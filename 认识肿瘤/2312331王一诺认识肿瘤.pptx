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7"/>
  </p:notesMasterIdLst>
  <p:handoutMasterIdLst>
    <p:handoutMasterId r:id="rId19"/>
  </p:handoutMasterIdLst>
  <p:sldIdLst>
    <p:sldId id="256" r:id="rId5"/>
    <p:sldId id="258" r:id="rId6"/>
    <p:sldId id="259" r:id="rId8"/>
    <p:sldId id="260" r:id="rId9"/>
    <p:sldId id="262" r:id="rId10"/>
    <p:sldId id="261" r:id="rId11"/>
    <p:sldId id="265" r:id="rId12"/>
    <p:sldId id="266" r:id="rId13"/>
    <p:sldId id="268" r:id="rId14"/>
    <p:sldId id="269" r:id="rId15"/>
    <p:sldId id="270" r:id="rId16"/>
    <p:sldId id="271" r:id="rId17"/>
    <p:sldId id="272" r:id="rId18"/>
  </p:sldIdLst>
  <p:sldSz cx="9144000" cy="6858000" type="screen4x3"/>
  <p:notesSz cx="6858000" cy="9144000"/>
  <p:custDataLst>
    <p:tags r:id="rId24"/>
  </p:custDataLst>
  <p:defaultTex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98" userDrawn="1">
          <p15:clr>
            <a:srgbClr val="A4A3A4"/>
          </p15:clr>
        </p15:guide>
        <p15:guide id="2" pos="285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9" d="100"/>
          <a:sy n="69" d="100"/>
        </p:scale>
        <p:origin x="-138" y="-102"/>
      </p:cViewPr>
      <p:guideLst>
        <p:guide orient="horz" pos="2198"/>
        <p:guide pos="2857"/>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4" Type="http://schemas.openxmlformats.org/officeDocument/2006/relationships/tags" Target="tags/tag423.xml"/><Relationship Id="rId23" Type="http://schemas.openxmlformats.org/officeDocument/2006/relationships/commentAuthors" Target="commentAuthors.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1.png"/><Relationship Id="rId2" Type="http://schemas.openxmlformats.org/officeDocument/2006/relationships/tags" Target="../tags/tag1.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image" Target="../media/image1.png"/><Relationship Id="rId2" Type="http://schemas.openxmlformats.org/officeDocument/2006/relationships/tags" Target="../tags/tag2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image" Target="../media/image2.png"/><Relationship Id="rId2" Type="http://schemas.openxmlformats.org/officeDocument/2006/relationships/tags" Target="../tags/tag27.xml"/><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image" Target="../media/image1.png"/><Relationship Id="rId2" Type="http://schemas.openxmlformats.org/officeDocument/2006/relationships/tags" Target="../tags/tag72.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image" Target="../media/image1.png"/><Relationship Id="rId2" Type="http://schemas.openxmlformats.org/officeDocument/2006/relationships/tags" Target="../tags/tag94.xml"/><Relationship Id="rId17" Type="http://schemas.openxmlformats.org/officeDocument/2006/relationships/tags" Target="../tags/tag108.xml"/><Relationship Id="rId16" Type="http://schemas.openxmlformats.org/officeDocument/2006/relationships/tags" Target="../tags/tag107.xml"/><Relationship Id="rId15" Type="http://schemas.openxmlformats.org/officeDocument/2006/relationships/tags" Target="../tags/tag106.xml"/><Relationship Id="rId14" Type="http://schemas.openxmlformats.org/officeDocument/2006/relationships/tags" Target="../tags/tag105.xml"/><Relationship Id="rId13" Type="http://schemas.openxmlformats.org/officeDocument/2006/relationships/tags" Target="../tags/tag104.xml"/><Relationship Id="rId12" Type="http://schemas.openxmlformats.org/officeDocument/2006/relationships/tags" Target="../tags/tag103.xml"/><Relationship Id="rId11" Type="http://schemas.openxmlformats.org/officeDocument/2006/relationships/tags" Target="../tags/tag102.xml"/><Relationship Id="rId10" Type="http://schemas.openxmlformats.org/officeDocument/2006/relationships/tags" Target="../tags/tag10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image" Target="../media/image1.png"/><Relationship Id="rId2" Type="http://schemas.openxmlformats.org/officeDocument/2006/relationships/tags" Target="../tags/tag114.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26.xml"/><Relationship Id="rId8" Type="http://schemas.openxmlformats.org/officeDocument/2006/relationships/tags" Target="../tags/tag125.xml"/><Relationship Id="rId7" Type="http://schemas.openxmlformats.org/officeDocument/2006/relationships/tags" Target="../tags/tag124.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image" Target="../media/image2.png"/><Relationship Id="rId2" Type="http://schemas.openxmlformats.org/officeDocument/2006/relationships/tags" Target="../tags/tag120.xml"/><Relationship Id="rId17" Type="http://schemas.openxmlformats.org/officeDocument/2006/relationships/tags" Target="../tags/tag134.xml"/><Relationship Id="rId16" Type="http://schemas.openxmlformats.org/officeDocument/2006/relationships/tags" Target="../tags/tag133.xml"/><Relationship Id="rId15" Type="http://schemas.openxmlformats.org/officeDocument/2006/relationships/tags" Target="../tags/tag132.xml"/><Relationship Id="rId14" Type="http://schemas.openxmlformats.org/officeDocument/2006/relationships/tags" Target="../tags/tag131.xml"/><Relationship Id="rId13" Type="http://schemas.openxmlformats.org/officeDocument/2006/relationships/tags" Target="../tags/tag130.xml"/><Relationship Id="rId12" Type="http://schemas.openxmlformats.org/officeDocument/2006/relationships/tags" Target="../tags/tag129.xml"/><Relationship Id="rId11" Type="http://schemas.openxmlformats.org/officeDocument/2006/relationships/tags" Target="../tags/tag128.xml"/><Relationship Id="rId10" Type="http://schemas.openxmlformats.org/officeDocument/2006/relationships/tags" Target="../tags/tag12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140.xml"/><Relationship Id="rId6" Type="http://schemas.openxmlformats.org/officeDocument/2006/relationships/tags" Target="../tags/tag139.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155.xml"/><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71.xml"/><Relationship Id="rId8" Type="http://schemas.openxmlformats.org/officeDocument/2006/relationships/tags" Target="../tags/tag170.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image" Target="../media/image1.png"/><Relationship Id="rId2" Type="http://schemas.openxmlformats.org/officeDocument/2006/relationships/tags" Target="../tags/tag165.xml"/><Relationship Id="rId17" Type="http://schemas.openxmlformats.org/officeDocument/2006/relationships/tags" Target="../tags/tag179.xml"/><Relationship Id="rId16" Type="http://schemas.openxmlformats.org/officeDocument/2006/relationships/tags" Target="../tags/tag178.xml"/><Relationship Id="rId15" Type="http://schemas.openxmlformats.org/officeDocument/2006/relationships/tags" Target="../tags/tag177.xml"/><Relationship Id="rId14" Type="http://schemas.openxmlformats.org/officeDocument/2006/relationships/tags" Target="../tags/tag176.xml"/><Relationship Id="rId13" Type="http://schemas.openxmlformats.org/officeDocument/2006/relationships/tags" Target="../tags/tag175.xml"/><Relationship Id="rId12" Type="http://schemas.openxmlformats.org/officeDocument/2006/relationships/tags" Target="../tags/tag174.xml"/><Relationship Id="rId11" Type="http://schemas.openxmlformats.org/officeDocument/2006/relationships/tags" Target="../tags/tag173.xml"/><Relationship Id="rId10" Type="http://schemas.openxmlformats.org/officeDocument/2006/relationships/tags" Target="../tags/tag172.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93.xml"/><Relationship Id="rId8" Type="http://schemas.openxmlformats.org/officeDocument/2006/relationships/tags" Target="../tags/tag192.xml"/><Relationship Id="rId7" Type="http://schemas.openxmlformats.org/officeDocument/2006/relationships/tags" Target="../tags/tag191.xml"/><Relationship Id="rId6" Type="http://schemas.openxmlformats.org/officeDocument/2006/relationships/tags" Target="../tags/tag190.xml"/><Relationship Id="rId5" Type="http://schemas.openxmlformats.org/officeDocument/2006/relationships/tags" Target="../tags/tag189.xml"/><Relationship Id="rId4" Type="http://schemas.openxmlformats.org/officeDocument/2006/relationships/tags" Target="../tags/tag188.xml"/><Relationship Id="rId3" Type="http://schemas.openxmlformats.org/officeDocument/2006/relationships/image" Target="../media/image1.png"/><Relationship Id="rId2" Type="http://schemas.openxmlformats.org/officeDocument/2006/relationships/tags" Target="../tags/tag187.xml"/><Relationship Id="rId17" Type="http://schemas.openxmlformats.org/officeDocument/2006/relationships/tags" Target="../tags/tag201.xml"/><Relationship Id="rId16" Type="http://schemas.openxmlformats.org/officeDocument/2006/relationships/tags" Target="../tags/tag200.xml"/><Relationship Id="rId15" Type="http://schemas.openxmlformats.org/officeDocument/2006/relationships/tags" Target="../tags/tag199.xml"/><Relationship Id="rId14" Type="http://schemas.openxmlformats.org/officeDocument/2006/relationships/tags" Target="../tags/tag198.xml"/><Relationship Id="rId13" Type="http://schemas.openxmlformats.org/officeDocument/2006/relationships/tags" Target="../tags/tag197.xml"/><Relationship Id="rId12" Type="http://schemas.openxmlformats.org/officeDocument/2006/relationships/tags" Target="../tags/tag196.xml"/><Relationship Id="rId11" Type="http://schemas.openxmlformats.org/officeDocument/2006/relationships/tags" Target="../tags/tag195.xml"/><Relationship Id="rId10" Type="http://schemas.openxmlformats.org/officeDocument/2006/relationships/tags" Target="../tags/tag194.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206.xml"/><Relationship Id="rId5" Type="http://schemas.openxmlformats.org/officeDocument/2006/relationships/tags" Target="../tags/tag205.xml"/><Relationship Id="rId4" Type="http://schemas.openxmlformats.org/officeDocument/2006/relationships/tags" Target="../tags/tag204.xml"/><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212.xml"/><Relationship Id="rId7" Type="http://schemas.openxmlformats.org/officeDocument/2006/relationships/tags" Target="../tags/tag211.xml"/><Relationship Id="rId6" Type="http://schemas.openxmlformats.org/officeDocument/2006/relationships/tags" Target="../tags/tag210.xml"/><Relationship Id="rId5" Type="http://schemas.openxmlformats.org/officeDocument/2006/relationships/tags" Target="../tags/tag209.xml"/><Relationship Id="rId4" Type="http://schemas.openxmlformats.org/officeDocument/2006/relationships/tags" Target="../tags/tag208.xml"/><Relationship Id="rId3" Type="http://schemas.openxmlformats.org/officeDocument/2006/relationships/image" Target="../media/image1.png"/><Relationship Id="rId2" Type="http://schemas.openxmlformats.org/officeDocument/2006/relationships/tags" Target="../tags/tag207.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219.xml"/><Relationship Id="rId8" Type="http://schemas.openxmlformats.org/officeDocument/2006/relationships/tags" Target="../tags/tag218.xml"/><Relationship Id="rId7" Type="http://schemas.openxmlformats.org/officeDocument/2006/relationships/tags" Target="../tags/tag217.xml"/><Relationship Id="rId6" Type="http://schemas.openxmlformats.org/officeDocument/2006/relationships/tags" Target="../tags/tag216.xml"/><Relationship Id="rId5" Type="http://schemas.openxmlformats.org/officeDocument/2006/relationships/tags" Target="../tags/tag215.xml"/><Relationship Id="rId4" Type="http://schemas.openxmlformats.org/officeDocument/2006/relationships/tags" Target="../tags/tag214.xml"/><Relationship Id="rId3" Type="http://schemas.openxmlformats.org/officeDocument/2006/relationships/image" Target="../media/image2.png"/><Relationship Id="rId2" Type="http://schemas.openxmlformats.org/officeDocument/2006/relationships/tags" Target="../tags/tag213.xml"/><Relationship Id="rId17" Type="http://schemas.openxmlformats.org/officeDocument/2006/relationships/tags" Target="../tags/tag227.xml"/><Relationship Id="rId16" Type="http://schemas.openxmlformats.org/officeDocument/2006/relationships/tags" Target="../tags/tag226.xml"/><Relationship Id="rId15" Type="http://schemas.openxmlformats.org/officeDocument/2006/relationships/tags" Target="../tags/tag225.xml"/><Relationship Id="rId14" Type="http://schemas.openxmlformats.org/officeDocument/2006/relationships/tags" Target="../tags/tag224.xml"/><Relationship Id="rId13" Type="http://schemas.openxmlformats.org/officeDocument/2006/relationships/tags" Target="../tags/tag223.xml"/><Relationship Id="rId12" Type="http://schemas.openxmlformats.org/officeDocument/2006/relationships/tags" Target="../tags/tag222.xml"/><Relationship Id="rId11" Type="http://schemas.openxmlformats.org/officeDocument/2006/relationships/tags" Target="../tags/tag221.xml"/><Relationship Id="rId10" Type="http://schemas.openxmlformats.org/officeDocument/2006/relationships/tags" Target="../tags/tag220.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7" Type="http://schemas.openxmlformats.org/officeDocument/2006/relationships/tags" Target="../tags/tag233.xml"/><Relationship Id="rId6" Type="http://schemas.openxmlformats.org/officeDocument/2006/relationships/tags" Target="../tags/tag232.xml"/><Relationship Id="rId5" Type="http://schemas.openxmlformats.org/officeDocument/2006/relationships/tags" Target="../tags/tag231.xml"/><Relationship Id="rId4" Type="http://schemas.openxmlformats.org/officeDocument/2006/relationships/tags" Target="../tags/tag230.xml"/><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241.xml"/><Relationship Id="rId8" Type="http://schemas.openxmlformats.org/officeDocument/2006/relationships/tags" Target="../tags/tag240.xml"/><Relationship Id="rId7" Type="http://schemas.openxmlformats.org/officeDocument/2006/relationships/tags" Target="../tags/tag239.xml"/><Relationship Id="rId6" Type="http://schemas.openxmlformats.org/officeDocument/2006/relationships/tags" Target="../tags/tag238.xml"/><Relationship Id="rId5" Type="http://schemas.openxmlformats.org/officeDocument/2006/relationships/tags" Target="../tags/tag237.xml"/><Relationship Id="rId4" Type="http://schemas.openxmlformats.org/officeDocument/2006/relationships/tags" Target="../tags/tag236.xml"/><Relationship Id="rId3" Type="http://schemas.openxmlformats.org/officeDocument/2006/relationships/tags" Target="../tags/tag235.xml"/><Relationship Id="rId2" Type="http://schemas.openxmlformats.org/officeDocument/2006/relationships/tags" Target="../tags/tag234.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5" Type="http://schemas.openxmlformats.org/officeDocument/2006/relationships/tags" Target="../tags/tag245.xml"/><Relationship Id="rId4" Type="http://schemas.openxmlformats.org/officeDocument/2006/relationships/tags" Target="../tags/tag244.xml"/><Relationship Id="rId3" Type="http://schemas.openxmlformats.org/officeDocument/2006/relationships/tags" Target="../tags/tag243.xml"/><Relationship Id="rId2" Type="http://schemas.openxmlformats.org/officeDocument/2006/relationships/tags" Target="../tags/tag242.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5" Type="http://schemas.openxmlformats.org/officeDocument/2006/relationships/tags" Target="../tags/tag252.xml"/><Relationship Id="rId4" Type="http://schemas.openxmlformats.org/officeDocument/2006/relationships/tags" Target="../tags/tag251.xml"/><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tags" Target="../tags/tag255.xml"/><Relationship Id="rId3" Type="http://schemas.openxmlformats.org/officeDocument/2006/relationships/tags" Target="../tags/tag254.xml"/><Relationship Id="rId2" Type="http://schemas.openxmlformats.org/officeDocument/2006/relationships/tags" Target="../tags/tag253.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264.xml"/><Relationship Id="rId8" Type="http://schemas.openxmlformats.org/officeDocument/2006/relationships/tags" Target="../tags/tag263.xml"/><Relationship Id="rId7" Type="http://schemas.openxmlformats.org/officeDocument/2006/relationships/tags" Target="../tags/tag262.xml"/><Relationship Id="rId6" Type="http://schemas.openxmlformats.org/officeDocument/2006/relationships/tags" Target="../tags/tag261.xml"/><Relationship Id="rId5" Type="http://schemas.openxmlformats.org/officeDocument/2006/relationships/tags" Target="../tags/tag260.xml"/><Relationship Id="rId4" Type="http://schemas.openxmlformats.org/officeDocument/2006/relationships/tags" Target="../tags/tag259.xml"/><Relationship Id="rId3" Type="http://schemas.openxmlformats.org/officeDocument/2006/relationships/image" Target="../media/image1.png"/><Relationship Id="rId2" Type="http://schemas.openxmlformats.org/officeDocument/2006/relationships/tags" Target="../tags/tag258.xml"/><Relationship Id="rId17" Type="http://schemas.openxmlformats.org/officeDocument/2006/relationships/tags" Target="../tags/tag272.xml"/><Relationship Id="rId16" Type="http://schemas.openxmlformats.org/officeDocument/2006/relationships/tags" Target="../tags/tag271.xml"/><Relationship Id="rId15" Type="http://schemas.openxmlformats.org/officeDocument/2006/relationships/tags" Target="../tags/tag270.xml"/><Relationship Id="rId14" Type="http://schemas.openxmlformats.org/officeDocument/2006/relationships/tags" Target="../tags/tag269.xml"/><Relationship Id="rId13" Type="http://schemas.openxmlformats.org/officeDocument/2006/relationships/tags" Target="../tags/tag268.xml"/><Relationship Id="rId12" Type="http://schemas.openxmlformats.org/officeDocument/2006/relationships/tags" Target="../tags/tag267.xml"/><Relationship Id="rId11" Type="http://schemas.openxmlformats.org/officeDocument/2006/relationships/tags" Target="../tags/tag266.xml"/><Relationship Id="rId10" Type="http://schemas.openxmlformats.org/officeDocument/2006/relationships/tags" Target="../tags/tag265.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144" y="10795"/>
            <a:ext cx="9129713" cy="6858000"/>
          </a:xfrm>
          <a:prstGeom prst="rect">
            <a:avLst/>
          </a:prstGeom>
        </p:spPr>
      </p:pic>
      <p:sp>
        <p:nvSpPr>
          <p:cNvPr id="11" name="任意多边形: 形状 10"/>
          <p:cNvSpPr/>
          <p:nvPr>
            <p:custDataLst>
              <p:tags r:id="rId4"/>
            </p:custDataLst>
          </p:nvPr>
        </p:nvSpPr>
        <p:spPr>
          <a:xfrm>
            <a:off x="464344" y="549422"/>
            <a:ext cx="171450" cy="22860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00"/>
          </a:p>
        </p:txBody>
      </p:sp>
      <p:sp>
        <p:nvSpPr>
          <p:cNvPr id="12" name="任意多边形: 形状 11"/>
          <p:cNvSpPr/>
          <p:nvPr>
            <p:custDataLst>
              <p:tags r:id="rId5"/>
            </p:custDataLst>
          </p:nvPr>
        </p:nvSpPr>
        <p:spPr>
          <a:xfrm>
            <a:off x="485595" y="596808"/>
            <a:ext cx="128588" cy="19050"/>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2"/>
                  <a:pt x="156633" y="17445"/>
                </a:cubicBezTo>
                <a:cubicBezTo>
                  <a:pt x="156114" y="17097"/>
                  <a:pt x="155633" y="16702"/>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2"/>
                  <a:pt x="153657" y="4753"/>
                  <a:pt x="154005" y="4233"/>
                </a:cubicBezTo>
                <a:cubicBezTo>
                  <a:pt x="154353" y="3713"/>
                  <a:pt x="154748" y="3232"/>
                  <a:pt x="155190" y="2790"/>
                </a:cubicBezTo>
                <a:cubicBezTo>
                  <a:pt x="155633" y="2348"/>
                  <a:pt x="156113" y="1953"/>
                  <a:pt x="156633" y="1605"/>
                </a:cubicBezTo>
                <a:cubicBezTo>
                  <a:pt x="157153" y="1258"/>
                  <a:pt x="157702" y="964"/>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00"/>
          </a:p>
        </p:txBody>
      </p:sp>
      <p:sp>
        <p:nvSpPr>
          <p:cNvPr id="13" name="任意多边形: 形状 12"/>
          <p:cNvSpPr/>
          <p:nvPr>
            <p:custDataLst>
              <p:tags r:id="rId6"/>
            </p:custDataLst>
          </p:nvPr>
        </p:nvSpPr>
        <p:spPr>
          <a:xfrm>
            <a:off x="485595" y="653957"/>
            <a:ext cx="128588" cy="19050"/>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00"/>
          </a:p>
        </p:txBody>
      </p:sp>
      <p:sp>
        <p:nvSpPr>
          <p:cNvPr id="14" name="任意多边形: 形状 13"/>
          <p:cNvSpPr/>
          <p:nvPr>
            <p:custDataLst>
              <p:tags r:id="rId7"/>
            </p:custDataLst>
          </p:nvPr>
        </p:nvSpPr>
        <p:spPr>
          <a:xfrm>
            <a:off x="485595" y="711107"/>
            <a:ext cx="128588" cy="19050"/>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00"/>
          </a:p>
        </p:txBody>
      </p:sp>
      <p:sp>
        <p:nvSpPr>
          <p:cNvPr id="18" name="任意多边形: 形状 17"/>
          <p:cNvSpPr/>
          <p:nvPr>
            <p:custDataLst>
              <p:tags r:id="rId8"/>
            </p:custDataLst>
          </p:nvPr>
        </p:nvSpPr>
        <p:spPr>
          <a:xfrm rot="16200000">
            <a:off x="8532495" y="549275"/>
            <a:ext cx="171450" cy="22860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00"/>
          </a:p>
        </p:txBody>
      </p:sp>
      <p:sp>
        <p:nvSpPr>
          <p:cNvPr id="19" name="任意多边形: 形状 18"/>
          <p:cNvSpPr/>
          <p:nvPr>
            <p:custDataLst>
              <p:tags r:id="rId9"/>
            </p:custDataLst>
          </p:nvPr>
        </p:nvSpPr>
        <p:spPr>
          <a:xfrm rot="16200000">
            <a:off x="8568214" y="620713"/>
            <a:ext cx="100013" cy="7620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00"/>
          </a:p>
        </p:txBody>
      </p:sp>
      <p:sp>
        <p:nvSpPr>
          <p:cNvPr id="21" name="任意多边形: 形状 20"/>
          <p:cNvSpPr/>
          <p:nvPr>
            <p:custDataLst>
              <p:tags r:id="rId10"/>
            </p:custDataLst>
          </p:nvPr>
        </p:nvSpPr>
        <p:spPr>
          <a:xfrm rot="5400000">
            <a:off x="8361045" y="549275"/>
            <a:ext cx="171450" cy="22860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00"/>
          </a:p>
        </p:txBody>
      </p:sp>
      <p:sp>
        <p:nvSpPr>
          <p:cNvPr id="22" name="任意多边形: 形状 21"/>
          <p:cNvSpPr/>
          <p:nvPr>
            <p:custDataLst>
              <p:tags r:id="rId11"/>
            </p:custDataLst>
          </p:nvPr>
        </p:nvSpPr>
        <p:spPr>
          <a:xfrm rot="5400000">
            <a:off x="8396764" y="630237"/>
            <a:ext cx="100013" cy="7620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00"/>
          </a:p>
        </p:txBody>
      </p:sp>
      <p:sp>
        <p:nvSpPr>
          <p:cNvPr id="9" name="署名"/>
          <p:cNvSpPr txBox="1">
            <a:spLocks noGrp="1"/>
          </p:cNvSpPr>
          <p:nvPr>
            <p:ph type="body" idx="3" hasCustomPrompt="1"/>
            <p:custDataLst>
              <p:tags r:id="rId12"/>
            </p:custDataLst>
          </p:nvPr>
        </p:nvSpPr>
        <p:spPr>
          <a:xfrm>
            <a:off x="4020979" y="3970020"/>
            <a:ext cx="1101566" cy="412115"/>
          </a:xfrm>
          <a:prstGeom prst="roundRect">
            <a:avLst>
              <a:gd name="adj" fmla="val 50000"/>
            </a:avLst>
          </a:prstGeom>
          <a:gradFill>
            <a:gsLst>
              <a:gs pos="0">
                <a:schemeClr val="accent1"/>
              </a:gs>
              <a:gs pos="100000">
                <a:schemeClr val="accent2"/>
              </a:gs>
            </a:gsLst>
            <a:lin ang="2700000" scaled="0"/>
          </a:gradFill>
        </p:spPr>
        <p:txBody>
          <a:bodyPr wrap="square" lIns="91440" tIns="45720" rIns="91440" bIns="45720" rtlCol="0" anchor="ctr" anchorCtr="0">
            <a:noAutofit/>
          </a:bodyPr>
          <a:lstStyle>
            <a:lvl1pPr marL="0" marR="0" lvl="0" algn="ctr" defTabSz="914400" rtl="0" eaLnBrk="1" fontAlgn="auto" latinLnBrk="0" hangingPunct="1">
              <a:lnSpc>
                <a:spcPct val="110000"/>
              </a:lnSpc>
              <a:buClrTx/>
              <a:buSzTx/>
              <a:buFontTx/>
              <a:buNone/>
              <a:defRPr kumimoji="0" lang="zh-CN" altLang="en-US" sz="1050" b="0" i="0" u="none" strike="noStrike" kern="1200" cap="none" spc="0" normalizeH="0" baseline="0" noProof="1" dirty="0">
                <a:solidFill>
                  <a:srgbClr val="FFFFFF"/>
                </a:solidFill>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stStyle>
          <a:p>
            <a:pPr lvl="0" algn="ctr">
              <a:lnSpc>
                <a:spcPct val="110000"/>
              </a:lnSpc>
              <a:buClrTx/>
              <a:buSzTx/>
              <a:buFontTx/>
            </a:pPr>
            <a:r>
              <a:rPr lang="zh-CN" altLang="en-US" dirty="0">
                <a:sym typeface="+mn-ea"/>
              </a:rPr>
              <a:t>署名</a:t>
            </a:r>
            <a:endParaRPr lang="zh-CN" altLang="en-US" dirty="0">
              <a:sym typeface="+mn-ea"/>
            </a:endParaRPr>
          </a:p>
        </p:txBody>
      </p:sp>
      <p:sp>
        <p:nvSpPr>
          <p:cNvPr id="8" name="副标题"/>
          <p:cNvSpPr txBox="1">
            <a:spLocks noGrp="1"/>
          </p:cNvSpPr>
          <p:nvPr>
            <p:ph type="body" idx="2" hasCustomPrompt="1"/>
            <p:custDataLst>
              <p:tags r:id="rId13"/>
            </p:custDataLst>
          </p:nvPr>
        </p:nvSpPr>
        <p:spPr>
          <a:xfrm>
            <a:off x="2198846" y="3439795"/>
            <a:ext cx="4746308" cy="429260"/>
          </a:xfrm>
          <a:prstGeom prst="rect">
            <a:avLst/>
          </a:prstGeom>
          <a:noFill/>
        </p:spPr>
        <p:txBody>
          <a:bodyPr wrap="square" lIns="91440" tIns="45720" rIns="91440" bIns="45720" rtlCol="0" anchor="t">
            <a:normAutofit/>
          </a:bodyPr>
          <a:lstStyle>
            <a:lvl1pPr marL="0" marR="0" lvl="0" algn="ctr" defTabSz="914400" rtl="0" eaLnBrk="1" fontAlgn="auto" latinLnBrk="0" hangingPunct="1">
              <a:lnSpc>
                <a:spcPct val="130000"/>
              </a:lnSpc>
              <a:buClrTx/>
              <a:buSzTx/>
              <a:buFontTx/>
              <a:buNone/>
              <a:defRPr kumimoji="0" lang="zh-CN" altLang="en-US" sz="1200" b="0" i="0" u="none" strike="noStrike" kern="1200" cap="none" spc="0" normalizeH="0" baseline="0" noProof="1" dirty="0">
                <a:solidFill>
                  <a:schemeClr val="accent1">
                    <a:lumMod val="60000"/>
                    <a:lumOff val="40000"/>
                  </a:schemeClr>
                </a:solidFill>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stStyle>
          <a:p>
            <a:pPr lvl="0" algn="ctr">
              <a:lnSpc>
                <a:spcPct val="130000"/>
              </a:lnSpc>
              <a:buClrTx/>
              <a:buSzTx/>
              <a:buFontTx/>
            </a:pPr>
            <a:r>
              <a:rPr dirty="0">
                <a:sym typeface="+mn-ea"/>
              </a:rPr>
              <a:t>单击此处编辑母版副标题样式</a:t>
            </a:r>
            <a:endParaRPr dirty="0">
              <a:sym typeface="+mn-ea"/>
            </a:endParaRPr>
          </a:p>
        </p:txBody>
      </p:sp>
      <p:sp>
        <p:nvSpPr>
          <p:cNvPr id="7" name="标题"/>
          <p:cNvSpPr txBox="1">
            <a:spLocks noGrp="1"/>
          </p:cNvSpPr>
          <p:nvPr>
            <p:ph type="title" idx="1" hasCustomPrompt="1"/>
            <p:custDataLst>
              <p:tags r:id="rId14"/>
            </p:custDataLst>
          </p:nvPr>
        </p:nvSpPr>
        <p:spPr>
          <a:xfrm>
            <a:off x="2198846" y="1271270"/>
            <a:ext cx="4745831" cy="2159000"/>
          </a:xfrm>
          <a:prstGeom prst="rect">
            <a:avLst/>
          </a:prstGeom>
          <a:noFill/>
        </p:spPr>
        <p:txBody>
          <a:bodyPr wrap="square" lIns="91440" tIns="45720" rIns="91440" bIns="45720" rtlCol="0" anchor="b" anchorCtr="0">
            <a:normAutofit/>
          </a:bodyPr>
          <a:lstStyle>
            <a:lvl1pPr marL="0" marR="0" algn="ctr" defTabSz="914400" rtl="0" eaLnBrk="1" fontAlgn="auto" latinLnBrk="0" hangingPunct="1">
              <a:lnSpc>
                <a:spcPct val="100000"/>
              </a:lnSpc>
              <a:buClrTx/>
              <a:buSzTx/>
              <a:buFontTx/>
              <a:buNone/>
              <a:defRPr kumimoji="0" lang="en-US" altLang="zh-CN" sz="4050" b="0" i="0" u="none" strike="noStrike" kern="1200" cap="none" spc="0" normalizeH="0" baseline="0" noProof="1" dirty="0">
                <a:gradFill flip="none" rotWithShape="1">
                  <a:gsLst>
                    <a:gs pos="0">
                      <a:schemeClr val="accent1"/>
                    </a:gs>
                    <a:gs pos="100000">
                      <a:schemeClr val="accent2"/>
                    </a:gs>
                  </a:gsLst>
                  <a:lin ang="0" scaled="1"/>
                  <a:tileRect/>
                </a:gradFill>
                <a:latin typeface="MiSans Heavy" panose="00000A00000000000000" pitchFamily="2" charset="-122"/>
                <a:ea typeface="MiSans Heavy" panose="00000A00000000000000" pitchFamily="2" charset="-122"/>
                <a:cs typeface="MiSans Heavy" panose="00000A00000000000000" pitchFamily="2" charset="-122"/>
                <a:sym typeface="MiSans" panose="00000500000000000000" pitchFamily="2" charset="-122"/>
              </a:defRPr>
            </a:lvl1pPr>
          </a:lstStyle>
          <a:p>
            <a:pPr lvl="0" algn="ctr"/>
            <a:r>
              <a:rPr>
                <a:sym typeface="+mn-ea"/>
              </a:rPr>
              <a:t>单击此处编辑标题</a:t>
            </a:r>
            <a:endParaRPr>
              <a:sym typeface="+mn-ea"/>
            </a:endParaRPr>
          </a:p>
        </p:txBody>
      </p:sp>
      <p:sp>
        <p:nvSpPr>
          <p:cNvPr id="4" name="日期占位符 3"/>
          <p:cNvSpPr>
            <a:spLocks noGrp="1"/>
          </p:cNvSpPr>
          <p:nvPr>
            <p:ph type="dt" sz="half" idx="10"/>
            <p:custDataLst>
              <p:tags r:id="rId15"/>
            </p:custDataLst>
          </p:nvPr>
        </p:nvSpPr>
        <p:spPr>
          <a:xfrm>
            <a:off x="459000" y="6314400"/>
            <a:ext cx="2025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6"/>
            </p:custDataLst>
          </p:nvPr>
        </p:nvSpPr>
        <p:spPr>
          <a:xfrm>
            <a:off x="3087000" y="6314400"/>
            <a:ext cx="2970000" cy="316800"/>
          </a:xfrm>
        </p:spPr>
        <p:txBody>
          <a:bodyPr/>
          <a:lstStyle/>
          <a:p>
            <a:endParaRPr lang="zh-CN" altLang="en-US" dirty="0"/>
          </a:p>
        </p:txBody>
      </p:sp>
      <p:sp>
        <p:nvSpPr>
          <p:cNvPr id="6" name="灯片编号占位符 5"/>
          <p:cNvSpPr>
            <a:spLocks noGrp="1"/>
          </p:cNvSpPr>
          <p:nvPr>
            <p:ph type="sldNum" sz="quarter" idx="12"/>
            <p:custDataLst>
              <p:tags r:id="rId17"/>
            </p:custDataLst>
          </p:nvPr>
        </p:nvSpPr>
        <p:spPr>
          <a:xfrm>
            <a:off x="6658200" y="6314400"/>
            <a:ext cx="2025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9" name="正文"/>
          <p:cNvSpPr txBox="1">
            <a:spLocks noGrp="1"/>
          </p:cNvSpPr>
          <p:nvPr>
            <p:ph idx="3"/>
            <p:custDataLst>
              <p:tags r:id="rId2"/>
            </p:custDataLst>
          </p:nvPr>
        </p:nvSpPr>
        <p:spPr>
          <a:xfrm>
            <a:off x="456300" y="1490400"/>
            <a:ext cx="8226900" cy="4759200"/>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900"/>
              </a:spcBef>
              <a:spcAft>
                <a:spcPts val="0"/>
              </a:spcAft>
              <a:buClrTx/>
              <a:buSzTx/>
              <a:buFont typeface="Arial" panose="020B0604020202020204" pitchFamily="34" charset="0"/>
              <a:buChar char="●"/>
              <a:defRPr kumimoji="0" lang="zh-CN" altLang="en-US" sz="1350" b="0" i="0" u="none" strike="noStrike" kern="1200" cap="none" spc="150" normalizeH="0" baseline="0" noProof="1" dirty="0">
                <a:ln>
                  <a:noFill/>
                  <a:prstDash val="sysDot"/>
                </a:ln>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spcBef>
                <a:spcPts val="1200"/>
              </a:spcBef>
              <a:spcAft>
                <a:spcPts val="0"/>
              </a:spcAft>
            </a:pPr>
            <a:r>
              <a:rPr>
                <a:sym typeface="+mn-ea"/>
              </a:rPr>
              <a:t>单击此处编辑母版文本样式</a:t>
            </a:r>
            <a:endParaRPr>
              <a:sym typeface="+mn-ea"/>
            </a:endParaRPr>
          </a:p>
          <a:p>
            <a:pPr lvl="1">
              <a:spcBef>
                <a:spcPts val="1200"/>
              </a:spcBef>
              <a:spcAft>
                <a:spcPts val="0"/>
              </a:spcAft>
            </a:pPr>
            <a:r>
              <a:rPr>
                <a:sym typeface="+mn-ea"/>
              </a:rPr>
              <a:t>第二级</a:t>
            </a:r>
            <a:endParaRPr>
              <a:sym typeface="+mn-ea"/>
            </a:endParaRPr>
          </a:p>
          <a:p>
            <a:pPr lvl="2">
              <a:spcBef>
                <a:spcPts val="1200"/>
              </a:spcBef>
              <a:spcAft>
                <a:spcPts val="0"/>
              </a:spcAft>
            </a:pPr>
            <a:r>
              <a:rPr>
                <a:sym typeface="+mn-ea"/>
              </a:rPr>
              <a:t>第三级</a:t>
            </a:r>
            <a:endParaRPr>
              <a:sym typeface="+mn-ea"/>
            </a:endParaRPr>
          </a:p>
          <a:p>
            <a:pPr lvl="3">
              <a:spcBef>
                <a:spcPts val="1200"/>
              </a:spcBef>
              <a:spcAft>
                <a:spcPts val="0"/>
              </a:spcAft>
            </a:pPr>
            <a:r>
              <a:rPr>
                <a:sym typeface="+mn-ea"/>
              </a:rPr>
              <a:t>第四级</a:t>
            </a:r>
            <a:endParaRPr>
              <a:sym typeface="+mn-ea"/>
            </a:endParaRPr>
          </a:p>
          <a:p>
            <a:pPr lvl="4">
              <a:spcBef>
                <a:spcPts val="1200"/>
              </a:spcBef>
              <a:spcAft>
                <a:spcPts val="0"/>
              </a:spcAft>
            </a:pPr>
            <a:r>
              <a:rPr>
                <a:sym typeface="+mn-ea"/>
              </a:rPr>
              <a:t>第五级</a:t>
            </a:r>
            <a:endParaRPr>
              <a:sym typeface="+mn-ea"/>
            </a:endParaRPr>
          </a:p>
        </p:txBody>
      </p:sp>
      <p:sp>
        <p:nvSpPr>
          <p:cNvPr id="8" name="标题"/>
          <p:cNvSpPr txBox="1">
            <a:spLocks noGrp="1"/>
          </p:cNvSpPr>
          <p:nvPr>
            <p:ph type="title" idx="2"/>
            <p:custDataLst>
              <p:tags r:id="rId3"/>
            </p:custDataLst>
          </p:nvPr>
        </p:nvSpPr>
        <p:spPr>
          <a:xfrm>
            <a:off x="456300" y="608400"/>
            <a:ext cx="8226900" cy="705600"/>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2700" b="0" i="0" u="none" strike="noStrike" kern="1200" cap="none" spc="300" normalizeH="0" baseline="0" noProof="1" dirty="0">
                <a:ln>
                  <a:noFill/>
                  <a:prstDash val="sysDot"/>
                </a:ln>
                <a:gradFill>
                  <a:gsLst>
                    <a:gs pos="0">
                      <a:schemeClr val="accent1"/>
                    </a:gs>
                    <a:gs pos="100000">
                      <a:schemeClr val="accent2"/>
                    </a:gs>
                  </a:gsLst>
                  <a:lin ang="0" scaled="0"/>
                </a:gradFill>
                <a:latin typeface="MiSans Heavy" panose="00000A00000000000000" pitchFamily="2" charset="-122"/>
                <a:ea typeface="MiSans Heavy" panose="00000A00000000000000" pitchFamily="2" charset="-122"/>
                <a:cs typeface="MiSans" panose="00000500000000000000" pitchFamily="2" charset="-122"/>
                <a:sym typeface="MiSans" panose="00000500000000000000" pitchFamily="2" charset="-122"/>
              </a:defRPr>
            </a:lvl1pPr>
          </a:lstStyle>
          <a:p>
            <a:pPr lvl="0" algn="ctr"/>
            <a:r>
              <a:rPr dirty="0">
                <a:sym typeface="+mn-ea"/>
              </a:rPr>
              <a:t>单击此处编辑母版标题样式</a:t>
            </a:r>
            <a:endParaRPr dirty="0">
              <a:sym typeface="+mn-ea"/>
            </a:endParaRPr>
          </a:p>
        </p:txBody>
      </p:sp>
      <p:sp>
        <p:nvSpPr>
          <p:cNvPr id="4" name="日期占位符 3"/>
          <p:cNvSpPr>
            <a:spLocks noGrp="1"/>
          </p:cNvSpPr>
          <p:nvPr>
            <p:ph type="dt" sz="half" idx="10"/>
            <p:custDataLst>
              <p:tags r:id="rId4"/>
            </p:custDataLst>
          </p:nvPr>
        </p:nvSpPr>
        <p:spPr>
          <a:xfrm>
            <a:off x="459000" y="6314400"/>
            <a:ext cx="2025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3087000" y="6314400"/>
            <a:ext cx="2970000" cy="316800"/>
          </a:xfrm>
        </p:spPr>
        <p:txBody>
          <a:bodyPr/>
          <a:lstStyle/>
          <a:p>
            <a:endParaRPr lang="zh-CN" altLang="en-US" dirty="0"/>
          </a:p>
        </p:txBody>
      </p:sp>
      <p:sp>
        <p:nvSpPr>
          <p:cNvPr id="6" name="灯片编号占位符 5"/>
          <p:cNvSpPr>
            <a:spLocks noGrp="1"/>
          </p:cNvSpPr>
          <p:nvPr>
            <p:ph type="sldNum" sz="quarter" idx="12"/>
            <p:custDataLst>
              <p:tags r:id="rId6"/>
            </p:custDataLst>
          </p:nvPr>
        </p:nvSpPr>
        <p:spPr>
          <a:xfrm>
            <a:off x="6658200" y="6314400"/>
            <a:ext cx="2025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2" name="图片 1"/>
          <p:cNvPicPr>
            <a:picLocks noChangeAspect="1"/>
          </p:cNvPicPr>
          <p:nvPr>
            <p:custDataLst>
              <p:tags r:id="rId2"/>
            </p:custDataLst>
          </p:nvPr>
        </p:nvPicPr>
        <p:blipFill>
          <a:blip r:embed="rId3">
            <a:alphaModFix amt="44000"/>
            <a:extLst>
              <a:ext uri="{28A0092B-C50C-407E-A947-70E740481C1C}">
                <a14:useLocalDpi xmlns:a14="http://schemas.microsoft.com/office/drawing/2010/main" val="0"/>
              </a:ext>
            </a:extLst>
          </a:blip>
          <a:stretch>
            <a:fillRect/>
          </a:stretch>
        </p:blipFill>
        <p:spPr>
          <a:xfrm>
            <a:off x="7144" y="10795"/>
            <a:ext cx="9129713" cy="6858000"/>
          </a:xfrm>
          <a:prstGeom prst="rect">
            <a:avLst/>
          </a:prstGeom>
        </p:spPr>
      </p:pic>
      <p:cxnSp>
        <p:nvCxnSpPr>
          <p:cNvPr id="58" name="直接连接符 57"/>
          <p:cNvCxnSpPr/>
          <p:nvPr>
            <p:custDataLst>
              <p:tags r:id="rId4"/>
            </p:custDataLst>
          </p:nvPr>
        </p:nvCxnSpPr>
        <p:spPr>
          <a:xfrm>
            <a:off x="7309961" y="688340"/>
            <a:ext cx="0" cy="591185"/>
          </a:xfrm>
          <a:prstGeom prst="line">
            <a:avLst/>
          </a:prstGeom>
          <a:ln w="28575" cap="rnd">
            <a:gradFill>
              <a:gsLst>
                <a:gs pos="0">
                  <a:schemeClr val="accent1"/>
                </a:gs>
                <a:gs pos="50000">
                  <a:schemeClr val="accent2"/>
                </a:gs>
                <a:gs pos="100000">
                  <a:schemeClr val="tx1">
                    <a:alpha val="50000"/>
                  </a:schemeClr>
                </a:gs>
              </a:gsLst>
              <a:lin ang="5400000" scaled="0"/>
            </a:gradFill>
          </a:ln>
        </p:spPr>
        <p:style>
          <a:lnRef idx="1">
            <a:schemeClr val="accent1"/>
          </a:lnRef>
          <a:fillRef idx="0">
            <a:schemeClr val="accent1"/>
          </a:fillRef>
          <a:effectRef idx="0">
            <a:schemeClr val="accent1"/>
          </a:effectRef>
          <a:fontRef idx="minor">
            <a:schemeClr val="tx1"/>
          </a:fontRef>
        </p:style>
      </p:cxnSp>
      <p:sp>
        <p:nvSpPr>
          <p:cNvPr id="6" name="标题"/>
          <p:cNvSpPr txBox="1">
            <a:spLocks noGrp="1"/>
          </p:cNvSpPr>
          <p:nvPr>
            <p:ph type="title" idx="1" hasCustomPrompt="1"/>
            <p:custDataLst>
              <p:tags r:id="rId5"/>
            </p:custDataLst>
          </p:nvPr>
        </p:nvSpPr>
        <p:spPr>
          <a:xfrm>
            <a:off x="7320439" y="300990"/>
            <a:ext cx="1397318" cy="1346200"/>
          </a:xfrm>
          <a:prstGeom prst="rect">
            <a:avLst/>
          </a:prstGeom>
          <a:noFill/>
        </p:spPr>
        <p:txBody>
          <a:bodyPr wrap="square" lIns="90170" tIns="46990" rIns="90170" bIns="46990" rtlCol="0" anchor="ctr" anchorCtr="0">
            <a:normAutofit/>
          </a:bodyPr>
          <a:lstStyle>
            <a:lvl1pPr marL="0" marR="0" lvl="0" algn="l" defTabSz="914400" rtl="0" eaLnBrk="1" fontAlgn="auto" latinLnBrk="0" hangingPunct="1">
              <a:lnSpc>
                <a:spcPct val="100000"/>
              </a:lnSpc>
              <a:buClrTx/>
              <a:buSzTx/>
              <a:buFontTx/>
              <a:buNone/>
              <a:defRPr kumimoji="0" lang="zh-CN" altLang="en-US" sz="4500" b="0" i="0" u="none" strike="noStrike" kern="1200" cap="none" spc="0" normalizeH="0" baseline="0" noProof="1" dirty="0">
                <a:gradFill>
                  <a:gsLst>
                    <a:gs pos="0">
                      <a:schemeClr val="accent1"/>
                    </a:gs>
                    <a:gs pos="100000">
                      <a:schemeClr val="accent2"/>
                    </a:gs>
                  </a:gsLst>
                  <a:lin ang="0" scaled="0"/>
                </a:gradFill>
                <a:latin typeface="MiSans Heavy" panose="00000A00000000000000" pitchFamily="2" charset="-122"/>
                <a:ea typeface="MiSans Heavy" panose="00000A00000000000000" pitchFamily="2" charset="-122"/>
                <a:cs typeface="MiSans Heavy" panose="00000A00000000000000" pitchFamily="2" charset="-122"/>
                <a:sym typeface="MiSans" panose="00000500000000000000" pitchFamily="2" charset="-122"/>
              </a:defRPr>
            </a:lvl1pPr>
          </a:lstStyle>
          <a:p>
            <a:pPr lvl="0" algn="l">
              <a:buClrTx/>
              <a:buSzTx/>
              <a:buFontTx/>
            </a:pPr>
            <a:r>
              <a:rPr>
                <a:sym typeface="+mn-ea"/>
              </a:rPr>
              <a:t>标题</a:t>
            </a:r>
            <a:endParaRPr>
              <a:sym typeface="+mn-ea"/>
            </a:endParaRPr>
          </a:p>
        </p:txBody>
      </p:sp>
      <p:sp>
        <p:nvSpPr>
          <p:cNvPr id="3" name="日期占位符 2"/>
          <p:cNvSpPr>
            <a:spLocks noGrp="1"/>
          </p:cNvSpPr>
          <p:nvPr>
            <p:ph type="dt" sz="half" idx="10"/>
            <p:custDataLst>
              <p:tags r:id="rId6"/>
            </p:custDataLst>
          </p:nvPr>
        </p:nvSpPr>
        <p:spPr>
          <a:xfrm>
            <a:off x="459000" y="6314400"/>
            <a:ext cx="2025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6314400"/>
            <a:ext cx="2970000" cy="3168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658200" y="6314400"/>
            <a:ext cx="2025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pic>
        <p:nvPicPr>
          <p:cNvPr id="3" name="图片 2"/>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476" y="0"/>
            <a:ext cx="9143048" cy="6858000"/>
          </a:xfrm>
          <a:prstGeom prst="rect">
            <a:avLst/>
          </a:prstGeom>
        </p:spPr>
      </p:pic>
      <p:cxnSp>
        <p:nvCxnSpPr>
          <p:cNvPr id="18" name="直接连接符 17"/>
          <p:cNvCxnSpPr/>
          <p:nvPr>
            <p:custDataLst>
              <p:tags r:id="rId4"/>
            </p:custDataLst>
          </p:nvPr>
        </p:nvCxnSpPr>
        <p:spPr>
          <a:xfrm>
            <a:off x="924878" y="3063875"/>
            <a:ext cx="2863215" cy="0"/>
          </a:xfrm>
          <a:prstGeom prst="line">
            <a:avLst/>
          </a:prstGeom>
          <a:ln w="25400" cap="rnd">
            <a:gradFill>
              <a:gsLst>
                <a:gs pos="0">
                  <a:schemeClr val="accent1"/>
                </a:gs>
                <a:gs pos="99000">
                  <a:schemeClr val="tx1">
                    <a:alpha val="0"/>
                  </a:schemeClr>
                </a:gs>
                <a:gs pos="48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8" name="节编号"/>
          <p:cNvSpPr>
            <a:spLocks noGrp="1"/>
          </p:cNvSpPr>
          <p:nvPr>
            <p:ph type="body" idx="2" hasCustomPrompt="1"/>
            <p:custDataLst>
              <p:tags r:id="rId5"/>
            </p:custDataLst>
          </p:nvPr>
        </p:nvSpPr>
        <p:spPr>
          <a:xfrm>
            <a:off x="924878" y="1634490"/>
            <a:ext cx="3749993" cy="1445260"/>
          </a:xfrm>
          <a:prstGeom prst="rect">
            <a:avLst/>
          </a:prstGeom>
        </p:spPr>
        <p:txBody>
          <a:bodyPr wrap="square" lIns="91440" tIns="45720" rIns="91440" bIns="45720" rtlCol="0" anchor="b" anchorCtr="0">
            <a:normAutofit/>
          </a:bodyPr>
          <a:lstStyle>
            <a:lvl1pPr marL="0" marR="0" lvl="0" algn="l" defTabSz="914400" rtl="0" eaLnBrk="1" fontAlgn="auto" latinLnBrk="0" hangingPunct="1">
              <a:lnSpc>
                <a:spcPct val="110000"/>
              </a:lnSpc>
              <a:buClrTx/>
              <a:buSzTx/>
              <a:buFontTx/>
              <a:buNone/>
              <a:defRPr kumimoji="0" lang="en-US" altLang="en-GB" sz="6600" b="0" i="0" u="none" strike="noStrike" kern="1200" cap="none" spc="0" normalizeH="0" baseline="0" noProof="1" dirty="0">
                <a:gradFill>
                  <a:gsLst>
                    <a:gs pos="0">
                      <a:schemeClr val="accent1"/>
                    </a:gs>
                    <a:gs pos="100000">
                      <a:schemeClr val="accent2"/>
                    </a:gs>
                  </a:gsLst>
                  <a:lin ang="0" scaled="0"/>
                </a:gradFill>
                <a:latin typeface="MiSans Heavy" panose="00000A00000000000000" pitchFamily="2" charset="-122"/>
                <a:ea typeface="MiSans Heavy" panose="00000A00000000000000" pitchFamily="2" charset="-122"/>
                <a:cs typeface="MiSans" panose="00000500000000000000" pitchFamily="2" charset="-122"/>
                <a:sym typeface="MiSans" panose="00000500000000000000" pitchFamily="2" charset="-122"/>
              </a:defRPr>
            </a:lvl1pPr>
          </a:lstStyle>
          <a:p>
            <a:pPr lvl="0" algn="l">
              <a:lnSpc>
                <a:spcPct val="110000"/>
              </a:lnSpc>
              <a:buClrTx/>
              <a:buSzTx/>
              <a:buFontTx/>
            </a:pPr>
            <a:r>
              <a:rPr>
                <a:sym typeface="+mn-ea"/>
              </a:rPr>
              <a:t>节编号</a:t>
            </a:r>
            <a:endParaRPr>
              <a:sym typeface="+mn-ea"/>
            </a:endParaRPr>
          </a:p>
        </p:txBody>
      </p:sp>
      <p:sp>
        <p:nvSpPr>
          <p:cNvPr id="7" name="标题"/>
          <p:cNvSpPr>
            <a:spLocks noGrp="1"/>
          </p:cNvSpPr>
          <p:nvPr>
            <p:ph type="title" idx="1" hasCustomPrompt="1"/>
            <p:custDataLst>
              <p:tags r:id="rId6"/>
            </p:custDataLst>
          </p:nvPr>
        </p:nvSpPr>
        <p:spPr>
          <a:xfrm>
            <a:off x="924878" y="3234690"/>
            <a:ext cx="4140041" cy="2420620"/>
          </a:xfrm>
          <a:prstGeom prst="rect">
            <a:avLst/>
          </a:prstGeom>
        </p:spPr>
        <p:txBody>
          <a:bodyPr wrap="square" lIns="91440" tIns="45720" rIns="91440" bIns="45720" rtlCol="0" anchor="t">
            <a:normAutofit/>
          </a:bodyPr>
          <a:lstStyle>
            <a:lvl1pPr marL="0" marR="0" lvl="0" algn="l" defTabSz="914400" rtl="0" eaLnBrk="1" fontAlgn="auto" latinLnBrk="0" hangingPunct="1">
              <a:lnSpc>
                <a:spcPct val="130000"/>
              </a:lnSpc>
              <a:buClrTx/>
              <a:buSzTx/>
              <a:buFontTx/>
              <a:buNone/>
              <a:defRPr kumimoji="0" lang="zh-CN" altLang="en-US" sz="4050" b="0" i="0" u="none" strike="noStrike" kern="1200" cap="none" spc="0" normalizeH="0" baseline="0" noProof="1" dirty="0">
                <a:solidFill>
                  <a:schemeClr val="accent1"/>
                </a:solidFill>
                <a:latin typeface="MiSans Heavy" panose="00000A00000000000000" pitchFamily="2" charset="-122"/>
                <a:ea typeface="MiSans Heavy" panose="00000A00000000000000" pitchFamily="2" charset="-122"/>
                <a:cs typeface="MiSans" panose="00000500000000000000" pitchFamily="2" charset="-122"/>
                <a:sym typeface="MiSans" panose="00000500000000000000" pitchFamily="2" charset="-122"/>
              </a:defRPr>
            </a:lvl1pPr>
          </a:lstStyle>
          <a:p>
            <a:pPr lvl="0" algn="l">
              <a:lnSpc>
                <a:spcPct val="130000"/>
              </a:lnSpc>
              <a:buClrTx/>
              <a:buSzTx/>
              <a:buFontTx/>
            </a:pPr>
            <a:r>
              <a:rPr dirty="0">
                <a:sym typeface="+mn-ea"/>
              </a:rPr>
              <a:t>单击编辑标题</a:t>
            </a:r>
            <a:endParaRPr dirty="0">
              <a:sym typeface="+mn-ea"/>
            </a:endParaRPr>
          </a:p>
        </p:txBody>
      </p:sp>
      <p:sp>
        <p:nvSpPr>
          <p:cNvPr id="4" name="日期占位符 3"/>
          <p:cNvSpPr>
            <a:spLocks noGrp="1"/>
          </p:cNvSpPr>
          <p:nvPr>
            <p:ph type="dt" sz="half" idx="10"/>
            <p:custDataLst>
              <p:tags r:id="rId7"/>
            </p:custDataLst>
          </p:nvPr>
        </p:nvSpPr>
        <p:spPr>
          <a:xfrm>
            <a:off x="459000" y="6314400"/>
            <a:ext cx="2025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3087000" y="6314400"/>
            <a:ext cx="2970000" cy="316800"/>
          </a:xfrm>
        </p:spPr>
        <p:txBody>
          <a:bodyPr/>
          <a:lstStyle/>
          <a:p>
            <a:endParaRPr lang="zh-CN" altLang="en-US" dirty="0"/>
          </a:p>
        </p:txBody>
      </p:sp>
      <p:sp>
        <p:nvSpPr>
          <p:cNvPr id="6" name="灯片编号占位符 5"/>
          <p:cNvSpPr>
            <a:spLocks noGrp="1"/>
          </p:cNvSpPr>
          <p:nvPr>
            <p:ph type="sldNum" sz="quarter" idx="12"/>
            <p:custDataLst>
              <p:tags r:id="rId9"/>
            </p:custDataLst>
          </p:nvPr>
        </p:nvSpPr>
        <p:spPr>
          <a:xfrm>
            <a:off x="6658200" y="6314400"/>
            <a:ext cx="2025000" cy="316800"/>
          </a:xfrm>
        </p:spPr>
        <p:txBody>
          <a:bodyPr/>
          <a:lstStyle/>
          <a:p>
            <a:fld id="{49AE70B2-8BF9-45C0-BB95-33D1B9D3A854}" type="slidenum">
              <a:rPr lang="zh-CN" altLang="en-US" smtClean="0"/>
            </a:fld>
            <a:endParaRPr lang="zh-CN" altLang="en-US" dirty="0"/>
          </a:p>
        </p:txBody>
      </p:sp>
      <p:sp>
        <p:nvSpPr>
          <p:cNvPr id="12" name="任意多边形: 形状 11"/>
          <p:cNvSpPr/>
          <p:nvPr>
            <p:custDataLst>
              <p:tags r:id="rId10"/>
            </p:custDataLst>
          </p:nvPr>
        </p:nvSpPr>
        <p:spPr>
          <a:xfrm>
            <a:off x="464344" y="549422"/>
            <a:ext cx="171450" cy="22860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00"/>
          </a:p>
        </p:txBody>
      </p:sp>
      <p:sp>
        <p:nvSpPr>
          <p:cNvPr id="13" name="任意多边形: 形状 12"/>
          <p:cNvSpPr/>
          <p:nvPr>
            <p:custDataLst>
              <p:tags r:id="rId11"/>
            </p:custDataLst>
          </p:nvPr>
        </p:nvSpPr>
        <p:spPr>
          <a:xfrm>
            <a:off x="485595" y="596808"/>
            <a:ext cx="128588" cy="19050"/>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2"/>
                  <a:pt x="156633" y="17445"/>
                </a:cubicBezTo>
                <a:cubicBezTo>
                  <a:pt x="156114" y="17097"/>
                  <a:pt x="155633" y="16702"/>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2"/>
                  <a:pt x="153657" y="4753"/>
                  <a:pt x="154005" y="4233"/>
                </a:cubicBezTo>
                <a:cubicBezTo>
                  <a:pt x="154353" y="3713"/>
                  <a:pt x="154748" y="3232"/>
                  <a:pt x="155190" y="2790"/>
                </a:cubicBezTo>
                <a:cubicBezTo>
                  <a:pt x="155633" y="2348"/>
                  <a:pt x="156113" y="1953"/>
                  <a:pt x="156633" y="1605"/>
                </a:cubicBezTo>
                <a:cubicBezTo>
                  <a:pt x="157153" y="1258"/>
                  <a:pt x="157702" y="964"/>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00"/>
          </a:p>
        </p:txBody>
      </p:sp>
      <p:sp>
        <p:nvSpPr>
          <p:cNvPr id="14" name="任意多边形: 形状 13"/>
          <p:cNvSpPr/>
          <p:nvPr>
            <p:custDataLst>
              <p:tags r:id="rId12"/>
            </p:custDataLst>
          </p:nvPr>
        </p:nvSpPr>
        <p:spPr>
          <a:xfrm>
            <a:off x="485595" y="653957"/>
            <a:ext cx="128588" cy="19050"/>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00"/>
          </a:p>
        </p:txBody>
      </p:sp>
      <p:sp>
        <p:nvSpPr>
          <p:cNvPr id="15" name="任意多边形: 形状 14"/>
          <p:cNvSpPr/>
          <p:nvPr>
            <p:custDataLst>
              <p:tags r:id="rId13"/>
            </p:custDataLst>
          </p:nvPr>
        </p:nvSpPr>
        <p:spPr>
          <a:xfrm>
            <a:off x="485595" y="711107"/>
            <a:ext cx="128588" cy="19050"/>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00"/>
          </a:p>
        </p:txBody>
      </p:sp>
      <p:sp>
        <p:nvSpPr>
          <p:cNvPr id="16" name="任意多边形: 形状 15"/>
          <p:cNvSpPr/>
          <p:nvPr>
            <p:custDataLst>
              <p:tags r:id="rId14"/>
            </p:custDataLst>
          </p:nvPr>
        </p:nvSpPr>
        <p:spPr>
          <a:xfrm rot="16200000">
            <a:off x="8532495" y="549275"/>
            <a:ext cx="171450" cy="22860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00"/>
          </a:p>
        </p:txBody>
      </p:sp>
      <p:sp>
        <p:nvSpPr>
          <p:cNvPr id="17" name="任意多边形: 形状 16"/>
          <p:cNvSpPr/>
          <p:nvPr>
            <p:custDataLst>
              <p:tags r:id="rId15"/>
            </p:custDataLst>
          </p:nvPr>
        </p:nvSpPr>
        <p:spPr>
          <a:xfrm rot="16200000">
            <a:off x="8568214" y="620713"/>
            <a:ext cx="100013" cy="7620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00"/>
          </a:p>
        </p:txBody>
      </p:sp>
      <p:sp>
        <p:nvSpPr>
          <p:cNvPr id="20" name="任意多边形: 形状 19"/>
          <p:cNvSpPr/>
          <p:nvPr>
            <p:custDataLst>
              <p:tags r:id="rId16"/>
            </p:custDataLst>
          </p:nvPr>
        </p:nvSpPr>
        <p:spPr>
          <a:xfrm rot="5400000">
            <a:off x="8361045" y="549275"/>
            <a:ext cx="171450" cy="22860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00"/>
          </a:p>
        </p:txBody>
      </p:sp>
      <p:sp>
        <p:nvSpPr>
          <p:cNvPr id="22" name="任意多边形: 形状 21"/>
          <p:cNvSpPr/>
          <p:nvPr>
            <p:custDataLst>
              <p:tags r:id="rId17"/>
            </p:custDataLst>
          </p:nvPr>
        </p:nvSpPr>
        <p:spPr>
          <a:xfrm rot="5400000">
            <a:off x="8396764" y="630237"/>
            <a:ext cx="100013" cy="7620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标题和两栏">
    <p:spTree>
      <p:nvGrpSpPr>
        <p:cNvPr id="1" name=""/>
        <p:cNvGrpSpPr/>
        <p:nvPr/>
      </p:nvGrpSpPr>
      <p:grpSpPr>
        <a:xfrm>
          <a:off x="0" y="0"/>
          <a:ext cx="0" cy="0"/>
          <a:chOff x="0" y="0"/>
          <a:chExt cx="0" cy="0"/>
        </a:xfrm>
      </p:grpSpPr>
      <p:sp>
        <p:nvSpPr>
          <p:cNvPr id="11" name="正文"/>
          <p:cNvSpPr txBox="1">
            <a:spLocks noGrp="1"/>
          </p:cNvSpPr>
          <p:nvPr>
            <p:ph idx="4"/>
            <p:custDataLst>
              <p:tags r:id="rId2"/>
            </p:custDataLst>
          </p:nvPr>
        </p:nvSpPr>
        <p:spPr>
          <a:xfrm>
            <a:off x="4800604" y="1490357"/>
            <a:ext cx="3882600" cy="4759236"/>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350" b="0" i="0" u="none" strike="noStrike" kern="1200" cap="none" spc="150" normalizeH="0" baseline="0" noProof="1" dirty="0">
                <a:ln>
                  <a:noFill/>
                  <a:prstDash val="sysDot"/>
                </a:ln>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0" name="正文"/>
          <p:cNvSpPr txBox="1">
            <a:spLocks noGrp="1"/>
          </p:cNvSpPr>
          <p:nvPr>
            <p:ph idx="3"/>
            <p:custDataLst>
              <p:tags r:id="rId3"/>
            </p:custDataLst>
          </p:nvPr>
        </p:nvSpPr>
        <p:spPr>
          <a:xfrm>
            <a:off x="456300" y="1490357"/>
            <a:ext cx="3882600" cy="4759236"/>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350" b="0" i="0" u="none" strike="noStrike" kern="1200" cap="none" spc="150" normalizeH="0" baseline="0" noProof="1" dirty="0">
                <a:ln>
                  <a:noFill/>
                  <a:prstDash val="sysDot"/>
                </a:ln>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9" name="标题"/>
          <p:cNvSpPr txBox="1">
            <a:spLocks noGrp="1"/>
          </p:cNvSpPr>
          <p:nvPr>
            <p:ph type="title" idx="2"/>
            <p:custDataLst>
              <p:tags r:id="rId4"/>
            </p:custDataLst>
          </p:nvPr>
        </p:nvSpPr>
        <p:spPr>
          <a:xfrm>
            <a:off x="456300" y="608400"/>
            <a:ext cx="8226900" cy="705600"/>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2700" b="0" i="0" u="none" strike="noStrike" kern="1200" cap="none" spc="300" normalizeH="0" baseline="0" noProof="1" dirty="0">
                <a:ln>
                  <a:noFill/>
                  <a:prstDash val="sysDot"/>
                </a:ln>
                <a:gradFill>
                  <a:gsLst>
                    <a:gs pos="0">
                      <a:schemeClr val="accent1"/>
                    </a:gs>
                    <a:gs pos="100000">
                      <a:schemeClr val="accent2"/>
                    </a:gs>
                  </a:gsLst>
                  <a:lin ang="0" scaled="0"/>
                </a:gradFill>
                <a:latin typeface="MiSans Heavy" panose="00000A00000000000000" pitchFamily="2" charset="-122"/>
                <a:ea typeface="MiSans Heavy" panose="00000A00000000000000" pitchFamily="2" charset="-122"/>
                <a:cs typeface="MiSans Heavy" panose="00000A00000000000000" pitchFamily="2" charset="-122"/>
                <a:sym typeface="MiSans" panose="00000500000000000000" pitchFamily="2" charset="-122"/>
              </a:defRPr>
            </a:lvl1pPr>
          </a:lstStyle>
          <a:p>
            <a:pPr lvl="0" algn="ctr"/>
            <a:r>
              <a:rPr>
                <a:sym typeface="+mn-ea"/>
              </a:rPr>
              <a:t>单击此处编辑母版标题样式</a:t>
            </a:r>
            <a:endParaRPr>
              <a:sym typeface="+mn-ea"/>
            </a:endParaRPr>
          </a:p>
        </p:txBody>
      </p:sp>
      <p:sp>
        <p:nvSpPr>
          <p:cNvPr id="5" name="日期占位符 4"/>
          <p:cNvSpPr>
            <a:spLocks noGrp="1"/>
          </p:cNvSpPr>
          <p:nvPr>
            <p:ph type="dt" sz="half" idx="10"/>
            <p:custDataLst>
              <p:tags r:id="rId5"/>
            </p:custDataLst>
          </p:nvPr>
        </p:nvSpPr>
        <p:spPr>
          <a:xfrm>
            <a:off x="459000" y="6314400"/>
            <a:ext cx="2025000" cy="3168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3087000" y="6314400"/>
            <a:ext cx="2970000" cy="316800"/>
          </a:xfrm>
        </p:spPr>
        <p:txBody>
          <a:bodyPr/>
          <a:lstStyle/>
          <a:p>
            <a:endParaRPr lang="zh-CN" altLang="en-US" dirty="0"/>
          </a:p>
        </p:txBody>
      </p:sp>
      <p:sp>
        <p:nvSpPr>
          <p:cNvPr id="7" name="灯片编号占位符 6"/>
          <p:cNvSpPr>
            <a:spLocks noGrp="1"/>
          </p:cNvSpPr>
          <p:nvPr>
            <p:ph type="sldNum" sz="quarter" idx="12"/>
            <p:custDataLst>
              <p:tags r:id="rId7"/>
            </p:custDataLst>
          </p:nvPr>
        </p:nvSpPr>
        <p:spPr>
          <a:xfrm>
            <a:off x="6658200" y="6314400"/>
            <a:ext cx="2025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标题和比较">
    <p:spTree>
      <p:nvGrpSpPr>
        <p:cNvPr id="1" name=""/>
        <p:cNvGrpSpPr/>
        <p:nvPr/>
      </p:nvGrpSpPr>
      <p:grpSpPr>
        <a:xfrm>
          <a:off x="0" y="0"/>
          <a:ext cx="0" cy="0"/>
          <a:chOff x="0" y="0"/>
          <a:chExt cx="0" cy="0"/>
        </a:xfrm>
      </p:grpSpPr>
      <p:sp>
        <p:nvSpPr>
          <p:cNvPr id="15" name="正文"/>
          <p:cNvSpPr txBox="1">
            <a:spLocks noGrp="1"/>
          </p:cNvSpPr>
          <p:nvPr>
            <p:ph idx="6"/>
            <p:custDataLst>
              <p:tags r:id="rId2"/>
            </p:custDataLst>
          </p:nvPr>
        </p:nvSpPr>
        <p:spPr>
          <a:xfrm>
            <a:off x="4676400" y="1854000"/>
            <a:ext cx="4006800" cy="4395600"/>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350" b="0" i="0" u="none" strike="noStrike" kern="1200" cap="none" spc="150" normalizeH="0" baseline="0" noProof="1" dirty="0">
                <a:ln>
                  <a:noFill/>
                  <a:prstDash val="sysDot"/>
                </a:ln>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4" name="标题"/>
          <p:cNvSpPr txBox="1">
            <a:spLocks noGrp="1"/>
          </p:cNvSpPr>
          <p:nvPr>
            <p:ph type="title" idx="5"/>
            <p:custDataLst>
              <p:tags r:id="rId3"/>
            </p:custDataLst>
          </p:nvPr>
        </p:nvSpPr>
        <p:spPr>
          <a:xfrm>
            <a:off x="4676400" y="1429200"/>
            <a:ext cx="4006800" cy="3987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1500" b="0" i="0" u="none" strike="noStrike" kern="1200" cap="none" spc="0" normalizeH="0" baseline="0" noProof="1" dirty="0">
                <a:solidFill>
                  <a:schemeClr val="tx1"/>
                </a:solidFill>
                <a:latin typeface="MiSans Heavy" panose="00000A00000000000000" pitchFamily="2" charset="-122"/>
                <a:ea typeface="MiSans Heavy" panose="00000A00000000000000" pitchFamily="2" charset="-122"/>
                <a:cs typeface="MiSans" panose="00000500000000000000" pitchFamily="2" charset="-122"/>
                <a:sym typeface="MiSans" panose="00000500000000000000" pitchFamily="2" charset="-122"/>
              </a:defRPr>
            </a:lvl1pPr>
          </a:lstStyle>
          <a:p>
            <a:pPr lvl="0"/>
            <a:r>
              <a:rPr>
                <a:sym typeface="+mn-ea"/>
              </a:rPr>
              <a:t>单击此处编辑母版标题样式</a:t>
            </a:r>
            <a:endParaRPr>
              <a:sym typeface="+mn-ea"/>
            </a:endParaRPr>
          </a:p>
        </p:txBody>
      </p:sp>
      <p:sp>
        <p:nvSpPr>
          <p:cNvPr id="13" name="正文"/>
          <p:cNvSpPr txBox="1">
            <a:spLocks noGrp="1"/>
          </p:cNvSpPr>
          <p:nvPr>
            <p:ph idx="4"/>
            <p:custDataLst>
              <p:tags r:id="rId4"/>
            </p:custDataLst>
          </p:nvPr>
        </p:nvSpPr>
        <p:spPr>
          <a:xfrm>
            <a:off x="456300" y="1854000"/>
            <a:ext cx="4006800" cy="4395600"/>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350" b="0" i="0" u="none" strike="noStrike" kern="1200" cap="none" spc="150" normalizeH="0" baseline="0" noProof="1" dirty="0">
                <a:ln>
                  <a:noFill/>
                  <a:prstDash val="sysDot"/>
                </a:ln>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2" name="标题"/>
          <p:cNvSpPr txBox="1">
            <a:spLocks noGrp="1"/>
          </p:cNvSpPr>
          <p:nvPr>
            <p:ph type="title" idx="3"/>
            <p:custDataLst>
              <p:tags r:id="rId5"/>
            </p:custDataLst>
          </p:nvPr>
        </p:nvSpPr>
        <p:spPr>
          <a:xfrm>
            <a:off x="456300" y="1429200"/>
            <a:ext cx="4006800" cy="3987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1500" b="0" i="0" u="none" strike="noStrike" kern="1200" cap="none" spc="0" normalizeH="0" baseline="0" noProof="1">
                <a:solidFill>
                  <a:schemeClr val="tx1"/>
                </a:solidFill>
                <a:latin typeface="MiSans Heavy" panose="00000A00000000000000" pitchFamily="2" charset="-122"/>
                <a:ea typeface="MiSans Heavy" panose="00000A00000000000000" pitchFamily="2" charset="-122"/>
                <a:cs typeface="MiSans" panose="00000500000000000000" pitchFamily="2" charset="-122"/>
                <a:sym typeface="MiSans" panose="00000500000000000000" pitchFamily="2" charset="-122"/>
              </a:defRPr>
            </a:lvl1pPr>
          </a:lstStyle>
          <a:p>
            <a:pPr lvl="0"/>
            <a:r>
              <a:rPr>
                <a:sym typeface="+mn-ea"/>
              </a:rPr>
              <a:t>单击此处编辑母版标题样式</a:t>
            </a:r>
            <a:endParaRPr>
              <a:sym typeface="+mn-ea"/>
            </a:endParaRPr>
          </a:p>
        </p:txBody>
      </p:sp>
      <p:sp>
        <p:nvSpPr>
          <p:cNvPr id="11" name="标题"/>
          <p:cNvSpPr txBox="1">
            <a:spLocks noGrp="1"/>
          </p:cNvSpPr>
          <p:nvPr>
            <p:ph type="title" idx="2"/>
            <p:custDataLst>
              <p:tags r:id="rId6"/>
            </p:custDataLst>
          </p:nvPr>
        </p:nvSpPr>
        <p:spPr>
          <a:xfrm>
            <a:off x="456300" y="608400"/>
            <a:ext cx="8226900" cy="705600"/>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2700" b="0" i="0" u="none" strike="noStrike" kern="1200" cap="none" spc="300" normalizeH="0" baseline="0" noProof="1" dirty="0">
                <a:ln>
                  <a:noFill/>
                  <a:prstDash val="sysDot"/>
                </a:ln>
                <a:gradFill>
                  <a:gsLst>
                    <a:gs pos="0">
                      <a:schemeClr val="accent1"/>
                    </a:gs>
                    <a:gs pos="100000">
                      <a:schemeClr val="accent2"/>
                    </a:gs>
                  </a:gsLst>
                  <a:lin ang="0" scaled="0"/>
                </a:gradFill>
                <a:latin typeface="MiSans Heavy" panose="00000A00000000000000" pitchFamily="2" charset="-122"/>
                <a:ea typeface="MiSans Heavy" panose="00000A00000000000000" pitchFamily="2" charset="-122"/>
                <a:cs typeface="MiSans Heavy" panose="00000A00000000000000" pitchFamily="2" charset="-122"/>
                <a:sym typeface="MiSans" panose="00000500000000000000" pitchFamily="2" charset="-122"/>
              </a:defRPr>
            </a:lvl1pPr>
          </a:lstStyle>
          <a:p>
            <a:pPr lvl="0" algn="ctr"/>
            <a:r>
              <a:rPr>
                <a:sym typeface="+mn-ea"/>
              </a:rPr>
              <a:t>单击此处编辑母版标题样式</a:t>
            </a:r>
            <a:endParaRPr>
              <a:sym typeface="+mn-ea"/>
            </a:endParaRPr>
          </a:p>
        </p:txBody>
      </p:sp>
      <p:sp>
        <p:nvSpPr>
          <p:cNvPr id="7" name="日期占位符 6"/>
          <p:cNvSpPr>
            <a:spLocks noGrp="1"/>
          </p:cNvSpPr>
          <p:nvPr>
            <p:ph type="dt" sz="half" idx="10"/>
            <p:custDataLst>
              <p:tags r:id="rId7"/>
            </p:custDataLst>
          </p:nvPr>
        </p:nvSpPr>
        <p:spPr>
          <a:xfrm>
            <a:off x="459000" y="6314400"/>
            <a:ext cx="2025000" cy="3168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3087000" y="6314400"/>
            <a:ext cx="2970000" cy="316800"/>
          </a:xfrm>
        </p:spPr>
        <p:txBody>
          <a:bodyPr/>
          <a:lstStyle/>
          <a:p>
            <a:endParaRPr lang="zh-CN" altLang="en-US" dirty="0"/>
          </a:p>
        </p:txBody>
      </p:sp>
      <p:sp>
        <p:nvSpPr>
          <p:cNvPr id="9" name="灯片编号占位符 8"/>
          <p:cNvSpPr>
            <a:spLocks noGrp="1"/>
          </p:cNvSpPr>
          <p:nvPr>
            <p:ph type="sldNum" sz="quarter" idx="12"/>
            <p:custDataLst>
              <p:tags r:id="rId9"/>
            </p:custDataLst>
          </p:nvPr>
        </p:nvSpPr>
        <p:spPr>
          <a:xfrm>
            <a:off x="6658200" y="6314400"/>
            <a:ext cx="2025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7" name="标题"/>
          <p:cNvSpPr txBox="1">
            <a:spLocks noGrp="1"/>
          </p:cNvSpPr>
          <p:nvPr>
            <p:ph type="title" idx="2"/>
            <p:custDataLst>
              <p:tags r:id="rId2"/>
            </p:custDataLst>
          </p:nvPr>
        </p:nvSpPr>
        <p:spPr>
          <a:xfrm>
            <a:off x="456300" y="608400"/>
            <a:ext cx="8226900" cy="705600"/>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2700" b="0" i="0" u="none" strike="noStrike" kern="1200" cap="none" spc="300" normalizeH="0" baseline="0" noProof="1" dirty="0">
                <a:ln>
                  <a:noFill/>
                  <a:prstDash val="sysDot"/>
                </a:ln>
                <a:gradFill>
                  <a:gsLst>
                    <a:gs pos="0">
                      <a:schemeClr val="accent1"/>
                    </a:gs>
                    <a:gs pos="100000">
                      <a:schemeClr val="accent2"/>
                    </a:gs>
                  </a:gsLst>
                  <a:lin ang="0" scaled="0"/>
                </a:gradFill>
                <a:latin typeface="MiSans Heavy" panose="00000A00000000000000" pitchFamily="2" charset="-122"/>
                <a:ea typeface="MiSans Heavy" panose="00000A00000000000000" pitchFamily="2" charset="-122"/>
                <a:cs typeface="MiSans Heavy" panose="00000A00000000000000" pitchFamily="2" charset="-122"/>
                <a:sym typeface="MiSans" panose="00000500000000000000" pitchFamily="2" charset="-122"/>
              </a:defRPr>
            </a:lvl1pPr>
          </a:lstStyle>
          <a:p>
            <a:pPr lvl="0" algn="ctr"/>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459000" y="6314400"/>
            <a:ext cx="2025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3087000" y="6314400"/>
            <a:ext cx="2970000" cy="3168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658200" y="6314400"/>
            <a:ext cx="2025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dirty="0"/>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7" name="正文"/>
          <p:cNvSpPr txBox="1">
            <a:spLocks noGrp="1"/>
          </p:cNvSpPr>
          <p:nvPr>
            <p:ph idx="1"/>
            <p:custDataLst>
              <p:tags r:id="rId2"/>
            </p:custDataLst>
          </p:nvPr>
        </p:nvSpPr>
        <p:spPr>
          <a:xfrm>
            <a:off x="521970" y="360045"/>
            <a:ext cx="8101489" cy="5817870"/>
          </a:xfrm>
          <a:prstGeom prst="rect">
            <a:avLst/>
          </a:prstGeom>
          <a:ln>
            <a:noFill/>
            <a:prstDash val="sysDash"/>
          </a:ln>
        </p:spPr>
        <p:txBody>
          <a:bodyPr vert="horz" lIns="90000" tIns="46800" rIns="90000" bIns="46800" rtlCol="0">
            <a:normAutofit/>
          </a:bodyPr>
          <a:lstStyle>
            <a:lvl1pPr marL="171450" marR="0" lvl="0" indent="-17145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350" b="0" i="0" u="none" strike="noStrike" kern="1200" cap="none" spc="150" normalizeH="0" baseline="0" noProof="1" dirty="0">
                <a:ln>
                  <a:noFill/>
                  <a:prstDash val="sysDot"/>
                </a:ln>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vl2pPr marL="514350" marR="0" lvl="1" indent="-171450" fontAlgn="auto">
              <a:lnSpc>
                <a:spcPct val="120000"/>
              </a:lnSpc>
              <a:spcBef>
                <a:spcPts val="0"/>
              </a:spcBef>
              <a:spcAft>
                <a:spcPts val="600"/>
              </a:spcAft>
              <a:buFont typeface="Arial" panose="020B0604020202020204" pitchFamily="34" charset="0"/>
              <a:buChar char="●"/>
              <a:tabLst>
                <a:tab pos="1609725" algn="l"/>
              </a:tabLst>
              <a:defRPr kumimoji="0" sz="12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2pPr>
            <a:lvl3pPr marL="857250" marR="0" lvl="2" indent="-171450" fontAlgn="auto">
              <a:lnSpc>
                <a:spcPct val="120000"/>
              </a:lnSpc>
              <a:spcBef>
                <a:spcPts val="0"/>
              </a:spcBef>
              <a:spcAft>
                <a:spcPts val="600"/>
              </a:spcAft>
              <a:buFont typeface="Arial" panose="020B0604020202020204" pitchFamily="34" charset="0"/>
              <a:buChar char="●"/>
              <a:defRPr kumimoji="0" sz="12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3pPr>
            <a:lvl4pPr marL="1200150" marR="0" lvl="3" indent="-171450" fontAlgn="auto">
              <a:lnSpc>
                <a:spcPct val="120000"/>
              </a:lnSpc>
              <a:spcBef>
                <a:spcPts val="0"/>
              </a:spcBef>
              <a:spcAft>
                <a:spcPts val="300"/>
              </a:spcAft>
              <a:buFont typeface="Wingdings" panose="05000000000000000000" charset="0"/>
              <a:buChar char=""/>
              <a:defRPr kumimoji="0" sz="105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4pPr>
            <a:lvl5pPr marL="1543050" marR="0" lvl="4" indent="-171450" fontAlgn="auto">
              <a:lnSpc>
                <a:spcPct val="120000"/>
              </a:lnSpc>
              <a:spcBef>
                <a:spcPts val="0"/>
              </a:spcBef>
              <a:spcAft>
                <a:spcPts val="300"/>
              </a:spcAft>
              <a:buFont typeface="Arial" panose="020B0604020202020204" pitchFamily="34" charset="0"/>
              <a:buChar char="•"/>
              <a:defRPr kumimoji="0" sz="105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5pPr>
            <a:lvl6pPr indent="0">
              <a:lnSpc>
                <a:spcPct val="90000"/>
              </a:lnSpc>
              <a:spcBef>
                <a:spcPts val="375"/>
              </a:spcBef>
              <a:buFont typeface="Arial" panose="020B0604020202020204" pitchFamily="34" charset="0"/>
              <a:buNone/>
            </a:lvl6pPr>
            <a:lvl7pPr marL="2228850" indent="-171450">
              <a:lnSpc>
                <a:spcPct val="90000"/>
              </a:lnSpc>
              <a:spcBef>
                <a:spcPts val="375"/>
              </a:spcBef>
              <a:buFont typeface="Arial" panose="020B0604020202020204" pitchFamily="34" charset="0"/>
              <a:buChar char="•"/>
            </a:lvl7pPr>
            <a:lvl8pPr marL="2571750" indent="-171450">
              <a:lnSpc>
                <a:spcPct val="90000"/>
              </a:lnSpc>
              <a:spcBef>
                <a:spcPts val="375"/>
              </a:spcBef>
              <a:buFont typeface="Arial" panose="020B0604020202020204" pitchFamily="34" charset="0"/>
              <a:buChar char="•"/>
            </a:lvl8pPr>
            <a:lvl9pPr marL="2914650" indent="-171450">
              <a:lnSpc>
                <a:spcPct val="90000"/>
              </a:lnSpc>
              <a:spcBef>
                <a:spcPts val="375"/>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3"/>
            </p:custDataLst>
          </p:nvPr>
        </p:nvSpPr>
        <p:spPr>
          <a:xfrm>
            <a:off x="459000" y="6314400"/>
            <a:ext cx="2025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a:xfrm>
            <a:off x="3087000" y="6314400"/>
            <a:ext cx="2970000" cy="316800"/>
          </a:xfrm>
        </p:spPr>
        <p:txBody>
          <a:bodyPr/>
          <a:lstStyle/>
          <a:p>
            <a:endParaRPr lang="zh-CN" altLang="en-US" dirty="0"/>
          </a:p>
        </p:txBody>
      </p:sp>
      <p:sp>
        <p:nvSpPr>
          <p:cNvPr id="6" name="灯片编号占位符 5"/>
          <p:cNvSpPr>
            <a:spLocks noGrp="1"/>
          </p:cNvSpPr>
          <p:nvPr>
            <p:ph type="sldNum" sz="quarter" idx="12"/>
            <p:custDataLst>
              <p:tags r:id="rId5"/>
            </p:custDataLst>
          </p:nvPr>
        </p:nvSpPr>
        <p:spPr>
          <a:xfrm>
            <a:off x="6658200" y="6314400"/>
            <a:ext cx="2025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8" name="副标题"/>
          <p:cNvSpPr txBox="1">
            <a:spLocks noGrp="1"/>
          </p:cNvSpPr>
          <p:nvPr>
            <p:ph type="body" idx="3" hasCustomPrompt="1"/>
            <p:custDataLst>
              <p:tags r:id="rId2"/>
            </p:custDataLst>
          </p:nvPr>
        </p:nvSpPr>
        <p:spPr>
          <a:xfrm>
            <a:off x="521970" y="1301750"/>
            <a:ext cx="8099316" cy="405553"/>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1500" b="0" i="0" u="none" strike="noStrike" kern="1200" cap="none" spc="300" normalizeH="0" baseline="0" noProof="1" dirty="0">
                <a:solidFill>
                  <a:schemeClr val="tx1"/>
                </a:solidFill>
                <a:latin typeface="MiSans Heavy" panose="00000A00000000000000" pitchFamily="2" charset="-122"/>
                <a:ea typeface="MiSans Heavy" panose="00000A00000000000000" pitchFamily="2" charset="-122"/>
                <a:cs typeface="MiSans" panose="00000500000000000000" pitchFamily="2" charset="-122"/>
                <a:sym typeface="MiSans" panose="00000500000000000000" pitchFamily="2" charset="-122"/>
              </a:defRPr>
            </a:lvl1pPr>
          </a:lstStyle>
          <a:p>
            <a:pPr lvl="0" algn="ctr"/>
            <a:r>
              <a:rPr>
                <a:sym typeface="+mn-ea"/>
              </a:rPr>
              <a:t>单击此处编辑母版副标题样式</a:t>
            </a:r>
            <a:endParaRPr>
              <a:sym typeface="+mn-ea"/>
            </a:endParaRPr>
          </a:p>
        </p:txBody>
      </p:sp>
      <p:sp>
        <p:nvSpPr>
          <p:cNvPr id="7" name="标题"/>
          <p:cNvSpPr txBox="1">
            <a:spLocks noGrp="1"/>
          </p:cNvSpPr>
          <p:nvPr>
            <p:ph type="title" idx="2"/>
            <p:custDataLst>
              <p:tags r:id="rId3"/>
            </p:custDataLst>
          </p:nvPr>
        </p:nvSpPr>
        <p:spPr>
          <a:xfrm>
            <a:off x="456300" y="608400"/>
            <a:ext cx="8226900" cy="705600"/>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2700" b="0" i="0" u="none" strike="noStrike" kern="1200" cap="none" spc="300" normalizeH="0" baseline="0" noProof="1" dirty="0">
                <a:ln>
                  <a:noFill/>
                  <a:prstDash val="sysDot"/>
                </a:ln>
                <a:gradFill>
                  <a:gsLst>
                    <a:gs pos="0">
                      <a:schemeClr val="accent1"/>
                    </a:gs>
                    <a:gs pos="100000">
                      <a:schemeClr val="accent2"/>
                    </a:gs>
                  </a:gsLst>
                  <a:lin ang="0" scaled="0"/>
                </a:gradFill>
                <a:latin typeface="MiSans Heavy" panose="00000A00000000000000" pitchFamily="2" charset="-122"/>
                <a:ea typeface="MiSans Heavy" panose="00000A00000000000000" pitchFamily="2" charset="-122"/>
                <a:cs typeface="MiSans Heavy" panose="00000A00000000000000" pitchFamily="2" charset="-122"/>
                <a:sym typeface="MiSans" panose="00000500000000000000" pitchFamily="2" charset="-122"/>
              </a:defRPr>
            </a:lvl1pPr>
          </a:lstStyle>
          <a:p>
            <a:pPr lvl="0" algn="ctr"/>
            <a:r>
              <a:rPr dirty="0">
                <a:sym typeface="+mn-ea"/>
              </a:rPr>
              <a:t>单击此处编辑母版标题样式</a:t>
            </a:r>
            <a:endParaRPr dirty="0">
              <a:sym typeface="+mn-ea"/>
            </a:endParaRPr>
          </a:p>
        </p:txBody>
      </p:sp>
      <p:sp>
        <p:nvSpPr>
          <p:cNvPr id="3" name="日期占位符 2"/>
          <p:cNvSpPr>
            <a:spLocks noGrp="1"/>
          </p:cNvSpPr>
          <p:nvPr>
            <p:ph type="dt" sz="half" idx="10"/>
            <p:custDataLst>
              <p:tags r:id="rId4"/>
            </p:custDataLst>
          </p:nvPr>
        </p:nvSpPr>
        <p:spPr>
          <a:xfrm>
            <a:off x="459000" y="6314400"/>
            <a:ext cx="2025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6314400"/>
            <a:ext cx="297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658200" y="6314400"/>
            <a:ext cx="2025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showMasterSp="0">
  <p:cSld name="末尾幻灯片">
    <p:spTree>
      <p:nvGrpSpPr>
        <p:cNvPr id="1" name=""/>
        <p:cNvGrpSpPr/>
        <p:nvPr/>
      </p:nvGrpSpPr>
      <p:grpSpPr>
        <a:xfrm>
          <a:off x="0" y="0"/>
          <a:ext cx="0" cy="0"/>
          <a:chOff x="0" y="0"/>
          <a:chExt cx="0" cy="0"/>
        </a:xfrm>
      </p:grpSpPr>
      <p:pic>
        <p:nvPicPr>
          <p:cNvPr id="22" name="图片 21"/>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144" y="0"/>
            <a:ext cx="9129713" cy="6858000"/>
          </a:xfrm>
          <a:prstGeom prst="rect">
            <a:avLst/>
          </a:prstGeom>
        </p:spPr>
      </p:pic>
      <p:cxnSp>
        <p:nvCxnSpPr>
          <p:cNvPr id="45" name="直接连接符 44"/>
          <p:cNvCxnSpPr/>
          <p:nvPr>
            <p:custDataLst>
              <p:tags r:id="rId4"/>
            </p:custDataLst>
          </p:nvPr>
        </p:nvCxnSpPr>
        <p:spPr>
          <a:xfrm>
            <a:off x="2709386" y="3646805"/>
            <a:ext cx="3725228" cy="0"/>
          </a:xfrm>
          <a:prstGeom prst="line">
            <a:avLst/>
          </a:prstGeom>
          <a:ln w="25400" cap="rnd">
            <a:gradFill>
              <a:gsLst>
                <a:gs pos="40000">
                  <a:schemeClr val="accent1"/>
                </a:gs>
                <a:gs pos="100000">
                  <a:schemeClr val="tx1">
                    <a:alpha val="0"/>
                  </a:schemeClr>
                </a:gs>
                <a:gs pos="0">
                  <a:schemeClr val="tx1">
                    <a:alpha val="0"/>
                  </a:schemeClr>
                </a:gs>
                <a:gs pos="64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8" name="署名"/>
          <p:cNvSpPr txBox="1">
            <a:spLocks noGrp="1"/>
          </p:cNvSpPr>
          <p:nvPr>
            <p:ph type="body" idx="2" hasCustomPrompt="1"/>
            <p:custDataLst>
              <p:tags r:id="rId5"/>
            </p:custDataLst>
          </p:nvPr>
        </p:nvSpPr>
        <p:spPr>
          <a:xfrm>
            <a:off x="4019074" y="4029075"/>
            <a:ext cx="1070610" cy="367665"/>
          </a:xfrm>
          <a:prstGeom prst="roundRect">
            <a:avLst>
              <a:gd name="adj" fmla="val 50000"/>
            </a:avLst>
          </a:prstGeom>
          <a:gradFill>
            <a:gsLst>
              <a:gs pos="0">
                <a:schemeClr val="accent1"/>
              </a:gs>
              <a:gs pos="100000">
                <a:schemeClr val="accent2"/>
              </a:gs>
            </a:gsLst>
            <a:lin ang="2700000" scaled="0"/>
          </a:gradFill>
        </p:spPr>
        <p:txBody>
          <a:bodyPr wrap="square" lIns="91440" tIns="45720" rIns="91440" bIns="45720" rtlCol="0" anchor="ctr" anchorCtr="0">
            <a:noAutofit/>
          </a:bodyPr>
          <a:lstStyle>
            <a:lvl1pPr marL="0" marR="0" lvl="0" algn="ctr" defTabSz="914400" rtl="0" eaLnBrk="1" fontAlgn="auto" latinLnBrk="0" hangingPunct="1">
              <a:lnSpc>
                <a:spcPct val="100000"/>
              </a:lnSpc>
              <a:buClrTx/>
              <a:buSzTx/>
              <a:buFontTx/>
              <a:buNone/>
              <a:defRPr kumimoji="0" lang="zh-CN" altLang="en-US" sz="1050" b="0" i="0" u="none" strike="noStrike" kern="1200" cap="none" spc="0" normalizeH="0" baseline="0" noProof="1" dirty="0">
                <a:solidFill>
                  <a:srgbClr val="FFFFFF"/>
                </a:solidFill>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stStyle>
          <a:p>
            <a:pPr lvl="0" algn="ctr">
              <a:buClrTx/>
              <a:buSzTx/>
              <a:buFontTx/>
            </a:pPr>
            <a:r>
              <a:rPr lang="zh-CN" altLang="en-US" dirty="0">
                <a:sym typeface="+mn-ea"/>
              </a:rPr>
              <a:t>署名</a:t>
            </a:r>
            <a:endParaRPr lang="zh-CN" altLang="en-US" dirty="0">
              <a:sym typeface="+mn-ea"/>
            </a:endParaRPr>
          </a:p>
        </p:txBody>
      </p:sp>
      <p:sp>
        <p:nvSpPr>
          <p:cNvPr id="7" name="标题"/>
          <p:cNvSpPr txBox="1">
            <a:spLocks noGrp="1"/>
          </p:cNvSpPr>
          <p:nvPr>
            <p:ph type="title" idx="1" hasCustomPrompt="1"/>
            <p:custDataLst>
              <p:tags r:id="rId6"/>
            </p:custDataLst>
          </p:nvPr>
        </p:nvSpPr>
        <p:spPr>
          <a:xfrm>
            <a:off x="2493169" y="1586865"/>
            <a:ext cx="4140041" cy="2005965"/>
          </a:xfrm>
          <a:prstGeom prst="rect">
            <a:avLst/>
          </a:prstGeom>
          <a:noFill/>
        </p:spPr>
        <p:txBody>
          <a:bodyPr wrap="square" lIns="91440" tIns="45720" rIns="91440" bIns="45720" rtlCol="0" anchor="ctr" anchorCtr="0">
            <a:normAutofit/>
          </a:bodyPr>
          <a:lstStyle>
            <a:lvl1pPr marL="0" marR="0" algn="ctr" defTabSz="914400" rtl="0" eaLnBrk="1" fontAlgn="auto" latinLnBrk="0" hangingPunct="1">
              <a:lnSpc>
                <a:spcPct val="110000"/>
              </a:lnSpc>
              <a:buClrTx/>
              <a:buSzTx/>
              <a:buFontTx/>
              <a:buNone/>
              <a:defRPr kumimoji="0" lang="en-US" altLang="zh-CN" sz="4050" b="0" i="0" u="none" strike="noStrike" kern="1200" cap="none" spc="0" normalizeH="0" baseline="0" noProof="1" dirty="0">
                <a:gradFill flip="none" rotWithShape="1">
                  <a:gsLst>
                    <a:gs pos="0">
                      <a:schemeClr val="accent1"/>
                    </a:gs>
                    <a:gs pos="100000">
                      <a:schemeClr val="accent2"/>
                    </a:gs>
                  </a:gsLst>
                  <a:lin ang="0" scaled="1"/>
                  <a:tileRect/>
                </a:gradFill>
                <a:latin typeface="MiSans Heavy" panose="00000A00000000000000" pitchFamily="2" charset="-122"/>
                <a:ea typeface="MiSans Heavy" panose="00000A00000000000000" pitchFamily="2" charset="-122"/>
                <a:cs typeface="MiSans" panose="00000500000000000000" pitchFamily="2" charset="-122"/>
                <a:sym typeface="MiSans" panose="00000500000000000000" pitchFamily="2" charset="-122"/>
              </a:defRPr>
            </a:lvl1pPr>
          </a:lstStyle>
          <a:p>
            <a:pPr lvl="0" algn="ctr">
              <a:lnSpc>
                <a:spcPct val="110000"/>
              </a:lnSpc>
            </a:pPr>
            <a:r>
              <a:rPr>
                <a:sym typeface="+mn-ea"/>
              </a:rPr>
              <a:t>单击编辑标题</a:t>
            </a:r>
            <a:endParaRPr>
              <a:sym typeface="+mn-ea"/>
            </a:endParaRPr>
          </a:p>
        </p:txBody>
      </p:sp>
      <p:sp>
        <p:nvSpPr>
          <p:cNvPr id="4" name="日期占位符 3"/>
          <p:cNvSpPr>
            <a:spLocks noGrp="1"/>
          </p:cNvSpPr>
          <p:nvPr>
            <p:ph type="dt" sz="half" idx="10"/>
            <p:custDataLst>
              <p:tags r:id="rId7"/>
            </p:custDataLst>
          </p:nvPr>
        </p:nvSpPr>
        <p:spPr>
          <a:xfrm>
            <a:off x="459000" y="6314400"/>
            <a:ext cx="2025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3087000" y="6314400"/>
            <a:ext cx="2970000" cy="316800"/>
          </a:xfrm>
        </p:spPr>
        <p:txBody>
          <a:bodyPr/>
          <a:lstStyle/>
          <a:p>
            <a:endParaRPr lang="zh-CN" altLang="en-US" dirty="0"/>
          </a:p>
        </p:txBody>
      </p:sp>
      <p:sp>
        <p:nvSpPr>
          <p:cNvPr id="6" name="灯片编号占位符 5"/>
          <p:cNvSpPr>
            <a:spLocks noGrp="1"/>
          </p:cNvSpPr>
          <p:nvPr>
            <p:ph type="sldNum" sz="quarter" idx="12"/>
            <p:custDataLst>
              <p:tags r:id="rId9"/>
            </p:custDataLst>
          </p:nvPr>
        </p:nvSpPr>
        <p:spPr>
          <a:xfrm>
            <a:off x="6658200" y="6314400"/>
            <a:ext cx="2025000" cy="316800"/>
          </a:xfrm>
        </p:spPr>
        <p:txBody>
          <a:bodyPr/>
          <a:lstStyle/>
          <a:p>
            <a:fld id="{49AE70B2-8BF9-45C0-BB95-33D1B9D3A854}" type="slidenum">
              <a:rPr lang="zh-CN" altLang="en-US" smtClean="0"/>
            </a:fld>
            <a:endParaRPr lang="zh-CN" altLang="en-US" dirty="0"/>
          </a:p>
        </p:txBody>
      </p:sp>
      <p:sp>
        <p:nvSpPr>
          <p:cNvPr id="13" name="任意多边形: 形状 12"/>
          <p:cNvSpPr/>
          <p:nvPr>
            <p:custDataLst>
              <p:tags r:id="rId10"/>
            </p:custDataLst>
          </p:nvPr>
        </p:nvSpPr>
        <p:spPr>
          <a:xfrm>
            <a:off x="464344" y="549422"/>
            <a:ext cx="171450" cy="22860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00"/>
          </a:p>
        </p:txBody>
      </p:sp>
      <p:sp>
        <p:nvSpPr>
          <p:cNvPr id="14" name="任意多边形: 形状 13"/>
          <p:cNvSpPr/>
          <p:nvPr>
            <p:custDataLst>
              <p:tags r:id="rId11"/>
            </p:custDataLst>
          </p:nvPr>
        </p:nvSpPr>
        <p:spPr>
          <a:xfrm>
            <a:off x="485595" y="596808"/>
            <a:ext cx="128588" cy="19050"/>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2"/>
                  <a:pt x="156633" y="17445"/>
                </a:cubicBezTo>
                <a:cubicBezTo>
                  <a:pt x="156114" y="17097"/>
                  <a:pt x="155633" y="16702"/>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2"/>
                  <a:pt x="153657" y="4753"/>
                  <a:pt x="154005" y="4233"/>
                </a:cubicBezTo>
                <a:cubicBezTo>
                  <a:pt x="154353" y="3713"/>
                  <a:pt x="154748" y="3232"/>
                  <a:pt x="155190" y="2790"/>
                </a:cubicBezTo>
                <a:cubicBezTo>
                  <a:pt x="155633" y="2348"/>
                  <a:pt x="156113" y="1953"/>
                  <a:pt x="156633" y="1605"/>
                </a:cubicBezTo>
                <a:cubicBezTo>
                  <a:pt x="157153" y="1258"/>
                  <a:pt x="157702" y="964"/>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00"/>
          </a:p>
        </p:txBody>
      </p:sp>
      <p:sp>
        <p:nvSpPr>
          <p:cNvPr id="15" name="任意多边形: 形状 14"/>
          <p:cNvSpPr/>
          <p:nvPr>
            <p:custDataLst>
              <p:tags r:id="rId12"/>
            </p:custDataLst>
          </p:nvPr>
        </p:nvSpPr>
        <p:spPr>
          <a:xfrm>
            <a:off x="485595" y="653957"/>
            <a:ext cx="128588" cy="19050"/>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00"/>
          </a:p>
        </p:txBody>
      </p:sp>
      <p:sp>
        <p:nvSpPr>
          <p:cNvPr id="16" name="任意多边形: 形状 15"/>
          <p:cNvSpPr/>
          <p:nvPr>
            <p:custDataLst>
              <p:tags r:id="rId13"/>
            </p:custDataLst>
          </p:nvPr>
        </p:nvSpPr>
        <p:spPr>
          <a:xfrm>
            <a:off x="485595" y="711107"/>
            <a:ext cx="128588" cy="19050"/>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00"/>
          </a:p>
        </p:txBody>
      </p:sp>
      <p:sp>
        <p:nvSpPr>
          <p:cNvPr id="17" name="任意多边形: 形状 16"/>
          <p:cNvSpPr/>
          <p:nvPr>
            <p:custDataLst>
              <p:tags r:id="rId14"/>
            </p:custDataLst>
          </p:nvPr>
        </p:nvSpPr>
        <p:spPr>
          <a:xfrm rot="16200000">
            <a:off x="8532495" y="549275"/>
            <a:ext cx="171450" cy="22860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00"/>
          </a:p>
        </p:txBody>
      </p:sp>
      <p:sp>
        <p:nvSpPr>
          <p:cNvPr id="18" name="任意多边形: 形状 17"/>
          <p:cNvSpPr/>
          <p:nvPr>
            <p:custDataLst>
              <p:tags r:id="rId15"/>
            </p:custDataLst>
          </p:nvPr>
        </p:nvSpPr>
        <p:spPr>
          <a:xfrm rot="16200000">
            <a:off x="8568214" y="620713"/>
            <a:ext cx="100013" cy="7620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00"/>
          </a:p>
        </p:txBody>
      </p:sp>
      <p:sp>
        <p:nvSpPr>
          <p:cNvPr id="19" name="任意多边形: 形状 18"/>
          <p:cNvSpPr/>
          <p:nvPr>
            <p:custDataLst>
              <p:tags r:id="rId16"/>
            </p:custDataLst>
          </p:nvPr>
        </p:nvSpPr>
        <p:spPr>
          <a:xfrm rot="5400000">
            <a:off x="8361045" y="549275"/>
            <a:ext cx="171450" cy="22860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00"/>
          </a:p>
        </p:txBody>
      </p:sp>
      <p:sp>
        <p:nvSpPr>
          <p:cNvPr id="20" name="任意多边形: 形状 19"/>
          <p:cNvSpPr/>
          <p:nvPr>
            <p:custDataLst>
              <p:tags r:id="rId17"/>
            </p:custDataLst>
          </p:nvPr>
        </p:nvSpPr>
        <p:spPr>
          <a:xfrm rot="5400000">
            <a:off x="8396764" y="630237"/>
            <a:ext cx="100013" cy="7620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144" y="865346"/>
            <a:ext cx="9129713" cy="5143500"/>
          </a:xfrm>
          <a:prstGeom prst="rect">
            <a:avLst/>
          </a:prstGeom>
        </p:spPr>
      </p:pic>
      <p:sp>
        <p:nvSpPr>
          <p:cNvPr id="11" name="任意多边形: 形状 10"/>
          <p:cNvSpPr/>
          <p:nvPr>
            <p:custDataLst>
              <p:tags r:id="rId4"/>
            </p:custDataLst>
          </p:nvPr>
        </p:nvSpPr>
        <p:spPr>
          <a:xfrm>
            <a:off x="464344" y="1269317"/>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12" name="任意多边形: 形状 11"/>
          <p:cNvSpPr/>
          <p:nvPr>
            <p:custDataLst>
              <p:tags r:id="rId5"/>
            </p:custDataLst>
          </p:nvPr>
        </p:nvSpPr>
        <p:spPr>
          <a:xfrm>
            <a:off x="485595" y="1304856"/>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2"/>
                  <a:pt x="156633" y="17445"/>
                </a:cubicBezTo>
                <a:cubicBezTo>
                  <a:pt x="156114" y="17097"/>
                  <a:pt x="155633" y="16702"/>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2"/>
                  <a:pt x="153657" y="4753"/>
                  <a:pt x="154005" y="4233"/>
                </a:cubicBezTo>
                <a:cubicBezTo>
                  <a:pt x="154353" y="3713"/>
                  <a:pt x="154748" y="3232"/>
                  <a:pt x="155190" y="2790"/>
                </a:cubicBezTo>
                <a:cubicBezTo>
                  <a:pt x="155633" y="2348"/>
                  <a:pt x="156113" y="1953"/>
                  <a:pt x="156633" y="1605"/>
                </a:cubicBezTo>
                <a:cubicBezTo>
                  <a:pt x="157153" y="1258"/>
                  <a:pt x="157702" y="964"/>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13" name="任意多边形: 形状 12"/>
          <p:cNvSpPr/>
          <p:nvPr>
            <p:custDataLst>
              <p:tags r:id="rId6"/>
            </p:custDataLst>
          </p:nvPr>
        </p:nvSpPr>
        <p:spPr>
          <a:xfrm>
            <a:off x="485595" y="1347718"/>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14" name="任意多边形: 形状 13"/>
          <p:cNvSpPr/>
          <p:nvPr>
            <p:custDataLst>
              <p:tags r:id="rId7"/>
            </p:custDataLst>
          </p:nvPr>
        </p:nvSpPr>
        <p:spPr>
          <a:xfrm>
            <a:off x="485595" y="1390580"/>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18" name="任意多边形: 形状 17"/>
          <p:cNvSpPr/>
          <p:nvPr>
            <p:custDataLst>
              <p:tags r:id="rId8"/>
            </p:custDataLst>
          </p:nvPr>
        </p:nvSpPr>
        <p:spPr>
          <a:xfrm rot="16200000">
            <a:off x="8532495" y="1269206"/>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19" name="任意多边形: 形状 18"/>
          <p:cNvSpPr/>
          <p:nvPr>
            <p:custDataLst>
              <p:tags r:id="rId9"/>
            </p:custDataLst>
          </p:nvPr>
        </p:nvSpPr>
        <p:spPr>
          <a:xfrm rot="16200000">
            <a:off x="8568214" y="1322785"/>
            <a:ext cx="100013" cy="5715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21" name="任意多边形: 形状 20"/>
          <p:cNvSpPr/>
          <p:nvPr>
            <p:custDataLst>
              <p:tags r:id="rId10"/>
            </p:custDataLst>
          </p:nvPr>
        </p:nvSpPr>
        <p:spPr>
          <a:xfrm rot="5400000">
            <a:off x="8361045" y="1269206"/>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22" name="任意多边形: 形状 21"/>
          <p:cNvSpPr/>
          <p:nvPr>
            <p:custDataLst>
              <p:tags r:id="rId11"/>
            </p:custDataLst>
          </p:nvPr>
        </p:nvSpPr>
        <p:spPr>
          <a:xfrm rot="5400000">
            <a:off x="8396764" y="1329928"/>
            <a:ext cx="100013" cy="5715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9" name="署名"/>
          <p:cNvSpPr txBox="1">
            <a:spLocks noGrp="1"/>
          </p:cNvSpPr>
          <p:nvPr>
            <p:ph type="body" idx="3" hasCustomPrompt="1"/>
            <p:custDataLst>
              <p:tags r:id="rId12"/>
            </p:custDataLst>
          </p:nvPr>
        </p:nvSpPr>
        <p:spPr>
          <a:xfrm>
            <a:off x="4020979" y="3834765"/>
            <a:ext cx="1101566" cy="309086"/>
          </a:xfrm>
          <a:prstGeom prst="roundRect">
            <a:avLst>
              <a:gd name="adj" fmla="val 50000"/>
            </a:avLst>
          </a:prstGeom>
          <a:gradFill>
            <a:gsLst>
              <a:gs pos="0">
                <a:schemeClr val="accent1"/>
              </a:gs>
              <a:gs pos="100000">
                <a:schemeClr val="accent2"/>
              </a:gs>
            </a:gsLst>
            <a:lin ang="2700000" scaled="0"/>
          </a:gradFill>
        </p:spPr>
        <p:txBody>
          <a:bodyPr wrap="square" lIns="91440" tIns="45720" rIns="91440" bIns="45720" rtlCol="0" anchor="ctr" anchorCtr="0">
            <a:noAutofit/>
          </a:bodyPr>
          <a:lstStyle>
            <a:lvl1pPr marL="0" marR="0" lvl="0" algn="ctr" defTabSz="914400" rtl="0" eaLnBrk="1" fontAlgn="auto" latinLnBrk="0" hangingPunct="1">
              <a:lnSpc>
                <a:spcPct val="110000"/>
              </a:lnSpc>
              <a:buClrTx/>
              <a:buSzTx/>
              <a:buFontTx/>
              <a:buNone/>
              <a:defRPr kumimoji="0" lang="zh-CN" altLang="en-US" sz="1400" b="0" i="0" u="none" strike="noStrike" kern="1200" cap="none" spc="0" normalizeH="0" baseline="0" noProof="1" dirty="0">
                <a:solidFill>
                  <a:srgbClr val="FFFFFF"/>
                </a:solidFill>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stStyle>
          <a:p>
            <a:pPr lvl="0" algn="ctr">
              <a:lnSpc>
                <a:spcPct val="110000"/>
              </a:lnSpc>
              <a:buClrTx/>
              <a:buSzTx/>
              <a:buFontTx/>
            </a:pPr>
            <a:r>
              <a:rPr lang="zh-CN" altLang="en-US" dirty="0">
                <a:sym typeface="+mn-ea"/>
              </a:rPr>
              <a:t>署名</a:t>
            </a:r>
            <a:endParaRPr lang="zh-CN" altLang="en-US" dirty="0">
              <a:sym typeface="+mn-ea"/>
            </a:endParaRPr>
          </a:p>
        </p:txBody>
      </p:sp>
      <p:sp>
        <p:nvSpPr>
          <p:cNvPr id="8" name="副标题"/>
          <p:cNvSpPr txBox="1">
            <a:spLocks noGrp="1"/>
          </p:cNvSpPr>
          <p:nvPr>
            <p:ph type="body" idx="2" hasCustomPrompt="1"/>
            <p:custDataLst>
              <p:tags r:id="rId13"/>
            </p:custDataLst>
          </p:nvPr>
        </p:nvSpPr>
        <p:spPr>
          <a:xfrm>
            <a:off x="2198846" y="3437096"/>
            <a:ext cx="4746308" cy="321945"/>
          </a:xfrm>
          <a:prstGeom prst="rect">
            <a:avLst/>
          </a:prstGeom>
          <a:noFill/>
        </p:spPr>
        <p:txBody>
          <a:bodyPr wrap="square" lIns="91440" tIns="45720" rIns="91440" bIns="45720" rtlCol="0" anchor="t">
            <a:normAutofit/>
          </a:bodyPr>
          <a:lstStyle>
            <a:lvl1pPr marL="0" marR="0" lvl="0" algn="ctr" defTabSz="914400" rtl="0" eaLnBrk="1" fontAlgn="auto" latinLnBrk="0" hangingPunct="1">
              <a:lnSpc>
                <a:spcPct val="130000"/>
              </a:lnSpc>
              <a:buClrTx/>
              <a:buSzTx/>
              <a:buFontTx/>
              <a:buNone/>
              <a:defRPr kumimoji="0" lang="zh-CN" altLang="en-US" sz="1600" b="0" i="0" u="none" strike="noStrike" kern="1200" cap="none" spc="0" normalizeH="0" baseline="0" noProof="1" dirty="0">
                <a:solidFill>
                  <a:schemeClr val="accent1">
                    <a:lumMod val="60000"/>
                    <a:lumOff val="40000"/>
                  </a:schemeClr>
                </a:solidFill>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stStyle>
          <a:p>
            <a:pPr lvl="0" algn="ctr">
              <a:lnSpc>
                <a:spcPct val="130000"/>
              </a:lnSpc>
              <a:buClrTx/>
              <a:buSzTx/>
              <a:buFontTx/>
            </a:pPr>
            <a:r>
              <a:rPr dirty="0">
                <a:sym typeface="+mn-ea"/>
              </a:rPr>
              <a:t>单击此处编辑母版副标题样式</a:t>
            </a:r>
            <a:endParaRPr dirty="0">
              <a:sym typeface="+mn-ea"/>
            </a:endParaRPr>
          </a:p>
        </p:txBody>
      </p:sp>
      <p:sp>
        <p:nvSpPr>
          <p:cNvPr id="7" name="标题"/>
          <p:cNvSpPr txBox="1">
            <a:spLocks noGrp="1"/>
          </p:cNvSpPr>
          <p:nvPr>
            <p:ph type="title" idx="1" hasCustomPrompt="1"/>
            <p:custDataLst>
              <p:tags r:id="rId14"/>
            </p:custDataLst>
          </p:nvPr>
        </p:nvSpPr>
        <p:spPr>
          <a:xfrm>
            <a:off x="2198846" y="1810703"/>
            <a:ext cx="4745831" cy="1619250"/>
          </a:xfrm>
          <a:prstGeom prst="rect">
            <a:avLst/>
          </a:prstGeom>
          <a:noFill/>
        </p:spPr>
        <p:txBody>
          <a:bodyPr wrap="square" lIns="91440" tIns="45720" rIns="91440" bIns="45720" rtlCol="0" anchor="b" anchorCtr="0">
            <a:normAutofit/>
          </a:bodyPr>
          <a:lstStyle>
            <a:lvl1pPr marL="0" marR="0" algn="ctr" defTabSz="914400" rtl="0" eaLnBrk="1" fontAlgn="auto" latinLnBrk="0" hangingPunct="1">
              <a:lnSpc>
                <a:spcPct val="100000"/>
              </a:lnSpc>
              <a:buClrTx/>
              <a:buSzTx/>
              <a:buFontTx/>
              <a:buNone/>
              <a:defRPr kumimoji="0" lang="en-US" altLang="zh-CN" sz="5400" b="0" i="0" u="none" strike="noStrike" kern="1200" cap="none" spc="0" normalizeH="0" baseline="0" noProof="1" dirty="0">
                <a:gradFill flip="none" rotWithShape="1">
                  <a:gsLst>
                    <a:gs pos="0">
                      <a:schemeClr val="accent1"/>
                    </a:gs>
                    <a:gs pos="100000">
                      <a:schemeClr val="accent2"/>
                    </a:gs>
                  </a:gsLst>
                  <a:lin ang="0" scaled="1"/>
                  <a:tileRect/>
                </a:gradFill>
                <a:latin typeface="MiSans Heavy" panose="00000A00000000000000" pitchFamily="2" charset="-122"/>
                <a:ea typeface="MiSans Heavy" panose="00000A00000000000000" pitchFamily="2" charset="-122"/>
                <a:cs typeface="MiSans Heavy" panose="00000A00000000000000" pitchFamily="2" charset="-122"/>
                <a:sym typeface="MiSans" panose="00000500000000000000" pitchFamily="2" charset="-122"/>
              </a:defRPr>
            </a:lvl1pPr>
          </a:lstStyle>
          <a:p>
            <a:pPr lvl="0" algn="ctr"/>
            <a:r>
              <a:rPr>
                <a:sym typeface="+mn-ea"/>
              </a:rPr>
              <a:t>单击此处编辑标题</a:t>
            </a:r>
            <a:endParaRPr>
              <a:sym typeface="+mn-ea"/>
            </a:endParaRPr>
          </a:p>
        </p:txBody>
      </p:sp>
      <p:sp>
        <p:nvSpPr>
          <p:cNvPr id="4" name="日期占位符 3"/>
          <p:cNvSpPr>
            <a:spLocks noGrp="1"/>
          </p:cNvSpPr>
          <p:nvPr>
            <p:ph type="dt" sz="half" idx="10"/>
            <p:custDataLst>
              <p:tags r:id="rId15"/>
            </p:custDataLst>
          </p:nvPr>
        </p:nvSpPr>
        <p:spPr>
          <a:xfrm>
            <a:off x="4590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6"/>
            </p:custDataLst>
          </p:nvPr>
        </p:nvSpPr>
        <p:spPr>
          <a:xfrm>
            <a:off x="3087000" y="5593050"/>
            <a:ext cx="2970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endParaRPr lang="zh-CN" altLang="en-US" dirty="0"/>
          </a:p>
        </p:txBody>
      </p:sp>
      <p:sp>
        <p:nvSpPr>
          <p:cNvPr id="6" name="灯片编号占位符 5"/>
          <p:cNvSpPr>
            <a:spLocks noGrp="1"/>
          </p:cNvSpPr>
          <p:nvPr>
            <p:ph type="sldNum" sz="quarter" idx="12"/>
            <p:custDataLst>
              <p:tags r:id="rId17"/>
            </p:custDataLst>
          </p:nvPr>
        </p:nvSpPr>
        <p:spPr>
          <a:xfrm>
            <a:off x="66582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9" name="正文"/>
          <p:cNvSpPr txBox="1">
            <a:spLocks noGrp="1"/>
          </p:cNvSpPr>
          <p:nvPr>
            <p:ph idx="3"/>
            <p:custDataLst>
              <p:tags r:id="rId2"/>
            </p:custDataLst>
          </p:nvPr>
        </p:nvSpPr>
        <p:spPr>
          <a:xfrm>
            <a:off x="456300" y="1975050"/>
            <a:ext cx="8226900" cy="35694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pPr>
            <a:r>
              <a:rPr>
                <a:sym typeface="+mn-ea"/>
              </a:rPr>
              <a:t>单击此处编辑母版文本样式</a:t>
            </a:r>
            <a:endParaRPr>
              <a:sym typeface="+mn-ea"/>
            </a:endParaRPr>
          </a:p>
          <a:p>
            <a:pPr lvl="1">
              <a:spcBef>
                <a:spcPts val="1200"/>
              </a:spcBef>
              <a:spcAft>
                <a:spcPts val="0"/>
              </a:spcAft>
            </a:pPr>
            <a:r>
              <a:rPr>
                <a:sym typeface="+mn-ea"/>
              </a:rPr>
              <a:t>第二级</a:t>
            </a:r>
            <a:endParaRPr>
              <a:sym typeface="+mn-ea"/>
            </a:endParaRPr>
          </a:p>
          <a:p>
            <a:pPr lvl="2">
              <a:spcBef>
                <a:spcPts val="1200"/>
              </a:spcBef>
              <a:spcAft>
                <a:spcPts val="0"/>
              </a:spcAft>
            </a:pPr>
            <a:r>
              <a:rPr>
                <a:sym typeface="+mn-ea"/>
              </a:rPr>
              <a:t>第三级</a:t>
            </a:r>
            <a:endParaRPr>
              <a:sym typeface="+mn-ea"/>
            </a:endParaRPr>
          </a:p>
          <a:p>
            <a:pPr lvl="3">
              <a:spcBef>
                <a:spcPts val="1200"/>
              </a:spcBef>
              <a:spcAft>
                <a:spcPts val="0"/>
              </a:spcAft>
            </a:pPr>
            <a:r>
              <a:rPr>
                <a:sym typeface="+mn-ea"/>
              </a:rPr>
              <a:t>第四级</a:t>
            </a:r>
            <a:endParaRPr>
              <a:sym typeface="+mn-ea"/>
            </a:endParaRPr>
          </a:p>
          <a:p>
            <a:pPr lvl="4">
              <a:spcBef>
                <a:spcPts val="1200"/>
              </a:spcBef>
              <a:spcAft>
                <a:spcPts val="0"/>
              </a:spcAft>
            </a:pPr>
            <a:r>
              <a:rPr>
                <a:sym typeface="+mn-ea"/>
              </a:rPr>
              <a:t>第五级</a:t>
            </a:r>
            <a:endParaRPr>
              <a:sym typeface="+mn-ea"/>
            </a:endParaRPr>
          </a:p>
        </p:txBody>
      </p:sp>
      <p:sp>
        <p:nvSpPr>
          <p:cNvPr id="8" name="标题"/>
          <p:cNvSpPr txBox="1">
            <a:spLocks noGrp="1"/>
          </p:cNvSpPr>
          <p:nvPr>
            <p:ph type="title" idx="2"/>
            <p:custDataLst>
              <p:tags r:id="rId3"/>
            </p:custDataLst>
          </p:nvPr>
        </p:nvSpPr>
        <p:spPr>
          <a:xfrm>
            <a:off x="456300" y="1313550"/>
            <a:ext cx="8226900" cy="529200"/>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2"/>
                    </a:gs>
                  </a:gsLst>
                  <a:lin ang="0" scaled="0"/>
                </a:gradFill>
                <a:latin typeface="MiSans Heavy" panose="00000A00000000000000" pitchFamily="2" charset="-122"/>
                <a:ea typeface="MiSans Heavy" panose="00000A00000000000000" pitchFamily="2" charset="-122"/>
                <a:cs typeface="MiSans" panose="00000500000000000000" pitchFamily="2" charset="-122"/>
                <a:sym typeface="MiSans" panose="00000500000000000000" pitchFamily="2" charset="-122"/>
              </a:defRPr>
            </a:lvl1pPr>
          </a:lstStyle>
          <a:p>
            <a:pPr lvl="0" algn="ctr"/>
            <a:r>
              <a:rPr dirty="0">
                <a:sym typeface="+mn-ea"/>
              </a:rPr>
              <a:t>单击此处编辑母版标题样式</a:t>
            </a:r>
            <a:endParaRPr dirty="0">
              <a:sym typeface="+mn-ea"/>
            </a:endParaRPr>
          </a:p>
        </p:txBody>
      </p:sp>
      <p:sp>
        <p:nvSpPr>
          <p:cNvPr id="4" name="日期占位符 3"/>
          <p:cNvSpPr>
            <a:spLocks noGrp="1"/>
          </p:cNvSpPr>
          <p:nvPr>
            <p:ph type="dt" sz="half" idx="10"/>
            <p:custDataLst>
              <p:tags r:id="rId4"/>
            </p:custDataLst>
          </p:nvPr>
        </p:nvSpPr>
        <p:spPr>
          <a:xfrm>
            <a:off x="4590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3087000" y="5593050"/>
            <a:ext cx="2970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endParaRPr lang="zh-CN" altLang="en-US" dirty="0"/>
          </a:p>
        </p:txBody>
      </p:sp>
      <p:sp>
        <p:nvSpPr>
          <p:cNvPr id="6" name="灯片编号占位符 5"/>
          <p:cNvSpPr>
            <a:spLocks noGrp="1"/>
          </p:cNvSpPr>
          <p:nvPr>
            <p:ph type="sldNum" sz="quarter" idx="12"/>
            <p:custDataLst>
              <p:tags r:id="rId6"/>
            </p:custDataLst>
          </p:nvPr>
        </p:nvSpPr>
        <p:spPr>
          <a:xfrm>
            <a:off x="66582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2" name="图片 1"/>
          <p:cNvPicPr>
            <a:picLocks noChangeAspect="1"/>
          </p:cNvPicPr>
          <p:nvPr userDrawn="1">
            <p:custDataLst>
              <p:tags r:id="rId2"/>
            </p:custDataLst>
          </p:nvPr>
        </p:nvPicPr>
        <p:blipFill>
          <a:blip r:embed="rId3">
            <a:alphaModFix amt="44000"/>
            <a:extLst>
              <a:ext uri="{28A0092B-C50C-407E-A947-70E740481C1C}">
                <a14:useLocalDpi xmlns:a14="http://schemas.microsoft.com/office/drawing/2010/main" val="0"/>
              </a:ext>
            </a:extLst>
          </a:blip>
          <a:stretch>
            <a:fillRect/>
          </a:stretch>
        </p:blipFill>
        <p:spPr>
          <a:xfrm>
            <a:off x="7144" y="865346"/>
            <a:ext cx="9129713" cy="5143500"/>
          </a:xfrm>
          <a:prstGeom prst="rect">
            <a:avLst/>
          </a:prstGeom>
        </p:spPr>
      </p:pic>
      <p:cxnSp>
        <p:nvCxnSpPr>
          <p:cNvPr id="58" name="直接连接符 57"/>
          <p:cNvCxnSpPr/>
          <p:nvPr userDrawn="1">
            <p:custDataLst>
              <p:tags r:id="rId4"/>
            </p:custDataLst>
          </p:nvPr>
        </p:nvCxnSpPr>
        <p:spPr>
          <a:xfrm>
            <a:off x="7309961" y="1373505"/>
            <a:ext cx="0" cy="443389"/>
          </a:xfrm>
          <a:prstGeom prst="line">
            <a:avLst/>
          </a:prstGeom>
          <a:ln w="28575" cap="rnd">
            <a:gradFill>
              <a:gsLst>
                <a:gs pos="0">
                  <a:schemeClr val="accent1"/>
                </a:gs>
                <a:gs pos="50000">
                  <a:schemeClr val="accent2"/>
                </a:gs>
                <a:gs pos="100000">
                  <a:schemeClr val="tx1">
                    <a:alpha val="50000"/>
                  </a:schemeClr>
                </a:gs>
              </a:gsLst>
              <a:lin ang="5400000" scaled="0"/>
            </a:gradFill>
          </a:ln>
        </p:spPr>
        <p:style>
          <a:lnRef idx="1">
            <a:schemeClr val="accent1"/>
          </a:lnRef>
          <a:fillRef idx="0">
            <a:schemeClr val="accent1"/>
          </a:fillRef>
          <a:effectRef idx="0">
            <a:schemeClr val="accent1"/>
          </a:effectRef>
          <a:fontRef idx="minor">
            <a:schemeClr val="tx1"/>
          </a:fontRef>
        </p:style>
      </p:cxnSp>
      <p:sp>
        <p:nvSpPr>
          <p:cNvPr id="6" name="标题"/>
          <p:cNvSpPr txBox="1">
            <a:spLocks noGrp="1"/>
          </p:cNvSpPr>
          <p:nvPr>
            <p:ph type="title" idx="1" hasCustomPrompt="1"/>
            <p:custDataLst>
              <p:tags r:id="rId5"/>
            </p:custDataLst>
          </p:nvPr>
        </p:nvSpPr>
        <p:spPr>
          <a:xfrm>
            <a:off x="7320439" y="1082993"/>
            <a:ext cx="1397318" cy="1009650"/>
          </a:xfrm>
          <a:prstGeom prst="rect">
            <a:avLst/>
          </a:prstGeom>
          <a:noFill/>
        </p:spPr>
        <p:txBody>
          <a:bodyPr wrap="square" lIns="90170" tIns="46990" rIns="90170" bIns="46990" rtlCol="0" anchor="ctr" anchorCtr="0">
            <a:normAutofit/>
          </a:bodyPr>
          <a:lstStyle>
            <a:lvl1pPr marL="0" marR="0" lvl="0" algn="l" defTabSz="914400" rtl="0" eaLnBrk="1" fontAlgn="auto" latinLnBrk="0" hangingPunct="1">
              <a:lnSpc>
                <a:spcPct val="100000"/>
              </a:lnSpc>
              <a:buClrTx/>
              <a:buSzTx/>
              <a:buFontTx/>
              <a:buNone/>
              <a:defRPr kumimoji="0" lang="zh-CN" altLang="en-US" sz="6000" b="0" i="0" u="none" strike="noStrike" kern="1200" cap="none" spc="0" normalizeH="0" baseline="0" noProof="1" dirty="0">
                <a:gradFill>
                  <a:gsLst>
                    <a:gs pos="0">
                      <a:schemeClr val="accent1"/>
                    </a:gs>
                    <a:gs pos="100000">
                      <a:schemeClr val="accent2"/>
                    </a:gs>
                  </a:gsLst>
                  <a:lin ang="0" scaled="0"/>
                </a:gradFill>
                <a:latin typeface="MiSans Heavy" panose="00000A00000000000000" pitchFamily="2" charset="-122"/>
                <a:ea typeface="MiSans Heavy" panose="00000A00000000000000" pitchFamily="2" charset="-122"/>
                <a:cs typeface="MiSans Heavy" panose="00000A00000000000000" pitchFamily="2" charset="-122"/>
                <a:sym typeface="MiSans" panose="00000500000000000000" pitchFamily="2" charset="-122"/>
              </a:defRPr>
            </a:lvl1pPr>
          </a:lstStyle>
          <a:p>
            <a:pPr lvl="0" algn="l">
              <a:buClrTx/>
              <a:buSzTx/>
              <a:buFontTx/>
            </a:pPr>
            <a:r>
              <a:rPr>
                <a:sym typeface="+mn-ea"/>
              </a:rPr>
              <a:t>标题</a:t>
            </a:r>
            <a:endParaRPr>
              <a:sym typeface="+mn-ea"/>
            </a:endParaRPr>
          </a:p>
        </p:txBody>
      </p:sp>
      <p:sp>
        <p:nvSpPr>
          <p:cNvPr id="3" name="日期占位符 2"/>
          <p:cNvSpPr>
            <a:spLocks noGrp="1"/>
          </p:cNvSpPr>
          <p:nvPr>
            <p:ph type="dt" sz="half" idx="10"/>
            <p:custDataLst>
              <p:tags r:id="rId6"/>
            </p:custDataLst>
          </p:nvPr>
        </p:nvSpPr>
        <p:spPr>
          <a:xfrm>
            <a:off x="4590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5593050"/>
            <a:ext cx="2970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endParaRPr lang="zh-CN" altLang="en-US" dirty="0"/>
          </a:p>
        </p:txBody>
      </p:sp>
      <p:sp>
        <p:nvSpPr>
          <p:cNvPr id="5" name="灯片编号占位符 4"/>
          <p:cNvSpPr>
            <a:spLocks noGrp="1"/>
          </p:cNvSpPr>
          <p:nvPr>
            <p:ph type="sldNum" sz="quarter" idx="12"/>
            <p:custDataLst>
              <p:tags r:id="rId8"/>
            </p:custDataLst>
          </p:nvPr>
        </p:nvSpPr>
        <p:spPr>
          <a:xfrm>
            <a:off x="66582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pic>
        <p:nvPicPr>
          <p:cNvPr id="3" name="图片 2"/>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476" y="857250"/>
            <a:ext cx="9143048" cy="5143500"/>
          </a:xfrm>
          <a:prstGeom prst="rect">
            <a:avLst/>
          </a:prstGeom>
        </p:spPr>
      </p:pic>
      <p:cxnSp>
        <p:nvCxnSpPr>
          <p:cNvPr id="18" name="直接连接符 17"/>
          <p:cNvCxnSpPr/>
          <p:nvPr>
            <p:custDataLst>
              <p:tags r:id="rId4"/>
            </p:custDataLst>
          </p:nvPr>
        </p:nvCxnSpPr>
        <p:spPr>
          <a:xfrm>
            <a:off x="924878" y="3155156"/>
            <a:ext cx="2863215" cy="0"/>
          </a:xfrm>
          <a:prstGeom prst="line">
            <a:avLst/>
          </a:prstGeom>
          <a:ln w="25400" cap="rnd">
            <a:gradFill>
              <a:gsLst>
                <a:gs pos="0">
                  <a:schemeClr val="accent1"/>
                </a:gs>
                <a:gs pos="99000">
                  <a:schemeClr val="tx1">
                    <a:alpha val="0"/>
                  </a:schemeClr>
                </a:gs>
                <a:gs pos="48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8" name="节编号"/>
          <p:cNvSpPr>
            <a:spLocks noGrp="1"/>
          </p:cNvSpPr>
          <p:nvPr>
            <p:ph type="body" idx="2" hasCustomPrompt="1"/>
            <p:custDataLst>
              <p:tags r:id="rId5"/>
            </p:custDataLst>
          </p:nvPr>
        </p:nvSpPr>
        <p:spPr>
          <a:xfrm>
            <a:off x="924878" y="2083118"/>
            <a:ext cx="3749993" cy="1083945"/>
          </a:xfrm>
          <a:prstGeom prst="rect">
            <a:avLst/>
          </a:prstGeom>
        </p:spPr>
        <p:txBody>
          <a:bodyPr wrap="square" lIns="91440" tIns="45720" rIns="91440" bIns="45720" rtlCol="0" anchor="b" anchorCtr="0">
            <a:normAutofit/>
          </a:bodyPr>
          <a:lstStyle>
            <a:lvl1pPr marL="0" marR="0" lvl="0" algn="l" defTabSz="914400" rtl="0" eaLnBrk="1" fontAlgn="auto" latinLnBrk="0" hangingPunct="1">
              <a:lnSpc>
                <a:spcPct val="110000"/>
              </a:lnSpc>
              <a:buClrTx/>
              <a:buSzTx/>
              <a:buFontTx/>
              <a:buNone/>
              <a:defRPr kumimoji="0" lang="en-US" altLang="en-GB" sz="8800" b="0" i="0" u="none" strike="noStrike" kern="1200" cap="none" spc="0" normalizeH="0" baseline="0" noProof="1" dirty="0">
                <a:gradFill>
                  <a:gsLst>
                    <a:gs pos="0">
                      <a:schemeClr val="accent1"/>
                    </a:gs>
                    <a:gs pos="100000">
                      <a:schemeClr val="accent2"/>
                    </a:gs>
                  </a:gsLst>
                  <a:lin ang="0" scaled="0"/>
                </a:gradFill>
                <a:latin typeface="MiSans Heavy" panose="00000A00000000000000" pitchFamily="2" charset="-122"/>
                <a:ea typeface="MiSans Heavy" panose="00000A00000000000000" pitchFamily="2" charset="-122"/>
                <a:cs typeface="MiSans" panose="00000500000000000000" pitchFamily="2" charset="-122"/>
                <a:sym typeface="MiSans" panose="00000500000000000000" pitchFamily="2" charset="-122"/>
              </a:defRPr>
            </a:lvl1pPr>
          </a:lstStyle>
          <a:p>
            <a:pPr lvl="0" algn="l">
              <a:lnSpc>
                <a:spcPct val="110000"/>
              </a:lnSpc>
              <a:buClrTx/>
              <a:buSzTx/>
              <a:buFontTx/>
            </a:pPr>
            <a:r>
              <a:rPr>
                <a:sym typeface="+mn-ea"/>
              </a:rPr>
              <a:t>节编号</a:t>
            </a:r>
            <a:endParaRPr>
              <a:sym typeface="+mn-ea"/>
            </a:endParaRPr>
          </a:p>
        </p:txBody>
      </p:sp>
      <p:sp>
        <p:nvSpPr>
          <p:cNvPr id="7" name="标题"/>
          <p:cNvSpPr>
            <a:spLocks noGrp="1"/>
          </p:cNvSpPr>
          <p:nvPr>
            <p:ph type="title" idx="1" hasCustomPrompt="1"/>
            <p:custDataLst>
              <p:tags r:id="rId6"/>
            </p:custDataLst>
          </p:nvPr>
        </p:nvSpPr>
        <p:spPr>
          <a:xfrm>
            <a:off x="924878" y="3283268"/>
            <a:ext cx="4140041" cy="1815465"/>
          </a:xfrm>
          <a:prstGeom prst="rect">
            <a:avLst/>
          </a:prstGeom>
        </p:spPr>
        <p:txBody>
          <a:bodyPr wrap="square" lIns="91440" tIns="45720" rIns="91440" bIns="45720" rtlCol="0" anchor="t">
            <a:normAutofit/>
          </a:bodyPr>
          <a:lstStyle>
            <a:lvl1pPr marL="0" marR="0" lvl="0" algn="l" defTabSz="914400" rtl="0" eaLnBrk="1" fontAlgn="auto" latinLnBrk="0" hangingPunct="1">
              <a:lnSpc>
                <a:spcPct val="130000"/>
              </a:lnSpc>
              <a:buClrTx/>
              <a:buSzTx/>
              <a:buFontTx/>
              <a:buNone/>
              <a:defRPr kumimoji="0" lang="zh-CN" altLang="en-US" sz="5400" b="0" i="0" u="none" strike="noStrike" kern="1200" cap="none" spc="0" normalizeH="0" baseline="0" noProof="1" dirty="0">
                <a:solidFill>
                  <a:schemeClr val="accent1"/>
                </a:solidFill>
                <a:latin typeface="MiSans Heavy" panose="00000A00000000000000" pitchFamily="2" charset="-122"/>
                <a:ea typeface="MiSans Heavy" panose="00000A00000000000000" pitchFamily="2" charset="-122"/>
                <a:cs typeface="MiSans" panose="00000500000000000000" pitchFamily="2" charset="-122"/>
                <a:sym typeface="MiSans" panose="00000500000000000000" pitchFamily="2" charset="-122"/>
              </a:defRPr>
            </a:lvl1pPr>
          </a:lstStyle>
          <a:p>
            <a:pPr lvl="0" algn="l">
              <a:lnSpc>
                <a:spcPct val="130000"/>
              </a:lnSpc>
              <a:buClrTx/>
              <a:buSzTx/>
              <a:buFontTx/>
            </a:pPr>
            <a:r>
              <a:rPr dirty="0">
                <a:sym typeface="+mn-ea"/>
              </a:rPr>
              <a:t>单击编辑标题</a:t>
            </a:r>
            <a:endParaRPr dirty="0">
              <a:sym typeface="+mn-ea"/>
            </a:endParaRPr>
          </a:p>
        </p:txBody>
      </p:sp>
      <p:sp>
        <p:nvSpPr>
          <p:cNvPr id="4" name="日期占位符 3"/>
          <p:cNvSpPr>
            <a:spLocks noGrp="1"/>
          </p:cNvSpPr>
          <p:nvPr>
            <p:ph type="dt" sz="half" idx="10"/>
            <p:custDataLst>
              <p:tags r:id="rId7"/>
            </p:custDataLst>
          </p:nvPr>
        </p:nvSpPr>
        <p:spPr>
          <a:xfrm>
            <a:off x="4590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3087000" y="5593050"/>
            <a:ext cx="2970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endParaRPr lang="zh-CN" altLang="en-US" dirty="0"/>
          </a:p>
        </p:txBody>
      </p:sp>
      <p:sp>
        <p:nvSpPr>
          <p:cNvPr id="6" name="灯片编号占位符 5"/>
          <p:cNvSpPr>
            <a:spLocks noGrp="1"/>
          </p:cNvSpPr>
          <p:nvPr>
            <p:ph type="sldNum" sz="quarter" idx="12"/>
            <p:custDataLst>
              <p:tags r:id="rId9"/>
            </p:custDataLst>
          </p:nvPr>
        </p:nvSpPr>
        <p:spPr>
          <a:xfrm>
            <a:off x="66582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49AE70B2-8BF9-45C0-BB95-33D1B9D3A854}" type="slidenum">
              <a:rPr lang="zh-CN" altLang="en-US" smtClean="0"/>
            </a:fld>
            <a:endParaRPr lang="zh-CN" altLang="en-US" dirty="0"/>
          </a:p>
        </p:txBody>
      </p:sp>
      <p:sp>
        <p:nvSpPr>
          <p:cNvPr id="12" name="任意多边形: 形状 11"/>
          <p:cNvSpPr/>
          <p:nvPr userDrawn="1">
            <p:custDataLst>
              <p:tags r:id="rId10"/>
            </p:custDataLst>
          </p:nvPr>
        </p:nvSpPr>
        <p:spPr>
          <a:xfrm>
            <a:off x="464344" y="1269317"/>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13" name="任意多边形: 形状 12"/>
          <p:cNvSpPr/>
          <p:nvPr userDrawn="1">
            <p:custDataLst>
              <p:tags r:id="rId11"/>
            </p:custDataLst>
          </p:nvPr>
        </p:nvSpPr>
        <p:spPr>
          <a:xfrm>
            <a:off x="485595" y="1304856"/>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2"/>
                  <a:pt x="156633" y="17445"/>
                </a:cubicBezTo>
                <a:cubicBezTo>
                  <a:pt x="156114" y="17097"/>
                  <a:pt x="155633" y="16702"/>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2"/>
                  <a:pt x="153657" y="4753"/>
                  <a:pt x="154005" y="4233"/>
                </a:cubicBezTo>
                <a:cubicBezTo>
                  <a:pt x="154353" y="3713"/>
                  <a:pt x="154748" y="3232"/>
                  <a:pt x="155190" y="2790"/>
                </a:cubicBezTo>
                <a:cubicBezTo>
                  <a:pt x="155633" y="2348"/>
                  <a:pt x="156113" y="1953"/>
                  <a:pt x="156633" y="1605"/>
                </a:cubicBezTo>
                <a:cubicBezTo>
                  <a:pt x="157153" y="1258"/>
                  <a:pt x="157702" y="964"/>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14" name="任意多边形: 形状 13"/>
          <p:cNvSpPr/>
          <p:nvPr userDrawn="1">
            <p:custDataLst>
              <p:tags r:id="rId12"/>
            </p:custDataLst>
          </p:nvPr>
        </p:nvSpPr>
        <p:spPr>
          <a:xfrm>
            <a:off x="485595" y="1347718"/>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15" name="任意多边形: 形状 14"/>
          <p:cNvSpPr/>
          <p:nvPr userDrawn="1">
            <p:custDataLst>
              <p:tags r:id="rId13"/>
            </p:custDataLst>
          </p:nvPr>
        </p:nvSpPr>
        <p:spPr>
          <a:xfrm>
            <a:off x="485595" y="1390580"/>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16" name="任意多边形: 形状 15"/>
          <p:cNvSpPr/>
          <p:nvPr userDrawn="1">
            <p:custDataLst>
              <p:tags r:id="rId14"/>
            </p:custDataLst>
          </p:nvPr>
        </p:nvSpPr>
        <p:spPr>
          <a:xfrm rot="16200000">
            <a:off x="8532495" y="1269206"/>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17" name="任意多边形: 形状 16"/>
          <p:cNvSpPr/>
          <p:nvPr userDrawn="1">
            <p:custDataLst>
              <p:tags r:id="rId15"/>
            </p:custDataLst>
          </p:nvPr>
        </p:nvSpPr>
        <p:spPr>
          <a:xfrm rot="16200000">
            <a:off x="8568214" y="1322785"/>
            <a:ext cx="100013" cy="5715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20" name="任意多边形: 形状 19"/>
          <p:cNvSpPr/>
          <p:nvPr userDrawn="1">
            <p:custDataLst>
              <p:tags r:id="rId16"/>
            </p:custDataLst>
          </p:nvPr>
        </p:nvSpPr>
        <p:spPr>
          <a:xfrm rot="5400000">
            <a:off x="8361045" y="1269206"/>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22" name="任意多边形: 形状 21"/>
          <p:cNvSpPr/>
          <p:nvPr userDrawn="1">
            <p:custDataLst>
              <p:tags r:id="rId17"/>
            </p:custDataLst>
          </p:nvPr>
        </p:nvSpPr>
        <p:spPr>
          <a:xfrm rot="5400000">
            <a:off x="8396764" y="1329928"/>
            <a:ext cx="100013" cy="5715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标题和两栏">
    <p:spTree>
      <p:nvGrpSpPr>
        <p:cNvPr id="1" name=""/>
        <p:cNvGrpSpPr/>
        <p:nvPr/>
      </p:nvGrpSpPr>
      <p:grpSpPr>
        <a:xfrm>
          <a:off x="0" y="0"/>
          <a:ext cx="0" cy="0"/>
          <a:chOff x="0" y="0"/>
          <a:chExt cx="0" cy="0"/>
        </a:xfrm>
      </p:grpSpPr>
      <p:sp>
        <p:nvSpPr>
          <p:cNvPr id="11" name="正文"/>
          <p:cNvSpPr txBox="1">
            <a:spLocks noGrp="1"/>
          </p:cNvSpPr>
          <p:nvPr>
            <p:ph idx="4"/>
            <p:custDataLst>
              <p:tags r:id="rId2"/>
            </p:custDataLst>
          </p:nvPr>
        </p:nvSpPr>
        <p:spPr>
          <a:xfrm>
            <a:off x="4800604" y="1975018"/>
            <a:ext cx="3882600" cy="3569427"/>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0" name="正文"/>
          <p:cNvSpPr txBox="1">
            <a:spLocks noGrp="1"/>
          </p:cNvSpPr>
          <p:nvPr>
            <p:ph idx="3"/>
            <p:custDataLst>
              <p:tags r:id="rId3"/>
            </p:custDataLst>
          </p:nvPr>
        </p:nvSpPr>
        <p:spPr>
          <a:xfrm>
            <a:off x="456300" y="1975018"/>
            <a:ext cx="3882600" cy="3569427"/>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9" name="标题"/>
          <p:cNvSpPr txBox="1">
            <a:spLocks noGrp="1"/>
          </p:cNvSpPr>
          <p:nvPr>
            <p:ph type="title" idx="2"/>
            <p:custDataLst>
              <p:tags r:id="rId4"/>
            </p:custDataLst>
          </p:nvPr>
        </p:nvSpPr>
        <p:spPr>
          <a:xfrm>
            <a:off x="456300" y="1313550"/>
            <a:ext cx="8226900" cy="529200"/>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2"/>
                    </a:gs>
                  </a:gsLst>
                  <a:lin ang="0" scaled="0"/>
                </a:gradFill>
                <a:latin typeface="MiSans Heavy" panose="00000A00000000000000" pitchFamily="2" charset="-122"/>
                <a:ea typeface="MiSans Heavy" panose="00000A00000000000000" pitchFamily="2" charset="-122"/>
                <a:cs typeface="MiSans Heavy" panose="00000A00000000000000" pitchFamily="2" charset="-122"/>
                <a:sym typeface="MiSans" panose="00000500000000000000" pitchFamily="2" charset="-122"/>
              </a:defRPr>
            </a:lvl1pPr>
          </a:lstStyle>
          <a:p>
            <a:pPr lvl="0" algn="ctr"/>
            <a:r>
              <a:rPr>
                <a:sym typeface="+mn-ea"/>
              </a:rPr>
              <a:t>单击此处编辑母版标题样式</a:t>
            </a:r>
            <a:endParaRPr>
              <a:sym typeface="+mn-ea"/>
            </a:endParaRPr>
          </a:p>
        </p:txBody>
      </p:sp>
      <p:sp>
        <p:nvSpPr>
          <p:cNvPr id="5" name="日期占位符 4"/>
          <p:cNvSpPr>
            <a:spLocks noGrp="1"/>
          </p:cNvSpPr>
          <p:nvPr>
            <p:ph type="dt" sz="half" idx="10"/>
            <p:custDataLst>
              <p:tags r:id="rId5"/>
            </p:custDataLst>
          </p:nvPr>
        </p:nvSpPr>
        <p:spPr>
          <a:xfrm>
            <a:off x="4590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3087000" y="5593050"/>
            <a:ext cx="2970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endParaRPr lang="zh-CN" altLang="en-US" dirty="0"/>
          </a:p>
        </p:txBody>
      </p:sp>
      <p:sp>
        <p:nvSpPr>
          <p:cNvPr id="7" name="灯片编号占位符 6"/>
          <p:cNvSpPr>
            <a:spLocks noGrp="1"/>
          </p:cNvSpPr>
          <p:nvPr>
            <p:ph type="sldNum" sz="quarter" idx="12"/>
            <p:custDataLst>
              <p:tags r:id="rId7"/>
            </p:custDataLst>
          </p:nvPr>
        </p:nvSpPr>
        <p:spPr>
          <a:xfrm>
            <a:off x="66582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标题和比较">
    <p:spTree>
      <p:nvGrpSpPr>
        <p:cNvPr id="1" name=""/>
        <p:cNvGrpSpPr/>
        <p:nvPr/>
      </p:nvGrpSpPr>
      <p:grpSpPr>
        <a:xfrm>
          <a:off x="0" y="0"/>
          <a:ext cx="0" cy="0"/>
          <a:chOff x="0" y="0"/>
          <a:chExt cx="0" cy="0"/>
        </a:xfrm>
      </p:grpSpPr>
      <p:sp>
        <p:nvSpPr>
          <p:cNvPr id="15" name="正文"/>
          <p:cNvSpPr txBox="1">
            <a:spLocks noGrp="1"/>
          </p:cNvSpPr>
          <p:nvPr>
            <p:ph idx="6"/>
            <p:custDataLst>
              <p:tags r:id="rId2"/>
            </p:custDataLst>
          </p:nvPr>
        </p:nvSpPr>
        <p:spPr>
          <a:xfrm>
            <a:off x="4676400" y="2247750"/>
            <a:ext cx="4006800" cy="32967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4" name="标题"/>
          <p:cNvSpPr txBox="1">
            <a:spLocks noGrp="1"/>
          </p:cNvSpPr>
          <p:nvPr>
            <p:ph type="title" idx="5"/>
            <p:custDataLst>
              <p:tags r:id="rId3"/>
            </p:custDataLst>
          </p:nvPr>
        </p:nvSpPr>
        <p:spPr>
          <a:xfrm>
            <a:off x="4676400" y="1929150"/>
            <a:ext cx="4006800" cy="299085"/>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0" normalizeH="0" baseline="0" noProof="1" dirty="0">
                <a:solidFill>
                  <a:schemeClr val="tx1"/>
                </a:solidFill>
                <a:latin typeface="MiSans Heavy" panose="00000A00000000000000" pitchFamily="2" charset="-122"/>
                <a:ea typeface="MiSans Heavy" panose="00000A00000000000000" pitchFamily="2" charset="-122"/>
                <a:cs typeface="MiSans" panose="00000500000000000000" pitchFamily="2" charset="-122"/>
                <a:sym typeface="MiSans" panose="00000500000000000000" pitchFamily="2" charset="-122"/>
              </a:defRPr>
            </a:lvl1pPr>
          </a:lstStyle>
          <a:p>
            <a:pPr lvl="0"/>
            <a:r>
              <a:rPr>
                <a:sym typeface="+mn-ea"/>
              </a:rPr>
              <a:t>单击此处编辑母版标题样式</a:t>
            </a:r>
            <a:endParaRPr>
              <a:sym typeface="+mn-ea"/>
            </a:endParaRPr>
          </a:p>
        </p:txBody>
      </p:sp>
      <p:sp>
        <p:nvSpPr>
          <p:cNvPr id="13" name="正文"/>
          <p:cNvSpPr txBox="1">
            <a:spLocks noGrp="1"/>
          </p:cNvSpPr>
          <p:nvPr>
            <p:ph idx="4"/>
            <p:custDataLst>
              <p:tags r:id="rId4"/>
            </p:custDataLst>
          </p:nvPr>
        </p:nvSpPr>
        <p:spPr>
          <a:xfrm>
            <a:off x="456300" y="2247750"/>
            <a:ext cx="4006800" cy="32967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2" name="标题"/>
          <p:cNvSpPr txBox="1">
            <a:spLocks noGrp="1"/>
          </p:cNvSpPr>
          <p:nvPr>
            <p:ph type="title" idx="3"/>
            <p:custDataLst>
              <p:tags r:id="rId5"/>
            </p:custDataLst>
          </p:nvPr>
        </p:nvSpPr>
        <p:spPr>
          <a:xfrm>
            <a:off x="456300" y="1929150"/>
            <a:ext cx="4006800" cy="299085"/>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0" normalizeH="0" baseline="0" noProof="1">
                <a:solidFill>
                  <a:schemeClr val="tx1"/>
                </a:solidFill>
                <a:latin typeface="MiSans Heavy" panose="00000A00000000000000" pitchFamily="2" charset="-122"/>
                <a:ea typeface="MiSans Heavy" panose="00000A00000000000000" pitchFamily="2" charset="-122"/>
                <a:cs typeface="MiSans" panose="00000500000000000000" pitchFamily="2" charset="-122"/>
                <a:sym typeface="MiSans" panose="00000500000000000000" pitchFamily="2" charset="-122"/>
              </a:defRPr>
            </a:lvl1pPr>
          </a:lstStyle>
          <a:p>
            <a:pPr lvl="0"/>
            <a:r>
              <a:rPr>
                <a:sym typeface="+mn-ea"/>
              </a:rPr>
              <a:t>单击此处编辑母版标题样式</a:t>
            </a:r>
            <a:endParaRPr>
              <a:sym typeface="+mn-ea"/>
            </a:endParaRPr>
          </a:p>
        </p:txBody>
      </p:sp>
      <p:sp>
        <p:nvSpPr>
          <p:cNvPr id="11" name="标题"/>
          <p:cNvSpPr txBox="1">
            <a:spLocks noGrp="1"/>
          </p:cNvSpPr>
          <p:nvPr>
            <p:ph type="title" idx="2"/>
            <p:custDataLst>
              <p:tags r:id="rId6"/>
            </p:custDataLst>
          </p:nvPr>
        </p:nvSpPr>
        <p:spPr>
          <a:xfrm>
            <a:off x="456300" y="1313550"/>
            <a:ext cx="8226900" cy="529200"/>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2"/>
                    </a:gs>
                  </a:gsLst>
                  <a:lin ang="0" scaled="0"/>
                </a:gradFill>
                <a:latin typeface="MiSans Heavy" panose="00000A00000000000000" pitchFamily="2" charset="-122"/>
                <a:ea typeface="MiSans Heavy" panose="00000A00000000000000" pitchFamily="2" charset="-122"/>
                <a:cs typeface="MiSans Heavy" panose="00000A00000000000000" pitchFamily="2" charset="-122"/>
                <a:sym typeface="MiSans" panose="00000500000000000000" pitchFamily="2" charset="-122"/>
              </a:defRPr>
            </a:lvl1pPr>
          </a:lstStyle>
          <a:p>
            <a:pPr lvl="0" algn="ctr"/>
            <a:r>
              <a:rPr>
                <a:sym typeface="+mn-ea"/>
              </a:rPr>
              <a:t>单击此处编辑母版标题样式</a:t>
            </a:r>
            <a:endParaRPr>
              <a:sym typeface="+mn-ea"/>
            </a:endParaRPr>
          </a:p>
        </p:txBody>
      </p:sp>
      <p:sp>
        <p:nvSpPr>
          <p:cNvPr id="7" name="日期占位符 6"/>
          <p:cNvSpPr>
            <a:spLocks noGrp="1"/>
          </p:cNvSpPr>
          <p:nvPr>
            <p:ph type="dt" sz="half" idx="10"/>
            <p:custDataLst>
              <p:tags r:id="rId7"/>
            </p:custDataLst>
          </p:nvPr>
        </p:nvSpPr>
        <p:spPr>
          <a:xfrm>
            <a:off x="4590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3087000" y="5593050"/>
            <a:ext cx="2970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endParaRPr lang="zh-CN" altLang="en-US" dirty="0"/>
          </a:p>
        </p:txBody>
      </p:sp>
      <p:sp>
        <p:nvSpPr>
          <p:cNvPr id="9" name="灯片编号占位符 8"/>
          <p:cNvSpPr>
            <a:spLocks noGrp="1"/>
          </p:cNvSpPr>
          <p:nvPr>
            <p:ph type="sldNum" sz="quarter" idx="12"/>
            <p:custDataLst>
              <p:tags r:id="rId9"/>
            </p:custDataLst>
          </p:nvPr>
        </p:nvSpPr>
        <p:spPr>
          <a:xfrm>
            <a:off x="66582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7" name="标题"/>
          <p:cNvSpPr txBox="1">
            <a:spLocks noGrp="1"/>
          </p:cNvSpPr>
          <p:nvPr>
            <p:ph type="title" idx="2"/>
            <p:custDataLst>
              <p:tags r:id="rId2"/>
            </p:custDataLst>
          </p:nvPr>
        </p:nvSpPr>
        <p:spPr>
          <a:xfrm>
            <a:off x="456300" y="1313550"/>
            <a:ext cx="8226900" cy="529200"/>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2"/>
                    </a:gs>
                  </a:gsLst>
                  <a:lin ang="0" scaled="0"/>
                </a:gradFill>
                <a:latin typeface="MiSans Heavy" panose="00000A00000000000000" pitchFamily="2" charset="-122"/>
                <a:ea typeface="MiSans Heavy" panose="00000A00000000000000" pitchFamily="2" charset="-122"/>
                <a:cs typeface="MiSans Heavy" panose="00000A00000000000000" pitchFamily="2" charset="-122"/>
                <a:sym typeface="MiSans" panose="00000500000000000000" pitchFamily="2" charset="-122"/>
              </a:defRPr>
            </a:lvl1pPr>
          </a:lstStyle>
          <a:p>
            <a:pPr lvl="0" algn="ctr"/>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4590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3087000" y="5593050"/>
            <a:ext cx="2970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endParaRPr lang="zh-CN" altLang="en-US" dirty="0"/>
          </a:p>
        </p:txBody>
      </p:sp>
      <p:sp>
        <p:nvSpPr>
          <p:cNvPr id="5" name="灯片编号占位符 4"/>
          <p:cNvSpPr>
            <a:spLocks noGrp="1"/>
          </p:cNvSpPr>
          <p:nvPr>
            <p:ph type="sldNum" sz="quarter" idx="12"/>
            <p:custDataLst>
              <p:tags r:id="rId5"/>
            </p:custDataLst>
          </p:nvPr>
        </p:nvSpPr>
        <p:spPr>
          <a:xfrm>
            <a:off x="66582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endParaRPr lang="zh-CN" altLang="en-US" dirty="0"/>
          </a:p>
        </p:txBody>
      </p:sp>
      <p:sp>
        <p:nvSpPr>
          <p:cNvPr id="4" name="灯片编号占位符 3"/>
          <p:cNvSpPr>
            <a:spLocks noGrp="1"/>
          </p:cNvSpPr>
          <p:nvPr>
            <p:ph type="sldNum" sz="quarter" idx="12"/>
            <p:custDataLst>
              <p:tags r:id="rId4"/>
            </p:custDataLst>
          </p:nvPr>
        </p:nvSpPr>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7" name="正文"/>
          <p:cNvSpPr txBox="1">
            <a:spLocks noGrp="1"/>
          </p:cNvSpPr>
          <p:nvPr>
            <p:ph idx="1"/>
            <p:custDataLst>
              <p:tags r:id="rId2"/>
            </p:custDataLst>
          </p:nvPr>
        </p:nvSpPr>
        <p:spPr>
          <a:xfrm>
            <a:off x="521970" y="1127284"/>
            <a:ext cx="8101489" cy="4363403"/>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3"/>
            </p:custDataLst>
          </p:nvPr>
        </p:nvSpPr>
        <p:spPr>
          <a:xfrm>
            <a:off x="4590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a:xfrm>
            <a:off x="3087000" y="5593050"/>
            <a:ext cx="2970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endParaRPr lang="zh-CN" altLang="en-US" dirty="0"/>
          </a:p>
        </p:txBody>
      </p:sp>
      <p:sp>
        <p:nvSpPr>
          <p:cNvPr id="6" name="灯片编号占位符 5"/>
          <p:cNvSpPr>
            <a:spLocks noGrp="1"/>
          </p:cNvSpPr>
          <p:nvPr>
            <p:ph type="sldNum" sz="quarter" idx="12"/>
            <p:custDataLst>
              <p:tags r:id="rId5"/>
            </p:custDataLst>
          </p:nvPr>
        </p:nvSpPr>
        <p:spPr>
          <a:xfrm>
            <a:off x="66582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8" name="副标题"/>
          <p:cNvSpPr txBox="1">
            <a:spLocks noGrp="1"/>
          </p:cNvSpPr>
          <p:nvPr>
            <p:ph type="body" idx="3" hasCustomPrompt="1"/>
            <p:custDataLst>
              <p:tags r:id="rId2"/>
            </p:custDataLst>
          </p:nvPr>
        </p:nvSpPr>
        <p:spPr>
          <a:xfrm>
            <a:off x="521970" y="1833563"/>
            <a:ext cx="8099316" cy="304165"/>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2000" b="0" i="0" u="none" strike="noStrike" kern="1200" cap="none" spc="300" normalizeH="0" baseline="0" noProof="1" dirty="0">
                <a:solidFill>
                  <a:schemeClr val="tx1"/>
                </a:solidFill>
                <a:latin typeface="MiSans Heavy" panose="00000A00000000000000" pitchFamily="2" charset="-122"/>
                <a:ea typeface="MiSans Heavy" panose="00000A00000000000000" pitchFamily="2" charset="-122"/>
                <a:cs typeface="MiSans" panose="00000500000000000000" pitchFamily="2" charset="-122"/>
                <a:sym typeface="MiSans" panose="00000500000000000000" pitchFamily="2" charset="-122"/>
              </a:defRPr>
            </a:lvl1pPr>
          </a:lstStyle>
          <a:p>
            <a:pPr lvl="0" algn="ctr"/>
            <a:r>
              <a:rPr>
                <a:sym typeface="+mn-ea"/>
              </a:rPr>
              <a:t>单击此处编辑母版副标题样式</a:t>
            </a:r>
            <a:endParaRPr>
              <a:sym typeface="+mn-ea"/>
            </a:endParaRPr>
          </a:p>
        </p:txBody>
      </p:sp>
      <p:sp>
        <p:nvSpPr>
          <p:cNvPr id="7" name="标题"/>
          <p:cNvSpPr txBox="1">
            <a:spLocks noGrp="1"/>
          </p:cNvSpPr>
          <p:nvPr>
            <p:ph type="title" idx="2"/>
            <p:custDataLst>
              <p:tags r:id="rId3"/>
            </p:custDataLst>
          </p:nvPr>
        </p:nvSpPr>
        <p:spPr>
          <a:xfrm>
            <a:off x="456300" y="1313550"/>
            <a:ext cx="8226900" cy="529200"/>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2"/>
                    </a:gs>
                  </a:gsLst>
                  <a:lin ang="0" scaled="0"/>
                </a:gradFill>
                <a:latin typeface="MiSans Heavy" panose="00000A00000000000000" pitchFamily="2" charset="-122"/>
                <a:ea typeface="MiSans Heavy" panose="00000A00000000000000" pitchFamily="2" charset="-122"/>
                <a:cs typeface="MiSans Heavy" panose="00000A00000000000000" pitchFamily="2" charset="-122"/>
                <a:sym typeface="MiSans" panose="00000500000000000000" pitchFamily="2" charset="-122"/>
              </a:defRPr>
            </a:lvl1pPr>
          </a:lstStyle>
          <a:p>
            <a:pPr lvl="0" algn="ctr"/>
            <a:r>
              <a:rPr dirty="0">
                <a:sym typeface="+mn-ea"/>
              </a:rPr>
              <a:t>单击此处编辑母版标题样式</a:t>
            </a:r>
            <a:endParaRPr dirty="0">
              <a:sym typeface="+mn-ea"/>
            </a:endParaRPr>
          </a:p>
        </p:txBody>
      </p:sp>
      <p:sp>
        <p:nvSpPr>
          <p:cNvPr id="3" name="日期占位符 2"/>
          <p:cNvSpPr>
            <a:spLocks noGrp="1"/>
          </p:cNvSpPr>
          <p:nvPr>
            <p:ph type="dt" sz="half" idx="10"/>
            <p:custDataLst>
              <p:tags r:id="rId4"/>
            </p:custDataLst>
          </p:nvPr>
        </p:nvSpPr>
        <p:spPr>
          <a:xfrm>
            <a:off x="4590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5593050"/>
            <a:ext cx="2970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6582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showMasterSp="0">
  <p:cSld name="末尾幻灯片">
    <p:spTree>
      <p:nvGrpSpPr>
        <p:cNvPr id="1" name=""/>
        <p:cNvGrpSpPr/>
        <p:nvPr/>
      </p:nvGrpSpPr>
      <p:grpSpPr>
        <a:xfrm>
          <a:off x="0" y="0"/>
          <a:ext cx="0" cy="0"/>
          <a:chOff x="0" y="0"/>
          <a:chExt cx="0" cy="0"/>
        </a:xfrm>
      </p:grpSpPr>
      <p:pic>
        <p:nvPicPr>
          <p:cNvPr id="22" name="图片 21"/>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144" y="857250"/>
            <a:ext cx="9129713" cy="5143500"/>
          </a:xfrm>
          <a:prstGeom prst="rect">
            <a:avLst/>
          </a:prstGeom>
        </p:spPr>
      </p:pic>
      <p:cxnSp>
        <p:nvCxnSpPr>
          <p:cNvPr id="45" name="直接连接符 44"/>
          <p:cNvCxnSpPr/>
          <p:nvPr>
            <p:custDataLst>
              <p:tags r:id="rId4"/>
            </p:custDataLst>
          </p:nvPr>
        </p:nvCxnSpPr>
        <p:spPr>
          <a:xfrm>
            <a:off x="2709386" y="3592354"/>
            <a:ext cx="3725228" cy="0"/>
          </a:xfrm>
          <a:prstGeom prst="line">
            <a:avLst/>
          </a:prstGeom>
          <a:ln w="25400" cap="rnd">
            <a:gradFill>
              <a:gsLst>
                <a:gs pos="40000">
                  <a:schemeClr val="accent1"/>
                </a:gs>
                <a:gs pos="100000">
                  <a:schemeClr val="tx1">
                    <a:alpha val="0"/>
                  </a:schemeClr>
                </a:gs>
                <a:gs pos="0">
                  <a:schemeClr val="tx1">
                    <a:alpha val="0"/>
                  </a:schemeClr>
                </a:gs>
                <a:gs pos="64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8" name="署名"/>
          <p:cNvSpPr txBox="1">
            <a:spLocks noGrp="1"/>
          </p:cNvSpPr>
          <p:nvPr>
            <p:ph type="body" idx="2" hasCustomPrompt="1"/>
            <p:custDataLst>
              <p:tags r:id="rId5"/>
            </p:custDataLst>
          </p:nvPr>
        </p:nvSpPr>
        <p:spPr>
          <a:xfrm>
            <a:off x="4019074" y="3879056"/>
            <a:ext cx="1070610" cy="275749"/>
          </a:xfrm>
          <a:prstGeom prst="roundRect">
            <a:avLst>
              <a:gd name="adj" fmla="val 50000"/>
            </a:avLst>
          </a:prstGeom>
          <a:gradFill>
            <a:gsLst>
              <a:gs pos="0">
                <a:schemeClr val="accent1"/>
              </a:gs>
              <a:gs pos="100000">
                <a:schemeClr val="accent2"/>
              </a:gs>
            </a:gsLst>
            <a:lin ang="2700000" scaled="0"/>
          </a:gradFill>
        </p:spPr>
        <p:txBody>
          <a:bodyPr wrap="square" lIns="91440" tIns="45720" rIns="91440" bIns="45720" rtlCol="0" anchor="ctr" anchorCtr="0">
            <a:noAutofit/>
          </a:bodyPr>
          <a:lstStyle>
            <a:lvl1pPr marL="0" marR="0" lvl="0" algn="ctr" defTabSz="914400" rtl="0" eaLnBrk="1" fontAlgn="auto" latinLnBrk="0" hangingPunct="1">
              <a:lnSpc>
                <a:spcPct val="100000"/>
              </a:lnSpc>
              <a:buClrTx/>
              <a:buSzTx/>
              <a:buFontTx/>
              <a:buNone/>
              <a:defRPr kumimoji="0" lang="zh-CN" altLang="en-US" sz="1400" b="0" i="0" u="none" strike="noStrike" kern="1200" cap="none" spc="0" normalizeH="0" baseline="0" noProof="1" dirty="0">
                <a:solidFill>
                  <a:srgbClr val="FFFFFF"/>
                </a:solidFill>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stStyle>
          <a:p>
            <a:pPr lvl="0" algn="ctr">
              <a:buClrTx/>
              <a:buSzTx/>
              <a:buFontTx/>
            </a:pPr>
            <a:r>
              <a:rPr lang="zh-CN" altLang="en-US" dirty="0">
                <a:sym typeface="+mn-ea"/>
              </a:rPr>
              <a:t>署名</a:t>
            </a:r>
            <a:endParaRPr lang="zh-CN" altLang="en-US" dirty="0">
              <a:sym typeface="+mn-ea"/>
            </a:endParaRPr>
          </a:p>
        </p:txBody>
      </p:sp>
      <p:sp>
        <p:nvSpPr>
          <p:cNvPr id="7" name="标题"/>
          <p:cNvSpPr txBox="1">
            <a:spLocks noGrp="1"/>
          </p:cNvSpPr>
          <p:nvPr>
            <p:ph type="title" idx="1" hasCustomPrompt="1"/>
            <p:custDataLst>
              <p:tags r:id="rId6"/>
            </p:custDataLst>
          </p:nvPr>
        </p:nvSpPr>
        <p:spPr>
          <a:xfrm>
            <a:off x="2493169" y="2047399"/>
            <a:ext cx="4140041" cy="1504474"/>
          </a:xfrm>
          <a:prstGeom prst="rect">
            <a:avLst/>
          </a:prstGeom>
          <a:noFill/>
        </p:spPr>
        <p:txBody>
          <a:bodyPr wrap="square" lIns="91440" tIns="45720" rIns="91440" bIns="45720" rtlCol="0" anchor="ctr" anchorCtr="0">
            <a:normAutofit/>
          </a:bodyPr>
          <a:lstStyle>
            <a:lvl1pPr marL="0" marR="0" algn="ctr" defTabSz="914400" rtl="0" eaLnBrk="1" fontAlgn="auto" latinLnBrk="0" hangingPunct="1">
              <a:lnSpc>
                <a:spcPct val="110000"/>
              </a:lnSpc>
              <a:buClrTx/>
              <a:buSzTx/>
              <a:buFontTx/>
              <a:buNone/>
              <a:defRPr kumimoji="0" lang="en-US" altLang="zh-CN" sz="5400" b="0" i="0" u="none" strike="noStrike" kern="1200" cap="none" spc="0" normalizeH="0" baseline="0" noProof="1" dirty="0">
                <a:gradFill flip="none" rotWithShape="1">
                  <a:gsLst>
                    <a:gs pos="0">
                      <a:schemeClr val="accent1"/>
                    </a:gs>
                    <a:gs pos="100000">
                      <a:schemeClr val="accent2"/>
                    </a:gs>
                  </a:gsLst>
                  <a:lin ang="0" scaled="1"/>
                  <a:tileRect/>
                </a:gradFill>
                <a:latin typeface="MiSans Heavy" panose="00000A00000000000000" pitchFamily="2" charset="-122"/>
                <a:ea typeface="MiSans Heavy" panose="00000A00000000000000" pitchFamily="2" charset="-122"/>
                <a:cs typeface="MiSans" panose="00000500000000000000" pitchFamily="2" charset="-122"/>
                <a:sym typeface="MiSans" panose="00000500000000000000" pitchFamily="2" charset="-122"/>
              </a:defRPr>
            </a:lvl1pPr>
          </a:lstStyle>
          <a:p>
            <a:pPr lvl="0" algn="ctr">
              <a:lnSpc>
                <a:spcPct val="110000"/>
              </a:lnSpc>
            </a:pPr>
            <a:r>
              <a:rPr>
                <a:sym typeface="+mn-ea"/>
              </a:rPr>
              <a:t>单击编辑标题</a:t>
            </a:r>
            <a:endParaRPr>
              <a:sym typeface="+mn-ea"/>
            </a:endParaRPr>
          </a:p>
        </p:txBody>
      </p:sp>
      <p:sp>
        <p:nvSpPr>
          <p:cNvPr id="4" name="日期占位符 3"/>
          <p:cNvSpPr>
            <a:spLocks noGrp="1"/>
          </p:cNvSpPr>
          <p:nvPr>
            <p:ph type="dt" sz="half" idx="10"/>
            <p:custDataLst>
              <p:tags r:id="rId7"/>
            </p:custDataLst>
          </p:nvPr>
        </p:nvSpPr>
        <p:spPr>
          <a:xfrm>
            <a:off x="4590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3087000" y="5593050"/>
            <a:ext cx="2970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endParaRPr lang="zh-CN" altLang="en-US" dirty="0"/>
          </a:p>
        </p:txBody>
      </p:sp>
      <p:sp>
        <p:nvSpPr>
          <p:cNvPr id="6" name="灯片编号占位符 5"/>
          <p:cNvSpPr>
            <a:spLocks noGrp="1"/>
          </p:cNvSpPr>
          <p:nvPr>
            <p:ph type="sldNum" sz="quarter" idx="12"/>
            <p:custDataLst>
              <p:tags r:id="rId9"/>
            </p:custDataLst>
          </p:nvPr>
        </p:nvSpPr>
        <p:spPr>
          <a:xfrm>
            <a:off x="6658200" y="5593050"/>
            <a:ext cx="2025000" cy="237600"/>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49AE70B2-8BF9-45C0-BB95-33D1B9D3A854}" type="slidenum">
              <a:rPr lang="zh-CN" altLang="en-US" smtClean="0"/>
            </a:fld>
            <a:endParaRPr lang="zh-CN" altLang="en-US" dirty="0"/>
          </a:p>
        </p:txBody>
      </p:sp>
      <p:sp>
        <p:nvSpPr>
          <p:cNvPr id="13" name="任意多边形: 形状 12"/>
          <p:cNvSpPr/>
          <p:nvPr userDrawn="1">
            <p:custDataLst>
              <p:tags r:id="rId10"/>
            </p:custDataLst>
          </p:nvPr>
        </p:nvSpPr>
        <p:spPr>
          <a:xfrm>
            <a:off x="464344" y="1269317"/>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14" name="任意多边形: 形状 13"/>
          <p:cNvSpPr/>
          <p:nvPr userDrawn="1">
            <p:custDataLst>
              <p:tags r:id="rId11"/>
            </p:custDataLst>
          </p:nvPr>
        </p:nvSpPr>
        <p:spPr>
          <a:xfrm>
            <a:off x="485595" y="1304856"/>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2"/>
                  <a:pt x="156633" y="17445"/>
                </a:cubicBezTo>
                <a:cubicBezTo>
                  <a:pt x="156114" y="17097"/>
                  <a:pt x="155633" y="16702"/>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2"/>
                  <a:pt x="153657" y="4753"/>
                  <a:pt x="154005" y="4233"/>
                </a:cubicBezTo>
                <a:cubicBezTo>
                  <a:pt x="154353" y="3713"/>
                  <a:pt x="154748" y="3232"/>
                  <a:pt x="155190" y="2790"/>
                </a:cubicBezTo>
                <a:cubicBezTo>
                  <a:pt x="155633" y="2348"/>
                  <a:pt x="156113" y="1953"/>
                  <a:pt x="156633" y="1605"/>
                </a:cubicBezTo>
                <a:cubicBezTo>
                  <a:pt x="157153" y="1258"/>
                  <a:pt x="157702" y="964"/>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15" name="任意多边形: 形状 14"/>
          <p:cNvSpPr/>
          <p:nvPr userDrawn="1">
            <p:custDataLst>
              <p:tags r:id="rId12"/>
            </p:custDataLst>
          </p:nvPr>
        </p:nvSpPr>
        <p:spPr>
          <a:xfrm>
            <a:off x="485595" y="1347718"/>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16" name="任意多边形: 形状 15"/>
          <p:cNvSpPr/>
          <p:nvPr userDrawn="1">
            <p:custDataLst>
              <p:tags r:id="rId13"/>
            </p:custDataLst>
          </p:nvPr>
        </p:nvSpPr>
        <p:spPr>
          <a:xfrm>
            <a:off x="485595" y="1390580"/>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17" name="任意多边形: 形状 16"/>
          <p:cNvSpPr/>
          <p:nvPr userDrawn="1">
            <p:custDataLst>
              <p:tags r:id="rId14"/>
            </p:custDataLst>
          </p:nvPr>
        </p:nvSpPr>
        <p:spPr>
          <a:xfrm rot="16200000">
            <a:off x="8532495" y="1269206"/>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18" name="任意多边形: 形状 17"/>
          <p:cNvSpPr/>
          <p:nvPr userDrawn="1">
            <p:custDataLst>
              <p:tags r:id="rId15"/>
            </p:custDataLst>
          </p:nvPr>
        </p:nvSpPr>
        <p:spPr>
          <a:xfrm rot="16200000">
            <a:off x="8568214" y="1322785"/>
            <a:ext cx="100013" cy="5715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19" name="任意多边形: 形状 18"/>
          <p:cNvSpPr/>
          <p:nvPr userDrawn="1">
            <p:custDataLst>
              <p:tags r:id="rId16"/>
            </p:custDataLst>
          </p:nvPr>
        </p:nvSpPr>
        <p:spPr>
          <a:xfrm rot="5400000">
            <a:off x="8361045" y="1269206"/>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
        <p:nvSpPr>
          <p:cNvPr id="20" name="任意多边形: 形状 19"/>
          <p:cNvSpPr/>
          <p:nvPr userDrawn="1">
            <p:custDataLst>
              <p:tags r:id="rId17"/>
            </p:custDataLst>
          </p:nvPr>
        </p:nvSpPr>
        <p:spPr>
          <a:xfrm rot="5400000">
            <a:off x="8396764" y="1329928"/>
            <a:ext cx="100013" cy="5715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144" y="865346"/>
            <a:ext cx="9129713" cy="5143500"/>
          </a:xfrm>
          <a:prstGeom prst="rect">
            <a:avLst/>
          </a:prstGeom>
        </p:spPr>
      </p:pic>
      <p:sp>
        <p:nvSpPr>
          <p:cNvPr id="11" name="任意多边形: 形状 10"/>
          <p:cNvSpPr/>
          <p:nvPr>
            <p:custDataLst>
              <p:tags r:id="rId4"/>
            </p:custDataLst>
          </p:nvPr>
        </p:nvSpPr>
        <p:spPr>
          <a:xfrm>
            <a:off x="464344" y="1269317"/>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p>
        </p:txBody>
      </p:sp>
      <p:sp>
        <p:nvSpPr>
          <p:cNvPr id="12" name="任意多边形: 形状 11"/>
          <p:cNvSpPr/>
          <p:nvPr>
            <p:custDataLst>
              <p:tags r:id="rId5"/>
            </p:custDataLst>
          </p:nvPr>
        </p:nvSpPr>
        <p:spPr>
          <a:xfrm>
            <a:off x="485595" y="1304856"/>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2"/>
                  <a:pt x="156633" y="17445"/>
                </a:cubicBezTo>
                <a:cubicBezTo>
                  <a:pt x="156114" y="17097"/>
                  <a:pt x="155633" y="16702"/>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2"/>
                  <a:pt x="153657" y="4753"/>
                  <a:pt x="154005" y="4233"/>
                </a:cubicBezTo>
                <a:cubicBezTo>
                  <a:pt x="154353" y="3713"/>
                  <a:pt x="154748" y="3232"/>
                  <a:pt x="155190" y="2790"/>
                </a:cubicBezTo>
                <a:cubicBezTo>
                  <a:pt x="155633" y="2348"/>
                  <a:pt x="156113" y="1953"/>
                  <a:pt x="156633" y="1605"/>
                </a:cubicBezTo>
                <a:cubicBezTo>
                  <a:pt x="157153" y="1258"/>
                  <a:pt x="157702" y="964"/>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p>
        </p:txBody>
      </p:sp>
      <p:sp>
        <p:nvSpPr>
          <p:cNvPr id="13" name="任意多边形: 形状 12"/>
          <p:cNvSpPr/>
          <p:nvPr>
            <p:custDataLst>
              <p:tags r:id="rId6"/>
            </p:custDataLst>
          </p:nvPr>
        </p:nvSpPr>
        <p:spPr>
          <a:xfrm>
            <a:off x="485595" y="1347718"/>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p>
        </p:txBody>
      </p:sp>
      <p:sp>
        <p:nvSpPr>
          <p:cNvPr id="14" name="任意多边形: 形状 13"/>
          <p:cNvSpPr/>
          <p:nvPr>
            <p:custDataLst>
              <p:tags r:id="rId7"/>
            </p:custDataLst>
          </p:nvPr>
        </p:nvSpPr>
        <p:spPr>
          <a:xfrm>
            <a:off x="485595" y="1390580"/>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p>
        </p:txBody>
      </p:sp>
      <p:sp>
        <p:nvSpPr>
          <p:cNvPr id="18" name="任意多边形: 形状 17"/>
          <p:cNvSpPr/>
          <p:nvPr>
            <p:custDataLst>
              <p:tags r:id="rId8"/>
            </p:custDataLst>
          </p:nvPr>
        </p:nvSpPr>
        <p:spPr>
          <a:xfrm rot="16200000">
            <a:off x="8532495" y="1269206"/>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p>
        </p:txBody>
      </p:sp>
      <p:sp>
        <p:nvSpPr>
          <p:cNvPr id="19" name="任意多边形: 形状 18"/>
          <p:cNvSpPr/>
          <p:nvPr>
            <p:custDataLst>
              <p:tags r:id="rId9"/>
            </p:custDataLst>
          </p:nvPr>
        </p:nvSpPr>
        <p:spPr>
          <a:xfrm rot="16200000">
            <a:off x="8568214" y="1322785"/>
            <a:ext cx="100013" cy="5715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350"/>
          </a:p>
        </p:txBody>
      </p:sp>
      <p:sp>
        <p:nvSpPr>
          <p:cNvPr id="21" name="任意多边形: 形状 20"/>
          <p:cNvSpPr/>
          <p:nvPr>
            <p:custDataLst>
              <p:tags r:id="rId10"/>
            </p:custDataLst>
          </p:nvPr>
        </p:nvSpPr>
        <p:spPr>
          <a:xfrm rot="5400000">
            <a:off x="8361045" y="1269206"/>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p>
        </p:txBody>
      </p:sp>
      <p:sp>
        <p:nvSpPr>
          <p:cNvPr id="22" name="任意多边形: 形状 21"/>
          <p:cNvSpPr/>
          <p:nvPr>
            <p:custDataLst>
              <p:tags r:id="rId11"/>
            </p:custDataLst>
          </p:nvPr>
        </p:nvSpPr>
        <p:spPr>
          <a:xfrm rot="5400000">
            <a:off x="8396764" y="1329928"/>
            <a:ext cx="100013" cy="5715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350"/>
          </a:p>
        </p:txBody>
      </p:sp>
      <p:sp>
        <p:nvSpPr>
          <p:cNvPr id="9" name="署名"/>
          <p:cNvSpPr txBox="1">
            <a:spLocks noGrp="1"/>
          </p:cNvSpPr>
          <p:nvPr>
            <p:ph type="body" idx="3" hasCustomPrompt="1"/>
            <p:custDataLst>
              <p:tags r:id="rId12"/>
            </p:custDataLst>
          </p:nvPr>
        </p:nvSpPr>
        <p:spPr>
          <a:xfrm>
            <a:off x="4020979" y="3834765"/>
            <a:ext cx="1101566" cy="309086"/>
          </a:xfrm>
          <a:prstGeom prst="roundRect">
            <a:avLst>
              <a:gd name="adj" fmla="val 50000"/>
            </a:avLst>
          </a:prstGeom>
          <a:gradFill>
            <a:gsLst>
              <a:gs pos="0">
                <a:schemeClr val="accent1"/>
              </a:gs>
              <a:gs pos="100000">
                <a:schemeClr val="accent2"/>
              </a:gs>
            </a:gsLst>
            <a:lin ang="2700000" scaled="0"/>
          </a:gradFill>
        </p:spPr>
        <p:txBody>
          <a:bodyPr wrap="square" lIns="91440" tIns="45720" rIns="91440" bIns="45720" rtlCol="0" anchor="ctr" anchorCtr="0">
            <a:noAutofit/>
          </a:bodyPr>
          <a:lstStyle>
            <a:lvl1pPr marL="0" marR="0" lvl="0" algn="ctr" defTabSz="914400" rtl="0" eaLnBrk="1" fontAlgn="auto" latinLnBrk="0" hangingPunct="1">
              <a:lnSpc>
                <a:spcPct val="110000"/>
              </a:lnSpc>
              <a:buClrTx/>
              <a:buSzTx/>
              <a:buFontTx/>
              <a:buNone/>
              <a:defRPr kumimoji="0" lang="zh-CN" altLang="en-US" sz="1400" b="0" i="0" u="none" strike="noStrike" kern="1200" cap="none" spc="0" normalizeH="0" baseline="0" noProof="1" dirty="0">
                <a:solidFill>
                  <a:srgbClr val="FFFFFF"/>
                </a:solidFill>
                <a:latin typeface="+mn-lt"/>
                <a:ea typeface="+mn-lt"/>
                <a:cs typeface="MiSans" panose="00000500000000000000" pitchFamily="2" charset="-122"/>
                <a:sym typeface="+mn-ea"/>
              </a:defRPr>
            </a:lvl1pPr>
          </a:lstStyle>
          <a:p>
            <a:pPr lvl="0" algn="ctr">
              <a:lnSpc>
                <a:spcPct val="110000"/>
              </a:lnSpc>
              <a:buClrTx/>
              <a:buSzTx/>
              <a:buFontTx/>
            </a:pPr>
            <a:r>
              <a:rPr lang="zh-CN" altLang="en-US" dirty="0">
                <a:sym typeface="+mn-ea"/>
              </a:rPr>
              <a:t>署名</a:t>
            </a:r>
            <a:endParaRPr lang="zh-CN" altLang="en-US" dirty="0">
              <a:sym typeface="+mn-ea"/>
            </a:endParaRPr>
          </a:p>
        </p:txBody>
      </p:sp>
      <p:sp>
        <p:nvSpPr>
          <p:cNvPr id="8" name="副标题"/>
          <p:cNvSpPr txBox="1">
            <a:spLocks noGrp="1"/>
          </p:cNvSpPr>
          <p:nvPr>
            <p:ph type="body" idx="2" hasCustomPrompt="1"/>
            <p:custDataLst>
              <p:tags r:id="rId13"/>
            </p:custDataLst>
          </p:nvPr>
        </p:nvSpPr>
        <p:spPr>
          <a:xfrm>
            <a:off x="2198846" y="3437096"/>
            <a:ext cx="4746308" cy="321945"/>
          </a:xfrm>
          <a:prstGeom prst="rect">
            <a:avLst/>
          </a:prstGeom>
          <a:noFill/>
        </p:spPr>
        <p:txBody>
          <a:bodyPr wrap="square" lIns="91440" tIns="45720" rIns="91440" bIns="45720" rtlCol="0" anchor="t">
            <a:normAutofit/>
          </a:bodyPr>
          <a:lstStyle>
            <a:lvl1pPr marL="0" marR="0" lvl="0" algn="ctr" defTabSz="914400" rtl="0" eaLnBrk="1" fontAlgn="auto" latinLnBrk="0" hangingPunct="1">
              <a:lnSpc>
                <a:spcPct val="130000"/>
              </a:lnSpc>
              <a:buClrTx/>
              <a:buSzTx/>
              <a:buFontTx/>
              <a:buNone/>
              <a:defRPr kumimoji="0" lang="zh-CN" altLang="en-US" sz="1600" b="0" i="0" u="none" strike="noStrike" kern="1200" cap="none" spc="0" normalizeH="0" baseline="0" noProof="1" dirty="0">
                <a:solidFill>
                  <a:schemeClr val="accent1">
                    <a:lumMod val="60000"/>
                    <a:lumOff val="40000"/>
                  </a:schemeClr>
                </a:solidFill>
                <a:latin typeface="+mn-lt"/>
                <a:ea typeface="+mn-lt"/>
                <a:cs typeface="MiSans" panose="00000500000000000000" pitchFamily="2" charset="-122"/>
                <a:sym typeface="+mn-ea"/>
              </a:defRPr>
            </a:lvl1pPr>
          </a:lstStyle>
          <a:p>
            <a:pPr lvl="0" algn="ctr">
              <a:lnSpc>
                <a:spcPct val="130000"/>
              </a:lnSpc>
              <a:buClrTx/>
              <a:buSzTx/>
              <a:buFontTx/>
            </a:pPr>
            <a:r>
              <a:rPr dirty="0">
                <a:sym typeface="+mn-ea"/>
              </a:rPr>
              <a:t>单击此处编辑母版副标题样式</a:t>
            </a:r>
            <a:endParaRPr dirty="0">
              <a:sym typeface="+mn-ea"/>
            </a:endParaRPr>
          </a:p>
        </p:txBody>
      </p:sp>
      <p:sp>
        <p:nvSpPr>
          <p:cNvPr id="7" name="标题"/>
          <p:cNvSpPr txBox="1">
            <a:spLocks noGrp="1"/>
          </p:cNvSpPr>
          <p:nvPr>
            <p:ph type="title" idx="1" hasCustomPrompt="1"/>
            <p:custDataLst>
              <p:tags r:id="rId14"/>
            </p:custDataLst>
          </p:nvPr>
        </p:nvSpPr>
        <p:spPr>
          <a:xfrm>
            <a:off x="2198846" y="1810703"/>
            <a:ext cx="4745831" cy="1619250"/>
          </a:xfrm>
          <a:prstGeom prst="rect">
            <a:avLst/>
          </a:prstGeom>
          <a:noFill/>
        </p:spPr>
        <p:txBody>
          <a:bodyPr wrap="square" lIns="91440" tIns="45720" rIns="91440" bIns="45720" rtlCol="0" anchor="b" anchorCtr="0">
            <a:normAutofit/>
          </a:bodyPr>
          <a:lstStyle>
            <a:lvl1pPr marL="0" marR="0" algn="ctr" defTabSz="914400" rtl="0" eaLnBrk="1" fontAlgn="auto" latinLnBrk="0" hangingPunct="1">
              <a:lnSpc>
                <a:spcPct val="100000"/>
              </a:lnSpc>
              <a:buClrTx/>
              <a:buSzTx/>
              <a:buFontTx/>
              <a:buNone/>
              <a:defRPr kumimoji="0" lang="en-US" altLang="zh-CN" sz="5400" b="0" i="0" u="none" strike="noStrike" kern="1200" cap="none" spc="0" normalizeH="0" baseline="0" noProof="1" dirty="0">
                <a:gradFill flip="none" rotWithShape="1">
                  <a:gsLst>
                    <a:gs pos="0">
                      <a:schemeClr val="accent1"/>
                    </a:gs>
                    <a:gs pos="100000">
                      <a:schemeClr val="accent2"/>
                    </a:gs>
                  </a:gsLst>
                  <a:lin ang="0" scaled="1"/>
                  <a:tileRect/>
                </a:gradFill>
                <a:latin typeface="+mj-lt"/>
                <a:ea typeface="+mj-lt"/>
                <a:cs typeface="+mj-lt"/>
                <a:sym typeface="+mn-ea"/>
              </a:defRPr>
            </a:lvl1pPr>
          </a:lstStyle>
          <a:p>
            <a:pPr lvl="0" algn="ctr"/>
            <a:r>
              <a:rPr>
                <a:sym typeface="+mn-ea"/>
              </a:rPr>
              <a:t>单击此处编辑标题</a:t>
            </a:r>
            <a:endParaRPr>
              <a:sym typeface="+mn-ea"/>
            </a:endParaRPr>
          </a:p>
        </p:txBody>
      </p:sp>
      <p:sp>
        <p:nvSpPr>
          <p:cNvPr id="4" name="日期占位符 3"/>
          <p:cNvSpPr>
            <a:spLocks noGrp="1"/>
          </p:cNvSpPr>
          <p:nvPr>
            <p:ph type="dt" sz="half" idx="10"/>
            <p:custDataLst>
              <p:tags r:id="rId15"/>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6"/>
            </p:custDataLst>
          </p:nvPr>
        </p:nvSpPr>
        <p:spPr>
          <a:xfrm>
            <a:off x="3087000" y="5593050"/>
            <a:ext cx="2970000" cy="237600"/>
          </a:xfrm>
        </p:spPr>
        <p:txBody>
          <a:bodyPr/>
          <a:lstStyle/>
          <a:p>
            <a:endParaRPr lang="zh-CN" altLang="en-US" dirty="0"/>
          </a:p>
        </p:txBody>
      </p:sp>
      <p:sp>
        <p:nvSpPr>
          <p:cNvPr id="6" name="灯片编号占位符 5"/>
          <p:cNvSpPr>
            <a:spLocks noGrp="1"/>
          </p:cNvSpPr>
          <p:nvPr>
            <p:ph type="sldNum" sz="quarter" idx="12"/>
            <p:custDataLst>
              <p:tags r:id="rId17"/>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9" name="正文"/>
          <p:cNvSpPr txBox="1">
            <a:spLocks noGrp="1"/>
          </p:cNvSpPr>
          <p:nvPr>
            <p:ph idx="3"/>
            <p:custDataLst>
              <p:tags r:id="rId2"/>
            </p:custDataLst>
          </p:nvPr>
        </p:nvSpPr>
        <p:spPr>
          <a:xfrm>
            <a:off x="456300" y="1975050"/>
            <a:ext cx="8226900" cy="35694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solidFill>
                <a:uFillTx/>
                <a:latin typeface="+mn-ea"/>
                <a:ea typeface="+mn-ea"/>
                <a:cs typeface="MiSans" panose="00000500000000000000" pitchFamily="2"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pPr>
            <a:r>
              <a:rPr>
                <a:sym typeface="+mn-ea"/>
              </a:rPr>
              <a:t>单击此处编辑母版文本样式</a:t>
            </a:r>
            <a:endParaRPr>
              <a:sym typeface="+mn-ea"/>
            </a:endParaRPr>
          </a:p>
          <a:p>
            <a:pPr lvl="1">
              <a:spcBef>
                <a:spcPts val="1200"/>
              </a:spcBef>
              <a:spcAft>
                <a:spcPts val="0"/>
              </a:spcAft>
            </a:pPr>
            <a:r>
              <a:rPr>
                <a:sym typeface="+mn-ea"/>
              </a:rPr>
              <a:t>第二级</a:t>
            </a:r>
            <a:endParaRPr>
              <a:sym typeface="+mn-ea"/>
            </a:endParaRPr>
          </a:p>
          <a:p>
            <a:pPr lvl="2">
              <a:spcBef>
                <a:spcPts val="1200"/>
              </a:spcBef>
              <a:spcAft>
                <a:spcPts val="0"/>
              </a:spcAft>
            </a:pPr>
            <a:r>
              <a:rPr>
                <a:sym typeface="+mn-ea"/>
              </a:rPr>
              <a:t>第三级</a:t>
            </a:r>
            <a:endParaRPr>
              <a:sym typeface="+mn-ea"/>
            </a:endParaRPr>
          </a:p>
          <a:p>
            <a:pPr lvl="3">
              <a:spcBef>
                <a:spcPts val="1200"/>
              </a:spcBef>
              <a:spcAft>
                <a:spcPts val="0"/>
              </a:spcAft>
            </a:pPr>
            <a:r>
              <a:rPr>
                <a:sym typeface="+mn-ea"/>
              </a:rPr>
              <a:t>第四级</a:t>
            </a:r>
            <a:endParaRPr>
              <a:sym typeface="+mn-ea"/>
            </a:endParaRPr>
          </a:p>
          <a:p>
            <a:pPr lvl="4">
              <a:spcBef>
                <a:spcPts val="1200"/>
              </a:spcBef>
              <a:spcAft>
                <a:spcPts val="0"/>
              </a:spcAft>
            </a:pPr>
            <a:r>
              <a:rPr>
                <a:sym typeface="+mn-ea"/>
              </a:rPr>
              <a:t>第五级</a:t>
            </a:r>
            <a:endParaRPr>
              <a:sym typeface="+mn-ea"/>
            </a:endParaRPr>
          </a:p>
        </p:txBody>
      </p:sp>
      <p:sp>
        <p:nvSpPr>
          <p:cNvPr id="8" name="标题"/>
          <p:cNvSpPr txBox="1">
            <a:spLocks noGrp="1"/>
          </p:cNvSpPr>
          <p:nvPr>
            <p:ph type="title" idx="2"/>
            <p:custDataLst>
              <p:tags r:id="rId3"/>
            </p:custDataLst>
          </p:nvPr>
        </p:nvSpPr>
        <p:spPr>
          <a:xfrm>
            <a:off x="456300" y="1313550"/>
            <a:ext cx="8226900" cy="529200"/>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2"/>
                    </a:gs>
                  </a:gsLst>
                  <a:lin ang="0" scaled="0"/>
                </a:gradFill>
                <a:latin typeface="+mj-lt"/>
                <a:ea typeface="+mj-lt"/>
                <a:cs typeface="MiSans" panose="00000500000000000000" pitchFamily="2" charset="-122"/>
              </a:defRPr>
            </a:lvl1pPr>
          </a:lstStyle>
          <a:p>
            <a:pPr lvl="0" algn="ctr"/>
            <a:r>
              <a:rPr dirty="0">
                <a:sym typeface="+mn-ea"/>
              </a:rPr>
              <a:t>单击此处编辑母版标题样式</a:t>
            </a:r>
            <a:endParaRPr dirty="0">
              <a:sym typeface="+mn-ea"/>
            </a:endParaRPr>
          </a:p>
        </p:txBody>
      </p:sp>
      <p:sp>
        <p:nvSpPr>
          <p:cNvPr id="4" name="日期占位符 3"/>
          <p:cNvSpPr>
            <a:spLocks noGrp="1"/>
          </p:cNvSpPr>
          <p:nvPr>
            <p:ph type="dt" sz="half" idx="10"/>
            <p:custDataLst>
              <p:tags r:id="rId4"/>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3087000" y="5593050"/>
            <a:ext cx="2970000" cy="237600"/>
          </a:xfrm>
        </p:spPr>
        <p:txBody>
          <a:bodyPr/>
          <a:lstStyle/>
          <a:p>
            <a:endParaRPr lang="zh-CN" altLang="en-US" dirty="0"/>
          </a:p>
        </p:txBody>
      </p:sp>
      <p:sp>
        <p:nvSpPr>
          <p:cNvPr id="6" name="灯片编号占位符 5"/>
          <p:cNvSpPr>
            <a:spLocks noGrp="1"/>
          </p:cNvSpPr>
          <p:nvPr>
            <p:ph type="sldNum" sz="quarter" idx="12"/>
            <p:custDataLst>
              <p:tags r:id="rId6"/>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2" name="图片 1"/>
          <p:cNvPicPr>
            <a:picLocks noChangeAspect="1"/>
          </p:cNvPicPr>
          <p:nvPr userDrawn="1">
            <p:custDataLst>
              <p:tags r:id="rId2"/>
            </p:custDataLst>
          </p:nvPr>
        </p:nvPicPr>
        <p:blipFill>
          <a:blip r:embed="rId3">
            <a:alphaModFix amt="44000"/>
            <a:extLst>
              <a:ext uri="{28A0092B-C50C-407E-A947-70E740481C1C}">
                <a14:useLocalDpi xmlns:a14="http://schemas.microsoft.com/office/drawing/2010/main" val="0"/>
              </a:ext>
            </a:extLst>
          </a:blip>
          <a:stretch>
            <a:fillRect/>
          </a:stretch>
        </p:blipFill>
        <p:spPr>
          <a:xfrm>
            <a:off x="7144" y="865346"/>
            <a:ext cx="9129713" cy="5143500"/>
          </a:xfrm>
          <a:prstGeom prst="rect">
            <a:avLst/>
          </a:prstGeom>
        </p:spPr>
      </p:pic>
      <p:cxnSp>
        <p:nvCxnSpPr>
          <p:cNvPr id="58" name="直接连接符 57"/>
          <p:cNvCxnSpPr/>
          <p:nvPr userDrawn="1">
            <p:custDataLst>
              <p:tags r:id="rId4"/>
            </p:custDataLst>
          </p:nvPr>
        </p:nvCxnSpPr>
        <p:spPr>
          <a:xfrm>
            <a:off x="7309961" y="1373505"/>
            <a:ext cx="0" cy="443389"/>
          </a:xfrm>
          <a:prstGeom prst="line">
            <a:avLst/>
          </a:prstGeom>
          <a:ln w="28575" cap="rnd">
            <a:gradFill>
              <a:gsLst>
                <a:gs pos="0">
                  <a:schemeClr val="accent1"/>
                </a:gs>
                <a:gs pos="50000">
                  <a:schemeClr val="accent2"/>
                </a:gs>
                <a:gs pos="100000">
                  <a:schemeClr val="tx1">
                    <a:alpha val="50000"/>
                  </a:schemeClr>
                </a:gs>
              </a:gsLst>
              <a:lin ang="5400000" scaled="0"/>
            </a:gradFill>
          </a:ln>
        </p:spPr>
        <p:style>
          <a:lnRef idx="1">
            <a:schemeClr val="accent1"/>
          </a:lnRef>
          <a:fillRef idx="0">
            <a:schemeClr val="accent1"/>
          </a:fillRef>
          <a:effectRef idx="0">
            <a:schemeClr val="accent1"/>
          </a:effectRef>
          <a:fontRef idx="minor">
            <a:schemeClr val="tx1"/>
          </a:fontRef>
        </p:style>
      </p:cxnSp>
      <p:sp>
        <p:nvSpPr>
          <p:cNvPr id="6" name="标题"/>
          <p:cNvSpPr txBox="1">
            <a:spLocks noGrp="1"/>
          </p:cNvSpPr>
          <p:nvPr>
            <p:ph type="title" idx="1" hasCustomPrompt="1"/>
            <p:custDataLst>
              <p:tags r:id="rId5"/>
            </p:custDataLst>
          </p:nvPr>
        </p:nvSpPr>
        <p:spPr>
          <a:xfrm>
            <a:off x="7320439" y="1082993"/>
            <a:ext cx="1397318" cy="1009650"/>
          </a:xfrm>
          <a:prstGeom prst="rect">
            <a:avLst/>
          </a:prstGeom>
          <a:noFill/>
        </p:spPr>
        <p:txBody>
          <a:bodyPr wrap="square" lIns="90170" tIns="46990" rIns="90170" bIns="46990" rtlCol="0" anchor="ctr" anchorCtr="0">
            <a:normAutofit/>
          </a:bodyPr>
          <a:lstStyle>
            <a:lvl1pPr marL="0" marR="0" lvl="0" algn="l" defTabSz="914400" rtl="0" eaLnBrk="1" fontAlgn="auto" latinLnBrk="0" hangingPunct="1">
              <a:lnSpc>
                <a:spcPct val="100000"/>
              </a:lnSpc>
              <a:buClrTx/>
              <a:buSzTx/>
              <a:buFontTx/>
              <a:buNone/>
              <a:defRPr kumimoji="0" lang="zh-CN" altLang="en-US" sz="6000" b="0" i="0" u="none" strike="noStrike" kern="1200" cap="none" spc="0" normalizeH="0" baseline="0" noProof="1" dirty="0">
                <a:gradFill>
                  <a:gsLst>
                    <a:gs pos="0">
                      <a:schemeClr val="accent1"/>
                    </a:gs>
                    <a:gs pos="100000">
                      <a:schemeClr val="accent2"/>
                    </a:gs>
                  </a:gsLst>
                  <a:lin ang="0" scaled="0"/>
                </a:gradFill>
                <a:latin typeface="+mj-lt"/>
                <a:ea typeface="+mj-lt"/>
                <a:cs typeface="MiSans Heavy" panose="00000A00000000000000" pitchFamily="2" charset="-122"/>
                <a:sym typeface="+mn-ea"/>
              </a:defRPr>
            </a:lvl1pPr>
          </a:lstStyle>
          <a:p>
            <a:pPr lvl="0" algn="l">
              <a:buClrTx/>
              <a:buSzTx/>
              <a:buFontTx/>
            </a:pPr>
            <a:r>
              <a:rPr>
                <a:sym typeface="+mn-ea"/>
              </a:rPr>
              <a:t>标题</a:t>
            </a:r>
            <a:endParaRPr>
              <a:sym typeface="+mn-ea"/>
            </a:endParaRPr>
          </a:p>
        </p:txBody>
      </p:sp>
      <p:sp>
        <p:nvSpPr>
          <p:cNvPr id="3" name="日期占位符 2"/>
          <p:cNvSpPr>
            <a:spLocks noGrp="1"/>
          </p:cNvSpPr>
          <p:nvPr>
            <p:ph type="dt" sz="half" idx="10"/>
            <p:custDataLst>
              <p:tags r:id="rId6"/>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5593050"/>
            <a:ext cx="2970000" cy="2376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pic>
        <p:nvPicPr>
          <p:cNvPr id="3" name="图片 2"/>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476" y="857250"/>
            <a:ext cx="9143048" cy="5143500"/>
          </a:xfrm>
          <a:prstGeom prst="rect">
            <a:avLst/>
          </a:prstGeom>
        </p:spPr>
      </p:pic>
      <p:cxnSp>
        <p:nvCxnSpPr>
          <p:cNvPr id="18" name="直接连接符 17"/>
          <p:cNvCxnSpPr/>
          <p:nvPr>
            <p:custDataLst>
              <p:tags r:id="rId4"/>
            </p:custDataLst>
          </p:nvPr>
        </p:nvCxnSpPr>
        <p:spPr>
          <a:xfrm>
            <a:off x="924878" y="3155156"/>
            <a:ext cx="2863215" cy="0"/>
          </a:xfrm>
          <a:prstGeom prst="line">
            <a:avLst/>
          </a:prstGeom>
          <a:ln w="25400" cap="rnd">
            <a:gradFill>
              <a:gsLst>
                <a:gs pos="0">
                  <a:schemeClr val="accent1"/>
                </a:gs>
                <a:gs pos="99000">
                  <a:schemeClr val="tx1">
                    <a:alpha val="0"/>
                  </a:schemeClr>
                </a:gs>
                <a:gs pos="48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8" name="节编号"/>
          <p:cNvSpPr>
            <a:spLocks noGrp="1"/>
          </p:cNvSpPr>
          <p:nvPr>
            <p:ph type="body" idx="2" hasCustomPrompt="1"/>
            <p:custDataLst>
              <p:tags r:id="rId5"/>
            </p:custDataLst>
          </p:nvPr>
        </p:nvSpPr>
        <p:spPr>
          <a:xfrm>
            <a:off x="924878" y="2083118"/>
            <a:ext cx="3749993" cy="1083945"/>
          </a:xfrm>
          <a:prstGeom prst="rect">
            <a:avLst/>
          </a:prstGeom>
        </p:spPr>
        <p:txBody>
          <a:bodyPr wrap="square" lIns="91440" tIns="45720" rIns="91440" bIns="45720" rtlCol="0" anchor="b" anchorCtr="0">
            <a:normAutofit/>
          </a:bodyPr>
          <a:lstStyle>
            <a:lvl1pPr marL="0" marR="0" lvl="0" algn="l" defTabSz="914400" rtl="0" eaLnBrk="1" fontAlgn="auto" latinLnBrk="0" hangingPunct="1">
              <a:lnSpc>
                <a:spcPct val="110000"/>
              </a:lnSpc>
              <a:buClrTx/>
              <a:buSzTx/>
              <a:buFontTx/>
              <a:buNone/>
              <a:defRPr kumimoji="0" lang="en-US" altLang="en-GB" sz="8800" b="0" i="0" u="none" strike="noStrike" kern="1200" cap="none" spc="0" normalizeH="0" baseline="0" noProof="1" dirty="0">
                <a:gradFill>
                  <a:gsLst>
                    <a:gs pos="0">
                      <a:schemeClr val="accent1"/>
                    </a:gs>
                    <a:gs pos="100000">
                      <a:schemeClr val="accent2"/>
                    </a:gs>
                  </a:gsLst>
                  <a:lin ang="0" scaled="0"/>
                </a:gradFill>
                <a:latin typeface="+mj-lt"/>
                <a:ea typeface="+mj-lt"/>
                <a:cs typeface="MiSans" panose="00000500000000000000" pitchFamily="2" charset="-122"/>
                <a:sym typeface="+mn-ea"/>
              </a:defRPr>
            </a:lvl1pPr>
          </a:lstStyle>
          <a:p>
            <a:pPr lvl="0" algn="l">
              <a:lnSpc>
                <a:spcPct val="110000"/>
              </a:lnSpc>
              <a:buClrTx/>
              <a:buSzTx/>
              <a:buFontTx/>
            </a:pPr>
            <a:r>
              <a:rPr>
                <a:sym typeface="+mn-ea"/>
              </a:rPr>
              <a:t>节编号</a:t>
            </a:r>
            <a:endParaRPr>
              <a:sym typeface="+mn-ea"/>
            </a:endParaRPr>
          </a:p>
        </p:txBody>
      </p:sp>
      <p:sp>
        <p:nvSpPr>
          <p:cNvPr id="7" name="标题"/>
          <p:cNvSpPr>
            <a:spLocks noGrp="1"/>
          </p:cNvSpPr>
          <p:nvPr>
            <p:ph type="title" idx="1" hasCustomPrompt="1"/>
            <p:custDataLst>
              <p:tags r:id="rId6"/>
            </p:custDataLst>
          </p:nvPr>
        </p:nvSpPr>
        <p:spPr>
          <a:xfrm>
            <a:off x="924878" y="3283268"/>
            <a:ext cx="4140041" cy="1815465"/>
          </a:xfrm>
          <a:prstGeom prst="rect">
            <a:avLst/>
          </a:prstGeom>
        </p:spPr>
        <p:txBody>
          <a:bodyPr wrap="square" lIns="91440" tIns="45720" rIns="91440" bIns="45720" rtlCol="0" anchor="t">
            <a:normAutofit/>
          </a:bodyPr>
          <a:lstStyle>
            <a:lvl1pPr marL="0" marR="0" lvl="0" algn="l" defTabSz="914400" rtl="0" eaLnBrk="1" fontAlgn="auto" latinLnBrk="0" hangingPunct="1">
              <a:lnSpc>
                <a:spcPct val="130000"/>
              </a:lnSpc>
              <a:buClrTx/>
              <a:buSzTx/>
              <a:buFontTx/>
              <a:buNone/>
              <a:defRPr kumimoji="0" lang="zh-CN" altLang="en-US" sz="5400" b="0" i="0" u="none" strike="noStrike" kern="1200" cap="none" spc="0" normalizeH="0" baseline="0" noProof="1" dirty="0">
                <a:solidFill>
                  <a:schemeClr val="accent1"/>
                </a:solidFill>
                <a:latin typeface="+mj-lt"/>
                <a:ea typeface="+mj-lt"/>
                <a:cs typeface="MiSans" panose="00000500000000000000" pitchFamily="2" charset="-122"/>
                <a:sym typeface="+mn-ea"/>
              </a:defRPr>
            </a:lvl1pPr>
          </a:lstStyle>
          <a:p>
            <a:pPr lvl="0" algn="l">
              <a:lnSpc>
                <a:spcPct val="130000"/>
              </a:lnSpc>
              <a:buClrTx/>
              <a:buSzTx/>
              <a:buFontTx/>
            </a:pPr>
            <a:r>
              <a:rPr dirty="0">
                <a:sym typeface="+mn-ea"/>
              </a:rPr>
              <a:t>单击编辑标题</a:t>
            </a:r>
            <a:endParaRPr dirty="0">
              <a:sym typeface="+mn-ea"/>
            </a:endParaRPr>
          </a:p>
        </p:txBody>
      </p:sp>
      <p:sp>
        <p:nvSpPr>
          <p:cNvPr id="4" name="日期占位符 3"/>
          <p:cNvSpPr>
            <a:spLocks noGrp="1"/>
          </p:cNvSpPr>
          <p:nvPr>
            <p:ph type="dt" sz="half" idx="10"/>
            <p:custDataLst>
              <p:tags r:id="rId7"/>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3087000" y="5593050"/>
            <a:ext cx="2970000" cy="237600"/>
          </a:xfrm>
        </p:spPr>
        <p:txBody>
          <a:bodyPr/>
          <a:lstStyle/>
          <a:p>
            <a:endParaRPr lang="zh-CN" altLang="en-US" dirty="0"/>
          </a:p>
        </p:txBody>
      </p:sp>
      <p:sp>
        <p:nvSpPr>
          <p:cNvPr id="6" name="灯片编号占位符 5"/>
          <p:cNvSpPr>
            <a:spLocks noGrp="1"/>
          </p:cNvSpPr>
          <p:nvPr>
            <p:ph type="sldNum" sz="quarter" idx="12"/>
            <p:custDataLst>
              <p:tags r:id="rId9"/>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
        <p:nvSpPr>
          <p:cNvPr id="12" name="任意多边形: 形状 11"/>
          <p:cNvSpPr/>
          <p:nvPr userDrawn="1">
            <p:custDataLst>
              <p:tags r:id="rId10"/>
            </p:custDataLst>
          </p:nvPr>
        </p:nvSpPr>
        <p:spPr>
          <a:xfrm>
            <a:off x="464344" y="1269317"/>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p>
        </p:txBody>
      </p:sp>
      <p:sp>
        <p:nvSpPr>
          <p:cNvPr id="13" name="任意多边形: 形状 12"/>
          <p:cNvSpPr/>
          <p:nvPr userDrawn="1">
            <p:custDataLst>
              <p:tags r:id="rId11"/>
            </p:custDataLst>
          </p:nvPr>
        </p:nvSpPr>
        <p:spPr>
          <a:xfrm>
            <a:off x="485595" y="1304856"/>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2"/>
                  <a:pt x="156633" y="17445"/>
                </a:cubicBezTo>
                <a:cubicBezTo>
                  <a:pt x="156114" y="17097"/>
                  <a:pt x="155633" y="16702"/>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2"/>
                  <a:pt x="153657" y="4753"/>
                  <a:pt x="154005" y="4233"/>
                </a:cubicBezTo>
                <a:cubicBezTo>
                  <a:pt x="154353" y="3713"/>
                  <a:pt x="154748" y="3232"/>
                  <a:pt x="155190" y="2790"/>
                </a:cubicBezTo>
                <a:cubicBezTo>
                  <a:pt x="155633" y="2348"/>
                  <a:pt x="156113" y="1953"/>
                  <a:pt x="156633" y="1605"/>
                </a:cubicBezTo>
                <a:cubicBezTo>
                  <a:pt x="157153" y="1258"/>
                  <a:pt x="157702" y="964"/>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p>
        </p:txBody>
      </p:sp>
      <p:sp>
        <p:nvSpPr>
          <p:cNvPr id="14" name="任意多边形: 形状 13"/>
          <p:cNvSpPr/>
          <p:nvPr userDrawn="1">
            <p:custDataLst>
              <p:tags r:id="rId12"/>
            </p:custDataLst>
          </p:nvPr>
        </p:nvSpPr>
        <p:spPr>
          <a:xfrm>
            <a:off x="485595" y="1347718"/>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p>
        </p:txBody>
      </p:sp>
      <p:sp>
        <p:nvSpPr>
          <p:cNvPr id="15" name="任意多边形: 形状 14"/>
          <p:cNvSpPr/>
          <p:nvPr userDrawn="1">
            <p:custDataLst>
              <p:tags r:id="rId13"/>
            </p:custDataLst>
          </p:nvPr>
        </p:nvSpPr>
        <p:spPr>
          <a:xfrm>
            <a:off x="485595" y="1390580"/>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p>
        </p:txBody>
      </p:sp>
      <p:sp>
        <p:nvSpPr>
          <p:cNvPr id="16" name="任意多边形: 形状 15"/>
          <p:cNvSpPr/>
          <p:nvPr userDrawn="1">
            <p:custDataLst>
              <p:tags r:id="rId14"/>
            </p:custDataLst>
          </p:nvPr>
        </p:nvSpPr>
        <p:spPr>
          <a:xfrm rot="16200000">
            <a:off x="8532495" y="1269206"/>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p>
        </p:txBody>
      </p:sp>
      <p:sp>
        <p:nvSpPr>
          <p:cNvPr id="17" name="任意多边形: 形状 16"/>
          <p:cNvSpPr/>
          <p:nvPr userDrawn="1">
            <p:custDataLst>
              <p:tags r:id="rId15"/>
            </p:custDataLst>
          </p:nvPr>
        </p:nvSpPr>
        <p:spPr>
          <a:xfrm rot="16200000">
            <a:off x="8568214" y="1322785"/>
            <a:ext cx="100013" cy="5715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350"/>
          </a:p>
        </p:txBody>
      </p:sp>
      <p:sp>
        <p:nvSpPr>
          <p:cNvPr id="20" name="任意多边形: 形状 19"/>
          <p:cNvSpPr/>
          <p:nvPr userDrawn="1">
            <p:custDataLst>
              <p:tags r:id="rId16"/>
            </p:custDataLst>
          </p:nvPr>
        </p:nvSpPr>
        <p:spPr>
          <a:xfrm rot="5400000">
            <a:off x="8361045" y="1269206"/>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p>
        </p:txBody>
      </p:sp>
      <p:sp>
        <p:nvSpPr>
          <p:cNvPr id="22" name="任意多边形: 形状 21"/>
          <p:cNvSpPr/>
          <p:nvPr userDrawn="1">
            <p:custDataLst>
              <p:tags r:id="rId17"/>
            </p:custDataLst>
          </p:nvPr>
        </p:nvSpPr>
        <p:spPr>
          <a:xfrm rot="5400000">
            <a:off x="8396764" y="1329928"/>
            <a:ext cx="100013" cy="5715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35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标题和两栏">
    <p:spTree>
      <p:nvGrpSpPr>
        <p:cNvPr id="1" name=""/>
        <p:cNvGrpSpPr/>
        <p:nvPr/>
      </p:nvGrpSpPr>
      <p:grpSpPr>
        <a:xfrm>
          <a:off x="0" y="0"/>
          <a:ext cx="0" cy="0"/>
          <a:chOff x="0" y="0"/>
          <a:chExt cx="0" cy="0"/>
        </a:xfrm>
      </p:grpSpPr>
      <p:sp>
        <p:nvSpPr>
          <p:cNvPr id="11" name="正文"/>
          <p:cNvSpPr txBox="1">
            <a:spLocks noGrp="1"/>
          </p:cNvSpPr>
          <p:nvPr>
            <p:ph idx="4"/>
            <p:custDataLst>
              <p:tags r:id="rId2"/>
            </p:custDataLst>
          </p:nvPr>
        </p:nvSpPr>
        <p:spPr>
          <a:xfrm>
            <a:off x="4800604" y="1975018"/>
            <a:ext cx="3882600" cy="3569427"/>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solidFill>
                <a:uFillTx/>
                <a:latin typeface="+mn-ea"/>
                <a:ea typeface="+mn-ea"/>
                <a:cs typeface="MiSans" panose="00000500000000000000" pitchFamily="2"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0" name="正文"/>
          <p:cNvSpPr txBox="1">
            <a:spLocks noGrp="1"/>
          </p:cNvSpPr>
          <p:nvPr>
            <p:ph idx="3"/>
            <p:custDataLst>
              <p:tags r:id="rId3"/>
            </p:custDataLst>
          </p:nvPr>
        </p:nvSpPr>
        <p:spPr>
          <a:xfrm>
            <a:off x="456300" y="1975018"/>
            <a:ext cx="3882600" cy="3569427"/>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solidFill>
                <a:uFillTx/>
                <a:latin typeface="+mn-ea"/>
                <a:ea typeface="+mn-ea"/>
                <a:cs typeface="MiSans" panose="00000500000000000000" pitchFamily="2"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9" name="标题"/>
          <p:cNvSpPr txBox="1">
            <a:spLocks noGrp="1"/>
          </p:cNvSpPr>
          <p:nvPr>
            <p:ph type="title" idx="2"/>
            <p:custDataLst>
              <p:tags r:id="rId4"/>
            </p:custDataLst>
          </p:nvPr>
        </p:nvSpPr>
        <p:spPr>
          <a:xfrm>
            <a:off x="456300" y="1313550"/>
            <a:ext cx="8226900" cy="529200"/>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2"/>
                    </a:gs>
                  </a:gsLst>
                  <a:lin ang="0" scaled="0"/>
                </a:gradFill>
                <a:latin typeface="+mj-lt"/>
                <a:ea typeface="+mj-lt"/>
                <a:cs typeface="+mj-lt"/>
              </a:defRPr>
            </a:lvl1pPr>
          </a:lstStyle>
          <a:p>
            <a:pPr lvl="0" algn="ctr"/>
            <a:r>
              <a:rPr>
                <a:sym typeface="+mn-ea"/>
              </a:rPr>
              <a:t>单击此处编辑母版标题样式</a:t>
            </a:r>
            <a:endParaRPr>
              <a:sym typeface="+mn-ea"/>
            </a:endParaRPr>
          </a:p>
        </p:txBody>
      </p:sp>
      <p:sp>
        <p:nvSpPr>
          <p:cNvPr id="5" name="日期占位符 4"/>
          <p:cNvSpPr>
            <a:spLocks noGrp="1"/>
          </p:cNvSpPr>
          <p:nvPr>
            <p:ph type="dt" sz="half" idx="10"/>
            <p:custDataLst>
              <p:tags r:id="rId5"/>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3087000" y="5593050"/>
            <a:ext cx="2970000" cy="237600"/>
          </a:xfrm>
        </p:spPr>
        <p:txBody>
          <a:bodyPr/>
          <a:lstStyle/>
          <a:p>
            <a:endParaRPr lang="zh-CN" altLang="en-US" dirty="0"/>
          </a:p>
        </p:txBody>
      </p:sp>
      <p:sp>
        <p:nvSpPr>
          <p:cNvPr id="7" name="灯片编号占位符 6"/>
          <p:cNvSpPr>
            <a:spLocks noGrp="1"/>
          </p:cNvSpPr>
          <p:nvPr>
            <p:ph type="sldNum" sz="quarter" idx="12"/>
            <p:custDataLst>
              <p:tags r:id="rId7"/>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标题和比较">
    <p:spTree>
      <p:nvGrpSpPr>
        <p:cNvPr id="1" name=""/>
        <p:cNvGrpSpPr/>
        <p:nvPr/>
      </p:nvGrpSpPr>
      <p:grpSpPr>
        <a:xfrm>
          <a:off x="0" y="0"/>
          <a:ext cx="0" cy="0"/>
          <a:chOff x="0" y="0"/>
          <a:chExt cx="0" cy="0"/>
        </a:xfrm>
      </p:grpSpPr>
      <p:sp>
        <p:nvSpPr>
          <p:cNvPr id="15" name="正文"/>
          <p:cNvSpPr txBox="1">
            <a:spLocks noGrp="1"/>
          </p:cNvSpPr>
          <p:nvPr>
            <p:ph idx="6"/>
            <p:custDataLst>
              <p:tags r:id="rId2"/>
            </p:custDataLst>
          </p:nvPr>
        </p:nvSpPr>
        <p:spPr>
          <a:xfrm>
            <a:off x="4676400" y="2247750"/>
            <a:ext cx="4006800" cy="32967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solidFill>
                <a:uFillTx/>
                <a:latin typeface="+mn-ea"/>
                <a:ea typeface="+mn-ea"/>
                <a:cs typeface="MiSans" panose="00000500000000000000" pitchFamily="2"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4" name="标题"/>
          <p:cNvSpPr txBox="1">
            <a:spLocks noGrp="1"/>
          </p:cNvSpPr>
          <p:nvPr>
            <p:ph type="title" idx="5"/>
            <p:custDataLst>
              <p:tags r:id="rId3"/>
            </p:custDataLst>
          </p:nvPr>
        </p:nvSpPr>
        <p:spPr>
          <a:xfrm>
            <a:off x="4676400" y="1929150"/>
            <a:ext cx="4006800" cy="299085"/>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0" normalizeH="0" baseline="0" noProof="1" dirty="0">
                <a:solidFill>
                  <a:schemeClr val="tx1"/>
                </a:solidFill>
                <a:latin typeface="+mj-lt"/>
                <a:ea typeface="+mj-lt"/>
                <a:cs typeface="MiSans" panose="00000500000000000000" pitchFamily="2" charset="-122"/>
              </a:defRPr>
            </a:lvl1pPr>
          </a:lstStyle>
          <a:p>
            <a:pPr lvl="0"/>
            <a:r>
              <a:rPr>
                <a:sym typeface="+mn-ea"/>
              </a:rPr>
              <a:t>单击此处编辑母版标题样式</a:t>
            </a:r>
            <a:endParaRPr>
              <a:sym typeface="+mn-ea"/>
            </a:endParaRPr>
          </a:p>
        </p:txBody>
      </p:sp>
      <p:sp>
        <p:nvSpPr>
          <p:cNvPr id="13" name="正文"/>
          <p:cNvSpPr txBox="1">
            <a:spLocks noGrp="1"/>
          </p:cNvSpPr>
          <p:nvPr>
            <p:ph idx="4"/>
            <p:custDataLst>
              <p:tags r:id="rId4"/>
            </p:custDataLst>
          </p:nvPr>
        </p:nvSpPr>
        <p:spPr>
          <a:xfrm>
            <a:off x="456300" y="2247750"/>
            <a:ext cx="4006800" cy="32967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solidFill>
                <a:uFillTx/>
                <a:latin typeface="+mn-ea"/>
                <a:ea typeface="+mn-ea"/>
                <a:cs typeface="MiSans" panose="00000500000000000000" pitchFamily="2"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2" name="标题"/>
          <p:cNvSpPr txBox="1">
            <a:spLocks noGrp="1"/>
          </p:cNvSpPr>
          <p:nvPr>
            <p:ph type="title" idx="3"/>
            <p:custDataLst>
              <p:tags r:id="rId5"/>
            </p:custDataLst>
          </p:nvPr>
        </p:nvSpPr>
        <p:spPr>
          <a:xfrm>
            <a:off x="456300" y="1929150"/>
            <a:ext cx="4006800" cy="299085"/>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0" normalizeH="0" baseline="0" noProof="1">
                <a:solidFill>
                  <a:schemeClr val="tx1"/>
                </a:solidFill>
                <a:latin typeface="+mj-lt"/>
                <a:ea typeface="+mj-lt"/>
                <a:cs typeface="MiSans" panose="00000500000000000000" pitchFamily="2" charset="-122"/>
              </a:defRPr>
            </a:lvl1pPr>
          </a:lstStyle>
          <a:p>
            <a:pPr lvl="0"/>
            <a:r>
              <a:rPr>
                <a:sym typeface="+mn-ea"/>
              </a:rPr>
              <a:t>单击此处编辑母版标题样式</a:t>
            </a:r>
            <a:endParaRPr>
              <a:sym typeface="+mn-ea"/>
            </a:endParaRPr>
          </a:p>
        </p:txBody>
      </p:sp>
      <p:sp>
        <p:nvSpPr>
          <p:cNvPr id="11" name="标题"/>
          <p:cNvSpPr txBox="1">
            <a:spLocks noGrp="1"/>
          </p:cNvSpPr>
          <p:nvPr>
            <p:ph type="title" idx="2"/>
            <p:custDataLst>
              <p:tags r:id="rId6"/>
            </p:custDataLst>
          </p:nvPr>
        </p:nvSpPr>
        <p:spPr>
          <a:xfrm>
            <a:off x="456300" y="1313550"/>
            <a:ext cx="8226900" cy="529200"/>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2"/>
                    </a:gs>
                  </a:gsLst>
                  <a:lin ang="0" scaled="0"/>
                </a:gradFill>
                <a:latin typeface="+mj-lt"/>
                <a:ea typeface="+mj-lt"/>
                <a:cs typeface="+mj-lt"/>
              </a:defRPr>
            </a:lvl1pPr>
          </a:lstStyle>
          <a:p>
            <a:pPr lvl="0" algn="ctr"/>
            <a:r>
              <a:rPr>
                <a:sym typeface="+mn-ea"/>
              </a:rPr>
              <a:t>单击此处编辑母版标题样式</a:t>
            </a:r>
            <a:endParaRPr>
              <a:sym typeface="+mn-ea"/>
            </a:endParaRPr>
          </a:p>
        </p:txBody>
      </p:sp>
      <p:sp>
        <p:nvSpPr>
          <p:cNvPr id="7" name="日期占位符 6"/>
          <p:cNvSpPr>
            <a:spLocks noGrp="1"/>
          </p:cNvSpPr>
          <p:nvPr>
            <p:ph type="dt" sz="half" idx="10"/>
            <p:custDataLst>
              <p:tags r:id="rId7"/>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3087000" y="5593050"/>
            <a:ext cx="2970000" cy="237600"/>
          </a:xfrm>
        </p:spPr>
        <p:txBody>
          <a:bodyPr/>
          <a:lstStyle/>
          <a:p>
            <a:endParaRPr lang="zh-CN" altLang="en-US" dirty="0"/>
          </a:p>
        </p:txBody>
      </p:sp>
      <p:sp>
        <p:nvSpPr>
          <p:cNvPr id="9" name="灯片编号占位符 8"/>
          <p:cNvSpPr>
            <a:spLocks noGrp="1"/>
          </p:cNvSpPr>
          <p:nvPr>
            <p:ph type="sldNum" sz="quarter" idx="12"/>
            <p:custDataLst>
              <p:tags r:id="rId9"/>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7" name="标题"/>
          <p:cNvSpPr txBox="1">
            <a:spLocks noGrp="1"/>
          </p:cNvSpPr>
          <p:nvPr>
            <p:ph type="title" idx="2"/>
            <p:custDataLst>
              <p:tags r:id="rId2"/>
            </p:custDataLst>
          </p:nvPr>
        </p:nvSpPr>
        <p:spPr>
          <a:xfrm>
            <a:off x="456300" y="1313550"/>
            <a:ext cx="8226900" cy="529200"/>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2"/>
                    </a:gs>
                  </a:gsLst>
                  <a:lin ang="0" scaled="0"/>
                </a:gradFill>
                <a:latin typeface="+mj-lt"/>
                <a:ea typeface="+mj-lt"/>
                <a:cs typeface="+mj-lt"/>
              </a:defRPr>
            </a:lvl1pPr>
          </a:lstStyle>
          <a:p>
            <a:pPr lvl="0" algn="ctr"/>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3087000" y="5593050"/>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dirty="0"/>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7" name="正文"/>
          <p:cNvSpPr txBox="1">
            <a:spLocks noGrp="1"/>
          </p:cNvSpPr>
          <p:nvPr>
            <p:ph idx="1"/>
            <p:custDataLst>
              <p:tags r:id="rId2"/>
            </p:custDataLst>
          </p:nvPr>
        </p:nvSpPr>
        <p:spPr>
          <a:xfrm>
            <a:off x="521970" y="1127284"/>
            <a:ext cx="8101489" cy="4363403"/>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solidFill>
                <a:uFillTx/>
                <a:latin typeface="+mn-ea"/>
                <a:ea typeface="+mn-ea"/>
                <a:cs typeface="MiSans" panose="00000500000000000000" pitchFamily="2"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3"/>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a:xfrm>
            <a:off x="3087000" y="5593050"/>
            <a:ext cx="2970000" cy="237600"/>
          </a:xfrm>
        </p:spPr>
        <p:txBody>
          <a:bodyPr/>
          <a:lstStyle/>
          <a:p>
            <a:endParaRPr lang="zh-CN" altLang="en-US" dirty="0"/>
          </a:p>
        </p:txBody>
      </p:sp>
      <p:sp>
        <p:nvSpPr>
          <p:cNvPr id="6" name="灯片编号占位符 5"/>
          <p:cNvSpPr>
            <a:spLocks noGrp="1"/>
          </p:cNvSpPr>
          <p:nvPr>
            <p:ph type="sldNum" sz="quarter" idx="12"/>
            <p:custDataLst>
              <p:tags r:id="rId5"/>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8" name="副标题"/>
          <p:cNvSpPr txBox="1">
            <a:spLocks noGrp="1"/>
          </p:cNvSpPr>
          <p:nvPr>
            <p:ph type="body" idx="3" hasCustomPrompt="1"/>
            <p:custDataLst>
              <p:tags r:id="rId2"/>
            </p:custDataLst>
          </p:nvPr>
        </p:nvSpPr>
        <p:spPr>
          <a:xfrm>
            <a:off x="521970" y="1833563"/>
            <a:ext cx="8099316" cy="304165"/>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2000" b="0" i="0" u="none" strike="noStrike" kern="1200" cap="none" spc="300" normalizeH="0" baseline="0" noProof="1" dirty="0">
                <a:solidFill>
                  <a:schemeClr val="tx1"/>
                </a:solidFill>
                <a:latin typeface="+mj-ea"/>
                <a:ea typeface="+mj-ea"/>
                <a:cs typeface="MiSans" panose="00000500000000000000" pitchFamily="2" charset="-122"/>
              </a:defRPr>
            </a:lvl1pPr>
          </a:lstStyle>
          <a:p>
            <a:pPr lvl="0" algn="ctr"/>
            <a:r>
              <a:rPr>
                <a:sym typeface="+mn-ea"/>
              </a:rPr>
              <a:t>单击此处编辑母版副标题样式</a:t>
            </a:r>
            <a:endParaRPr>
              <a:sym typeface="+mn-ea"/>
            </a:endParaRPr>
          </a:p>
        </p:txBody>
      </p:sp>
      <p:sp>
        <p:nvSpPr>
          <p:cNvPr id="7" name="标题"/>
          <p:cNvSpPr txBox="1">
            <a:spLocks noGrp="1"/>
          </p:cNvSpPr>
          <p:nvPr>
            <p:ph type="title" idx="2"/>
            <p:custDataLst>
              <p:tags r:id="rId3"/>
            </p:custDataLst>
          </p:nvPr>
        </p:nvSpPr>
        <p:spPr>
          <a:xfrm>
            <a:off x="456300" y="1313550"/>
            <a:ext cx="8226900" cy="529200"/>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gradFill>
                  <a:gsLst>
                    <a:gs pos="0">
                      <a:schemeClr val="accent1"/>
                    </a:gs>
                    <a:gs pos="100000">
                      <a:schemeClr val="accent2"/>
                    </a:gs>
                  </a:gsLst>
                  <a:lin ang="0" scaled="0"/>
                </a:gradFill>
                <a:latin typeface="+mj-lt"/>
                <a:ea typeface="+mj-lt"/>
                <a:cs typeface="+mj-lt"/>
              </a:defRPr>
            </a:lvl1pPr>
          </a:lstStyle>
          <a:p>
            <a:pPr lvl="0" algn="ctr"/>
            <a:r>
              <a:rPr dirty="0">
                <a:sym typeface="+mn-ea"/>
              </a:rPr>
              <a:t>单击此处编辑母版标题样式</a:t>
            </a:r>
            <a:endParaRPr dirty="0">
              <a:sym typeface="+mn-ea"/>
            </a:endParaRPr>
          </a:p>
        </p:txBody>
      </p:sp>
      <p:sp>
        <p:nvSpPr>
          <p:cNvPr id="3" name="日期占位符 2"/>
          <p:cNvSpPr>
            <a:spLocks noGrp="1"/>
          </p:cNvSpPr>
          <p:nvPr>
            <p:ph type="dt" sz="half" idx="10"/>
            <p:custDataLst>
              <p:tags r:id="rId4"/>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5593050"/>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showMasterSp="0">
  <p:cSld name="末尾幻灯片">
    <p:spTree>
      <p:nvGrpSpPr>
        <p:cNvPr id="1" name=""/>
        <p:cNvGrpSpPr/>
        <p:nvPr/>
      </p:nvGrpSpPr>
      <p:grpSpPr>
        <a:xfrm>
          <a:off x="0" y="0"/>
          <a:ext cx="0" cy="0"/>
          <a:chOff x="0" y="0"/>
          <a:chExt cx="0" cy="0"/>
        </a:xfrm>
      </p:grpSpPr>
      <p:pic>
        <p:nvPicPr>
          <p:cNvPr id="22" name="图片 21"/>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7144" y="857250"/>
            <a:ext cx="9129713" cy="5143500"/>
          </a:xfrm>
          <a:prstGeom prst="rect">
            <a:avLst/>
          </a:prstGeom>
        </p:spPr>
      </p:pic>
      <p:cxnSp>
        <p:nvCxnSpPr>
          <p:cNvPr id="45" name="直接连接符 44"/>
          <p:cNvCxnSpPr/>
          <p:nvPr>
            <p:custDataLst>
              <p:tags r:id="rId4"/>
            </p:custDataLst>
          </p:nvPr>
        </p:nvCxnSpPr>
        <p:spPr>
          <a:xfrm>
            <a:off x="2709386" y="3592354"/>
            <a:ext cx="3725228" cy="0"/>
          </a:xfrm>
          <a:prstGeom prst="line">
            <a:avLst/>
          </a:prstGeom>
          <a:ln w="25400" cap="rnd">
            <a:gradFill>
              <a:gsLst>
                <a:gs pos="40000">
                  <a:schemeClr val="accent1"/>
                </a:gs>
                <a:gs pos="100000">
                  <a:schemeClr val="tx1">
                    <a:alpha val="0"/>
                  </a:schemeClr>
                </a:gs>
                <a:gs pos="0">
                  <a:schemeClr val="tx1">
                    <a:alpha val="0"/>
                  </a:schemeClr>
                </a:gs>
                <a:gs pos="64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8" name="署名"/>
          <p:cNvSpPr txBox="1">
            <a:spLocks noGrp="1"/>
          </p:cNvSpPr>
          <p:nvPr>
            <p:ph type="body" idx="2" hasCustomPrompt="1"/>
            <p:custDataLst>
              <p:tags r:id="rId5"/>
            </p:custDataLst>
          </p:nvPr>
        </p:nvSpPr>
        <p:spPr>
          <a:xfrm>
            <a:off x="4019074" y="3879056"/>
            <a:ext cx="1070610" cy="275749"/>
          </a:xfrm>
          <a:prstGeom prst="roundRect">
            <a:avLst>
              <a:gd name="adj" fmla="val 50000"/>
            </a:avLst>
          </a:prstGeom>
          <a:gradFill>
            <a:gsLst>
              <a:gs pos="0">
                <a:schemeClr val="accent1"/>
              </a:gs>
              <a:gs pos="100000">
                <a:schemeClr val="accent2"/>
              </a:gs>
            </a:gsLst>
            <a:lin ang="2700000" scaled="0"/>
          </a:gradFill>
        </p:spPr>
        <p:txBody>
          <a:bodyPr wrap="square" lIns="91440" tIns="45720" rIns="91440" bIns="45720" rtlCol="0" anchor="ctr" anchorCtr="0">
            <a:noAutofit/>
          </a:bodyPr>
          <a:lstStyle>
            <a:lvl1pPr marL="0" marR="0" lvl="0" algn="ctr" defTabSz="914400" rtl="0" eaLnBrk="1" fontAlgn="auto" latinLnBrk="0" hangingPunct="1">
              <a:lnSpc>
                <a:spcPct val="100000"/>
              </a:lnSpc>
              <a:buClrTx/>
              <a:buSzTx/>
              <a:buFontTx/>
              <a:buNone/>
              <a:defRPr kumimoji="0" lang="zh-CN" altLang="en-US" sz="1400" b="0" i="0" u="none" strike="noStrike" kern="1200" cap="none" spc="0" normalizeH="0" baseline="0" noProof="1" dirty="0">
                <a:solidFill>
                  <a:srgbClr val="FFFFFF"/>
                </a:solidFill>
                <a:latin typeface="+mn-lt"/>
                <a:ea typeface="+mn-lt"/>
                <a:cs typeface="MiSans" panose="00000500000000000000" pitchFamily="2" charset="-122"/>
                <a:sym typeface="+mn-ea"/>
              </a:defRPr>
            </a:lvl1pPr>
          </a:lstStyle>
          <a:p>
            <a:pPr lvl="0" algn="ctr">
              <a:buClrTx/>
              <a:buSzTx/>
              <a:buFontTx/>
            </a:pPr>
            <a:r>
              <a:rPr lang="zh-CN" altLang="en-US" dirty="0">
                <a:sym typeface="+mn-ea"/>
              </a:rPr>
              <a:t>署名</a:t>
            </a:r>
            <a:endParaRPr lang="zh-CN" altLang="en-US" dirty="0">
              <a:sym typeface="+mn-ea"/>
            </a:endParaRPr>
          </a:p>
        </p:txBody>
      </p:sp>
      <p:sp>
        <p:nvSpPr>
          <p:cNvPr id="7" name="标题"/>
          <p:cNvSpPr txBox="1">
            <a:spLocks noGrp="1"/>
          </p:cNvSpPr>
          <p:nvPr>
            <p:ph type="title" idx="1" hasCustomPrompt="1"/>
            <p:custDataLst>
              <p:tags r:id="rId6"/>
            </p:custDataLst>
          </p:nvPr>
        </p:nvSpPr>
        <p:spPr>
          <a:xfrm>
            <a:off x="2493169" y="2047399"/>
            <a:ext cx="4140041" cy="1504474"/>
          </a:xfrm>
          <a:prstGeom prst="rect">
            <a:avLst/>
          </a:prstGeom>
          <a:noFill/>
        </p:spPr>
        <p:txBody>
          <a:bodyPr wrap="square" lIns="91440" tIns="45720" rIns="91440" bIns="45720" rtlCol="0" anchor="ctr" anchorCtr="0">
            <a:normAutofit/>
          </a:bodyPr>
          <a:lstStyle>
            <a:lvl1pPr marL="0" marR="0" algn="ctr" defTabSz="914400" rtl="0" eaLnBrk="1" fontAlgn="auto" latinLnBrk="0" hangingPunct="1">
              <a:lnSpc>
                <a:spcPct val="110000"/>
              </a:lnSpc>
              <a:buClrTx/>
              <a:buSzTx/>
              <a:buFontTx/>
              <a:buNone/>
              <a:defRPr kumimoji="0" lang="en-US" altLang="zh-CN" sz="5400" b="0" i="0" u="none" strike="noStrike" kern="1200" cap="none" spc="0" normalizeH="0" baseline="0" noProof="1" dirty="0">
                <a:gradFill flip="none" rotWithShape="1">
                  <a:gsLst>
                    <a:gs pos="0">
                      <a:schemeClr val="accent1"/>
                    </a:gs>
                    <a:gs pos="100000">
                      <a:schemeClr val="accent2"/>
                    </a:gs>
                  </a:gsLst>
                  <a:lin ang="0" scaled="1"/>
                  <a:tileRect/>
                </a:gradFill>
                <a:latin typeface="+mj-lt"/>
                <a:ea typeface="+mj-lt"/>
                <a:cs typeface="MiSans" panose="00000500000000000000" pitchFamily="2" charset="-122"/>
                <a:sym typeface="+mn-ea"/>
              </a:defRPr>
            </a:lvl1pPr>
          </a:lstStyle>
          <a:p>
            <a:pPr lvl="0" algn="ctr">
              <a:lnSpc>
                <a:spcPct val="110000"/>
              </a:lnSpc>
            </a:pPr>
            <a:r>
              <a:rPr>
                <a:sym typeface="+mn-ea"/>
              </a:rPr>
              <a:t>单击编辑标题</a:t>
            </a:r>
            <a:endParaRPr>
              <a:sym typeface="+mn-ea"/>
            </a:endParaRPr>
          </a:p>
        </p:txBody>
      </p:sp>
      <p:sp>
        <p:nvSpPr>
          <p:cNvPr id="4" name="日期占位符 3"/>
          <p:cNvSpPr>
            <a:spLocks noGrp="1"/>
          </p:cNvSpPr>
          <p:nvPr>
            <p:ph type="dt" sz="half" idx="10"/>
            <p:custDataLst>
              <p:tags r:id="rId7"/>
            </p:custDataLst>
          </p:nvPr>
        </p:nvSpPr>
        <p:spPr>
          <a:xfrm>
            <a:off x="459000" y="5593050"/>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3087000" y="5593050"/>
            <a:ext cx="2970000" cy="237600"/>
          </a:xfrm>
        </p:spPr>
        <p:txBody>
          <a:bodyPr/>
          <a:lstStyle/>
          <a:p>
            <a:endParaRPr lang="zh-CN" altLang="en-US" dirty="0"/>
          </a:p>
        </p:txBody>
      </p:sp>
      <p:sp>
        <p:nvSpPr>
          <p:cNvPr id="6" name="灯片编号占位符 5"/>
          <p:cNvSpPr>
            <a:spLocks noGrp="1"/>
          </p:cNvSpPr>
          <p:nvPr>
            <p:ph type="sldNum" sz="quarter" idx="12"/>
            <p:custDataLst>
              <p:tags r:id="rId9"/>
            </p:custDataLst>
          </p:nvPr>
        </p:nvSpPr>
        <p:spPr>
          <a:xfrm>
            <a:off x="6658200" y="5593050"/>
            <a:ext cx="2025000" cy="237600"/>
          </a:xfrm>
        </p:spPr>
        <p:txBody>
          <a:bodyPr/>
          <a:lstStyle/>
          <a:p>
            <a:fld id="{49AE70B2-8BF9-45C0-BB95-33D1B9D3A854}" type="slidenum">
              <a:rPr lang="zh-CN" altLang="en-US" smtClean="0"/>
            </a:fld>
            <a:endParaRPr lang="zh-CN" altLang="en-US" dirty="0"/>
          </a:p>
        </p:txBody>
      </p:sp>
      <p:sp>
        <p:nvSpPr>
          <p:cNvPr id="13" name="任意多边形: 形状 12"/>
          <p:cNvSpPr/>
          <p:nvPr userDrawn="1">
            <p:custDataLst>
              <p:tags r:id="rId10"/>
            </p:custDataLst>
          </p:nvPr>
        </p:nvSpPr>
        <p:spPr>
          <a:xfrm>
            <a:off x="464344" y="1269317"/>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p>
        </p:txBody>
      </p:sp>
      <p:sp>
        <p:nvSpPr>
          <p:cNvPr id="14" name="任意多边形: 形状 13"/>
          <p:cNvSpPr/>
          <p:nvPr userDrawn="1">
            <p:custDataLst>
              <p:tags r:id="rId11"/>
            </p:custDataLst>
          </p:nvPr>
        </p:nvSpPr>
        <p:spPr>
          <a:xfrm>
            <a:off x="485595" y="1304856"/>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2"/>
                  <a:pt x="156633" y="17445"/>
                </a:cubicBezTo>
                <a:cubicBezTo>
                  <a:pt x="156114" y="17097"/>
                  <a:pt x="155633" y="16702"/>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2"/>
                  <a:pt x="153657" y="4753"/>
                  <a:pt x="154005" y="4233"/>
                </a:cubicBezTo>
                <a:cubicBezTo>
                  <a:pt x="154353" y="3713"/>
                  <a:pt x="154748" y="3232"/>
                  <a:pt x="155190" y="2790"/>
                </a:cubicBezTo>
                <a:cubicBezTo>
                  <a:pt x="155633" y="2348"/>
                  <a:pt x="156113" y="1953"/>
                  <a:pt x="156633" y="1605"/>
                </a:cubicBezTo>
                <a:cubicBezTo>
                  <a:pt x="157153" y="1258"/>
                  <a:pt x="157702" y="964"/>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p>
        </p:txBody>
      </p:sp>
      <p:sp>
        <p:nvSpPr>
          <p:cNvPr id="15" name="任意多边形: 形状 14"/>
          <p:cNvSpPr/>
          <p:nvPr userDrawn="1">
            <p:custDataLst>
              <p:tags r:id="rId12"/>
            </p:custDataLst>
          </p:nvPr>
        </p:nvSpPr>
        <p:spPr>
          <a:xfrm>
            <a:off x="485595" y="1347718"/>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p>
        </p:txBody>
      </p:sp>
      <p:sp>
        <p:nvSpPr>
          <p:cNvPr id="16" name="任意多边形: 形状 15"/>
          <p:cNvSpPr/>
          <p:nvPr userDrawn="1">
            <p:custDataLst>
              <p:tags r:id="rId13"/>
            </p:custDataLst>
          </p:nvPr>
        </p:nvSpPr>
        <p:spPr>
          <a:xfrm>
            <a:off x="485595" y="1390580"/>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zh-CN" altLang="en-US" sz="1350"/>
          </a:p>
        </p:txBody>
      </p:sp>
      <p:sp>
        <p:nvSpPr>
          <p:cNvPr id="17" name="任意多边形: 形状 16"/>
          <p:cNvSpPr/>
          <p:nvPr userDrawn="1">
            <p:custDataLst>
              <p:tags r:id="rId14"/>
            </p:custDataLst>
          </p:nvPr>
        </p:nvSpPr>
        <p:spPr>
          <a:xfrm rot="16200000">
            <a:off x="8532495" y="1269206"/>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p>
        </p:txBody>
      </p:sp>
      <p:sp>
        <p:nvSpPr>
          <p:cNvPr id="18" name="任意多边形: 形状 17"/>
          <p:cNvSpPr/>
          <p:nvPr userDrawn="1">
            <p:custDataLst>
              <p:tags r:id="rId15"/>
            </p:custDataLst>
          </p:nvPr>
        </p:nvSpPr>
        <p:spPr>
          <a:xfrm rot="16200000">
            <a:off x="8568214" y="1322785"/>
            <a:ext cx="100013" cy="5715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350"/>
          </a:p>
        </p:txBody>
      </p:sp>
      <p:sp>
        <p:nvSpPr>
          <p:cNvPr id="19" name="任意多边形: 形状 18"/>
          <p:cNvSpPr/>
          <p:nvPr userDrawn="1">
            <p:custDataLst>
              <p:tags r:id="rId16"/>
            </p:custDataLst>
          </p:nvPr>
        </p:nvSpPr>
        <p:spPr>
          <a:xfrm rot="5400000">
            <a:off x="8361045" y="1269206"/>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zh-CN" altLang="en-US" sz="1350"/>
          </a:p>
        </p:txBody>
      </p:sp>
      <p:sp>
        <p:nvSpPr>
          <p:cNvPr id="20" name="任意多边形: 形状 19"/>
          <p:cNvSpPr/>
          <p:nvPr userDrawn="1">
            <p:custDataLst>
              <p:tags r:id="rId17"/>
            </p:custDataLst>
          </p:nvPr>
        </p:nvSpPr>
        <p:spPr>
          <a:xfrm rot="5400000">
            <a:off x="8396764" y="1329928"/>
            <a:ext cx="100013" cy="5715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zh-CN" altLang="en-US" sz="135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93.xml"/><Relationship Id="rId17" Type="http://schemas.openxmlformats.org/officeDocument/2006/relationships/tags" Target="../tags/tag92.xml"/><Relationship Id="rId16" Type="http://schemas.openxmlformats.org/officeDocument/2006/relationships/tags" Target="../tags/tag91.xml"/><Relationship Id="rId15" Type="http://schemas.openxmlformats.org/officeDocument/2006/relationships/tags" Target="../tags/tag90.xml"/><Relationship Id="rId14" Type="http://schemas.openxmlformats.org/officeDocument/2006/relationships/tags" Target="../tags/tag89.xml"/><Relationship Id="rId13" Type="http://schemas.openxmlformats.org/officeDocument/2006/relationships/tags" Target="../tags/tag88.xml"/><Relationship Id="rId12" Type="http://schemas.openxmlformats.org/officeDocument/2006/relationships/tags" Target="../tags/tag8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9" Type="http://schemas.openxmlformats.org/officeDocument/2006/relationships/theme" Target="../theme/theme2.xml"/><Relationship Id="rId18" Type="http://schemas.openxmlformats.org/officeDocument/2006/relationships/tags" Target="../tags/tag186.xml"/><Relationship Id="rId17" Type="http://schemas.openxmlformats.org/officeDocument/2006/relationships/tags" Target="../tags/tag185.xml"/><Relationship Id="rId16" Type="http://schemas.openxmlformats.org/officeDocument/2006/relationships/tags" Target="../tags/tag184.xml"/><Relationship Id="rId15" Type="http://schemas.openxmlformats.org/officeDocument/2006/relationships/tags" Target="../tags/tag183.xml"/><Relationship Id="rId14" Type="http://schemas.openxmlformats.org/officeDocument/2006/relationships/tags" Target="../tags/tag182.xml"/><Relationship Id="rId13" Type="http://schemas.openxmlformats.org/officeDocument/2006/relationships/tags" Target="../tags/tag181.xml"/><Relationship Id="rId12" Type="http://schemas.openxmlformats.org/officeDocument/2006/relationships/tags" Target="../tags/tag180.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9" Type="http://schemas.openxmlformats.org/officeDocument/2006/relationships/theme" Target="../theme/theme3.xml"/><Relationship Id="rId18" Type="http://schemas.openxmlformats.org/officeDocument/2006/relationships/tags" Target="../tags/tag279.xml"/><Relationship Id="rId17" Type="http://schemas.openxmlformats.org/officeDocument/2006/relationships/tags" Target="../tags/tag278.xml"/><Relationship Id="rId16" Type="http://schemas.openxmlformats.org/officeDocument/2006/relationships/tags" Target="../tags/tag277.xml"/><Relationship Id="rId15" Type="http://schemas.openxmlformats.org/officeDocument/2006/relationships/tags" Target="../tags/tag276.xml"/><Relationship Id="rId14" Type="http://schemas.openxmlformats.org/officeDocument/2006/relationships/tags" Target="../tags/tag275.xml"/><Relationship Id="rId13" Type="http://schemas.openxmlformats.org/officeDocument/2006/relationships/tags" Target="../tags/tag274.xml"/><Relationship Id="rId12" Type="http://schemas.openxmlformats.org/officeDocument/2006/relationships/tags" Target="../tags/tag27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9" name="日期占位符 8"/>
          <p:cNvSpPr>
            <a:spLocks noGrp="1"/>
          </p:cNvSpPr>
          <p:nvPr>
            <p:ph type="dt" sz="half" idx="10"/>
            <p:custDataLst>
              <p:tags r:id="rId12"/>
            </p:custDataLst>
          </p:nvPr>
        </p:nvSpPr>
        <p:spPr>
          <a:xfrm>
            <a:off x="521970" y="6356350"/>
            <a:ext cx="2057400" cy="365125"/>
          </a:xfrm>
        </p:spPr>
        <p:txBody>
          <a:bodyPr/>
          <a:lstStyle/>
          <a:p>
            <a:fld id="{760FBDFE-C587-4B4C-A407-44438C67B59E}" type="datetimeFigureOut">
              <a:rPr lang="zh-CN" altLang="en-US" smtClean="0"/>
            </a:fld>
            <a:endParaRPr lang="zh-CN" altLang="en-US"/>
          </a:p>
        </p:txBody>
      </p:sp>
      <p:sp>
        <p:nvSpPr>
          <p:cNvPr id="10" name="页脚占位符 9"/>
          <p:cNvSpPr>
            <a:spLocks noGrp="1"/>
          </p:cNvSpPr>
          <p:nvPr>
            <p:ph type="ftr" sz="quarter" idx="11"/>
            <p:custDataLst>
              <p:tags r:id="rId13"/>
            </p:custDataLst>
          </p:nvPr>
        </p:nvSpPr>
        <p:spPr>
          <a:xfrm>
            <a:off x="3028950" y="6356350"/>
            <a:ext cx="3086100" cy="365125"/>
          </a:xfrm>
        </p:spPr>
        <p:txBody>
          <a:bodyPr/>
          <a:lstStyle/>
          <a:p>
            <a:endParaRPr lang="zh-CN" altLang="en-US" dirty="0"/>
          </a:p>
        </p:txBody>
      </p:sp>
      <p:sp>
        <p:nvSpPr>
          <p:cNvPr id="11" name="灯片编号占位符 10"/>
          <p:cNvSpPr>
            <a:spLocks noGrp="1"/>
          </p:cNvSpPr>
          <p:nvPr>
            <p:ph type="sldNum" sz="quarter" idx="12"/>
            <p:custDataLst>
              <p:tags r:id="rId14"/>
            </p:custDataLst>
          </p:nvPr>
        </p:nvSpPr>
        <p:spPr>
          <a:xfrm>
            <a:off x="6565487" y="6356350"/>
            <a:ext cx="2057400" cy="365125"/>
          </a:xfrm>
        </p:spPr>
        <p:txBody>
          <a:bodyPr/>
          <a:lstStyle/>
          <a:p>
            <a:fld id="{49AE70B2-8BF9-45C0-BB95-33D1B9D3A854}" type="slidenum">
              <a:rPr lang="zh-CN" altLang="en-US" smtClean="0"/>
            </a:fld>
            <a:endParaRPr lang="zh-CN" altLang="en-US" dirty="0"/>
          </a:p>
        </p:txBody>
      </p:sp>
      <p:sp>
        <p:nvSpPr>
          <p:cNvPr id="2" name="文本占位符 1"/>
          <p:cNvSpPr>
            <a:spLocks noGrp="1"/>
          </p:cNvSpPr>
          <p:nvPr>
            <p:ph type="body" idx="1"/>
            <p:custDataLst>
              <p:tags r:id="rId15"/>
            </p:custDataLst>
          </p:nvPr>
        </p:nvSpPr>
        <p:spPr>
          <a:xfrm>
            <a:off x="521970" y="1301749"/>
            <a:ext cx="8100000" cy="4873625"/>
          </a:xfrm>
          <a:prstGeom prst="rect">
            <a:avLst/>
          </a:prstGeom>
          <a:ln>
            <a:noFill/>
            <a:prstDash val="sysDash"/>
          </a:ln>
        </p:spPr>
        <p:txBody>
          <a:bodyPr vert="horz" lIns="90000" tIns="46800" rIns="90000" bIns="46800" rtlCol="0">
            <a:normAutofit/>
          </a:bodyPr>
          <a:lstStyle/>
          <a:p>
            <a:pPr marR="0" lvl="0">
              <a:spcBef>
                <a:spcPts val="1200"/>
              </a:spcBef>
              <a:spcAft>
                <a:spcPts val="0"/>
              </a:spcAft>
              <a:buClrTx/>
              <a:buSzTx/>
            </a:pPr>
            <a:r>
              <a:rPr lang="zh-CN" altLang="en-US" dirty="0"/>
              <a:t>单击此处编辑母版文本样式</a:t>
            </a:r>
            <a:endParaRPr lang="zh-CN" altLang="en-US" dirty="0"/>
          </a:p>
          <a:p>
            <a:pPr marR="0" lvl="1">
              <a:spcBef>
                <a:spcPts val="1200"/>
              </a:spcBef>
              <a:spcAft>
                <a:spcPts val="0"/>
              </a:spcAft>
              <a:tabLst>
                <a:tab pos="1609725" algn="l"/>
              </a:tabLst>
            </a:pPr>
            <a:r>
              <a:rPr lang="zh-CN" altLang="en-US" dirty="0"/>
              <a:t>二级</a:t>
            </a:r>
            <a:endParaRPr lang="zh-CN" altLang="en-US" dirty="0"/>
          </a:p>
          <a:p>
            <a:pPr marR="0" lvl="2">
              <a:spcBef>
                <a:spcPts val="1200"/>
              </a:spcBef>
              <a:spcAft>
                <a:spcPts val="0"/>
              </a:spcAft>
            </a:pPr>
            <a:r>
              <a:rPr lang="zh-CN" altLang="en-US" dirty="0"/>
              <a:t>三级</a:t>
            </a:r>
            <a:endParaRPr lang="zh-CN" altLang="en-US" dirty="0"/>
          </a:p>
          <a:p>
            <a:pPr marR="0" lvl="3">
              <a:spcBef>
                <a:spcPts val="1200"/>
              </a:spcBef>
              <a:spcAft>
                <a:spcPts val="0"/>
              </a:spcAft>
            </a:pPr>
            <a:r>
              <a:rPr lang="zh-CN" altLang="en-US" dirty="0"/>
              <a:t>四级</a:t>
            </a:r>
            <a:endParaRPr lang="zh-CN" altLang="en-US" dirty="0"/>
          </a:p>
          <a:p>
            <a:pPr marR="0" lvl="4">
              <a:spcBef>
                <a:spcPts val="1200"/>
              </a:spcBef>
              <a:spcAft>
                <a:spcPts val="0"/>
              </a:spcAft>
            </a:pPr>
            <a:r>
              <a:rPr lang="zh-CN" altLang="en-US"/>
              <a:t>五级</a:t>
            </a:r>
            <a:endParaRPr lang="zh-CN" altLang="en-US"/>
          </a:p>
        </p:txBody>
      </p:sp>
      <p:sp>
        <p:nvSpPr>
          <p:cNvPr id="3" name="标题占位符 2"/>
          <p:cNvSpPr>
            <a:spLocks noGrp="1"/>
          </p:cNvSpPr>
          <p:nvPr>
            <p:ph type="title"/>
            <p:custDataLst>
              <p:tags r:id="rId16"/>
            </p:custDataLst>
          </p:nvPr>
        </p:nvSpPr>
        <p:spPr>
          <a:xfrm>
            <a:off x="521970" y="360000"/>
            <a:ext cx="8100000" cy="720000"/>
          </a:xfrm>
          <a:prstGeom prst="rect">
            <a:avLst/>
          </a:prstGeom>
          <a:noFill/>
          <a:ln>
            <a:noFill/>
            <a:prstDash val="sysDash"/>
          </a:ln>
        </p:spPr>
        <p:txBody>
          <a:bodyPr vert="horz" wrap="square" lIns="91440" tIns="45720" rIns="91440" bIns="45720" rtlCol="0" anchor="ctr">
            <a:normAutofit/>
          </a:bodyPr>
          <a:lstStyle/>
          <a:p>
            <a:pPr marL="0" marR="0" lvl="0" algn="ctr">
              <a:buClrTx/>
              <a:buSzTx/>
              <a:buFontTx/>
            </a:pPr>
            <a:r>
              <a:rPr lang="zh-CN" altLang="en-US" dirty="0"/>
              <a:t>单击此处编辑母版标题样式</a:t>
            </a:r>
            <a:endParaRPr lang="zh-CN" altLang="en-US" dirty="0"/>
          </a:p>
        </p:txBody>
      </p:sp>
      <p:sp>
        <p:nvSpPr>
          <p:cNvPr id="4"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
              <a:latin typeface="MiSans" panose="00000500000000000000" pitchFamily="2" charset="-122"/>
              <a:ea typeface="MiSans" panose="00000500000000000000" pitchFamily="2" charset="-122"/>
              <a:sym typeface="MiSans" panose="00000500000000000000" pitchFamily="2" charset="-122"/>
            </a:endParaRPr>
          </a:p>
        </p:txBody>
      </p:sp>
    </p:spTree>
    <p:custDataLst>
      <p:tags r:id="rId18"/>
    </p:custData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fontAlgn="auto" latinLnBrk="0" hangingPunct="1">
        <a:lnSpc>
          <a:spcPct val="100000"/>
        </a:lnSpc>
        <a:spcBef>
          <a:spcPct val="0"/>
        </a:spcBef>
        <a:buNone/>
        <a:defRPr kumimoji="0" lang="zh-CN" altLang="en-US" sz="2400" b="0" i="0" u="none" strike="noStrike" kern="1200" cap="none" spc="300" normalizeH="0" baseline="0" smtClean="0">
          <a:ln>
            <a:noFill/>
            <a:prstDash val="sysDot"/>
          </a:ln>
          <a:gradFill>
            <a:gsLst>
              <a:gs pos="0">
                <a:schemeClr val="accent1"/>
              </a:gs>
              <a:gs pos="100000">
                <a:schemeClr val="accent2"/>
              </a:gs>
            </a:gsLst>
            <a:lin ang="0" scaled="0"/>
          </a:gradFill>
          <a:uFillTx/>
          <a:latin typeface="MiSans Heavy" panose="00000A00000000000000" pitchFamily="2" charset="-122"/>
          <a:ea typeface="MiSans Heavy" panose="00000A00000000000000" pitchFamily="2" charset="-122"/>
          <a:cs typeface="MiSans" panose="00000500000000000000" pitchFamily="2" charset="-122"/>
          <a:sym typeface="MiSans Heavy" panose="00000A00000000000000" pitchFamily="2" charset="-122"/>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kumimoji="0" lang="zh-CN" altLang="en-US" sz="1350" b="0" i="0" u="none" strike="noStrike" kern="1200" cap="none" spc="150" normalizeH="0" baseline="0">
          <a:ln>
            <a:noFill/>
            <a:prstDash val="sysDot"/>
          </a:ln>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vl2pPr marL="514350" indent="-171450" algn="l" defTabSz="685800" rtl="0" eaLnBrk="1" fontAlgn="auto" latinLnBrk="0" hangingPunct="1">
        <a:lnSpc>
          <a:spcPct val="120000"/>
        </a:lnSpc>
        <a:spcBef>
          <a:spcPts val="0"/>
        </a:spcBef>
        <a:spcAft>
          <a:spcPts val="600"/>
        </a:spcAft>
        <a:buFont typeface="Arial" panose="020B0604020202020204" pitchFamily="34" charset="0"/>
        <a:buChar char="●"/>
        <a:tabLst>
          <a:tab pos="1207135" algn="l"/>
          <a:tab pos="1207135" algn="l"/>
          <a:tab pos="1207135" algn="l"/>
          <a:tab pos="1207135" algn="l"/>
        </a:tabLst>
        <a:defRPr kumimoji="0" lang="zh-CN" altLang="en-US" sz="1200" b="0" i="0" u="none" strike="noStrike" kern="1200"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2pPr>
      <a:lvl3pPr marL="857250" indent="-171450" algn="l" defTabSz="685800" rtl="0" eaLnBrk="1" fontAlgn="auto" latinLnBrk="0" hangingPunct="1">
        <a:lnSpc>
          <a:spcPct val="120000"/>
        </a:lnSpc>
        <a:spcBef>
          <a:spcPts val="0"/>
        </a:spcBef>
        <a:spcAft>
          <a:spcPts val="600"/>
        </a:spcAft>
        <a:buFont typeface="Arial" panose="020B0604020202020204" pitchFamily="34" charset="0"/>
        <a:buChar char="●"/>
        <a:defRPr kumimoji="0" lang="zh-CN" altLang="en-US" sz="1200" b="0" i="0" u="none" strike="noStrike" kern="1200"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3pPr>
      <a:lvl4pPr marL="1200150" indent="-171450" algn="l" defTabSz="685800" rtl="0" eaLnBrk="1" fontAlgn="auto" latinLnBrk="0" hangingPunct="1">
        <a:lnSpc>
          <a:spcPct val="120000"/>
        </a:lnSpc>
        <a:spcBef>
          <a:spcPts val="0"/>
        </a:spcBef>
        <a:spcAft>
          <a:spcPts val="300"/>
        </a:spcAft>
        <a:buFont typeface="Wingdings" panose="05000000000000000000" charset="0"/>
        <a:buChar char=""/>
        <a:defRPr kumimoji="0" lang="zh-CN" altLang="en-US" sz="1050" b="0" i="0" u="none" strike="noStrike" kern="1200"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4pPr>
      <a:lvl5pPr marL="1543050" indent="-171450" algn="l" defTabSz="685800" rtl="0" eaLnBrk="1" fontAlgn="auto" latinLnBrk="0" hangingPunct="1">
        <a:lnSpc>
          <a:spcPct val="120000"/>
        </a:lnSpc>
        <a:spcBef>
          <a:spcPts val="0"/>
        </a:spcBef>
        <a:spcAft>
          <a:spcPts val="300"/>
        </a:spcAft>
        <a:buFont typeface="Arial" panose="020B0604020202020204" pitchFamily="34" charset="0"/>
        <a:buChar char="•"/>
        <a:defRPr kumimoji="0" lang="zh-CN" altLang="en-US" sz="1050" b="0" i="0" u="none" strike="noStrike" kern="1200"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9" name="日期占位符 8"/>
          <p:cNvSpPr>
            <a:spLocks noGrp="1"/>
          </p:cNvSpPr>
          <p:nvPr>
            <p:ph type="dt" sz="half" idx="10"/>
            <p:custDataLst>
              <p:tags r:id="rId12"/>
            </p:custDataLst>
          </p:nvPr>
        </p:nvSpPr>
        <p:spPr>
          <a:xfrm>
            <a:off x="521970" y="5624513"/>
            <a:ext cx="2057400" cy="273844"/>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760FBDFE-C587-4B4C-A407-44438C67B59E}" type="datetimeFigureOut">
              <a:rPr lang="zh-CN" altLang="en-US" smtClean="0"/>
            </a:fld>
            <a:endParaRPr lang="zh-CN" altLang="en-US"/>
          </a:p>
        </p:txBody>
      </p:sp>
      <p:sp>
        <p:nvSpPr>
          <p:cNvPr id="10" name="页脚占位符 9"/>
          <p:cNvSpPr>
            <a:spLocks noGrp="1"/>
          </p:cNvSpPr>
          <p:nvPr>
            <p:ph type="ftr" sz="quarter" idx="11"/>
            <p:custDataLst>
              <p:tags r:id="rId13"/>
            </p:custDataLst>
          </p:nvPr>
        </p:nvSpPr>
        <p:spPr>
          <a:xfrm>
            <a:off x="3028950" y="5624513"/>
            <a:ext cx="3086100" cy="273844"/>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endParaRPr lang="zh-CN" altLang="en-US" dirty="0"/>
          </a:p>
        </p:txBody>
      </p:sp>
      <p:sp>
        <p:nvSpPr>
          <p:cNvPr id="11" name="灯片编号占位符 10"/>
          <p:cNvSpPr>
            <a:spLocks noGrp="1"/>
          </p:cNvSpPr>
          <p:nvPr>
            <p:ph type="sldNum" sz="quarter" idx="12"/>
            <p:custDataLst>
              <p:tags r:id="rId14"/>
            </p:custDataLst>
          </p:nvPr>
        </p:nvSpPr>
        <p:spPr>
          <a:xfrm>
            <a:off x="6565487" y="5624513"/>
            <a:ext cx="2057400" cy="273844"/>
          </a:xfrm>
        </p:spPr>
        <p:txBody>
          <a:bodyPr/>
          <a:lstStyle>
            <a:lvl1pPr>
              <a:defRPr>
                <a:latin typeface="MiSans" panose="00000500000000000000" pitchFamily="2" charset="-122"/>
                <a:ea typeface="MiSans" panose="00000500000000000000" pitchFamily="2" charset="-122"/>
                <a:sym typeface="MiSans" panose="00000500000000000000" pitchFamily="2" charset="-122"/>
              </a:defRPr>
            </a:lvl1pPr>
          </a:lstStyle>
          <a:p>
            <a:fld id="{49AE70B2-8BF9-45C0-BB95-33D1B9D3A854}" type="slidenum">
              <a:rPr lang="zh-CN" altLang="en-US" smtClean="0"/>
            </a:fld>
            <a:endParaRPr lang="zh-CN" altLang="en-US" dirty="0"/>
          </a:p>
        </p:txBody>
      </p:sp>
      <p:sp>
        <p:nvSpPr>
          <p:cNvPr id="2" name="文本占位符 1"/>
          <p:cNvSpPr>
            <a:spLocks noGrp="1"/>
          </p:cNvSpPr>
          <p:nvPr>
            <p:ph type="body" idx="1"/>
            <p:custDataLst>
              <p:tags r:id="rId15"/>
            </p:custDataLst>
          </p:nvPr>
        </p:nvSpPr>
        <p:spPr>
          <a:xfrm>
            <a:off x="521970" y="1833562"/>
            <a:ext cx="8100000" cy="3655219"/>
          </a:xfrm>
          <a:prstGeom prst="rect">
            <a:avLst/>
          </a:prstGeom>
          <a:ln>
            <a:noFill/>
            <a:prstDash val="sysDash"/>
          </a:ln>
        </p:spPr>
        <p:txBody>
          <a:bodyPr vert="horz" lIns="90000" tIns="46800" rIns="90000" bIns="46800" rtlCol="0">
            <a:normAutofit/>
          </a:bodyPr>
          <a:lstStyle/>
          <a:p>
            <a:pPr marR="0" lvl="0">
              <a:spcBef>
                <a:spcPts val="1200"/>
              </a:spcBef>
              <a:spcAft>
                <a:spcPts val="0"/>
              </a:spcAft>
              <a:buClrTx/>
              <a:buSzTx/>
            </a:pPr>
            <a:r>
              <a:rPr lang="zh-CN" altLang="en-US" dirty="0"/>
              <a:t>单击此处编辑母版文本样式</a:t>
            </a:r>
            <a:endParaRPr lang="zh-CN" altLang="en-US" dirty="0"/>
          </a:p>
          <a:p>
            <a:pPr marR="0" lvl="1">
              <a:spcBef>
                <a:spcPts val="1200"/>
              </a:spcBef>
              <a:spcAft>
                <a:spcPts val="0"/>
              </a:spcAft>
              <a:tabLst>
                <a:tab pos="1609725" algn="l"/>
              </a:tabLst>
            </a:pPr>
            <a:r>
              <a:rPr lang="zh-CN" altLang="en-US" dirty="0"/>
              <a:t>二级</a:t>
            </a:r>
            <a:endParaRPr lang="zh-CN" altLang="en-US" dirty="0"/>
          </a:p>
          <a:p>
            <a:pPr marR="0" lvl="2">
              <a:spcBef>
                <a:spcPts val="1200"/>
              </a:spcBef>
              <a:spcAft>
                <a:spcPts val="0"/>
              </a:spcAft>
            </a:pPr>
            <a:r>
              <a:rPr lang="zh-CN" altLang="en-US" dirty="0"/>
              <a:t>三级</a:t>
            </a:r>
            <a:endParaRPr lang="zh-CN" altLang="en-US" dirty="0"/>
          </a:p>
          <a:p>
            <a:pPr marR="0" lvl="3">
              <a:spcBef>
                <a:spcPts val="1200"/>
              </a:spcBef>
              <a:spcAft>
                <a:spcPts val="0"/>
              </a:spcAft>
            </a:pPr>
            <a:r>
              <a:rPr lang="zh-CN" altLang="en-US" dirty="0"/>
              <a:t>四级</a:t>
            </a:r>
            <a:endParaRPr lang="zh-CN" altLang="en-US" dirty="0"/>
          </a:p>
          <a:p>
            <a:pPr marR="0" lvl="4">
              <a:spcBef>
                <a:spcPts val="1200"/>
              </a:spcBef>
              <a:spcAft>
                <a:spcPts val="0"/>
              </a:spcAft>
            </a:pPr>
            <a:r>
              <a:rPr lang="zh-CN" altLang="en-US"/>
              <a:t>五级</a:t>
            </a:r>
            <a:endParaRPr lang="zh-CN" altLang="en-US"/>
          </a:p>
        </p:txBody>
      </p:sp>
      <p:sp>
        <p:nvSpPr>
          <p:cNvPr id="3" name="标题占位符 2"/>
          <p:cNvSpPr>
            <a:spLocks noGrp="1"/>
          </p:cNvSpPr>
          <p:nvPr>
            <p:ph type="title"/>
            <p:custDataLst>
              <p:tags r:id="rId16"/>
            </p:custDataLst>
          </p:nvPr>
        </p:nvSpPr>
        <p:spPr>
          <a:xfrm>
            <a:off x="521970" y="1127250"/>
            <a:ext cx="8100000" cy="540000"/>
          </a:xfrm>
          <a:prstGeom prst="rect">
            <a:avLst/>
          </a:prstGeom>
          <a:noFill/>
          <a:ln>
            <a:noFill/>
            <a:prstDash val="sysDash"/>
          </a:ln>
        </p:spPr>
        <p:txBody>
          <a:bodyPr vert="horz" wrap="square" lIns="91440" tIns="45720" rIns="91440" bIns="45720" rtlCol="0" anchor="ctr">
            <a:normAutofit/>
          </a:bodyPr>
          <a:lstStyle/>
          <a:p>
            <a:pPr marL="0" marR="0" lvl="0" algn="ctr">
              <a:buClrTx/>
              <a:buSzTx/>
              <a:buFontTx/>
            </a:pPr>
            <a:r>
              <a:rPr lang="zh-CN" altLang="en-US" dirty="0"/>
              <a:t>单击此处编辑母版标题样式</a:t>
            </a:r>
            <a:endParaRPr lang="zh-CN" altLang="en-US" dirty="0"/>
          </a:p>
        </p:txBody>
      </p:sp>
      <p:sp>
        <p:nvSpPr>
          <p:cNvPr id="4" name="KSO_TEMPLATE" hidden="1"/>
          <p:cNvSpPr/>
          <p:nvPr userDrawn="1">
            <p:custDataLst>
              <p:tags r:id="rId17"/>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latin typeface="MiSans" panose="00000500000000000000" pitchFamily="2" charset="-122"/>
              <a:ea typeface="MiSans" panose="00000500000000000000" pitchFamily="2" charset="-122"/>
              <a:sym typeface="MiSans" panose="00000500000000000000" pitchFamily="2" charset="-122"/>
            </a:endParaRPr>
          </a:p>
        </p:txBody>
      </p:sp>
    </p:spTree>
    <p:custDataLst>
      <p:tags r:id="rId18"/>
    </p:custData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gradFill>
            <a:gsLst>
              <a:gs pos="0">
                <a:schemeClr val="accent1"/>
              </a:gs>
              <a:gs pos="100000">
                <a:schemeClr val="accent2"/>
              </a:gs>
            </a:gsLst>
            <a:lin ang="0" scaled="0"/>
          </a:gradFill>
          <a:uFillTx/>
          <a:latin typeface="MiSans Heavy" panose="00000A00000000000000" pitchFamily="2" charset="-122"/>
          <a:ea typeface="MiSans Heavy" panose="00000A00000000000000" pitchFamily="2" charset="-122"/>
          <a:cs typeface="MiSans" panose="00000500000000000000" pitchFamily="2" charset="-122"/>
          <a:sym typeface="MiSans Heavy" panose="00000A00000000000000" pitchFamily="2"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a:ln>
            <a:noFill/>
            <a:prstDash val="sysDot"/>
          </a:ln>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kumimoji="0" lang="zh-CN" altLang="en-US" sz="1600" b="0" i="0" u="none" strike="noStrike" kern="1200"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9" name="日期占位符 8"/>
          <p:cNvSpPr>
            <a:spLocks noGrp="1"/>
          </p:cNvSpPr>
          <p:nvPr>
            <p:ph type="dt" sz="half" idx="10"/>
            <p:custDataLst>
              <p:tags r:id="rId12"/>
            </p:custDataLst>
          </p:nvPr>
        </p:nvSpPr>
        <p:spPr>
          <a:xfrm>
            <a:off x="521970" y="5624513"/>
            <a:ext cx="2057400" cy="273844"/>
          </a:xfrm>
        </p:spPr>
        <p:txBody>
          <a:bodyPr/>
          <a:lstStyle/>
          <a:p>
            <a:fld id="{760FBDFE-C587-4B4C-A407-44438C67B59E}" type="datetimeFigureOut">
              <a:rPr lang="zh-CN" altLang="en-US" smtClean="0"/>
            </a:fld>
            <a:endParaRPr lang="zh-CN" altLang="en-US"/>
          </a:p>
        </p:txBody>
      </p:sp>
      <p:sp>
        <p:nvSpPr>
          <p:cNvPr id="10" name="页脚占位符 9"/>
          <p:cNvSpPr>
            <a:spLocks noGrp="1"/>
          </p:cNvSpPr>
          <p:nvPr>
            <p:ph type="ftr" sz="quarter" idx="11"/>
            <p:custDataLst>
              <p:tags r:id="rId13"/>
            </p:custDataLst>
          </p:nvPr>
        </p:nvSpPr>
        <p:spPr>
          <a:xfrm>
            <a:off x="3028950" y="5624513"/>
            <a:ext cx="3086100" cy="273844"/>
          </a:xfrm>
        </p:spPr>
        <p:txBody>
          <a:bodyPr/>
          <a:lstStyle/>
          <a:p>
            <a:endParaRPr lang="zh-CN" altLang="en-US" dirty="0"/>
          </a:p>
        </p:txBody>
      </p:sp>
      <p:sp>
        <p:nvSpPr>
          <p:cNvPr id="11" name="灯片编号占位符 10"/>
          <p:cNvSpPr>
            <a:spLocks noGrp="1"/>
          </p:cNvSpPr>
          <p:nvPr>
            <p:ph type="sldNum" sz="quarter" idx="12"/>
            <p:custDataLst>
              <p:tags r:id="rId14"/>
            </p:custDataLst>
          </p:nvPr>
        </p:nvSpPr>
        <p:spPr>
          <a:xfrm>
            <a:off x="6565487" y="5624513"/>
            <a:ext cx="2057400" cy="273844"/>
          </a:xfrm>
        </p:spPr>
        <p:txBody>
          <a:bodyPr/>
          <a:lstStyle/>
          <a:p>
            <a:fld id="{49AE70B2-8BF9-45C0-BB95-33D1B9D3A854}" type="slidenum">
              <a:rPr lang="zh-CN" altLang="en-US" smtClean="0"/>
            </a:fld>
            <a:endParaRPr lang="zh-CN" altLang="en-US" dirty="0"/>
          </a:p>
        </p:txBody>
      </p:sp>
      <p:sp>
        <p:nvSpPr>
          <p:cNvPr id="2" name="文本占位符 1"/>
          <p:cNvSpPr>
            <a:spLocks noGrp="1"/>
          </p:cNvSpPr>
          <p:nvPr>
            <p:ph type="body" idx="1"/>
            <p:custDataLst>
              <p:tags r:id="rId15"/>
            </p:custDataLst>
          </p:nvPr>
        </p:nvSpPr>
        <p:spPr>
          <a:xfrm>
            <a:off x="521970" y="1833562"/>
            <a:ext cx="8100000" cy="3655219"/>
          </a:xfrm>
          <a:prstGeom prst="rect">
            <a:avLst/>
          </a:prstGeom>
          <a:ln>
            <a:noFill/>
            <a:prstDash val="sysDash"/>
          </a:ln>
        </p:spPr>
        <p:txBody>
          <a:bodyPr vert="horz" lIns="90000" tIns="46800" rIns="90000" bIns="46800" rtlCol="0">
            <a:normAutofit/>
          </a:bodyPr>
          <a:lstStyle/>
          <a:p>
            <a:pPr marR="0" lvl="0">
              <a:spcBef>
                <a:spcPts val="1200"/>
              </a:spcBef>
              <a:spcAft>
                <a:spcPts val="0"/>
              </a:spcAft>
              <a:buClrTx/>
              <a:buSzTx/>
            </a:pPr>
            <a:r>
              <a:rPr lang="zh-CN" altLang="en-US" dirty="0"/>
              <a:t>单击此处编辑母版文本样式</a:t>
            </a:r>
            <a:endParaRPr lang="zh-CN" altLang="en-US" dirty="0"/>
          </a:p>
          <a:p>
            <a:pPr marR="0" lvl="1">
              <a:spcBef>
                <a:spcPts val="1200"/>
              </a:spcBef>
              <a:spcAft>
                <a:spcPts val="0"/>
              </a:spcAft>
              <a:tabLst>
                <a:tab pos="1609725" algn="l"/>
              </a:tabLst>
            </a:pPr>
            <a:r>
              <a:rPr lang="zh-CN" altLang="en-US" dirty="0"/>
              <a:t>二级</a:t>
            </a:r>
            <a:endParaRPr lang="zh-CN" altLang="en-US" dirty="0"/>
          </a:p>
          <a:p>
            <a:pPr marR="0" lvl="2">
              <a:spcBef>
                <a:spcPts val="1200"/>
              </a:spcBef>
              <a:spcAft>
                <a:spcPts val="0"/>
              </a:spcAft>
            </a:pPr>
            <a:r>
              <a:rPr lang="zh-CN" altLang="en-US" dirty="0"/>
              <a:t>三级</a:t>
            </a:r>
            <a:endParaRPr lang="zh-CN" altLang="en-US" dirty="0"/>
          </a:p>
          <a:p>
            <a:pPr marR="0" lvl="3">
              <a:spcBef>
                <a:spcPts val="1200"/>
              </a:spcBef>
              <a:spcAft>
                <a:spcPts val="0"/>
              </a:spcAft>
            </a:pPr>
            <a:r>
              <a:rPr lang="zh-CN" altLang="en-US" dirty="0"/>
              <a:t>四级</a:t>
            </a:r>
            <a:endParaRPr lang="zh-CN" altLang="en-US" dirty="0"/>
          </a:p>
          <a:p>
            <a:pPr marR="0" lvl="4">
              <a:spcBef>
                <a:spcPts val="1200"/>
              </a:spcBef>
              <a:spcAft>
                <a:spcPts val="0"/>
              </a:spcAft>
            </a:pPr>
            <a:r>
              <a:rPr lang="zh-CN" altLang="en-US"/>
              <a:t>五级</a:t>
            </a:r>
            <a:endParaRPr lang="zh-CN" altLang="en-US"/>
          </a:p>
        </p:txBody>
      </p:sp>
      <p:sp>
        <p:nvSpPr>
          <p:cNvPr id="3" name="标题占位符 2"/>
          <p:cNvSpPr>
            <a:spLocks noGrp="1"/>
          </p:cNvSpPr>
          <p:nvPr>
            <p:ph type="title"/>
            <p:custDataLst>
              <p:tags r:id="rId16"/>
            </p:custDataLst>
          </p:nvPr>
        </p:nvSpPr>
        <p:spPr>
          <a:xfrm>
            <a:off x="521970" y="1127250"/>
            <a:ext cx="8100000" cy="540000"/>
          </a:xfrm>
          <a:prstGeom prst="rect">
            <a:avLst/>
          </a:prstGeom>
          <a:noFill/>
          <a:ln>
            <a:noFill/>
            <a:prstDash val="sysDash"/>
          </a:ln>
        </p:spPr>
        <p:txBody>
          <a:bodyPr vert="horz" wrap="square" lIns="91440" tIns="45720" rIns="91440" bIns="45720" rtlCol="0" anchor="ctr">
            <a:normAutofit/>
          </a:bodyPr>
          <a:lstStyle/>
          <a:p>
            <a:pPr marL="0" marR="0" lvl="0" algn="ctr">
              <a:buClrTx/>
              <a:buSzTx/>
              <a:buFontTx/>
            </a:pPr>
            <a:r>
              <a:rPr lang="zh-CN" altLang="en-US" dirty="0"/>
              <a:t>单击此处编辑母版标题样式</a:t>
            </a:r>
            <a:endParaRPr lang="zh-CN" altLang="en-US" dirty="0"/>
          </a:p>
        </p:txBody>
      </p:sp>
      <p:sp>
        <p:nvSpPr>
          <p:cNvPr id="4" name="KSO_TEMPLATE" hidden="1"/>
          <p:cNvSpPr/>
          <p:nvPr userDrawn="1">
            <p:custDataLst>
              <p:tags r:id="rId17"/>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Tree>
    <p:custDataLst>
      <p:tags r:id="rId18"/>
    </p:custData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gradFill>
            <a:gsLst>
              <a:gs pos="0">
                <a:schemeClr val="accent1"/>
              </a:gs>
              <a:gs pos="100000">
                <a:schemeClr val="accent2"/>
              </a:gs>
            </a:gsLst>
            <a:lin ang="0" scaled="0"/>
          </a:gradFill>
          <a:uFillTx/>
          <a:latin typeface="+mj-lt"/>
          <a:ea typeface="+mj-lt"/>
          <a:cs typeface="MiSans" panose="00000500000000000000" pitchFamily="2"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a:ln>
            <a:noFill/>
            <a:prstDash val="sysDot"/>
          </a:ln>
          <a:solidFill>
            <a:schemeClr val="tx1"/>
          </a:solidFill>
          <a:uFillTx/>
          <a:latin typeface="+mn-ea"/>
          <a:ea typeface="+mn-ea"/>
          <a:cs typeface="MiSans" panose="00000500000000000000" pitchFamily="2"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kumimoji="0" lang="zh-CN" altLang="en-US" sz="1600" b="0" i="0" u="none" strike="noStrike" kern="1200" cap="none" spc="150" normalizeH="0" baseline="0">
          <a:solidFill>
            <a:schemeClr val="tx1"/>
          </a:solidFill>
          <a:uFillTx/>
          <a:latin typeface="+mn-ea"/>
          <a:ea typeface="+mn-ea"/>
          <a:cs typeface="MiSans" panose="00000500000000000000" pitchFamily="2"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a:solidFill>
            <a:schemeClr val="tx1"/>
          </a:solidFill>
          <a:uFillTx/>
          <a:latin typeface="+mn-ea"/>
          <a:ea typeface="+mn-ea"/>
          <a:cs typeface="MiSans" panose="00000500000000000000" pitchFamily="2"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a:solidFill>
            <a:schemeClr val="tx1"/>
          </a:solidFill>
          <a:uFillTx/>
          <a:latin typeface="+mn-ea"/>
          <a:ea typeface="+mn-ea"/>
          <a:cs typeface="MiSans" panose="00000500000000000000" pitchFamily="2"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a:solidFill>
            <a:schemeClr val="tx1"/>
          </a:solidFill>
          <a:uFillTx/>
          <a:latin typeface="+mn-ea"/>
          <a:ea typeface="+mn-ea"/>
          <a:cs typeface="MiSans" panose="00000500000000000000"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283.xml"/><Relationship Id="rId3" Type="http://schemas.openxmlformats.org/officeDocument/2006/relationships/tags" Target="../tags/tag282.xml"/><Relationship Id="rId2" Type="http://schemas.openxmlformats.org/officeDocument/2006/relationships/tags" Target="../tags/tag281.xml"/><Relationship Id="rId1" Type="http://schemas.openxmlformats.org/officeDocument/2006/relationships/tags" Target="../tags/tag280.xml"/></Relationships>
</file>

<file path=ppt/slides/_rels/slide2.xml.rels><?xml version="1.0" encoding="UTF-8" standalone="yes"?>
<Relationships xmlns="http://schemas.openxmlformats.org/package/2006/relationships"><Relationship Id="rId9" Type="http://schemas.openxmlformats.org/officeDocument/2006/relationships/tags" Target="../tags/tag292.xml"/><Relationship Id="rId8" Type="http://schemas.openxmlformats.org/officeDocument/2006/relationships/tags" Target="../tags/tag291.xml"/><Relationship Id="rId7" Type="http://schemas.openxmlformats.org/officeDocument/2006/relationships/tags" Target="../tags/tag290.xml"/><Relationship Id="rId6" Type="http://schemas.openxmlformats.org/officeDocument/2006/relationships/tags" Target="../tags/tag289.xml"/><Relationship Id="rId5" Type="http://schemas.openxmlformats.org/officeDocument/2006/relationships/tags" Target="../tags/tag288.xml"/><Relationship Id="rId4" Type="http://schemas.openxmlformats.org/officeDocument/2006/relationships/tags" Target="../tags/tag287.xml"/><Relationship Id="rId3" Type="http://schemas.openxmlformats.org/officeDocument/2006/relationships/tags" Target="../tags/tag286.xml"/><Relationship Id="rId2" Type="http://schemas.openxmlformats.org/officeDocument/2006/relationships/tags" Target="../tags/tag285.xml"/><Relationship Id="rId16" Type="http://schemas.openxmlformats.org/officeDocument/2006/relationships/notesSlide" Target="../notesSlides/notesSlide1.xml"/><Relationship Id="rId15" Type="http://schemas.openxmlformats.org/officeDocument/2006/relationships/slideLayout" Target="../slideLayouts/slideLayout25.xml"/><Relationship Id="rId14" Type="http://schemas.openxmlformats.org/officeDocument/2006/relationships/tags" Target="../tags/tag297.xml"/><Relationship Id="rId13" Type="http://schemas.openxmlformats.org/officeDocument/2006/relationships/tags" Target="../tags/tag296.xml"/><Relationship Id="rId12" Type="http://schemas.openxmlformats.org/officeDocument/2006/relationships/tags" Target="../tags/tag295.xml"/><Relationship Id="rId11" Type="http://schemas.openxmlformats.org/officeDocument/2006/relationships/tags" Target="../tags/tag294.xml"/><Relationship Id="rId10" Type="http://schemas.openxmlformats.org/officeDocument/2006/relationships/tags" Target="../tags/tag293.xml"/><Relationship Id="rId1" Type="http://schemas.openxmlformats.org/officeDocument/2006/relationships/tags" Target="../tags/tag284.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6.xml"/><Relationship Id="rId3" Type="http://schemas.openxmlformats.org/officeDocument/2006/relationships/tags" Target="../tags/tag300.xml"/><Relationship Id="rId2" Type="http://schemas.openxmlformats.org/officeDocument/2006/relationships/tags" Target="../tags/tag299.xml"/><Relationship Id="rId1" Type="http://schemas.openxmlformats.org/officeDocument/2006/relationships/tags" Target="../tags/tag298.xml"/></Relationships>
</file>

<file path=ppt/slides/_rels/slide4.xml.rels><?xml version="1.0" encoding="UTF-8" standalone="yes"?>
<Relationships xmlns="http://schemas.openxmlformats.org/package/2006/relationships"><Relationship Id="rId9" Type="http://schemas.openxmlformats.org/officeDocument/2006/relationships/tags" Target="../tags/tag309.xml"/><Relationship Id="rId8" Type="http://schemas.openxmlformats.org/officeDocument/2006/relationships/tags" Target="../tags/tag308.xml"/><Relationship Id="rId7" Type="http://schemas.openxmlformats.org/officeDocument/2006/relationships/tags" Target="../tags/tag307.xml"/><Relationship Id="rId6" Type="http://schemas.openxmlformats.org/officeDocument/2006/relationships/tags" Target="../tags/tag306.xml"/><Relationship Id="rId5" Type="http://schemas.openxmlformats.org/officeDocument/2006/relationships/tags" Target="../tags/tag305.xml"/><Relationship Id="rId4" Type="http://schemas.openxmlformats.org/officeDocument/2006/relationships/tags" Target="../tags/tag304.xml"/><Relationship Id="rId3" Type="http://schemas.openxmlformats.org/officeDocument/2006/relationships/tags" Target="../tags/tag303.xml"/><Relationship Id="rId21" Type="http://schemas.openxmlformats.org/officeDocument/2006/relationships/notesSlide" Target="../notesSlides/notesSlide2.xml"/><Relationship Id="rId20" Type="http://schemas.openxmlformats.org/officeDocument/2006/relationships/slideLayout" Target="../slideLayouts/slideLayout29.xml"/><Relationship Id="rId2" Type="http://schemas.openxmlformats.org/officeDocument/2006/relationships/tags" Target="../tags/tag302.xml"/><Relationship Id="rId19" Type="http://schemas.openxmlformats.org/officeDocument/2006/relationships/tags" Target="../tags/tag315.xml"/><Relationship Id="rId18" Type="http://schemas.openxmlformats.org/officeDocument/2006/relationships/image" Target="../media/image6.svg"/><Relationship Id="rId17" Type="http://schemas.openxmlformats.org/officeDocument/2006/relationships/image" Target="../media/image5.png"/><Relationship Id="rId16" Type="http://schemas.openxmlformats.org/officeDocument/2006/relationships/tags" Target="../tags/tag314.xml"/><Relationship Id="rId15" Type="http://schemas.openxmlformats.org/officeDocument/2006/relationships/image" Target="../media/image4.svg"/><Relationship Id="rId14" Type="http://schemas.openxmlformats.org/officeDocument/2006/relationships/image" Target="../media/image3.png"/><Relationship Id="rId13" Type="http://schemas.openxmlformats.org/officeDocument/2006/relationships/tags" Target="../tags/tag313.xml"/><Relationship Id="rId12" Type="http://schemas.openxmlformats.org/officeDocument/2006/relationships/tags" Target="../tags/tag312.xml"/><Relationship Id="rId11" Type="http://schemas.openxmlformats.org/officeDocument/2006/relationships/tags" Target="../tags/tag311.xml"/><Relationship Id="rId10" Type="http://schemas.openxmlformats.org/officeDocument/2006/relationships/tags" Target="../tags/tag310.xml"/><Relationship Id="rId1" Type="http://schemas.openxmlformats.org/officeDocument/2006/relationships/tags" Target="../tags/tag30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6.xml"/><Relationship Id="rId3" Type="http://schemas.openxmlformats.org/officeDocument/2006/relationships/tags" Target="../tags/tag318.xml"/><Relationship Id="rId2" Type="http://schemas.openxmlformats.org/officeDocument/2006/relationships/tags" Target="../tags/tag317.xml"/><Relationship Id="rId1" Type="http://schemas.openxmlformats.org/officeDocument/2006/relationships/tags" Target="../tags/tag316.xml"/></Relationships>
</file>

<file path=ppt/slides/_rels/slide6.xml.rels><?xml version="1.0" encoding="UTF-8" standalone="yes"?>
<Relationships xmlns="http://schemas.openxmlformats.org/package/2006/relationships"><Relationship Id="rId9" Type="http://schemas.openxmlformats.org/officeDocument/2006/relationships/tags" Target="../tags/tag327.xml"/><Relationship Id="rId8" Type="http://schemas.openxmlformats.org/officeDocument/2006/relationships/tags" Target="../tags/tag326.xml"/><Relationship Id="rId7" Type="http://schemas.openxmlformats.org/officeDocument/2006/relationships/tags" Target="../tags/tag325.xml"/><Relationship Id="rId6" Type="http://schemas.openxmlformats.org/officeDocument/2006/relationships/tags" Target="../tags/tag324.xml"/><Relationship Id="rId5" Type="http://schemas.openxmlformats.org/officeDocument/2006/relationships/tags" Target="../tags/tag323.xml"/><Relationship Id="rId4" Type="http://schemas.openxmlformats.org/officeDocument/2006/relationships/tags" Target="../tags/tag322.xml"/><Relationship Id="rId34" Type="http://schemas.openxmlformats.org/officeDocument/2006/relationships/slideLayout" Target="../slideLayouts/slideLayout29.xml"/><Relationship Id="rId33" Type="http://schemas.openxmlformats.org/officeDocument/2006/relationships/tags" Target="../tags/tag349.xml"/><Relationship Id="rId32" Type="http://schemas.openxmlformats.org/officeDocument/2006/relationships/tags" Target="../tags/tag348.xml"/><Relationship Id="rId31" Type="http://schemas.openxmlformats.org/officeDocument/2006/relationships/image" Target="../media/image4.svg"/><Relationship Id="rId30" Type="http://schemas.openxmlformats.org/officeDocument/2006/relationships/image" Target="../media/image3.png"/><Relationship Id="rId3" Type="http://schemas.openxmlformats.org/officeDocument/2006/relationships/tags" Target="../tags/tag321.xml"/><Relationship Id="rId29" Type="http://schemas.openxmlformats.org/officeDocument/2006/relationships/tags" Target="../tags/tag347.xml"/><Relationship Id="rId28" Type="http://schemas.openxmlformats.org/officeDocument/2006/relationships/tags" Target="../tags/tag346.xml"/><Relationship Id="rId27" Type="http://schemas.openxmlformats.org/officeDocument/2006/relationships/tags" Target="../tags/tag345.xml"/><Relationship Id="rId26" Type="http://schemas.openxmlformats.org/officeDocument/2006/relationships/tags" Target="../tags/tag344.xml"/><Relationship Id="rId25" Type="http://schemas.openxmlformats.org/officeDocument/2006/relationships/tags" Target="../tags/tag343.xml"/><Relationship Id="rId24" Type="http://schemas.openxmlformats.org/officeDocument/2006/relationships/tags" Target="../tags/tag342.xml"/><Relationship Id="rId23" Type="http://schemas.openxmlformats.org/officeDocument/2006/relationships/tags" Target="../tags/tag341.xml"/><Relationship Id="rId22" Type="http://schemas.openxmlformats.org/officeDocument/2006/relationships/tags" Target="../tags/tag340.xml"/><Relationship Id="rId21" Type="http://schemas.openxmlformats.org/officeDocument/2006/relationships/tags" Target="../tags/tag339.xml"/><Relationship Id="rId20" Type="http://schemas.openxmlformats.org/officeDocument/2006/relationships/tags" Target="../tags/tag338.xml"/><Relationship Id="rId2" Type="http://schemas.openxmlformats.org/officeDocument/2006/relationships/tags" Target="../tags/tag320.xml"/><Relationship Id="rId19" Type="http://schemas.openxmlformats.org/officeDocument/2006/relationships/tags" Target="../tags/tag337.xml"/><Relationship Id="rId18" Type="http://schemas.openxmlformats.org/officeDocument/2006/relationships/tags" Target="../tags/tag336.xml"/><Relationship Id="rId17" Type="http://schemas.openxmlformats.org/officeDocument/2006/relationships/tags" Target="../tags/tag335.xml"/><Relationship Id="rId16" Type="http://schemas.openxmlformats.org/officeDocument/2006/relationships/tags" Target="../tags/tag334.xml"/><Relationship Id="rId15" Type="http://schemas.openxmlformats.org/officeDocument/2006/relationships/tags" Target="../tags/tag333.xml"/><Relationship Id="rId14" Type="http://schemas.openxmlformats.org/officeDocument/2006/relationships/tags" Target="../tags/tag332.xml"/><Relationship Id="rId13" Type="http://schemas.openxmlformats.org/officeDocument/2006/relationships/tags" Target="../tags/tag331.xml"/><Relationship Id="rId12" Type="http://schemas.openxmlformats.org/officeDocument/2006/relationships/tags" Target="../tags/tag330.xml"/><Relationship Id="rId11" Type="http://schemas.openxmlformats.org/officeDocument/2006/relationships/tags" Target="../tags/tag329.xml"/><Relationship Id="rId10" Type="http://schemas.openxmlformats.org/officeDocument/2006/relationships/tags" Target="../tags/tag328.xml"/><Relationship Id="rId1" Type="http://schemas.openxmlformats.org/officeDocument/2006/relationships/tags" Target="../tags/tag319.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6.xml"/><Relationship Id="rId3" Type="http://schemas.openxmlformats.org/officeDocument/2006/relationships/tags" Target="../tags/tag352.xml"/><Relationship Id="rId2" Type="http://schemas.openxmlformats.org/officeDocument/2006/relationships/tags" Target="../tags/tag351.xml"/><Relationship Id="rId1" Type="http://schemas.openxmlformats.org/officeDocument/2006/relationships/tags" Target="../tags/tag350.xml"/></Relationships>
</file>

<file path=ppt/slides/_rels/slide8.xml.rels><?xml version="1.0" encoding="UTF-8" standalone="yes"?>
<Relationships xmlns="http://schemas.openxmlformats.org/package/2006/relationships"><Relationship Id="rId9" Type="http://schemas.openxmlformats.org/officeDocument/2006/relationships/tags" Target="../tags/tag361.xml"/><Relationship Id="rId8" Type="http://schemas.openxmlformats.org/officeDocument/2006/relationships/tags" Target="../tags/tag360.xml"/><Relationship Id="rId7" Type="http://schemas.openxmlformats.org/officeDocument/2006/relationships/tags" Target="../tags/tag359.xml"/><Relationship Id="rId6" Type="http://schemas.openxmlformats.org/officeDocument/2006/relationships/tags" Target="../tags/tag358.xml"/><Relationship Id="rId5" Type="http://schemas.openxmlformats.org/officeDocument/2006/relationships/tags" Target="../tags/tag357.xml"/><Relationship Id="rId4" Type="http://schemas.openxmlformats.org/officeDocument/2006/relationships/tags" Target="../tags/tag356.xml"/><Relationship Id="rId30" Type="http://schemas.openxmlformats.org/officeDocument/2006/relationships/notesSlide" Target="../notesSlides/notesSlide3.xml"/><Relationship Id="rId3" Type="http://schemas.openxmlformats.org/officeDocument/2006/relationships/tags" Target="../tags/tag355.xml"/><Relationship Id="rId29" Type="http://schemas.openxmlformats.org/officeDocument/2006/relationships/slideLayout" Target="../slideLayouts/slideLayout29.xml"/><Relationship Id="rId28" Type="http://schemas.openxmlformats.org/officeDocument/2006/relationships/tags" Target="../tags/tag380.xml"/><Relationship Id="rId27" Type="http://schemas.openxmlformats.org/officeDocument/2006/relationships/tags" Target="../tags/tag379.xml"/><Relationship Id="rId26" Type="http://schemas.openxmlformats.org/officeDocument/2006/relationships/tags" Target="../tags/tag378.xml"/><Relationship Id="rId25" Type="http://schemas.openxmlformats.org/officeDocument/2006/relationships/tags" Target="../tags/tag377.xml"/><Relationship Id="rId24" Type="http://schemas.openxmlformats.org/officeDocument/2006/relationships/tags" Target="../tags/tag376.xml"/><Relationship Id="rId23" Type="http://schemas.openxmlformats.org/officeDocument/2006/relationships/tags" Target="../tags/tag375.xml"/><Relationship Id="rId22" Type="http://schemas.openxmlformats.org/officeDocument/2006/relationships/tags" Target="../tags/tag374.xml"/><Relationship Id="rId21" Type="http://schemas.openxmlformats.org/officeDocument/2006/relationships/tags" Target="../tags/tag373.xml"/><Relationship Id="rId20" Type="http://schemas.openxmlformats.org/officeDocument/2006/relationships/tags" Target="../tags/tag372.xml"/><Relationship Id="rId2" Type="http://schemas.openxmlformats.org/officeDocument/2006/relationships/tags" Target="../tags/tag354.xml"/><Relationship Id="rId19" Type="http://schemas.openxmlformats.org/officeDocument/2006/relationships/tags" Target="../tags/tag371.xml"/><Relationship Id="rId18" Type="http://schemas.openxmlformats.org/officeDocument/2006/relationships/tags" Target="../tags/tag370.xml"/><Relationship Id="rId17" Type="http://schemas.openxmlformats.org/officeDocument/2006/relationships/tags" Target="../tags/tag369.xml"/><Relationship Id="rId16" Type="http://schemas.openxmlformats.org/officeDocument/2006/relationships/tags" Target="../tags/tag368.xml"/><Relationship Id="rId15" Type="http://schemas.openxmlformats.org/officeDocument/2006/relationships/tags" Target="../tags/tag367.xml"/><Relationship Id="rId14" Type="http://schemas.openxmlformats.org/officeDocument/2006/relationships/tags" Target="../tags/tag366.xml"/><Relationship Id="rId13" Type="http://schemas.openxmlformats.org/officeDocument/2006/relationships/tags" Target="../tags/tag365.xml"/><Relationship Id="rId12" Type="http://schemas.openxmlformats.org/officeDocument/2006/relationships/tags" Target="../tags/tag364.xml"/><Relationship Id="rId11" Type="http://schemas.openxmlformats.org/officeDocument/2006/relationships/tags" Target="../tags/tag363.xml"/><Relationship Id="rId10" Type="http://schemas.openxmlformats.org/officeDocument/2006/relationships/tags" Target="../tags/tag362.xml"/><Relationship Id="rId1" Type="http://schemas.openxmlformats.org/officeDocument/2006/relationships/tags" Target="../tags/tag353.xml"/></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tags" Target="../tags/tag387.xml"/><Relationship Id="rId7" Type="http://schemas.openxmlformats.org/officeDocument/2006/relationships/tags" Target="../tags/tag386.xml"/><Relationship Id="rId6" Type="http://schemas.openxmlformats.org/officeDocument/2006/relationships/image" Target="../media/image7.png"/><Relationship Id="rId5" Type="http://schemas.openxmlformats.org/officeDocument/2006/relationships/tags" Target="../tags/tag385.xml"/><Relationship Id="rId4" Type="http://schemas.openxmlformats.org/officeDocument/2006/relationships/tags" Target="../tags/tag384.xml"/><Relationship Id="rId3" Type="http://schemas.openxmlformats.org/officeDocument/2006/relationships/tags" Target="../tags/tag383.xml"/><Relationship Id="rId2" Type="http://schemas.openxmlformats.org/officeDocument/2006/relationships/tags" Target="../tags/tag382.xml"/><Relationship Id="rId1" Type="http://schemas.openxmlformats.org/officeDocument/2006/relationships/tags" Target="../tags/tag381.xml"/></Relationships>
</file>

<file path=ppt/slides/_rels/slide10.xml.rels><?xml version="1.0" encoding="UTF-8" standalone="yes"?>
<Relationships xmlns="http://schemas.openxmlformats.org/package/2006/relationships"><Relationship Id="rId9" Type="http://schemas.openxmlformats.org/officeDocument/2006/relationships/tags" Target="../tags/tag396.xml"/><Relationship Id="rId8" Type="http://schemas.openxmlformats.org/officeDocument/2006/relationships/tags" Target="../tags/tag395.xml"/><Relationship Id="rId7" Type="http://schemas.openxmlformats.org/officeDocument/2006/relationships/tags" Target="../tags/tag394.xml"/><Relationship Id="rId6" Type="http://schemas.openxmlformats.org/officeDocument/2006/relationships/tags" Target="../tags/tag393.xml"/><Relationship Id="rId5" Type="http://schemas.openxmlformats.org/officeDocument/2006/relationships/tags" Target="../tags/tag392.xml"/><Relationship Id="rId4" Type="http://schemas.openxmlformats.org/officeDocument/2006/relationships/tags" Target="../tags/tag391.xml"/><Relationship Id="rId3" Type="http://schemas.openxmlformats.org/officeDocument/2006/relationships/tags" Target="../tags/tag390.xml"/><Relationship Id="rId21" Type="http://schemas.openxmlformats.org/officeDocument/2006/relationships/notesSlide" Target="../notesSlides/notesSlide4.xml"/><Relationship Id="rId20" Type="http://schemas.openxmlformats.org/officeDocument/2006/relationships/slideLayout" Target="../slideLayouts/slideLayout29.xml"/><Relationship Id="rId2" Type="http://schemas.openxmlformats.org/officeDocument/2006/relationships/tags" Target="../tags/tag389.xml"/><Relationship Id="rId19" Type="http://schemas.openxmlformats.org/officeDocument/2006/relationships/tags" Target="../tags/tag404.xml"/><Relationship Id="rId18" Type="http://schemas.openxmlformats.org/officeDocument/2006/relationships/tags" Target="../tags/tag403.xml"/><Relationship Id="rId17" Type="http://schemas.openxmlformats.org/officeDocument/2006/relationships/tags" Target="../tags/tag402.xml"/><Relationship Id="rId16" Type="http://schemas.openxmlformats.org/officeDocument/2006/relationships/image" Target="../media/image9.png"/><Relationship Id="rId15" Type="http://schemas.openxmlformats.org/officeDocument/2006/relationships/image" Target="../media/image8.jpeg"/><Relationship Id="rId14" Type="http://schemas.openxmlformats.org/officeDocument/2006/relationships/tags" Target="../tags/tag401.xml"/><Relationship Id="rId13" Type="http://schemas.openxmlformats.org/officeDocument/2006/relationships/tags" Target="../tags/tag400.xml"/><Relationship Id="rId12" Type="http://schemas.openxmlformats.org/officeDocument/2006/relationships/tags" Target="../tags/tag399.xml"/><Relationship Id="rId11" Type="http://schemas.openxmlformats.org/officeDocument/2006/relationships/tags" Target="../tags/tag398.xml"/><Relationship Id="rId10" Type="http://schemas.openxmlformats.org/officeDocument/2006/relationships/tags" Target="../tags/tag397.xml"/><Relationship Id="rId1" Type="http://schemas.openxmlformats.org/officeDocument/2006/relationships/tags" Target="../tags/tag388.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6.xml"/><Relationship Id="rId3" Type="http://schemas.openxmlformats.org/officeDocument/2006/relationships/tags" Target="../tags/tag407.xml"/><Relationship Id="rId2" Type="http://schemas.openxmlformats.org/officeDocument/2006/relationships/tags" Target="../tags/tag406.xml"/><Relationship Id="rId1" Type="http://schemas.openxmlformats.org/officeDocument/2006/relationships/tags" Target="../tags/tag405.xml"/></Relationships>
</file>

<file path=ppt/slides/_rels/slide12.xml.rels><?xml version="1.0" encoding="UTF-8" standalone="yes"?>
<Relationships xmlns="http://schemas.openxmlformats.org/package/2006/relationships"><Relationship Id="rId9" Type="http://schemas.openxmlformats.org/officeDocument/2006/relationships/tags" Target="../tags/tag416.xml"/><Relationship Id="rId8" Type="http://schemas.openxmlformats.org/officeDocument/2006/relationships/tags" Target="../tags/tag415.xml"/><Relationship Id="rId7" Type="http://schemas.openxmlformats.org/officeDocument/2006/relationships/tags" Target="../tags/tag414.xml"/><Relationship Id="rId6" Type="http://schemas.openxmlformats.org/officeDocument/2006/relationships/tags" Target="../tags/tag413.xml"/><Relationship Id="rId5" Type="http://schemas.openxmlformats.org/officeDocument/2006/relationships/tags" Target="../tags/tag412.xml"/><Relationship Id="rId4" Type="http://schemas.openxmlformats.org/officeDocument/2006/relationships/tags" Target="../tags/tag411.xml"/><Relationship Id="rId3" Type="http://schemas.openxmlformats.org/officeDocument/2006/relationships/tags" Target="../tags/tag410.xml"/><Relationship Id="rId2" Type="http://schemas.openxmlformats.org/officeDocument/2006/relationships/tags" Target="../tags/tag409.xml"/><Relationship Id="rId14" Type="http://schemas.openxmlformats.org/officeDocument/2006/relationships/notesSlide" Target="../notesSlides/notesSlide5.xml"/><Relationship Id="rId13" Type="http://schemas.openxmlformats.org/officeDocument/2006/relationships/slideLayout" Target="../slideLayouts/slideLayout29.xml"/><Relationship Id="rId12" Type="http://schemas.openxmlformats.org/officeDocument/2006/relationships/tags" Target="../tags/tag419.xml"/><Relationship Id="rId11" Type="http://schemas.openxmlformats.org/officeDocument/2006/relationships/tags" Target="../tags/tag418.xml"/><Relationship Id="rId10" Type="http://schemas.openxmlformats.org/officeDocument/2006/relationships/tags" Target="../tags/tag417.xml"/><Relationship Id="rId1" Type="http://schemas.openxmlformats.org/officeDocument/2006/relationships/tags" Target="../tags/tag408.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33.xml"/><Relationship Id="rId3" Type="http://schemas.openxmlformats.org/officeDocument/2006/relationships/tags" Target="../tags/tag422.xml"/><Relationship Id="rId2" Type="http://schemas.openxmlformats.org/officeDocument/2006/relationships/tags" Target="../tags/tag421.xml"/><Relationship Id="rId1" Type="http://schemas.openxmlformats.org/officeDocument/2006/relationships/tags" Target="../tags/tag4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占位符 4"/>
          <p:cNvSpPr>
            <a:spLocks noGrp="1"/>
          </p:cNvSpPr>
          <p:nvPr>
            <p:ph type="body" idx="3"/>
            <p:custDataLst>
              <p:tags r:id="rId1"/>
            </p:custDataLst>
          </p:nvPr>
        </p:nvSpPr>
        <p:spPr>
          <a:xfrm>
            <a:off x="3438525" y="3834765"/>
            <a:ext cx="2747010" cy="309245"/>
          </a:xfrm>
        </p:spPr>
        <p:txBody>
          <a:bodyPr/>
          <a:p>
            <a:r>
              <a:rPr lang="en-US" altLang="zh-CN"/>
              <a:t>23 </a:t>
            </a:r>
            <a:r>
              <a:t>工科试验班</a:t>
            </a:r>
            <a:r>
              <a:rPr lang="en-US" altLang="zh-CN"/>
              <a:t> </a:t>
            </a:r>
            <a:r>
              <a:t>王一诺</a:t>
            </a:r>
          </a:p>
        </p:txBody>
      </p:sp>
      <p:sp>
        <p:nvSpPr>
          <p:cNvPr id="6" name="文本占位符 5"/>
          <p:cNvSpPr>
            <a:spLocks noGrp="1"/>
          </p:cNvSpPr>
          <p:nvPr>
            <p:custDataLst>
              <p:tags r:id="rId2"/>
            </p:custDataLst>
          </p:nvPr>
        </p:nvSpPr>
        <p:spPr>
          <a:xfrm>
            <a:off x="2199005" y="3429635"/>
            <a:ext cx="4966970" cy="329565"/>
          </a:xfrm>
          <a:prstGeom prst="rect">
            <a:avLst/>
          </a:prstGeom>
          <a:noFill/>
          <a:ln>
            <a:noFill/>
            <a:prstDash val="sysDash"/>
          </a:ln>
        </p:spPr>
        <p:txBody>
          <a:bodyPr vert="horz" wrap="square" lIns="91440" tIns="45720" rIns="91440" bIns="45720" rtlCol="0" anchor="t">
            <a:normAutofit fontScale="70000"/>
          </a:bodyPr>
          <a:lstStyle>
            <a:lvl1pPr marL="0" marR="0" lvl="0" indent="-228600" algn="ctr" defTabSz="914400" rtl="0" eaLnBrk="1" fontAlgn="auto" latinLnBrk="0" hangingPunct="1">
              <a:lnSpc>
                <a:spcPct val="130000"/>
              </a:lnSpc>
              <a:spcBef>
                <a:spcPts val="0"/>
              </a:spcBef>
              <a:spcAft>
                <a:spcPts val="1000"/>
              </a:spcAft>
              <a:buClrTx/>
              <a:buSzTx/>
              <a:buFontTx/>
              <a:buNone/>
              <a:defRPr kumimoji="0" lang="zh-CN" altLang="en-US" sz="1600" b="0" i="0" u="none" strike="noStrike" kern="1200" cap="none" spc="0" normalizeH="0" baseline="0" noProof="1" dirty="0">
                <a:ln>
                  <a:noFill/>
                  <a:prstDash val="sysDot"/>
                </a:ln>
                <a:solidFill>
                  <a:schemeClr val="accent1">
                    <a:lumMod val="60000"/>
                    <a:lumOff val="40000"/>
                  </a:schemeClr>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kumimoji="0" lang="zh-CN" altLang="en-US" sz="1600" b="0" i="0" u="none" strike="noStrike" kern="1200"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a:solidFill>
                  <a:schemeClr val="tx1"/>
                </a:solidFill>
                <a:uFillTx/>
                <a:latin typeface="MiSans" panose="00000500000000000000" pitchFamily="2" charset="-122"/>
                <a:ea typeface="MiSans" panose="00000500000000000000" pitchFamily="2" charset="-122"/>
                <a:cs typeface="MiSans" panose="00000500000000000000" pitchFamily="2" charset="-122"/>
                <a:sym typeface="MiSans" panose="00000500000000000000"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Computer Networks and Oncology Treatment</a:t>
            </a:r>
            <a:endParaRPr lang="zh-CN" altLang="en-US"/>
          </a:p>
        </p:txBody>
      </p:sp>
      <p:sp>
        <p:nvSpPr>
          <p:cNvPr id="8" name="标题 7"/>
          <p:cNvSpPr>
            <a:spLocks noGrp="1"/>
          </p:cNvSpPr>
          <p:nvPr>
            <p:ph type="title" idx="1"/>
            <p:custDataLst>
              <p:tags r:id="rId3"/>
            </p:custDataLst>
          </p:nvPr>
        </p:nvSpPr>
        <p:spPr>
          <a:xfrm>
            <a:off x="1896745" y="996950"/>
            <a:ext cx="5532755" cy="2433320"/>
          </a:xfrm>
        </p:spPr>
        <p:txBody>
          <a:bodyPr>
            <a:normAutofit fontScale="90000"/>
          </a:bodyPr>
          <a:lstStyle/>
          <a:p>
            <a:r>
              <a:rPr lang="zh-CN" altLang="en-US"/>
              <a:t>计算机网络</a:t>
            </a:r>
            <a:br>
              <a:rPr lang="zh-CN" altLang="en-US"/>
            </a:br>
            <a:r>
              <a:rPr lang="zh-CN" altLang="en-US"/>
              <a:t>与</a:t>
            </a:r>
            <a:br>
              <a:rPr lang="zh-CN" altLang="en-US"/>
            </a:br>
            <a:r>
              <a:rPr lang="zh-CN" altLang="en-US"/>
              <a:t>肿瘤治疗</a:t>
            </a:r>
            <a:endParaRPr lang="zh-CN" alt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idx="1"/>
            <p:custDataLst>
              <p:tags r:id="rId1"/>
            </p:custDataLst>
          </p:nvPr>
        </p:nvSpPr>
        <p:spPr/>
        <p:txBody>
          <a:bodyPr/>
          <a:lstStyle/>
          <a:p>
            <a:r>
              <a:rPr lang="zh-CN" altLang="en-US"/>
              <a:t>目录</a:t>
            </a:r>
            <a:endParaRPr lang="zh-CN" altLang="en-US"/>
          </a:p>
        </p:txBody>
      </p:sp>
      <p:cxnSp>
        <p:nvCxnSpPr>
          <p:cNvPr id="19" name="直接连接符 18"/>
          <p:cNvCxnSpPr/>
          <p:nvPr>
            <p:custDataLst>
              <p:tags r:id="rId2"/>
            </p:custDataLst>
          </p:nvPr>
        </p:nvCxnSpPr>
        <p:spPr>
          <a:xfrm>
            <a:off x="972026" y="3665220"/>
            <a:ext cx="1140143" cy="0"/>
          </a:xfrm>
          <a:prstGeom prst="line">
            <a:avLst/>
          </a:prstGeom>
          <a:ln w="25400" cap="rnd">
            <a:gradFill>
              <a:gsLst>
                <a:gs pos="0">
                  <a:schemeClr val="accent1"/>
                </a:gs>
                <a:gs pos="100000">
                  <a:schemeClr val="tx1">
                    <a:alpha val="0"/>
                  </a:schemeClr>
                </a:gs>
                <a:gs pos="51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3" name="序号"/>
          <p:cNvSpPr txBox="1"/>
          <p:nvPr>
            <p:custDataLst>
              <p:tags r:id="rId3"/>
            </p:custDataLst>
          </p:nvPr>
        </p:nvSpPr>
        <p:spPr>
          <a:xfrm>
            <a:off x="897255" y="2879408"/>
            <a:ext cx="1527334" cy="575786"/>
          </a:xfrm>
          <a:prstGeom prst="rect">
            <a:avLst/>
          </a:prstGeom>
          <a:noFill/>
        </p:spPr>
        <p:txBody>
          <a:bodyPr wrap="none" lIns="57150" tIns="57150" rIns="0" bIns="0" rtlCol="0" anchor="ctr" anchorCtr="0">
            <a:noAutofit/>
          </a:bodyPr>
          <a:lstStyle/>
          <a:p>
            <a:pPr lvl="0" algn="l">
              <a:buClrTx/>
              <a:buSzTx/>
              <a:buFontTx/>
            </a:pPr>
            <a:r>
              <a:rPr lang="en-US" altLang="zh-CN" sz="3000" dirty="0">
                <a:gradFill>
                  <a:gsLst>
                    <a:gs pos="0">
                      <a:schemeClr val="accent1"/>
                    </a:gs>
                    <a:gs pos="100000">
                      <a:schemeClr val="accent2"/>
                    </a:gs>
                  </a:gsLst>
                  <a:lin ang="0" scaled="0"/>
                </a:gradFill>
                <a:effectLst/>
                <a:latin typeface="+mj-lt"/>
                <a:ea typeface="+mj-lt"/>
                <a:cs typeface="MiSans Heavy" panose="00000A00000000000000" pitchFamily="2" charset="-122"/>
                <a:sym typeface="+mn-ea"/>
              </a:rPr>
              <a:t>01</a:t>
            </a:r>
            <a:endParaRPr lang="en-US" altLang="zh-CN" sz="3000" dirty="0">
              <a:gradFill>
                <a:gsLst>
                  <a:gs pos="0">
                    <a:schemeClr val="accent1"/>
                  </a:gs>
                  <a:gs pos="100000">
                    <a:schemeClr val="accent2"/>
                  </a:gs>
                </a:gsLst>
                <a:lin ang="0" scaled="0"/>
              </a:gradFill>
              <a:effectLst/>
              <a:latin typeface="+mj-lt"/>
              <a:ea typeface="+mj-lt"/>
              <a:cs typeface="MiSans Heavy" panose="00000A00000000000000" pitchFamily="2" charset="-122"/>
              <a:sym typeface="+mn-ea"/>
            </a:endParaRPr>
          </a:p>
        </p:txBody>
      </p:sp>
      <p:sp>
        <p:nvSpPr>
          <p:cNvPr id="6" name="标题"/>
          <p:cNvSpPr txBox="1"/>
          <p:nvPr>
            <p:custDataLst>
              <p:tags r:id="rId4"/>
            </p:custDataLst>
          </p:nvPr>
        </p:nvSpPr>
        <p:spPr>
          <a:xfrm>
            <a:off x="893921" y="3840956"/>
            <a:ext cx="1522095" cy="1274921"/>
          </a:xfrm>
          <a:prstGeom prst="rect">
            <a:avLst/>
          </a:prstGeom>
          <a:noFill/>
        </p:spPr>
        <p:txBody>
          <a:bodyPr wrap="square" lIns="57150" tIns="0" rIns="0" bIns="0" rtlCol="0" anchor="t" anchorCtr="0">
            <a:noAutofit/>
          </a:bodyPr>
          <a:lstStyle/>
          <a:p>
            <a:pPr lvl="0" algn="l">
              <a:lnSpc>
                <a:spcPct val="90000"/>
              </a:lnSpc>
              <a:buClrTx/>
              <a:buSzTx/>
              <a:buFontTx/>
            </a:pPr>
            <a:r>
              <a:rPr lang="zh-CN" altLang="en-US" sz="1800" dirty="0">
                <a:solidFill>
                  <a:schemeClr val="accent1"/>
                </a:solidFill>
                <a:latin typeface="+mj-lt"/>
                <a:ea typeface="+mj-lt"/>
                <a:cs typeface="MiSans Heavy" panose="00000A00000000000000" pitchFamily="2" charset="-122"/>
                <a:sym typeface="MiSans Heavy" panose="00000A00000000000000" pitchFamily="2" charset="-122"/>
              </a:rPr>
              <a:t>引言</a:t>
            </a:r>
            <a:endParaRPr lang="zh-CN" altLang="en-US" sz="1800" dirty="0">
              <a:solidFill>
                <a:schemeClr val="accent1"/>
              </a:solidFill>
              <a:latin typeface="+mj-lt"/>
              <a:ea typeface="+mj-lt"/>
              <a:cs typeface="MiSans Heavy" panose="00000A00000000000000" pitchFamily="2" charset="-122"/>
              <a:sym typeface="MiSans Heavy" panose="00000A00000000000000" pitchFamily="2" charset="-122"/>
            </a:endParaRPr>
          </a:p>
        </p:txBody>
      </p:sp>
      <p:cxnSp>
        <p:nvCxnSpPr>
          <p:cNvPr id="23" name="直接连接符 22"/>
          <p:cNvCxnSpPr/>
          <p:nvPr>
            <p:custDataLst>
              <p:tags r:id="rId5"/>
            </p:custDataLst>
          </p:nvPr>
        </p:nvCxnSpPr>
        <p:spPr>
          <a:xfrm>
            <a:off x="3005614" y="3665220"/>
            <a:ext cx="1140143" cy="0"/>
          </a:xfrm>
          <a:prstGeom prst="line">
            <a:avLst/>
          </a:prstGeom>
          <a:ln w="25400" cap="rnd">
            <a:gradFill>
              <a:gsLst>
                <a:gs pos="0">
                  <a:schemeClr val="accent1"/>
                </a:gs>
                <a:gs pos="100000">
                  <a:schemeClr val="tx1">
                    <a:alpha val="0"/>
                  </a:schemeClr>
                </a:gs>
                <a:gs pos="51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24" name="序号"/>
          <p:cNvSpPr txBox="1"/>
          <p:nvPr>
            <p:custDataLst>
              <p:tags r:id="rId6"/>
            </p:custDataLst>
          </p:nvPr>
        </p:nvSpPr>
        <p:spPr>
          <a:xfrm>
            <a:off x="2930843" y="2879408"/>
            <a:ext cx="1515428" cy="575786"/>
          </a:xfrm>
          <a:prstGeom prst="rect">
            <a:avLst/>
          </a:prstGeom>
          <a:noFill/>
        </p:spPr>
        <p:txBody>
          <a:bodyPr wrap="none" lIns="57150" tIns="57150" rIns="0" bIns="0" rtlCol="0" anchor="ctr" anchorCtr="0">
            <a:noAutofit/>
          </a:bodyPr>
          <a:lstStyle/>
          <a:p>
            <a:pPr lvl="0" algn="l">
              <a:buClrTx/>
              <a:buSzTx/>
              <a:buFontTx/>
            </a:pPr>
            <a:r>
              <a:rPr lang="en-US" altLang="zh-CN" sz="3000" dirty="0">
                <a:gradFill>
                  <a:gsLst>
                    <a:gs pos="0">
                      <a:schemeClr val="accent1"/>
                    </a:gs>
                    <a:gs pos="100000">
                      <a:schemeClr val="accent2"/>
                    </a:gs>
                  </a:gsLst>
                  <a:lin ang="0" scaled="0"/>
                </a:gradFill>
                <a:effectLst/>
                <a:latin typeface="+mj-lt"/>
                <a:ea typeface="+mj-lt"/>
                <a:cs typeface="MiSans Heavy" panose="00000A00000000000000" pitchFamily="2" charset="-122"/>
                <a:sym typeface="+mn-ea"/>
              </a:rPr>
              <a:t>02</a:t>
            </a:r>
            <a:endParaRPr lang="en-US" altLang="zh-CN" sz="3000" dirty="0">
              <a:gradFill>
                <a:gsLst>
                  <a:gs pos="0">
                    <a:schemeClr val="accent1"/>
                  </a:gs>
                  <a:gs pos="100000">
                    <a:schemeClr val="accent2"/>
                  </a:gs>
                </a:gsLst>
                <a:lin ang="0" scaled="0"/>
              </a:gradFill>
              <a:effectLst/>
              <a:latin typeface="+mj-lt"/>
              <a:ea typeface="+mj-lt"/>
              <a:cs typeface="MiSans Heavy" panose="00000A00000000000000" pitchFamily="2" charset="-122"/>
              <a:sym typeface="+mn-ea"/>
            </a:endParaRPr>
          </a:p>
        </p:txBody>
      </p:sp>
      <p:sp>
        <p:nvSpPr>
          <p:cNvPr id="26" name="标题"/>
          <p:cNvSpPr txBox="1"/>
          <p:nvPr>
            <p:custDataLst>
              <p:tags r:id="rId7"/>
            </p:custDataLst>
          </p:nvPr>
        </p:nvSpPr>
        <p:spPr>
          <a:xfrm>
            <a:off x="2927509" y="3840956"/>
            <a:ext cx="1524953" cy="1274921"/>
          </a:xfrm>
          <a:prstGeom prst="rect">
            <a:avLst/>
          </a:prstGeom>
          <a:noFill/>
        </p:spPr>
        <p:txBody>
          <a:bodyPr wrap="square" lIns="57150" tIns="0" rIns="0" bIns="0" rtlCol="0" anchor="t" anchorCtr="0">
            <a:noAutofit/>
          </a:bodyPr>
          <a:lstStyle/>
          <a:p>
            <a:pPr lvl="0" algn="l">
              <a:lnSpc>
                <a:spcPct val="90000"/>
              </a:lnSpc>
              <a:buClrTx/>
              <a:buSzTx/>
              <a:buFontTx/>
            </a:pPr>
            <a:r>
              <a:rPr lang="zh-CN" altLang="en-US" sz="1800" dirty="0">
                <a:solidFill>
                  <a:schemeClr val="accent1"/>
                </a:solidFill>
                <a:latin typeface="+mj-lt"/>
                <a:ea typeface="+mj-lt"/>
                <a:cs typeface="MiSans Heavy" panose="00000A00000000000000" pitchFamily="2" charset="-122"/>
                <a:sym typeface="MiSans Heavy" panose="00000A00000000000000" pitchFamily="2" charset="-122"/>
              </a:rPr>
              <a:t>计算机网络在肿瘤研究中的应用</a:t>
            </a:r>
            <a:endParaRPr lang="zh-CN" altLang="en-US" sz="1800" dirty="0">
              <a:solidFill>
                <a:schemeClr val="accent1"/>
              </a:solidFill>
              <a:latin typeface="+mj-lt"/>
              <a:ea typeface="+mj-lt"/>
              <a:cs typeface="MiSans Heavy" panose="00000A00000000000000" pitchFamily="2" charset="-122"/>
              <a:sym typeface="MiSans Heavy" panose="00000A00000000000000" pitchFamily="2" charset="-122"/>
            </a:endParaRPr>
          </a:p>
        </p:txBody>
      </p:sp>
      <p:cxnSp>
        <p:nvCxnSpPr>
          <p:cNvPr id="28" name="直接连接符 27"/>
          <p:cNvCxnSpPr/>
          <p:nvPr>
            <p:custDataLst>
              <p:tags r:id="rId8"/>
            </p:custDataLst>
          </p:nvPr>
        </p:nvCxnSpPr>
        <p:spPr>
          <a:xfrm>
            <a:off x="5039201" y="3665220"/>
            <a:ext cx="1140143" cy="0"/>
          </a:xfrm>
          <a:prstGeom prst="line">
            <a:avLst/>
          </a:prstGeom>
          <a:ln w="25400" cap="rnd">
            <a:gradFill>
              <a:gsLst>
                <a:gs pos="0">
                  <a:schemeClr val="accent1"/>
                </a:gs>
                <a:gs pos="100000">
                  <a:schemeClr val="tx1">
                    <a:alpha val="0"/>
                  </a:schemeClr>
                </a:gs>
                <a:gs pos="51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29" name="序号"/>
          <p:cNvSpPr txBox="1"/>
          <p:nvPr>
            <p:custDataLst>
              <p:tags r:id="rId9"/>
            </p:custDataLst>
          </p:nvPr>
        </p:nvSpPr>
        <p:spPr>
          <a:xfrm>
            <a:off x="4964430" y="2879408"/>
            <a:ext cx="1515904" cy="575786"/>
          </a:xfrm>
          <a:prstGeom prst="rect">
            <a:avLst/>
          </a:prstGeom>
          <a:noFill/>
        </p:spPr>
        <p:txBody>
          <a:bodyPr wrap="none" lIns="57150" tIns="57150" rIns="0" bIns="0" rtlCol="0" anchor="ctr" anchorCtr="0">
            <a:noAutofit/>
          </a:bodyPr>
          <a:lstStyle/>
          <a:p>
            <a:pPr lvl="0" algn="l">
              <a:buClrTx/>
              <a:buSzTx/>
              <a:buFontTx/>
            </a:pPr>
            <a:r>
              <a:rPr lang="en-US" altLang="zh-CN" sz="3000" dirty="0">
                <a:gradFill>
                  <a:gsLst>
                    <a:gs pos="0">
                      <a:schemeClr val="accent1"/>
                    </a:gs>
                    <a:gs pos="100000">
                      <a:schemeClr val="accent2"/>
                    </a:gs>
                  </a:gsLst>
                  <a:lin ang="0" scaled="0"/>
                </a:gradFill>
                <a:effectLst/>
                <a:latin typeface="+mj-lt"/>
                <a:ea typeface="+mj-lt"/>
                <a:cs typeface="MiSans Heavy" panose="00000A00000000000000" pitchFamily="2" charset="-122"/>
                <a:sym typeface="+mn-ea"/>
              </a:rPr>
              <a:t>03</a:t>
            </a:r>
            <a:endParaRPr lang="en-US" altLang="zh-CN" sz="3000" dirty="0">
              <a:gradFill>
                <a:gsLst>
                  <a:gs pos="0">
                    <a:schemeClr val="accent1"/>
                  </a:gs>
                  <a:gs pos="100000">
                    <a:schemeClr val="accent2"/>
                  </a:gs>
                </a:gsLst>
                <a:lin ang="0" scaled="0"/>
              </a:gradFill>
              <a:effectLst/>
              <a:latin typeface="+mj-lt"/>
              <a:ea typeface="+mj-lt"/>
              <a:cs typeface="MiSans Heavy" panose="00000A00000000000000" pitchFamily="2" charset="-122"/>
              <a:sym typeface="+mn-ea"/>
            </a:endParaRPr>
          </a:p>
        </p:txBody>
      </p:sp>
      <p:sp>
        <p:nvSpPr>
          <p:cNvPr id="33" name="标题"/>
          <p:cNvSpPr txBox="1"/>
          <p:nvPr>
            <p:custDataLst>
              <p:tags r:id="rId10"/>
            </p:custDataLst>
          </p:nvPr>
        </p:nvSpPr>
        <p:spPr>
          <a:xfrm>
            <a:off x="4961096" y="3840956"/>
            <a:ext cx="1522095" cy="1274921"/>
          </a:xfrm>
          <a:prstGeom prst="rect">
            <a:avLst/>
          </a:prstGeom>
          <a:noFill/>
        </p:spPr>
        <p:txBody>
          <a:bodyPr wrap="square" lIns="57150" tIns="0" rIns="0" bIns="0" rtlCol="0" anchor="t" anchorCtr="0">
            <a:noAutofit/>
          </a:bodyPr>
          <a:lstStyle/>
          <a:p>
            <a:pPr lvl="0" algn="l">
              <a:lnSpc>
                <a:spcPct val="90000"/>
              </a:lnSpc>
              <a:buClrTx/>
              <a:buSzTx/>
              <a:buFontTx/>
            </a:pPr>
            <a:r>
              <a:rPr lang="zh-CN" altLang="en-US" sz="1800" dirty="0">
                <a:solidFill>
                  <a:schemeClr val="accent1"/>
                </a:solidFill>
                <a:latin typeface="+mj-lt"/>
                <a:ea typeface="+mj-lt"/>
                <a:cs typeface="MiSans Heavy" panose="00000A00000000000000" pitchFamily="2" charset="-122"/>
                <a:sym typeface="MiSans Heavy" panose="00000A00000000000000" pitchFamily="2" charset="-122"/>
              </a:rPr>
              <a:t>案例：肿瘤的预测性AI</a:t>
            </a:r>
            <a:endParaRPr lang="zh-CN" altLang="en-US" sz="1800" dirty="0">
              <a:solidFill>
                <a:schemeClr val="accent1"/>
              </a:solidFill>
              <a:latin typeface="+mj-lt"/>
              <a:ea typeface="+mj-lt"/>
              <a:cs typeface="MiSans Heavy" panose="00000A00000000000000" pitchFamily="2" charset="-122"/>
              <a:sym typeface="MiSans Heavy" panose="00000A00000000000000" pitchFamily="2" charset="-122"/>
            </a:endParaRPr>
          </a:p>
        </p:txBody>
      </p:sp>
      <p:cxnSp>
        <p:nvCxnSpPr>
          <p:cNvPr id="35" name="直接连接符 34"/>
          <p:cNvCxnSpPr/>
          <p:nvPr>
            <p:custDataLst>
              <p:tags r:id="rId11"/>
            </p:custDataLst>
          </p:nvPr>
        </p:nvCxnSpPr>
        <p:spPr>
          <a:xfrm>
            <a:off x="7072789" y="3665220"/>
            <a:ext cx="1140143" cy="0"/>
          </a:xfrm>
          <a:prstGeom prst="line">
            <a:avLst/>
          </a:prstGeom>
          <a:ln w="25400" cap="rnd">
            <a:gradFill>
              <a:gsLst>
                <a:gs pos="0">
                  <a:schemeClr val="accent1"/>
                </a:gs>
                <a:gs pos="100000">
                  <a:schemeClr val="tx1">
                    <a:alpha val="0"/>
                  </a:schemeClr>
                </a:gs>
                <a:gs pos="51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36" name="序号"/>
          <p:cNvSpPr txBox="1"/>
          <p:nvPr>
            <p:custDataLst>
              <p:tags r:id="rId12"/>
            </p:custDataLst>
          </p:nvPr>
        </p:nvSpPr>
        <p:spPr>
          <a:xfrm>
            <a:off x="6998018" y="2879408"/>
            <a:ext cx="1527334" cy="575786"/>
          </a:xfrm>
          <a:prstGeom prst="rect">
            <a:avLst/>
          </a:prstGeom>
          <a:noFill/>
        </p:spPr>
        <p:txBody>
          <a:bodyPr wrap="none" lIns="57150" tIns="57150" rIns="0" bIns="0" rtlCol="0" anchor="ctr" anchorCtr="0">
            <a:noAutofit/>
          </a:bodyPr>
          <a:lstStyle/>
          <a:p>
            <a:pPr lvl="0" algn="l">
              <a:buClrTx/>
              <a:buSzTx/>
              <a:buFontTx/>
            </a:pPr>
            <a:r>
              <a:rPr lang="en-US" altLang="zh-CN" sz="3000" dirty="0">
                <a:gradFill>
                  <a:gsLst>
                    <a:gs pos="0">
                      <a:schemeClr val="accent1"/>
                    </a:gs>
                    <a:gs pos="100000">
                      <a:schemeClr val="accent2"/>
                    </a:gs>
                  </a:gsLst>
                  <a:lin ang="0" scaled="0"/>
                </a:gradFill>
                <a:effectLst/>
                <a:latin typeface="+mj-lt"/>
                <a:ea typeface="+mj-lt"/>
                <a:cs typeface="MiSans Heavy" panose="00000A00000000000000" pitchFamily="2" charset="-122"/>
                <a:sym typeface="+mn-ea"/>
              </a:rPr>
              <a:t>04</a:t>
            </a:r>
            <a:endParaRPr lang="en-US" altLang="zh-CN" sz="3000" dirty="0">
              <a:gradFill>
                <a:gsLst>
                  <a:gs pos="0">
                    <a:schemeClr val="accent1"/>
                  </a:gs>
                  <a:gs pos="100000">
                    <a:schemeClr val="accent2"/>
                  </a:gs>
                </a:gsLst>
                <a:lin ang="0" scaled="0"/>
              </a:gradFill>
              <a:effectLst/>
              <a:latin typeface="+mj-lt"/>
              <a:ea typeface="+mj-lt"/>
              <a:cs typeface="MiSans Heavy" panose="00000A00000000000000" pitchFamily="2" charset="-122"/>
              <a:sym typeface="+mn-ea"/>
            </a:endParaRPr>
          </a:p>
        </p:txBody>
      </p:sp>
      <p:sp>
        <p:nvSpPr>
          <p:cNvPr id="38" name="标题"/>
          <p:cNvSpPr txBox="1"/>
          <p:nvPr>
            <p:custDataLst>
              <p:tags r:id="rId13"/>
            </p:custDataLst>
          </p:nvPr>
        </p:nvSpPr>
        <p:spPr>
          <a:xfrm>
            <a:off x="6994684" y="3840956"/>
            <a:ext cx="1531144" cy="1274921"/>
          </a:xfrm>
          <a:prstGeom prst="rect">
            <a:avLst/>
          </a:prstGeom>
          <a:noFill/>
        </p:spPr>
        <p:txBody>
          <a:bodyPr wrap="square" lIns="57150" tIns="0" rIns="0" bIns="0" rtlCol="0" anchor="t" anchorCtr="0">
            <a:noAutofit/>
          </a:bodyPr>
          <a:lstStyle/>
          <a:p>
            <a:pPr lvl="0" algn="l">
              <a:lnSpc>
                <a:spcPct val="90000"/>
              </a:lnSpc>
              <a:buClrTx/>
              <a:buSzTx/>
              <a:buFontTx/>
            </a:pPr>
            <a:r>
              <a:rPr lang="zh-CN" altLang="en-US" sz="1800" dirty="0">
                <a:solidFill>
                  <a:schemeClr val="accent1"/>
                </a:solidFill>
                <a:latin typeface="+mj-lt"/>
                <a:ea typeface="+mj-lt"/>
                <a:cs typeface="MiSans Heavy" panose="00000A00000000000000" pitchFamily="2" charset="-122"/>
                <a:sym typeface="MiSans Heavy" panose="00000A00000000000000" pitchFamily="2" charset="-122"/>
              </a:rPr>
              <a:t>未来展望</a:t>
            </a:r>
            <a:endParaRPr lang="zh-CN" altLang="en-US" sz="1800" dirty="0">
              <a:solidFill>
                <a:schemeClr val="accent1"/>
              </a:solidFill>
              <a:latin typeface="+mj-lt"/>
              <a:ea typeface="+mj-lt"/>
              <a:cs typeface="MiSans Heavy" panose="00000A00000000000000" pitchFamily="2" charset="-122"/>
              <a:sym typeface="MiSans Heavy" panose="00000A00000000000000" pitchFamily="2" charset="-122"/>
            </a:endParaRPr>
          </a:p>
        </p:txBody>
      </p:sp>
    </p:spTree>
    <p:custDataLst>
      <p:tags r:id="rId1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idx="2"/>
            <p:custDataLst>
              <p:tags r:id="rId1"/>
            </p:custDataLst>
          </p:nvPr>
        </p:nvSpPr>
        <p:spPr/>
        <p:txBody>
          <a:bodyPr>
            <a:normAutofit fontScale="90000"/>
          </a:bodyPr>
          <a:lstStyle/>
          <a:p>
            <a:r>
              <a:rPr lang="zh-CN" altLang="en-US"/>
              <a:t>01</a:t>
            </a:r>
            <a:endParaRPr lang="zh-CN" altLang="en-US"/>
          </a:p>
        </p:txBody>
      </p:sp>
      <p:sp>
        <p:nvSpPr>
          <p:cNvPr id="7" name="标题 6"/>
          <p:cNvSpPr>
            <a:spLocks noGrp="1"/>
          </p:cNvSpPr>
          <p:nvPr>
            <p:ph type="title" idx="1"/>
            <p:custDataLst>
              <p:tags r:id="rId2"/>
            </p:custDataLst>
          </p:nvPr>
        </p:nvSpPr>
        <p:spPr/>
        <p:txBody>
          <a:bodyPr/>
          <a:lstStyle/>
          <a:p>
            <a:r>
              <a:rPr lang="zh-CN" altLang="en-US"/>
              <a:t>引言</a:t>
            </a:r>
            <a:endParaRPr lang="zh-CN"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fontScale="90000"/>
          </a:bodyPr>
          <a:lstStyle/>
          <a:p>
            <a:r>
              <a:rPr lang="zh-CN" altLang="en-US"/>
              <a:t>计算机网络的应用是肿瘤治疗的</a:t>
            </a:r>
            <a:r>
              <a:rPr lang="zh-CN" altLang="en-US"/>
              <a:t>趋势</a:t>
            </a:r>
            <a:endParaRPr lang="zh-CN" altLang="en-US"/>
          </a:p>
        </p:txBody>
      </p:sp>
      <p:sp>
        <p:nvSpPr>
          <p:cNvPr id="3" name="任意多边形: 形状 7"/>
          <p:cNvSpPr/>
          <p:nvPr>
            <p:custDataLst>
              <p:tags r:id="rId2"/>
            </p:custDataLst>
          </p:nvPr>
        </p:nvSpPr>
        <p:spPr>
          <a:xfrm>
            <a:off x="227965" y="2781300"/>
            <a:ext cx="4502785" cy="2494280"/>
          </a:xfrm>
          <a:custGeom>
            <a:avLst/>
            <a:gdLst>
              <a:gd name="connsiteX0" fmla="*/ 4268455 w 5196959"/>
              <a:gd name="connsiteY0" fmla="*/ 2443174 h 2443174"/>
              <a:gd name="connsiteX1" fmla="*/ 0 w 5196959"/>
              <a:gd name="connsiteY1" fmla="*/ 2443174 h 2443174"/>
              <a:gd name="connsiteX2" fmla="*/ 0 w 5196959"/>
              <a:gd name="connsiteY2" fmla="*/ 0 h 2443174"/>
              <a:gd name="connsiteX3" fmla="*/ 4998766 w 5196959"/>
              <a:gd name="connsiteY3" fmla="*/ 0 h 2443174"/>
              <a:gd name="connsiteX4" fmla="*/ 5188277 w 5196959"/>
              <a:gd name="connsiteY4" fmla="*/ 255708 h 2443174"/>
              <a:gd name="connsiteX5" fmla="*/ 4597293 w 5196959"/>
              <a:gd name="connsiteY5" fmla="*/ 2199517 h 2443174"/>
              <a:gd name="connsiteX6" fmla="*/ 4268455 w 5196959"/>
              <a:gd name="connsiteY6" fmla="*/ 2443174 h 2443174"/>
              <a:gd name="connsiteX0-1" fmla="*/ 0 w 5196960"/>
              <a:gd name="connsiteY0-2" fmla="*/ 0 h 2443174"/>
              <a:gd name="connsiteX1-3" fmla="*/ 4998766 w 5196960"/>
              <a:gd name="connsiteY1-4" fmla="*/ 0 h 2443174"/>
              <a:gd name="connsiteX2-5" fmla="*/ 5188277 w 5196960"/>
              <a:gd name="connsiteY2-6" fmla="*/ 255708 h 2443174"/>
              <a:gd name="connsiteX3-7" fmla="*/ 4597293 w 5196960"/>
              <a:gd name="connsiteY3-8" fmla="*/ 2199517 h 2443174"/>
              <a:gd name="connsiteX4-9" fmla="*/ 4268455 w 5196960"/>
              <a:gd name="connsiteY4-10" fmla="*/ 2443174 h 2443174"/>
              <a:gd name="connsiteX5-11" fmla="*/ 0 w 5196960"/>
              <a:gd name="connsiteY5-12" fmla="*/ 2443174 h 2443174"/>
              <a:gd name="connsiteX6-13" fmla="*/ 91440 w 5196960"/>
              <a:gd name="connsiteY6-14" fmla="*/ 91440 h 2443174"/>
              <a:gd name="connsiteX0-15" fmla="*/ 41910 w 5238870"/>
              <a:gd name="connsiteY0-16" fmla="*/ 0 h 2443174"/>
              <a:gd name="connsiteX1-17" fmla="*/ 5040676 w 5238870"/>
              <a:gd name="connsiteY1-18" fmla="*/ 0 h 2443174"/>
              <a:gd name="connsiteX2-19" fmla="*/ 5230187 w 5238870"/>
              <a:gd name="connsiteY2-20" fmla="*/ 255708 h 2443174"/>
              <a:gd name="connsiteX3-21" fmla="*/ 4639203 w 5238870"/>
              <a:gd name="connsiteY3-22" fmla="*/ 2199517 h 2443174"/>
              <a:gd name="connsiteX4-23" fmla="*/ 4310365 w 5238870"/>
              <a:gd name="connsiteY4-24" fmla="*/ 2443174 h 2443174"/>
              <a:gd name="connsiteX5-25" fmla="*/ 41910 w 5238870"/>
              <a:gd name="connsiteY5-26" fmla="*/ 2443174 h 2443174"/>
              <a:gd name="connsiteX6-27" fmla="*/ 0 w 5238870"/>
              <a:gd name="connsiteY6-28" fmla="*/ 415290 h 2443174"/>
              <a:gd name="connsiteX0-29" fmla="*/ 0 w 5196960"/>
              <a:gd name="connsiteY0-30" fmla="*/ 0 h 2443174"/>
              <a:gd name="connsiteX1-31" fmla="*/ 4998766 w 5196960"/>
              <a:gd name="connsiteY1-32" fmla="*/ 0 h 2443174"/>
              <a:gd name="connsiteX2-33" fmla="*/ 5188277 w 5196960"/>
              <a:gd name="connsiteY2-34" fmla="*/ 255708 h 2443174"/>
              <a:gd name="connsiteX3-35" fmla="*/ 4597293 w 5196960"/>
              <a:gd name="connsiteY3-36" fmla="*/ 2199517 h 2443174"/>
              <a:gd name="connsiteX4-37" fmla="*/ 4268455 w 5196960"/>
              <a:gd name="connsiteY4-38" fmla="*/ 2443174 h 2443174"/>
              <a:gd name="connsiteX5-39" fmla="*/ 0 w 5196960"/>
              <a:gd name="connsiteY5-40" fmla="*/ 2443174 h 244317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196960" h="2443174">
                <a:moveTo>
                  <a:pt x="0" y="0"/>
                </a:moveTo>
                <a:lnTo>
                  <a:pt x="4998766" y="0"/>
                </a:lnTo>
                <a:cubicBezTo>
                  <a:pt x="5131820" y="0"/>
                  <a:pt x="5226906" y="128432"/>
                  <a:pt x="5188277" y="255708"/>
                </a:cubicBezTo>
                <a:lnTo>
                  <a:pt x="4597293" y="2199517"/>
                </a:lnTo>
                <a:cubicBezTo>
                  <a:pt x="4553217" y="2344292"/>
                  <a:pt x="4419833" y="2443174"/>
                  <a:pt x="4268455" y="2443174"/>
                </a:cubicBezTo>
                <a:lnTo>
                  <a:pt x="0" y="2443174"/>
                </a:lnTo>
              </a:path>
            </a:pathLst>
          </a:custGeom>
          <a:gradFill>
            <a:gsLst>
              <a:gs pos="45000">
                <a:schemeClr val="accent1"/>
              </a:gs>
              <a:gs pos="0">
                <a:schemeClr val="accent1">
                  <a:alpha val="0"/>
                </a:schemeClr>
              </a:gs>
            </a:gsLst>
            <a:lin ang="0" scaled="1"/>
          </a:gradFill>
          <a:ln w="22225" cap="flat">
            <a:gradFill>
              <a:gsLst>
                <a:gs pos="47000">
                  <a:schemeClr val="accent1">
                    <a:lumMod val="75000"/>
                  </a:schemeClr>
                </a:gs>
                <a:gs pos="100000">
                  <a:schemeClr val="bg1">
                    <a:alpha val="0"/>
                  </a:schemeClr>
                </a:gs>
              </a:gsLst>
              <a:lin ang="10740000" scaled="0"/>
            </a:gradFill>
            <a:prstDash val="solid"/>
            <a:miter/>
          </a:ln>
        </p:spPr>
        <p:txBody>
          <a:bodyPr rtlCol="0" anchor="ctr"/>
          <a:lstStyle/>
          <a:p>
            <a:endParaRPr lang="zh-CN" altLang="en-US" sz="1350"/>
          </a:p>
        </p:txBody>
      </p:sp>
      <p:sp>
        <p:nvSpPr>
          <p:cNvPr id="9" name="任意多边形: 形状 8"/>
          <p:cNvSpPr/>
          <p:nvPr>
            <p:custDataLst>
              <p:tags r:id="rId3"/>
            </p:custDataLst>
          </p:nvPr>
        </p:nvSpPr>
        <p:spPr>
          <a:xfrm>
            <a:off x="4492625" y="3040380"/>
            <a:ext cx="4502785" cy="2426970"/>
          </a:xfrm>
          <a:custGeom>
            <a:avLst/>
            <a:gdLst>
              <a:gd name="connsiteX0" fmla="*/ 970270 w 5196959"/>
              <a:gd name="connsiteY0" fmla="*/ 0 h 2443174"/>
              <a:gd name="connsiteX1" fmla="*/ 5196960 w 5196959"/>
              <a:gd name="connsiteY1" fmla="*/ 0 h 2443174"/>
              <a:gd name="connsiteX2" fmla="*/ 5196960 w 5196959"/>
              <a:gd name="connsiteY2" fmla="*/ 2443174 h 2443174"/>
              <a:gd name="connsiteX3" fmla="*/ 198194 w 5196959"/>
              <a:gd name="connsiteY3" fmla="*/ 2443174 h 2443174"/>
              <a:gd name="connsiteX4" fmla="*/ 8683 w 5196959"/>
              <a:gd name="connsiteY4" fmla="*/ 2187466 h 2443174"/>
              <a:gd name="connsiteX5" fmla="*/ 587616 w 5196959"/>
              <a:gd name="connsiteY5" fmla="*/ 283606 h 2443174"/>
              <a:gd name="connsiteX6" fmla="*/ 970270 w 5196959"/>
              <a:gd name="connsiteY6" fmla="*/ 0 h 2443174"/>
              <a:gd name="connsiteX0-1" fmla="*/ 5196960 w 5288400"/>
              <a:gd name="connsiteY0-2" fmla="*/ 0 h 2443174"/>
              <a:gd name="connsiteX1-3" fmla="*/ 5196960 w 5288400"/>
              <a:gd name="connsiteY1-4" fmla="*/ 2443174 h 2443174"/>
              <a:gd name="connsiteX2-5" fmla="*/ 198194 w 5288400"/>
              <a:gd name="connsiteY2-6" fmla="*/ 2443174 h 2443174"/>
              <a:gd name="connsiteX3-7" fmla="*/ 8683 w 5288400"/>
              <a:gd name="connsiteY3-8" fmla="*/ 2187466 h 2443174"/>
              <a:gd name="connsiteX4-9" fmla="*/ 587616 w 5288400"/>
              <a:gd name="connsiteY4-10" fmla="*/ 283606 h 2443174"/>
              <a:gd name="connsiteX5-11" fmla="*/ 970270 w 5288400"/>
              <a:gd name="connsiteY5-12" fmla="*/ 0 h 2443174"/>
              <a:gd name="connsiteX6-13" fmla="*/ 5288400 w 5288400"/>
              <a:gd name="connsiteY6-14" fmla="*/ 91440 h 2443174"/>
              <a:gd name="connsiteX0-15" fmla="*/ 5196960 w 5196960"/>
              <a:gd name="connsiteY0-16" fmla="*/ 0 h 2443174"/>
              <a:gd name="connsiteX1-17" fmla="*/ 5196960 w 5196960"/>
              <a:gd name="connsiteY1-18" fmla="*/ 2443174 h 2443174"/>
              <a:gd name="connsiteX2-19" fmla="*/ 198194 w 5196960"/>
              <a:gd name="connsiteY2-20" fmla="*/ 2443174 h 2443174"/>
              <a:gd name="connsiteX3-21" fmla="*/ 8683 w 5196960"/>
              <a:gd name="connsiteY3-22" fmla="*/ 2187466 h 2443174"/>
              <a:gd name="connsiteX4-23" fmla="*/ 587616 w 5196960"/>
              <a:gd name="connsiteY4-24" fmla="*/ 283606 h 2443174"/>
              <a:gd name="connsiteX5-25" fmla="*/ 970270 w 5196960"/>
              <a:gd name="connsiteY5-26" fmla="*/ 0 h 2443174"/>
              <a:gd name="connsiteX6-27" fmla="*/ 5183625 w 5196960"/>
              <a:gd name="connsiteY6-28" fmla="*/ 34290 h 2443174"/>
              <a:gd name="connsiteX0-29" fmla="*/ 5196960 w 5196960"/>
              <a:gd name="connsiteY0-30" fmla="*/ 0 h 2443174"/>
              <a:gd name="connsiteX1-31" fmla="*/ 5196960 w 5196960"/>
              <a:gd name="connsiteY1-32" fmla="*/ 2443174 h 2443174"/>
              <a:gd name="connsiteX2-33" fmla="*/ 198194 w 5196960"/>
              <a:gd name="connsiteY2-34" fmla="*/ 2443174 h 2443174"/>
              <a:gd name="connsiteX3-35" fmla="*/ 8683 w 5196960"/>
              <a:gd name="connsiteY3-36" fmla="*/ 2187466 h 2443174"/>
              <a:gd name="connsiteX4-37" fmla="*/ 587616 w 5196960"/>
              <a:gd name="connsiteY4-38" fmla="*/ 283606 h 2443174"/>
              <a:gd name="connsiteX5-39" fmla="*/ 970270 w 5196960"/>
              <a:gd name="connsiteY5-40" fmla="*/ 0 h 2443174"/>
              <a:gd name="connsiteX6-41" fmla="*/ 5183625 w 5196960"/>
              <a:gd name="connsiteY6-42" fmla="*/ 5715 h 2443174"/>
              <a:gd name="connsiteX0-43" fmla="*/ 5196960 w 5196960"/>
              <a:gd name="connsiteY0-44" fmla="*/ 3810 h 2446984"/>
              <a:gd name="connsiteX1-45" fmla="*/ 5196960 w 5196960"/>
              <a:gd name="connsiteY1-46" fmla="*/ 2446984 h 2446984"/>
              <a:gd name="connsiteX2-47" fmla="*/ 198194 w 5196960"/>
              <a:gd name="connsiteY2-48" fmla="*/ 2446984 h 2446984"/>
              <a:gd name="connsiteX3-49" fmla="*/ 8683 w 5196960"/>
              <a:gd name="connsiteY3-50" fmla="*/ 2191276 h 2446984"/>
              <a:gd name="connsiteX4-51" fmla="*/ 587616 w 5196960"/>
              <a:gd name="connsiteY4-52" fmla="*/ 287416 h 2446984"/>
              <a:gd name="connsiteX5-53" fmla="*/ 970270 w 5196960"/>
              <a:gd name="connsiteY5-54" fmla="*/ 3810 h 2446984"/>
              <a:gd name="connsiteX6-55" fmla="*/ 4840725 w 5196960"/>
              <a:gd name="connsiteY6-56" fmla="*/ 0 h 2446984"/>
              <a:gd name="connsiteX0-57" fmla="*/ 5196960 w 5196960"/>
              <a:gd name="connsiteY0-58" fmla="*/ 2446984 h 2446984"/>
              <a:gd name="connsiteX1-59" fmla="*/ 198194 w 5196960"/>
              <a:gd name="connsiteY1-60" fmla="*/ 2446984 h 2446984"/>
              <a:gd name="connsiteX2-61" fmla="*/ 8683 w 5196960"/>
              <a:gd name="connsiteY2-62" fmla="*/ 2191276 h 2446984"/>
              <a:gd name="connsiteX3-63" fmla="*/ 587616 w 5196960"/>
              <a:gd name="connsiteY3-64" fmla="*/ 287416 h 2446984"/>
              <a:gd name="connsiteX4-65" fmla="*/ 970270 w 5196960"/>
              <a:gd name="connsiteY4-66" fmla="*/ 3810 h 2446984"/>
              <a:gd name="connsiteX5-67" fmla="*/ 4840725 w 5196960"/>
              <a:gd name="connsiteY5-68" fmla="*/ 0 h 2446984"/>
              <a:gd name="connsiteX0-69" fmla="*/ 5196960 w 5196960"/>
              <a:gd name="connsiteY0-70" fmla="*/ 2446984 h 2446984"/>
              <a:gd name="connsiteX1-71" fmla="*/ 198194 w 5196960"/>
              <a:gd name="connsiteY1-72" fmla="*/ 2446984 h 2446984"/>
              <a:gd name="connsiteX2-73" fmla="*/ 8683 w 5196960"/>
              <a:gd name="connsiteY2-74" fmla="*/ 2191276 h 2446984"/>
              <a:gd name="connsiteX3-75" fmla="*/ 587616 w 5196960"/>
              <a:gd name="connsiteY3-76" fmla="*/ 287416 h 2446984"/>
              <a:gd name="connsiteX4-77" fmla="*/ 970270 w 5196960"/>
              <a:gd name="connsiteY4-78" fmla="*/ 3810 h 2446984"/>
              <a:gd name="connsiteX5-79" fmla="*/ 5174100 w 5196960"/>
              <a:gd name="connsiteY5-80" fmla="*/ 0 h 24469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196960" h="2446984">
                <a:moveTo>
                  <a:pt x="5196960" y="2446984"/>
                </a:moveTo>
                <a:lnTo>
                  <a:pt x="198194" y="2446984"/>
                </a:lnTo>
                <a:cubicBezTo>
                  <a:pt x="65140" y="2446984"/>
                  <a:pt x="-29945" y="2318552"/>
                  <a:pt x="8683" y="2191276"/>
                </a:cubicBezTo>
                <a:lnTo>
                  <a:pt x="587616" y="287416"/>
                </a:lnTo>
                <a:cubicBezTo>
                  <a:pt x="638791" y="119035"/>
                  <a:pt x="794131" y="3810"/>
                  <a:pt x="970270" y="3810"/>
                </a:cubicBezTo>
                <a:lnTo>
                  <a:pt x="5174100" y="0"/>
                </a:lnTo>
              </a:path>
            </a:pathLst>
          </a:custGeom>
          <a:gradFill flip="none" rotWithShape="1">
            <a:gsLst>
              <a:gs pos="56000">
                <a:schemeClr val="accent1"/>
              </a:gs>
              <a:gs pos="100000">
                <a:schemeClr val="accent1">
                  <a:alpha val="0"/>
                  <a:lumMod val="95000"/>
                </a:schemeClr>
              </a:gs>
            </a:gsLst>
            <a:lin ang="0" scaled="1"/>
            <a:tileRect/>
          </a:gradFill>
          <a:ln w="22225" cap="flat">
            <a:gradFill>
              <a:gsLst>
                <a:gs pos="57000">
                  <a:schemeClr val="accent1">
                    <a:lumMod val="75000"/>
                  </a:schemeClr>
                </a:gs>
                <a:gs pos="0">
                  <a:schemeClr val="bg1">
                    <a:alpha val="0"/>
                  </a:schemeClr>
                </a:gs>
              </a:gsLst>
              <a:lin ang="10800000" scaled="1"/>
            </a:gradFill>
            <a:prstDash val="solid"/>
            <a:miter/>
          </a:ln>
        </p:spPr>
        <p:txBody>
          <a:bodyPr rtlCol="0" anchor="ctr"/>
          <a:lstStyle/>
          <a:p>
            <a:endParaRPr lang="zh-CN" altLang="en-US" sz="1350"/>
          </a:p>
        </p:txBody>
      </p:sp>
      <p:sp>
        <p:nvSpPr>
          <p:cNvPr id="10" name="任意多边形: 形状 9"/>
          <p:cNvSpPr/>
          <p:nvPr>
            <p:custDataLst>
              <p:tags r:id="rId4"/>
            </p:custDataLst>
          </p:nvPr>
        </p:nvSpPr>
        <p:spPr>
          <a:xfrm>
            <a:off x="3975054" y="3340221"/>
            <a:ext cx="1187111" cy="1187111"/>
          </a:xfrm>
          <a:custGeom>
            <a:avLst/>
            <a:gdLst>
              <a:gd name="connsiteX0" fmla="*/ 1370158 w 1370158"/>
              <a:gd name="connsiteY0" fmla="*/ 685079 h 1370158"/>
              <a:gd name="connsiteX1" fmla="*/ 685079 w 1370158"/>
              <a:gd name="connsiteY1" fmla="*/ 1370158 h 1370158"/>
              <a:gd name="connsiteX2" fmla="*/ 0 w 1370158"/>
              <a:gd name="connsiteY2" fmla="*/ 685079 h 1370158"/>
              <a:gd name="connsiteX3" fmla="*/ 685079 w 1370158"/>
              <a:gd name="connsiteY3" fmla="*/ 0 h 1370158"/>
              <a:gd name="connsiteX4" fmla="*/ 1370158 w 1370158"/>
              <a:gd name="connsiteY4" fmla="*/ 685079 h 1370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0158" h="1370158">
                <a:moveTo>
                  <a:pt x="1370158" y="685079"/>
                </a:moveTo>
                <a:cubicBezTo>
                  <a:pt x="1370158" y="1063438"/>
                  <a:pt x="1063438" y="1370158"/>
                  <a:pt x="685079" y="1370158"/>
                </a:cubicBezTo>
                <a:cubicBezTo>
                  <a:pt x="306720" y="1370158"/>
                  <a:pt x="0" y="1063438"/>
                  <a:pt x="0" y="685079"/>
                </a:cubicBezTo>
                <a:cubicBezTo>
                  <a:pt x="0" y="306720"/>
                  <a:pt x="306720" y="0"/>
                  <a:pt x="685079" y="0"/>
                </a:cubicBezTo>
                <a:cubicBezTo>
                  <a:pt x="1063438" y="0"/>
                  <a:pt x="1370158" y="306720"/>
                  <a:pt x="1370158" y="685079"/>
                </a:cubicBezTo>
                <a:close/>
              </a:path>
            </a:pathLst>
          </a:custGeom>
          <a:solidFill>
            <a:srgbClr val="FFFFFF"/>
          </a:solidFill>
          <a:ln w="16502" cap="flat">
            <a:noFill/>
            <a:prstDash val="solid"/>
            <a:miter/>
          </a:ln>
        </p:spPr>
        <p:txBody>
          <a:bodyPr rtlCol="0" anchor="ctr"/>
          <a:lstStyle/>
          <a:p>
            <a:endParaRPr lang="zh-CN" altLang="en-US" sz="1350"/>
          </a:p>
        </p:txBody>
      </p:sp>
      <p:sp>
        <p:nvSpPr>
          <p:cNvPr id="11" name="任意多边形: 形状 10"/>
          <p:cNvSpPr/>
          <p:nvPr>
            <p:custDataLst>
              <p:tags r:id="rId5"/>
            </p:custDataLst>
          </p:nvPr>
        </p:nvSpPr>
        <p:spPr>
          <a:xfrm>
            <a:off x="4078605" y="3445202"/>
            <a:ext cx="983442" cy="983442"/>
          </a:xfrm>
          <a:custGeom>
            <a:avLst/>
            <a:gdLst>
              <a:gd name="connsiteX0" fmla="*/ 1135085 w 1135085"/>
              <a:gd name="connsiteY0" fmla="*/ 567543 h 1135085"/>
              <a:gd name="connsiteX1" fmla="*/ 567543 w 1135085"/>
              <a:gd name="connsiteY1" fmla="*/ 1135085 h 1135085"/>
              <a:gd name="connsiteX2" fmla="*/ 0 w 1135085"/>
              <a:gd name="connsiteY2" fmla="*/ 567543 h 1135085"/>
              <a:gd name="connsiteX3" fmla="*/ 567543 w 1135085"/>
              <a:gd name="connsiteY3" fmla="*/ 0 h 1135085"/>
              <a:gd name="connsiteX4" fmla="*/ 1135085 w 1135085"/>
              <a:gd name="connsiteY4" fmla="*/ 567543 h 113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85" h="1135085">
                <a:moveTo>
                  <a:pt x="1135085" y="567543"/>
                </a:moveTo>
                <a:cubicBezTo>
                  <a:pt x="1135085" y="880988"/>
                  <a:pt x="880988" y="1135085"/>
                  <a:pt x="567543" y="1135085"/>
                </a:cubicBezTo>
                <a:cubicBezTo>
                  <a:pt x="254097" y="1135085"/>
                  <a:pt x="0" y="880988"/>
                  <a:pt x="0" y="567543"/>
                </a:cubicBezTo>
                <a:cubicBezTo>
                  <a:pt x="0" y="254098"/>
                  <a:pt x="254097" y="0"/>
                  <a:pt x="567543" y="0"/>
                </a:cubicBezTo>
                <a:cubicBezTo>
                  <a:pt x="880988" y="0"/>
                  <a:pt x="1135085" y="254098"/>
                  <a:pt x="1135085" y="567543"/>
                </a:cubicBezTo>
                <a:close/>
              </a:path>
            </a:pathLst>
          </a:custGeom>
          <a:solidFill>
            <a:schemeClr val="accent1">
              <a:alpha val="80000"/>
            </a:schemeClr>
          </a:solidFill>
          <a:ln w="16502" cap="flat">
            <a:noFill/>
            <a:prstDash val="solid"/>
            <a:miter/>
          </a:ln>
        </p:spPr>
        <p:txBody>
          <a:bodyPr rtlCol="0" anchor="ctr"/>
          <a:lstStyle/>
          <a:p>
            <a:endParaRPr lang="zh-CN" altLang="en-US" sz="1350" dirty="0"/>
          </a:p>
        </p:txBody>
      </p:sp>
      <p:sp>
        <p:nvSpPr>
          <p:cNvPr id="12" name="矩形 11"/>
          <p:cNvSpPr/>
          <p:nvPr>
            <p:custDataLst>
              <p:tags r:id="rId6"/>
            </p:custDataLst>
          </p:nvPr>
        </p:nvSpPr>
        <p:spPr>
          <a:xfrm>
            <a:off x="539750" y="2837180"/>
            <a:ext cx="3547110" cy="23945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50000"/>
              </a:lnSpc>
            </a:pPr>
            <a:r>
              <a:rPr lang="zh-CN" altLang="en-US" sz="1500" kern="0" spc="0" dirty="0">
                <a:ln>
                  <a:noFill/>
                  <a:prstDash val="sysDot"/>
                </a:ln>
                <a:solidFill>
                  <a:srgbClr val="FFFFFF"/>
                </a:solidFill>
                <a:latin typeface="+mn-ea"/>
                <a:sym typeface="+mn-ea"/>
              </a:rPr>
              <a:t>肿瘤治疗所面临的</a:t>
            </a:r>
            <a:r>
              <a:rPr lang="zh-CN" altLang="en-US" sz="1500" kern="0" spc="0" dirty="0">
                <a:ln>
                  <a:noFill/>
                  <a:prstDash val="sysDot"/>
                </a:ln>
                <a:solidFill>
                  <a:srgbClr val="FFFFFF"/>
                </a:solidFill>
                <a:latin typeface="+mn-ea"/>
                <a:sym typeface="+mn-ea"/>
              </a:rPr>
              <a:t>困难：</a:t>
            </a:r>
            <a:endParaRPr lang="zh-CN" altLang="en-US" sz="1500" kern="0" spc="0" dirty="0">
              <a:ln>
                <a:noFill/>
                <a:prstDash val="sysDot"/>
              </a:ln>
              <a:solidFill>
                <a:srgbClr val="FFFFFF"/>
              </a:solidFill>
              <a:latin typeface="+mn-ea"/>
              <a:sym typeface="+mn-ea"/>
            </a:endParaRPr>
          </a:p>
          <a:p>
            <a:pPr algn="ctr">
              <a:lnSpc>
                <a:spcPct val="150000"/>
              </a:lnSpc>
            </a:pPr>
            <a:r>
              <a:rPr lang="zh-CN" altLang="en-US" sz="1500" kern="0" spc="0" dirty="0">
                <a:ln>
                  <a:noFill/>
                  <a:prstDash val="sysDot"/>
                </a:ln>
                <a:solidFill>
                  <a:srgbClr val="FFFFFF"/>
                </a:solidFill>
                <a:latin typeface="+mn-ea"/>
                <a:sym typeface="+mn-ea"/>
              </a:rPr>
              <a:t>一、肿瘤本身的复杂性和多样性</a:t>
            </a:r>
            <a:endParaRPr lang="zh-CN" altLang="en-US" sz="1500" kern="0" spc="0" dirty="0">
              <a:ln>
                <a:noFill/>
                <a:prstDash val="sysDot"/>
              </a:ln>
              <a:solidFill>
                <a:srgbClr val="FFFFFF"/>
              </a:solidFill>
              <a:latin typeface="+mn-ea"/>
              <a:sym typeface="+mn-ea"/>
            </a:endParaRPr>
          </a:p>
          <a:p>
            <a:pPr algn="ctr">
              <a:lnSpc>
                <a:spcPct val="150000"/>
              </a:lnSpc>
            </a:pPr>
            <a:r>
              <a:rPr lang="zh-CN" altLang="en-US" sz="1500" kern="0" spc="0" dirty="0">
                <a:ln>
                  <a:noFill/>
                  <a:prstDash val="sysDot"/>
                </a:ln>
                <a:solidFill>
                  <a:srgbClr val="FFFFFF"/>
                </a:solidFill>
                <a:latin typeface="+mn-ea"/>
                <a:sym typeface="+mn-ea"/>
              </a:rPr>
              <a:t>二、技术层面的困难：精准医疗在肿瘤治疗中的实践受到技术水平的限制</a:t>
            </a:r>
            <a:endParaRPr lang="zh-CN" altLang="en-US" sz="1500" kern="0" spc="0" dirty="0">
              <a:ln>
                <a:noFill/>
                <a:prstDash val="sysDot"/>
              </a:ln>
              <a:solidFill>
                <a:srgbClr val="FFFFFF"/>
              </a:solidFill>
              <a:latin typeface="+mn-ea"/>
              <a:sym typeface="+mn-ea"/>
            </a:endParaRPr>
          </a:p>
          <a:p>
            <a:pPr algn="ctr">
              <a:lnSpc>
                <a:spcPct val="150000"/>
              </a:lnSpc>
            </a:pPr>
            <a:r>
              <a:rPr lang="zh-CN" altLang="en-US" sz="1500" kern="0" spc="0" dirty="0">
                <a:ln>
                  <a:noFill/>
                  <a:prstDash val="sysDot"/>
                </a:ln>
                <a:solidFill>
                  <a:srgbClr val="FFFFFF"/>
                </a:solidFill>
                <a:latin typeface="+mn-ea"/>
                <a:sym typeface="+mn-ea"/>
              </a:rPr>
              <a:t>三、资源层面的困难：数据获取和共享困难；医疗资源分布不均</a:t>
            </a:r>
            <a:endParaRPr lang="zh-CN" altLang="en-US" sz="1500" kern="0" spc="0" dirty="0">
              <a:ln>
                <a:noFill/>
                <a:prstDash val="sysDot"/>
              </a:ln>
              <a:solidFill>
                <a:srgbClr val="FFFFFF"/>
              </a:solidFill>
              <a:latin typeface="+mn-ea"/>
              <a:sym typeface="+mn-ea"/>
            </a:endParaRPr>
          </a:p>
          <a:p>
            <a:pPr algn="ctr">
              <a:lnSpc>
                <a:spcPct val="150000"/>
              </a:lnSpc>
            </a:pPr>
            <a:r>
              <a:rPr lang="zh-CN" altLang="en-US" sz="1500" kern="0" spc="0" dirty="0">
                <a:ln>
                  <a:noFill/>
                  <a:prstDash val="sysDot"/>
                </a:ln>
                <a:solidFill>
                  <a:srgbClr val="FFFFFF"/>
                </a:solidFill>
                <a:latin typeface="+mn-ea"/>
                <a:sym typeface="+mn-ea"/>
              </a:rPr>
              <a:t>四、经济层面的困难</a:t>
            </a:r>
            <a:endParaRPr lang="zh-CN" altLang="en-US" sz="1500" kern="0" spc="0" dirty="0">
              <a:ln>
                <a:noFill/>
                <a:prstDash val="sysDot"/>
              </a:ln>
              <a:solidFill>
                <a:srgbClr val="FFFFFF"/>
              </a:solidFill>
              <a:latin typeface="+mn-ea"/>
              <a:sym typeface="+mn-ea"/>
            </a:endParaRPr>
          </a:p>
        </p:txBody>
      </p:sp>
      <p:sp>
        <p:nvSpPr>
          <p:cNvPr id="13" name="矩形 12"/>
          <p:cNvSpPr/>
          <p:nvPr>
            <p:custDataLst>
              <p:tags r:id="rId7"/>
            </p:custDataLst>
          </p:nvPr>
        </p:nvSpPr>
        <p:spPr>
          <a:xfrm>
            <a:off x="5294630" y="3340100"/>
            <a:ext cx="3503930" cy="20923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50000"/>
              </a:lnSpc>
            </a:pPr>
            <a:r>
              <a:rPr lang="zh-CN" altLang="en-US" sz="1500" kern="0" spc="0" dirty="0">
                <a:ln>
                  <a:noFill/>
                  <a:prstDash val="sysDot"/>
                </a:ln>
                <a:solidFill>
                  <a:srgbClr val="FFFFFF"/>
                </a:solidFill>
                <a:latin typeface="+mn-ea"/>
                <a:ea typeface="+mn-ea"/>
                <a:sym typeface="+mn-ea"/>
              </a:rPr>
              <a:t>计算机网络的</a:t>
            </a:r>
            <a:r>
              <a:rPr lang="zh-CN" altLang="en-US" sz="1500" kern="0" spc="0" dirty="0">
                <a:ln>
                  <a:noFill/>
                  <a:prstDash val="sysDot"/>
                </a:ln>
                <a:solidFill>
                  <a:srgbClr val="FFFFFF"/>
                </a:solidFill>
                <a:latin typeface="+mn-ea"/>
                <a:ea typeface="+mn-ea"/>
                <a:sym typeface="+mn-ea"/>
              </a:rPr>
              <a:t>优势：</a:t>
            </a:r>
            <a:endParaRPr lang="zh-CN" altLang="en-US" sz="1500" kern="0" spc="0" dirty="0">
              <a:ln>
                <a:noFill/>
                <a:prstDash val="sysDot"/>
              </a:ln>
              <a:solidFill>
                <a:srgbClr val="FFFFFF"/>
              </a:solidFill>
              <a:latin typeface="+mn-ea"/>
              <a:ea typeface="+mn-ea"/>
              <a:sym typeface="+mn-ea"/>
            </a:endParaRPr>
          </a:p>
          <a:p>
            <a:pPr algn="ctr">
              <a:lnSpc>
                <a:spcPct val="150000"/>
              </a:lnSpc>
            </a:pPr>
            <a:r>
              <a:rPr lang="zh-CN" altLang="en-US" sz="1500" kern="0" spc="0" dirty="0">
                <a:ln>
                  <a:noFill/>
                  <a:prstDash val="sysDot"/>
                </a:ln>
                <a:solidFill>
                  <a:srgbClr val="FFFFFF"/>
                </a:solidFill>
                <a:latin typeface="+mn-ea"/>
                <a:ea typeface="+mn-ea"/>
                <a:sym typeface="+mn-ea"/>
              </a:rPr>
              <a:t>1. 数据处理与传输的高效性</a:t>
            </a:r>
            <a:endParaRPr lang="zh-CN" altLang="en-US" sz="1500" kern="0" spc="0" dirty="0">
              <a:ln>
                <a:noFill/>
                <a:prstDash val="sysDot"/>
              </a:ln>
              <a:solidFill>
                <a:srgbClr val="FFFFFF"/>
              </a:solidFill>
              <a:latin typeface="+mn-ea"/>
              <a:ea typeface="+mn-ea"/>
              <a:sym typeface="+mn-ea"/>
            </a:endParaRPr>
          </a:p>
          <a:p>
            <a:pPr algn="ctr">
              <a:lnSpc>
                <a:spcPct val="150000"/>
              </a:lnSpc>
            </a:pPr>
            <a:r>
              <a:rPr lang="zh-CN" altLang="en-US" sz="1500" kern="0" spc="0" dirty="0">
                <a:ln>
                  <a:noFill/>
                  <a:prstDash val="sysDot"/>
                </a:ln>
                <a:solidFill>
                  <a:srgbClr val="FFFFFF"/>
                </a:solidFill>
                <a:latin typeface="+mn-ea"/>
                <a:ea typeface="+mn-ea"/>
                <a:sym typeface="+mn-ea"/>
              </a:rPr>
              <a:t>2. 远程医疗与协作的便捷性</a:t>
            </a:r>
            <a:endParaRPr lang="zh-CN" altLang="en-US" sz="1500" kern="0" spc="0" dirty="0">
              <a:ln>
                <a:noFill/>
                <a:prstDash val="sysDot"/>
              </a:ln>
              <a:solidFill>
                <a:srgbClr val="FFFFFF"/>
              </a:solidFill>
              <a:latin typeface="+mn-ea"/>
              <a:ea typeface="+mn-ea"/>
              <a:sym typeface="+mn-ea"/>
            </a:endParaRPr>
          </a:p>
          <a:p>
            <a:pPr algn="ctr">
              <a:lnSpc>
                <a:spcPct val="150000"/>
              </a:lnSpc>
            </a:pPr>
            <a:r>
              <a:rPr lang="zh-CN" altLang="en-US" sz="1500" kern="0" spc="0" dirty="0">
                <a:ln>
                  <a:noFill/>
                  <a:prstDash val="sysDot"/>
                </a:ln>
                <a:solidFill>
                  <a:srgbClr val="FFFFFF"/>
                </a:solidFill>
                <a:latin typeface="+mn-ea"/>
                <a:ea typeface="+mn-ea"/>
                <a:sym typeface="+mn-ea"/>
              </a:rPr>
              <a:t>3. 精准医疗与个性化治疗的实现</a:t>
            </a:r>
            <a:endParaRPr lang="zh-CN" altLang="en-US" sz="1500" kern="0" spc="0" dirty="0">
              <a:ln>
                <a:noFill/>
                <a:prstDash val="sysDot"/>
              </a:ln>
              <a:solidFill>
                <a:srgbClr val="FFFFFF"/>
              </a:solidFill>
              <a:latin typeface="+mn-ea"/>
              <a:ea typeface="+mn-ea"/>
              <a:sym typeface="+mn-ea"/>
            </a:endParaRPr>
          </a:p>
          <a:p>
            <a:pPr algn="ctr">
              <a:lnSpc>
                <a:spcPct val="150000"/>
              </a:lnSpc>
            </a:pPr>
            <a:r>
              <a:rPr lang="zh-CN" altLang="en-US" sz="1500" kern="0" spc="0" dirty="0">
                <a:ln>
                  <a:noFill/>
                  <a:prstDash val="sysDot"/>
                </a:ln>
                <a:solidFill>
                  <a:srgbClr val="FFFFFF"/>
                </a:solidFill>
                <a:latin typeface="+mn-ea"/>
                <a:ea typeface="+mn-ea"/>
                <a:sym typeface="+mn-ea"/>
              </a:rPr>
              <a:t>4. 医疗资源的共享与优化</a:t>
            </a:r>
            <a:endParaRPr lang="zh-CN" altLang="en-US" sz="1500" kern="0" spc="0" dirty="0">
              <a:ln>
                <a:noFill/>
                <a:prstDash val="sysDot"/>
              </a:ln>
              <a:solidFill>
                <a:srgbClr val="FFFFFF"/>
              </a:solidFill>
              <a:latin typeface="+mn-ea"/>
              <a:ea typeface="+mn-ea"/>
              <a:sym typeface="+mn-ea"/>
            </a:endParaRPr>
          </a:p>
        </p:txBody>
      </p:sp>
      <p:grpSp>
        <p:nvGrpSpPr>
          <p:cNvPr id="18" name="图形 16"/>
          <p:cNvGrpSpPr/>
          <p:nvPr>
            <p:custDataLst>
              <p:tags r:id="rId8"/>
            </p:custDataLst>
          </p:nvPr>
        </p:nvGrpSpPr>
        <p:grpSpPr>
          <a:xfrm>
            <a:off x="4268371" y="3692050"/>
            <a:ext cx="600476" cy="483452"/>
            <a:chOff x="5672846" y="3531711"/>
            <a:chExt cx="843659" cy="679243"/>
          </a:xfrm>
          <a:solidFill>
            <a:srgbClr val="FFFFFF"/>
          </a:solidFill>
        </p:grpSpPr>
        <p:sp>
          <p:nvSpPr>
            <p:cNvPr id="4" name="任意多边形: 形状 18"/>
            <p:cNvSpPr/>
            <p:nvPr>
              <p:custDataLst>
                <p:tags r:id="rId9"/>
              </p:custDataLst>
            </p:nvPr>
          </p:nvSpPr>
          <p:spPr>
            <a:xfrm>
              <a:off x="5672846" y="3545406"/>
              <a:ext cx="441759" cy="651916"/>
            </a:xfrm>
            <a:custGeom>
              <a:avLst/>
              <a:gdLst>
                <a:gd name="connsiteX0" fmla="*/ 441760 w 441759"/>
                <a:gd name="connsiteY0" fmla="*/ 0 h 651916"/>
                <a:gd name="connsiteX1" fmla="*/ 355449 w 441759"/>
                <a:gd name="connsiteY1" fmla="*/ 651916 h 651916"/>
                <a:gd name="connsiteX2" fmla="*/ 97939 w 441759"/>
                <a:gd name="connsiteY2" fmla="*/ 651916 h 651916"/>
                <a:gd name="connsiteX3" fmla="*/ 0 w 441759"/>
                <a:gd name="connsiteY3" fmla="*/ 0 h 651916"/>
                <a:gd name="connsiteX4" fmla="*/ 178758 w 441759"/>
                <a:gd name="connsiteY4" fmla="*/ 0 h 651916"/>
                <a:gd name="connsiteX5" fmla="*/ 223270 w 441759"/>
                <a:gd name="connsiteY5" fmla="*/ 455844 h 651916"/>
                <a:gd name="connsiteX6" fmla="*/ 251179 w 441759"/>
                <a:gd name="connsiteY6" fmla="*/ 121261 h 651916"/>
                <a:gd name="connsiteX7" fmla="*/ 262937 w 441759"/>
                <a:gd name="connsiteY7" fmla="*/ 0 h 651916"/>
                <a:gd name="connsiteX8" fmla="*/ 441760 w 441759"/>
                <a:gd name="connsiteY8" fmla="*/ 0 h 65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759" h="651916">
                  <a:moveTo>
                    <a:pt x="441760" y="0"/>
                  </a:moveTo>
                  <a:lnTo>
                    <a:pt x="355449" y="651916"/>
                  </a:lnTo>
                  <a:lnTo>
                    <a:pt x="97939" y="651916"/>
                  </a:lnTo>
                  <a:lnTo>
                    <a:pt x="0" y="0"/>
                  </a:lnTo>
                  <a:lnTo>
                    <a:pt x="178758" y="0"/>
                  </a:lnTo>
                  <a:cubicBezTo>
                    <a:pt x="199561" y="179598"/>
                    <a:pt x="214355" y="331546"/>
                    <a:pt x="223270" y="455844"/>
                  </a:cubicBezTo>
                  <a:cubicBezTo>
                    <a:pt x="232056" y="330190"/>
                    <a:pt x="241295" y="218684"/>
                    <a:pt x="251179" y="121261"/>
                  </a:cubicBezTo>
                  <a:lnTo>
                    <a:pt x="262937" y="0"/>
                  </a:lnTo>
                  <a:lnTo>
                    <a:pt x="441760" y="0"/>
                  </a:lnTo>
                  <a:close/>
                </a:path>
              </a:pathLst>
            </a:custGeom>
            <a:grpFill/>
            <a:ln w="6398" cap="flat">
              <a:noFill/>
              <a:prstDash val="solid"/>
              <a:miter/>
            </a:ln>
          </p:spPr>
          <p:txBody>
            <a:bodyPr rtlCol="0" anchor="ctr"/>
            <a:lstStyle/>
            <a:p>
              <a:endParaRPr lang="zh-CN" altLang="en-US" sz="1350">
                <a:solidFill>
                  <a:srgbClr val="FFFFFF"/>
                </a:solidFill>
              </a:endParaRPr>
            </a:p>
          </p:txBody>
        </p:sp>
        <p:sp>
          <p:nvSpPr>
            <p:cNvPr id="20" name="任意多边形: 形状 19"/>
            <p:cNvSpPr/>
            <p:nvPr>
              <p:custDataLst>
                <p:tags r:id="rId10"/>
              </p:custDataLst>
            </p:nvPr>
          </p:nvSpPr>
          <p:spPr>
            <a:xfrm>
              <a:off x="6129141" y="3531711"/>
              <a:ext cx="387363" cy="679243"/>
            </a:xfrm>
            <a:custGeom>
              <a:avLst/>
              <a:gdLst>
                <a:gd name="connsiteX0" fmla="*/ 373215 w 387363"/>
                <a:gd name="connsiteY0" fmla="*/ 210996 h 679243"/>
                <a:gd name="connsiteX1" fmla="*/ 215776 w 387363"/>
                <a:gd name="connsiteY1" fmla="*/ 210996 h 679243"/>
                <a:gd name="connsiteX2" fmla="*/ 215776 w 387363"/>
                <a:gd name="connsiteY2" fmla="*/ 162672 h 679243"/>
                <a:gd name="connsiteX3" fmla="*/ 209768 w 387363"/>
                <a:gd name="connsiteY3" fmla="*/ 119581 h 679243"/>
                <a:gd name="connsiteX4" fmla="*/ 189612 w 387363"/>
                <a:gd name="connsiteY4" fmla="*/ 110343 h 679243"/>
                <a:gd name="connsiteX5" fmla="*/ 166484 w 387363"/>
                <a:gd name="connsiteY5" fmla="*/ 122812 h 679243"/>
                <a:gd name="connsiteX6" fmla="*/ 158602 w 387363"/>
                <a:gd name="connsiteY6" fmla="*/ 160669 h 679243"/>
                <a:gd name="connsiteX7" fmla="*/ 167453 w 387363"/>
                <a:gd name="connsiteY7" fmla="*/ 209833 h 679243"/>
                <a:gd name="connsiteX8" fmla="*/ 215389 w 387363"/>
                <a:gd name="connsiteY8" fmla="*/ 249693 h 679243"/>
                <a:gd name="connsiteX9" fmla="*/ 357969 w 387363"/>
                <a:gd name="connsiteY9" fmla="*/ 359972 h 679243"/>
                <a:gd name="connsiteX10" fmla="*/ 387364 w 387363"/>
                <a:gd name="connsiteY10" fmla="*/ 498870 h 679243"/>
                <a:gd name="connsiteX11" fmla="*/ 371084 w 387363"/>
                <a:gd name="connsiteY11" fmla="*/ 601525 h 679243"/>
                <a:gd name="connsiteX12" fmla="*/ 308095 w 387363"/>
                <a:gd name="connsiteY12" fmla="*/ 656891 h 679243"/>
                <a:gd name="connsiteX13" fmla="*/ 199367 w 387363"/>
                <a:gd name="connsiteY13" fmla="*/ 679243 h 679243"/>
                <a:gd name="connsiteX14" fmla="*/ 83210 w 387363"/>
                <a:gd name="connsiteY14" fmla="*/ 653467 h 679243"/>
                <a:gd name="connsiteX15" fmla="*/ 20221 w 387363"/>
                <a:gd name="connsiteY15" fmla="*/ 587829 h 679243"/>
                <a:gd name="connsiteX16" fmla="*/ 5297 w 387363"/>
                <a:gd name="connsiteY16" fmla="*/ 474708 h 679243"/>
                <a:gd name="connsiteX17" fmla="*/ 5297 w 387363"/>
                <a:gd name="connsiteY17" fmla="*/ 432005 h 679243"/>
                <a:gd name="connsiteX18" fmla="*/ 162607 w 387363"/>
                <a:gd name="connsiteY18" fmla="*/ 432005 h 679243"/>
                <a:gd name="connsiteX19" fmla="*/ 162607 w 387363"/>
                <a:gd name="connsiteY19" fmla="*/ 511338 h 679243"/>
                <a:gd name="connsiteX20" fmla="*/ 169262 w 387363"/>
                <a:gd name="connsiteY20" fmla="*/ 558435 h 679243"/>
                <a:gd name="connsiteX21" fmla="*/ 192842 w 387363"/>
                <a:gd name="connsiteY21" fmla="*/ 568900 h 679243"/>
                <a:gd name="connsiteX22" fmla="*/ 218037 w 387363"/>
                <a:gd name="connsiteY22" fmla="*/ 555592 h 679243"/>
                <a:gd name="connsiteX23" fmla="*/ 226307 w 387363"/>
                <a:gd name="connsiteY23" fmla="*/ 516119 h 679243"/>
                <a:gd name="connsiteX24" fmla="*/ 210608 w 387363"/>
                <a:gd name="connsiteY24" fmla="*/ 440791 h 679243"/>
                <a:gd name="connsiteX25" fmla="*/ 131275 w 387363"/>
                <a:gd name="connsiteY25" fmla="*/ 381614 h 679243"/>
                <a:gd name="connsiteX26" fmla="*/ 47548 w 387363"/>
                <a:gd name="connsiteY26" fmla="*/ 320822 h 679243"/>
                <a:gd name="connsiteX27" fmla="*/ 13502 w 387363"/>
                <a:gd name="connsiteY27" fmla="*/ 268493 h 679243"/>
                <a:gd name="connsiteX28" fmla="*/ 0 w 387363"/>
                <a:gd name="connsiteY28" fmla="*/ 183152 h 679243"/>
                <a:gd name="connsiteX29" fmla="*/ 19123 w 387363"/>
                <a:gd name="connsiteY29" fmla="*/ 73648 h 679243"/>
                <a:gd name="connsiteX30" fmla="*/ 80948 w 387363"/>
                <a:gd name="connsiteY30" fmla="*/ 19510 h 679243"/>
                <a:gd name="connsiteX31" fmla="*/ 183991 w 387363"/>
                <a:gd name="connsiteY31" fmla="*/ 0 h 679243"/>
                <a:gd name="connsiteX32" fmla="*/ 296531 w 387363"/>
                <a:gd name="connsiteY32" fmla="*/ 21319 h 679243"/>
                <a:gd name="connsiteX33" fmla="*/ 358163 w 387363"/>
                <a:gd name="connsiteY33" fmla="*/ 75070 h 679243"/>
                <a:gd name="connsiteX34" fmla="*/ 373280 w 387363"/>
                <a:gd name="connsiteY34" fmla="*/ 185219 h 679243"/>
                <a:gd name="connsiteX35" fmla="*/ 373280 w 387363"/>
                <a:gd name="connsiteY35" fmla="*/ 210996 h 679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87363" h="679243">
                  <a:moveTo>
                    <a:pt x="373215" y="210996"/>
                  </a:moveTo>
                  <a:lnTo>
                    <a:pt x="215776" y="210996"/>
                  </a:lnTo>
                  <a:lnTo>
                    <a:pt x="215776" y="162672"/>
                  </a:lnTo>
                  <a:cubicBezTo>
                    <a:pt x="215776" y="140125"/>
                    <a:pt x="213774" y="125783"/>
                    <a:pt x="209768" y="119581"/>
                  </a:cubicBezTo>
                  <a:cubicBezTo>
                    <a:pt x="205763" y="113380"/>
                    <a:pt x="199044" y="110343"/>
                    <a:pt x="189612" y="110343"/>
                  </a:cubicBezTo>
                  <a:cubicBezTo>
                    <a:pt x="179404" y="110343"/>
                    <a:pt x="171717" y="114478"/>
                    <a:pt x="166484" y="122812"/>
                  </a:cubicBezTo>
                  <a:cubicBezTo>
                    <a:pt x="161251" y="131146"/>
                    <a:pt x="158602" y="143743"/>
                    <a:pt x="158602" y="160669"/>
                  </a:cubicBezTo>
                  <a:cubicBezTo>
                    <a:pt x="158602" y="182441"/>
                    <a:pt x="161574" y="198786"/>
                    <a:pt x="167453" y="209833"/>
                  </a:cubicBezTo>
                  <a:cubicBezTo>
                    <a:pt x="173073" y="220880"/>
                    <a:pt x="189030" y="234124"/>
                    <a:pt x="215389" y="249693"/>
                  </a:cubicBezTo>
                  <a:cubicBezTo>
                    <a:pt x="290846" y="294464"/>
                    <a:pt x="338394" y="331223"/>
                    <a:pt x="357969" y="359972"/>
                  </a:cubicBezTo>
                  <a:cubicBezTo>
                    <a:pt x="377544" y="388721"/>
                    <a:pt x="387364" y="434977"/>
                    <a:pt x="387364" y="498870"/>
                  </a:cubicBezTo>
                  <a:cubicBezTo>
                    <a:pt x="387364" y="545320"/>
                    <a:pt x="381937" y="579560"/>
                    <a:pt x="371084" y="601525"/>
                  </a:cubicBezTo>
                  <a:cubicBezTo>
                    <a:pt x="360230" y="623555"/>
                    <a:pt x="339234" y="641967"/>
                    <a:pt x="308095" y="656891"/>
                  </a:cubicBezTo>
                  <a:cubicBezTo>
                    <a:pt x="276956" y="671814"/>
                    <a:pt x="240713" y="679243"/>
                    <a:pt x="199367" y="679243"/>
                  </a:cubicBezTo>
                  <a:cubicBezTo>
                    <a:pt x="154015" y="679243"/>
                    <a:pt x="115253" y="670651"/>
                    <a:pt x="83210" y="653467"/>
                  </a:cubicBezTo>
                  <a:cubicBezTo>
                    <a:pt x="51102" y="636282"/>
                    <a:pt x="30105" y="614381"/>
                    <a:pt x="20221" y="587829"/>
                  </a:cubicBezTo>
                  <a:cubicBezTo>
                    <a:pt x="10272" y="561277"/>
                    <a:pt x="5297" y="523549"/>
                    <a:pt x="5297" y="474708"/>
                  </a:cubicBezTo>
                  <a:lnTo>
                    <a:pt x="5297" y="432005"/>
                  </a:lnTo>
                  <a:lnTo>
                    <a:pt x="162607" y="432005"/>
                  </a:lnTo>
                  <a:lnTo>
                    <a:pt x="162607" y="511338"/>
                  </a:lnTo>
                  <a:cubicBezTo>
                    <a:pt x="162607" y="535759"/>
                    <a:pt x="164804" y="551457"/>
                    <a:pt x="169262" y="558435"/>
                  </a:cubicBezTo>
                  <a:cubicBezTo>
                    <a:pt x="173719" y="565412"/>
                    <a:pt x="181536" y="568900"/>
                    <a:pt x="192842" y="568900"/>
                  </a:cubicBezTo>
                  <a:cubicBezTo>
                    <a:pt x="204148" y="568900"/>
                    <a:pt x="212481" y="564443"/>
                    <a:pt x="218037" y="555592"/>
                  </a:cubicBezTo>
                  <a:cubicBezTo>
                    <a:pt x="223529" y="546741"/>
                    <a:pt x="226307" y="533562"/>
                    <a:pt x="226307" y="516119"/>
                  </a:cubicBezTo>
                  <a:cubicBezTo>
                    <a:pt x="226307" y="477744"/>
                    <a:pt x="221074" y="452614"/>
                    <a:pt x="210608" y="440791"/>
                  </a:cubicBezTo>
                  <a:cubicBezTo>
                    <a:pt x="199884" y="428969"/>
                    <a:pt x="173396" y="409265"/>
                    <a:pt x="131275" y="381614"/>
                  </a:cubicBezTo>
                  <a:cubicBezTo>
                    <a:pt x="89153" y="353705"/>
                    <a:pt x="61180" y="333420"/>
                    <a:pt x="47548" y="320822"/>
                  </a:cubicBezTo>
                  <a:cubicBezTo>
                    <a:pt x="33852" y="308224"/>
                    <a:pt x="22482" y="290781"/>
                    <a:pt x="13502" y="268493"/>
                  </a:cubicBezTo>
                  <a:cubicBezTo>
                    <a:pt x="4522" y="246205"/>
                    <a:pt x="0" y="217779"/>
                    <a:pt x="0" y="183152"/>
                  </a:cubicBezTo>
                  <a:cubicBezTo>
                    <a:pt x="0" y="133213"/>
                    <a:pt x="6396" y="96712"/>
                    <a:pt x="19123" y="73648"/>
                  </a:cubicBezTo>
                  <a:cubicBezTo>
                    <a:pt x="31850" y="50585"/>
                    <a:pt x="52458" y="32496"/>
                    <a:pt x="80948" y="19510"/>
                  </a:cubicBezTo>
                  <a:cubicBezTo>
                    <a:pt x="109309" y="6525"/>
                    <a:pt x="143679" y="0"/>
                    <a:pt x="183991" y="0"/>
                  </a:cubicBezTo>
                  <a:cubicBezTo>
                    <a:pt x="227986" y="0"/>
                    <a:pt x="265521" y="7106"/>
                    <a:pt x="296531" y="21319"/>
                  </a:cubicBezTo>
                  <a:cubicBezTo>
                    <a:pt x="327541" y="35532"/>
                    <a:pt x="348085" y="53492"/>
                    <a:pt x="358163" y="75070"/>
                  </a:cubicBezTo>
                  <a:cubicBezTo>
                    <a:pt x="368241" y="96712"/>
                    <a:pt x="373280" y="133407"/>
                    <a:pt x="373280" y="185219"/>
                  </a:cubicBezTo>
                  <a:lnTo>
                    <a:pt x="373280" y="210996"/>
                  </a:lnTo>
                  <a:close/>
                </a:path>
              </a:pathLst>
            </a:custGeom>
            <a:grpFill/>
            <a:ln w="6398" cap="flat">
              <a:noFill/>
              <a:prstDash val="solid"/>
              <a:miter/>
            </a:ln>
          </p:spPr>
          <p:txBody>
            <a:bodyPr rtlCol="0" anchor="ctr"/>
            <a:lstStyle/>
            <a:p>
              <a:endParaRPr lang="zh-CN" altLang="en-US" sz="1350">
                <a:solidFill>
                  <a:srgbClr val="FFFFFF"/>
                </a:solidFill>
              </a:endParaRPr>
            </a:p>
          </p:txBody>
        </p:sp>
      </p:grpSp>
      <p:sp>
        <p:nvSpPr>
          <p:cNvPr id="40" name="任意多边形: 形状 39"/>
          <p:cNvSpPr/>
          <p:nvPr>
            <p:custDataLst>
              <p:tags r:id="rId11"/>
            </p:custDataLst>
          </p:nvPr>
        </p:nvSpPr>
        <p:spPr>
          <a:xfrm>
            <a:off x="193766" y="2567655"/>
            <a:ext cx="611336" cy="611336"/>
          </a:xfrm>
          <a:custGeom>
            <a:avLst/>
            <a:gdLst>
              <a:gd name="connsiteX0" fmla="*/ 1135085 w 1135085"/>
              <a:gd name="connsiteY0" fmla="*/ 567543 h 1135085"/>
              <a:gd name="connsiteX1" fmla="*/ 567543 w 1135085"/>
              <a:gd name="connsiteY1" fmla="*/ 1135085 h 1135085"/>
              <a:gd name="connsiteX2" fmla="*/ 0 w 1135085"/>
              <a:gd name="connsiteY2" fmla="*/ 567543 h 1135085"/>
              <a:gd name="connsiteX3" fmla="*/ 567543 w 1135085"/>
              <a:gd name="connsiteY3" fmla="*/ 0 h 1135085"/>
              <a:gd name="connsiteX4" fmla="*/ 1135085 w 1135085"/>
              <a:gd name="connsiteY4" fmla="*/ 567543 h 113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85" h="1135085">
                <a:moveTo>
                  <a:pt x="1135085" y="567543"/>
                </a:moveTo>
                <a:cubicBezTo>
                  <a:pt x="1135085" y="880988"/>
                  <a:pt x="880988" y="1135085"/>
                  <a:pt x="567543" y="1135085"/>
                </a:cubicBezTo>
                <a:cubicBezTo>
                  <a:pt x="254097" y="1135085"/>
                  <a:pt x="0" y="880988"/>
                  <a:pt x="0" y="567543"/>
                </a:cubicBezTo>
                <a:cubicBezTo>
                  <a:pt x="0" y="254098"/>
                  <a:pt x="254097" y="0"/>
                  <a:pt x="567543" y="0"/>
                </a:cubicBezTo>
                <a:cubicBezTo>
                  <a:pt x="880988" y="0"/>
                  <a:pt x="1135085" y="254098"/>
                  <a:pt x="1135085" y="567543"/>
                </a:cubicBezTo>
                <a:close/>
              </a:path>
            </a:pathLst>
          </a:custGeom>
          <a:solidFill>
            <a:schemeClr val="accent1"/>
          </a:solidFill>
          <a:ln w="25400" cap="flat">
            <a:solidFill>
              <a:srgbClr val="FFFFFF"/>
            </a:solidFill>
            <a:prstDash val="solid"/>
            <a:miter/>
          </a:ln>
        </p:spPr>
        <p:txBody>
          <a:bodyPr rtlCol="0" anchor="ctr"/>
          <a:lstStyle/>
          <a:p>
            <a:endParaRPr lang="zh-CN" altLang="en-US" sz="1350" dirty="0"/>
          </a:p>
        </p:txBody>
      </p:sp>
      <p:sp>
        <p:nvSpPr>
          <p:cNvPr id="41" name="任意多边形: 形状 40"/>
          <p:cNvSpPr/>
          <p:nvPr>
            <p:custDataLst>
              <p:tags r:id="rId12"/>
            </p:custDataLst>
          </p:nvPr>
        </p:nvSpPr>
        <p:spPr>
          <a:xfrm>
            <a:off x="8431617" y="2781015"/>
            <a:ext cx="611336" cy="611336"/>
          </a:xfrm>
          <a:custGeom>
            <a:avLst/>
            <a:gdLst>
              <a:gd name="connsiteX0" fmla="*/ 1135085 w 1135085"/>
              <a:gd name="connsiteY0" fmla="*/ 567543 h 1135085"/>
              <a:gd name="connsiteX1" fmla="*/ 567543 w 1135085"/>
              <a:gd name="connsiteY1" fmla="*/ 1135085 h 1135085"/>
              <a:gd name="connsiteX2" fmla="*/ 0 w 1135085"/>
              <a:gd name="connsiteY2" fmla="*/ 567543 h 1135085"/>
              <a:gd name="connsiteX3" fmla="*/ 567543 w 1135085"/>
              <a:gd name="connsiteY3" fmla="*/ 0 h 1135085"/>
              <a:gd name="connsiteX4" fmla="*/ 1135085 w 1135085"/>
              <a:gd name="connsiteY4" fmla="*/ 567543 h 113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85" h="1135085">
                <a:moveTo>
                  <a:pt x="1135085" y="567543"/>
                </a:moveTo>
                <a:cubicBezTo>
                  <a:pt x="1135085" y="880988"/>
                  <a:pt x="880988" y="1135085"/>
                  <a:pt x="567543" y="1135085"/>
                </a:cubicBezTo>
                <a:cubicBezTo>
                  <a:pt x="254097" y="1135085"/>
                  <a:pt x="0" y="880988"/>
                  <a:pt x="0" y="567543"/>
                </a:cubicBezTo>
                <a:cubicBezTo>
                  <a:pt x="0" y="254098"/>
                  <a:pt x="254097" y="0"/>
                  <a:pt x="567543" y="0"/>
                </a:cubicBezTo>
                <a:cubicBezTo>
                  <a:pt x="880988" y="0"/>
                  <a:pt x="1135085" y="254098"/>
                  <a:pt x="1135085" y="567543"/>
                </a:cubicBezTo>
                <a:close/>
              </a:path>
            </a:pathLst>
          </a:custGeom>
          <a:solidFill>
            <a:schemeClr val="accent1"/>
          </a:solidFill>
          <a:ln w="25400" cap="flat">
            <a:solidFill>
              <a:srgbClr val="FFFFFF"/>
            </a:solidFill>
            <a:prstDash val="solid"/>
            <a:miter/>
          </a:ln>
        </p:spPr>
        <p:txBody>
          <a:bodyPr rtlCol="0" anchor="ctr"/>
          <a:lstStyle/>
          <a:p>
            <a:endParaRPr lang="zh-CN" altLang="en-US" sz="1350" dirty="0"/>
          </a:p>
        </p:txBody>
      </p:sp>
      <p:pic>
        <p:nvPicPr>
          <p:cNvPr id="5" name="图形 2" descr="343435383036303b343532343135373bcfeec4bfb7d6cef6"/>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363196" y="2730416"/>
            <a:ext cx="272472" cy="272472"/>
          </a:xfrm>
          <a:prstGeom prst="rect">
            <a:avLst/>
          </a:prstGeom>
        </p:spPr>
      </p:pic>
      <p:pic>
        <p:nvPicPr>
          <p:cNvPr id="6" name="图形 4" descr="343439383331313b343532303031393bd2b5bca8b9dcc0ed"/>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8604253" y="2950014"/>
            <a:ext cx="272472" cy="272472"/>
          </a:xfrm>
          <a:prstGeom prst="rect">
            <a:avLst/>
          </a:prstGeom>
        </p:spPr>
      </p:pic>
      <p:sp>
        <p:nvSpPr>
          <p:cNvPr id="7" name="文本框 6"/>
          <p:cNvSpPr txBox="1"/>
          <p:nvPr/>
        </p:nvSpPr>
        <p:spPr>
          <a:xfrm>
            <a:off x="530860" y="5481955"/>
            <a:ext cx="8214360" cy="1118870"/>
          </a:xfrm>
          <a:prstGeom prst="rect">
            <a:avLst/>
          </a:prstGeom>
          <a:noFill/>
        </p:spPr>
        <p:txBody>
          <a:bodyPr wrap="square" rtlCol="0">
            <a:noAutofit/>
          </a:bodyPr>
          <a:p>
            <a:r>
              <a:rPr lang="zh-CN" altLang="en-US"/>
              <a:t>综上所述，肿瘤治疗</a:t>
            </a:r>
            <a:r>
              <a:rPr lang="zh-CN" altLang="en-US"/>
              <a:t>的计算机网络化是必然的趋势。它不仅可以提高数据处理和传输的效率，还可以实现远程医疗与协作、精准医疗与个性化治疗以及医疗资源的共享与优化。这些优势将有助于推动肿瘤治疗领域的创新和发展，为患者带来更好的治疗效果和生存质量。</a:t>
            </a:r>
            <a:endParaRPr lang="zh-CN" altLang="en-US"/>
          </a:p>
        </p:txBody>
      </p:sp>
    </p:spTree>
    <p:custDataLst>
      <p:tags r:id="rId19"/>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idx="2"/>
            <p:custDataLst>
              <p:tags r:id="rId1"/>
            </p:custDataLst>
          </p:nvPr>
        </p:nvSpPr>
        <p:spPr/>
        <p:txBody>
          <a:bodyPr>
            <a:noAutofit/>
          </a:bodyPr>
          <a:lstStyle/>
          <a:p>
            <a:r>
              <a:rPr altLang="zh-CN"/>
              <a:t>02</a:t>
            </a:r>
            <a:endParaRPr altLang="zh-CN"/>
          </a:p>
        </p:txBody>
      </p:sp>
      <p:sp>
        <p:nvSpPr>
          <p:cNvPr id="7" name="标题 6"/>
          <p:cNvSpPr>
            <a:spLocks noGrp="1"/>
          </p:cNvSpPr>
          <p:nvPr>
            <p:ph type="title" idx="1"/>
            <p:custDataLst>
              <p:tags r:id="rId2"/>
            </p:custDataLst>
          </p:nvPr>
        </p:nvSpPr>
        <p:spPr>
          <a:xfrm>
            <a:off x="925195" y="3283585"/>
            <a:ext cx="4140200" cy="2974975"/>
          </a:xfrm>
        </p:spPr>
        <p:txBody>
          <a:bodyPr>
            <a:normAutofit fontScale="90000"/>
          </a:bodyPr>
          <a:lstStyle/>
          <a:p>
            <a:r>
              <a:rPr>
                <a:cs typeface="MiSans Heavy" panose="00000A00000000000000" pitchFamily="2" charset="-122"/>
                <a:sym typeface="MiSans Heavy" panose="00000A00000000000000" pitchFamily="2" charset="-122"/>
              </a:rPr>
              <a:t>计算机网络在肿瘤研究中的应用</a:t>
            </a:r>
            <a:endParaRPr lang="zh-CN" altLang="en-US"/>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456565" y="408940"/>
            <a:ext cx="8227060" cy="860425"/>
          </a:xfrm>
        </p:spPr>
        <p:txBody>
          <a:bodyPr wrap="square">
            <a:normAutofit fontScale="90000"/>
          </a:bodyPr>
          <a:lstStyle/>
          <a:p>
            <a:r>
              <a:rPr lang="zh-CN" altLang="en-US">
                <a:latin typeface="+mj-lt"/>
                <a:ea typeface="+mj-lt"/>
                <a:sym typeface="+mn-ea"/>
              </a:rPr>
              <a:t>在癌症治疗领域，肿瘤计算机网络的应用主要体现在以下几个方面：</a:t>
            </a:r>
            <a:endParaRPr lang="zh-CN" altLang="en-US">
              <a:latin typeface="+mj-lt"/>
              <a:ea typeface="+mj-lt"/>
              <a:sym typeface="+mn-ea"/>
            </a:endParaRPr>
          </a:p>
        </p:txBody>
      </p:sp>
      <p:sp>
        <p:nvSpPr>
          <p:cNvPr id="10" name="椭圆 9"/>
          <p:cNvSpPr/>
          <p:nvPr>
            <p:custDataLst>
              <p:tags r:id="rId2"/>
            </p:custDataLst>
          </p:nvPr>
        </p:nvSpPr>
        <p:spPr>
          <a:xfrm>
            <a:off x="3697605" y="3047524"/>
            <a:ext cx="1685925" cy="1685925"/>
          </a:xfrm>
          <a:prstGeom prst="ellipse">
            <a:avLst/>
          </a:prstGeom>
          <a:solidFill>
            <a:schemeClr val="accent1">
              <a:lumMod val="20000"/>
              <a:lumOff val="80000"/>
              <a:alpha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350">
              <a:cs typeface="微软雅黑" panose="020B0503020204020204" charset="-122"/>
              <a:sym typeface="+mn-ea"/>
            </a:endParaRPr>
          </a:p>
        </p:txBody>
      </p:sp>
      <p:sp>
        <p:nvSpPr>
          <p:cNvPr id="19" name="椭圆 18"/>
          <p:cNvSpPr/>
          <p:nvPr>
            <p:custDataLst>
              <p:tags r:id="rId3"/>
            </p:custDataLst>
          </p:nvPr>
        </p:nvSpPr>
        <p:spPr>
          <a:xfrm>
            <a:off x="2917984" y="2267903"/>
            <a:ext cx="3245168" cy="3245168"/>
          </a:xfrm>
          <a:prstGeom prst="ellipse">
            <a:avLst/>
          </a:prstGeom>
          <a:gradFill>
            <a:gsLst>
              <a:gs pos="0">
                <a:schemeClr val="accent1">
                  <a:lumMod val="20000"/>
                  <a:lumOff val="80000"/>
                  <a:alpha val="0"/>
                </a:schemeClr>
              </a:gs>
              <a:gs pos="100000">
                <a:schemeClr val="accent1">
                  <a:lumMod val="20000"/>
                  <a:lumOff val="80000"/>
                  <a:alpha val="51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350">
              <a:cs typeface="微软雅黑" panose="020B0503020204020204" charset="-122"/>
              <a:sym typeface="+mn-ea"/>
            </a:endParaRPr>
          </a:p>
        </p:txBody>
      </p:sp>
      <p:sp>
        <p:nvSpPr>
          <p:cNvPr id="20" name="椭圆 19"/>
          <p:cNvSpPr/>
          <p:nvPr>
            <p:custDataLst>
              <p:tags r:id="rId4"/>
            </p:custDataLst>
          </p:nvPr>
        </p:nvSpPr>
        <p:spPr>
          <a:xfrm>
            <a:off x="3818096" y="3161824"/>
            <a:ext cx="1458000" cy="1458000"/>
          </a:xfrm>
          <a:prstGeom prst="ellipse">
            <a:avLst/>
          </a:prstGeom>
          <a:gradFill>
            <a:gsLst>
              <a:gs pos="100000">
                <a:schemeClr val="accent1"/>
              </a:gs>
              <a:gs pos="50000">
                <a:schemeClr val="accent1">
                  <a:lumMod val="80000"/>
                  <a:lumOff val="20000"/>
                </a:schemeClr>
              </a:gs>
              <a:gs pos="0">
                <a:schemeClr val="accent1">
                  <a:lumMod val="60000"/>
                  <a:lumOff val="40000"/>
                </a:schemeClr>
              </a:gs>
            </a:gsLst>
            <a:lin ang="16200000" scaled="0"/>
          </a:gradFill>
          <a:ln>
            <a:noFill/>
          </a:ln>
          <a:effectLst>
            <a:outerShdw blurRad="215900" dist="38100" dir="2700000" algn="t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lstStyle/>
          <a:p>
            <a:pPr lvl="0" algn="ctr">
              <a:buClrTx/>
              <a:buSzTx/>
              <a:buFontTx/>
            </a:pPr>
            <a:endParaRPr lang="zh-CN" altLang="en-US" sz="1500" b="1">
              <a:solidFill>
                <a:srgbClr val="FFFFFF"/>
              </a:solidFill>
              <a:latin typeface="+mj-ea"/>
              <a:ea typeface="+mj-ea"/>
              <a:cs typeface="微软雅黑" panose="020B0503020204020204" charset="-122"/>
              <a:sym typeface="+mn-ea"/>
            </a:endParaRPr>
          </a:p>
        </p:txBody>
      </p:sp>
      <p:sp>
        <p:nvSpPr>
          <p:cNvPr id="21" name="椭圆 20"/>
          <p:cNvSpPr/>
          <p:nvPr>
            <p:custDataLst>
              <p:tags r:id="rId5"/>
            </p:custDataLst>
          </p:nvPr>
        </p:nvSpPr>
        <p:spPr>
          <a:xfrm>
            <a:off x="3251835" y="2601516"/>
            <a:ext cx="2577465" cy="2577941"/>
          </a:xfrm>
          <a:prstGeom prst="ellipse">
            <a:avLst/>
          </a:prstGeom>
          <a:noFill/>
          <a:ln>
            <a:solidFill>
              <a:schemeClr val="accent1"/>
            </a:solidFill>
          </a:ln>
          <a:effectLst>
            <a:outerShdw blurRad="50800" dist="381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微软雅黑" panose="020B0503020204020204" charset="-122"/>
            </a:endParaRPr>
          </a:p>
        </p:txBody>
      </p:sp>
      <p:sp>
        <p:nvSpPr>
          <p:cNvPr id="22" name="弧形 21"/>
          <p:cNvSpPr/>
          <p:nvPr>
            <p:custDataLst>
              <p:tags r:id="rId6"/>
            </p:custDataLst>
          </p:nvPr>
        </p:nvSpPr>
        <p:spPr>
          <a:xfrm rot="12600000">
            <a:off x="3501629" y="2857262"/>
            <a:ext cx="2076926" cy="2076926"/>
          </a:xfrm>
          <a:prstGeom prst="arc">
            <a:avLst>
              <a:gd name="adj1" fmla="val 17360505"/>
              <a:gd name="adj2" fmla="val 21121678"/>
            </a:avLst>
          </a:prstGeom>
          <a:ln w="6350">
            <a:gradFill>
              <a:gsLst>
                <a:gs pos="0">
                  <a:schemeClr val="accent1">
                    <a:alpha val="0"/>
                  </a:schemeClr>
                </a:gs>
                <a:gs pos="60000">
                  <a:schemeClr val="accent1"/>
                </a:gs>
              </a:gsLst>
              <a:lin ang="5400000" scaled="1"/>
            </a:gradFill>
            <a:prstDash val="dash"/>
            <a:tailEnd type="triangle"/>
          </a:ln>
          <a:effectLst>
            <a:outerShdw blurRad="50800" dist="38100" dir="2700000" algn="tl" rotWithShape="0">
              <a:schemeClr val="accent1">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350">
              <a:cs typeface="微软雅黑" panose="020B0503020204020204" charset="-122"/>
            </a:endParaRPr>
          </a:p>
        </p:txBody>
      </p:sp>
      <p:sp>
        <p:nvSpPr>
          <p:cNvPr id="24" name="椭圆 23"/>
          <p:cNvSpPr/>
          <p:nvPr>
            <p:custDataLst>
              <p:tags r:id="rId7"/>
            </p:custDataLst>
          </p:nvPr>
        </p:nvSpPr>
        <p:spPr>
          <a:xfrm>
            <a:off x="5485130" y="4077494"/>
            <a:ext cx="461963" cy="461963"/>
          </a:xfrm>
          <a:prstGeom prst="ellipse">
            <a:avLst/>
          </a:prstGeom>
          <a:gradFill>
            <a:gsLst>
              <a:gs pos="50000">
                <a:schemeClr val="accent1">
                  <a:lumMod val="80000"/>
                  <a:lumOff val="20000"/>
                </a:schemeClr>
              </a:gs>
              <a:gs pos="100000">
                <a:schemeClr val="accent1"/>
              </a:gs>
              <a:gs pos="0">
                <a:schemeClr val="accent1">
                  <a:lumMod val="60000"/>
                  <a:lumOff val="40000"/>
                  <a:alpha val="100000"/>
                </a:schemeClr>
              </a:gs>
            </a:gsLst>
            <a:lin ang="18900000" scaled="0"/>
          </a:gradFill>
          <a:ln>
            <a:noFill/>
          </a:ln>
          <a:effectLst>
            <a:outerShdw blurRad="139700" dist="50800" dir="2700000" algn="t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350">
              <a:cs typeface="微软雅黑" panose="020B0503020204020204" charset="-122"/>
              <a:sym typeface="+mn-ea"/>
            </a:endParaRPr>
          </a:p>
        </p:txBody>
      </p:sp>
      <p:sp>
        <p:nvSpPr>
          <p:cNvPr id="27" name="椭圆 26"/>
          <p:cNvSpPr/>
          <p:nvPr>
            <p:custDataLst>
              <p:tags r:id="rId8"/>
            </p:custDataLst>
          </p:nvPr>
        </p:nvSpPr>
        <p:spPr>
          <a:xfrm>
            <a:off x="3106024" y="4077494"/>
            <a:ext cx="461963" cy="461963"/>
          </a:xfrm>
          <a:prstGeom prst="ellipse">
            <a:avLst/>
          </a:prstGeom>
          <a:gradFill>
            <a:gsLst>
              <a:gs pos="50000">
                <a:schemeClr val="accent1">
                  <a:lumMod val="80000"/>
                  <a:lumOff val="20000"/>
                </a:schemeClr>
              </a:gs>
              <a:gs pos="100000">
                <a:schemeClr val="accent1"/>
              </a:gs>
              <a:gs pos="0">
                <a:schemeClr val="accent1">
                  <a:lumMod val="60000"/>
                  <a:lumOff val="40000"/>
                  <a:alpha val="100000"/>
                </a:schemeClr>
              </a:gs>
            </a:gsLst>
            <a:lin ang="18900000" scaled="0"/>
          </a:gradFill>
          <a:ln>
            <a:noFill/>
          </a:ln>
          <a:effectLst>
            <a:outerShdw blurRad="139700" dist="50800" dir="2700000" algn="t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350">
              <a:cs typeface="微软雅黑" panose="020B0503020204020204" charset="-122"/>
              <a:sym typeface="+mn-ea"/>
            </a:endParaRPr>
          </a:p>
        </p:txBody>
      </p:sp>
      <p:sp>
        <p:nvSpPr>
          <p:cNvPr id="28" name="椭圆 27"/>
          <p:cNvSpPr/>
          <p:nvPr>
            <p:custDataLst>
              <p:tags r:id="rId9"/>
            </p:custDataLst>
          </p:nvPr>
        </p:nvSpPr>
        <p:spPr>
          <a:xfrm>
            <a:off x="3658632" y="2435225"/>
            <a:ext cx="461963" cy="461963"/>
          </a:xfrm>
          <a:prstGeom prst="ellipse">
            <a:avLst/>
          </a:prstGeom>
          <a:gradFill>
            <a:gsLst>
              <a:gs pos="50000">
                <a:schemeClr val="accent1">
                  <a:lumMod val="80000"/>
                  <a:lumOff val="20000"/>
                </a:schemeClr>
              </a:gs>
              <a:gs pos="100000">
                <a:schemeClr val="accent1"/>
              </a:gs>
              <a:gs pos="0">
                <a:schemeClr val="accent1">
                  <a:lumMod val="60000"/>
                  <a:lumOff val="40000"/>
                  <a:alpha val="100000"/>
                </a:schemeClr>
              </a:gs>
            </a:gsLst>
            <a:lin ang="18900000" scaled="0"/>
          </a:gradFill>
          <a:ln>
            <a:noFill/>
          </a:ln>
          <a:effectLst>
            <a:outerShdw blurRad="139700" dist="50800" dir="2700000" algn="t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350">
              <a:cs typeface="微软雅黑" panose="020B0503020204020204" charset="-122"/>
              <a:sym typeface="+mn-ea"/>
            </a:endParaRPr>
          </a:p>
        </p:txBody>
      </p:sp>
      <p:sp>
        <p:nvSpPr>
          <p:cNvPr id="29" name="椭圆 28"/>
          <p:cNvSpPr/>
          <p:nvPr>
            <p:custDataLst>
              <p:tags r:id="rId10"/>
            </p:custDataLst>
          </p:nvPr>
        </p:nvSpPr>
        <p:spPr>
          <a:xfrm>
            <a:off x="5137150" y="2601436"/>
            <a:ext cx="461963" cy="461963"/>
          </a:xfrm>
          <a:prstGeom prst="ellipse">
            <a:avLst/>
          </a:prstGeom>
          <a:gradFill>
            <a:gsLst>
              <a:gs pos="50000">
                <a:schemeClr val="accent1">
                  <a:lumMod val="80000"/>
                  <a:lumOff val="20000"/>
                </a:schemeClr>
              </a:gs>
              <a:gs pos="100000">
                <a:schemeClr val="accent1"/>
              </a:gs>
              <a:gs pos="0">
                <a:schemeClr val="accent1">
                  <a:lumMod val="60000"/>
                  <a:lumOff val="40000"/>
                  <a:alpha val="100000"/>
                </a:schemeClr>
              </a:gs>
            </a:gsLst>
            <a:lin ang="18900000" scaled="0"/>
          </a:gradFill>
          <a:ln>
            <a:noFill/>
          </a:ln>
          <a:effectLst>
            <a:outerShdw blurRad="139700" dist="50800" dir="2700000" algn="t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350">
              <a:cs typeface="微软雅黑" panose="020B0503020204020204" charset="-122"/>
              <a:sym typeface="+mn-ea"/>
            </a:endParaRPr>
          </a:p>
        </p:txBody>
      </p:sp>
      <p:sp>
        <p:nvSpPr>
          <p:cNvPr id="32" name="矩形 31"/>
          <p:cNvSpPr/>
          <p:nvPr>
            <p:custDataLst>
              <p:tags r:id="rId11"/>
            </p:custDataLst>
          </p:nvPr>
        </p:nvSpPr>
        <p:spPr>
          <a:xfrm>
            <a:off x="470535" y="2513330"/>
            <a:ext cx="2762885" cy="1311275"/>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zh-CN" altLang="en-US" sz="900">
                <a:solidFill>
                  <a:schemeClr val="tx1">
                    <a:lumMod val="85000"/>
                    <a:lumOff val="15000"/>
                  </a:schemeClr>
                </a:solidFill>
                <a:latin typeface="+mn-ea"/>
                <a:cs typeface="+mn-ea"/>
              </a:rPr>
              <a:t>计算机网络能够高效地收集和传输肿瘤患者的健康信息，包括基因组数据、影像学数据、病理学数据等。这些数据对于制定精准的治疗方案至关重要。</a:t>
            </a:r>
            <a:endParaRPr lang="zh-CN" altLang="en-US" sz="900">
              <a:solidFill>
                <a:schemeClr val="tx1">
                  <a:lumMod val="85000"/>
                  <a:lumOff val="15000"/>
                </a:schemeClr>
              </a:solidFill>
              <a:latin typeface="+mn-ea"/>
              <a:cs typeface="+mn-ea"/>
            </a:endParaRPr>
          </a:p>
          <a:p>
            <a:pPr algn="l">
              <a:lnSpc>
                <a:spcPct val="150000"/>
              </a:lnSpc>
              <a:spcBef>
                <a:spcPct val="0"/>
              </a:spcBef>
              <a:spcAft>
                <a:spcPct val="0"/>
              </a:spcAft>
            </a:pPr>
            <a:r>
              <a:rPr lang="zh-CN" altLang="en-US" sz="900">
                <a:solidFill>
                  <a:schemeClr val="tx1">
                    <a:lumMod val="85000"/>
                    <a:lumOff val="15000"/>
                  </a:schemeClr>
                </a:solidFill>
                <a:latin typeface="+mn-ea"/>
                <a:cs typeface="+mn-ea"/>
              </a:rPr>
              <a:t>例如，通过使用导管、移动设备或体外诊断设备，医生可以实时收集患者的肿瘤相关数据，并通过网络迅速传输给医疗团队进行分析和决策。</a:t>
            </a:r>
            <a:endParaRPr lang="zh-CN" altLang="en-US" sz="900">
              <a:solidFill>
                <a:schemeClr val="tx1">
                  <a:lumMod val="85000"/>
                  <a:lumOff val="15000"/>
                </a:schemeClr>
              </a:solidFill>
              <a:latin typeface="+mn-ea"/>
              <a:cs typeface="+mn-ea"/>
            </a:endParaRPr>
          </a:p>
        </p:txBody>
      </p:sp>
      <p:sp>
        <p:nvSpPr>
          <p:cNvPr id="35" name="矩形 34"/>
          <p:cNvSpPr/>
          <p:nvPr>
            <p:custDataLst>
              <p:tags r:id="rId12"/>
            </p:custDataLst>
          </p:nvPr>
        </p:nvSpPr>
        <p:spPr>
          <a:xfrm>
            <a:off x="1259205" y="1988661"/>
            <a:ext cx="2361724" cy="524828"/>
          </a:xfrm>
          <a:prstGeom prst="rect">
            <a:avLst/>
          </a:prstGeom>
          <a:noFill/>
        </p:spPr>
        <p:txBody>
          <a:bodyPr wrap="square" lIns="0" tIns="0" rIns="0" bIns="0" rtlCol="0" anchor="b">
            <a:noAutofit/>
          </a:bodyPr>
          <a:lstStyle/>
          <a:p>
            <a:pPr algn="r">
              <a:spcBef>
                <a:spcPct val="0"/>
              </a:spcBef>
              <a:spcAft>
                <a:spcPct val="0"/>
              </a:spcAft>
            </a:pPr>
            <a:r>
              <a:rPr lang="zh-CN" altLang="en-US" b="1" dirty="0">
                <a:solidFill>
                  <a:schemeClr val="accent1"/>
                </a:solidFill>
                <a:latin typeface="+mn-ea"/>
                <a:cs typeface="+mn-ea"/>
              </a:rPr>
              <a:t>数据收集与传输</a:t>
            </a:r>
            <a:endParaRPr lang="zh-CN" altLang="en-US" b="1" dirty="0">
              <a:solidFill>
                <a:schemeClr val="accent1"/>
              </a:solidFill>
              <a:latin typeface="+mn-ea"/>
              <a:cs typeface="+mn-ea"/>
            </a:endParaRPr>
          </a:p>
        </p:txBody>
      </p:sp>
      <p:sp>
        <p:nvSpPr>
          <p:cNvPr id="36" name="矩形 35"/>
          <p:cNvSpPr/>
          <p:nvPr>
            <p:custDataLst>
              <p:tags r:id="rId13"/>
            </p:custDataLst>
          </p:nvPr>
        </p:nvSpPr>
        <p:spPr>
          <a:xfrm>
            <a:off x="323215" y="4149725"/>
            <a:ext cx="2852420" cy="1575435"/>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zh-CN" altLang="en-US" sz="1000">
                <a:solidFill>
                  <a:schemeClr val="tx1">
                    <a:lumMod val="85000"/>
                    <a:lumOff val="15000"/>
                  </a:schemeClr>
                </a:solidFill>
                <a:latin typeface="+mn-ea"/>
                <a:cs typeface="+mn-ea"/>
              </a:rPr>
              <a:t>云计算技术为肿瘤数据的存储、处理和分析提供了强大的支持。通过云计算平台，医疗团队可以访问海量的肿瘤数据，并利用先进的大数据分析工具进行数据挖掘和模式识别。</a:t>
            </a:r>
            <a:endParaRPr lang="zh-CN" altLang="en-US" sz="1000">
              <a:solidFill>
                <a:schemeClr val="tx1">
                  <a:lumMod val="85000"/>
                  <a:lumOff val="15000"/>
                </a:schemeClr>
              </a:solidFill>
              <a:latin typeface="+mn-ea"/>
              <a:cs typeface="+mn-ea"/>
            </a:endParaRPr>
          </a:p>
          <a:p>
            <a:pPr algn="l">
              <a:lnSpc>
                <a:spcPct val="150000"/>
              </a:lnSpc>
              <a:spcBef>
                <a:spcPct val="0"/>
              </a:spcBef>
              <a:spcAft>
                <a:spcPct val="0"/>
              </a:spcAft>
            </a:pPr>
            <a:r>
              <a:rPr lang="zh-CN" altLang="en-US" sz="1000">
                <a:solidFill>
                  <a:schemeClr val="tx1">
                    <a:lumMod val="85000"/>
                    <a:lumOff val="15000"/>
                  </a:schemeClr>
                </a:solidFill>
                <a:latin typeface="+mn-ea"/>
                <a:cs typeface="+mn-ea"/>
              </a:rPr>
              <a:t>例如，深度学习技术，尤其是卷积神经网络（CNN），已被广泛应用于癌症图像分类和诊断中，提高了诊断的准确性和效率。</a:t>
            </a:r>
            <a:endParaRPr lang="zh-CN" altLang="en-US" sz="1000">
              <a:solidFill>
                <a:schemeClr val="tx1">
                  <a:lumMod val="85000"/>
                  <a:lumOff val="15000"/>
                </a:schemeClr>
              </a:solidFill>
              <a:latin typeface="+mn-ea"/>
              <a:cs typeface="+mn-ea"/>
            </a:endParaRPr>
          </a:p>
        </p:txBody>
      </p:sp>
      <p:sp>
        <p:nvSpPr>
          <p:cNvPr id="37" name="矩形 36"/>
          <p:cNvSpPr/>
          <p:nvPr>
            <p:custDataLst>
              <p:tags r:id="rId14"/>
            </p:custDataLst>
          </p:nvPr>
        </p:nvSpPr>
        <p:spPr>
          <a:xfrm>
            <a:off x="760095" y="3824605"/>
            <a:ext cx="2361565" cy="325120"/>
          </a:xfrm>
          <a:prstGeom prst="rect">
            <a:avLst/>
          </a:prstGeom>
          <a:noFill/>
        </p:spPr>
        <p:txBody>
          <a:bodyPr wrap="square" lIns="0" tIns="0" rIns="0" bIns="0" rtlCol="0" anchor="b">
            <a:noAutofit/>
          </a:bodyPr>
          <a:lstStyle/>
          <a:p>
            <a:pPr algn="r">
              <a:spcBef>
                <a:spcPct val="0"/>
              </a:spcBef>
              <a:spcAft>
                <a:spcPct val="0"/>
              </a:spcAft>
            </a:pPr>
            <a:r>
              <a:rPr lang="zh-CN" altLang="en-US" b="1">
                <a:solidFill>
                  <a:schemeClr val="accent1"/>
                </a:solidFill>
                <a:latin typeface="+mn-ea"/>
                <a:cs typeface="+mn-ea"/>
              </a:rPr>
              <a:t>云计算与大数据分析</a:t>
            </a:r>
            <a:endParaRPr lang="zh-CN" altLang="en-US" b="1">
              <a:solidFill>
                <a:schemeClr val="accent1"/>
              </a:solidFill>
              <a:latin typeface="+mn-ea"/>
              <a:cs typeface="+mn-ea"/>
            </a:endParaRPr>
          </a:p>
        </p:txBody>
      </p:sp>
      <p:sp>
        <p:nvSpPr>
          <p:cNvPr id="38" name="矩形 37"/>
          <p:cNvSpPr/>
          <p:nvPr>
            <p:custDataLst>
              <p:tags r:id="rId15"/>
            </p:custDataLst>
          </p:nvPr>
        </p:nvSpPr>
        <p:spPr>
          <a:xfrm>
            <a:off x="6012180" y="2689225"/>
            <a:ext cx="2505710" cy="138811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000">
                <a:solidFill>
                  <a:schemeClr val="tx1">
                    <a:lumMod val="85000"/>
                    <a:lumOff val="15000"/>
                  </a:schemeClr>
                </a:solidFill>
                <a:latin typeface="+mn-ea"/>
                <a:cs typeface="+mn-ea"/>
              </a:rPr>
              <a:t>计算机网络使得远程医疗成为可能，医生可以通过网络进行远程会诊、手术指导等，为肿瘤患者提供更广泛的医疗资源和专家支持。</a:t>
            </a:r>
            <a:endParaRPr lang="zh-CN" altLang="en-US" sz="1000">
              <a:solidFill>
                <a:schemeClr val="tx1">
                  <a:lumMod val="85000"/>
                  <a:lumOff val="15000"/>
                </a:schemeClr>
              </a:solidFill>
              <a:latin typeface="+mn-ea"/>
              <a:cs typeface="+mn-ea"/>
            </a:endParaRPr>
          </a:p>
          <a:p>
            <a:pPr>
              <a:lnSpc>
                <a:spcPct val="150000"/>
              </a:lnSpc>
              <a:spcBef>
                <a:spcPct val="0"/>
              </a:spcBef>
              <a:spcAft>
                <a:spcPct val="0"/>
              </a:spcAft>
            </a:pPr>
            <a:r>
              <a:rPr lang="zh-CN" altLang="en-US" sz="1000">
                <a:solidFill>
                  <a:schemeClr val="tx1">
                    <a:lumMod val="85000"/>
                    <a:lumOff val="15000"/>
                  </a:schemeClr>
                </a:solidFill>
                <a:latin typeface="+mn-ea"/>
                <a:cs typeface="+mn-ea"/>
              </a:rPr>
              <a:t>例如，通过视频会议系统，肿瘤专家可以与患者或其他医生进行远程交流，讨论治疗方案，共同制定个性化的治疗计划。</a:t>
            </a:r>
            <a:endParaRPr lang="zh-CN" altLang="en-US" sz="1000">
              <a:solidFill>
                <a:schemeClr val="tx1">
                  <a:lumMod val="85000"/>
                  <a:lumOff val="15000"/>
                </a:schemeClr>
              </a:solidFill>
              <a:latin typeface="+mn-ea"/>
              <a:cs typeface="+mn-ea"/>
            </a:endParaRPr>
          </a:p>
        </p:txBody>
      </p:sp>
      <p:sp>
        <p:nvSpPr>
          <p:cNvPr id="39" name="矩形 38"/>
          <p:cNvSpPr/>
          <p:nvPr>
            <p:custDataLst>
              <p:tags r:id="rId16"/>
            </p:custDataLst>
          </p:nvPr>
        </p:nvSpPr>
        <p:spPr>
          <a:xfrm>
            <a:off x="5652135" y="2204561"/>
            <a:ext cx="2428875" cy="524828"/>
          </a:xfrm>
          <a:prstGeom prst="rect">
            <a:avLst/>
          </a:prstGeom>
          <a:noFill/>
        </p:spPr>
        <p:txBody>
          <a:bodyPr wrap="square" lIns="0" tIns="0" rIns="0" bIns="0" rtlCol="0" anchor="b">
            <a:noAutofit/>
          </a:bodyPr>
          <a:lstStyle/>
          <a:p>
            <a:pPr>
              <a:spcBef>
                <a:spcPct val="0"/>
              </a:spcBef>
              <a:spcAft>
                <a:spcPct val="0"/>
              </a:spcAft>
            </a:pPr>
            <a:r>
              <a:rPr lang="zh-CN" altLang="en-US" b="1" dirty="0">
                <a:solidFill>
                  <a:schemeClr val="accent1"/>
                </a:solidFill>
                <a:latin typeface="+mn-ea"/>
                <a:cs typeface="+mn-ea"/>
              </a:rPr>
              <a:t>远程医疗与协作</a:t>
            </a:r>
            <a:endParaRPr lang="zh-CN" altLang="en-US" b="1" dirty="0">
              <a:solidFill>
                <a:schemeClr val="accent1"/>
              </a:solidFill>
              <a:latin typeface="+mn-ea"/>
              <a:cs typeface="+mn-ea"/>
            </a:endParaRPr>
          </a:p>
        </p:txBody>
      </p:sp>
      <p:sp>
        <p:nvSpPr>
          <p:cNvPr id="40" name="矩形 39"/>
          <p:cNvSpPr/>
          <p:nvPr>
            <p:custDataLst>
              <p:tags r:id="rId17"/>
            </p:custDataLst>
          </p:nvPr>
        </p:nvSpPr>
        <p:spPr>
          <a:xfrm>
            <a:off x="6012180" y="4364990"/>
            <a:ext cx="3073400" cy="142113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000">
                <a:solidFill>
                  <a:schemeClr val="tx1">
                    <a:lumMod val="85000"/>
                    <a:lumOff val="15000"/>
                  </a:schemeClr>
                </a:solidFill>
                <a:latin typeface="+mn-ea"/>
                <a:cs typeface="+mn-ea"/>
              </a:rPr>
              <a:t>人工智能（AI）在肿瘤学诊断中的应用越来越广泛。基于患者的高维度数据（如EHR、影像学数据、基因组数据等），预测性AI工具可以学习训练数据中的模式，以预测新场景下的结果。</a:t>
            </a:r>
            <a:endParaRPr lang="zh-CN" altLang="en-US" sz="1000">
              <a:solidFill>
                <a:schemeClr val="tx1">
                  <a:lumMod val="85000"/>
                  <a:lumOff val="15000"/>
                </a:schemeClr>
              </a:solidFill>
              <a:latin typeface="+mn-ea"/>
              <a:cs typeface="+mn-ea"/>
            </a:endParaRPr>
          </a:p>
          <a:p>
            <a:pPr>
              <a:lnSpc>
                <a:spcPct val="150000"/>
              </a:lnSpc>
              <a:spcBef>
                <a:spcPct val="0"/>
              </a:spcBef>
              <a:spcAft>
                <a:spcPct val="0"/>
              </a:spcAft>
            </a:pPr>
            <a:r>
              <a:rPr lang="zh-CN" altLang="en-US" sz="1000">
                <a:solidFill>
                  <a:schemeClr val="tx1">
                    <a:lumMod val="85000"/>
                    <a:lumOff val="15000"/>
                  </a:schemeClr>
                </a:solidFill>
                <a:latin typeface="+mn-ea"/>
                <a:cs typeface="+mn-ea"/>
              </a:rPr>
              <a:t>例如，AI技术已能通过学习大量图像数据，在皮肤癌和乳腺癌的诊断中达到甚至超过专业医生的诊断准确性。</a:t>
            </a:r>
            <a:endParaRPr lang="zh-CN" altLang="en-US" sz="1000">
              <a:solidFill>
                <a:schemeClr val="tx1">
                  <a:lumMod val="85000"/>
                  <a:lumOff val="15000"/>
                </a:schemeClr>
              </a:solidFill>
              <a:latin typeface="+mn-ea"/>
              <a:cs typeface="+mn-ea"/>
            </a:endParaRPr>
          </a:p>
        </p:txBody>
      </p:sp>
      <p:sp>
        <p:nvSpPr>
          <p:cNvPr id="41" name="矩形 40"/>
          <p:cNvSpPr/>
          <p:nvPr>
            <p:custDataLst>
              <p:tags r:id="rId18"/>
            </p:custDataLst>
          </p:nvPr>
        </p:nvSpPr>
        <p:spPr>
          <a:xfrm>
            <a:off x="6072505" y="4049395"/>
            <a:ext cx="2428875" cy="354330"/>
          </a:xfrm>
          <a:prstGeom prst="rect">
            <a:avLst/>
          </a:prstGeom>
          <a:noFill/>
        </p:spPr>
        <p:txBody>
          <a:bodyPr wrap="square" lIns="0" tIns="0" rIns="0" bIns="0" rtlCol="0" anchor="b">
            <a:noAutofit/>
          </a:bodyPr>
          <a:lstStyle/>
          <a:p>
            <a:pPr>
              <a:spcBef>
                <a:spcPct val="0"/>
              </a:spcBef>
              <a:spcAft>
                <a:spcPct val="0"/>
              </a:spcAft>
            </a:pPr>
            <a:r>
              <a:rPr lang="zh-CN" altLang="en-US" b="1">
                <a:solidFill>
                  <a:schemeClr val="accent1"/>
                </a:solidFill>
                <a:latin typeface="+mn-ea"/>
                <a:cs typeface="+mn-ea"/>
              </a:rPr>
              <a:t>预测性AI与诊断</a:t>
            </a:r>
            <a:endParaRPr lang="zh-CN" altLang="en-US" b="1">
              <a:solidFill>
                <a:schemeClr val="accent1"/>
              </a:solidFill>
              <a:latin typeface="+mn-ea"/>
              <a:cs typeface="+mn-ea"/>
            </a:endParaRPr>
          </a:p>
        </p:txBody>
      </p:sp>
      <p:sp>
        <p:nvSpPr>
          <p:cNvPr id="42" name="弧形 41"/>
          <p:cNvSpPr/>
          <p:nvPr>
            <p:custDataLst>
              <p:tags r:id="rId19"/>
            </p:custDataLst>
          </p:nvPr>
        </p:nvSpPr>
        <p:spPr>
          <a:xfrm rot="18000000">
            <a:off x="3501629" y="2857262"/>
            <a:ext cx="2076926" cy="2076926"/>
          </a:xfrm>
          <a:prstGeom prst="arc">
            <a:avLst>
              <a:gd name="adj1" fmla="val 17360505"/>
              <a:gd name="adj2" fmla="val 21121678"/>
            </a:avLst>
          </a:prstGeom>
          <a:ln w="6350">
            <a:gradFill>
              <a:gsLst>
                <a:gs pos="0">
                  <a:schemeClr val="accent1">
                    <a:alpha val="0"/>
                  </a:schemeClr>
                </a:gs>
                <a:gs pos="60000">
                  <a:schemeClr val="accent1"/>
                </a:gs>
              </a:gsLst>
              <a:lin ang="5400000" scaled="1"/>
            </a:gradFill>
            <a:prstDash val="dash"/>
            <a:tailEnd type="triangle"/>
          </a:ln>
          <a:effectLst>
            <a:outerShdw blurRad="50800" dist="38100" dir="2700000" algn="tl" rotWithShape="0">
              <a:schemeClr val="accent1">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350">
              <a:cs typeface="微软雅黑" panose="020B0503020204020204" charset="-122"/>
            </a:endParaRPr>
          </a:p>
        </p:txBody>
      </p:sp>
      <p:sp>
        <p:nvSpPr>
          <p:cNvPr id="43" name="弧形 42"/>
          <p:cNvSpPr/>
          <p:nvPr>
            <p:custDataLst>
              <p:tags r:id="rId20"/>
            </p:custDataLst>
          </p:nvPr>
        </p:nvSpPr>
        <p:spPr>
          <a:xfrm rot="2400000">
            <a:off x="3501629" y="2859644"/>
            <a:ext cx="2076926" cy="2076926"/>
          </a:xfrm>
          <a:prstGeom prst="arc">
            <a:avLst>
              <a:gd name="adj1" fmla="val 17360505"/>
              <a:gd name="adj2" fmla="val 21121678"/>
            </a:avLst>
          </a:prstGeom>
          <a:ln w="6350">
            <a:gradFill>
              <a:gsLst>
                <a:gs pos="0">
                  <a:schemeClr val="accent1">
                    <a:alpha val="0"/>
                  </a:schemeClr>
                </a:gs>
                <a:gs pos="60000">
                  <a:schemeClr val="accent1"/>
                </a:gs>
              </a:gsLst>
              <a:lin ang="5400000" scaled="1"/>
            </a:gradFill>
            <a:prstDash val="dash"/>
            <a:tailEnd type="triangle"/>
          </a:ln>
          <a:effectLst>
            <a:outerShdw blurRad="50800" dist="38100" dir="2700000" algn="tl" rotWithShape="0">
              <a:schemeClr val="accent1">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350">
              <a:cs typeface="微软雅黑" panose="020B0503020204020204" charset="-122"/>
            </a:endParaRPr>
          </a:p>
        </p:txBody>
      </p:sp>
      <p:sp>
        <p:nvSpPr>
          <p:cNvPr id="44" name="弧形 43"/>
          <p:cNvSpPr/>
          <p:nvPr>
            <p:custDataLst>
              <p:tags r:id="rId21"/>
            </p:custDataLst>
          </p:nvPr>
        </p:nvSpPr>
        <p:spPr>
          <a:xfrm rot="7800000">
            <a:off x="3501629" y="2859644"/>
            <a:ext cx="2076926" cy="2076926"/>
          </a:xfrm>
          <a:prstGeom prst="arc">
            <a:avLst>
              <a:gd name="adj1" fmla="val 17360505"/>
              <a:gd name="adj2" fmla="val 21121678"/>
            </a:avLst>
          </a:prstGeom>
          <a:ln w="6350">
            <a:gradFill>
              <a:gsLst>
                <a:gs pos="0">
                  <a:schemeClr val="accent1">
                    <a:alpha val="0"/>
                  </a:schemeClr>
                </a:gs>
                <a:gs pos="60000">
                  <a:schemeClr val="accent1"/>
                </a:gs>
              </a:gsLst>
              <a:lin ang="5400000" scaled="1"/>
            </a:gradFill>
            <a:prstDash val="dash"/>
            <a:tailEnd type="triangle"/>
          </a:ln>
          <a:effectLst>
            <a:outerShdw blurRad="50800" dist="38100" dir="2700000" algn="tl" rotWithShape="0">
              <a:schemeClr val="accent1">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350">
              <a:cs typeface="微软雅黑" panose="020B0503020204020204" charset="-122"/>
            </a:endParaRPr>
          </a:p>
        </p:txBody>
      </p:sp>
      <p:sp>
        <p:nvSpPr>
          <p:cNvPr id="45" name="矩形 44"/>
          <p:cNvSpPr/>
          <p:nvPr>
            <p:custDataLst>
              <p:tags r:id="rId22"/>
            </p:custDataLst>
          </p:nvPr>
        </p:nvSpPr>
        <p:spPr>
          <a:xfrm>
            <a:off x="3957161" y="3869055"/>
            <a:ext cx="1180148" cy="441960"/>
          </a:xfrm>
          <a:prstGeom prst="rect">
            <a:avLst/>
          </a:prstGeom>
          <a:noFill/>
        </p:spPr>
        <p:txBody>
          <a:bodyPr wrap="square" lIns="0" tIns="0" rIns="0" bIns="0" rtlCol="0" anchor="t" anchorCtr="0">
            <a:noAutofit/>
          </a:bodyPr>
          <a:lstStyle/>
          <a:p>
            <a:pPr algn="ctr">
              <a:spcBef>
                <a:spcPct val="0"/>
              </a:spcBef>
              <a:spcAft>
                <a:spcPct val="0"/>
              </a:spcAft>
            </a:pPr>
            <a:r>
              <a:rPr lang="zh-CN" altLang="en-US" b="1">
                <a:solidFill>
                  <a:schemeClr val="lt1">
                    <a:lumMod val="100000"/>
                  </a:schemeClr>
                </a:solidFill>
                <a:latin typeface="+mn-ea"/>
                <a:cs typeface="+mn-ea"/>
              </a:rPr>
              <a:t>肿瘤</a:t>
            </a:r>
            <a:r>
              <a:rPr lang="zh-CN" altLang="en-US" b="1">
                <a:solidFill>
                  <a:schemeClr val="lt1">
                    <a:lumMod val="100000"/>
                  </a:schemeClr>
                </a:solidFill>
                <a:latin typeface="+mn-ea"/>
                <a:cs typeface="+mn-ea"/>
              </a:rPr>
              <a:t>计算机网络</a:t>
            </a:r>
            <a:endParaRPr lang="zh-CN" altLang="en-US" b="1">
              <a:solidFill>
                <a:schemeClr val="lt1">
                  <a:lumMod val="100000"/>
                </a:schemeClr>
              </a:solidFill>
              <a:latin typeface="+mn-ea"/>
              <a:cs typeface="+mn-ea"/>
            </a:endParaRPr>
          </a:p>
        </p:txBody>
      </p:sp>
      <p:sp>
        <p:nvSpPr>
          <p:cNvPr id="46" name="任意多边形: 形状 40"/>
          <p:cNvSpPr/>
          <p:nvPr>
            <p:custDataLst>
              <p:tags r:id="rId23"/>
            </p:custDataLst>
          </p:nvPr>
        </p:nvSpPr>
        <p:spPr>
          <a:xfrm>
            <a:off x="3786269" y="2564917"/>
            <a:ext cx="196736" cy="196365"/>
          </a:xfrm>
          <a:custGeom>
            <a:avLst/>
            <a:gdLst>
              <a:gd name="connsiteX0" fmla="*/ 151409 w 262314"/>
              <a:gd name="connsiteY0" fmla="*/ 148532 h 261820"/>
              <a:gd name="connsiteX1" fmla="*/ 229100 w 262314"/>
              <a:gd name="connsiteY1" fmla="*/ 148532 h 261820"/>
              <a:gd name="connsiteX2" fmla="*/ 247329 w 262314"/>
              <a:gd name="connsiteY2" fmla="*/ 166623 h 261820"/>
              <a:gd name="connsiteX3" fmla="*/ 247329 w 262314"/>
              <a:gd name="connsiteY3" fmla="*/ 243729 h 261820"/>
              <a:gd name="connsiteX4" fmla="*/ 229100 w 262314"/>
              <a:gd name="connsiteY4" fmla="*/ 261820 h 261820"/>
              <a:gd name="connsiteX5" fmla="*/ 151409 w 262314"/>
              <a:gd name="connsiteY5" fmla="*/ 261820 h 261820"/>
              <a:gd name="connsiteX6" fmla="*/ 133180 w 262314"/>
              <a:gd name="connsiteY6" fmla="*/ 243729 h 261820"/>
              <a:gd name="connsiteX7" fmla="*/ 133180 w 262314"/>
              <a:gd name="connsiteY7" fmla="*/ 166623 h 261820"/>
              <a:gd name="connsiteX8" fmla="*/ 151409 w 262314"/>
              <a:gd name="connsiteY8" fmla="*/ 148532 h 261820"/>
              <a:gd name="connsiteX9" fmla="*/ 18228 w 262314"/>
              <a:gd name="connsiteY9" fmla="*/ 148532 h 261820"/>
              <a:gd name="connsiteX10" fmla="*/ 95920 w 262314"/>
              <a:gd name="connsiteY10" fmla="*/ 148532 h 261820"/>
              <a:gd name="connsiteX11" fmla="*/ 114148 w 262314"/>
              <a:gd name="connsiteY11" fmla="*/ 166623 h 261820"/>
              <a:gd name="connsiteX12" fmla="*/ 114148 w 262314"/>
              <a:gd name="connsiteY12" fmla="*/ 243729 h 261820"/>
              <a:gd name="connsiteX13" fmla="*/ 95920 w 262314"/>
              <a:gd name="connsiteY13" fmla="*/ 261820 h 261820"/>
              <a:gd name="connsiteX14" fmla="*/ 18228 w 262314"/>
              <a:gd name="connsiteY14" fmla="*/ 261820 h 261820"/>
              <a:gd name="connsiteX15" fmla="*/ 0 w 262314"/>
              <a:gd name="connsiteY15" fmla="*/ 243729 h 261820"/>
              <a:gd name="connsiteX16" fmla="*/ 0 w 262314"/>
              <a:gd name="connsiteY16" fmla="*/ 166623 h 261820"/>
              <a:gd name="connsiteX17" fmla="*/ 18228 w 262314"/>
              <a:gd name="connsiteY17" fmla="*/ 148532 h 261820"/>
              <a:gd name="connsiteX18" fmla="*/ 192519 w 262314"/>
              <a:gd name="connsiteY18" fmla="*/ 43668 h 261820"/>
              <a:gd name="connsiteX19" fmla="*/ 166744 w 262314"/>
              <a:gd name="connsiteY19" fmla="*/ 69249 h 261820"/>
              <a:gd name="connsiteX20" fmla="*/ 192519 w 262314"/>
              <a:gd name="connsiteY20" fmla="*/ 94831 h 261820"/>
              <a:gd name="connsiteX21" fmla="*/ 218295 w 262314"/>
              <a:gd name="connsiteY21" fmla="*/ 69249 h 261820"/>
              <a:gd name="connsiteX22" fmla="*/ 18228 w 262314"/>
              <a:gd name="connsiteY22" fmla="*/ 16356 h 261820"/>
              <a:gd name="connsiteX23" fmla="*/ 95920 w 262314"/>
              <a:gd name="connsiteY23" fmla="*/ 16356 h 261820"/>
              <a:gd name="connsiteX24" fmla="*/ 114148 w 262314"/>
              <a:gd name="connsiteY24" fmla="*/ 34448 h 261820"/>
              <a:gd name="connsiteX25" fmla="*/ 114148 w 262314"/>
              <a:gd name="connsiteY25" fmla="*/ 111553 h 261820"/>
              <a:gd name="connsiteX26" fmla="*/ 95920 w 262314"/>
              <a:gd name="connsiteY26" fmla="*/ 129644 h 261820"/>
              <a:gd name="connsiteX27" fmla="*/ 18228 w 262314"/>
              <a:gd name="connsiteY27" fmla="*/ 129644 h 261820"/>
              <a:gd name="connsiteX28" fmla="*/ 0 w 262314"/>
              <a:gd name="connsiteY28" fmla="*/ 111553 h 261820"/>
              <a:gd name="connsiteX29" fmla="*/ 0 w 262314"/>
              <a:gd name="connsiteY29" fmla="*/ 34448 h 261820"/>
              <a:gd name="connsiteX30" fmla="*/ 18228 w 262314"/>
              <a:gd name="connsiteY30" fmla="*/ 16356 h 261820"/>
              <a:gd name="connsiteX31" fmla="*/ 192502 w 262314"/>
              <a:gd name="connsiteY31" fmla="*/ 0 h 261820"/>
              <a:gd name="connsiteX32" fmla="*/ 205389 w 262314"/>
              <a:gd name="connsiteY32" fmla="*/ 5296 h 261820"/>
              <a:gd name="connsiteX33" fmla="*/ 205407 w 262314"/>
              <a:gd name="connsiteY33" fmla="*/ 5296 h 261820"/>
              <a:gd name="connsiteX34" fmla="*/ 256977 w 262314"/>
              <a:gd name="connsiteY34" fmla="*/ 56459 h 261820"/>
              <a:gd name="connsiteX35" fmla="*/ 256977 w 262314"/>
              <a:gd name="connsiteY35" fmla="*/ 82040 h 261820"/>
              <a:gd name="connsiteX36" fmla="*/ 205407 w 262314"/>
              <a:gd name="connsiteY36" fmla="*/ 133220 h 261820"/>
              <a:gd name="connsiteX37" fmla="*/ 179632 w 262314"/>
              <a:gd name="connsiteY37" fmla="*/ 133220 h 261820"/>
              <a:gd name="connsiteX38" fmla="*/ 128080 w 262314"/>
              <a:gd name="connsiteY38" fmla="*/ 82040 h 261820"/>
              <a:gd name="connsiteX39" fmla="*/ 128080 w 262314"/>
              <a:gd name="connsiteY39" fmla="*/ 56459 h 261820"/>
              <a:gd name="connsiteX40" fmla="*/ 179614 w 262314"/>
              <a:gd name="connsiteY40" fmla="*/ 5296 h 261820"/>
              <a:gd name="connsiteX41" fmla="*/ 192502 w 262314"/>
              <a:gd name="connsiteY41" fmla="*/ 0 h 261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62314" h="261820">
                <a:moveTo>
                  <a:pt x="151409" y="148532"/>
                </a:moveTo>
                <a:lnTo>
                  <a:pt x="229100" y="148532"/>
                </a:lnTo>
                <a:cubicBezTo>
                  <a:pt x="239168" y="148532"/>
                  <a:pt x="247329" y="156631"/>
                  <a:pt x="247329" y="166623"/>
                </a:cubicBezTo>
                <a:lnTo>
                  <a:pt x="247329" y="243729"/>
                </a:lnTo>
                <a:cubicBezTo>
                  <a:pt x="247329" y="253720"/>
                  <a:pt x="239168" y="261820"/>
                  <a:pt x="229100" y="261820"/>
                </a:cubicBezTo>
                <a:lnTo>
                  <a:pt x="151409" y="261820"/>
                </a:lnTo>
                <a:cubicBezTo>
                  <a:pt x="141341" y="261820"/>
                  <a:pt x="133180" y="253720"/>
                  <a:pt x="133180" y="243729"/>
                </a:cubicBezTo>
                <a:lnTo>
                  <a:pt x="133180" y="166623"/>
                </a:lnTo>
                <a:cubicBezTo>
                  <a:pt x="133180" y="156631"/>
                  <a:pt x="141341" y="148532"/>
                  <a:pt x="151409" y="148532"/>
                </a:cubicBezTo>
                <a:close/>
                <a:moveTo>
                  <a:pt x="18228" y="148532"/>
                </a:moveTo>
                <a:lnTo>
                  <a:pt x="95920" y="148532"/>
                </a:lnTo>
                <a:cubicBezTo>
                  <a:pt x="105987" y="148532"/>
                  <a:pt x="114148" y="156631"/>
                  <a:pt x="114148" y="166623"/>
                </a:cubicBezTo>
                <a:lnTo>
                  <a:pt x="114148" y="243729"/>
                </a:lnTo>
                <a:cubicBezTo>
                  <a:pt x="114148" y="253720"/>
                  <a:pt x="105987" y="261820"/>
                  <a:pt x="95920" y="261820"/>
                </a:cubicBezTo>
                <a:lnTo>
                  <a:pt x="18228" y="261820"/>
                </a:lnTo>
                <a:cubicBezTo>
                  <a:pt x="8161" y="261820"/>
                  <a:pt x="0" y="253720"/>
                  <a:pt x="0" y="243729"/>
                </a:cubicBezTo>
                <a:lnTo>
                  <a:pt x="0" y="166623"/>
                </a:lnTo>
                <a:cubicBezTo>
                  <a:pt x="0" y="156631"/>
                  <a:pt x="8161" y="148532"/>
                  <a:pt x="18228" y="148532"/>
                </a:cubicBezTo>
                <a:close/>
                <a:moveTo>
                  <a:pt x="192519" y="43668"/>
                </a:moveTo>
                <a:lnTo>
                  <a:pt x="166744" y="69249"/>
                </a:lnTo>
                <a:lnTo>
                  <a:pt x="192519" y="94831"/>
                </a:lnTo>
                <a:lnTo>
                  <a:pt x="218295" y="69249"/>
                </a:lnTo>
                <a:close/>
                <a:moveTo>
                  <a:pt x="18228" y="16356"/>
                </a:moveTo>
                <a:lnTo>
                  <a:pt x="95920" y="16356"/>
                </a:lnTo>
                <a:cubicBezTo>
                  <a:pt x="105987" y="16356"/>
                  <a:pt x="114148" y="24456"/>
                  <a:pt x="114148" y="34448"/>
                </a:cubicBezTo>
                <a:lnTo>
                  <a:pt x="114148" y="111553"/>
                </a:lnTo>
                <a:cubicBezTo>
                  <a:pt x="114148" y="121544"/>
                  <a:pt x="105987" y="129644"/>
                  <a:pt x="95920" y="129644"/>
                </a:cubicBezTo>
                <a:lnTo>
                  <a:pt x="18228" y="129644"/>
                </a:lnTo>
                <a:cubicBezTo>
                  <a:pt x="8161" y="129644"/>
                  <a:pt x="0" y="121544"/>
                  <a:pt x="0" y="111553"/>
                </a:cubicBezTo>
                <a:lnTo>
                  <a:pt x="0" y="34448"/>
                </a:lnTo>
                <a:cubicBezTo>
                  <a:pt x="0" y="24456"/>
                  <a:pt x="8161" y="16356"/>
                  <a:pt x="18228" y="16356"/>
                </a:cubicBezTo>
                <a:close/>
                <a:moveTo>
                  <a:pt x="192502" y="0"/>
                </a:moveTo>
                <a:cubicBezTo>
                  <a:pt x="197166" y="0"/>
                  <a:pt x="201830" y="1765"/>
                  <a:pt x="205389" y="5296"/>
                </a:cubicBezTo>
                <a:lnTo>
                  <a:pt x="205407" y="5296"/>
                </a:lnTo>
                <a:lnTo>
                  <a:pt x="256977" y="56459"/>
                </a:lnTo>
                <a:cubicBezTo>
                  <a:pt x="264093" y="63523"/>
                  <a:pt x="264093" y="74975"/>
                  <a:pt x="256977" y="82040"/>
                </a:cubicBezTo>
                <a:lnTo>
                  <a:pt x="205407" y="133220"/>
                </a:lnTo>
                <a:cubicBezTo>
                  <a:pt x="198289" y="140283"/>
                  <a:pt x="186750" y="140283"/>
                  <a:pt x="179632" y="133220"/>
                </a:cubicBezTo>
                <a:lnTo>
                  <a:pt x="128080" y="82040"/>
                </a:lnTo>
                <a:cubicBezTo>
                  <a:pt x="120964" y="74975"/>
                  <a:pt x="120964" y="63523"/>
                  <a:pt x="128080" y="56459"/>
                </a:cubicBezTo>
                <a:lnTo>
                  <a:pt x="179614" y="5296"/>
                </a:lnTo>
                <a:cubicBezTo>
                  <a:pt x="183173" y="1765"/>
                  <a:pt x="187838" y="0"/>
                  <a:pt x="192502" y="0"/>
                </a:cubicBezTo>
                <a:close/>
              </a:path>
            </a:pathLst>
          </a:custGeom>
          <a:solidFill>
            <a:srgbClr val="FFFFFF"/>
          </a:solidFill>
          <a:ln w="9191" cap="flat">
            <a:noFill/>
            <a:prstDash val="solid"/>
            <a:miter/>
          </a:ln>
        </p:spPr>
        <p:txBody>
          <a:bodyPr rtlCol="0" anchor="ctr"/>
          <a:lstStyle/>
          <a:p>
            <a:endParaRPr lang="zh-CN" altLang="en-US" sz="1350"/>
          </a:p>
        </p:txBody>
      </p:sp>
      <p:sp>
        <p:nvSpPr>
          <p:cNvPr id="47" name="图片 1" descr="343439383331313b343532303032383bbfcdbba7b9dcc0ed"/>
          <p:cNvSpPr/>
          <p:nvPr>
            <p:custDataLst>
              <p:tags r:id="rId24"/>
            </p:custDataLst>
          </p:nvPr>
        </p:nvSpPr>
        <p:spPr>
          <a:xfrm>
            <a:off x="3251994" y="4220598"/>
            <a:ext cx="196691" cy="189725"/>
          </a:xfrm>
          <a:custGeom>
            <a:avLst/>
            <a:gdLst>
              <a:gd name="connsiteX0" fmla="*/ 198412 w 262254"/>
              <a:gd name="connsiteY0" fmla="*/ 198045 h 252966"/>
              <a:gd name="connsiteX1" fmla="*/ 142809 w 262254"/>
              <a:gd name="connsiteY1" fmla="*/ 156245 h 252966"/>
              <a:gd name="connsiteX2" fmla="*/ 139516 w 262254"/>
              <a:gd name="connsiteY2" fmla="*/ 147465 h 252966"/>
              <a:gd name="connsiteX3" fmla="*/ 139516 w 262254"/>
              <a:gd name="connsiteY3" fmla="*/ 147334 h 252966"/>
              <a:gd name="connsiteX4" fmla="*/ 139911 w 262254"/>
              <a:gd name="connsiteY4" fmla="*/ 146548 h 252966"/>
              <a:gd name="connsiteX5" fmla="*/ 160729 w 262254"/>
              <a:gd name="connsiteY5" fmla="*/ 90596 h 252966"/>
              <a:gd name="connsiteX6" fmla="*/ 138988 w 262254"/>
              <a:gd name="connsiteY6" fmla="*/ 30843 h 252966"/>
              <a:gd name="connsiteX7" fmla="*/ 137802 w 262254"/>
              <a:gd name="connsiteY7" fmla="*/ 23374 h 252966"/>
              <a:gd name="connsiteX8" fmla="*/ 173905 w 262254"/>
              <a:gd name="connsiteY8" fmla="*/ 181 h 252966"/>
              <a:gd name="connsiteX9" fmla="*/ 221339 w 262254"/>
              <a:gd name="connsiteY9" fmla="*/ 40802 h 252966"/>
              <a:gd name="connsiteX10" fmla="*/ 205527 w 262254"/>
              <a:gd name="connsiteY10" fmla="*/ 101079 h 252966"/>
              <a:gd name="connsiteX11" fmla="*/ 200257 w 262254"/>
              <a:gd name="connsiteY11" fmla="*/ 107630 h 252966"/>
              <a:gd name="connsiteX12" fmla="*/ 199729 w 262254"/>
              <a:gd name="connsiteY12" fmla="*/ 117720 h 252966"/>
              <a:gd name="connsiteX13" fmla="*/ 201706 w 262254"/>
              <a:gd name="connsiteY13" fmla="*/ 120996 h 252966"/>
              <a:gd name="connsiteX14" fmla="*/ 217518 w 262254"/>
              <a:gd name="connsiteY14" fmla="*/ 128727 h 252966"/>
              <a:gd name="connsiteX15" fmla="*/ 234646 w 262254"/>
              <a:gd name="connsiteY15" fmla="*/ 136590 h 252966"/>
              <a:gd name="connsiteX16" fmla="*/ 260998 w 262254"/>
              <a:gd name="connsiteY16" fmla="*/ 160176 h 252966"/>
              <a:gd name="connsiteX17" fmla="*/ 258363 w 262254"/>
              <a:gd name="connsiteY17" fmla="*/ 185072 h 252966"/>
              <a:gd name="connsiteX18" fmla="*/ 204868 w 262254"/>
              <a:gd name="connsiteY18" fmla="*/ 201583 h 252966"/>
              <a:gd name="connsiteX19" fmla="*/ 198412 w 262254"/>
              <a:gd name="connsiteY19" fmla="*/ 198045 h 252966"/>
              <a:gd name="connsiteX20" fmla="*/ 114 w 262254"/>
              <a:gd name="connsiteY20" fmla="*/ 224253 h 252966"/>
              <a:gd name="connsiteX21" fmla="*/ 114 w 262254"/>
              <a:gd name="connsiteY21" fmla="*/ 215080 h 252966"/>
              <a:gd name="connsiteX22" fmla="*/ 2749 w 262254"/>
              <a:gd name="connsiteY22" fmla="*/ 207218 h 252966"/>
              <a:gd name="connsiteX23" fmla="*/ 27388 w 262254"/>
              <a:gd name="connsiteY23" fmla="*/ 183893 h 252966"/>
              <a:gd name="connsiteX24" fmla="*/ 28179 w 262254"/>
              <a:gd name="connsiteY24" fmla="*/ 183369 h 252966"/>
              <a:gd name="connsiteX25" fmla="*/ 52818 w 262254"/>
              <a:gd name="connsiteY25" fmla="*/ 171838 h 252966"/>
              <a:gd name="connsiteX26" fmla="*/ 60723 w 262254"/>
              <a:gd name="connsiteY26" fmla="*/ 168562 h 252966"/>
              <a:gd name="connsiteX27" fmla="*/ 62963 w 262254"/>
              <a:gd name="connsiteY27" fmla="*/ 166858 h 252966"/>
              <a:gd name="connsiteX28" fmla="*/ 67180 w 262254"/>
              <a:gd name="connsiteY28" fmla="*/ 145631 h 252966"/>
              <a:gd name="connsiteX29" fmla="*/ 62041 w 262254"/>
              <a:gd name="connsiteY29" fmla="*/ 139210 h 252966"/>
              <a:gd name="connsiteX30" fmla="*/ 61777 w 262254"/>
              <a:gd name="connsiteY30" fmla="*/ 138948 h 252966"/>
              <a:gd name="connsiteX31" fmla="*/ 42145 w 262254"/>
              <a:gd name="connsiteY31" fmla="*/ 77492 h 252966"/>
              <a:gd name="connsiteX32" fmla="*/ 90896 w 262254"/>
              <a:gd name="connsiteY32" fmla="*/ 32940 h 252966"/>
              <a:gd name="connsiteX33" fmla="*/ 140965 w 262254"/>
              <a:gd name="connsiteY33" fmla="*/ 77230 h 252966"/>
              <a:gd name="connsiteX34" fmla="*/ 141097 w 262254"/>
              <a:gd name="connsiteY34" fmla="*/ 77885 h 252966"/>
              <a:gd name="connsiteX35" fmla="*/ 134509 w 262254"/>
              <a:gd name="connsiteY35" fmla="*/ 116934 h 252966"/>
              <a:gd name="connsiteX36" fmla="*/ 121596 w 262254"/>
              <a:gd name="connsiteY36" fmla="*/ 138817 h 252966"/>
              <a:gd name="connsiteX37" fmla="*/ 121070 w 262254"/>
              <a:gd name="connsiteY37" fmla="*/ 139604 h 252966"/>
              <a:gd name="connsiteX38" fmla="*/ 116326 w 262254"/>
              <a:gd name="connsiteY38" fmla="*/ 145107 h 252966"/>
              <a:gd name="connsiteX39" fmla="*/ 115799 w 262254"/>
              <a:gd name="connsiteY39" fmla="*/ 146417 h 252966"/>
              <a:gd name="connsiteX40" fmla="*/ 118698 w 262254"/>
              <a:gd name="connsiteY40" fmla="*/ 168038 h 252966"/>
              <a:gd name="connsiteX41" fmla="*/ 128975 w 262254"/>
              <a:gd name="connsiteY41" fmla="*/ 171838 h 252966"/>
              <a:gd name="connsiteX42" fmla="*/ 129633 w 262254"/>
              <a:gd name="connsiteY42" fmla="*/ 172100 h 252966"/>
              <a:gd name="connsiteX43" fmla="*/ 172587 w 262254"/>
              <a:gd name="connsiteY43" fmla="*/ 196735 h 252966"/>
              <a:gd name="connsiteX44" fmla="*/ 172982 w 262254"/>
              <a:gd name="connsiteY44" fmla="*/ 196997 h 252966"/>
              <a:gd name="connsiteX45" fmla="*/ 182733 w 262254"/>
              <a:gd name="connsiteY45" fmla="*/ 211280 h 252966"/>
              <a:gd name="connsiteX46" fmla="*/ 183260 w 262254"/>
              <a:gd name="connsiteY46" fmla="*/ 215735 h 252966"/>
              <a:gd name="connsiteX47" fmla="*/ 183260 w 262254"/>
              <a:gd name="connsiteY47" fmla="*/ 225956 h 252966"/>
              <a:gd name="connsiteX48" fmla="*/ 182996 w 262254"/>
              <a:gd name="connsiteY48" fmla="*/ 227791 h 252966"/>
              <a:gd name="connsiteX49" fmla="*/ 143732 w 262254"/>
              <a:gd name="connsiteY49" fmla="*/ 249150 h 252966"/>
              <a:gd name="connsiteX50" fmla="*/ 43595 w 262254"/>
              <a:gd name="connsiteY50" fmla="*/ 249150 h 252966"/>
              <a:gd name="connsiteX51" fmla="*/ 5384 w 262254"/>
              <a:gd name="connsiteY51" fmla="*/ 233425 h 252966"/>
              <a:gd name="connsiteX52" fmla="*/ 114 w 262254"/>
              <a:gd name="connsiteY52" fmla="*/ 224253 h 25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62254" h="252966">
                <a:moveTo>
                  <a:pt x="198412" y="198045"/>
                </a:moveTo>
                <a:cubicBezTo>
                  <a:pt x="187081" y="176687"/>
                  <a:pt x="166263" y="165549"/>
                  <a:pt x="142809" y="156245"/>
                </a:cubicBezTo>
                <a:cubicBezTo>
                  <a:pt x="139252" y="154804"/>
                  <a:pt x="137802" y="150742"/>
                  <a:pt x="139516" y="147465"/>
                </a:cubicBezTo>
                <a:lnTo>
                  <a:pt x="139516" y="147334"/>
                </a:lnTo>
                <a:lnTo>
                  <a:pt x="139911" y="146548"/>
                </a:lnTo>
                <a:cubicBezTo>
                  <a:pt x="150320" y="132134"/>
                  <a:pt x="159411" y="113920"/>
                  <a:pt x="160729" y="90596"/>
                </a:cubicBezTo>
                <a:cubicBezTo>
                  <a:pt x="163232" y="63864"/>
                  <a:pt x="153087" y="44995"/>
                  <a:pt x="138988" y="30843"/>
                </a:cubicBezTo>
                <a:cubicBezTo>
                  <a:pt x="137012" y="28878"/>
                  <a:pt x="136485" y="25864"/>
                  <a:pt x="137802" y="23374"/>
                </a:cubicBezTo>
                <a:cubicBezTo>
                  <a:pt x="144522" y="11057"/>
                  <a:pt x="154932" y="1360"/>
                  <a:pt x="173905" y="181"/>
                </a:cubicBezTo>
                <a:cubicBezTo>
                  <a:pt x="202892" y="-1130"/>
                  <a:pt x="218704" y="17215"/>
                  <a:pt x="221339" y="40802"/>
                </a:cubicBezTo>
                <a:cubicBezTo>
                  <a:pt x="225291" y="67009"/>
                  <a:pt x="216068" y="87975"/>
                  <a:pt x="205527" y="101079"/>
                </a:cubicBezTo>
                <a:cubicBezTo>
                  <a:pt x="204209" y="103700"/>
                  <a:pt x="201574" y="105009"/>
                  <a:pt x="200257" y="107630"/>
                </a:cubicBezTo>
                <a:cubicBezTo>
                  <a:pt x="199202" y="109727"/>
                  <a:pt x="198939" y="114575"/>
                  <a:pt x="199729" y="117720"/>
                </a:cubicBezTo>
                <a:cubicBezTo>
                  <a:pt x="199994" y="119031"/>
                  <a:pt x="200652" y="120079"/>
                  <a:pt x="201706" y="120996"/>
                </a:cubicBezTo>
                <a:cubicBezTo>
                  <a:pt x="205395" y="124141"/>
                  <a:pt x="212905" y="126368"/>
                  <a:pt x="217518" y="128727"/>
                </a:cubicBezTo>
                <a:cubicBezTo>
                  <a:pt x="224105" y="131348"/>
                  <a:pt x="229376" y="133969"/>
                  <a:pt x="234646" y="136590"/>
                </a:cubicBezTo>
                <a:cubicBezTo>
                  <a:pt x="245187" y="141831"/>
                  <a:pt x="257045" y="149693"/>
                  <a:pt x="260998" y="160176"/>
                </a:cubicBezTo>
                <a:cubicBezTo>
                  <a:pt x="263633" y="166728"/>
                  <a:pt x="262315" y="179831"/>
                  <a:pt x="258363" y="185072"/>
                </a:cubicBezTo>
                <a:cubicBezTo>
                  <a:pt x="249798" y="197259"/>
                  <a:pt x="225159" y="199224"/>
                  <a:pt x="204868" y="201583"/>
                </a:cubicBezTo>
                <a:cubicBezTo>
                  <a:pt x="202233" y="201714"/>
                  <a:pt x="199729" y="200404"/>
                  <a:pt x="198412" y="198045"/>
                </a:cubicBezTo>
                <a:moveTo>
                  <a:pt x="114" y="224253"/>
                </a:moveTo>
                <a:lnTo>
                  <a:pt x="114" y="215080"/>
                </a:lnTo>
                <a:cubicBezTo>
                  <a:pt x="114" y="212459"/>
                  <a:pt x="1432" y="209838"/>
                  <a:pt x="2749" y="207218"/>
                </a:cubicBezTo>
                <a:cubicBezTo>
                  <a:pt x="7888" y="196866"/>
                  <a:pt x="18297" y="190315"/>
                  <a:pt x="27388" y="183893"/>
                </a:cubicBezTo>
                <a:cubicBezTo>
                  <a:pt x="27652" y="183763"/>
                  <a:pt x="27915" y="183500"/>
                  <a:pt x="28179" y="183369"/>
                </a:cubicBezTo>
                <a:cubicBezTo>
                  <a:pt x="35953" y="179570"/>
                  <a:pt x="43726" y="175638"/>
                  <a:pt x="52818" y="171838"/>
                </a:cubicBezTo>
                <a:cubicBezTo>
                  <a:pt x="55058" y="170790"/>
                  <a:pt x="58220" y="169611"/>
                  <a:pt x="60723" y="168562"/>
                </a:cubicBezTo>
                <a:cubicBezTo>
                  <a:pt x="61646" y="168169"/>
                  <a:pt x="62436" y="167645"/>
                  <a:pt x="62963" y="166858"/>
                </a:cubicBezTo>
                <a:cubicBezTo>
                  <a:pt x="66784" y="162272"/>
                  <a:pt x="70869" y="152838"/>
                  <a:pt x="67180" y="145631"/>
                </a:cubicBezTo>
                <a:cubicBezTo>
                  <a:pt x="65862" y="143010"/>
                  <a:pt x="64544" y="141700"/>
                  <a:pt x="62041" y="139210"/>
                </a:cubicBezTo>
                <a:lnTo>
                  <a:pt x="61777" y="138948"/>
                </a:lnTo>
                <a:cubicBezTo>
                  <a:pt x="49919" y="125844"/>
                  <a:pt x="39510" y="103568"/>
                  <a:pt x="42145" y="77492"/>
                </a:cubicBezTo>
                <a:cubicBezTo>
                  <a:pt x="44780" y="51285"/>
                  <a:pt x="61909" y="32940"/>
                  <a:pt x="90896" y="32940"/>
                </a:cubicBezTo>
                <a:cubicBezTo>
                  <a:pt x="119751" y="32940"/>
                  <a:pt x="136881" y="51154"/>
                  <a:pt x="140965" y="77230"/>
                </a:cubicBezTo>
                <a:cubicBezTo>
                  <a:pt x="140965" y="77492"/>
                  <a:pt x="140965" y="77623"/>
                  <a:pt x="141097" y="77885"/>
                </a:cubicBezTo>
                <a:cubicBezTo>
                  <a:pt x="142282" y="93478"/>
                  <a:pt x="138461" y="107762"/>
                  <a:pt x="134509" y="116934"/>
                </a:cubicBezTo>
                <a:cubicBezTo>
                  <a:pt x="130688" y="125976"/>
                  <a:pt x="126735" y="132396"/>
                  <a:pt x="121596" y="138817"/>
                </a:cubicBezTo>
                <a:cubicBezTo>
                  <a:pt x="121333" y="139079"/>
                  <a:pt x="121201" y="139341"/>
                  <a:pt x="121070" y="139604"/>
                </a:cubicBezTo>
                <a:cubicBezTo>
                  <a:pt x="119751" y="141700"/>
                  <a:pt x="117643" y="143010"/>
                  <a:pt x="116326" y="145107"/>
                </a:cubicBezTo>
                <a:cubicBezTo>
                  <a:pt x="116063" y="145500"/>
                  <a:pt x="115930" y="145893"/>
                  <a:pt x="115799" y="146417"/>
                </a:cubicBezTo>
                <a:cubicBezTo>
                  <a:pt x="113559" y="154148"/>
                  <a:pt x="116063" y="164238"/>
                  <a:pt x="118698" y="168038"/>
                </a:cubicBezTo>
                <a:cubicBezTo>
                  <a:pt x="120015" y="170528"/>
                  <a:pt x="125022" y="170659"/>
                  <a:pt x="128975" y="171838"/>
                </a:cubicBezTo>
                <a:cubicBezTo>
                  <a:pt x="129239" y="171970"/>
                  <a:pt x="129370" y="171970"/>
                  <a:pt x="129633" y="172100"/>
                </a:cubicBezTo>
                <a:cubicBezTo>
                  <a:pt x="145313" y="178652"/>
                  <a:pt x="160861" y="186383"/>
                  <a:pt x="172587" y="196735"/>
                </a:cubicBezTo>
                <a:cubicBezTo>
                  <a:pt x="172719" y="196866"/>
                  <a:pt x="172850" y="196997"/>
                  <a:pt x="172982" y="196997"/>
                </a:cubicBezTo>
                <a:cubicBezTo>
                  <a:pt x="176408" y="200404"/>
                  <a:pt x="180888" y="204991"/>
                  <a:pt x="182733" y="211280"/>
                </a:cubicBezTo>
                <a:cubicBezTo>
                  <a:pt x="183128" y="212721"/>
                  <a:pt x="183260" y="214294"/>
                  <a:pt x="183260" y="215735"/>
                </a:cubicBezTo>
                <a:lnTo>
                  <a:pt x="183260" y="225956"/>
                </a:lnTo>
                <a:cubicBezTo>
                  <a:pt x="183260" y="226611"/>
                  <a:pt x="183128" y="227267"/>
                  <a:pt x="182996" y="227791"/>
                </a:cubicBezTo>
                <a:cubicBezTo>
                  <a:pt x="178516" y="241419"/>
                  <a:pt x="160465" y="245349"/>
                  <a:pt x="143732" y="249150"/>
                </a:cubicBezTo>
                <a:cubicBezTo>
                  <a:pt x="114744" y="254391"/>
                  <a:pt x="73899" y="254391"/>
                  <a:pt x="43595" y="249150"/>
                </a:cubicBezTo>
                <a:cubicBezTo>
                  <a:pt x="29101" y="246529"/>
                  <a:pt x="13290" y="242598"/>
                  <a:pt x="5384" y="233425"/>
                </a:cubicBezTo>
                <a:cubicBezTo>
                  <a:pt x="2749" y="232115"/>
                  <a:pt x="1432" y="229494"/>
                  <a:pt x="114" y="224253"/>
                </a:cubicBezTo>
              </a:path>
            </a:pathLst>
          </a:custGeom>
          <a:solidFill>
            <a:srgbClr val="FFFFFF"/>
          </a:solidFill>
          <a:ln w="9197" cap="flat">
            <a:noFill/>
            <a:prstDash val="solid"/>
            <a:miter/>
          </a:ln>
        </p:spPr>
        <p:txBody>
          <a:bodyPr rtlCol="0" anchor="ctr"/>
          <a:lstStyle/>
          <a:p>
            <a:endParaRPr lang="zh-CN" altLang="en-US" sz="1350"/>
          </a:p>
        </p:txBody>
      </p:sp>
      <p:sp>
        <p:nvSpPr>
          <p:cNvPr id="48" name="图片 5" descr="343439383331313b343532303031393bd2b5bca8b9dcc0ed"/>
          <p:cNvSpPr/>
          <p:nvPr>
            <p:custDataLst>
              <p:tags r:id="rId25"/>
            </p:custDataLst>
          </p:nvPr>
        </p:nvSpPr>
        <p:spPr>
          <a:xfrm>
            <a:off x="5617131" y="4220987"/>
            <a:ext cx="196691" cy="182596"/>
          </a:xfrm>
          <a:custGeom>
            <a:avLst/>
            <a:gdLst>
              <a:gd name="connsiteX0" fmla="*/ 231594 w 262254"/>
              <a:gd name="connsiteY0" fmla="*/ 115 h 243461"/>
              <a:gd name="connsiteX1" fmla="*/ 30220 w 262254"/>
              <a:gd name="connsiteY1" fmla="*/ 115 h 243461"/>
              <a:gd name="connsiteX2" fmla="*/ 114 w 262254"/>
              <a:gd name="connsiteY2" fmla="*/ 30463 h 243461"/>
              <a:gd name="connsiteX3" fmla="*/ 114 w 262254"/>
              <a:gd name="connsiteY3" fmla="*/ 161299 h 243461"/>
              <a:gd name="connsiteX4" fmla="*/ 30220 w 262254"/>
              <a:gd name="connsiteY4" fmla="*/ 191647 h 243461"/>
              <a:gd name="connsiteX5" fmla="*/ 105819 w 262254"/>
              <a:gd name="connsiteY5" fmla="*/ 191647 h 243461"/>
              <a:gd name="connsiteX6" fmla="*/ 105819 w 262254"/>
              <a:gd name="connsiteY6" fmla="*/ 228740 h 243461"/>
              <a:gd name="connsiteX7" fmla="*/ 64340 w 262254"/>
              <a:gd name="connsiteY7" fmla="*/ 228740 h 243461"/>
              <a:gd name="connsiteX8" fmla="*/ 56981 w 262254"/>
              <a:gd name="connsiteY8" fmla="*/ 236158 h 243461"/>
              <a:gd name="connsiteX9" fmla="*/ 64340 w 262254"/>
              <a:gd name="connsiteY9" fmla="*/ 243577 h 243461"/>
              <a:gd name="connsiteX10" fmla="*/ 192122 w 262254"/>
              <a:gd name="connsiteY10" fmla="*/ 243577 h 243461"/>
              <a:gd name="connsiteX11" fmla="*/ 199481 w 262254"/>
              <a:gd name="connsiteY11" fmla="*/ 236158 h 243461"/>
              <a:gd name="connsiteX12" fmla="*/ 192122 w 262254"/>
              <a:gd name="connsiteY12" fmla="*/ 228740 h 243461"/>
              <a:gd name="connsiteX13" fmla="*/ 151313 w 262254"/>
              <a:gd name="connsiteY13" fmla="*/ 228740 h 243461"/>
              <a:gd name="connsiteX14" fmla="*/ 151313 w 262254"/>
              <a:gd name="connsiteY14" fmla="*/ 191647 h 243461"/>
              <a:gd name="connsiteX15" fmla="*/ 232263 w 262254"/>
              <a:gd name="connsiteY15" fmla="*/ 191647 h 243461"/>
              <a:gd name="connsiteX16" fmla="*/ 262369 w 262254"/>
              <a:gd name="connsiteY16" fmla="*/ 161299 h 243461"/>
              <a:gd name="connsiteX17" fmla="*/ 262369 w 262254"/>
              <a:gd name="connsiteY17" fmla="*/ 30463 h 243461"/>
              <a:gd name="connsiteX18" fmla="*/ 231594 w 262254"/>
              <a:gd name="connsiteY18" fmla="*/ 115 h 243461"/>
              <a:gd name="connsiteX19" fmla="*/ 218213 w 262254"/>
              <a:gd name="connsiteY19" fmla="*/ 45300 h 243461"/>
              <a:gd name="connsiteX20" fmla="*/ 218213 w 262254"/>
              <a:gd name="connsiteY20" fmla="*/ 45300 h 243461"/>
              <a:gd name="connsiteX21" fmla="*/ 218213 w 262254"/>
              <a:gd name="connsiteY21" fmla="*/ 45975 h 243461"/>
              <a:gd name="connsiteX22" fmla="*/ 143284 w 262254"/>
              <a:gd name="connsiteY22" fmla="*/ 146462 h 243461"/>
              <a:gd name="connsiteX23" fmla="*/ 141277 w 262254"/>
              <a:gd name="connsiteY23" fmla="*/ 145113 h 243461"/>
              <a:gd name="connsiteX24" fmla="*/ 82403 w 262254"/>
              <a:gd name="connsiteY24" fmla="*/ 101951 h 243461"/>
              <a:gd name="connsiteX25" fmla="*/ 61664 w 262254"/>
              <a:gd name="connsiteY25" fmla="*/ 128927 h 243461"/>
              <a:gd name="connsiteX26" fmla="*/ 52297 w 262254"/>
              <a:gd name="connsiteY26" fmla="*/ 132299 h 243461"/>
              <a:gd name="connsiteX27" fmla="*/ 47614 w 262254"/>
              <a:gd name="connsiteY27" fmla="*/ 122183 h 243461"/>
              <a:gd name="connsiteX28" fmla="*/ 48283 w 262254"/>
              <a:gd name="connsiteY28" fmla="*/ 120834 h 243461"/>
              <a:gd name="connsiteX29" fmla="*/ 76382 w 262254"/>
              <a:gd name="connsiteY29" fmla="*/ 83742 h 243461"/>
              <a:gd name="connsiteX30" fmla="*/ 79058 w 262254"/>
              <a:gd name="connsiteY30" fmla="*/ 80370 h 243461"/>
              <a:gd name="connsiteX31" fmla="*/ 139939 w 262254"/>
              <a:gd name="connsiteY31" fmla="*/ 125555 h 243461"/>
              <a:gd name="connsiteX32" fmla="*/ 206172 w 262254"/>
              <a:gd name="connsiteY32" fmla="*/ 37207 h 243461"/>
              <a:gd name="connsiteX33" fmla="*/ 214199 w 262254"/>
              <a:gd name="connsiteY33" fmla="*/ 35859 h 243461"/>
              <a:gd name="connsiteX34" fmla="*/ 218213 w 262254"/>
              <a:gd name="connsiteY34" fmla="*/ 45300 h 243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62254" h="243461">
                <a:moveTo>
                  <a:pt x="231594" y="115"/>
                </a:moveTo>
                <a:lnTo>
                  <a:pt x="30220" y="115"/>
                </a:lnTo>
                <a:cubicBezTo>
                  <a:pt x="13494" y="115"/>
                  <a:pt x="114" y="13603"/>
                  <a:pt x="114" y="30463"/>
                </a:cubicBezTo>
                <a:lnTo>
                  <a:pt x="114" y="161299"/>
                </a:lnTo>
                <a:cubicBezTo>
                  <a:pt x="114" y="178159"/>
                  <a:pt x="13494" y="191647"/>
                  <a:pt x="30220" y="191647"/>
                </a:cubicBezTo>
                <a:lnTo>
                  <a:pt x="105819" y="191647"/>
                </a:lnTo>
                <a:lnTo>
                  <a:pt x="105819" y="228740"/>
                </a:lnTo>
                <a:lnTo>
                  <a:pt x="64340" y="228740"/>
                </a:lnTo>
                <a:cubicBezTo>
                  <a:pt x="60326" y="228740"/>
                  <a:pt x="56981" y="232112"/>
                  <a:pt x="56981" y="236158"/>
                </a:cubicBezTo>
                <a:cubicBezTo>
                  <a:pt x="56981" y="240205"/>
                  <a:pt x="60326" y="243577"/>
                  <a:pt x="64340" y="243577"/>
                </a:cubicBezTo>
                <a:lnTo>
                  <a:pt x="192122" y="243577"/>
                </a:lnTo>
                <a:cubicBezTo>
                  <a:pt x="196137" y="243577"/>
                  <a:pt x="199481" y="240205"/>
                  <a:pt x="199481" y="236158"/>
                </a:cubicBezTo>
                <a:cubicBezTo>
                  <a:pt x="199481" y="232112"/>
                  <a:pt x="196137" y="228740"/>
                  <a:pt x="192122" y="228740"/>
                </a:cubicBezTo>
                <a:lnTo>
                  <a:pt x="151313" y="228740"/>
                </a:lnTo>
                <a:lnTo>
                  <a:pt x="151313" y="191647"/>
                </a:lnTo>
                <a:lnTo>
                  <a:pt x="232263" y="191647"/>
                </a:lnTo>
                <a:cubicBezTo>
                  <a:pt x="248989" y="191647"/>
                  <a:pt x="262369" y="178159"/>
                  <a:pt x="262369" y="161299"/>
                </a:cubicBezTo>
                <a:lnTo>
                  <a:pt x="262369" y="30463"/>
                </a:lnTo>
                <a:cubicBezTo>
                  <a:pt x="261700" y="14278"/>
                  <a:pt x="248319" y="115"/>
                  <a:pt x="231594" y="115"/>
                </a:cubicBezTo>
                <a:moveTo>
                  <a:pt x="218213" y="45300"/>
                </a:moveTo>
                <a:cubicBezTo>
                  <a:pt x="218213" y="45300"/>
                  <a:pt x="218213" y="45975"/>
                  <a:pt x="218213" y="45300"/>
                </a:cubicBezTo>
                <a:lnTo>
                  <a:pt x="218213" y="45975"/>
                </a:lnTo>
                <a:lnTo>
                  <a:pt x="143284" y="146462"/>
                </a:lnTo>
                <a:lnTo>
                  <a:pt x="141277" y="145113"/>
                </a:lnTo>
                <a:lnTo>
                  <a:pt x="82403" y="101951"/>
                </a:lnTo>
                <a:lnTo>
                  <a:pt x="61664" y="128927"/>
                </a:lnTo>
                <a:cubicBezTo>
                  <a:pt x="59657" y="132299"/>
                  <a:pt x="55643" y="133648"/>
                  <a:pt x="52297" y="132299"/>
                </a:cubicBezTo>
                <a:cubicBezTo>
                  <a:pt x="48283" y="130950"/>
                  <a:pt x="46276" y="126229"/>
                  <a:pt x="47614" y="122183"/>
                </a:cubicBezTo>
                <a:cubicBezTo>
                  <a:pt x="47614" y="121509"/>
                  <a:pt x="47614" y="121509"/>
                  <a:pt x="48283" y="120834"/>
                </a:cubicBezTo>
                <a:lnTo>
                  <a:pt x="76382" y="83742"/>
                </a:lnTo>
                <a:lnTo>
                  <a:pt x="79058" y="80370"/>
                </a:lnTo>
                <a:lnTo>
                  <a:pt x="139939" y="125555"/>
                </a:lnTo>
                <a:lnTo>
                  <a:pt x="206172" y="37207"/>
                </a:lnTo>
                <a:cubicBezTo>
                  <a:pt x="208179" y="35184"/>
                  <a:pt x="211524" y="34510"/>
                  <a:pt x="214199" y="35859"/>
                </a:cubicBezTo>
                <a:cubicBezTo>
                  <a:pt x="218213" y="37207"/>
                  <a:pt x="220220" y="41254"/>
                  <a:pt x="218213" y="45300"/>
                </a:cubicBezTo>
              </a:path>
            </a:pathLst>
          </a:custGeom>
          <a:solidFill>
            <a:srgbClr val="FFFFFF"/>
          </a:solidFill>
          <a:ln w="9197" cap="flat">
            <a:noFill/>
            <a:prstDash val="solid"/>
            <a:miter/>
          </a:ln>
        </p:spPr>
        <p:txBody>
          <a:bodyPr rtlCol="0" anchor="ctr"/>
          <a:lstStyle/>
          <a:p>
            <a:endParaRPr lang="zh-CN" altLang="en-US" sz="1350"/>
          </a:p>
        </p:txBody>
      </p:sp>
      <p:sp>
        <p:nvSpPr>
          <p:cNvPr id="49" name="图片 8" descr="343439383331313b343532303032303bb8f6c8cbd0c5cfa2"/>
          <p:cNvSpPr/>
          <p:nvPr>
            <p:custDataLst>
              <p:tags r:id="rId26"/>
            </p:custDataLst>
          </p:nvPr>
        </p:nvSpPr>
        <p:spPr>
          <a:xfrm>
            <a:off x="5269190" y="2759472"/>
            <a:ext cx="196612" cy="196691"/>
          </a:xfrm>
          <a:custGeom>
            <a:avLst/>
            <a:gdLst>
              <a:gd name="connsiteX0" fmla="*/ 238163 w 262149"/>
              <a:gd name="connsiteY0" fmla="*/ 114 h 262254"/>
              <a:gd name="connsiteX1" fmla="*/ 191653 w 262149"/>
              <a:gd name="connsiteY1" fmla="*/ 114 h 262254"/>
              <a:gd name="connsiteX2" fmla="*/ 190384 w 262149"/>
              <a:gd name="connsiteY2" fmla="*/ 114 h 262254"/>
              <a:gd name="connsiteX3" fmla="*/ 41128 w 262149"/>
              <a:gd name="connsiteY3" fmla="*/ 538 h 262254"/>
              <a:gd name="connsiteX4" fmla="*/ 17450 w 262149"/>
              <a:gd name="connsiteY4" fmla="*/ 24264 h 262254"/>
              <a:gd name="connsiteX5" fmla="*/ 17450 w 262149"/>
              <a:gd name="connsiteY5" fmla="*/ 59852 h 262254"/>
              <a:gd name="connsiteX6" fmla="*/ 44510 w 262149"/>
              <a:gd name="connsiteY6" fmla="*/ 59852 h 262254"/>
              <a:gd name="connsiteX7" fmla="*/ 53390 w 262149"/>
              <a:gd name="connsiteY7" fmla="*/ 68749 h 262254"/>
              <a:gd name="connsiteX8" fmla="*/ 53390 w 262149"/>
              <a:gd name="connsiteY8" fmla="*/ 74681 h 262254"/>
              <a:gd name="connsiteX9" fmla="*/ 44510 w 262149"/>
              <a:gd name="connsiteY9" fmla="*/ 83578 h 262254"/>
              <a:gd name="connsiteX10" fmla="*/ 41551 w 262149"/>
              <a:gd name="connsiteY10" fmla="*/ 83578 h 262254"/>
              <a:gd name="connsiteX11" fmla="*/ 41551 w 262149"/>
              <a:gd name="connsiteY11" fmla="*/ 80612 h 262254"/>
              <a:gd name="connsiteX12" fmla="*/ 32671 w 262149"/>
              <a:gd name="connsiteY12" fmla="*/ 71715 h 262254"/>
              <a:gd name="connsiteX13" fmla="*/ 8148 w 262149"/>
              <a:gd name="connsiteY13" fmla="*/ 71715 h 262254"/>
              <a:gd name="connsiteX14" fmla="*/ 537 w 262149"/>
              <a:gd name="connsiteY14" fmla="*/ 77647 h 262254"/>
              <a:gd name="connsiteX15" fmla="*/ 114 w 262149"/>
              <a:gd name="connsiteY15" fmla="*/ 80612 h 262254"/>
              <a:gd name="connsiteX16" fmla="*/ 114 w 262149"/>
              <a:gd name="connsiteY16" fmla="*/ 86544 h 262254"/>
              <a:gd name="connsiteX17" fmla="*/ 8993 w 262149"/>
              <a:gd name="connsiteY17" fmla="*/ 95441 h 262254"/>
              <a:gd name="connsiteX18" fmla="*/ 17873 w 262149"/>
              <a:gd name="connsiteY18" fmla="*/ 95441 h 262254"/>
              <a:gd name="connsiteX19" fmla="*/ 17873 w 262149"/>
              <a:gd name="connsiteY19" fmla="*/ 161111 h 262254"/>
              <a:gd name="connsiteX20" fmla="*/ 44933 w 262149"/>
              <a:gd name="connsiteY20" fmla="*/ 161111 h 262254"/>
              <a:gd name="connsiteX21" fmla="*/ 53812 w 262149"/>
              <a:gd name="connsiteY21" fmla="*/ 170008 h 262254"/>
              <a:gd name="connsiteX22" fmla="*/ 53812 w 262149"/>
              <a:gd name="connsiteY22" fmla="*/ 175939 h 262254"/>
              <a:gd name="connsiteX23" fmla="*/ 44933 w 262149"/>
              <a:gd name="connsiteY23" fmla="*/ 184837 h 262254"/>
              <a:gd name="connsiteX24" fmla="*/ 41973 w 262149"/>
              <a:gd name="connsiteY24" fmla="*/ 184837 h 262254"/>
              <a:gd name="connsiteX25" fmla="*/ 41973 w 262149"/>
              <a:gd name="connsiteY25" fmla="*/ 182295 h 262254"/>
              <a:gd name="connsiteX26" fmla="*/ 33094 w 262149"/>
              <a:gd name="connsiteY26" fmla="*/ 173397 h 262254"/>
              <a:gd name="connsiteX27" fmla="*/ 8570 w 262149"/>
              <a:gd name="connsiteY27" fmla="*/ 173397 h 262254"/>
              <a:gd name="connsiteX28" fmla="*/ 960 w 262149"/>
              <a:gd name="connsiteY28" fmla="*/ 179329 h 262254"/>
              <a:gd name="connsiteX29" fmla="*/ 537 w 262149"/>
              <a:gd name="connsiteY29" fmla="*/ 182295 h 262254"/>
              <a:gd name="connsiteX30" fmla="*/ 537 w 262149"/>
              <a:gd name="connsiteY30" fmla="*/ 188225 h 262254"/>
              <a:gd name="connsiteX31" fmla="*/ 9416 w 262149"/>
              <a:gd name="connsiteY31" fmla="*/ 197123 h 262254"/>
              <a:gd name="connsiteX32" fmla="*/ 18295 w 262149"/>
              <a:gd name="connsiteY32" fmla="*/ 197123 h 262254"/>
              <a:gd name="connsiteX33" fmla="*/ 18295 w 262149"/>
              <a:gd name="connsiteY33" fmla="*/ 238644 h 262254"/>
              <a:gd name="connsiteX34" fmla="*/ 41973 w 262149"/>
              <a:gd name="connsiteY34" fmla="*/ 262369 h 262254"/>
              <a:gd name="connsiteX35" fmla="*/ 238585 w 262149"/>
              <a:gd name="connsiteY35" fmla="*/ 262369 h 262254"/>
              <a:gd name="connsiteX36" fmla="*/ 262264 w 262149"/>
              <a:gd name="connsiteY36" fmla="*/ 238644 h 262254"/>
              <a:gd name="connsiteX37" fmla="*/ 262264 w 262149"/>
              <a:gd name="connsiteY37" fmla="*/ 23840 h 262254"/>
              <a:gd name="connsiteX38" fmla="*/ 238163 w 262149"/>
              <a:gd name="connsiteY38" fmla="*/ 114 h 262254"/>
              <a:gd name="connsiteX39" fmla="*/ 220827 w 262149"/>
              <a:gd name="connsiteY39" fmla="*/ 194157 h 262254"/>
              <a:gd name="connsiteX40" fmla="*/ 220405 w 262149"/>
              <a:gd name="connsiteY40" fmla="*/ 195429 h 262254"/>
              <a:gd name="connsiteX41" fmla="*/ 217868 w 262149"/>
              <a:gd name="connsiteY41" fmla="*/ 198394 h 262254"/>
              <a:gd name="connsiteX42" fmla="*/ 215331 w 262149"/>
              <a:gd name="connsiteY42" fmla="*/ 199665 h 262254"/>
              <a:gd name="connsiteX43" fmla="*/ 213639 w 262149"/>
              <a:gd name="connsiteY43" fmla="*/ 200088 h 262254"/>
              <a:gd name="connsiteX44" fmla="*/ 85947 w 262149"/>
              <a:gd name="connsiteY44" fmla="*/ 200088 h 262254"/>
              <a:gd name="connsiteX45" fmla="*/ 82987 w 262149"/>
              <a:gd name="connsiteY45" fmla="*/ 198818 h 262254"/>
              <a:gd name="connsiteX46" fmla="*/ 80873 w 262149"/>
              <a:gd name="connsiteY46" fmla="*/ 195852 h 262254"/>
              <a:gd name="connsiteX47" fmla="*/ 80450 w 262149"/>
              <a:gd name="connsiteY47" fmla="*/ 194581 h 262254"/>
              <a:gd name="connsiteX48" fmla="*/ 80450 w 262149"/>
              <a:gd name="connsiteY48" fmla="*/ 182719 h 262254"/>
              <a:gd name="connsiteX49" fmla="*/ 80450 w 262149"/>
              <a:gd name="connsiteY49" fmla="*/ 182295 h 262254"/>
              <a:gd name="connsiteX50" fmla="*/ 80873 w 262149"/>
              <a:gd name="connsiteY50" fmla="*/ 181870 h 262254"/>
              <a:gd name="connsiteX51" fmla="*/ 106242 w 262149"/>
              <a:gd name="connsiteY51" fmla="*/ 164500 h 262254"/>
              <a:gd name="connsiteX52" fmla="*/ 131189 w 262149"/>
              <a:gd name="connsiteY52" fmla="*/ 146282 h 262254"/>
              <a:gd name="connsiteX53" fmla="*/ 131189 w 262149"/>
              <a:gd name="connsiteY53" fmla="*/ 143740 h 262254"/>
              <a:gd name="connsiteX54" fmla="*/ 129921 w 262149"/>
              <a:gd name="connsiteY54" fmla="*/ 140774 h 262254"/>
              <a:gd name="connsiteX55" fmla="*/ 116390 w 262149"/>
              <a:gd name="connsiteY55" fmla="*/ 106456 h 262254"/>
              <a:gd name="connsiteX56" fmla="*/ 150638 w 262149"/>
              <a:gd name="connsiteY56" fmla="*/ 63242 h 262254"/>
              <a:gd name="connsiteX57" fmla="*/ 184887 w 262149"/>
              <a:gd name="connsiteY57" fmla="*/ 106456 h 262254"/>
              <a:gd name="connsiteX58" fmla="*/ 171357 w 262149"/>
              <a:gd name="connsiteY58" fmla="*/ 140774 h 262254"/>
              <a:gd name="connsiteX59" fmla="*/ 170089 w 262149"/>
              <a:gd name="connsiteY59" fmla="*/ 143740 h 262254"/>
              <a:gd name="connsiteX60" fmla="*/ 170089 w 262149"/>
              <a:gd name="connsiteY60" fmla="*/ 146282 h 262254"/>
              <a:gd name="connsiteX61" fmla="*/ 195035 w 262149"/>
              <a:gd name="connsiteY61" fmla="*/ 164500 h 262254"/>
              <a:gd name="connsiteX62" fmla="*/ 220405 w 262149"/>
              <a:gd name="connsiteY62" fmla="*/ 181870 h 262254"/>
              <a:gd name="connsiteX63" fmla="*/ 220827 w 262149"/>
              <a:gd name="connsiteY63" fmla="*/ 182295 h 262254"/>
              <a:gd name="connsiteX64" fmla="*/ 220827 w 262149"/>
              <a:gd name="connsiteY64" fmla="*/ 182719 h 262254"/>
              <a:gd name="connsiteX65" fmla="*/ 220827 w 262149"/>
              <a:gd name="connsiteY65" fmla="*/ 194157 h 262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62149" h="262254">
                <a:moveTo>
                  <a:pt x="238163" y="114"/>
                </a:moveTo>
                <a:lnTo>
                  <a:pt x="191653" y="114"/>
                </a:lnTo>
                <a:lnTo>
                  <a:pt x="190384" y="114"/>
                </a:lnTo>
                <a:lnTo>
                  <a:pt x="41128" y="538"/>
                </a:lnTo>
                <a:cubicBezTo>
                  <a:pt x="28020" y="538"/>
                  <a:pt x="17450" y="11130"/>
                  <a:pt x="17450" y="24264"/>
                </a:cubicBezTo>
                <a:lnTo>
                  <a:pt x="17450" y="59852"/>
                </a:lnTo>
                <a:lnTo>
                  <a:pt x="44510" y="59852"/>
                </a:lnTo>
                <a:cubicBezTo>
                  <a:pt x="49584" y="59852"/>
                  <a:pt x="53390" y="63665"/>
                  <a:pt x="53390" y="68749"/>
                </a:cubicBezTo>
                <a:lnTo>
                  <a:pt x="53390" y="74681"/>
                </a:lnTo>
                <a:cubicBezTo>
                  <a:pt x="53390" y="79765"/>
                  <a:pt x="49584" y="83578"/>
                  <a:pt x="44510" y="83578"/>
                </a:cubicBezTo>
                <a:lnTo>
                  <a:pt x="41551" y="83578"/>
                </a:lnTo>
                <a:lnTo>
                  <a:pt x="41551" y="80612"/>
                </a:lnTo>
                <a:cubicBezTo>
                  <a:pt x="41551" y="75528"/>
                  <a:pt x="37745" y="71715"/>
                  <a:pt x="32671" y="71715"/>
                </a:cubicBezTo>
                <a:lnTo>
                  <a:pt x="8148" y="71715"/>
                </a:lnTo>
                <a:cubicBezTo>
                  <a:pt x="4765" y="72139"/>
                  <a:pt x="1805" y="74257"/>
                  <a:pt x="537" y="77647"/>
                </a:cubicBezTo>
                <a:cubicBezTo>
                  <a:pt x="114" y="78494"/>
                  <a:pt x="114" y="79765"/>
                  <a:pt x="114" y="80612"/>
                </a:cubicBezTo>
                <a:lnTo>
                  <a:pt x="114" y="86544"/>
                </a:lnTo>
                <a:cubicBezTo>
                  <a:pt x="114" y="91628"/>
                  <a:pt x="3919" y="95441"/>
                  <a:pt x="8993" y="95441"/>
                </a:cubicBezTo>
                <a:lnTo>
                  <a:pt x="17873" y="95441"/>
                </a:lnTo>
                <a:lnTo>
                  <a:pt x="17873" y="161111"/>
                </a:lnTo>
                <a:lnTo>
                  <a:pt x="44933" y="161111"/>
                </a:lnTo>
                <a:cubicBezTo>
                  <a:pt x="50007" y="161111"/>
                  <a:pt x="53812" y="164924"/>
                  <a:pt x="53812" y="170008"/>
                </a:cubicBezTo>
                <a:lnTo>
                  <a:pt x="53812" y="175939"/>
                </a:lnTo>
                <a:cubicBezTo>
                  <a:pt x="53812" y="181023"/>
                  <a:pt x="50007" y="184837"/>
                  <a:pt x="44933" y="184837"/>
                </a:cubicBezTo>
                <a:lnTo>
                  <a:pt x="41973" y="184837"/>
                </a:lnTo>
                <a:lnTo>
                  <a:pt x="41973" y="182295"/>
                </a:lnTo>
                <a:cubicBezTo>
                  <a:pt x="41973" y="177211"/>
                  <a:pt x="38168" y="173397"/>
                  <a:pt x="33094" y="173397"/>
                </a:cubicBezTo>
                <a:lnTo>
                  <a:pt x="8570" y="173397"/>
                </a:lnTo>
                <a:cubicBezTo>
                  <a:pt x="5188" y="173821"/>
                  <a:pt x="2228" y="175939"/>
                  <a:pt x="960" y="179329"/>
                </a:cubicBezTo>
                <a:cubicBezTo>
                  <a:pt x="537" y="180176"/>
                  <a:pt x="537" y="181447"/>
                  <a:pt x="537" y="182295"/>
                </a:cubicBezTo>
                <a:lnTo>
                  <a:pt x="537" y="188225"/>
                </a:lnTo>
                <a:cubicBezTo>
                  <a:pt x="537" y="193310"/>
                  <a:pt x="4342" y="197123"/>
                  <a:pt x="9416" y="197123"/>
                </a:cubicBezTo>
                <a:lnTo>
                  <a:pt x="18295" y="197123"/>
                </a:lnTo>
                <a:lnTo>
                  <a:pt x="18295" y="238644"/>
                </a:lnTo>
                <a:cubicBezTo>
                  <a:pt x="18295" y="251777"/>
                  <a:pt x="28866" y="262369"/>
                  <a:pt x="41973" y="262369"/>
                </a:cubicBezTo>
                <a:lnTo>
                  <a:pt x="238585" y="262369"/>
                </a:lnTo>
                <a:cubicBezTo>
                  <a:pt x="251693" y="262369"/>
                  <a:pt x="262264" y="251777"/>
                  <a:pt x="262264" y="238644"/>
                </a:cubicBezTo>
                <a:lnTo>
                  <a:pt x="262264" y="23840"/>
                </a:lnTo>
                <a:cubicBezTo>
                  <a:pt x="261841" y="10706"/>
                  <a:pt x="251270" y="114"/>
                  <a:pt x="238163" y="114"/>
                </a:cubicBezTo>
                <a:moveTo>
                  <a:pt x="220827" y="194157"/>
                </a:moveTo>
                <a:cubicBezTo>
                  <a:pt x="220827" y="194157"/>
                  <a:pt x="220405" y="195005"/>
                  <a:pt x="220405" y="195429"/>
                </a:cubicBezTo>
                <a:cubicBezTo>
                  <a:pt x="219981" y="196276"/>
                  <a:pt x="218713" y="197547"/>
                  <a:pt x="217868" y="198394"/>
                </a:cubicBezTo>
                <a:lnTo>
                  <a:pt x="215331" y="199665"/>
                </a:lnTo>
                <a:lnTo>
                  <a:pt x="213639" y="200088"/>
                </a:lnTo>
                <a:lnTo>
                  <a:pt x="85947" y="200088"/>
                </a:lnTo>
                <a:cubicBezTo>
                  <a:pt x="85101" y="199665"/>
                  <a:pt x="83833" y="199241"/>
                  <a:pt x="82987" y="198818"/>
                </a:cubicBezTo>
                <a:cubicBezTo>
                  <a:pt x="82142" y="198394"/>
                  <a:pt x="81296" y="197123"/>
                  <a:pt x="80873" y="195852"/>
                </a:cubicBezTo>
                <a:cubicBezTo>
                  <a:pt x="80873" y="195429"/>
                  <a:pt x="80450" y="194581"/>
                  <a:pt x="80450" y="194581"/>
                </a:cubicBezTo>
                <a:cubicBezTo>
                  <a:pt x="80027" y="194157"/>
                  <a:pt x="78759" y="188650"/>
                  <a:pt x="80450" y="182719"/>
                </a:cubicBezTo>
                <a:lnTo>
                  <a:pt x="80450" y="182295"/>
                </a:lnTo>
                <a:lnTo>
                  <a:pt x="80873" y="181870"/>
                </a:lnTo>
                <a:cubicBezTo>
                  <a:pt x="85101" y="176363"/>
                  <a:pt x="95249" y="170432"/>
                  <a:pt x="106242" y="164500"/>
                </a:cubicBezTo>
                <a:cubicBezTo>
                  <a:pt x="116390" y="158993"/>
                  <a:pt x="131189" y="150518"/>
                  <a:pt x="131189" y="146282"/>
                </a:cubicBezTo>
                <a:lnTo>
                  <a:pt x="131189" y="143740"/>
                </a:lnTo>
                <a:cubicBezTo>
                  <a:pt x="131189" y="142469"/>
                  <a:pt x="130766" y="141622"/>
                  <a:pt x="129921" y="140774"/>
                </a:cubicBezTo>
                <a:cubicBezTo>
                  <a:pt x="121041" y="131877"/>
                  <a:pt x="116390" y="119590"/>
                  <a:pt x="116390" y="106456"/>
                </a:cubicBezTo>
                <a:cubicBezTo>
                  <a:pt x="116390" y="85273"/>
                  <a:pt x="120618" y="63242"/>
                  <a:pt x="150638" y="63242"/>
                </a:cubicBezTo>
                <a:cubicBezTo>
                  <a:pt x="180659" y="63242"/>
                  <a:pt x="184887" y="84849"/>
                  <a:pt x="184887" y="106456"/>
                </a:cubicBezTo>
                <a:cubicBezTo>
                  <a:pt x="184887" y="119590"/>
                  <a:pt x="180237" y="131877"/>
                  <a:pt x="171357" y="140774"/>
                </a:cubicBezTo>
                <a:cubicBezTo>
                  <a:pt x="170511" y="141622"/>
                  <a:pt x="170089" y="142469"/>
                  <a:pt x="170089" y="143740"/>
                </a:cubicBezTo>
                <a:lnTo>
                  <a:pt x="170089" y="146282"/>
                </a:lnTo>
                <a:cubicBezTo>
                  <a:pt x="170089" y="150518"/>
                  <a:pt x="185310" y="158993"/>
                  <a:pt x="195035" y="164500"/>
                </a:cubicBezTo>
                <a:cubicBezTo>
                  <a:pt x="206028" y="170432"/>
                  <a:pt x="216176" y="176363"/>
                  <a:pt x="220405" y="181870"/>
                </a:cubicBezTo>
                <a:lnTo>
                  <a:pt x="220827" y="182295"/>
                </a:lnTo>
                <a:lnTo>
                  <a:pt x="220827" y="182719"/>
                </a:lnTo>
                <a:cubicBezTo>
                  <a:pt x="222942" y="188225"/>
                  <a:pt x="221250" y="193733"/>
                  <a:pt x="220827" y="194157"/>
                </a:cubicBezTo>
              </a:path>
            </a:pathLst>
          </a:custGeom>
          <a:solidFill>
            <a:srgbClr val="FFFFFF"/>
          </a:solidFill>
          <a:ln w="9194" cap="flat">
            <a:noFill/>
            <a:prstDash val="solid"/>
            <a:miter/>
          </a:ln>
        </p:spPr>
        <p:txBody>
          <a:bodyPr rtlCol="0" anchor="ctr"/>
          <a:lstStyle/>
          <a:p>
            <a:endParaRPr lang="zh-CN" altLang="en-US" sz="1350"/>
          </a:p>
        </p:txBody>
      </p:sp>
      <p:sp>
        <p:nvSpPr>
          <p:cNvPr id="50" name="图片 11" descr="343439383331313b343532303032373bbfcdbba7b5b5b0b8"/>
          <p:cNvSpPr/>
          <p:nvPr>
            <p:custDataLst>
              <p:tags r:id="rId27"/>
            </p:custDataLst>
          </p:nvPr>
        </p:nvSpPr>
        <p:spPr>
          <a:xfrm>
            <a:off x="4378552" y="3526610"/>
            <a:ext cx="323555" cy="301181"/>
          </a:xfrm>
          <a:custGeom>
            <a:avLst/>
            <a:gdLst>
              <a:gd name="connsiteX0" fmla="*/ 377815 w 431406"/>
              <a:gd name="connsiteY0" fmla="*/ 112603 h 401575"/>
              <a:gd name="connsiteX1" fmla="*/ 377815 w 431406"/>
              <a:gd name="connsiteY1" fmla="*/ 84312 h 401575"/>
              <a:gd name="connsiteX2" fmla="*/ 370360 w 431406"/>
              <a:gd name="connsiteY2" fmla="*/ 64276 h 401575"/>
              <a:gd name="connsiteX3" fmla="*/ 350977 w 431406"/>
              <a:gd name="connsiteY3" fmla="*/ 55421 h 401575"/>
              <a:gd name="connsiteX4" fmla="*/ 189125 w 431406"/>
              <a:gd name="connsiteY4" fmla="*/ 55421 h 401575"/>
              <a:gd name="connsiteX5" fmla="*/ 189125 w 431406"/>
              <a:gd name="connsiteY5" fmla="*/ 29006 h 401575"/>
              <a:gd name="connsiteX6" fmla="*/ 181670 w 431406"/>
              <a:gd name="connsiteY6" fmla="*/ 8970 h 401575"/>
              <a:gd name="connsiteX7" fmla="*/ 162287 w 431406"/>
              <a:gd name="connsiteY7" fmla="*/ 115 h 401575"/>
              <a:gd name="connsiteX8" fmla="*/ 26975 w 431406"/>
              <a:gd name="connsiteY8" fmla="*/ 115 h 401575"/>
              <a:gd name="connsiteX9" fmla="*/ 7592 w 431406"/>
              <a:gd name="connsiteY9" fmla="*/ 8970 h 401575"/>
              <a:gd name="connsiteX10" fmla="*/ 137 w 431406"/>
              <a:gd name="connsiteY10" fmla="*/ 29006 h 401575"/>
              <a:gd name="connsiteX11" fmla="*/ 137 w 431406"/>
              <a:gd name="connsiteY11" fmla="*/ 377876 h 401575"/>
              <a:gd name="connsiteX12" fmla="*/ 1330 w 431406"/>
              <a:gd name="connsiteY12" fmla="*/ 372098 h 401575"/>
              <a:gd name="connsiteX13" fmla="*/ 4535 w 431406"/>
              <a:gd name="connsiteY13" fmla="*/ 356265 h 401575"/>
              <a:gd name="connsiteX14" fmla="*/ 9307 w 431406"/>
              <a:gd name="connsiteY14" fmla="*/ 332701 h 401575"/>
              <a:gd name="connsiteX15" fmla="*/ 15196 w 431406"/>
              <a:gd name="connsiteY15" fmla="*/ 303735 h 401575"/>
              <a:gd name="connsiteX16" fmla="*/ 21682 w 431406"/>
              <a:gd name="connsiteY16" fmla="*/ 271618 h 401575"/>
              <a:gd name="connsiteX17" fmla="*/ 28392 w 431406"/>
              <a:gd name="connsiteY17" fmla="*/ 238674 h 401575"/>
              <a:gd name="connsiteX18" fmla="*/ 34803 w 431406"/>
              <a:gd name="connsiteY18" fmla="*/ 207157 h 401575"/>
              <a:gd name="connsiteX19" fmla="*/ 40916 w 431406"/>
              <a:gd name="connsiteY19" fmla="*/ 177140 h 401575"/>
              <a:gd name="connsiteX20" fmla="*/ 46210 w 431406"/>
              <a:gd name="connsiteY20" fmla="*/ 148473 h 401575"/>
              <a:gd name="connsiteX21" fmla="*/ 54187 w 431406"/>
              <a:gd name="connsiteY21" fmla="*/ 124310 h 401575"/>
              <a:gd name="connsiteX22" fmla="*/ 75732 w 431406"/>
              <a:gd name="connsiteY22" fmla="*/ 112753 h 401575"/>
              <a:gd name="connsiteX23" fmla="*/ 102198 w 431406"/>
              <a:gd name="connsiteY23" fmla="*/ 112453 h 401575"/>
              <a:gd name="connsiteX24" fmla="*/ 163256 w 431406"/>
              <a:gd name="connsiteY24" fmla="*/ 112603 h 401575"/>
              <a:gd name="connsiteX25" fmla="*/ 377740 w 431406"/>
              <a:gd name="connsiteY25" fmla="*/ 112603 h 401575"/>
              <a:gd name="connsiteX26" fmla="*/ 377815 w 431406"/>
              <a:gd name="connsiteY26" fmla="*/ 112603 h 401575"/>
              <a:gd name="connsiteX27" fmla="*/ 357686 w 431406"/>
              <a:gd name="connsiteY27" fmla="*/ 401590 h 401575"/>
              <a:gd name="connsiteX28" fmla="*/ 347249 w 431406"/>
              <a:gd name="connsiteY28" fmla="*/ 401590 h 401575"/>
              <a:gd name="connsiteX29" fmla="*/ 331966 w 431406"/>
              <a:gd name="connsiteY29" fmla="*/ 401516 h 401575"/>
              <a:gd name="connsiteX30" fmla="*/ 319068 w 431406"/>
              <a:gd name="connsiteY30" fmla="*/ 401590 h 401575"/>
              <a:gd name="connsiteX31" fmla="*/ 21831 w 431406"/>
              <a:gd name="connsiteY31" fmla="*/ 401590 h 401575"/>
              <a:gd name="connsiteX32" fmla="*/ 22875 w 431406"/>
              <a:gd name="connsiteY32" fmla="*/ 396263 h 401575"/>
              <a:gd name="connsiteX33" fmla="*/ 25708 w 431406"/>
              <a:gd name="connsiteY33" fmla="*/ 381628 h 401575"/>
              <a:gd name="connsiteX34" fmla="*/ 29883 w 431406"/>
              <a:gd name="connsiteY34" fmla="*/ 359717 h 401575"/>
              <a:gd name="connsiteX35" fmla="*/ 35101 w 431406"/>
              <a:gd name="connsiteY35" fmla="*/ 332551 h 401575"/>
              <a:gd name="connsiteX36" fmla="*/ 40916 w 431406"/>
              <a:gd name="connsiteY36" fmla="*/ 302085 h 401575"/>
              <a:gd name="connsiteX37" fmla="*/ 47030 w 431406"/>
              <a:gd name="connsiteY37" fmla="*/ 270417 h 401575"/>
              <a:gd name="connsiteX38" fmla="*/ 52994 w 431406"/>
              <a:gd name="connsiteY38" fmla="*/ 239499 h 401575"/>
              <a:gd name="connsiteX39" fmla="*/ 64251 w 431406"/>
              <a:gd name="connsiteY39" fmla="*/ 179016 h 401575"/>
              <a:gd name="connsiteX40" fmla="*/ 74688 w 431406"/>
              <a:gd name="connsiteY40" fmla="*/ 143971 h 401575"/>
              <a:gd name="connsiteX41" fmla="*/ 112635 w 431406"/>
              <a:gd name="connsiteY41" fmla="*/ 134140 h 401575"/>
              <a:gd name="connsiteX42" fmla="*/ 164896 w 431406"/>
              <a:gd name="connsiteY42" fmla="*/ 134215 h 401575"/>
              <a:gd name="connsiteX43" fmla="*/ 374311 w 431406"/>
              <a:gd name="connsiteY43" fmla="*/ 134215 h 401575"/>
              <a:gd name="connsiteX44" fmla="*/ 403387 w 431406"/>
              <a:gd name="connsiteY44" fmla="*/ 134365 h 401575"/>
              <a:gd name="connsiteX45" fmla="*/ 425827 w 431406"/>
              <a:gd name="connsiteY45" fmla="*/ 144571 h 401575"/>
              <a:gd name="connsiteX46" fmla="*/ 431268 w 431406"/>
              <a:gd name="connsiteY46" fmla="*/ 165883 h 401575"/>
              <a:gd name="connsiteX47" fmla="*/ 424708 w 431406"/>
              <a:gd name="connsiteY47" fmla="*/ 194924 h 401575"/>
              <a:gd name="connsiteX48" fmla="*/ 417774 w 431406"/>
              <a:gd name="connsiteY48" fmla="*/ 225242 h 401575"/>
              <a:gd name="connsiteX49" fmla="*/ 408381 w 431406"/>
              <a:gd name="connsiteY49" fmla="*/ 266439 h 401575"/>
              <a:gd name="connsiteX50" fmla="*/ 400106 w 431406"/>
              <a:gd name="connsiteY50" fmla="*/ 302534 h 401575"/>
              <a:gd name="connsiteX51" fmla="*/ 386910 w 431406"/>
              <a:gd name="connsiteY51" fmla="*/ 362418 h 401575"/>
              <a:gd name="connsiteX52" fmla="*/ 379380 w 431406"/>
              <a:gd name="connsiteY52" fmla="*/ 386807 h 401575"/>
              <a:gd name="connsiteX53" fmla="*/ 362457 w 431406"/>
              <a:gd name="connsiteY53" fmla="*/ 400990 h 401575"/>
              <a:gd name="connsiteX54" fmla="*/ 357686 w 431406"/>
              <a:gd name="connsiteY54" fmla="*/ 401590 h 40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31406" h="401575">
                <a:moveTo>
                  <a:pt x="377815" y="112603"/>
                </a:moveTo>
                <a:lnTo>
                  <a:pt x="377815" y="84312"/>
                </a:lnTo>
                <a:cubicBezTo>
                  <a:pt x="378039" y="76883"/>
                  <a:pt x="375355" y="69679"/>
                  <a:pt x="370360" y="64276"/>
                </a:cubicBezTo>
                <a:cubicBezTo>
                  <a:pt x="365291" y="58873"/>
                  <a:pt x="358357" y="55646"/>
                  <a:pt x="350977" y="55421"/>
                </a:cubicBezTo>
                <a:lnTo>
                  <a:pt x="189125" y="55421"/>
                </a:lnTo>
                <a:lnTo>
                  <a:pt x="189125" y="29006"/>
                </a:lnTo>
                <a:cubicBezTo>
                  <a:pt x="189349" y="21577"/>
                  <a:pt x="186665" y="14373"/>
                  <a:pt x="181670" y="8970"/>
                </a:cubicBezTo>
                <a:cubicBezTo>
                  <a:pt x="176600" y="3567"/>
                  <a:pt x="169666" y="340"/>
                  <a:pt x="162287" y="115"/>
                </a:cubicBezTo>
                <a:lnTo>
                  <a:pt x="26975" y="115"/>
                </a:lnTo>
                <a:cubicBezTo>
                  <a:pt x="19595" y="340"/>
                  <a:pt x="12661" y="3567"/>
                  <a:pt x="7592" y="8970"/>
                </a:cubicBezTo>
                <a:cubicBezTo>
                  <a:pt x="2524" y="14364"/>
                  <a:pt x="-164" y="21589"/>
                  <a:pt x="137" y="29006"/>
                </a:cubicBezTo>
                <a:lnTo>
                  <a:pt x="137" y="377876"/>
                </a:lnTo>
                <a:cubicBezTo>
                  <a:pt x="510" y="375926"/>
                  <a:pt x="957" y="374050"/>
                  <a:pt x="1330" y="372098"/>
                </a:cubicBezTo>
                <a:cubicBezTo>
                  <a:pt x="2373" y="366846"/>
                  <a:pt x="3492" y="361517"/>
                  <a:pt x="4535" y="356265"/>
                </a:cubicBezTo>
                <a:cubicBezTo>
                  <a:pt x="6101" y="348385"/>
                  <a:pt x="7741" y="340581"/>
                  <a:pt x="9307" y="332701"/>
                </a:cubicBezTo>
                <a:cubicBezTo>
                  <a:pt x="11245" y="323021"/>
                  <a:pt x="13258" y="313341"/>
                  <a:pt x="15196" y="303735"/>
                </a:cubicBezTo>
                <a:cubicBezTo>
                  <a:pt x="17358" y="293004"/>
                  <a:pt x="19520" y="282349"/>
                  <a:pt x="21682" y="271618"/>
                </a:cubicBezTo>
                <a:cubicBezTo>
                  <a:pt x="23919" y="260661"/>
                  <a:pt x="26155" y="249631"/>
                  <a:pt x="28392" y="238674"/>
                </a:cubicBezTo>
                <a:cubicBezTo>
                  <a:pt x="30554" y="228167"/>
                  <a:pt x="32641" y="217662"/>
                  <a:pt x="34803" y="207157"/>
                </a:cubicBezTo>
                <a:cubicBezTo>
                  <a:pt x="36816" y="197175"/>
                  <a:pt x="38904" y="187120"/>
                  <a:pt x="40916" y="177140"/>
                </a:cubicBezTo>
                <a:cubicBezTo>
                  <a:pt x="42780" y="167610"/>
                  <a:pt x="44495" y="158079"/>
                  <a:pt x="46210" y="148473"/>
                </a:cubicBezTo>
                <a:cubicBezTo>
                  <a:pt x="47701" y="140219"/>
                  <a:pt x="49341" y="131364"/>
                  <a:pt x="54187" y="124310"/>
                </a:cubicBezTo>
                <a:cubicBezTo>
                  <a:pt x="59033" y="117181"/>
                  <a:pt x="67382" y="113654"/>
                  <a:pt x="75732" y="112753"/>
                </a:cubicBezTo>
                <a:cubicBezTo>
                  <a:pt x="84529" y="111778"/>
                  <a:pt x="93401" y="112303"/>
                  <a:pt x="102198" y="112453"/>
                </a:cubicBezTo>
                <a:cubicBezTo>
                  <a:pt x="122550" y="112753"/>
                  <a:pt x="142903" y="112603"/>
                  <a:pt x="163256" y="112603"/>
                </a:cubicBezTo>
                <a:lnTo>
                  <a:pt x="377740" y="112603"/>
                </a:lnTo>
                <a:lnTo>
                  <a:pt x="377815" y="112603"/>
                </a:lnTo>
                <a:moveTo>
                  <a:pt x="357686" y="401590"/>
                </a:moveTo>
                <a:cubicBezTo>
                  <a:pt x="354182" y="401815"/>
                  <a:pt x="350530" y="401590"/>
                  <a:pt x="347249" y="401590"/>
                </a:cubicBezTo>
                <a:cubicBezTo>
                  <a:pt x="342179" y="401590"/>
                  <a:pt x="337036" y="401440"/>
                  <a:pt x="331966" y="401516"/>
                </a:cubicBezTo>
                <a:cubicBezTo>
                  <a:pt x="327642" y="401516"/>
                  <a:pt x="323392" y="401590"/>
                  <a:pt x="319068" y="401590"/>
                </a:cubicBezTo>
                <a:lnTo>
                  <a:pt x="21831" y="401590"/>
                </a:lnTo>
                <a:cubicBezTo>
                  <a:pt x="22204" y="399789"/>
                  <a:pt x="22502" y="398063"/>
                  <a:pt x="22875" y="396263"/>
                </a:cubicBezTo>
                <a:cubicBezTo>
                  <a:pt x="23844" y="391384"/>
                  <a:pt x="24739" y="386507"/>
                  <a:pt x="25708" y="381628"/>
                </a:cubicBezTo>
                <a:cubicBezTo>
                  <a:pt x="27124" y="374350"/>
                  <a:pt x="28541" y="366996"/>
                  <a:pt x="29883" y="359717"/>
                </a:cubicBezTo>
                <a:cubicBezTo>
                  <a:pt x="31598" y="350636"/>
                  <a:pt x="33387" y="341632"/>
                  <a:pt x="35101" y="332551"/>
                </a:cubicBezTo>
                <a:cubicBezTo>
                  <a:pt x="37040" y="322421"/>
                  <a:pt x="38978" y="312290"/>
                  <a:pt x="40916" y="302085"/>
                </a:cubicBezTo>
                <a:cubicBezTo>
                  <a:pt x="42929" y="291504"/>
                  <a:pt x="44942" y="280922"/>
                  <a:pt x="47030" y="270417"/>
                </a:cubicBezTo>
                <a:cubicBezTo>
                  <a:pt x="49043" y="260136"/>
                  <a:pt x="50981" y="249781"/>
                  <a:pt x="52994" y="239499"/>
                </a:cubicBezTo>
                <a:cubicBezTo>
                  <a:pt x="56870" y="219388"/>
                  <a:pt x="60598" y="199201"/>
                  <a:pt x="64251" y="179016"/>
                </a:cubicBezTo>
                <a:cubicBezTo>
                  <a:pt x="66413" y="167308"/>
                  <a:pt x="66786" y="153576"/>
                  <a:pt x="74688" y="143971"/>
                </a:cubicBezTo>
                <a:cubicBezTo>
                  <a:pt x="83709" y="132940"/>
                  <a:pt x="99738" y="133540"/>
                  <a:pt x="112635" y="134140"/>
                </a:cubicBezTo>
                <a:cubicBezTo>
                  <a:pt x="130006" y="134891"/>
                  <a:pt x="147525" y="134215"/>
                  <a:pt x="164896" y="134215"/>
                </a:cubicBezTo>
                <a:lnTo>
                  <a:pt x="374311" y="134215"/>
                </a:lnTo>
                <a:cubicBezTo>
                  <a:pt x="383928" y="134215"/>
                  <a:pt x="393769" y="133615"/>
                  <a:pt x="403387" y="134365"/>
                </a:cubicBezTo>
                <a:cubicBezTo>
                  <a:pt x="411661" y="135041"/>
                  <a:pt x="420310" y="138043"/>
                  <a:pt x="425827" y="144571"/>
                </a:cubicBezTo>
                <a:cubicBezTo>
                  <a:pt x="430747" y="150499"/>
                  <a:pt x="432163" y="158379"/>
                  <a:pt x="431268" y="165883"/>
                </a:cubicBezTo>
                <a:cubicBezTo>
                  <a:pt x="430075" y="175639"/>
                  <a:pt x="426944" y="185393"/>
                  <a:pt x="424708" y="194924"/>
                </a:cubicBezTo>
                <a:cubicBezTo>
                  <a:pt x="422322" y="204979"/>
                  <a:pt x="420012" y="215111"/>
                  <a:pt x="417774" y="225242"/>
                </a:cubicBezTo>
                <a:cubicBezTo>
                  <a:pt x="414719" y="238974"/>
                  <a:pt x="411512" y="252707"/>
                  <a:pt x="408381" y="266439"/>
                </a:cubicBezTo>
                <a:cubicBezTo>
                  <a:pt x="405623" y="278447"/>
                  <a:pt x="402865" y="290528"/>
                  <a:pt x="400106" y="302534"/>
                </a:cubicBezTo>
                <a:cubicBezTo>
                  <a:pt x="395558" y="322496"/>
                  <a:pt x="391234" y="342457"/>
                  <a:pt x="386910" y="362418"/>
                </a:cubicBezTo>
                <a:cubicBezTo>
                  <a:pt x="385121" y="370673"/>
                  <a:pt x="383183" y="379229"/>
                  <a:pt x="379380" y="386807"/>
                </a:cubicBezTo>
                <a:cubicBezTo>
                  <a:pt x="376025" y="393486"/>
                  <a:pt x="369763" y="399114"/>
                  <a:pt x="362457" y="400990"/>
                </a:cubicBezTo>
                <a:cubicBezTo>
                  <a:pt x="360817" y="401290"/>
                  <a:pt x="359252" y="401516"/>
                  <a:pt x="357686" y="401590"/>
                </a:cubicBezTo>
              </a:path>
            </a:pathLst>
          </a:custGeom>
          <a:solidFill>
            <a:srgbClr val="FFFFFF"/>
          </a:solidFill>
          <a:ln w="15330" cap="flat">
            <a:noFill/>
            <a:prstDash val="solid"/>
            <a:miter/>
          </a:ln>
        </p:spPr>
        <p:txBody>
          <a:bodyPr rtlCol="0" anchor="ctr"/>
          <a:lstStyle/>
          <a:p>
            <a:endParaRPr lang="zh-CN" altLang="en-US" sz="1350"/>
          </a:p>
        </p:txBody>
      </p:sp>
      <p:sp>
        <p:nvSpPr>
          <p:cNvPr id="2" name="椭圆 1"/>
          <p:cNvSpPr/>
          <p:nvPr>
            <p:custDataLst>
              <p:tags r:id="rId28"/>
            </p:custDataLst>
          </p:nvPr>
        </p:nvSpPr>
        <p:spPr>
          <a:xfrm>
            <a:off x="4338717" y="4940935"/>
            <a:ext cx="461963" cy="461963"/>
          </a:xfrm>
          <a:prstGeom prst="ellipse">
            <a:avLst/>
          </a:prstGeom>
          <a:gradFill>
            <a:gsLst>
              <a:gs pos="50000">
                <a:schemeClr val="accent1">
                  <a:lumMod val="80000"/>
                  <a:lumOff val="20000"/>
                </a:schemeClr>
              </a:gs>
              <a:gs pos="100000">
                <a:schemeClr val="accent1"/>
              </a:gs>
              <a:gs pos="0">
                <a:schemeClr val="accent1">
                  <a:lumMod val="60000"/>
                  <a:lumOff val="40000"/>
                  <a:alpha val="100000"/>
                </a:schemeClr>
              </a:gs>
            </a:gsLst>
            <a:lin ang="18900000" scaled="0"/>
          </a:gradFill>
          <a:ln>
            <a:noFill/>
          </a:ln>
          <a:effectLst>
            <a:outerShdw blurRad="139700" dist="50800" dir="2700000" algn="t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350">
              <a:cs typeface="微软雅黑" panose="020B0503020204020204" charset="-122"/>
              <a:sym typeface="+mn-ea"/>
            </a:endParaRPr>
          </a:p>
        </p:txBody>
      </p:sp>
      <p:pic>
        <p:nvPicPr>
          <p:cNvPr id="5" name="图形 2" descr="343435383036303b343532343135373bcfeec4bfb7d6cef6"/>
          <p:cNvPicPr>
            <a:picLocks noChangeAspect="1"/>
          </p:cNvPicPr>
          <p:nvPr>
            <p:custDataLst>
              <p:tags r:id="rId29"/>
            </p:custDataLst>
          </p:nvPr>
        </p:nvPicPr>
        <p:blipFill>
          <a:blip r:embed="rId30">
            <a:extLst>
              <a:ext uri="{96DAC541-7B7A-43D3-8B79-37D633B846F1}">
                <asvg:svgBlip xmlns:asvg="http://schemas.microsoft.com/office/drawing/2016/SVG/main" r:embed="rId31"/>
              </a:ext>
            </a:extLst>
          </a:blip>
          <a:stretch>
            <a:fillRect/>
          </a:stretch>
        </p:blipFill>
        <p:spPr>
          <a:xfrm>
            <a:off x="4429736" y="5019591"/>
            <a:ext cx="272472" cy="272472"/>
          </a:xfrm>
          <a:prstGeom prst="rect">
            <a:avLst/>
          </a:prstGeom>
        </p:spPr>
      </p:pic>
      <p:sp>
        <p:nvSpPr>
          <p:cNvPr id="4" name="矩形 3"/>
          <p:cNvSpPr/>
          <p:nvPr>
            <p:custDataLst>
              <p:tags r:id="rId32"/>
            </p:custDataLst>
          </p:nvPr>
        </p:nvSpPr>
        <p:spPr>
          <a:xfrm>
            <a:off x="3563620" y="5405120"/>
            <a:ext cx="2155190" cy="378460"/>
          </a:xfrm>
          <a:prstGeom prst="rect">
            <a:avLst/>
          </a:prstGeom>
          <a:noFill/>
        </p:spPr>
        <p:txBody>
          <a:bodyPr wrap="square" lIns="0" tIns="0" rIns="0" bIns="0" rtlCol="0" anchor="b">
            <a:noAutofit/>
          </a:bodyPr>
          <a:p>
            <a:pPr algn="r">
              <a:spcBef>
                <a:spcPct val="0"/>
              </a:spcBef>
              <a:spcAft>
                <a:spcPct val="0"/>
              </a:spcAft>
            </a:pPr>
            <a:r>
              <a:rPr lang="zh-CN" altLang="en-US" b="1" dirty="0">
                <a:solidFill>
                  <a:schemeClr val="accent1"/>
                </a:solidFill>
                <a:latin typeface="+mn-ea"/>
                <a:cs typeface="+mn-ea"/>
              </a:rPr>
              <a:t>计算机虚拟肿瘤技术</a:t>
            </a:r>
            <a:endParaRPr lang="zh-CN" altLang="en-US" b="1" dirty="0">
              <a:solidFill>
                <a:schemeClr val="accent1"/>
              </a:solidFill>
              <a:latin typeface="+mn-ea"/>
              <a:cs typeface="+mn-ea"/>
            </a:endParaRPr>
          </a:p>
        </p:txBody>
      </p:sp>
      <p:sp>
        <p:nvSpPr>
          <p:cNvPr id="6" name="文本框 5"/>
          <p:cNvSpPr txBox="1"/>
          <p:nvPr/>
        </p:nvSpPr>
        <p:spPr>
          <a:xfrm>
            <a:off x="3077210" y="5785485"/>
            <a:ext cx="3017520" cy="985520"/>
          </a:xfrm>
          <a:prstGeom prst="rect">
            <a:avLst/>
          </a:prstGeom>
          <a:noFill/>
        </p:spPr>
        <p:txBody>
          <a:bodyPr wrap="square" rtlCol="0">
            <a:noAutofit/>
          </a:bodyPr>
          <a:p>
            <a:r>
              <a:rPr lang="zh-CN" altLang="en-US" sz="1200"/>
              <a:t>计算机“虚拟肿瘤”技术通过模拟肿瘤的生长和扩散过程，帮助研究人员测试不同治疗方案的效果。这有助于为患者制定更加个性化和有效的治疗计划。</a:t>
            </a:r>
            <a:endParaRPr lang="zh-CN" altLang="en-US" sz="1200"/>
          </a:p>
        </p:txBody>
      </p:sp>
    </p:spTree>
    <p:custDataLst>
      <p:tags r:id="rId3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idx="2"/>
            <p:custDataLst>
              <p:tags r:id="rId1"/>
            </p:custDataLst>
          </p:nvPr>
        </p:nvSpPr>
        <p:spPr/>
        <p:txBody>
          <a:bodyPr>
            <a:noAutofit/>
          </a:bodyPr>
          <a:lstStyle/>
          <a:p>
            <a:r>
              <a:rPr altLang="zh-CN"/>
              <a:t>03</a:t>
            </a:r>
            <a:endParaRPr altLang="zh-CN"/>
          </a:p>
        </p:txBody>
      </p:sp>
      <p:sp>
        <p:nvSpPr>
          <p:cNvPr id="7" name="标题 6"/>
          <p:cNvSpPr>
            <a:spLocks noGrp="1"/>
          </p:cNvSpPr>
          <p:nvPr>
            <p:ph type="title" idx="1"/>
            <p:custDataLst>
              <p:tags r:id="rId2"/>
            </p:custDataLst>
          </p:nvPr>
        </p:nvSpPr>
        <p:spPr/>
        <p:txBody>
          <a:bodyPr>
            <a:normAutofit fontScale="90000"/>
          </a:bodyPr>
          <a:lstStyle/>
          <a:p>
            <a:r>
              <a:rPr>
                <a:cs typeface="MiSans Heavy" panose="00000A00000000000000" pitchFamily="2" charset="-122"/>
                <a:sym typeface="MiSans Heavy" panose="00000A00000000000000" pitchFamily="2" charset="-122"/>
              </a:rPr>
              <a:t>肿瘤的预测性AI</a:t>
            </a:r>
            <a:endParaRPr lang="zh-CN" altLang="en-US"/>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对象1"/>
          <p:cNvSpPr/>
          <p:nvPr>
            <p:custDataLst>
              <p:tags r:id="rId1"/>
            </p:custDataLst>
          </p:nvPr>
        </p:nvSpPr>
        <p:spPr>
          <a:xfrm>
            <a:off x="5203286" y="2132997"/>
            <a:ext cx="3408426" cy="315468"/>
          </a:xfrm>
          <a:custGeom>
            <a:avLst/>
            <a:gdLst/>
            <a:ahLst/>
            <a:cxnLst/>
            <a:rect l="l" t="t" r="r" b="b"/>
            <a:pathLst>
              <a:path w="4544568" h="420624">
                <a:moveTo>
                  <a:pt x="1371600" y="0"/>
                </a:moveTo>
                <a:lnTo>
                  <a:pt x="1389888" y="0"/>
                </a:lnTo>
                <a:lnTo>
                  <a:pt x="1389888" y="27432"/>
                </a:lnTo>
                <a:lnTo>
                  <a:pt x="1389888" y="27432"/>
                </a:lnTo>
                <a:lnTo>
                  <a:pt x="1380744" y="27432"/>
                </a:lnTo>
                <a:lnTo>
                  <a:pt x="1362456" y="18288"/>
                </a:lnTo>
                <a:lnTo>
                  <a:pt x="1371600" y="0"/>
                </a:lnTo>
                <a:moveTo>
                  <a:pt x="1444752" y="27432"/>
                </a:moveTo>
                <a:lnTo>
                  <a:pt x="1417320" y="27432"/>
                </a:lnTo>
                <a:lnTo>
                  <a:pt x="1417320" y="0"/>
                </a:lnTo>
                <a:lnTo>
                  <a:pt x="1444752" y="0"/>
                </a:lnTo>
                <a:lnTo>
                  <a:pt x="1444752" y="27432"/>
                </a:lnTo>
                <a:moveTo>
                  <a:pt x="1490472" y="27432"/>
                </a:moveTo>
                <a:lnTo>
                  <a:pt x="1463040" y="27432"/>
                </a:lnTo>
                <a:lnTo>
                  <a:pt x="1463040" y="0"/>
                </a:lnTo>
                <a:lnTo>
                  <a:pt x="1490472" y="0"/>
                </a:lnTo>
                <a:lnTo>
                  <a:pt x="1490472" y="27432"/>
                </a:lnTo>
                <a:moveTo>
                  <a:pt x="1545336" y="27432"/>
                </a:moveTo>
                <a:lnTo>
                  <a:pt x="1517904" y="27432"/>
                </a:lnTo>
                <a:lnTo>
                  <a:pt x="1517904" y="0"/>
                </a:lnTo>
                <a:lnTo>
                  <a:pt x="1545336" y="0"/>
                </a:lnTo>
                <a:lnTo>
                  <a:pt x="1545336" y="27432"/>
                </a:lnTo>
                <a:moveTo>
                  <a:pt x="1591056" y="27432"/>
                </a:moveTo>
                <a:lnTo>
                  <a:pt x="1572768" y="27432"/>
                </a:lnTo>
                <a:lnTo>
                  <a:pt x="1572768" y="0"/>
                </a:lnTo>
                <a:lnTo>
                  <a:pt x="1591056" y="0"/>
                </a:lnTo>
                <a:lnTo>
                  <a:pt x="1591056" y="27432"/>
                </a:lnTo>
                <a:moveTo>
                  <a:pt x="1645920" y="27432"/>
                </a:moveTo>
                <a:lnTo>
                  <a:pt x="1618488" y="27432"/>
                </a:lnTo>
                <a:lnTo>
                  <a:pt x="1618488" y="0"/>
                </a:lnTo>
                <a:lnTo>
                  <a:pt x="1645920" y="0"/>
                </a:lnTo>
                <a:lnTo>
                  <a:pt x="1645920" y="27432"/>
                </a:lnTo>
                <a:moveTo>
                  <a:pt x="1700784" y="27432"/>
                </a:moveTo>
                <a:lnTo>
                  <a:pt x="1673352" y="27432"/>
                </a:lnTo>
                <a:lnTo>
                  <a:pt x="1673352" y="0"/>
                </a:lnTo>
                <a:lnTo>
                  <a:pt x="1700784" y="0"/>
                </a:lnTo>
                <a:lnTo>
                  <a:pt x="1700784" y="27432"/>
                </a:lnTo>
                <a:moveTo>
                  <a:pt x="1746504" y="27432"/>
                </a:moveTo>
                <a:lnTo>
                  <a:pt x="1719072" y="27432"/>
                </a:lnTo>
                <a:lnTo>
                  <a:pt x="1719072" y="0"/>
                </a:lnTo>
                <a:lnTo>
                  <a:pt x="1746504" y="0"/>
                </a:lnTo>
                <a:lnTo>
                  <a:pt x="1746504" y="27432"/>
                </a:lnTo>
                <a:moveTo>
                  <a:pt x="1801368" y="27432"/>
                </a:moveTo>
                <a:lnTo>
                  <a:pt x="1773936" y="27432"/>
                </a:lnTo>
                <a:lnTo>
                  <a:pt x="1773936" y="0"/>
                </a:lnTo>
                <a:lnTo>
                  <a:pt x="1801368" y="0"/>
                </a:lnTo>
                <a:lnTo>
                  <a:pt x="1801368" y="27432"/>
                </a:lnTo>
                <a:moveTo>
                  <a:pt x="1847088" y="27432"/>
                </a:moveTo>
                <a:lnTo>
                  <a:pt x="1828800" y="27432"/>
                </a:lnTo>
                <a:lnTo>
                  <a:pt x="1828800" y="0"/>
                </a:lnTo>
                <a:lnTo>
                  <a:pt x="1847088" y="0"/>
                </a:lnTo>
                <a:lnTo>
                  <a:pt x="1847088" y="27432"/>
                </a:lnTo>
                <a:moveTo>
                  <a:pt x="1901952" y="27432"/>
                </a:moveTo>
                <a:lnTo>
                  <a:pt x="1874520" y="27432"/>
                </a:lnTo>
                <a:lnTo>
                  <a:pt x="1874520" y="0"/>
                </a:lnTo>
                <a:lnTo>
                  <a:pt x="1901952" y="0"/>
                </a:lnTo>
                <a:lnTo>
                  <a:pt x="1901952" y="27432"/>
                </a:lnTo>
                <a:moveTo>
                  <a:pt x="1956816" y="27432"/>
                </a:moveTo>
                <a:lnTo>
                  <a:pt x="1929384" y="27432"/>
                </a:lnTo>
                <a:lnTo>
                  <a:pt x="1929384" y="0"/>
                </a:lnTo>
                <a:lnTo>
                  <a:pt x="1956816" y="0"/>
                </a:lnTo>
                <a:lnTo>
                  <a:pt x="1956816" y="27432"/>
                </a:lnTo>
                <a:moveTo>
                  <a:pt x="2002536" y="27432"/>
                </a:moveTo>
                <a:lnTo>
                  <a:pt x="1975104" y="27432"/>
                </a:lnTo>
                <a:lnTo>
                  <a:pt x="1975104" y="0"/>
                </a:lnTo>
                <a:lnTo>
                  <a:pt x="2002536" y="0"/>
                </a:lnTo>
                <a:lnTo>
                  <a:pt x="2002536" y="27432"/>
                </a:lnTo>
                <a:moveTo>
                  <a:pt x="2057400" y="27432"/>
                </a:moveTo>
                <a:lnTo>
                  <a:pt x="2029968" y="27432"/>
                </a:lnTo>
                <a:lnTo>
                  <a:pt x="2029968" y="0"/>
                </a:lnTo>
                <a:lnTo>
                  <a:pt x="2057400" y="0"/>
                </a:lnTo>
                <a:lnTo>
                  <a:pt x="2057400" y="27432"/>
                </a:lnTo>
                <a:moveTo>
                  <a:pt x="2103120" y="27432"/>
                </a:moveTo>
                <a:lnTo>
                  <a:pt x="2084832" y="27432"/>
                </a:lnTo>
                <a:lnTo>
                  <a:pt x="2084832" y="0"/>
                </a:lnTo>
                <a:lnTo>
                  <a:pt x="2103120" y="0"/>
                </a:lnTo>
                <a:lnTo>
                  <a:pt x="2103120" y="27432"/>
                </a:lnTo>
                <a:moveTo>
                  <a:pt x="2157984" y="27432"/>
                </a:moveTo>
                <a:lnTo>
                  <a:pt x="2130552" y="27432"/>
                </a:lnTo>
                <a:lnTo>
                  <a:pt x="2130552" y="0"/>
                </a:lnTo>
                <a:lnTo>
                  <a:pt x="2157984" y="0"/>
                </a:lnTo>
                <a:lnTo>
                  <a:pt x="2157984" y="27432"/>
                </a:lnTo>
                <a:moveTo>
                  <a:pt x="2212848" y="27432"/>
                </a:moveTo>
                <a:lnTo>
                  <a:pt x="2185416" y="27432"/>
                </a:lnTo>
                <a:lnTo>
                  <a:pt x="2185416" y="0"/>
                </a:lnTo>
                <a:lnTo>
                  <a:pt x="2212848" y="0"/>
                </a:lnTo>
                <a:lnTo>
                  <a:pt x="2212848" y="27432"/>
                </a:lnTo>
                <a:moveTo>
                  <a:pt x="2258568" y="27432"/>
                </a:moveTo>
                <a:lnTo>
                  <a:pt x="2231136" y="27432"/>
                </a:lnTo>
                <a:lnTo>
                  <a:pt x="2231136" y="0"/>
                </a:lnTo>
                <a:lnTo>
                  <a:pt x="2258568" y="0"/>
                </a:lnTo>
                <a:lnTo>
                  <a:pt x="2258568" y="27432"/>
                </a:lnTo>
                <a:moveTo>
                  <a:pt x="2313432" y="27432"/>
                </a:moveTo>
                <a:lnTo>
                  <a:pt x="2286000" y="27432"/>
                </a:lnTo>
                <a:lnTo>
                  <a:pt x="2286000" y="0"/>
                </a:lnTo>
                <a:lnTo>
                  <a:pt x="2313432" y="0"/>
                </a:lnTo>
                <a:lnTo>
                  <a:pt x="2313432" y="27432"/>
                </a:lnTo>
                <a:moveTo>
                  <a:pt x="2359152" y="27432"/>
                </a:moveTo>
                <a:lnTo>
                  <a:pt x="2331720" y="27432"/>
                </a:lnTo>
                <a:lnTo>
                  <a:pt x="2331720" y="0"/>
                </a:lnTo>
                <a:lnTo>
                  <a:pt x="2359152" y="0"/>
                </a:lnTo>
                <a:lnTo>
                  <a:pt x="2359152" y="27432"/>
                </a:lnTo>
                <a:moveTo>
                  <a:pt x="2414016" y="27432"/>
                </a:moveTo>
                <a:lnTo>
                  <a:pt x="2386584" y="27432"/>
                </a:lnTo>
                <a:lnTo>
                  <a:pt x="2386584" y="0"/>
                </a:lnTo>
                <a:lnTo>
                  <a:pt x="2414016" y="0"/>
                </a:lnTo>
                <a:lnTo>
                  <a:pt x="2414016" y="27432"/>
                </a:lnTo>
                <a:moveTo>
                  <a:pt x="2459736" y="27432"/>
                </a:moveTo>
                <a:lnTo>
                  <a:pt x="2441448" y="27432"/>
                </a:lnTo>
                <a:lnTo>
                  <a:pt x="2441448" y="0"/>
                </a:lnTo>
                <a:lnTo>
                  <a:pt x="2459736" y="0"/>
                </a:lnTo>
                <a:lnTo>
                  <a:pt x="2459736" y="27432"/>
                </a:lnTo>
                <a:moveTo>
                  <a:pt x="2514600" y="27432"/>
                </a:moveTo>
                <a:lnTo>
                  <a:pt x="2487168" y="27432"/>
                </a:lnTo>
                <a:lnTo>
                  <a:pt x="2487168" y="0"/>
                </a:lnTo>
                <a:lnTo>
                  <a:pt x="2514600" y="0"/>
                </a:lnTo>
                <a:lnTo>
                  <a:pt x="2514600" y="27432"/>
                </a:lnTo>
                <a:moveTo>
                  <a:pt x="2569464" y="27432"/>
                </a:moveTo>
                <a:lnTo>
                  <a:pt x="2542032" y="27432"/>
                </a:lnTo>
                <a:lnTo>
                  <a:pt x="2542032" y="0"/>
                </a:lnTo>
                <a:lnTo>
                  <a:pt x="2569464" y="0"/>
                </a:lnTo>
                <a:lnTo>
                  <a:pt x="2569464" y="27432"/>
                </a:lnTo>
                <a:moveTo>
                  <a:pt x="2615184" y="27432"/>
                </a:moveTo>
                <a:lnTo>
                  <a:pt x="2587752" y="27432"/>
                </a:lnTo>
                <a:lnTo>
                  <a:pt x="2587752" y="0"/>
                </a:lnTo>
                <a:lnTo>
                  <a:pt x="2615184" y="0"/>
                </a:lnTo>
                <a:lnTo>
                  <a:pt x="2615184" y="27432"/>
                </a:lnTo>
                <a:moveTo>
                  <a:pt x="2670048" y="27432"/>
                </a:moveTo>
                <a:lnTo>
                  <a:pt x="2642616" y="27432"/>
                </a:lnTo>
                <a:lnTo>
                  <a:pt x="2642616" y="0"/>
                </a:lnTo>
                <a:lnTo>
                  <a:pt x="2670048" y="0"/>
                </a:lnTo>
                <a:lnTo>
                  <a:pt x="2670048" y="27432"/>
                </a:lnTo>
                <a:moveTo>
                  <a:pt x="2715768" y="27432"/>
                </a:moveTo>
                <a:lnTo>
                  <a:pt x="2697480" y="27432"/>
                </a:lnTo>
                <a:lnTo>
                  <a:pt x="2697480" y="0"/>
                </a:lnTo>
                <a:lnTo>
                  <a:pt x="2715768" y="0"/>
                </a:lnTo>
                <a:lnTo>
                  <a:pt x="2715768" y="27432"/>
                </a:lnTo>
                <a:moveTo>
                  <a:pt x="2770632" y="27432"/>
                </a:moveTo>
                <a:lnTo>
                  <a:pt x="2743200" y="27432"/>
                </a:lnTo>
                <a:lnTo>
                  <a:pt x="2743200" y="0"/>
                </a:lnTo>
                <a:lnTo>
                  <a:pt x="2770632" y="0"/>
                </a:lnTo>
                <a:lnTo>
                  <a:pt x="2770632" y="27432"/>
                </a:lnTo>
                <a:moveTo>
                  <a:pt x="2825496" y="27432"/>
                </a:moveTo>
                <a:lnTo>
                  <a:pt x="2798064" y="27432"/>
                </a:lnTo>
                <a:lnTo>
                  <a:pt x="2798064" y="0"/>
                </a:lnTo>
                <a:lnTo>
                  <a:pt x="2825496" y="0"/>
                </a:lnTo>
                <a:lnTo>
                  <a:pt x="2825496" y="27432"/>
                </a:lnTo>
                <a:moveTo>
                  <a:pt x="2871216" y="27432"/>
                </a:moveTo>
                <a:lnTo>
                  <a:pt x="2843784" y="27432"/>
                </a:lnTo>
                <a:lnTo>
                  <a:pt x="2843784" y="0"/>
                </a:lnTo>
                <a:lnTo>
                  <a:pt x="2871216" y="0"/>
                </a:lnTo>
                <a:lnTo>
                  <a:pt x="2871216" y="27432"/>
                </a:lnTo>
                <a:moveTo>
                  <a:pt x="2926080" y="27432"/>
                </a:moveTo>
                <a:lnTo>
                  <a:pt x="2898648" y="27432"/>
                </a:lnTo>
                <a:lnTo>
                  <a:pt x="2898648" y="0"/>
                </a:lnTo>
                <a:lnTo>
                  <a:pt x="2926080" y="0"/>
                </a:lnTo>
                <a:lnTo>
                  <a:pt x="2926080" y="27432"/>
                </a:lnTo>
                <a:moveTo>
                  <a:pt x="2971800" y="27432"/>
                </a:moveTo>
                <a:lnTo>
                  <a:pt x="2953512" y="27432"/>
                </a:lnTo>
                <a:lnTo>
                  <a:pt x="2953512" y="0"/>
                </a:lnTo>
                <a:lnTo>
                  <a:pt x="2971800" y="0"/>
                </a:lnTo>
                <a:lnTo>
                  <a:pt x="2971800" y="27432"/>
                </a:lnTo>
                <a:moveTo>
                  <a:pt x="3026664" y="27432"/>
                </a:moveTo>
                <a:lnTo>
                  <a:pt x="2999232" y="27432"/>
                </a:lnTo>
                <a:lnTo>
                  <a:pt x="2999232" y="0"/>
                </a:lnTo>
                <a:lnTo>
                  <a:pt x="3026664" y="0"/>
                </a:lnTo>
                <a:lnTo>
                  <a:pt x="3026664" y="27432"/>
                </a:lnTo>
                <a:moveTo>
                  <a:pt x="3081528" y="27432"/>
                </a:moveTo>
                <a:lnTo>
                  <a:pt x="3054096" y="27432"/>
                </a:lnTo>
                <a:lnTo>
                  <a:pt x="3054096" y="0"/>
                </a:lnTo>
                <a:lnTo>
                  <a:pt x="3081528" y="0"/>
                </a:lnTo>
                <a:lnTo>
                  <a:pt x="3081528" y="27432"/>
                </a:lnTo>
                <a:moveTo>
                  <a:pt x="3127248" y="27432"/>
                </a:moveTo>
                <a:lnTo>
                  <a:pt x="3099816" y="27432"/>
                </a:lnTo>
                <a:lnTo>
                  <a:pt x="3099816" y="0"/>
                </a:lnTo>
                <a:lnTo>
                  <a:pt x="3127248" y="0"/>
                </a:lnTo>
                <a:lnTo>
                  <a:pt x="3127248" y="27432"/>
                </a:lnTo>
                <a:moveTo>
                  <a:pt x="3182112" y="27432"/>
                </a:moveTo>
                <a:lnTo>
                  <a:pt x="3154680" y="27432"/>
                </a:lnTo>
                <a:lnTo>
                  <a:pt x="3154680" y="0"/>
                </a:lnTo>
                <a:lnTo>
                  <a:pt x="3182112" y="0"/>
                </a:lnTo>
                <a:lnTo>
                  <a:pt x="3182112" y="27432"/>
                </a:lnTo>
                <a:moveTo>
                  <a:pt x="3227832" y="27432"/>
                </a:moveTo>
                <a:lnTo>
                  <a:pt x="3209544" y="27432"/>
                </a:lnTo>
                <a:lnTo>
                  <a:pt x="3209544" y="0"/>
                </a:lnTo>
                <a:lnTo>
                  <a:pt x="3227832" y="0"/>
                </a:lnTo>
                <a:lnTo>
                  <a:pt x="3227832" y="27432"/>
                </a:lnTo>
                <a:moveTo>
                  <a:pt x="3282696" y="27432"/>
                </a:moveTo>
                <a:lnTo>
                  <a:pt x="3255264" y="27432"/>
                </a:lnTo>
                <a:lnTo>
                  <a:pt x="3255264" y="0"/>
                </a:lnTo>
                <a:lnTo>
                  <a:pt x="3282696" y="0"/>
                </a:lnTo>
                <a:lnTo>
                  <a:pt x="3282696" y="27432"/>
                </a:lnTo>
                <a:moveTo>
                  <a:pt x="3328416" y="27432"/>
                </a:moveTo>
                <a:lnTo>
                  <a:pt x="3310128" y="27432"/>
                </a:lnTo>
                <a:lnTo>
                  <a:pt x="3310128" y="0"/>
                </a:lnTo>
                <a:lnTo>
                  <a:pt x="3328416" y="0"/>
                </a:lnTo>
                <a:lnTo>
                  <a:pt x="3328416" y="27432"/>
                </a:lnTo>
                <a:moveTo>
                  <a:pt x="3383280" y="27432"/>
                </a:moveTo>
                <a:lnTo>
                  <a:pt x="3355848" y="27432"/>
                </a:lnTo>
                <a:lnTo>
                  <a:pt x="3355848" y="0"/>
                </a:lnTo>
                <a:lnTo>
                  <a:pt x="3383280" y="0"/>
                </a:lnTo>
                <a:lnTo>
                  <a:pt x="3383280" y="27432"/>
                </a:lnTo>
                <a:moveTo>
                  <a:pt x="3438144" y="27432"/>
                </a:moveTo>
                <a:lnTo>
                  <a:pt x="3410712" y="27432"/>
                </a:lnTo>
                <a:lnTo>
                  <a:pt x="3410712" y="0"/>
                </a:lnTo>
                <a:lnTo>
                  <a:pt x="3438144" y="0"/>
                </a:lnTo>
                <a:lnTo>
                  <a:pt x="3438144" y="27432"/>
                </a:lnTo>
                <a:moveTo>
                  <a:pt x="3483864" y="27432"/>
                </a:moveTo>
                <a:lnTo>
                  <a:pt x="3456432" y="27432"/>
                </a:lnTo>
                <a:lnTo>
                  <a:pt x="3456432" y="0"/>
                </a:lnTo>
                <a:lnTo>
                  <a:pt x="3483864" y="0"/>
                </a:lnTo>
                <a:lnTo>
                  <a:pt x="3483864" y="27432"/>
                </a:lnTo>
                <a:moveTo>
                  <a:pt x="3538728" y="27432"/>
                </a:moveTo>
                <a:lnTo>
                  <a:pt x="3511296" y="27432"/>
                </a:lnTo>
                <a:lnTo>
                  <a:pt x="3511296" y="0"/>
                </a:lnTo>
                <a:lnTo>
                  <a:pt x="3538728" y="0"/>
                </a:lnTo>
                <a:lnTo>
                  <a:pt x="3538728" y="27432"/>
                </a:lnTo>
                <a:moveTo>
                  <a:pt x="3584448" y="27432"/>
                </a:moveTo>
                <a:lnTo>
                  <a:pt x="3566160" y="27432"/>
                </a:lnTo>
                <a:lnTo>
                  <a:pt x="3566160" y="0"/>
                </a:lnTo>
                <a:lnTo>
                  <a:pt x="3584448" y="0"/>
                </a:lnTo>
                <a:lnTo>
                  <a:pt x="3584448" y="27432"/>
                </a:lnTo>
                <a:moveTo>
                  <a:pt x="3639312" y="27432"/>
                </a:moveTo>
                <a:lnTo>
                  <a:pt x="3611880" y="27432"/>
                </a:lnTo>
                <a:lnTo>
                  <a:pt x="3611880" y="0"/>
                </a:lnTo>
                <a:lnTo>
                  <a:pt x="3639312" y="0"/>
                </a:lnTo>
                <a:lnTo>
                  <a:pt x="3639312" y="27432"/>
                </a:lnTo>
                <a:moveTo>
                  <a:pt x="3694176" y="27432"/>
                </a:moveTo>
                <a:lnTo>
                  <a:pt x="3666744" y="27432"/>
                </a:lnTo>
                <a:lnTo>
                  <a:pt x="3666744" y="0"/>
                </a:lnTo>
                <a:lnTo>
                  <a:pt x="3694176" y="0"/>
                </a:lnTo>
                <a:lnTo>
                  <a:pt x="3694176" y="27432"/>
                </a:lnTo>
                <a:moveTo>
                  <a:pt x="3739896" y="27432"/>
                </a:moveTo>
                <a:lnTo>
                  <a:pt x="3712464" y="27432"/>
                </a:lnTo>
                <a:lnTo>
                  <a:pt x="3712464" y="0"/>
                </a:lnTo>
                <a:lnTo>
                  <a:pt x="3739896" y="0"/>
                </a:lnTo>
                <a:lnTo>
                  <a:pt x="3739896" y="27432"/>
                </a:lnTo>
                <a:moveTo>
                  <a:pt x="3794760" y="27432"/>
                </a:moveTo>
                <a:lnTo>
                  <a:pt x="3767328" y="27432"/>
                </a:lnTo>
                <a:lnTo>
                  <a:pt x="3767328" y="0"/>
                </a:lnTo>
                <a:lnTo>
                  <a:pt x="3794760" y="0"/>
                </a:lnTo>
                <a:lnTo>
                  <a:pt x="3794760" y="27432"/>
                </a:lnTo>
                <a:moveTo>
                  <a:pt x="3840480" y="27432"/>
                </a:moveTo>
                <a:lnTo>
                  <a:pt x="3822192" y="27432"/>
                </a:lnTo>
                <a:lnTo>
                  <a:pt x="3822192" y="0"/>
                </a:lnTo>
                <a:lnTo>
                  <a:pt x="3840480" y="0"/>
                </a:lnTo>
                <a:lnTo>
                  <a:pt x="3840480" y="27432"/>
                </a:lnTo>
                <a:moveTo>
                  <a:pt x="3895344" y="27432"/>
                </a:moveTo>
                <a:lnTo>
                  <a:pt x="3867912" y="27432"/>
                </a:lnTo>
                <a:lnTo>
                  <a:pt x="3867912" y="0"/>
                </a:lnTo>
                <a:lnTo>
                  <a:pt x="3895344" y="0"/>
                </a:lnTo>
                <a:lnTo>
                  <a:pt x="3895344" y="27432"/>
                </a:lnTo>
                <a:moveTo>
                  <a:pt x="3950208" y="27432"/>
                </a:moveTo>
                <a:lnTo>
                  <a:pt x="3922776" y="27432"/>
                </a:lnTo>
                <a:lnTo>
                  <a:pt x="3922776" y="0"/>
                </a:lnTo>
                <a:lnTo>
                  <a:pt x="3950208" y="0"/>
                </a:lnTo>
                <a:lnTo>
                  <a:pt x="3950208" y="27432"/>
                </a:lnTo>
                <a:moveTo>
                  <a:pt x="3995928" y="27432"/>
                </a:moveTo>
                <a:lnTo>
                  <a:pt x="3968496" y="27432"/>
                </a:lnTo>
                <a:lnTo>
                  <a:pt x="3968496" y="0"/>
                </a:lnTo>
                <a:lnTo>
                  <a:pt x="3995928" y="0"/>
                </a:lnTo>
                <a:lnTo>
                  <a:pt x="3995928" y="27432"/>
                </a:lnTo>
                <a:moveTo>
                  <a:pt x="4050792" y="27432"/>
                </a:moveTo>
                <a:lnTo>
                  <a:pt x="4023360" y="27432"/>
                </a:lnTo>
                <a:lnTo>
                  <a:pt x="4023360" y="0"/>
                </a:lnTo>
                <a:lnTo>
                  <a:pt x="4050792" y="0"/>
                </a:lnTo>
                <a:lnTo>
                  <a:pt x="4050792" y="27432"/>
                </a:lnTo>
                <a:moveTo>
                  <a:pt x="4096512" y="27432"/>
                </a:moveTo>
                <a:lnTo>
                  <a:pt x="4078224" y="27432"/>
                </a:lnTo>
                <a:lnTo>
                  <a:pt x="4078224" y="0"/>
                </a:lnTo>
                <a:lnTo>
                  <a:pt x="4096512" y="0"/>
                </a:lnTo>
                <a:lnTo>
                  <a:pt x="4096512" y="27432"/>
                </a:lnTo>
                <a:moveTo>
                  <a:pt x="4151376" y="27432"/>
                </a:moveTo>
                <a:lnTo>
                  <a:pt x="4123944" y="27432"/>
                </a:lnTo>
                <a:lnTo>
                  <a:pt x="4123944" y="0"/>
                </a:lnTo>
                <a:lnTo>
                  <a:pt x="4151376" y="0"/>
                </a:lnTo>
                <a:lnTo>
                  <a:pt x="4151376" y="27432"/>
                </a:lnTo>
                <a:moveTo>
                  <a:pt x="4197096" y="27432"/>
                </a:moveTo>
                <a:lnTo>
                  <a:pt x="4178808" y="27432"/>
                </a:lnTo>
                <a:lnTo>
                  <a:pt x="4178808" y="0"/>
                </a:lnTo>
                <a:lnTo>
                  <a:pt x="4197096" y="0"/>
                </a:lnTo>
                <a:lnTo>
                  <a:pt x="4197096" y="27432"/>
                </a:lnTo>
                <a:moveTo>
                  <a:pt x="4251960" y="27432"/>
                </a:moveTo>
                <a:lnTo>
                  <a:pt x="4224528" y="27432"/>
                </a:lnTo>
                <a:lnTo>
                  <a:pt x="4224528" y="0"/>
                </a:lnTo>
                <a:lnTo>
                  <a:pt x="4251960" y="0"/>
                </a:lnTo>
                <a:lnTo>
                  <a:pt x="4251960" y="27432"/>
                </a:lnTo>
                <a:moveTo>
                  <a:pt x="4306824" y="27432"/>
                </a:moveTo>
                <a:lnTo>
                  <a:pt x="4279392" y="27432"/>
                </a:lnTo>
                <a:lnTo>
                  <a:pt x="4279392" y="0"/>
                </a:lnTo>
                <a:lnTo>
                  <a:pt x="4306824" y="0"/>
                </a:lnTo>
                <a:lnTo>
                  <a:pt x="4306824" y="27432"/>
                </a:lnTo>
                <a:moveTo>
                  <a:pt x="4352544" y="27432"/>
                </a:moveTo>
                <a:lnTo>
                  <a:pt x="4325112" y="27432"/>
                </a:lnTo>
                <a:lnTo>
                  <a:pt x="4325112" y="0"/>
                </a:lnTo>
                <a:lnTo>
                  <a:pt x="4352544" y="0"/>
                </a:lnTo>
                <a:lnTo>
                  <a:pt x="4352544" y="27432"/>
                </a:lnTo>
                <a:moveTo>
                  <a:pt x="4407408" y="27432"/>
                </a:moveTo>
                <a:lnTo>
                  <a:pt x="4379976" y="27432"/>
                </a:lnTo>
                <a:lnTo>
                  <a:pt x="4379976" y="0"/>
                </a:lnTo>
                <a:lnTo>
                  <a:pt x="4407408" y="0"/>
                </a:lnTo>
                <a:lnTo>
                  <a:pt x="4407408" y="27432"/>
                </a:lnTo>
                <a:moveTo>
                  <a:pt x="4453128" y="27432"/>
                </a:moveTo>
                <a:lnTo>
                  <a:pt x="4434840" y="27432"/>
                </a:lnTo>
                <a:lnTo>
                  <a:pt x="4434840" y="0"/>
                </a:lnTo>
                <a:lnTo>
                  <a:pt x="4453128" y="0"/>
                </a:lnTo>
                <a:lnTo>
                  <a:pt x="4453128" y="27432"/>
                </a:lnTo>
                <a:moveTo>
                  <a:pt x="4507992" y="27432"/>
                </a:moveTo>
                <a:lnTo>
                  <a:pt x="4480560" y="27432"/>
                </a:lnTo>
                <a:lnTo>
                  <a:pt x="4480560" y="0"/>
                </a:lnTo>
                <a:lnTo>
                  <a:pt x="4507992" y="0"/>
                </a:lnTo>
                <a:lnTo>
                  <a:pt x="4507992" y="27432"/>
                </a:lnTo>
                <a:moveTo>
                  <a:pt x="4544568" y="27432"/>
                </a:moveTo>
                <a:lnTo>
                  <a:pt x="4535424" y="27432"/>
                </a:lnTo>
                <a:lnTo>
                  <a:pt x="4535424" y="0"/>
                </a:lnTo>
                <a:lnTo>
                  <a:pt x="4544568" y="0"/>
                </a:lnTo>
                <a:lnTo>
                  <a:pt x="4544568" y="27432"/>
                </a:lnTo>
                <a:moveTo>
                  <a:pt x="1371600" y="54864"/>
                </a:moveTo>
                <a:lnTo>
                  <a:pt x="1362456" y="73152"/>
                </a:lnTo>
                <a:lnTo>
                  <a:pt x="1335024" y="64008"/>
                </a:lnTo>
                <a:lnTo>
                  <a:pt x="1353312" y="36576"/>
                </a:lnTo>
                <a:lnTo>
                  <a:pt x="1371600" y="54864"/>
                </a:lnTo>
                <a:moveTo>
                  <a:pt x="1353312" y="91440"/>
                </a:moveTo>
                <a:lnTo>
                  <a:pt x="1344168" y="118872"/>
                </a:lnTo>
                <a:lnTo>
                  <a:pt x="1316736" y="109728"/>
                </a:lnTo>
                <a:lnTo>
                  <a:pt x="1325880" y="82296"/>
                </a:lnTo>
                <a:lnTo>
                  <a:pt x="1353312" y="91440"/>
                </a:lnTo>
                <a:moveTo>
                  <a:pt x="1325880" y="137160"/>
                </a:moveTo>
                <a:lnTo>
                  <a:pt x="1316736" y="164592"/>
                </a:lnTo>
                <a:lnTo>
                  <a:pt x="1298448" y="146304"/>
                </a:lnTo>
                <a:lnTo>
                  <a:pt x="1307592" y="128016"/>
                </a:lnTo>
                <a:lnTo>
                  <a:pt x="1325880" y="137160"/>
                </a:lnTo>
                <a:moveTo>
                  <a:pt x="1307592" y="182880"/>
                </a:moveTo>
                <a:lnTo>
                  <a:pt x="1298448" y="201168"/>
                </a:lnTo>
                <a:lnTo>
                  <a:pt x="1271016" y="192024"/>
                </a:lnTo>
                <a:lnTo>
                  <a:pt x="1280160" y="173736"/>
                </a:lnTo>
                <a:lnTo>
                  <a:pt x="1307592" y="182880"/>
                </a:lnTo>
                <a:moveTo>
                  <a:pt x="1289304" y="228600"/>
                </a:moveTo>
                <a:lnTo>
                  <a:pt x="1271016" y="246888"/>
                </a:lnTo>
                <a:lnTo>
                  <a:pt x="1252728" y="237744"/>
                </a:lnTo>
                <a:lnTo>
                  <a:pt x="1261872" y="210312"/>
                </a:lnTo>
                <a:lnTo>
                  <a:pt x="1289304" y="228600"/>
                </a:lnTo>
                <a:moveTo>
                  <a:pt x="1261872" y="274320"/>
                </a:moveTo>
                <a:lnTo>
                  <a:pt x="1252728" y="292608"/>
                </a:lnTo>
                <a:lnTo>
                  <a:pt x="1234440" y="283464"/>
                </a:lnTo>
                <a:lnTo>
                  <a:pt x="1243584" y="256032"/>
                </a:lnTo>
                <a:lnTo>
                  <a:pt x="1261872" y="274320"/>
                </a:lnTo>
                <a:moveTo>
                  <a:pt x="1243584" y="310896"/>
                </a:moveTo>
                <a:lnTo>
                  <a:pt x="1234440" y="338328"/>
                </a:lnTo>
                <a:lnTo>
                  <a:pt x="1207008" y="320040"/>
                </a:lnTo>
                <a:lnTo>
                  <a:pt x="1216152" y="301752"/>
                </a:lnTo>
                <a:lnTo>
                  <a:pt x="1243584" y="310896"/>
                </a:lnTo>
                <a:moveTo>
                  <a:pt x="1216152" y="356616"/>
                </a:moveTo>
                <a:lnTo>
                  <a:pt x="1207008" y="374904"/>
                </a:lnTo>
                <a:lnTo>
                  <a:pt x="1188720" y="365760"/>
                </a:lnTo>
                <a:lnTo>
                  <a:pt x="1197864" y="347472"/>
                </a:lnTo>
                <a:lnTo>
                  <a:pt x="1216152" y="356616"/>
                </a:lnTo>
                <a:moveTo>
                  <a:pt x="1197864" y="402336"/>
                </a:moveTo>
                <a:lnTo>
                  <a:pt x="1188720" y="420624"/>
                </a:lnTo>
                <a:lnTo>
                  <a:pt x="1170432" y="420624"/>
                </a:lnTo>
                <a:lnTo>
                  <a:pt x="1170432" y="393192"/>
                </a:lnTo>
                <a:lnTo>
                  <a:pt x="1170432" y="393192"/>
                </a:lnTo>
                <a:lnTo>
                  <a:pt x="1179576" y="393192"/>
                </a:lnTo>
                <a:lnTo>
                  <a:pt x="1197864" y="402336"/>
                </a:lnTo>
                <a:moveTo>
                  <a:pt x="9144" y="420624"/>
                </a:moveTo>
                <a:lnTo>
                  <a:pt x="0" y="420624"/>
                </a:lnTo>
                <a:lnTo>
                  <a:pt x="0" y="393192"/>
                </a:lnTo>
                <a:lnTo>
                  <a:pt x="9144" y="393192"/>
                </a:lnTo>
                <a:lnTo>
                  <a:pt x="9144" y="420624"/>
                </a:lnTo>
                <a:moveTo>
                  <a:pt x="64008" y="420624"/>
                </a:moveTo>
                <a:lnTo>
                  <a:pt x="36576" y="420624"/>
                </a:lnTo>
                <a:lnTo>
                  <a:pt x="36576" y="393192"/>
                </a:lnTo>
                <a:lnTo>
                  <a:pt x="64008" y="393192"/>
                </a:lnTo>
                <a:lnTo>
                  <a:pt x="64008" y="420624"/>
                </a:lnTo>
                <a:moveTo>
                  <a:pt x="118872" y="420624"/>
                </a:moveTo>
                <a:lnTo>
                  <a:pt x="91440" y="420624"/>
                </a:lnTo>
                <a:lnTo>
                  <a:pt x="91440" y="393192"/>
                </a:lnTo>
                <a:lnTo>
                  <a:pt x="118872" y="393192"/>
                </a:lnTo>
                <a:lnTo>
                  <a:pt x="118872" y="420624"/>
                </a:lnTo>
                <a:moveTo>
                  <a:pt x="164592" y="420624"/>
                </a:moveTo>
                <a:lnTo>
                  <a:pt x="137160" y="420624"/>
                </a:lnTo>
                <a:lnTo>
                  <a:pt x="137160" y="393192"/>
                </a:lnTo>
                <a:lnTo>
                  <a:pt x="164592" y="393192"/>
                </a:lnTo>
                <a:lnTo>
                  <a:pt x="164592" y="420624"/>
                </a:lnTo>
                <a:moveTo>
                  <a:pt x="219456" y="420624"/>
                </a:moveTo>
                <a:lnTo>
                  <a:pt x="192024" y="420624"/>
                </a:lnTo>
                <a:lnTo>
                  <a:pt x="192024" y="393192"/>
                </a:lnTo>
                <a:lnTo>
                  <a:pt x="219456" y="393192"/>
                </a:lnTo>
                <a:lnTo>
                  <a:pt x="219456" y="420624"/>
                </a:lnTo>
                <a:moveTo>
                  <a:pt x="265176" y="420624"/>
                </a:moveTo>
                <a:lnTo>
                  <a:pt x="246888" y="420624"/>
                </a:lnTo>
                <a:lnTo>
                  <a:pt x="246888" y="393192"/>
                </a:lnTo>
                <a:lnTo>
                  <a:pt x="265176" y="393192"/>
                </a:lnTo>
                <a:lnTo>
                  <a:pt x="265176" y="420624"/>
                </a:lnTo>
                <a:moveTo>
                  <a:pt x="320040" y="420624"/>
                </a:moveTo>
                <a:lnTo>
                  <a:pt x="292608" y="420624"/>
                </a:lnTo>
                <a:lnTo>
                  <a:pt x="292608" y="393192"/>
                </a:lnTo>
                <a:lnTo>
                  <a:pt x="320040" y="393192"/>
                </a:lnTo>
                <a:lnTo>
                  <a:pt x="320040" y="420624"/>
                </a:lnTo>
                <a:moveTo>
                  <a:pt x="374904" y="420624"/>
                </a:moveTo>
                <a:lnTo>
                  <a:pt x="347472" y="420624"/>
                </a:lnTo>
                <a:lnTo>
                  <a:pt x="347472" y="393192"/>
                </a:lnTo>
                <a:lnTo>
                  <a:pt x="374904" y="393192"/>
                </a:lnTo>
                <a:lnTo>
                  <a:pt x="374904" y="420624"/>
                </a:lnTo>
                <a:moveTo>
                  <a:pt x="420624" y="420624"/>
                </a:moveTo>
                <a:lnTo>
                  <a:pt x="402336" y="420624"/>
                </a:lnTo>
                <a:lnTo>
                  <a:pt x="402336" y="393192"/>
                </a:lnTo>
                <a:lnTo>
                  <a:pt x="420624" y="393192"/>
                </a:lnTo>
                <a:lnTo>
                  <a:pt x="420624" y="420624"/>
                </a:lnTo>
                <a:moveTo>
                  <a:pt x="475488" y="420624"/>
                </a:moveTo>
                <a:lnTo>
                  <a:pt x="448056" y="420624"/>
                </a:lnTo>
                <a:lnTo>
                  <a:pt x="448056" y="393192"/>
                </a:lnTo>
                <a:lnTo>
                  <a:pt x="475488" y="393192"/>
                </a:lnTo>
                <a:lnTo>
                  <a:pt x="475488" y="420624"/>
                </a:lnTo>
                <a:moveTo>
                  <a:pt x="530352" y="420624"/>
                </a:moveTo>
                <a:lnTo>
                  <a:pt x="502920" y="420624"/>
                </a:lnTo>
                <a:lnTo>
                  <a:pt x="502920" y="393192"/>
                </a:lnTo>
                <a:lnTo>
                  <a:pt x="530352" y="393192"/>
                </a:lnTo>
                <a:lnTo>
                  <a:pt x="530352" y="420624"/>
                </a:lnTo>
                <a:moveTo>
                  <a:pt x="576072" y="420624"/>
                </a:moveTo>
                <a:lnTo>
                  <a:pt x="548640" y="420624"/>
                </a:lnTo>
                <a:lnTo>
                  <a:pt x="548640" y="393192"/>
                </a:lnTo>
                <a:lnTo>
                  <a:pt x="576072" y="393192"/>
                </a:lnTo>
                <a:lnTo>
                  <a:pt x="576072" y="420624"/>
                </a:lnTo>
                <a:moveTo>
                  <a:pt x="630936" y="420624"/>
                </a:moveTo>
                <a:lnTo>
                  <a:pt x="603504" y="420624"/>
                </a:lnTo>
                <a:lnTo>
                  <a:pt x="603504" y="393192"/>
                </a:lnTo>
                <a:lnTo>
                  <a:pt x="630936" y="393192"/>
                </a:lnTo>
                <a:lnTo>
                  <a:pt x="630936" y="420624"/>
                </a:lnTo>
                <a:moveTo>
                  <a:pt x="676656" y="420624"/>
                </a:moveTo>
                <a:lnTo>
                  <a:pt x="658368" y="420624"/>
                </a:lnTo>
                <a:lnTo>
                  <a:pt x="658368" y="393192"/>
                </a:lnTo>
                <a:lnTo>
                  <a:pt x="676656" y="393192"/>
                </a:lnTo>
                <a:lnTo>
                  <a:pt x="676656" y="420624"/>
                </a:lnTo>
                <a:moveTo>
                  <a:pt x="731520" y="420624"/>
                </a:moveTo>
                <a:lnTo>
                  <a:pt x="704088" y="420624"/>
                </a:lnTo>
                <a:lnTo>
                  <a:pt x="704088" y="393192"/>
                </a:lnTo>
                <a:lnTo>
                  <a:pt x="731520" y="393192"/>
                </a:lnTo>
                <a:lnTo>
                  <a:pt x="731520" y="420624"/>
                </a:lnTo>
                <a:moveTo>
                  <a:pt x="786384" y="420624"/>
                </a:moveTo>
                <a:lnTo>
                  <a:pt x="758952" y="420624"/>
                </a:lnTo>
                <a:lnTo>
                  <a:pt x="758952" y="393192"/>
                </a:lnTo>
                <a:lnTo>
                  <a:pt x="786384" y="393192"/>
                </a:lnTo>
                <a:lnTo>
                  <a:pt x="786384" y="420624"/>
                </a:lnTo>
                <a:moveTo>
                  <a:pt x="832104" y="420624"/>
                </a:moveTo>
                <a:lnTo>
                  <a:pt x="804672" y="420624"/>
                </a:lnTo>
                <a:lnTo>
                  <a:pt x="804672" y="393192"/>
                </a:lnTo>
                <a:lnTo>
                  <a:pt x="832104" y="393192"/>
                </a:lnTo>
                <a:lnTo>
                  <a:pt x="832104" y="420624"/>
                </a:lnTo>
                <a:moveTo>
                  <a:pt x="886968" y="420624"/>
                </a:moveTo>
                <a:lnTo>
                  <a:pt x="859536" y="420624"/>
                </a:lnTo>
                <a:lnTo>
                  <a:pt x="859536" y="393192"/>
                </a:lnTo>
                <a:lnTo>
                  <a:pt x="886968" y="393192"/>
                </a:lnTo>
                <a:lnTo>
                  <a:pt x="886968" y="420624"/>
                </a:lnTo>
                <a:moveTo>
                  <a:pt x="932688" y="420624"/>
                </a:moveTo>
                <a:lnTo>
                  <a:pt x="914400" y="420624"/>
                </a:lnTo>
                <a:lnTo>
                  <a:pt x="914400" y="393192"/>
                </a:lnTo>
                <a:lnTo>
                  <a:pt x="932688" y="393192"/>
                </a:lnTo>
                <a:lnTo>
                  <a:pt x="932688" y="420624"/>
                </a:lnTo>
                <a:moveTo>
                  <a:pt x="987552" y="420624"/>
                </a:moveTo>
                <a:lnTo>
                  <a:pt x="960120" y="420624"/>
                </a:lnTo>
                <a:lnTo>
                  <a:pt x="960120" y="393192"/>
                </a:lnTo>
                <a:lnTo>
                  <a:pt x="987552" y="393192"/>
                </a:lnTo>
                <a:lnTo>
                  <a:pt x="987552" y="420624"/>
                </a:lnTo>
                <a:moveTo>
                  <a:pt x="1042416" y="420624"/>
                </a:moveTo>
                <a:lnTo>
                  <a:pt x="1014984" y="420624"/>
                </a:lnTo>
                <a:lnTo>
                  <a:pt x="1014984" y="393192"/>
                </a:lnTo>
                <a:lnTo>
                  <a:pt x="1042416" y="393192"/>
                </a:lnTo>
                <a:lnTo>
                  <a:pt x="1042416" y="420624"/>
                </a:lnTo>
                <a:moveTo>
                  <a:pt x="1088136" y="420624"/>
                </a:moveTo>
                <a:lnTo>
                  <a:pt x="1069848" y="420624"/>
                </a:lnTo>
                <a:lnTo>
                  <a:pt x="1069848" y="393192"/>
                </a:lnTo>
                <a:lnTo>
                  <a:pt x="1088136" y="393192"/>
                </a:lnTo>
                <a:lnTo>
                  <a:pt x="1088136" y="420624"/>
                </a:lnTo>
                <a:moveTo>
                  <a:pt x="1143000" y="420624"/>
                </a:moveTo>
                <a:lnTo>
                  <a:pt x="1115568" y="420624"/>
                </a:lnTo>
                <a:lnTo>
                  <a:pt x="1115568" y="393192"/>
                </a:lnTo>
                <a:lnTo>
                  <a:pt x="1143000" y="393192"/>
                </a:lnTo>
                <a:lnTo>
                  <a:pt x="1143000" y="420624"/>
                </a:lnTo>
              </a:path>
            </a:pathLst>
          </a:custGeom>
          <a:gradFill>
            <a:gsLst>
              <a:gs pos="0">
                <a:schemeClr val="accent2">
                  <a:lumMod val="20000"/>
                  <a:lumOff val="80000"/>
                </a:schemeClr>
              </a:gs>
              <a:gs pos="100000">
                <a:schemeClr val="accent2"/>
              </a:gs>
            </a:gsLst>
            <a:lin ang="10800000" scaled="0"/>
          </a:gradFill>
          <a:ln w="25400">
            <a:no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sz="1350"/>
          </a:p>
        </p:txBody>
      </p:sp>
      <p:sp>
        <p:nvSpPr>
          <p:cNvPr id="43" name="对象2"/>
          <p:cNvSpPr/>
          <p:nvPr>
            <p:custDataLst>
              <p:tags r:id="rId2"/>
            </p:custDataLst>
          </p:nvPr>
        </p:nvSpPr>
        <p:spPr>
          <a:xfrm>
            <a:off x="5072984" y="4632865"/>
            <a:ext cx="3538728" cy="322326"/>
          </a:xfrm>
          <a:custGeom>
            <a:avLst/>
            <a:gdLst/>
            <a:ahLst/>
            <a:cxnLst/>
            <a:rect l="l" t="t" r="r" b="b"/>
            <a:pathLst>
              <a:path w="4718304" h="429768">
                <a:moveTo>
                  <a:pt x="1545336" y="0"/>
                </a:moveTo>
                <a:lnTo>
                  <a:pt x="1572768" y="0"/>
                </a:lnTo>
                <a:lnTo>
                  <a:pt x="1572768" y="27432"/>
                </a:lnTo>
                <a:lnTo>
                  <a:pt x="1563624" y="27432"/>
                </a:lnTo>
                <a:lnTo>
                  <a:pt x="1563624" y="27432"/>
                </a:lnTo>
                <a:lnTo>
                  <a:pt x="1536192" y="18288"/>
                </a:lnTo>
                <a:lnTo>
                  <a:pt x="1545336" y="0"/>
                </a:lnTo>
                <a:moveTo>
                  <a:pt x="1618488" y="27432"/>
                </a:moveTo>
                <a:lnTo>
                  <a:pt x="1591056" y="27432"/>
                </a:lnTo>
                <a:lnTo>
                  <a:pt x="1591056" y="0"/>
                </a:lnTo>
                <a:lnTo>
                  <a:pt x="1618488" y="0"/>
                </a:lnTo>
                <a:lnTo>
                  <a:pt x="1618488" y="27432"/>
                </a:lnTo>
                <a:moveTo>
                  <a:pt x="1673352" y="27432"/>
                </a:moveTo>
                <a:lnTo>
                  <a:pt x="1645920" y="27432"/>
                </a:lnTo>
                <a:lnTo>
                  <a:pt x="1645920" y="0"/>
                </a:lnTo>
                <a:lnTo>
                  <a:pt x="1673352" y="0"/>
                </a:lnTo>
                <a:lnTo>
                  <a:pt x="1673352" y="27432"/>
                </a:lnTo>
                <a:moveTo>
                  <a:pt x="1719072" y="27432"/>
                </a:moveTo>
                <a:lnTo>
                  <a:pt x="1691640" y="27432"/>
                </a:lnTo>
                <a:lnTo>
                  <a:pt x="1691640" y="0"/>
                </a:lnTo>
                <a:lnTo>
                  <a:pt x="1719072" y="0"/>
                </a:lnTo>
                <a:lnTo>
                  <a:pt x="1719072" y="27432"/>
                </a:lnTo>
                <a:moveTo>
                  <a:pt x="1773936" y="27432"/>
                </a:moveTo>
                <a:lnTo>
                  <a:pt x="1746504" y="27432"/>
                </a:lnTo>
                <a:lnTo>
                  <a:pt x="1746504" y="0"/>
                </a:lnTo>
                <a:lnTo>
                  <a:pt x="1773936" y="0"/>
                </a:lnTo>
                <a:lnTo>
                  <a:pt x="1773936" y="27432"/>
                </a:lnTo>
                <a:moveTo>
                  <a:pt x="1819656" y="27432"/>
                </a:moveTo>
                <a:lnTo>
                  <a:pt x="1801368" y="27432"/>
                </a:lnTo>
                <a:lnTo>
                  <a:pt x="1801368" y="0"/>
                </a:lnTo>
                <a:lnTo>
                  <a:pt x="1819656" y="0"/>
                </a:lnTo>
                <a:lnTo>
                  <a:pt x="1819656" y="27432"/>
                </a:lnTo>
                <a:moveTo>
                  <a:pt x="1874520" y="27432"/>
                </a:moveTo>
                <a:lnTo>
                  <a:pt x="1847088" y="27432"/>
                </a:lnTo>
                <a:lnTo>
                  <a:pt x="1847088" y="0"/>
                </a:lnTo>
                <a:lnTo>
                  <a:pt x="1874520" y="0"/>
                </a:lnTo>
                <a:lnTo>
                  <a:pt x="1874520" y="27432"/>
                </a:lnTo>
                <a:moveTo>
                  <a:pt x="1929384" y="27432"/>
                </a:moveTo>
                <a:lnTo>
                  <a:pt x="1901952" y="27432"/>
                </a:lnTo>
                <a:lnTo>
                  <a:pt x="1901952" y="0"/>
                </a:lnTo>
                <a:lnTo>
                  <a:pt x="1929384" y="0"/>
                </a:lnTo>
                <a:lnTo>
                  <a:pt x="1929384" y="27432"/>
                </a:lnTo>
                <a:moveTo>
                  <a:pt x="1975104" y="27432"/>
                </a:moveTo>
                <a:lnTo>
                  <a:pt x="1947672" y="27432"/>
                </a:lnTo>
                <a:lnTo>
                  <a:pt x="1947672" y="0"/>
                </a:lnTo>
                <a:lnTo>
                  <a:pt x="1975104" y="0"/>
                </a:lnTo>
                <a:lnTo>
                  <a:pt x="1975104" y="27432"/>
                </a:lnTo>
                <a:moveTo>
                  <a:pt x="2029968" y="27432"/>
                </a:moveTo>
                <a:lnTo>
                  <a:pt x="2002536" y="27432"/>
                </a:lnTo>
                <a:lnTo>
                  <a:pt x="2002536" y="0"/>
                </a:lnTo>
                <a:lnTo>
                  <a:pt x="2029968" y="0"/>
                </a:lnTo>
                <a:lnTo>
                  <a:pt x="2029968" y="27432"/>
                </a:lnTo>
                <a:moveTo>
                  <a:pt x="2075688" y="27432"/>
                </a:moveTo>
                <a:lnTo>
                  <a:pt x="2057400" y="27432"/>
                </a:lnTo>
                <a:lnTo>
                  <a:pt x="2057400" y="0"/>
                </a:lnTo>
                <a:lnTo>
                  <a:pt x="2075688" y="0"/>
                </a:lnTo>
                <a:lnTo>
                  <a:pt x="2075688" y="27432"/>
                </a:lnTo>
                <a:moveTo>
                  <a:pt x="2130552" y="27432"/>
                </a:moveTo>
                <a:lnTo>
                  <a:pt x="2103120" y="27432"/>
                </a:lnTo>
                <a:lnTo>
                  <a:pt x="2103120" y="0"/>
                </a:lnTo>
                <a:lnTo>
                  <a:pt x="2130552" y="0"/>
                </a:lnTo>
                <a:lnTo>
                  <a:pt x="2130552" y="27432"/>
                </a:lnTo>
                <a:moveTo>
                  <a:pt x="2176272" y="27432"/>
                </a:moveTo>
                <a:lnTo>
                  <a:pt x="2157984" y="27432"/>
                </a:lnTo>
                <a:lnTo>
                  <a:pt x="2157984" y="0"/>
                </a:lnTo>
                <a:lnTo>
                  <a:pt x="2176272" y="0"/>
                </a:lnTo>
                <a:lnTo>
                  <a:pt x="2176272" y="27432"/>
                </a:lnTo>
                <a:moveTo>
                  <a:pt x="2231136" y="27432"/>
                </a:moveTo>
                <a:lnTo>
                  <a:pt x="2203704" y="27432"/>
                </a:lnTo>
                <a:lnTo>
                  <a:pt x="2203704" y="0"/>
                </a:lnTo>
                <a:lnTo>
                  <a:pt x="2231136" y="0"/>
                </a:lnTo>
                <a:lnTo>
                  <a:pt x="2231136" y="27432"/>
                </a:lnTo>
                <a:moveTo>
                  <a:pt x="2286000" y="27432"/>
                </a:moveTo>
                <a:lnTo>
                  <a:pt x="2258568" y="27432"/>
                </a:lnTo>
                <a:lnTo>
                  <a:pt x="2258568" y="0"/>
                </a:lnTo>
                <a:lnTo>
                  <a:pt x="2286000" y="0"/>
                </a:lnTo>
                <a:lnTo>
                  <a:pt x="2286000" y="27432"/>
                </a:lnTo>
                <a:moveTo>
                  <a:pt x="2331720" y="27432"/>
                </a:moveTo>
                <a:lnTo>
                  <a:pt x="2304288" y="27432"/>
                </a:lnTo>
                <a:lnTo>
                  <a:pt x="2304288" y="0"/>
                </a:lnTo>
                <a:lnTo>
                  <a:pt x="2331720" y="0"/>
                </a:lnTo>
                <a:lnTo>
                  <a:pt x="2331720" y="27432"/>
                </a:lnTo>
                <a:moveTo>
                  <a:pt x="2386584" y="27432"/>
                </a:moveTo>
                <a:lnTo>
                  <a:pt x="2359152" y="27432"/>
                </a:lnTo>
                <a:lnTo>
                  <a:pt x="2359152" y="0"/>
                </a:lnTo>
                <a:lnTo>
                  <a:pt x="2386584" y="0"/>
                </a:lnTo>
                <a:lnTo>
                  <a:pt x="2386584" y="27432"/>
                </a:lnTo>
                <a:moveTo>
                  <a:pt x="2432304" y="27432"/>
                </a:moveTo>
                <a:lnTo>
                  <a:pt x="2414016" y="27432"/>
                </a:lnTo>
                <a:lnTo>
                  <a:pt x="2414016" y="0"/>
                </a:lnTo>
                <a:lnTo>
                  <a:pt x="2432304" y="0"/>
                </a:lnTo>
                <a:lnTo>
                  <a:pt x="2432304" y="27432"/>
                </a:lnTo>
                <a:moveTo>
                  <a:pt x="2487168" y="27432"/>
                </a:moveTo>
                <a:lnTo>
                  <a:pt x="2459736" y="27432"/>
                </a:lnTo>
                <a:lnTo>
                  <a:pt x="2459736" y="0"/>
                </a:lnTo>
                <a:lnTo>
                  <a:pt x="2487168" y="0"/>
                </a:lnTo>
                <a:lnTo>
                  <a:pt x="2487168" y="27432"/>
                </a:lnTo>
                <a:moveTo>
                  <a:pt x="2542032" y="27432"/>
                </a:moveTo>
                <a:lnTo>
                  <a:pt x="2514600" y="27432"/>
                </a:lnTo>
                <a:lnTo>
                  <a:pt x="2514600" y="0"/>
                </a:lnTo>
                <a:lnTo>
                  <a:pt x="2542032" y="0"/>
                </a:lnTo>
                <a:lnTo>
                  <a:pt x="2542032" y="27432"/>
                </a:lnTo>
                <a:moveTo>
                  <a:pt x="2587752" y="27432"/>
                </a:moveTo>
                <a:lnTo>
                  <a:pt x="2560320" y="27432"/>
                </a:lnTo>
                <a:lnTo>
                  <a:pt x="2560320" y="0"/>
                </a:lnTo>
                <a:lnTo>
                  <a:pt x="2587752" y="0"/>
                </a:lnTo>
                <a:lnTo>
                  <a:pt x="2587752" y="27432"/>
                </a:lnTo>
                <a:moveTo>
                  <a:pt x="2642616" y="27432"/>
                </a:moveTo>
                <a:lnTo>
                  <a:pt x="2615184" y="27432"/>
                </a:lnTo>
                <a:lnTo>
                  <a:pt x="2615184" y="0"/>
                </a:lnTo>
                <a:lnTo>
                  <a:pt x="2642616" y="0"/>
                </a:lnTo>
                <a:lnTo>
                  <a:pt x="2642616" y="27432"/>
                </a:lnTo>
                <a:moveTo>
                  <a:pt x="2688336" y="27432"/>
                </a:moveTo>
                <a:lnTo>
                  <a:pt x="2660904" y="27432"/>
                </a:lnTo>
                <a:lnTo>
                  <a:pt x="2660904" y="0"/>
                </a:lnTo>
                <a:lnTo>
                  <a:pt x="2688336" y="0"/>
                </a:lnTo>
                <a:lnTo>
                  <a:pt x="2688336" y="27432"/>
                </a:lnTo>
                <a:moveTo>
                  <a:pt x="2743200" y="27432"/>
                </a:moveTo>
                <a:lnTo>
                  <a:pt x="2715768" y="27432"/>
                </a:lnTo>
                <a:lnTo>
                  <a:pt x="2715768" y="0"/>
                </a:lnTo>
                <a:lnTo>
                  <a:pt x="2743200" y="0"/>
                </a:lnTo>
                <a:lnTo>
                  <a:pt x="2743200" y="27432"/>
                </a:lnTo>
                <a:moveTo>
                  <a:pt x="2788920" y="27432"/>
                </a:moveTo>
                <a:lnTo>
                  <a:pt x="2770632" y="27432"/>
                </a:lnTo>
                <a:lnTo>
                  <a:pt x="2770632" y="0"/>
                </a:lnTo>
                <a:lnTo>
                  <a:pt x="2788920" y="0"/>
                </a:lnTo>
                <a:lnTo>
                  <a:pt x="2788920" y="27432"/>
                </a:lnTo>
                <a:moveTo>
                  <a:pt x="2843784" y="27432"/>
                </a:moveTo>
                <a:lnTo>
                  <a:pt x="2816352" y="27432"/>
                </a:lnTo>
                <a:lnTo>
                  <a:pt x="2816352" y="0"/>
                </a:lnTo>
                <a:lnTo>
                  <a:pt x="2843784" y="0"/>
                </a:lnTo>
                <a:lnTo>
                  <a:pt x="2843784" y="27432"/>
                </a:lnTo>
                <a:moveTo>
                  <a:pt x="2898648" y="27432"/>
                </a:moveTo>
                <a:lnTo>
                  <a:pt x="2871216" y="27432"/>
                </a:lnTo>
                <a:lnTo>
                  <a:pt x="2871216" y="0"/>
                </a:lnTo>
                <a:lnTo>
                  <a:pt x="2898648" y="0"/>
                </a:lnTo>
                <a:lnTo>
                  <a:pt x="2898648" y="27432"/>
                </a:lnTo>
                <a:moveTo>
                  <a:pt x="2944368" y="27432"/>
                </a:moveTo>
                <a:lnTo>
                  <a:pt x="2916936" y="27432"/>
                </a:lnTo>
                <a:lnTo>
                  <a:pt x="2916936" y="0"/>
                </a:lnTo>
                <a:lnTo>
                  <a:pt x="2944368" y="0"/>
                </a:lnTo>
                <a:lnTo>
                  <a:pt x="2944368" y="27432"/>
                </a:lnTo>
                <a:moveTo>
                  <a:pt x="2999232" y="27432"/>
                </a:moveTo>
                <a:lnTo>
                  <a:pt x="2971800" y="27432"/>
                </a:lnTo>
                <a:lnTo>
                  <a:pt x="2971800" y="0"/>
                </a:lnTo>
                <a:lnTo>
                  <a:pt x="2999232" y="0"/>
                </a:lnTo>
                <a:lnTo>
                  <a:pt x="2999232" y="27432"/>
                </a:lnTo>
                <a:moveTo>
                  <a:pt x="3044952" y="27432"/>
                </a:moveTo>
                <a:lnTo>
                  <a:pt x="3026664" y="27432"/>
                </a:lnTo>
                <a:lnTo>
                  <a:pt x="3026664" y="0"/>
                </a:lnTo>
                <a:lnTo>
                  <a:pt x="3044952" y="0"/>
                </a:lnTo>
                <a:lnTo>
                  <a:pt x="3044952" y="27432"/>
                </a:lnTo>
                <a:moveTo>
                  <a:pt x="3099816" y="27432"/>
                </a:moveTo>
                <a:lnTo>
                  <a:pt x="3072384" y="27432"/>
                </a:lnTo>
                <a:lnTo>
                  <a:pt x="3072384" y="0"/>
                </a:lnTo>
                <a:lnTo>
                  <a:pt x="3099816" y="0"/>
                </a:lnTo>
                <a:lnTo>
                  <a:pt x="3099816" y="27432"/>
                </a:lnTo>
                <a:moveTo>
                  <a:pt x="3145536" y="27432"/>
                </a:moveTo>
                <a:lnTo>
                  <a:pt x="3127248" y="27432"/>
                </a:lnTo>
                <a:lnTo>
                  <a:pt x="3127248" y="0"/>
                </a:lnTo>
                <a:lnTo>
                  <a:pt x="3145536" y="0"/>
                </a:lnTo>
                <a:lnTo>
                  <a:pt x="3145536" y="27432"/>
                </a:lnTo>
                <a:moveTo>
                  <a:pt x="3200400" y="27432"/>
                </a:moveTo>
                <a:lnTo>
                  <a:pt x="3172968" y="27432"/>
                </a:lnTo>
                <a:lnTo>
                  <a:pt x="3172968" y="0"/>
                </a:lnTo>
                <a:lnTo>
                  <a:pt x="3200400" y="0"/>
                </a:lnTo>
                <a:lnTo>
                  <a:pt x="3200400" y="27432"/>
                </a:lnTo>
                <a:moveTo>
                  <a:pt x="3255264" y="27432"/>
                </a:moveTo>
                <a:lnTo>
                  <a:pt x="3227832" y="27432"/>
                </a:lnTo>
                <a:lnTo>
                  <a:pt x="3227832" y="0"/>
                </a:lnTo>
                <a:lnTo>
                  <a:pt x="3255264" y="0"/>
                </a:lnTo>
                <a:lnTo>
                  <a:pt x="3255264" y="27432"/>
                </a:lnTo>
                <a:moveTo>
                  <a:pt x="3300984" y="27432"/>
                </a:moveTo>
                <a:lnTo>
                  <a:pt x="3273552" y="27432"/>
                </a:lnTo>
                <a:lnTo>
                  <a:pt x="3273552" y="0"/>
                </a:lnTo>
                <a:lnTo>
                  <a:pt x="3300984" y="0"/>
                </a:lnTo>
                <a:lnTo>
                  <a:pt x="3300984" y="27432"/>
                </a:lnTo>
                <a:moveTo>
                  <a:pt x="3355848" y="27432"/>
                </a:moveTo>
                <a:lnTo>
                  <a:pt x="3328416" y="27432"/>
                </a:lnTo>
                <a:lnTo>
                  <a:pt x="3328416" y="0"/>
                </a:lnTo>
                <a:lnTo>
                  <a:pt x="3355848" y="0"/>
                </a:lnTo>
                <a:lnTo>
                  <a:pt x="3355848" y="27432"/>
                </a:lnTo>
                <a:moveTo>
                  <a:pt x="3401568" y="27432"/>
                </a:moveTo>
                <a:lnTo>
                  <a:pt x="3383280" y="27432"/>
                </a:lnTo>
                <a:lnTo>
                  <a:pt x="3383280" y="0"/>
                </a:lnTo>
                <a:lnTo>
                  <a:pt x="3401568" y="0"/>
                </a:lnTo>
                <a:lnTo>
                  <a:pt x="3401568" y="27432"/>
                </a:lnTo>
                <a:moveTo>
                  <a:pt x="3456432" y="27432"/>
                </a:moveTo>
                <a:lnTo>
                  <a:pt x="3429000" y="27432"/>
                </a:lnTo>
                <a:lnTo>
                  <a:pt x="3429000" y="0"/>
                </a:lnTo>
                <a:lnTo>
                  <a:pt x="3456432" y="0"/>
                </a:lnTo>
                <a:lnTo>
                  <a:pt x="3456432" y="27432"/>
                </a:lnTo>
                <a:moveTo>
                  <a:pt x="3502152" y="27432"/>
                </a:moveTo>
                <a:lnTo>
                  <a:pt x="3483864" y="27432"/>
                </a:lnTo>
                <a:lnTo>
                  <a:pt x="3483864" y="0"/>
                </a:lnTo>
                <a:lnTo>
                  <a:pt x="3502152" y="0"/>
                </a:lnTo>
                <a:lnTo>
                  <a:pt x="3502152" y="27432"/>
                </a:lnTo>
                <a:moveTo>
                  <a:pt x="3557016" y="27432"/>
                </a:moveTo>
                <a:lnTo>
                  <a:pt x="3529584" y="27432"/>
                </a:lnTo>
                <a:lnTo>
                  <a:pt x="3529584" y="0"/>
                </a:lnTo>
                <a:lnTo>
                  <a:pt x="3557016" y="0"/>
                </a:lnTo>
                <a:lnTo>
                  <a:pt x="3557016" y="27432"/>
                </a:lnTo>
                <a:moveTo>
                  <a:pt x="3611880" y="27432"/>
                </a:moveTo>
                <a:lnTo>
                  <a:pt x="3584448" y="27432"/>
                </a:lnTo>
                <a:lnTo>
                  <a:pt x="3584448" y="0"/>
                </a:lnTo>
                <a:lnTo>
                  <a:pt x="3611880" y="0"/>
                </a:lnTo>
                <a:lnTo>
                  <a:pt x="3611880" y="27432"/>
                </a:lnTo>
                <a:moveTo>
                  <a:pt x="3657600" y="27432"/>
                </a:moveTo>
                <a:lnTo>
                  <a:pt x="3630168" y="27432"/>
                </a:lnTo>
                <a:lnTo>
                  <a:pt x="3630168" y="0"/>
                </a:lnTo>
                <a:lnTo>
                  <a:pt x="3657600" y="0"/>
                </a:lnTo>
                <a:lnTo>
                  <a:pt x="3657600" y="27432"/>
                </a:lnTo>
                <a:moveTo>
                  <a:pt x="3712464" y="27432"/>
                </a:moveTo>
                <a:lnTo>
                  <a:pt x="3685032" y="27432"/>
                </a:lnTo>
                <a:lnTo>
                  <a:pt x="3685032" y="0"/>
                </a:lnTo>
                <a:lnTo>
                  <a:pt x="3712464" y="0"/>
                </a:lnTo>
                <a:lnTo>
                  <a:pt x="3712464" y="27432"/>
                </a:lnTo>
                <a:moveTo>
                  <a:pt x="3758184" y="27432"/>
                </a:moveTo>
                <a:lnTo>
                  <a:pt x="3739896" y="27432"/>
                </a:lnTo>
                <a:lnTo>
                  <a:pt x="3739896" y="0"/>
                </a:lnTo>
                <a:lnTo>
                  <a:pt x="3758184" y="0"/>
                </a:lnTo>
                <a:lnTo>
                  <a:pt x="3758184" y="27432"/>
                </a:lnTo>
                <a:moveTo>
                  <a:pt x="3813048" y="27432"/>
                </a:moveTo>
                <a:lnTo>
                  <a:pt x="3785616" y="27432"/>
                </a:lnTo>
                <a:lnTo>
                  <a:pt x="3785616" y="0"/>
                </a:lnTo>
                <a:lnTo>
                  <a:pt x="3813048" y="0"/>
                </a:lnTo>
                <a:lnTo>
                  <a:pt x="3813048" y="27432"/>
                </a:lnTo>
                <a:moveTo>
                  <a:pt x="3867912" y="27432"/>
                </a:moveTo>
                <a:lnTo>
                  <a:pt x="3840480" y="27432"/>
                </a:lnTo>
                <a:lnTo>
                  <a:pt x="3840480" y="0"/>
                </a:lnTo>
                <a:lnTo>
                  <a:pt x="3867912" y="0"/>
                </a:lnTo>
                <a:lnTo>
                  <a:pt x="3867912" y="27432"/>
                </a:lnTo>
                <a:moveTo>
                  <a:pt x="3913632" y="27432"/>
                </a:moveTo>
                <a:lnTo>
                  <a:pt x="3886200" y="27432"/>
                </a:lnTo>
                <a:lnTo>
                  <a:pt x="3886200" y="0"/>
                </a:lnTo>
                <a:lnTo>
                  <a:pt x="3913632" y="0"/>
                </a:lnTo>
                <a:lnTo>
                  <a:pt x="3913632" y="27432"/>
                </a:lnTo>
                <a:moveTo>
                  <a:pt x="3968496" y="27432"/>
                </a:moveTo>
                <a:lnTo>
                  <a:pt x="3941064" y="27432"/>
                </a:lnTo>
                <a:lnTo>
                  <a:pt x="3941064" y="0"/>
                </a:lnTo>
                <a:lnTo>
                  <a:pt x="3968496" y="0"/>
                </a:lnTo>
                <a:lnTo>
                  <a:pt x="3968496" y="27432"/>
                </a:lnTo>
                <a:moveTo>
                  <a:pt x="4014216" y="27432"/>
                </a:moveTo>
                <a:lnTo>
                  <a:pt x="3986784" y="27432"/>
                </a:lnTo>
                <a:lnTo>
                  <a:pt x="3986784" y="0"/>
                </a:lnTo>
                <a:lnTo>
                  <a:pt x="4014216" y="0"/>
                </a:lnTo>
                <a:lnTo>
                  <a:pt x="4014216" y="27432"/>
                </a:lnTo>
                <a:moveTo>
                  <a:pt x="4069080" y="27432"/>
                </a:moveTo>
                <a:lnTo>
                  <a:pt x="4041648" y="27432"/>
                </a:lnTo>
                <a:lnTo>
                  <a:pt x="4041648" y="0"/>
                </a:lnTo>
                <a:lnTo>
                  <a:pt x="4069080" y="0"/>
                </a:lnTo>
                <a:lnTo>
                  <a:pt x="4069080" y="27432"/>
                </a:lnTo>
                <a:moveTo>
                  <a:pt x="4114800" y="27432"/>
                </a:moveTo>
                <a:lnTo>
                  <a:pt x="4096512" y="27432"/>
                </a:lnTo>
                <a:lnTo>
                  <a:pt x="4096512" y="0"/>
                </a:lnTo>
                <a:lnTo>
                  <a:pt x="4114800" y="0"/>
                </a:lnTo>
                <a:lnTo>
                  <a:pt x="4114800" y="27432"/>
                </a:lnTo>
                <a:moveTo>
                  <a:pt x="4169664" y="27432"/>
                </a:moveTo>
                <a:lnTo>
                  <a:pt x="4142232" y="27432"/>
                </a:lnTo>
                <a:lnTo>
                  <a:pt x="4142232" y="0"/>
                </a:lnTo>
                <a:lnTo>
                  <a:pt x="4169664" y="0"/>
                </a:lnTo>
                <a:lnTo>
                  <a:pt x="4169664" y="27432"/>
                </a:lnTo>
                <a:moveTo>
                  <a:pt x="4224528" y="27432"/>
                </a:moveTo>
                <a:lnTo>
                  <a:pt x="4197096" y="27432"/>
                </a:lnTo>
                <a:lnTo>
                  <a:pt x="4197096" y="0"/>
                </a:lnTo>
                <a:lnTo>
                  <a:pt x="4224528" y="0"/>
                </a:lnTo>
                <a:lnTo>
                  <a:pt x="4224528" y="27432"/>
                </a:lnTo>
                <a:moveTo>
                  <a:pt x="4270248" y="27432"/>
                </a:moveTo>
                <a:lnTo>
                  <a:pt x="4242816" y="27432"/>
                </a:lnTo>
                <a:lnTo>
                  <a:pt x="4242816" y="0"/>
                </a:lnTo>
                <a:lnTo>
                  <a:pt x="4270248" y="0"/>
                </a:lnTo>
                <a:lnTo>
                  <a:pt x="4270248" y="27432"/>
                </a:lnTo>
                <a:moveTo>
                  <a:pt x="4325112" y="27432"/>
                </a:moveTo>
                <a:lnTo>
                  <a:pt x="4297680" y="27432"/>
                </a:lnTo>
                <a:lnTo>
                  <a:pt x="4297680" y="0"/>
                </a:lnTo>
                <a:lnTo>
                  <a:pt x="4325112" y="0"/>
                </a:lnTo>
                <a:lnTo>
                  <a:pt x="4325112" y="27432"/>
                </a:lnTo>
                <a:moveTo>
                  <a:pt x="4370832" y="27432"/>
                </a:moveTo>
                <a:lnTo>
                  <a:pt x="4352544" y="27432"/>
                </a:lnTo>
                <a:lnTo>
                  <a:pt x="4352544" y="0"/>
                </a:lnTo>
                <a:lnTo>
                  <a:pt x="4370832" y="0"/>
                </a:lnTo>
                <a:lnTo>
                  <a:pt x="4370832" y="27432"/>
                </a:lnTo>
                <a:moveTo>
                  <a:pt x="4425696" y="27432"/>
                </a:moveTo>
                <a:lnTo>
                  <a:pt x="4398264" y="27432"/>
                </a:lnTo>
                <a:lnTo>
                  <a:pt x="4398264" y="0"/>
                </a:lnTo>
                <a:lnTo>
                  <a:pt x="4425696" y="0"/>
                </a:lnTo>
                <a:lnTo>
                  <a:pt x="4425696" y="27432"/>
                </a:lnTo>
                <a:moveTo>
                  <a:pt x="4471416" y="27432"/>
                </a:moveTo>
                <a:lnTo>
                  <a:pt x="4453128" y="27432"/>
                </a:lnTo>
                <a:lnTo>
                  <a:pt x="4453128" y="0"/>
                </a:lnTo>
                <a:lnTo>
                  <a:pt x="4471416" y="0"/>
                </a:lnTo>
                <a:lnTo>
                  <a:pt x="4471416" y="27432"/>
                </a:lnTo>
                <a:moveTo>
                  <a:pt x="4526280" y="27432"/>
                </a:moveTo>
                <a:lnTo>
                  <a:pt x="4498848" y="27432"/>
                </a:lnTo>
                <a:lnTo>
                  <a:pt x="4498848" y="0"/>
                </a:lnTo>
                <a:lnTo>
                  <a:pt x="4526280" y="0"/>
                </a:lnTo>
                <a:lnTo>
                  <a:pt x="4526280" y="27432"/>
                </a:lnTo>
                <a:moveTo>
                  <a:pt x="4581144" y="27432"/>
                </a:moveTo>
                <a:lnTo>
                  <a:pt x="4553712" y="27432"/>
                </a:lnTo>
                <a:lnTo>
                  <a:pt x="4553712" y="0"/>
                </a:lnTo>
                <a:lnTo>
                  <a:pt x="4581144" y="0"/>
                </a:lnTo>
                <a:lnTo>
                  <a:pt x="4581144" y="27432"/>
                </a:lnTo>
                <a:moveTo>
                  <a:pt x="4626864" y="27432"/>
                </a:moveTo>
                <a:lnTo>
                  <a:pt x="4599432" y="27432"/>
                </a:lnTo>
                <a:lnTo>
                  <a:pt x="4599432" y="0"/>
                </a:lnTo>
                <a:lnTo>
                  <a:pt x="4626864" y="0"/>
                </a:lnTo>
                <a:lnTo>
                  <a:pt x="4626864" y="27432"/>
                </a:lnTo>
                <a:moveTo>
                  <a:pt x="4681728" y="27432"/>
                </a:moveTo>
                <a:lnTo>
                  <a:pt x="4654296" y="27432"/>
                </a:lnTo>
                <a:lnTo>
                  <a:pt x="4654296" y="0"/>
                </a:lnTo>
                <a:lnTo>
                  <a:pt x="4681728" y="0"/>
                </a:lnTo>
                <a:lnTo>
                  <a:pt x="4681728" y="27432"/>
                </a:lnTo>
                <a:moveTo>
                  <a:pt x="4718304" y="27432"/>
                </a:moveTo>
                <a:lnTo>
                  <a:pt x="4709160" y="27432"/>
                </a:lnTo>
                <a:lnTo>
                  <a:pt x="4709160" y="0"/>
                </a:lnTo>
                <a:lnTo>
                  <a:pt x="4718304" y="0"/>
                </a:lnTo>
                <a:lnTo>
                  <a:pt x="4718304" y="27432"/>
                </a:lnTo>
                <a:moveTo>
                  <a:pt x="1554480" y="54864"/>
                </a:moveTo>
                <a:lnTo>
                  <a:pt x="1536192" y="73152"/>
                </a:lnTo>
                <a:lnTo>
                  <a:pt x="1517904" y="64008"/>
                </a:lnTo>
                <a:lnTo>
                  <a:pt x="1527048" y="36576"/>
                </a:lnTo>
                <a:lnTo>
                  <a:pt x="1554480" y="54864"/>
                </a:lnTo>
                <a:moveTo>
                  <a:pt x="1527048" y="100584"/>
                </a:moveTo>
                <a:lnTo>
                  <a:pt x="1517904" y="118872"/>
                </a:lnTo>
                <a:lnTo>
                  <a:pt x="1490472" y="109728"/>
                </a:lnTo>
                <a:lnTo>
                  <a:pt x="1508760" y="82296"/>
                </a:lnTo>
                <a:lnTo>
                  <a:pt x="1527048" y="100584"/>
                </a:lnTo>
                <a:moveTo>
                  <a:pt x="1508760" y="146304"/>
                </a:moveTo>
                <a:lnTo>
                  <a:pt x="1490472" y="164592"/>
                </a:lnTo>
                <a:lnTo>
                  <a:pt x="1472184" y="155448"/>
                </a:lnTo>
                <a:lnTo>
                  <a:pt x="1481328" y="128016"/>
                </a:lnTo>
                <a:lnTo>
                  <a:pt x="1508760" y="146304"/>
                </a:lnTo>
                <a:moveTo>
                  <a:pt x="1481328" y="192024"/>
                </a:moveTo>
                <a:lnTo>
                  <a:pt x="1472184" y="210312"/>
                </a:lnTo>
                <a:lnTo>
                  <a:pt x="1444752" y="201168"/>
                </a:lnTo>
                <a:lnTo>
                  <a:pt x="1463040" y="173736"/>
                </a:lnTo>
                <a:lnTo>
                  <a:pt x="1481328" y="192024"/>
                </a:lnTo>
                <a:moveTo>
                  <a:pt x="1463040" y="228600"/>
                </a:moveTo>
                <a:lnTo>
                  <a:pt x="1444752" y="256032"/>
                </a:lnTo>
                <a:lnTo>
                  <a:pt x="1426464" y="246888"/>
                </a:lnTo>
                <a:lnTo>
                  <a:pt x="1435608" y="219456"/>
                </a:lnTo>
                <a:lnTo>
                  <a:pt x="1463040" y="228600"/>
                </a:lnTo>
                <a:moveTo>
                  <a:pt x="1435608" y="274320"/>
                </a:moveTo>
                <a:lnTo>
                  <a:pt x="1426464" y="301752"/>
                </a:lnTo>
                <a:lnTo>
                  <a:pt x="1399032" y="292608"/>
                </a:lnTo>
                <a:lnTo>
                  <a:pt x="1417320" y="265176"/>
                </a:lnTo>
                <a:lnTo>
                  <a:pt x="1435608" y="274320"/>
                </a:lnTo>
                <a:moveTo>
                  <a:pt x="1417320" y="320040"/>
                </a:moveTo>
                <a:lnTo>
                  <a:pt x="1399032" y="347472"/>
                </a:lnTo>
                <a:lnTo>
                  <a:pt x="1380744" y="338328"/>
                </a:lnTo>
                <a:lnTo>
                  <a:pt x="1389888" y="310896"/>
                </a:lnTo>
                <a:lnTo>
                  <a:pt x="1417320" y="320040"/>
                </a:lnTo>
                <a:moveTo>
                  <a:pt x="1389888" y="365760"/>
                </a:moveTo>
                <a:lnTo>
                  <a:pt x="1380744" y="393192"/>
                </a:lnTo>
                <a:lnTo>
                  <a:pt x="1362456" y="384048"/>
                </a:lnTo>
                <a:lnTo>
                  <a:pt x="1371600" y="356616"/>
                </a:lnTo>
                <a:lnTo>
                  <a:pt x="1389888" y="365760"/>
                </a:lnTo>
                <a:moveTo>
                  <a:pt x="1371600" y="411480"/>
                </a:moveTo>
                <a:lnTo>
                  <a:pt x="1362456" y="429768"/>
                </a:lnTo>
                <a:lnTo>
                  <a:pt x="1344168" y="429768"/>
                </a:lnTo>
                <a:lnTo>
                  <a:pt x="1344168" y="402336"/>
                </a:lnTo>
                <a:lnTo>
                  <a:pt x="1344168" y="402336"/>
                </a:lnTo>
                <a:lnTo>
                  <a:pt x="1344168" y="402336"/>
                </a:lnTo>
                <a:lnTo>
                  <a:pt x="1371600" y="411480"/>
                </a:lnTo>
                <a:moveTo>
                  <a:pt x="9144" y="429768"/>
                </a:moveTo>
                <a:lnTo>
                  <a:pt x="0" y="429768"/>
                </a:lnTo>
                <a:lnTo>
                  <a:pt x="0" y="402336"/>
                </a:lnTo>
                <a:lnTo>
                  <a:pt x="9144" y="402336"/>
                </a:lnTo>
                <a:lnTo>
                  <a:pt x="9144" y="429768"/>
                </a:lnTo>
                <a:moveTo>
                  <a:pt x="64008" y="429768"/>
                </a:moveTo>
                <a:lnTo>
                  <a:pt x="36576" y="429768"/>
                </a:lnTo>
                <a:lnTo>
                  <a:pt x="36576" y="402336"/>
                </a:lnTo>
                <a:lnTo>
                  <a:pt x="64008" y="402336"/>
                </a:lnTo>
                <a:lnTo>
                  <a:pt x="64008" y="429768"/>
                </a:lnTo>
                <a:moveTo>
                  <a:pt x="109728" y="429768"/>
                </a:moveTo>
                <a:lnTo>
                  <a:pt x="91440" y="429768"/>
                </a:lnTo>
                <a:lnTo>
                  <a:pt x="91440" y="402336"/>
                </a:lnTo>
                <a:lnTo>
                  <a:pt x="109728" y="402336"/>
                </a:lnTo>
                <a:lnTo>
                  <a:pt x="109728" y="429768"/>
                </a:lnTo>
                <a:moveTo>
                  <a:pt x="164592" y="429768"/>
                </a:moveTo>
                <a:lnTo>
                  <a:pt x="137160" y="429768"/>
                </a:lnTo>
                <a:lnTo>
                  <a:pt x="137160" y="402336"/>
                </a:lnTo>
                <a:lnTo>
                  <a:pt x="164592" y="402336"/>
                </a:lnTo>
                <a:lnTo>
                  <a:pt x="164592" y="429768"/>
                </a:lnTo>
                <a:moveTo>
                  <a:pt x="210312" y="429768"/>
                </a:moveTo>
                <a:lnTo>
                  <a:pt x="192024" y="429768"/>
                </a:lnTo>
                <a:lnTo>
                  <a:pt x="192024" y="402336"/>
                </a:lnTo>
                <a:lnTo>
                  <a:pt x="210312" y="402336"/>
                </a:lnTo>
                <a:lnTo>
                  <a:pt x="210312" y="429768"/>
                </a:lnTo>
                <a:moveTo>
                  <a:pt x="265176" y="429768"/>
                </a:moveTo>
                <a:lnTo>
                  <a:pt x="237744" y="429768"/>
                </a:lnTo>
                <a:lnTo>
                  <a:pt x="237744" y="402336"/>
                </a:lnTo>
                <a:lnTo>
                  <a:pt x="265176" y="402336"/>
                </a:lnTo>
                <a:lnTo>
                  <a:pt x="265176" y="429768"/>
                </a:lnTo>
                <a:moveTo>
                  <a:pt x="310896" y="429768"/>
                </a:moveTo>
                <a:lnTo>
                  <a:pt x="292608" y="429768"/>
                </a:lnTo>
                <a:lnTo>
                  <a:pt x="292608" y="402336"/>
                </a:lnTo>
                <a:lnTo>
                  <a:pt x="310896" y="402336"/>
                </a:lnTo>
                <a:lnTo>
                  <a:pt x="310896" y="429768"/>
                </a:lnTo>
                <a:moveTo>
                  <a:pt x="365760" y="429768"/>
                </a:moveTo>
                <a:lnTo>
                  <a:pt x="338328" y="429768"/>
                </a:lnTo>
                <a:lnTo>
                  <a:pt x="338328" y="402336"/>
                </a:lnTo>
                <a:lnTo>
                  <a:pt x="365760" y="402336"/>
                </a:lnTo>
                <a:lnTo>
                  <a:pt x="365760" y="429768"/>
                </a:lnTo>
                <a:moveTo>
                  <a:pt x="411480" y="429768"/>
                </a:moveTo>
                <a:lnTo>
                  <a:pt x="384048" y="429768"/>
                </a:lnTo>
                <a:lnTo>
                  <a:pt x="384048" y="402336"/>
                </a:lnTo>
                <a:lnTo>
                  <a:pt x="411480" y="402336"/>
                </a:lnTo>
                <a:lnTo>
                  <a:pt x="411480" y="429768"/>
                </a:lnTo>
                <a:moveTo>
                  <a:pt x="466344" y="429768"/>
                </a:moveTo>
                <a:lnTo>
                  <a:pt x="438912" y="429768"/>
                </a:lnTo>
                <a:lnTo>
                  <a:pt x="438912" y="402336"/>
                </a:lnTo>
                <a:lnTo>
                  <a:pt x="466344" y="402336"/>
                </a:lnTo>
                <a:lnTo>
                  <a:pt x="466344" y="429768"/>
                </a:lnTo>
                <a:moveTo>
                  <a:pt x="512064" y="429768"/>
                </a:moveTo>
                <a:lnTo>
                  <a:pt x="484632" y="429768"/>
                </a:lnTo>
                <a:lnTo>
                  <a:pt x="484632" y="402336"/>
                </a:lnTo>
                <a:lnTo>
                  <a:pt x="512064" y="402336"/>
                </a:lnTo>
                <a:lnTo>
                  <a:pt x="512064" y="429768"/>
                </a:lnTo>
                <a:moveTo>
                  <a:pt x="566928" y="429768"/>
                </a:moveTo>
                <a:lnTo>
                  <a:pt x="539496" y="429768"/>
                </a:lnTo>
                <a:lnTo>
                  <a:pt x="539496" y="402336"/>
                </a:lnTo>
                <a:lnTo>
                  <a:pt x="566928" y="402336"/>
                </a:lnTo>
                <a:lnTo>
                  <a:pt x="566928" y="429768"/>
                </a:lnTo>
                <a:moveTo>
                  <a:pt x="612648" y="429768"/>
                </a:moveTo>
                <a:lnTo>
                  <a:pt x="585216" y="429768"/>
                </a:lnTo>
                <a:lnTo>
                  <a:pt x="585216" y="402336"/>
                </a:lnTo>
                <a:lnTo>
                  <a:pt x="612648" y="402336"/>
                </a:lnTo>
                <a:lnTo>
                  <a:pt x="612648" y="429768"/>
                </a:lnTo>
                <a:moveTo>
                  <a:pt x="667512" y="429768"/>
                </a:moveTo>
                <a:lnTo>
                  <a:pt x="640080" y="429768"/>
                </a:lnTo>
                <a:lnTo>
                  <a:pt x="640080" y="402336"/>
                </a:lnTo>
                <a:lnTo>
                  <a:pt x="667512" y="402336"/>
                </a:lnTo>
                <a:lnTo>
                  <a:pt x="667512" y="429768"/>
                </a:lnTo>
                <a:moveTo>
                  <a:pt x="713232" y="429768"/>
                </a:moveTo>
                <a:lnTo>
                  <a:pt x="685800" y="429768"/>
                </a:lnTo>
                <a:lnTo>
                  <a:pt x="685800" y="402336"/>
                </a:lnTo>
                <a:lnTo>
                  <a:pt x="713232" y="402336"/>
                </a:lnTo>
                <a:lnTo>
                  <a:pt x="713232" y="429768"/>
                </a:lnTo>
                <a:moveTo>
                  <a:pt x="768096" y="429768"/>
                </a:moveTo>
                <a:lnTo>
                  <a:pt x="740664" y="429768"/>
                </a:lnTo>
                <a:lnTo>
                  <a:pt x="740664" y="402336"/>
                </a:lnTo>
                <a:lnTo>
                  <a:pt x="768096" y="402336"/>
                </a:lnTo>
                <a:lnTo>
                  <a:pt x="768096" y="429768"/>
                </a:lnTo>
                <a:moveTo>
                  <a:pt x="813816" y="429768"/>
                </a:moveTo>
                <a:lnTo>
                  <a:pt x="786384" y="429768"/>
                </a:lnTo>
                <a:lnTo>
                  <a:pt x="786384" y="402336"/>
                </a:lnTo>
                <a:lnTo>
                  <a:pt x="813816" y="402336"/>
                </a:lnTo>
                <a:lnTo>
                  <a:pt x="813816" y="429768"/>
                </a:lnTo>
                <a:moveTo>
                  <a:pt x="868680" y="429768"/>
                </a:moveTo>
                <a:lnTo>
                  <a:pt x="841248" y="429768"/>
                </a:lnTo>
                <a:lnTo>
                  <a:pt x="841248" y="402336"/>
                </a:lnTo>
                <a:lnTo>
                  <a:pt x="868680" y="402336"/>
                </a:lnTo>
                <a:lnTo>
                  <a:pt x="868680" y="429768"/>
                </a:lnTo>
                <a:moveTo>
                  <a:pt x="914400" y="429768"/>
                </a:moveTo>
                <a:lnTo>
                  <a:pt x="886968" y="429768"/>
                </a:lnTo>
                <a:lnTo>
                  <a:pt x="886968" y="402336"/>
                </a:lnTo>
                <a:lnTo>
                  <a:pt x="914400" y="402336"/>
                </a:lnTo>
                <a:lnTo>
                  <a:pt x="914400" y="429768"/>
                </a:lnTo>
                <a:moveTo>
                  <a:pt x="960120" y="429768"/>
                </a:moveTo>
                <a:lnTo>
                  <a:pt x="941832" y="429768"/>
                </a:lnTo>
                <a:lnTo>
                  <a:pt x="941832" y="402336"/>
                </a:lnTo>
                <a:lnTo>
                  <a:pt x="960120" y="402336"/>
                </a:lnTo>
                <a:lnTo>
                  <a:pt x="960120" y="429768"/>
                </a:lnTo>
                <a:moveTo>
                  <a:pt x="1014984" y="429768"/>
                </a:moveTo>
                <a:lnTo>
                  <a:pt x="987552" y="429768"/>
                </a:lnTo>
                <a:lnTo>
                  <a:pt x="987552" y="402336"/>
                </a:lnTo>
                <a:lnTo>
                  <a:pt x="1014984" y="402336"/>
                </a:lnTo>
                <a:lnTo>
                  <a:pt x="1014984" y="429768"/>
                </a:lnTo>
                <a:moveTo>
                  <a:pt x="1060704" y="429768"/>
                </a:moveTo>
                <a:lnTo>
                  <a:pt x="1042416" y="429768"/>
                </a:lnTo>
                <a:lnTo>
                  <a:pt x="1042416" y="402336"/>
                </a:lnTo>
                <a:lnTo>
                  <a:pt x="1060704" y="402336"/>
                </a:lnTo>
                <a:lnTo>
                  <a:pt x="1060704" y="429768"/>
                </a:lnTo>
                <a:moveTo>
                  <a:pt x="1115568" y="429768"/>
                </a:moveTo>
                <a:lnTo>
                  <a:pt x="1088136" y="429768"/>
                </a:lnTo>
                <a:lnTo>
                  <a:pt x="1088136" y="402336"/>
                </a:lnTo>
                <a:lnTo>
                  <a:pt x="1115568" y="402336"/>
                </a:lnTo>
                <a:lnTo>
                  <a:pt x="1115568" y="429768"/>
                </a:lnTo>
                <a:moveTo>
                  <a:pt x="1161288" y="429768"/>
                </a:moveTo>
                <a:lnTo>
                  <a:pt x="1143000" y="429768"/>
                </a:lnTo>
                <a:lnTo>
                  <a:pt x="1143000" y="402336"/>
                </a:lnTo>
                <a:lnTo>
                  <a:pt x="1161288" y="402336"/>
                </a:lnTo>
                <a:lnTo>
                  <a:pt x="1161288" y="429768"/>
                </a:lnTo>
                <a:moveTo>
                  <a:pt x="1216152" y="429768"/>
                </a:moveTo>
                <a:lnTo>
                  <a:pt x="1188720" y="429768"/>
                </a:lnTo>
                <a:lnTo>
                  <a:pt x="1188720" y="402336"/>
                </a:lnTo>
                <a:lnTo>
                  <a:pt x="1216152" y="402336"/>
                </a:lnTo>
                <a:lnTo>
                  <a:pt x="1216152" y="429768"/>
                </a:lnTo>
                <a:moveTo>
                  <a:pt x="1261872" y="429768"/>
                </a:moveTo>
                <a:lnTo>
                  <a:pt x="1243584" y="429768"/>
                </a:lnTo>
                <a:lnTo>
                  <a:pt x="1243584" y="402336"/>
                </a:lnTo>
                <a:lnTo>
                  <a:pt x="1261872" y="402336"/>
                </a:lnTo>
                <a:lnTo>
                  <a:pt x="1261872" y="429768"/>
                </a:lnTo>
                <a:moveTo>
                  <a:pt x="1316736" y="429768"/>
                </a:moveTo>
                <a:lnTo>
                  <a:pt x="1289304" y="429768"/>
                </a:lnTo>
                <a:lnTo>
                  <a:pt x="1289304" y="402336"/>
                </a:lnTo>
                <a:lnTo>
                  <a:pt x="1316736" y="402336"/>
                </a:lnTo>
                <a:lnTo>
                  <a:pt x="1316736" y="429768"/>
                </a:lnTo>
              </a:path>
            </a:pathLst>
          </a:custGeom>
          <a:gradFill>
            <a:gsLst>
              <a:gs pos="0">
                <a:schemeClr val="accent2">
                  <a:lumMod val="20000"/>
                  <a:lumOff val="80000"/>
                </a:schemeClr>
              </a:gs>
              <a:gs pos="100000">
                <a:schemeClr val="accent2"/>
              </a:gs>
            </a:gsLst>
            <a:lin ang="10800000" scaled="0"/>
          </a:gradFill>
          <a:ln w="25400">
            <a:no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sz="1350"/>
          </a:p>
        </p:txBody>
      </p:sp>
      <p:sp>
        <p:nvSpPr>
          <p:cNvPr id="44" name="对象3"/>
          <p:cNvSpPr/>
          <p:nvPr>
            <p:custDataLst>
              <p:tags r:id="rId3"/>
            </p:custDataLst>
          </p:nvPr>
        </p:nvSpPr>
        <p:spPr>
          <a:xfrm>
            <a:off x="543297" y="4665953"/>
            <a:ext cx="3962489" cy="322326"/>
          </a:xfrm>
          <a:custGeom>
            <a:avLst/>
            <a:gdLst/>
            <a:ahLst/>
            <a:cxnLst/>
            <a:rect l="l" t="t" r="r" b="b"/>
            <a:pathLst>
              <a:path w="4709160" h="429768">
                <a:moveTo>
                  <a:pt x="9144" y="27432"/>
                </a:moveTo>
                <a:lnTo>
                  <a:pt x="0" y="27432"/>
                </a:lnTo>
                <a:lnTo>
                  <a:pt x="0" y="0"/>
                </a:lnTo>
                <a:lnTo>
                  <a:pt x="9144" y="0"/>
                </a:lnTo>
                <a:lnTo>
                  <a:pt x="9144" y="27432"/>
                </a:lnTo>
                <a:moveTo>
                  <a:pt x="64008" y="27432"/>
                </a:moveTo>
                <a:lnTo>
                  <a:pt x="36576" y="27432"/>
                </a:lnTo>
                <a:lnTo>
                  <a:pt x="36576" y="0"/>
                </a:lnTo>
                <a:lnTo>
                  <a:pt x="64008" y="0"/>
                </a:lnTo>
                <a:lnTo>
                  <a:pt x="64008" y="27432"/>
                </a:lnTo>
                <a:moveTo>
                  <a:pt x="109728" y="27432"/>
                </a:moveTo>
                <a:lnTo>
                  <a:pt x="91440" y="27432"/>
                </a:lnTo>
                <a:lnTo>
                  <a:pt x="91440" y="0"/>
                </a:lnTo>
                <a:lnTo>
                  <a:pt x="109728" y="0"/>
                </a:lnTo>
                <a:lnTo>
                  <a:pt x="109728" y="27432"/>
                </a:lnTo>
                <a:moveTo>
                  <a:pt x="164592" y="27432"/>
                </a:moveTo>
                <a:lnTo>
                  <a:pt x="137160" y="27432"/>
                </a:lnTo>
                <a:lnTo>
                  <a:pt x="137160" y="0"/>
                </a:lnTo>
                <a:lnTo>
                  <a:pt x="164592" y="0"/>
                </a:lnTo>
                <a:lnTo>
                  <a:pt x="164592" y="27432"/>
                </a:lnTo>
                <a:moveTo>
                  <a:pt x="219456" y="27432"/>
                </a:moveTo>
                <a:lnTo>
                  <a:pt x="192024" y="27432"/>
                </a:lnTo>
                <a:lnTo>
                  <a:pt x="192024" y="0"/>
                </a:lnTo>
                <a:lnTo>
                  <a:pt x="219456" y="0"/>
                </a:lnTo>
                <a:lnTo>
                  <a:pt x="219456" y="27432"/>
                </a:lnTo>
                <a:moveTo>
                  <a:pt x="265176" y="27432"/>
                </a:moveTo>
                <a:lnTo>
                  <a:pt x="237744" y="27432"/>
                </a:lnTo>
                <a:lnTo>
                  <a:pt x="237744" y="0"/>
                </a:lnTo>
                <a:lnTo>
                  <a:pt x="265176" y="0"/>
                </a:lnTo>
                <a:lnTo>
                  <a:pt x="265176" y="27432"/>
                </a:lnTo>
                <a:moveTo>
                  <a:pt x="320040" y="27432"/>
                </a:moveTo>
                <a:lnTo>
                  <a:pt x="292608" y="27432"/>
                </a:lnTo>
                <a:lnTo>
                  <a:pt x="292608" y="0"/>
                </a:lnTo>
                <a:lnTo>
                  <a:pt x="320040" y="0"/>
                </a:lnTo>
                <a:lnTo>
                  <a:pt x="320040" y="27432"/>
                </a:lnTo>
                <a:moveTo>
                  <a:pt x="365760" y="27432"/>
                </a:moveTo>
                <a:lnTo>
                  <a:pt x="338328" y="27432"/>
                </a:lnTo>
                <a:lnTo>
                  <a:pt x="338328" y="0"/>
                </a:lnTo>
                <a:lnTo>
                  <a:pt x="365760" y="0"/>
                </a:lnTo>
                <a:lnTo>
                  <a:pt x="365760" y="27432"/>
                </a:lnTo>
                <a:moveTo>
                  <a:pt x="420624" y="27432"/>
                </a:moveTo>
                <a:lnTo>
                  <a:pt x="393192" y="27432"/>
                </a:lnTo>
                <a:lnTo>
                  <a:pt x="393192" y="0"/>
                </a:lnTo>
                <a:lnTo>
                  <a:pt x="420624" y="0"/>
                </a:lnTo>
                <a:lnTo>
                  <a:pt x="420624" y="27432"/>
                </a:lnTo>
                <a:moveTo>
                  <a:pt x="466344" y="27432"/>
                </a:moveTo>
                <a:lnTo>
                  <a:pt x="448056" y="27432"/>
                </a:lnTo>
                <a:lnTo>
                  <a:pt x="448056" y="0"/>
                </a:lnTo>
                <a:lnTo>
                  <a:pt x="466344" y="0"/>
                </a:lnTo>
                <a:lnTo>
                  <a:pt x="466344" y="27432"/>
                </a:lnTo>
                <a:moveTo>
                  <a:pt x="521208" y="27432"/>
                </a:moveTo>
                <a:lnTo>
                  <a:pt x="493776" y="27432"/>
                </a:lnTo>
                <a:lnTo>
                  <a:pt x="493776" y="0"/>
                </a:lnTo>
                <a:lnTo>
                  <a:pt x="521208" y="0"/>
                </a:lnTo>
                <a:lnTo>
                  <a:pt x="521208" y="27432"/>
                </a:lnTo>
                <a:moveTo>
                  <a:pt x="566928" y="27432"/>
                </a:moveTo>
                <a:lnTo>
                  <a:pt x="548640" y="27432"/>
                </a:lnTo>
                <a:lnTo>
                  <a:pt x="548640" y="0"/>
                </a:lnTo>
                <a:lnTo>
                  <a:pt x="566928" y="0"/>
                </a:lnTo>
                <a:lnTo>
                  <a:pt x="566928" y="27432"/>
                </a:lnTo>
                <a:moveTo>
                  <a:pt x="621792" y="27432"/>
                </a:moveTo>
                <a:lnTo>
                  <a:pt x="594360" y="27432"/>
                </a:lnTo>
                <a:lnTo>
                  <a:pt x="594360" y="0"/>
                </a:lnTo>
                <a:lnTo>
                  <a:pt x="621792" y="0"/>
                </a:lnTo>
                <a:lnTo>
                  <a:pt x="621792" y="27432"/>
                </a:lnTo>
                <a:moveTo>
                  <a:pt x="667512" y="27432"/>
                </a:moveTo>
                <a:lnTo>
                  <a:pt x="649224" y="27432"/>
                </a:lnTo>
                <a:lnTo>
                  <a:pt x="649224" y="0"/>
                </a:lnTo>
                <a:lnTo>
                  <a:pt x="667512" y="0"/>
                </a:lnTo>
                <a:lnTo>
                  <a:pt x="667512" y="27432"/>
                </a:lnTo>
                <a:moveTo>
                  <a:pt x="722376" y="27432"/>
                </a:moveTo>
                <a:lnTo>
                  <a:pt x="694944" y="27432"/>
                </a:lnTo>
                <a:lnTo>
                  <a:pt x="694944" y="0"/>
                </a:lnTo>
                <a:lnTo>
                  <a:pt x="722376" y="0"/>
                </a:lnTo>
                <a:lnTo>
                  <a:pt x="722376" y="27432"/>
                </a:lnTo>
                <a:moveTo>
                  <a:pt x="777240" y="27432"/>
                </a:moveTo>
                <a:lnTo>
                  <a:pt x="749808" y="27432"/>
                </a:lnTo>
                <a:lnTo>
                  <a:pt x="749808" y="0"/>
                </a:lnTo>
                <a:lnTo>
                  <a:pt x="777240" y="0"/>
                </a:lnTo>
                <a:lnTo>
                  <a:pt x="777240" y="27432"/>
                </a:lnTo>
                <a:moveTo>
                  <a:pt x="822960" y="27432"/>
                </a:moveTo>
                <a:lnTo>
                  <a:pt x="795528" y="27432"/>
                </a:lnTo>
                <a:lnTo>
                  <a:pt x="795528" y="0"/>
                </a:lnTo>
                <a:lnTo>
                  <a:pt x="822960" y="0"/>
                </a:lnTo>
                <a:lnTo>
                  <a:pt x="822960" y="27432"/>
                </a:lnTo>
                <a:moveTo>
                  <a:pt x="877824" y="27432"/>
                </a:moveTo>
                <a:lnTo>
                  <a:pt x="850392" y="27432"/>
                </a:lnTo>
                <a:lnTo>
                  <a:pt x="850392" y="0"/>
                </a:lnTo>
                <a:lnTo>
                  <a:pt x="877824" y="0"/>
                </a:lnTo>
                <a:lnTo>
                  <a:pt x="877824" y="27432"/>
                </a:lnTo>
                <a:moveTo>
                  <a:pt x="923544" y="27432"/>
                </a:moveTo>
                <a:lnTo>
                  <a:pt x="896112" y="27432"/>
                </a:lnTo>
                <a:lnTo>
                  <a:pt x="896112" y="0"/>
                </a:lnTo>
                <a:lnTo>
                  <a:pt x="923544" y="0"/>
                </a:lnTo>
                <a:lnTo>
                  <a:pt x="923544" y="27432"/>
                </a:lnTo>
                <a:moveTo>
                  <a:pt x="978408" y="27432"/>
                </a:moveTo>
                <a:lnTo>
                  <a:pt x="950976" y="27432"/>
                </a:lnTo>
                <a:lnTo>
                  <a:pt x="950976" y="0"/>
                </a:lnTo>
                <a:lnTo>
                  <a:pt x="978408" y="0"/>
                </a:lnTo>
                <a:lnTo>
                  <a:pt x="978408" y="27432"/>
                </a:lnTo>
                <a:moveTo>
                  <a:pt x="1024128" y="27432"/>
                </a:moveTo>
                <a:lnTo>
                  <a:pt x="1005840" y="27432"/>
                </a:lnTo>
                <a:lnTo>
                  <a:pt x="1005840" y="0"/>
                </a:lnTo>
                <a:lnTo>
                  <a:pt x="1024128" y="0"/>
                </a:lnTo>
                <a:lnTo>
                  <a:pt x="1024128" y="27432"/>
                </a:lnTo>
                <a:moveTo>
                  <a:pt x="1078992" y="27432"/>
                </a:moveTo>
                <a:lnTo>
                  <a:pt x="1051560" y="27432"/>
                </a:lnTo>
                <a:lnTo>
                  <a:pt x="1051560" y="0"/>
                </a:lnTo>
                <a:lnTo>
                  <a:pt x="1078992" y="0"/>
                </a:lnTo>
                <a:lnTo>
                  <a:pt x="1078992" y="27432"/>
                </a:lnTo>
                <a:moveTo>
                  <a:pt x="1124712" y="27432"/>
                </a:moveTo>
                <a:lnTo>
                  <a:pt x="1106424" y="27432"/>
                </a:lnTo>
                <a:lnTo>
                  <a:pt x="1106424" y="0"/>
                </a:lnTo>
                <a:lnTo>
                  <a:pt x="1124712" y="0"/>
                </a:lnTo>
                <a:lnTo>
                  <a:pt x="1124712" y="27432"/>
                </a:lnTo>
                <a:moveTo>
                  <a:pt x="1179576" y="27432"/>
                </a:moveTo>
                <a:lnTo>
                  <a:pt x="1152144" y="27432"/>
                </a:lnTo>
                <a:lnTo>
                  <a:pt x="1152144" y="0"/>
                </a:lnTo>
                <a:lnTo>
                  <a:pt x="1179576" y="0"/>
                </a:lnTo>
                <a:lnTo>
                  <a:pt x="1179576" y="27432"/>
                </a:lnTo>
                <a:moveTo>
                  <a:pt x="1225296" y="27432"/>
                </a:moveTo>
                <a:lnTo>
                  <a:pt x="1207008" y="27432"/>
                </a:lnTo>
                <a:lnTo>
                  <a:pt x="1207008" y="0"/>
                </a:lnTo>
                <a:lnTo>
                  <a:pt x="1225296" y="0"/>
                </a:lnTo>
                <a:lnTo>
                  <a:pt x="1225296" y="27432"/>
                </a:lnTo>
                <a:moveTo>
                  <a:pt x="1280160" y="27432"/>
                </a:moveTo>
                <a:lnTo>
                  <a:pt x="1252728" y="27432"/>
                </a:lnTo>
                <a:lnTo>
                  <a:pt x="1252728" y="0"/>
                </a:lnTo>
                <a:lnTo>
                  <a:pt x="1280160" y="0"/>
                </a:lnTo>
                <a:lnTo>
                  <a:pt x="1280160" y="27432"/>
                </a:lnTo>
                <a:moveTo>
                  <a:pt x="1335024" y="27432"/>
                </a:moveTo>
                <a:lnTo>
                  <a:pt x="1307592" y="27432"/>
                </a:lnTo>
                <a:lnTo>
                  <a:pt x="1307592" y="0"/>
                </a:lnTo>
                <a:lnTo>
                  <a:pt x="1335024" y="0"/>
                </a:lnTo>
                <a:lnTo>
                  <a:pt x="1335024" y="27432"/>
                </a:lnTo>
                <a:moveTo>
                  <a:pt x="1380744" y="27432"/>
                </a:moveTo>
                <a:lnTo>
                  <a:pt x="1353312" y="27432"/>
                </a:lnTo>
                <a:lnTo>
                  <a:pt x="1353312" y="0"/>
                </a:lnTo>
                <a:lnTo>
                  <a:pt x="1380744" y="0"/>
                </a:lnTo>
                <a:lnTo>
                  <a:pt x="1380744" y="27432"/>
                </a:lnTo>
                <a:moveTo>
                  <a:pt x="1435608" y="27432"/>
                </a:moveTo>
                <a:lnTo>
                  <a:pt x="1408176" y="27432"/>
                </a:lnTo>
                <a:lnTo>
                  <a:pt x="1408176" y="0"/>
                </a:lnTo>
                <a:lnTo>
                  <a:pt x="1435608" y="0"/>
                </a:lnTo>
                <a:lnTo>
                  <a:pt x="1435608" y="27432"/>
                </a:lnTo>
                <a:moveTo>
                  <a:pt x="1481328" y="27432"/>
                </a:moveTo>
                <a:lnTo>
                  <a:pt x="1453896" y="27432"/>
                </a:lnTo>
                <a:lnTo>
                  <a:pt x="1453896" y="0"/>
                </a:lnTo>
                <a:lnTo>
                  <a:pt x="1481328" y="0"/>
                </a:lnTo>
                <a:lnTo>
                  <a:pt x="1481328" y="27432"/>
                </a:lnTo>
                <a:moveTo>
                  <a:pt x="1536192" y="27432"/>
                </a:moveTo>
                <a:lnTo>
                  <a:pt x="1508760" y="27432"/>
                </a:lnTo>
                <a:lnTo>
                  <a:pt x="1508760" y="0"/>
                </a:lnTo>
                <a:lnTo>
                  <a:pt x="1536192" y="0"/>
                </a:lnTo>
                <a:lnTo>
                  <a:pt x="1536192" y="27432"/>
                </a:lnTo>
                <a:moveTo>
                  <a:pt x="1581912" y="27432"/>
                </a:moveTo>
                <a:lnTo>
                  <a:pt x="1554480" y="27432"/>
                </a:lnTo>
                <a:lnTo>
                  <a:pt x="1554480" y="0"/>
                </a:lnTo>
                <a:lnTo>
                  <a:pt x="1581912" y="0"/>
                </a:lnTo>
                <a:lnTo>
                  <a:pt x="1581912" y="27432"/>
                </a:lnTo>
                <a:moveTo>
                  <a:pt x="1636776" y="27432"/>
                </a:moveTo>
                <a:lnTo>
                  <a:pt x="1609344" y="27432"/>
                </a:lnTo>
                <a:lnTo>
                  <a:pt x="1609344" y="0"/>
                </a:lnTo>
                <a:lnTo>
                  <a:pt x="1636776" y="0"/>
                </a:lnTo>
                <a:lnTo>
                  <a:pt x="1636776" y="27432"/>
                </a:lnTo>
                <a:moveTo>
                  <a:pt x="1682496" y="27432"/>
                </a:moveTo>
                <a:lnTo>
                  <a:pt x="1664208" y="27432"/>
                </a:lnTo>
                <a:lnTo>
                  <a:pt x="1664208" y="0"/>
                </a:lnTo>
                <a:lnTo>
                  <a:pt x="1682496" y="0"/>
                </a:lnTo>
                <a:lnTo>
                  <a:pt x="1682496" y="27432"/>
                </a:lnTo>
                <a:moveTo>
                  <a:pt x="1737360" y="27432"/>
                </a:moveTo>
                <a:lnTo>
                  <a:pt x="1709928" y="27432"/>
                </a:lnTo>
                <a:lnTo>
                  <a:pt x="1709928" y="0"/>
                </a:lnTo>
                <a:lnTo>
                  <a:pt x="1737360" y="0"/>
                </a:lnTo>
                <a:lnTo>
                  <a:pt x="1737360" y="27432"/>
                </a:lnTo>
                <a:moveTo>
                  <a:pt x="1783080" y="27432"/>
                </a:moveTo>
                <a:lnTo>
                  <a:pt x="1764792" y="27432"/>
                </a:lnTo>
                <a:lnTo>
                  <a:pt x="1764792" y="0"/>
                </a:lnTo>
                <a:lnTo>
                  <a:pt x="1783080" y="0"/>
                </a:lnTo>
                <a:lnTo>
                  <a:pt x="1783080" y="27432"/>
                </a:lnTo>
                <a:moveTo>
                  <a:pt x="1837944" y="27432"/>
                </a:moveTo>
                <a:lnTo>
                  <a:pt x="1810512" y="27432"/>
                </a:lnTo>
                <a:lnTo>
                  <a:pt x="1810512" y="0"/>
                </a:lnTo>
                <a:lnTo>
                  <a:pt x="1837944" y="0"/>
                </a:lnTo>
                <a:lnTo>
                  <a:pt x="1837944" y="27432"/>
                </a:lnTo>
                <a:moveTo>
                  <a:pt x="1892808" y="27432"/>
                </a:moveTo>
                <a:lnTo>
                  <a:pt x="1865376" y="27432"/>
                </a:lnTo>
                <a:lnTo>
                  <a:pt x="1865376" y="0"/>
                </a:lnTo>
                <a:lnTo>
                  <a:pt x="1892808" y="0"/>
                </a:lnTo>
                <a:lnTo>
                  <a:pt x="1892808" y="27432"/>
                </a:lnTo>
                <a:moveTo>
                  <a:pt x="1938528" y="27432"/>
                </a:moveTo>
                <a:lnTo>
                  <a:pt x="1911096" y="27432"/>
                </a:lnTo>
                <a:lnTo>
                  <a:pt x="1911096" y="0"/>
                </a:lnTo>
                <a:lnTo>
                  <a:pt x="1938528" y="0"/>
                </a:lnTo>
                <a:lnTo>
                  <a:pt x="1938528" y="27432"/>
                </a:lnTo>
                <a:moveTo>
                  <a:pt x="1993392" y="27432"/>
                </a:moveTo>
                <a:lnTo>
                  <a:pt x="1965960" y="27432"/>
                </a:lnTo>
                <a:lnTo>
                  <a:pt x="1965960" y="0"/>
                </a:lnTo>
                <a:lnTo>
                  <a:pt x="1993392" y="0"/>
                </a:lnTo>
                <a:lnTo>
                  <a:pt x="1993392" y="27432"/>
                </a:lnTo>
                <a:moveTo>
                  <a:pt x="2039112" y="27432"/>
                </a:moveTo>
                <a:lnTo>
                  <a:pt x="2011680" y="27432"/>
                </a:lnTo>
                <a:lnTo>
                  <a:pt x="2011680" y="0"/>
                </a:lnTo>
                <a:lnTo>
                  <a:pt x="2039112" y="0"/>
                </a:lnTo>
                <a:lnTo>
                  <a:pt x="2039112" y="27432"/>
                </a:lnTo>
                <a:moveTo>
                  <a:pt x="2093976" y="27432"/>
                </a:moveTo>
                <a:lnTo>
                  <a:pt x="2066544" y="27432"/>
                </a:lnTo>
                <a:lnTo>
                  <a:pt x="2066544" y="0"/>
                </a:lnTo>
                <a:lnTo>
                  <a:pt x="2093976" y="0"/>
                </a:lnTo>
                <a:lnTo>
                  <a:pt x="2093976" y="27432"/>
                </a:lnTo>
                <a:moveTo>
                  <a:pt x="2139696" y="27432"/>
                </a:moveTo>
                <a:lnTo>
                  <a:pt x="2112264" y="27432"/>
                </a:lnTo>
                <a:lnTo>
                  <a:pt x="2112264" y="0"/>
                </a:lnTo>
                <a:lnTo>
                  <a:pt x="2139696" y="0"/>
                </a:lnTo>
                <a:lnTo>
                  <a:pt x="2139696" y="27432"/>
                </a:lnTo>
                <a:moveTo>
                  <a:pt x="2194560" y="27432"/>
                </a:moveTo>
                <a:lnTo>
                  <a:pt x="2167128" y="27432"/>
                </a:lnTo>
                <a:lnTo>
                  <a:pt x="2167128" y="0"/>
                </a:lnTo>
                <a:lnTo>
                  <a:pt x="2194560" y="0"/>
                </a:lnTo>
                <a:lnTo>
                  <a:pt x="2194560" y="27432"/>
                </a:lnTo>
                <a:moveTo>
                  <a:pt x="2240280" y="27432"/>
                </a:moveTo>
                <a:lnTo>
                  <a:pt x="2221992" y="27432"/>
                </a:lnTo>
                <a:lnTo>
                  <a:pt x="2221992" y="0"/>
                </a:lnTo>
                <a:lnTo>
                  <a:pt x="2240280" y="0"/>
                </a:lnTo>
                <a:lnTo>
                  <a:pt x="2240280" y="27432"/>
                </a:lnTo>
                <a:moveTo>
                  <a:pt x="2295144" y="27432"/>
                </a:moveTo>
                <a:lnTo>
                  <a:pt x="2267712" y="27432"/>
                </a:lnTo>
                <a:lnTo>
                  <a:pt x="2267712" y="0"/>
                </a:lnTo>
                <a:lnTo>
                  <a:pt x="2295144" y="0"/>
                </a:lnTo>
                <a:lnTo>
                  <a:pt x="2295144" y="27432"/>
                </a:lnTo>
                <a:moveTo>
                  <a:pt x="2340864" y="27432"/>
                </a:moveTo>
                <a:lnTo>
                  <a:pt x="2322576" y="27432"/>
                </a:lnTo>
                <a:lnTo>
                  <a:pt x="2322576" y="0"/>
                </a:lnTo>
                <a:lnTo>
                  <a:pt x="2340864" y="0"/>
                </a:lnTo>
                <a:lnTo>
                  <a:pt x="2340864" y="27432"/>
                </a:lnTo>
                <a:moveTo>
                  <a:pt x="2395728" y="27432"/>
                </a:moveTo>
                <a:lnTo>
                  <a:pt x="2368296" y="27432"/>
                </a:lnTo>
                <a:lnTo>
                  <a:pt x="2368296" y="0"/>
                </a:lnTo>
                <a:lnTo>
                  <a:pt x="2395728" y="0"/>
                </a:lnTo>
                <a:lnTo>
                  <a:pt x="2395728" y="27432"/>
                </a:lnTo>
                <a:moveTo>
                  <a:pt x="2450592" y="27432"/>
                </a:moveTo>
                <a:lnTo>
                  <a:pt x="2423160" y="27432"/>
                </a:lnTo>
                <a:lnTo>
                  <a:pt x="2423160" y="0"/>
                </a:lnTo>
                <a:lnTo>
                  <a:pt x="2450592" y="0"/>
                </a:lnTo>
                <a:lnTo>
                  <a:pt x="2450592" y="27432"/>
                </a:lnTo>
                <a:moveTo>
                  <a:pt x="2496312" y="27432"/>
                </a:moveTo>
                <a:lnTo>
                  <a:pt x="2468880" y="27432"/>
                </a:lnTo>
                <a:lnTo>
                  <a:pt x="2468880" y="0"/>
                </a:lnTo>
                <a:lnTo>
                  <a:pt x="2496312" y="0"/>
                </a:lnTo>
                <a:lnTo>
                  <a:pt x="2496312" y="27432"/>
                </a:lnTo>
                <a:moveTo>
                  <a:pt x="2551176" y="27432"/>
                </a:moveTo>
                <a:lnTo>
                  <a:pt x="2523744" y="27432"/>
                </a:lnTo>
                <a:lnTo>
                  <a:pt x="2523744" y="0"/>
                </a:lnTo>
                <a:lnTo>
                  <a:pt x="2551176" y="0"/>
                </a:lnTo>
                <a:lnTo>
                  <a:pt x="2551176" y="27432"/>
                </a:lnTo>
                <a:moveTo>
                  <a:pt x="2596896" y="27432"/>
                </a:moveTo>
                <a:lnTo>
                  <a:pt x="2569464" y="27432"/>
                </a:lnTo>
                <a:lnTo>
                  <a:pt x="2569464" y="0"/>
                </a:lnTo>
                <a:lnTo>
                  <a:pt x="2596896" y="0"/>
                </a:lnTo>
                <a:lnTo>
                  <a:pt x="2596896" y="27432"/>
                </a:lnTo>
                <a:moveTo>
                  <a:pt x="2651760" y="27432"/>
                </a:moveTo>
                <a:lnTo>
                  <a:pt x="2624328" y="27432"/>
                </a:lnTo>
                <a:lnTo>
                  <a:pt x="2624328" y="0"/>
                </a:lnTo>
                <a:lnTo>
                  <a:pt x="2651760" y="0"/>
                </a:lnTo>
                <a:lnTo>
                  <a:pt x="2651760" y="27432"/>
                </a:lnTo>
                <a:moveTo>
                  <a:pt x="2697480" y="27432"/>
                </a:moveTo>
                <a:lnTo>
                  <a:pt x="2670048" y="27432"/>
                </a:lnTo>
                <a:lnTo>
                  <a:pt x="2670048" y="0"/>
                </a:lnTo>
                <a:lnTo>
                  <a:pt x="2697480" y="0"/>
                </a:lnTo>
                <a:lnTo>
                  <a:pt x="2697480" y="27432"/>
                </a:lnTo>
                <a:moveTo>
                  <a:pt x="2752344" y="27432"/>
                </a:moveTo>
                <a:lnTo>
                  <a:pt x="2724912" y="27432"/>
                </a:lnTo>
                <a:lnTo>
                  <a:pt x="2724912" y="0"/>
                </a:lnTo>
                <a:lnTo>
                  <a:pt x="2752344" y="0"/>
                </a:lnTo>
                <a:lnTo>
                  <a:pt x="2752344" y="27432"/>
                </a:lnTo>
                <a:moveTo>
                  <a:pt x="2798064" y="27432"/>
                </a:moveTo>
                <a:lnTo>
                  <a:pt x="2779776" y="27432"/>
                </a:lnTo>
                <a:lnTo>
                  <a:pt x="2779776" y="0"/>
                </a:lnTo>
                <a:lnTo>
                  <a:pt x="2798064" y="0"/>
                </a:lnTo>
                <a:lnTo>
                  <a:pt x="2798064" y="27432"/>
                </a:lnTo>
                <a:moveTo>
                  <a:pt x="2852928" y="27432"/>
                </a:moveTo>
                <a:lnTo>
                  <a:pt x="2825496" y="27432"/>
                </a:lnTo>
                <a:lnTo>
                  <a:pt x="2825496" y="0"/>
                </a:lnTo>
                <a:lnTo>
                  <a:pt x="2852928" y="0"/>
                </a:lnTo>
                <a:lnTo>
                  <a:pt x="2852928" y="27432"/>
                </a:lnTo>
                <a:moveTo>
                  <a:pt x="2898648" y="27432"/>
                </a:moveTo>
                <a:lnTo>
                  <a:pt x="2880360" y="27432"/>
                </a:lnTo>
                <a:lnTo>
                  <a:pt x="2880360" y="0"/>
                </a:lnTo>
                <a:lnTo>
                  <a:pt x="2898648" y="0"/>
                </a:lnTo>
                <a:lnTo>
                  <a:pt x="2898648" y="27432"/>
                </a:lnTo>
                <a:moveTo>
                  <a:pt x="2953512" y="27432"/>
                </a:moveTo>
                <a:lnTo>
                  <a:pt x="2926080" y="27432"/>
                </a:lnTo>
                <a:lnTo>
                  <a:pt x="2926080" y="0"/>
                </a:lnTo>
                <a:lnTo>
                  <a:pt x="2953512" y="0"/>
                </a:lnTo>
                <a:lnTo>
                  <a:pt x="2953512" y="27432"/>
                </a:lnTo>
                <a:moveTo>
                  <a:pt x="3008376" y="27432"/>
                </a:moveTo>
                <a:lnTo>
                  <a:pt x="2980944" y="27432"/>
                </a:lnTo>
                <a:lnTo>
                  <a:pt x="2980944" y="0"/>
                </a:lnTo>
                <a:lnTo>
                  <a:pt x="3008376" y="0"/>
                </a:lnTo>
                <a:lnTo>
                  <a:pt x="3008376" y="27432"/>
                </a:lnTo>
                <a:moveTo>
                  <a:pt x="3054096" y="27432"/>
                </a:moveTo>
                <a:lnTo>
                  <a:pt x="3026664" y="27432"/>
                </a:lnTo>
                <a:lnTo>
                  <a:pt x="3026664" y="0"/>
                </a:lnTo>
                <a:lnTo>
                  <a:pt x="3054096" y="0"/>
                </a:lnTo>
                <a:lnTo>
                  <a:pt x="3054096" y="27432"/>
                </a:lnTo>
                <a:moveTo>
                  <a:pt x="3108960" y="27432"/>
                </a:moveTo>
                <a:lnTo>
                  <a:pt x="3081528" y="27432"/>
                </a:lnTo>
                <a:lnTo>
                  <a:pt x="3081528" y="0"/>
                </a:lnTo>
                <a:lnTo>
                  <a:pt x="3108960" y="0"/>
                </a:lnTo>
                <a:lnTo>
                  <a:pt x="3108960" y="27432"/>
                </a:lnTo>
                <a:moveTo>
                  <a:pt x="3136392" y="27432"/>
                </a:moveTo>
                <a:lnTo>
                  <a:pt x="3127248" y="27432"/>
                </a:lnTo>
                <a:lnTo>
                  <a:pt x="3127248" y="0"/>
                </a:lnTo>
                <a:lnTo>
                  <a:pt x="3154680" y="0"/>
                </a:lnTo>
                <a:lnTo>
                  <a:pt x="3163824" y="18288"/>
                </a:lnTo>
                <a:lnTo>
                  <a:pt x="3136392" y="27432"/>
                </a:lnTo>
                <a:lnTo>
                  <a:pt x="3136392" y="27432"/>
                </a:lnTo>
                <a:moveTo>
                  <a:pt x="3163824" y="73152"/>
                </a:moveTo>
                <a:lnTo>
                  <a:pt x="3145536" y="54864"/>
                </a:lnTo>
                <a:lnTo>
                  <a:pt x="3172968" y="36576"/>
                </a:lnTo>
                <a:lnTo>
                  <a:pt x="3182112" y="64008"/>
                </a:lnTo>
                <a:lnTo>
                  <a:pt x="3163824" y="73152"/>
                </a:lnTo>
                <a:moveTo>
                  <a:pt x="3182112" y="118872"/>
                </a:moveTo>
                <a:lnTo>
                  <a:pt x="3172968" y="100584"/>
                </a:lnTo>
                <a:lnTo>
                  <a:pt x="3191256" y="82296"/>
                </a:lnTo>
                <a:lnTo>
                  <a:pt x="3209544" y="109728"/>
                </a:lnTo>
                <a:lnTo>
                  <a:pt x="3182112" y="118872"/>
                </a:lnTo>
                <a:moveTo>
                  <a:pt x="3209544" y="164592"/>
                </a:moveTo>
                <a:lnTo>
                  <a:pt x="3191256" y="146304"/>
                </a:lnTo>
                <a:lnTo>
                  <a:pt x="3218688" y="128016"/>
                </a:lnTo>
                <a:lnTo>
                  <a:pt x="3227832" y="155448"/>
                </a:lnTo>
                <a:lnTo>
                  <a:pt x="3209544" y="164592"/>
                </a:lnTo>
                <a:moveTo>
                  <a:pt x="3227832" y="210312"/>
                </a:moveTo>
                <a:lnTo>
                  <a:pt x="3218688" y="192024"/>
                </a:lnTo>
                <a:lnTo>
                  <a:pt x="3236976" y="173736"/>
                </a:lnTo>
                <a:lnTo>
                  <a:pt x="3246120" y="201168"/>
                </a:lnTo>
                <a:lnTo>
                  <a:pt x="3227832" y="210312"/>
                </a:lnTo>
                <a:moveTo>
                  <a:pt x="3246120" y="256032"/>
                </a:moveTo>
                <a:lnTo>
                  <a:pt x="3236976" y="228600"/>
                </a:lnTo>
                <a:lnTo>
                  <a:pt x="3264408" y="219456"/>
                </a:lnTo>
                <a:lnTo>
                  <a:pt x="3273552" y="246888"/>
                </a:lnTo>
                <a:lnTo>
                  <a:pt x="3246120" y="256032"/>
                </a:lnTo>
                <a:moveTo>
                  <a:pt x="3273552" y="301752"/>
                </a:moveTo>
                <a:lnTo>
                  <a:pt x="3264408" y="274320"/>
                </a:lnTo>
                <a:lnTo>
                  <a:pt x="3282696" y="265176"/>
                </a:lnTo>
                <a:lnTo>
                  <a:pt x="3291840" y="292608"/>
                </a:lnTo>
                <a:lnTo>
                  <a:pt x="3273552" y="301752"/>
                </a:lnTo>
                <a:moveTo>
                  <a:pt x="3291840" y="347472"/>
                </a:moveTo>
                <a:lnTo>
                  <a:pt x="3282696" y="320040"/>
                </a:lnTo>
                <a:lnTo>
                  <a:pt x="3310128" y="310896"/>
                </a:lnTo>
                <a:lnTo>
                  <a:pt x="3319272" y="338328"/>
                </a:lnTo>
                <a:lnTo>
                  <a:pt x="3291840" y="347472"/>
                </a:lnTo>
                <a:moveTo>
                  <a:pt x="3319272" y="393192"/>
                </a:moveTo>
                <a:lnTo>
                  <a:pt x="3310128" y="365760"/>
                </a:lnTo>
                <a:lnTo>
                  <a:pt x="3328416" y="356616"/>
                </a:lnTo>
                <a:lnTo>
                  <a:pt x="3337560" y="384048"/>
                </a:lnTo>
                <a:lnTo>
                  <a:pt x="3319272" y="393192"/>
                </a:lnTo>
                <a:moveTo>
                  <a:pt x="3328416" y="411480"/>
                </a:moveTo>
                <a:lnTo>
                  <a:pt x="3355848" y="402336"/>
                </a:lnTo>
                <a:lnTo>
                  <a:pt x="3355848" y="402336"/>
                </a:lnTo>
                <a:lnTo>
                  <a:pt x="3355848" y="402336"/>
                </a:lnTo>
                <a:lnTo>
                  <a:pt x="3355848" y="429768"/>
                </a:lnTo>
                <a:lnTo>
                  <a:pt x="3337560" y="429768"/>
                </a:lnTo>
                <a:lnTo>
                  <a:pt x="3328416" y="411480"/>
                </a:lnTo>
                <a:moveTo>
                  <a:pt x="3410712" y="429768"/>
                </a:moveTo>
                <a:lnTo>
                  <a:pt x="3383280" y="429768"/>
                </a:lnTo>
                <a:lnTo>
                  <a:pt x="3383280" y="402336"/>
                </a:lnTo>
                <a:lnTo>
                  <a:pt x="3410712" y="402336"/>
                </a:lnTo>
                <a:lnTo>
                  <a:pt x="3410712" y="429768"/>
                </a:lnTo>
                <a:moveTo>
                  <a:pt x="3456432" y="429768"/>
                </a:moveTo>
                <a:lnTo>
                  <a:pt x="3438144" y="429768"/>
                </a:lnTo>
                <a:lnTo>
                  <a:pt x="3438144" y="402336"/>
                </a:lnTo>
                <a:lnTo>
                  <a:pt x="3456432" y="402336"/>
                </a:lnTo>
                <a:lnTo>
                  <a:pt x="3456432" y="429768"/>
                </a:lnTo>
                <a:moveTo>
                  <a:pt x="3511296" y="429768"/>
                </a:moveTo>
                <a:lnTo>
                  <a:pt x="3483864" y="429768"/>
                </a:lnTo>
                <a:lnTo>
                  <a:pt x="3483864" y="402336"/>
                </a:lnTo>
                <a:lnTo>
                  <a:pt x="3511296" y="402336"/>
                </a:lnTo>
                <a:lnTo>
                  <a:pt x="3511296" y="429768"/>
                </a:lnTo>
                <a:moveTo>
                  <a:pt x="3557016" y="429768"/>
                </a:moveTo>
                <a:lnTo>
                  <a:pt x="3538728" y="429768"/>
                </a:lnTo>
                <a:lnTo>
                  <a:pt x="3538728" y="402336"/>
                </a:lnTo>
                <a:lnTo>
                  <a:pt x="3557016" y="402336"/>
                </a:lnTo>
                <a:lnTo>
                  <a:pt x="3557016" y="429768"/>
                </a:lnTo>
                <a:moveTo>
                  <a:pt x="3611880" y="429768"/>
                </a:moveTo>
                <a:lnTo>
                  <a:pt x="3584448" y="429768"/>
                </a:lnTo>
                <a:lnTo>
                  <a:pt x="3584448" y="402336"/>
                </a:lnTo>
                <a:lnTo>
                  <a:pt x="3611880" y="402336"/>
                </a:lnTo>
                <a:lnTo>
                  <a:pt x="3611880" y="429768"/>
                </a:lnTo>
                <a:moveTo>
                  <a:pt x="3657600" y="429768"/>
                </a:moveTo>
                <a:lnTo>
                  <a:pt x="3639312" y="429768"/>
                </a:lnTo>
                <a:lnTo>
                  <a:pt x="3639312" y="402336"/>
                </a:lnTo>
                <a:lnTo>
                  <a:pt x="3657600" y="402336"/>
                </a:lnTo>
                <a:lnTo>
                  <a:pt x="3657600" y="429768"/>
                </a:lnTo>
                <a:moveTo>
                  <a:pt x="3712464" y="429768"/>
                </a:moveTo>
                <a:lnTo>
                  <a:pt x="3685032" y="429768"/>
                </a:lnTo>
                <a:lnTo>
                  <a:pt x="3685032" y="402336"/>
                </a:lnTo>
                <a:lnTo>
                  <a:pt x="3712464" y="402336"/>
                </a:lnTo>
                <a:lnTo>
                  <a:pt x="3712464" y="429768"/>
                </a:lnTo>
                <a:moveTo>
                  <a:pt x="3758184" y="429768"/>
                </a:moveTo>
                <a:lnTo>
                  <a:pt x="3739896" y="429768"/>
                </a:lnTo>
                <a:lnTo>
                  <a:pt x="3739896" y="402336"/>
                </a:lnTo>
                <a:lnTo>
                  <a:pt x="3758184" y="402336"/>
                </a:lnTo>
                <a:lnTo>
                  <a:pt x="3758184" y="429768"/>
                </a:lnTo>
                <a:moveTo>
                  <a:pt x="3813048" y="429768"/>
                </a:moveTo>
                <a:lnTo>
                  <a:pt x="3785616" y="429768"/>
                </a:lnTo>
                <a:lnTo>
                  <a:pt x="3785616" y="402336"/>
                </a:lnTo>
                <a:lnTo>
                  <a:pt x="3813048" y="402336"/>
                </a:lnTo>
                <a:lnTo>
                  <a:pt x="3813048" y="429768"/>
                </a:lnTo>
                <a:moveTo>
                  <a:pt x="3858768" y="429768"/>
                </a:moveTo>
                <a:lnTo>
                  <a:pt x="3840480" y="429768"/>
                </a:lnTo>
                <a:lnTo>
                  <a:pt x="3840480" y="402336"/>
                </a:lnTo>
                <a:lnTo>
                  <a:pt x="3858768" y="402336"/>
                </a:lnTo>
                <a:lnTo>
                  <a:pt x="3858768" y="429768"/>
                </a:lnTo>
                <a:moveTo>
                  <a:pt x="3913632" y="429768"/>
                </a:moveTo>
                <a:lnTo>
                  <a:pt x="3886200" y="429768"/>
                </a:lnTo>
                <a:lnTo>
                  <a:pt x="3886200" y="402336"/>
                </a:lnTo>
                <a:lnTo>
                  <a:pt x="3913632" y="402336"/>
                </a:lnTo>
                <a:lnTo>
                  <a:pt x="3913632" y="429768"/>
                </a:lnTo>
                <a:moveTo>
                  <a:pt x="3959352" y="429768"/>
                </a:moveTo>
                <a:lnTo>
                  <a:pt x="3941064" y="429768"/>
                </a:lnTo>
                <a:lnTo>
                  <a:pt x="3941064" y="402336"/>
                </a:lnTo>
                <a:lnTo>
                  <a:pt x="3959352" y="402336"/>
                </a:lnTo>
                <a:lnTo>
                  <a:pt x="3959352" y="429768"/>
                </a:lnTo>
                <a:moveTo>
                  <a:pt x="4014216" y="429768"/>
                </a:moveTo>
                <a:lnTo>
                  <a:pt x="3986784" y="429768"/>
                </a:lnTo>
                <a:lnTo>
                  <a:pt x="3986784" y="402336"/>
                </a:lnTo>
                <a:lnTo>
                  <a:pt x="4014216" y="402336"/>
                </a:lnTo>
                <a:lnTo>
                  <a:pt x="4014216" y="429768"/>
                </a:lnTo>
                <a:moveTo>
                  <a:pt x="4059936" y="429768"/>
                </a:moveTo>
                <a:lnTo>
                  <a:pt x="4041648" y="429768"/>
                </a:lnTo>
                <a:lnTo>
                  <a:pt x="4041648" y="402336"/>
                </a:lnTo>
                <a:lnTo>
                  <a:pt x="4059936" y="402336"/>
                </a:lnTo>
                <a:lnTo>
                  <a:pt x="4059936" y="429768"/>
                </a:lnTo>
                <a:moveTo>
                  <a:pt x="4114800" y="429768"/>
                </a:moveTo>
                <a:lnTo>
                  <a:pt x="4087368" y="429768"/>
                </a:lnTo>
                <a:lnTo>
                  <a:pt x="4087368" y="402336"/>
                </a:lnTo>
                <a:lnTo>
                  <a:pt x="4114800" y="402336"/>
                </a:lnTo>
                <a:lnTo>
                  <a:pt x="4114800" y="429768"/>
                </a:lnTo>
                <a:moveTo>
                  <a:pt x="4160520" y="429768"/>
                </a:moveTo>
                <a:lnTo>
                  <a:pt x="4142232" y="429768"/>
                </a:lnTo>
                <a:lnTo>
                  <a:pt x="4142232" y="402336"/>
                </a:lnTo>
                <a:lnTo>
                  <a:pt x="4160520" y="402336"/>
                </a:lnTo>
                <a:lnTo>
                  <a:pt x="4160520" y="429768"/>
                </a:lnTo>
                <a:moveTo>
                  <a:pt x="4215384" y="429768"/>
                </a:moveTo>
                <a:lnTo>
                  <a:pt x="4187952" y="429768"/>
                </a:lnTo>
                <a:lnTo>
                  <a:pt x="4187952" y="402336"/>
                </a:lnTo>
                <a:lnTo>
                  <a:pt x="4215384" y="402336"/>
                </a:lnTo>
                <a:lnTo>
                  <a:pt x="4215384" y="429768"/>
                </a:lnTo>
                <a:moveTo>
                  <a:pt x="4261104" y="429768"/>
                </a:moveTo>
                <a:lnTo>
                  <a:pt x="4242816" y="429768"/>
                </a:lnTo>
                <a:lnTo>
                  <a:pt x="4242816" y="402336"/>
                </a:lnTo>
                <a:lnTo>
                  <a:pt x="4261104" y="402336"/>
                </a:lnTo>
                <a:lnTo>
                  <a:pt x="4261104" y="429768"/>
                </a:lnTo>
                <a:moveTo>
                  <a:pt x="4315968" y="429768"/>
                </a:moveTo>
                <a:lnTo>
                  <a:pt x="4288536" y="429768"/>
                </a:lnTo>
                <a:lnTo>
                  <a:pt x="4288536" y="402336"/>
                </a:lnTo>
                <a:lnTo>
                  <a:pt x="4315968" y="402336"/>
                </a:lnTo>
                <a:lnTo>
                  <a:pt x="4315968" y="429768"/>
                </a:lnTo>
                <a:moveTo>
                  <a:pt x="4361688" y="429768"/>
                </a:moveTo>
                <a:lnTo>
                  <a:pt x="4343400" y="429768"/>
                </a:lnTo>
                <a:lnTo>
                  <a:pt x="4343400" y="402336"/>
                </a:lnTo>
                <a:lnTo>
                  <a:pt x="4361688" y="402336"/>
                </a:lnTo>
                <a:lnTo>
                  <a:pt x="4361688" y="429768"/>
                </a:lnTo>
                <a:moveTo>
                  <a:pt x="4416552" y="429768"/>
                </a:moveTo>
                <a:lnTo>
                  <a:pt x="4389120" y="429768"/>
                </a:lnTo>
                <a:lnTo>
                  <a:pt x="4389120" y="402336"/>
                </a:lnTo>
                <a:lnTo>
                  <a:pt x="4416552" y="402336"/>
                </a:lnTo>
                <a:lnTo>
                  <a:pt x="4416552" y="429768"/>
                </a:lnTo>
                <a:moveTo>
                  <a:pt x="4462272" y="429768"/>
                </a:moveTo>
                <a:lnTo>
                  <a:pt x="4443984" y="429768"/>
                </a:lnTo>
                <a:lnTo>
                  <a:pt x="4443984" y="402336"/>
                </a:lnTo>
                <a:lnTo>
                  <a:pt x="4462272" y="402336"/>
                </a:lnTo>
                <a:lnTo>
                  <a:pt x="4462272" y="429768"/>
                </a:lnTo>
                <a:moveTo>
                  <a:pt x="4517136" y="429768"/>
                </a:moveTo>
                <a:lnTo>
                  <a:pt x="4489704" y="429768"/>
                </a:lnTo>
                <a:lnTo>
                  <a:pt x="4489704" y="402336"/>
                </a:lnTo>
                <a:lnTo>
                  <a:pt x="4517136" y="402336"/>
                </a:lnTo>
                <a:lnTo>
                  <a:pt x="4517136" y="429768"/>
                </a:lnTo>
                <a:moveTo>
                  <a:pt x="4562856" y="429768"/>
                </a:moveTo>
                <a:lnTo>
                  <a:pt x="4544568" y="429768"/>
                </a:lnTo>
                <a:lnTo>
                  <a:pt x="4544568" y="402336"/>
                </a:lnTo>
                <a:lnTo>
                  <a:pt x="4562856" y="402336"/>
                </a:lnTo>
                <a:lnTo>
                  <a:pt x="4562856" y="429768"/>
                </a:lnTo>
                <a:moveTo>
                  <a:pt x="4617720" y="429768"/>
                </a:moveTo>
                <a:lnTo>
                  <a:pt x="4590288" y="429768"/>
                </a:lnTo>
                <a:lnTo>
                  <a:pt x="4590288" y="402336"/>
                </a:lnTo>
                <a:lnTo>
                  <a:pt x="4617720" y="402336"/>
                </a:lnTo>
                <a:lnTo>
                  <a:pt x="4617720" y="429768"/>
                </a:lnTo>
                <a:moveTo>
                  <a:pt x="4663440" y="429768"/>
                </a:moveTo>
                <a:lnTo>
                  <a:pt x="4645152" y="429768"/>
                </a:lnTo>
                <a:lnTo>
                  <a:pt x="4645152" y="402336"/>
                </a:lnTo>
                <a:lnTo>
                  <a:pt x="4663440" y="402336"/>
                </a:lnTo>
                <a:lnTo>
                  <a:pt x="4663440" y="429768"/>
                </a:lnTo>
                <a:moveTo>
                  <a:pt x="4709160" y="429768"/>
                </a:moveTo>
                <a:lnTo>
                  <a:pt x="4690872" y="429768"/>
                </a:lnTo>
                <a:lnTo>
                  <a:pt x="4690872" y="402336"/>
                </a:lnTo>
                <a:lnTo>
                  <a:pt x="4709160" y="402336"/>
                </a:lnTo>
                <a:lnTo>
                  <a:pt x="4709160" y="429768"/>
                </a:lnTo>
              </a:path>
            </a:pathLst>
          </a:custGeom>
          <a:gradFill>
            <a:gsLst>
              <a:gs pos="100000">
                <a:schemeClr val="accent2">
                  <a:lumMod val="20000"/>
                  <a:lumOff val="80000"/>
                </a:schemeClr>
              </a:gs>
              <a:gs pos="0">
                <a:schemeClr val="accent2"/>
              </a:gs>
            </a:gsLst>
            <a:lin ang="10800000" scaled="0"/>
          </a:gradFill>
          <a:ln w="25400">
            <a:no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sz="1350"/>
          </a:p>
        </p:txBody>
      </p:sp>
      <p:sp>
        <p:nvSpPr>
          <p:cNvPr id="45" name="对象4"/>
          <p:cNvSpPr/>
          <p:nvPr>
            <p:custDataLst>
              <p:tags r:id="rId4"/>
            </p:custDataLst>
          </p:nvPr>
        </p:nvSpPr>
        <p:spPr>
          <a:xfrm>
            <a:off x="543297" y="2252853"/>
            <a:ext cx="3803881" cy="678942"/>
          </a:xfrm>
          <a:custGeom>
            <a:avLst/>
            <a:gdLst/>
            <a:ahLst/>
            <a:cxnLst/>
            <a:rect l="l" t="t" r="r" b="b"/>
            <a:pathLst>
              <a:path w="4663440" h="905256">
                <a:moveTo>
                  <a:pt x="9144" y="27432"/>
                </a:moveTo>
                <a:lnTo>
                  <a:pt x="0" y="27432"/>
                </a:lnTo>
                <a:lnTo>
                  <a:pt x="0" y="0"/>
                </a:lnTo>
                <a:lnTo>
                  <a:pt x="9144" y="0"/>
                </a:lnTo>
                <a:lnTo>
                  <a:pt x="9144" y="27432"/>
                </a:lnTo>
                <a:moveTo>
                  <a:pt x="64008" y="27432"/>
                </a:moveTo>
                <a:lnTo>
                  <a:pt x="36576" y="27432"/>
                </a:lnTo>
                <a:lnTo>
                  <a:pt x="36576" y="0"/>
                </a:lnTo>
                <a:lnTo>
                  <a:pt x="64008" y="0"/>
                </a:lnTo>
                <a:lnTo>
                  <a:pt x="64008" y="27432"/>
                </a:lnTo>
                <a:moveTo>
                  <a:pt x="109728" y="27432"/>
                </a:moveTo>
                <a:lnTo>
                  <a:pt x="91440" y="27432"/>
                </a:lnTo>
                <a:lnTo>
                  <a:pt x="91440" y="0"/>
                </a:lnTo>
                <a:lnTo>
                  <a:pt x="109728" y="0"/>
                </a:lnTo>
                <a:lnTo>
                  <a:pt x="109728" y="27432"/>
                </a:lnTo>
                <a:moveTo>
                  <a:pt x="164592" y="27432"/>
                </a:moveTo>
                <a:lnTo>
                  <a:pt x="137160" y="27432"/>
                </a:lnTo>
                <a:lnTo>
                  <a:pt x="137160" y="0"/>
                </a:lnTo>
                <a:lnTo>
                  <a:pt x="164592" y="0"/>
                </a:lnTo>
                <a:lnTo>
                  <a:pt x="164592" y="27432"/>
                </a:lnTo>
                <a:moveTo>
                  <a:pt x="219456" y="27432"/>
                </a:moveTo>
                <a:lnTo>
                  <a:pt x="192024" y="27432"/>
                </a:lnTo>
                <a:lnTo>
                  <a:pt x="192024" y="0"/>
                </a:lnTo>
                <a:lnTo>
                  <a:pt x="219456" y="0"/>
                </a:lnTo>
                <a:lnTo>
                  <a:pt x="219456" y="27432"/>
                </a:lnTo>
                <a:moveTo>
                  <a:pt x="265176" y="27432"/>
                </a:moveTo>
                <a:lnTo>
                  <a:pt x="237744" y="27432"/>
                </a:lnTo>
                <a:lnTo>
                  <a:pt x="237744" y="0"/>
                </a:lnTo>
                <a:lnTo>
                  <a:pt x="265176" y="0"/>
                </a:lnTo>
                <a:lnTo>
                  <a:pt x="265176" y="27432"/>
                </a:lnTo>
                <a:moveTo>
                  <a:pt x="320040" y="27432"/>
                </a:moveTo>
                <a:lnTo>
                  <a:pt x="292608" y="27432"/>
                </a:lnTo>
                <a:lnTo>
                  <a:pt x="292608" y="0"/>
                </a:lnTo>
                <a:lnTo>
                  <a:pt x="320040" y="0"/>
                </a:lnTo>
                <a:lnTo>
                  <a:pt x="320040" y="27432"/>
                </a:lnTo>
                <a:moveTo>
                  <a:pt x="365760" y="27432"/>
                </a:moveTo>
                <a:lnTo>
                  <a:pt x="338328" y="27432"/>
                </a:lnTo>
                <a:lnTo>
                  <a:pt x="338328" y="0"/>
                </a:lnTo>
                <a:lnTo>
                  <a:pt x="365760" y="0"/>
                </a:lnTo>
                <a:lnTo>
                  <a:pt x="365760" y="27432"/>
                </a:lnTo>
                <a:moveTo>
                  <a:pt x="420624" y="27432"/>
                </a:moveTo>
                <a:lnTo>
                  <a:pt x="393192" y="27432"/>
                </a:lnTo>
                <a:lnTo>
                  <a:pt x="393192" y="0"/>
                </a:lnTo>
                <a:lnTo>
                  <a:pt x="420624" y="0"/>
                </a:lnTo>
                <a:lnTo>
                  <a:pt x="420624" y="27432"/>
                </a:lnTo>
                <a:moveTo>
                  <a:pt x="466344" y="27432"/>
                </a:moveTo>
                <a:lnTo>
                  <a:pt x="448056" y="27432"/>
                </a:lnTo>
                <a:lnTo>
                  <a:pt x="448056" y="0"/>
                </a:lnTo>
                <a:lnTo>
                  <a:pt x="466344" y="0"/>
                </a:lnTo>
                <a:lnTo>
                  <a:pt x="466344" y="27432"/>
                </a:lnTo>
                <a:moveTo>
                  <a:pt x="521208" y="27432"/>
                </a:moveTo>
                <a:lnTo>
                  <a:pt x="493776" y="27432"/>
                </a:lnTo>
                <a:lnTo>
                  <a:pt x="493776" y="0"/>
                </a:lnTo>
                <a:lnTo>
                  <a:pt x="521208" y="0"/>
                </a:lnTo>
                <a:lnTo>
                  <a:pt x="521208" y="27432"/>
                </a:lnTo>
                <a:moveTo>
                  <a:pt x="566928" y="27432"/>
                </a:moveTo>
                <a:lnTo>
                  <a:pt x="548640" y="27432"/>
                </a:lnTo>
                <a:lnTo>
                  <a:pt x="548640" y="0"/>
                </a:lnTo>
                <a:lnTo>
                  <a:pt x="566928" y="0"/>
                </a:lnTo>
                <a:lnTo>
                  <a:pt x="566928" y="27432"/>
                </a:lnTo>
                <a:moveTo>
                  <a:pt x="621792" y="27432"/>
                </a:moveTo>
                <a:lnTo>
                  <a:pt x="594360" y="27432"/>
                </a:lnTo>
                <a:lnTo>
                  <a:pt x="594360" y="0"/>
                </a:lnTo>
                <a:lnTo>
                  <a:pt x="621792" y="0"/>
                </a:lnTo>
                <a:lnTo>
                  <a:pt x="621792" y="27432"/>
                </a:lnTo>
                <a:moveTo>
                  <a:pt x="667512" y="27432"/>
                </a:moveTo>
                <a:lnTo>
                  <a:pt x="649224" y="27432"/>
                </a:lnTo>
                <a:lnTo>
                  <a:pt x="649224" y="0"/>
                </a:lnTo>
                <a:lnTo>
                  <a:pt x="667512" y="0"/>
                </a:lnTo>
                <a:lnTo>
                  <a:pt x="667512" y="27432"/>
                </a:lnTo>
                <a:moveTo>
                  <a:pt x="722376" y="27432"/>
                </a:moveTo>
                <a:lnTo>
                  <a:pt x="694944" y="27432"/>
                </a:lnTo>
                <a:lnTo>
                  <a:pt x="694944" y="0"/>
                </a:lnTo>
                <a:lnTo>
                  <a:pt x="722376" y="0"/>
                </a:lnTo>
                <a:lnTo>
                  <a:pt x="722376" y="27432"/>
                </a:lnTo>
                <a:moveTo>
                  <a:pt x="777240" y="27432"/>
                </a:moveTo>
                <a:lnTo>
                  <a:pt x="749808" y="27432"/>
                </a:lnTo>
                <a:lnTo>
                  <a:pt x="749808" y="0"/>
                </a:lnTo>
                <a:lnTo>
                  <a:pt x="777240" y="0"/>
                </a:lnTo>
                <a:lnTo>
                  <a:pt x="777240" y="27432"/>
                </a:lnTo>
                <a:moveTo>
                  <a:pt x="822960" y="27432"/>
                </a:moveTo>
                <a:lnTo>
                  <a:pt x="795528" y="27432"/>
                </a:lnTo>
                <a:lnTo>
                  <a:pt x="795528" y="0"/>
                </a:lnTo>
                <a:lnTo>
                  <a:pt x="822960" y="0"/>
                </a:lnTo>
                <a:lnTo>
                  <a:pt x="822960" y="27432"/>
                </a:lnTo>
                <a:moveTo>
                  <a:pt x="877824" y="27432"/>
                </a:moveTo>
                <a:lnTo>
                  <a:pt x="850392" y="27432"/>
                </a:lnTo>
                <a:lnTo>
                  <a:pt x="850392" y="0"/>
                </a:lnTo>
                <a:lnTo>
                  <a:pt x="877824" y="0"/>
                </a:lnTo>
                <a:lnTo>
                  <a:pt x="877824" y="27432"/>
                </a:lnTo>
                <a:moveTo>
                  <a:pt x="923544" y="27432"/>
                </a:moveTo>
                <a:lnTo>
                  <a:pt x="896112" y="27432"/>
                </a:lnTo>
                <a:lnTo>
                  <a:pt x="896112" y="0"/>
                </a:lnTo>
                <a:lnTo>
                  <a:pt x="923544" y="0"/>
                </a:lnTo>
                <a:lnTo>
                  <a:pt x="923544" y="27432"/>
                </a:lnTo>
                <a:moveTo>
                  <a:pt x="978408" y="27432"/>
                </a:moveTo>
                <a:lnTo>
                  <a:pt x="950976" y="27432"/>
                </a:lnTo>
                <a:lnTo>
                  <a:pt x="950976" y="0"/>
                </a:lnTo>
                <a:lnTo>
                  <a:pt x="978408" y="0"/>
                </a:lnTo>
                <a:lnTo>
                  <a:pt x="978408" y="27432"/>
                </a:lnTo>
                <a:moveTo>
                  <a:pt x="1024128" y="27432"/>
                </a:moveTo>
                <a:lnTo>
                  <a:pt x="1005840" y="27432"/>
                </a:lnTo>
                <a:lnTo>
                  <a:pt x="1005840" y="0"/>
                </a:lnTo>
                <a:lnTo>
                  <a:pt x="1024128" y="0"/>
                </a:lnTo>
                <a:lnTo>
                  <a:pt x="1024128" y="27432"/>
                </a:lnTo>
                <a:moveTo>
                  <a:pt x="1078992" y="27432"/>
                </a:moveTo>
                <a:lnTo>
                  <a:pt x="1051560" y="27432"/>
                </a:lnTo>
                <a:lnTo>
                  <a:pt x="1051560" y="0"/>
                </a:lnTo>
                <a:lnTo>
                  <a:pt x="1078992" y="0"/>
                </a:lnTo>
                <a:lnTo>
                  <a:pt x="1078992" y="27432"/>
                </a:lnTo>
                <a:moveTo>
                  <a:pt x="1124712" y="27432"/>
                </a:moveTo>
                <a:lnTo>
                  <a:pt x="1106424" y="27432"/>
                </a:lnTo>
                <a:lnTo>
                  <a:pt x="1106424" y="0"/>
                </a:lnTo>
                <a:lnTo>
                  <a:pt x="1124712" y="0"/>
                </a:lnTo>
                <a:lnTo>
                  <a:pt x="1124712" y="27432"/>
                </a:lnTo>
                <a:moveTo>
                  <a:pt x="1179576" y="27432"/>
                </a:moveTo>
                <a:lnTo>
                  <a:pt x="1152144" y="27432"/>
                </a:lnTo>
                <a:lnTo>
                  <a:pt x="1152144" y="0"/>
                </a:lnTo>
                <a:lnTo>
                  <a:pt x="1179576" y="0"/>
                </a:lnTo>
                <a:lnTo>
                  <a:pt x="1179576" y="27432"/>
                </a:lnTo>
                <a:moveTo>
                  <a:pt x="1225296" y="27432"/>
                </a:moveTo>
                <a:lnTo>
                  <a:pt x="1207008" y="27432"/>
                </a:lnTo>
                <a:lnTo>
                  <a:pt x="1207008" y="0"/>
                </a:lnTo>
                <a:lnTo>
                  <a:pt x="1225296" y="0"/>
                </a:lnTo>
                <a:lnTo>
                  <a:pt x="1225296" y="27432"/>
                </a:lnTo>
                <a:moveTo>
                  <a:pt x="1280160" y="27432"/>
                </a:moveTo>
                <a:lnTo>
                  <a:pt x="1252728" y="27432"/>
                </a:lnTo>
                <a:lnTo>
                  <a:pt x="1252728" y="0"/>
                </a:lnTo>
                <a:lnTo>
                  <a:pt x="1280160" y="0"/>
                </a:lnTo>
                <a:lnTo>
                  <a:pt x="1280160" y="27432"/>
                </a:lnTo>
                <a:moveTo>
                  <a:pt x="1335024" y="27432"/>
                </a:moveTo>
                <a:lnTo>
                  <a:pt x="1307592" y="27432"/>
                </a:lnTo>
                <a:lnTo>
                  <a:pt x="1307592" y="0"/>
                </a:lnTo>
                <a:lnTo>
                  <a:pt x="1335024" y="0"/>
                </a:lnTo>
                <a:lnTo>
                  <a:pt x="1335024" y="27432"/>
                </a:lnTo>
                <a:moveTo>
                  <a:pt x="1380744" y="27432"/>
                </a:moveTo>
                <a:lnTo>
                  <a:pt x="1353312" y="27432"/>
                </a:lnTo>
                <a:lnTo>
                  <a:pt x="1353312" y="0"/>
                </a:lnTo>
                <a:lnTo>
                  <a:pt x="1380744" y="0"/>
                </a:lnTo>
                <a:lnTo>
                  <a:pt x="1380744" y="27432"/>
                </a:lnTo>
                <a:moveTo>
                  <a:pt x="1435608" y="27432"/>
                </a:moveTo>
                <a:lnTo>
                  <a:pt x="1408176" y="27432"/>
                </a:lnTo>
                <a:lnTo>
                  <a:pt x="1408176" y="0"/>
                </a:lnTo>
                <a:lnTo>
                  <a:pt x="1435608" y="0"/>
                </a:lnTo>
                <a:lnTo>
                  <a:pt x="1435608" y="27432"/>
                </a:lnTo>
                <a:moveTo>
                  <a:pt x="1481328" y="27432"/>
                </a:moveTo>
                <a:lnTo>
                  <a:pt x="1453896" y="27432"/>
                </a:lnTo>
                <a:lnTo>
                  <a:pt x="1453896" y="0"/>
                </a:lnTo>
                <a:lnTo>
                  <a:pt x="1481328" y="0"/>
                </a:lnTo>
                <a:lnTo>
                  <a:pt x="1481328" y="27432"/>
                </a:lnTo>
                <a:moveTo>
                  <a:pt x="1536192" y="27432"/>
                </a:moveTo>
                <a:lnTo>
                  <a:pt x="1508760" y="27432"/>
                </a:lnTo>
                <a:lnTo>
                  <a:pt x="1508760" y="0"/>
                </a:lnTo>
                <a:lnTo>
                  <a:pt x="1536192" y="0"/>
                </a:lnTo>
                <a:lnTo>
                  <a:pt x="1536192" y="27432"/>
                </a:lnTo>
                <a:moveTo>
                  <a:pt x="1581912" y="27432"/>
                </a:moveTo>
                <a:lnTo>
                  <a:pt x="1554480" y="27432"/>
                </a:lnTo>
                <a:lnTo>
                  <a:pt x="1554480" y="0"/>
                </a:lnTo>
                <a:lnTo>
                  <a:pt x="1581912" y="0"/>
                </a:lnTo>
                <a:lnTo>
                  <a:pt x="1581912" y="27432"/>
                </a:lnTo>
                <a:moveTo>
                  <a:pt x="1636776" y="27432"/>
                </a:moveTo>
                <a:lnTo>
                  <a:pt x="1609344" y="27432"/>
                </a:lnTo>
                <a:lnTo>
                  <a:pt x="1609344" y="0"/>
                </a:lnTo>
                <a:lnTo>
                  <a:pt x="1636776" y="0"/>
                </a:lnTo>
                <a:lnTo>
                  <a:pt x="1636776" y="27432"/>
                </a:lnTo>
                <a:moveTo>
                  <a:pt x="1682496" y="27432"/>
                </a:moveTo>
                <a:lnTo>
                  <a:pt x="1664208" y="27432"/>
                </a:lnTo>
                <a:lnTo>
                  <a:pt x="1664208" y="0"/>
                </a:lnTo>
                <a:lnTo>
                  <a:pt x="1682496" y="0"/>
                </a:lnTo>
                <a:lnTo>
                  <a:pt x="1682496" y="27432"/>
                </a:lnTo>
                <a:moveTo>
                  <a:pt x="1737360" y="27432"/>
                </a:moveTo>
                <a:lnTo>
                  <a:pt x="1709928" y="27432"/>
                </a:lnTo>
                <a:lnTo>
                  <a:pt x="1709928" y="0"/>
                </a:lnTo>
                <a:lnTo>
                  <a:pt x="1737360" y="0"/>
                </a:lnTo>
                <a:lnTo>
                  <a:pt x="1737360" y="27432"/>
                </a:lnTo>
                <a:moveTo>
                  <a:pt x="1783080" y="27432"/>
                </a:moveTo>
                <a:lnTo>
                  <a:pt x="1764792" y="27432"/>
                </a:lnTo>
                <a:lnTo>
                  <a:pt x="1764792" y="0"/>
                </a:lnTo>
                <a:lnTo>
                  <a:pt x="1783080" y="0"/>
                </a:lnTo>
                <a:lnTo>
                  <a:pt x="1783080" y="27432"/>
                </a:lnTo>
                <a:moveTo>
                  <a:pt x="1837944" y="27432"/>
                </a:moveTo>
                <a:lnTo>
                  <a:pt x="1810512" y="27432"/>
                </a:lnTo>
                <a:lnTo>
                  <a:pt x="1810512" y="0"/>
                </a:lnTo>
                <a:lnTo>
                  <a:pt x="1837944" y="0"/>
                </a:lnTo>
                <a:lnTo>
                  <a:pt x="1837944" y="27432"/>
                </a:lnTo>
                <a:moveTo>
                  <a:pt x="1892808" y="27432"/>
                </a:moveTo>
                <a:lnTo>
                  <a:pt x="1865376" y="27432"/>
                </a:lnTo>
                <a:lnTo>
                  <a:pt x="1865376" y="0"/>
                </a:lnTo>
                <a:lnTo>
                  <a:pt x="1892808" y="0"/>
                </a:lnTo>
                <a:lnTo>
                  <a:pt x="1892808" y="27432"/>
                </a:lnTo>
                <a:moveTo>
                  <a:pt x="1938528" y="27432"/>
                </a:moveTo>
                <a:lnTo>
                  <a:pt x="1911096" y="27432"/>
                </a:lnTo>
                <a:lnTo>
                  <a:pt x="1911096" y="0"/>
                </a:lnTo>
                <a:lnTo>
                  <a:pt x="1938528" y="0"/>
                </a:lnTo>
                <a:lnTo>
                  <a:pt x="1938528" y="27432"/>
                </a:lnTo>
                <a:moveTo>
                  <a:pt x="1993392" y="27432"/>
                </a:moveTo>
                <a:lnTo>
                  <a:pt x="1965960" y="27432"/>
                </a:lnTo>
                <a:lnTo>
                  <a:pt x="1965960" y="0"/>
                </a:lnTo>
                <a:lnTo>
                  <a:pt x="1993392" y="0"/>
                </a:lnTo>
                <a:lnTo>
                  <a:pt x="1993392" y="27432"/>
                </a:lnTo>
                <a:moveTo>
                  <a:pt x="2039112" y="27432"/>
                </a:moveTo>
                <a:lnTo>
                  <a:pt x="2011680" y="27432"/>
                </a:lnTo>
                <a:lnTo>
                  <a:pt x="2011680" y="0"/>
                </a:lnTo>
                <a:lnTo>
                  <a:pt x="2039112" y="0"/>
                </a:lnTo>
                <a:lnTo>
                  <a:pt x="2039112" y="27432"/>
                </a:lnTo>
                <a:moveTo>
                  <a:pt x="2093976" y="27432"/>
                </a:moveTo>
                <a:lnTo>
                  <a:pt x="2066544" y="27432"/>
                </a:lnTo>
                <a:lnTo>
                  <a:pt x="2066544" y="0"/>
                </a:lnTo>
                <a:lnTo>
                  <a:pt x="2093976" y="0"/>
                </a:lnTo>
                <a:lnTo>
                  <a:pt x="2093976" y="27432"/>
                </a:lnTo>
                <a:moveTo>
                  <a:pt x="2139696" y="27432"/>
                </a:moveTo>
                <a:lnTo>
                  <a:pt x="2112264" y="27432"/>
                </a:lnTo>
                <a:lnTo>
                  <a:pt x="2112264" y="0"/>
                </a:lnTo>
                <a:lnTo>
                  <a:pt x="2139696" y="0"/>
                </a:lnTo>
                <a:lnTo>
                  <a:pt x="2139696" y="27432"/>
                </a:lnTo>
                <a:moveTo>
                  <a:pt x="2194560" y="27432"/>
                </a:moveTo>
                <a:lnTo>
                  <a:pt x="2167128" y="27432"/>
                </a:lnTo>
                <a:lnTo>
                  <a:pt x="2167128" y="0"/>
                </a:lnTo>
                <a:lnTo>
                  <a:pt x="2194560" y="0"/>
                </a:lnTo>
                <a:lnTo>
                  <a:pt x="2194560" y="27432"/>
                </a:lnTo>
                <a:moveTo>
                  <a:pt x="2240280" y="27432"/>
                </a:moveTo>
                <a:lnTo>
                  <a:pt x="2221992" y="27432"/>
                </a:lnTo>
                <a:lnTo>
                  <a:pt x="2221992" y="0"/>
                </a:lnTo>
                <a:lnTo>
                  <a:pt x="2240280" y="0"/>
                </a:lnTo>
                <a:lnTo>
                  <a:pt x="2240280" y="27432"/>
                </a:lnTo>
                <a:moveTo>
                  <a:pt x="2295144" y="27432"/>
                </a:moveTo>
                <a:lnTo>
                  <a:pt x="2267712" y="27432"/>
                </a:lnTo>
                <a:lnTo>
                  <a:pt x="2267712" y="0"/>
                </a:lnTo>
                <a:lnTo>
                  <a:pt x="2295144" y="0"/>
                </a:lnTo>
                <a:lnTo>
                  <a:pt x="2295144" y="27432"/>
                </a:lnTo>
                <a:moveTo>
                  <a:pt x="2340864" y="27432"/>
                </a:moveTo>
                <a:lnTo>
                  <a:pt x="2322576" y="27432"/>
                </a:lnTo>
                <a:lnTo>
                  <a:pt x="2322576" y="0"/>
                </a:lnTo>
                <a:lnTo>
                  <a:pt x="2340864" y="0"/>
                </a:lnTo>
                <a:lnTo>
                  <a:pt x="2340864" y="27432"/>
                </a:lnTo>
                <a:moveTo>
                  <a:pt x="2395728" y="27432"/>
                </a:moveTo>
                <a:lnTo>
                  <a:pt x="2368296" y="27432"/>
                </a:lnTo>
                <a:lnTo>
                  <a:pt x="2368296" y="0"/>
                </a:lnTo>
                <a:lnTo>
                  <a:pt x="2395728" y="0"/>
                </a:lnTo>
                <a:lnTo>
                  <a:pt x="2395728" y="27432"/>
                </a:lnTo>
                <a:moveTo>
                  <a:pt x="2450592" y="27432"/>
                </a:moveTo>
                <a:lnTo>
                  <a:pt x="2423160" y="27432"/>
                </a:lnTo>
                <a:lnTo>
                  <a:pt x="2423160" y="0"/>
                </a:lnTo>
                <a:lnTo>
                  <a:pt x="2450592" y="0"/>
                </a:lnTo>
                <a:lnTo>
                  <a:pt x="2450592" y="27432"/>
                </a:lnTo>
                <a:moveTo>
                  <a:pt x="2496312" y="27432"/>
                </a:moveTo>
                <a:lnTo>
                  <a:pt x="2468880" y="27432"/>
                </a:lnTo>
                <a:lnTo>
                  <a:pt x="2468880" y="0"/>
                </a:lnTo>
                <a:lnTo>
                  <a:pt x="2496312" y="0"/>
                </a:lnTo>
                <a:lnTo>
                  <a:pt x="2496312" y="27432"/>
                </a:lnTo>
                <a:moveTo>
                  <a:pt x="2551176" y="27432"/>
                </a:moveTo>
                <a:lnTo>
                  <a:pt x="2523744" y="27432"/>
                </a:lnTo>
                <a:lnTo>
                  <a:pt x="2523744" y="0"/>
                </a:lnTo>
                <a:lnTo>
                  <a:pt x="2551176" y="0"/>
                </a:lnTo>
                <a:lnTo>
                  <a:pt x="2551176" y="27432"/>
                </a:lnTo>
                <a:moveTo>
                  <a:pt x="2596896" y="27432"/>
                </a:moveTo>
                <a:lnTo>
                  <a:pt x="2569464" y="27432"/>
                </a:lnTo>
                <a:lnTo>
                  <a:pt x="2569464" y="0"/>
                </a:lnTo>
                <a:lnTo>
                  <a:pt x="2596896" y="0"/>
                </a:lnTo>
                <a:lnTo>
                  <a:pt x="2596896" y="27432"/>
                </a:lnTo>
                <a:moveTo>
                  <a:pt x="2651760" y="27432"/>
                </a:moveTo>
                <a:lnTo>
                  <a:pt x="2624328" y="27432"/>
                </a:lnTo>
                <a:lnTo>
                  <a:pt x="2624328" y="0"/>
                </a:lnTo>
                <a:lnTo>
                  <a:pt x="2651760" y="0"/>
                </a:lnTo>
                <a:lnTo>
                  <a:pt x="2651760" y="27432"/>
                </a:lnTo>
                <a:moveTo>
                  <a:pt x="2697480" y="27432"/>
                </a:moveTo>
                <a:lnTo>
                  <a:pt x="2670048" y="27432"/>
                </a:lnTo>
                <a:lnTo>
                  <a:pt x="2670048" y="0"/>
                </a:lnTo>
                <a:lnTo>
                  <a:pt x="2697480" y="0"/>
                </a:lnTo>
                <a:lnTo>
                  <a:pt x="2697480" y="27432"/>
                </a:lnTo>
                <a:moveTo>
                  <a:pt x="2752344" y="27432"/>
                </a:moveTo>
                <a:lnTo>
                  <a:pt x="2724912" y="27432"/>
                </a:lnTo>
                <a:lnTo>
                  <a:pt x="2724912" y="0"/>
                </a:lnTo>
                <a:lnTo>
                  <a:pt x="2752344" y="0"/>
                </a:lnTo>
                <a:lnTo>
                  <a:pt x="2752344" y="27432"/>
                </a:lnTo>
                <a:moveTo>
                  <a:pt x="2798064" y="27432"/>
                </a:moveTo>
                <a:lnTo>
                  <a:pt x="2779776" y="27432"/>
                </a:lnTo>
                <a:lnTo>
                  <a:pt x="2779776" y="0"/>
                </a:lnTo>
                <a:lnTo>
                  <a:pt x="2798064" y="0"/>
                </a:lnTo>
                <a:lnTo>
                  <a:pt x="2798064" y="27432"/>
                </a:lnTo>
                <a:moveTo>
                  <a:pt x="2852928" y="27432"/>
                </a:moveTo>
                <a:lnTo>
                  <a:pt x="2825496" y="27432"/>
                </a:lnTo>
                <a:lnTo>
                  <a:pt x="2825496" y="0"/>
                </a:lnTo>
                <a:lnTo>
                  <a:pt x="2852928" y="0"/>
                </a:lnTo>
                <a:lnTo>
                  <a:pt x="2852928" y="27432"/>
                </a:lnTo>
                <a:moveTo>
                  <a:pt x="2898648" y="27432"/>
                </a:moveTo>
                <a:lnTo>
                  <a:pt x="2880360" y="27432"/>
                </a:lnTo>
                <a:lnTo>
                  <a:pt x="2880360" y="0"/>
                </a:lnTo>
                <a:lnTo>
                  <a:pt x="2898648" y="0"/>
                </a:lnTo>
                <a:lnTo>
                  <a:pt x="2898648" y="27432"/>
                </a:lnTo>
                <a:moveTo>
                  <a:pt x="2953512" y="27432"/>
                </a:moveTo>
                <a:lnTo>
                  <a:pt x="2926080" y="27432"/>
                </a:lnTo>
                <a:lnTo>
                  <a:pt x="2926080" y="0"/>
                </a:lnTo>
                <a:lnTo>
                  <a:pt x="2953512" y="0"/>
                </a:lnTo>
                <a:lnTo>
                  <a:pt x="2953512" y="27432"/>
                </a:lnTo>
                <a:moveTo>
                  <a:pt x="3008376" y="27432"/>
                </a:moveTo>
                <a:lnTo>
                  <a:pt x="2980944" y="27432"/>
                </a:lnTo>
                <a:lnTo>
                  <a:pt x="2980944" y="0"/>
                </a:lnTo>
                <a:lnTo>
                  <a:pt x="3008376" y="0"/>
                </a:lnTo>
                <a:lnTo>
                  <a:pt x="3008376" y="27432"/>
                </a:lnTo>
                <a:moveTo>
                  <a:pt x="3054096" y="27432"/>
                </a:moveTo>
                <a:lnTo>
                  <a:pt x="3026664" y="27432"/>
                </a:lnTo>
                <a:lnTo>
                  <a:pt x="3026664" y="0"/>
                </a:lnTo>
                <a:lnTo>
                  <a:pt x="3054096" y="0"/>
                </a:lnTo>
                <a:lnTo>
                  <a:pt x="3054096" y="27432"/>
                </a:lnTo>
                <a:moveTo>
                  <a:pt x="3108960" y="27432"/>
                </a:moveTo>
                <a:lnTo>
                  <a:pt x="3081528" y="27432"/>
                </a:lnTo>
                <a:lnTo>
                  <a:pt x="3081528" y="0"/>
                </a:lnTo>
                <a:lnTo>
                  <a:pt x="3108960" y="0"/>
                </a:lnTo>
                <a:lnTo>
                  <a:pt x="3108960" y="27432"/>
                </a:lnTo>
                <a:moveTo>
                  <a:pt x="3136392" y="27432"/>
                </a:moveTo>
                <a:lnTo>
                  <a:pt x="3127248" y="27432"/>
                </a:lnTo>
                <a:lnTo>
                  <a:pt x="3127248" y="0"/>
                </a:lnTo>
                <a:lnTo>
                  <a:pt x="3154680" y="0"/>
                </a:lnTo>
                <a:lnTo>
                  <a:pt x="3163824" y="18288"/>
                </a:lnTo>
                <a:lnTo>
                  <a:pt x="3136392" y="27432"/>
                </a:lnTo>
                <a:lnTo>
                  <a:pt x="3136392" y="27432"/>
                </a:lnTo>
                <a:moveTo>
                  <a:pt x="3163824" y="73152"/>
                </a:moveTo>
                <a:lnTo>
                  <a:pt x="3154680" y="54864"/>
                </a:lnTo>
                <a:lnTo>
                  <a:pt x="3172968" y="36576"/>
                </a:lnTo>
                <a:lnTo>
                  <a:pt x="3182112" y="64008"/>
                </a:lnTo>
                <a:lnTo>
                  <a:pt x="3163824" y="73152"/>
                </a:lnTo>
                <a:moveTo>
                  <a:pt x="3191256" y="118872"/>
                </a:moveTo>
                <a:lnTo>
                  <a:pt x="3172968" y="100584"/>
                </a:lnTo>
                <a:lnTo>
                  <a:pt x="3200400" y="91440"/>
                </a:lnTo>
                <a:lnTo>
                  <a:pt x="3209544" y="109728"/>
                </a:lnTo>
                <a:lnTo>
                  <a:pt x="3191256" y="118872"/>
                </a:lnTo>
                <a:moveTo>
                  <a:pt x="3218688" y="164592"/>
                </a:moveTo>
                <a:lnTo>
                  <a:pt x="3200400" y="146304"/>
                </a:lnTo>
                <a:lnTo>
                  <a:pt x="3227832" y="137160"/>
                </a:lnTo>
                <a:lnTo>
                  <a:pt x="3236976" y="155448"/>
                </a:lnTo>
                <a:lnTo>
                  <a:pt x="3218688" y="164592"/>
                </a:lnTo>
                <a:moveTo>
                  <a:pt x="3236976" y="210312"/>
                </a:moveTo>
                <a:lnTo>
                  <a:pt x="3227832" y="192024"/>
                </a:lnTo>
                <a:lnTo>
                  <a:pt x="3246120" y="182880"/>
                </a:lnTo>
                <a:lnTo>
                  <a:pt x="3264408" y="201168"/>
                </a:lnTo>
                <a:lnTo>
                  <a:pt x="3236976" y="210312"/>
                </a:lnTo>
                <a:moveTo>
                  <a:pt x="3264408" y="256032"/>
                </a:moveTo>
                <a:lnTo>
                  <a:pt x="3255264" y="237744"/>
                </a:lnTo>
                <a:lnTo>
                  <a:pt x="3273552" y="228600"/>
                </a:lnTo>
                <a:lnTo>
                  <a:pt x="3291840" y="246888"/>
                </a:lnTo>
                <a:lnTo>
                  <a:pt x="3264408" y="256032"/>
                </a:lnTo>
                <a:moveTo>
                  <a:pt x="3291840" y="310896"/>
                </a:moveTo>
                <a:lnTo>
                  <a:pt x="3282696" y="283464"/>
                </a:lnTo>
                <a:lnTo>
                  <a:pt x="3300984" y="274320"/>
                </a:lnTo>
                <a:lnTo>
                  <a:pt x="3310128" y="292608"/>
                </a:lnTo>
                <a:lnTo>
                  <a:pt x="3291840" y="310896"/>
                </a:lnTo>
                <a:moveTo>
                  <a:pt x="3319272" y="356616"/>
                </a:moveTo>
                <a:lnTo>
                  <a:pt x="3300984" y="329184"/>
                </a:lnTo>
                <a:lnTo>
                  <a:pt x="3328416" y="320040"/>
                </a:lnTo>
                <a:lnTo>
                  <a:pt x="3337560" y="338328"/>
                </a:lnTo>
                <a:lnTo>
                  <a:pt x="3319272" y="356616"/>
                </a:lnTo>
                <a:moveTo>
                  <a:pt x="3328416" y="374904"/>
                </a:moveTo>
                <a:lnTo>
                  <a:pt x="3346704" y="365760"/>
                </a:lnTo>
                <a:lnTo>
                  <a:pt x="3355848" y="365760"/>
                </a:lnTo>
                <a:lnTo>
                  <a:pt x="3355848" y="365760"/>
                </a:lnTo>
                <a:lnTo>
                  <a:pt x="3355848" y="393192"/>
                </a:lnTo>
                <a:lnTo>
                  <a:pt x="3337560" y="393192"/>
                </a:lnTo>
                <a:lnTo>
                  <a:pt x="3328416" y="374904"/>
                </a:lnTo>
                <a:moveTo>
                  <a:pt x="3410712" y="393192"/>
                </a:moveTo>
                <a:lnTo>
                  <a:pt x="3383280" y="393192"/>
                </a:lnTo>
                <a:lnTo>
                  <a:pt x="3383280" y="365760"/>
                </a:lnTo>
                <a:lnTo>
                  <a:pt x="3410712" y="365760"/>
                </a:lnTo>
                <a:lnTo>
                  <a:pt x="3410712" y="393192"/>
                </a:lnTo>
                <a:moveTo>
                  <a:pt x="3456432" y="393192"/>
                </a:moveTo>
                <a:lnTo>
                  <a:pt x="3438144" y="393192"/>
                </a:lnTo>
                <a:lnTo>
                  <a:pt x="3438144" y="365760"/>
                </a:lnTo>
                <a:lnTo>
                  <a:pt x="3456432" y="365760"/>
                </a:lnTo>
                <a:lnTo>
                  <a:pt x="3456432" y="393192"/>
                </a:lnTo>
                <a:moveTo>
                  <a:pt x="3511296" y="393192"/>
                </a:moveTo>
                <a:lnTo>
                  <a:pt x="3483864" y="393192"/>
                </a:lnTo>
                <a:lnTo>
                  <a:pt x="3483864" y="365760"/>
                </a:lnTo>
                <a:lnTo>
                  <a:pt x="3511296" y="365760"/>
                </a:lnTo>
                <a:lnTo>
                  <a:pt x="3511296" y="393192"/>
                </a:lnTo>
                <a:moveTo>
                  <a:pt x="3557016" y="393192"/>
                </a:moveTo>
                <a:lnTo>
                  <a:pt x="3538728" y="393192"/>
                </a:lnTo>
                <a:lnTo>
                  <a:pt x="3538728" y="365760"/>
                </a:lnTo>
                <a:lnTo>
                  <a:pt x="3557016" y="365760"/>
                </a:lnTo>
                <a:lnTo>
                  <a:pt x="3557016" y="393192"/>
                </a:lnTo>
                <a:moveTo>
                  <a:pt x="3611880" y="393192"/>
                </a:moveTo>
                <a:lnTo>
                  <a:pt x="3584448" y="393192"/>
                </a:lnTo>
                <a:lnTo>
                  <a:pt x="3584448" y="365760"/>
                </a:lnTo>
                <a:lnTo>
                  <a:pt x="3611880" y="365760"/>
                </a:lnTo>
                <a:lnTo>
                  <a:pt x="3611880" y="393192"/>
                </a:lnTo>
                <a:moveTo>
                  <a:pt x="3657600" y="393192"/>
                </a:moveTo>
                <a:lnTo>
                  <a:pt x="3639312" y="393192"/>
                </a:lnTo>
                <a:lnTo>
                  <a:pt x="3639312" y="365760"/>
                </a:lnTo>
                <a:lnTo>
                  <a:pt x="3657600" y="365760"/>
                </a:lnTo>
                <a:lnTo>
                  <a:pt x="3657600" y="393192"/>
                </a:lnTo>
                <a:moveTo>
                  <a:pt x="3712464" y="393192"/>
                </a:moveTo>
                <a:lnTo>
                  <a:pt x="3685032" y="393192"/>
                </a:lnTo>
                <a:lnTo>
                  <a:pt x="3685032" y="365760"/>
                </a:lnTo>
                <a:lnTo>
                  <a:pt x="3712464" y="365760"/>
                </a:lnTo>
                <a:lnTo>
                  <a:pt x="3712464" y="393192"/>
                </a:lnTo>
                <a:moveTo>
                  <a:pt x="3758184" y="393192"/>
                </a:moveTo>
                <a:lnTo>
                  <a:pt x="3739896" y="393192"/>
                </a:lnTo>
                <a:lnTo>
                  <a:pt x="3739896" y="365760"/>
                </a:lnTo>
                <a:lnTo>
                  <a:pt x="3758184" y="365760"/>
                </a:lnTo>
                <a:lnTo>
                  <a:pt x="3758184" y="393192"/>
                </a:lnTo>
                <a:moveTo>
                  <a:pt x="3813048" y="393192"/>
                </a:moveTo>
                <a:lnTo>
                  <a:pt x="3785616" y="393192"/>
                </a:lnTo>
                <a:lnTo>
                  <a:pt x="3785616" y="365760"/>
                </a:lnTo>
                <a:lnTo>
                  <a:pt x="3813048" y="365760"/>
                </a:lnTo>
                <a:lnTo>
                  <a:pt x="3813048" y="393192"/>
                </a:lnTo>
                <a:moveTo>
                  <a:pt x="3858768" y="393192"/>
                </a:moveTo>
                <a:lnTo>
                  <a:pt x="3840480" y="393192"/>
                </a:lnTo>
                <a:lnTo>
                  <a:pt x="3840480" y="365760"/>
                </a:lnTo>
                <a:lnTo>
                  <a:pt x="3858768" y="365760"/>
                </a:lnTo>
                <a:lnTo>
                  <a:pt x="3858768" y="393192"/>
                </a:lnTo>
                <a:moveTo>
                  <a:pt x="3913632" y="393192"/>
                </a:moveTo>
                <a:lnTo>
                  <a:pt x="3886200" y="393192"/>
                </a:lnTo>
                <a:lnTo>
                  <a:pt x="3886200" y="365760"/>
                </a:lnTo>
                <a:lnTo>
                  <a:pt x="3913632" y="365760"/>
                </a:lnTo>
                <a:lnTo>
                  <a:pt x="3913632" y="393192"/>
                </a:lnTo>
                <a:moveTo>
                  <a:pt x="3959352" y="393192"/>
                </a:moveTo>
                <a:lnTo>
                  <a:pt x="3941064" y="393192"/>
                </a:lnTo>
                <a:lnTo>
                  <a:pt x="3941064" y="365760"/>
                </a:lnTo>
                <a:lnTo>
                  <a:pt x="3959352" y="365760"/>
                </a:lnTo>
                <a:lnTo>
                  <a:pt x="3959352" y="393192"/>
                </a:lnTo>
                <a:moveTo>
                  <a:pt x="4014216" y="393192"/>
                </a:moveTo>
                <a:lnTo>
                  <a:pt x="3986784" y="393192"/>
                </a:lnTo>
                <a:lnTo>
                  <a:pt x="3986784" y="365760"/>
                </a:lnTo>
                <a:lnTo>
                  <a:pt x="4014216" y="365760"/>
                </a:lnTo>
                <a:lnTo>
                  <a:pt x="4014216" y="393192"/>
                </a:lnTo>
                <a:moveTo>
                  <a:pt x="4059936" y="393192"/>
                </a:moveTo>
                <a:lnTo>
                  <a:pt x="4041648" y="393192"/>
                </a:lnTo>
                <a:lnTo>
                  <a:pt x="4041648" y="365760"/>
                </a:lnTo>
                <a:lnTo>
                  <a:pt x="4059936" y="365760"/>
                </a:lnTo>
                <a:lnTo>
                  <a:pt x="4059936" y="393192"/>
                </a:lnTo>
                <a:moveTo>
                  <a:pt x="4114800" y="393192"/>
                </a:moveTo>
                <a:lnTo>
                  <a:pt x="4087368" y="393192"/>
                </a:lnTo>
                <a:lnTo>
                  <a:pt x="4087368" y="365760"/>
                </a:lnTo>
                <a:lnTo>
                  <a:pt x="4114800" y="365760"/>
                </a:lnTo>
                <a:lnTo>
                  <a:pt x="4114800" y="393192"/>
                </a:lnTo>
                <a:moveTo>
                  <a:pt x="4160520" y="393192"/>
                </a:moveTo>
                <a:lnTo>
                  <a:pt x="4142232" y="393192"/>
                </a:lnTo>
                <a:lnTo>
                  <a:pt x="4142232" y="365760"/>
                </a:lnTo>
                <a:lnTo>
                  <a:pt x="4160520" y="365760"/>
                </a:lnTo>
                <a:lnTo>
                  <a:pt x="4160520" y="393192"/>
                </a:lnTo>
                <a:moveTo>
                  <a:pt x="4215384" y="393192"/>
                </a:moveTo>
                <a:lnTo>
                  <a:pt x="4187952" y="393192"/>
                </a:lnTo>
                <a:lnTo>
                  <a:pt x="4187952" y="365760"/>
                </a:lnTo>
                <a:lnTo>
                  <a:pt x="4215384" y="365760"/>
                </a:lnTo>
                <a:lnTo>
                  <a:pt x="4215384" y="393192"/>
                </a:lnTo>
                <a:moveTo>
                  <a:pt x="4261104" y="393192"/>
                </a:moveTo>
                <a:lnTo>
                  <a:pt x="4242816" y="393192"/>
                </a:lnTo>
                <a:lnTo>
                  <a:pt x="4242816" y="365760"/>
                </a:lnTo>
                <a:lnTo>
                  <a:pt x="4261104" y="365760"/>
                </a:lnTo>
                <a:lnTo>
                  <a:pt x="4261104" y="393192"/>
                </a:lnTo>
                <a:moveTo>
                  <a:pt x="4315968" y="393192"/>
                </a:moveTo>
                <a:lnTo>
                  <a:pt x="4288536" y="393192"/>
                </a:lnTo>
                <a:lnTo>
                  <a:pt x="4288536" y="365760"/>
                </a:lnTo>
                <a:lnTo>
                  <a:pt x="4315968" y="365760"/>
                </a:lnTo>
                <a:lnTo>
                  <a:pt x="4315968" y="393192"/>
                </a:lnTo>
                <a:moveTo>
                  <a:pt x="4361688" y="393192"/>
                </a:moveTo>
                <a:lnTo>
                  <a:pt x="4343400" y="393192"/>
                </a:lnTo>
                <a:lnTo>
                  <a:pt x="4343400" y="365760"/>
                </a:lnTo>
                <a:lnTo>
                  <a:pt x="4361688" y="365760"/>
                </a:lnTo>
                <a:lnTo>
                  <a:pt x="4361688" y="393192"/>
                </a:lnTo>
                <a:moveTo>
                  <a:pt x="4416552" y="393192"/>
                </a:moveTo>
                <a:lnTo>
                  <a:pt x="4389120" y="393192"/>
                </a:lnTo>
                <a:lnTo>
                  <a:pt x="4389120" y="365760"/>
                </a:lnTo>
                <a:lnTo>
                  <a:pt x="4416552" y="365760"/>
                </a:lnTo>
                <a:lnTo>
                  <a:pt x="4416552" y="393192"/>
                </a:lnTo>
                <a:moveTo>
                  <a:pt x="4462272" y="393192"/>
                </a:moveTo>
                <a:lnTo>
                  <a:pt x="4443984" y="393192"/>
                </a:lnTo>
                <a:lnTo>
                  <a:pt x="4443984" y="365760"/>
                </a:lnTo>
                <a:lnTo>
                  <a:pt x="4462272" y="365760"/>
                </a:lnTo>
                <a:lnTo>
                  <a:pt x="4462272" y="393192"/>
                </a:lnTo>
                <a:moveTo>
                  <a:pt x="4517136" y="393192"/>
                </a:moveTo>
                <a:lnTo>
                  <a:pt x="4489704" y="393192"/>
                </a:lnTo>
                <a:lnTo>
                  <a:pt x="4489704" y="365760"/>
                </a:lnTo>
                <a:lnTo>
                  <a:pt x="4517136" y="365760"/>
                </a:lnTo>
                <a:lnTo>
                  <a:pt x="4517136" y="393192"/>
                </a:lnTo>
                <a:moveTo>
                  <a:pt x="4562856" y="393192"/>
                </a:moveTo>
                <a:lnTo>
                  <a:pt x="4544568" y="393192"/>
                </a:lnTo>
                <a:lnTo>
                  <a:pt x="4544568" y="365760"/>
                </a:lnTo>
                <a:lnTo>
                  <a:pt x="4562856" y="365760"/>
                </a:lnTo>
                <a:lnTo>
                  <a:pt x="4562856" y="393192"/>
                </a:lnTo>
                <a:moveTo>
                  <a:pt x="4617720" y="393192"/>
                </a:moveTo>
                <a:lnTo>
                  <a:pt x="4590288" y="393192"/>
                </a:lnTo>
                <a:lnTo>
                  <a:pt x="4590288" y="365760"/>
                </a:lnTo>
                <a:lnTo>
                  <a:pt x="4617720" y="365760"/>
                </a:lnTo>
                <a:lnTo>
                  <a:pt x="4617720" y="393192"/>
                </a:lnTo>
                <a:moveTo>
                  <a:pt x="4645152" y="384048"/>
                </a:moveTo>
                <a:lnTo>
                  <a:pt x="4645152" y="384048"/>
                </a:lnTo>
                <a:lnTo>
                  <a:pt x="4645152" y="393192"/>
                </a:lnTo>
                <a:lnTo>
                  <a:pt x="4663440" y="393192"/>
                </a:lnTo>
                <a:lnTo>
                  <a:pt x="4663440" y="365760"/>
                </a:lnTo>
                <a:lnTo>
                  <a:pt x="4645152" y="365760"/>
                </a:lnTo>
                <a:lnTo>
                  <a:pt x="4645152" y="384048"/>
                </a:lnTo>
                <a:moveTo>
                  <a:pt x="4645152" y="448056"/>
                </a:moveTo>
                <a:lnTo>
                  <a:pt x="4645152" y="420624"/>
                </a:lnTo>
                <a:lnTo>
                  <a:pt x="4663440" y="420624"/>
                </a:lnTo>
                <a:lnTo>
                  <a:pt x="4663440" y="448056"/>
                </a:lnTo>
                <a:lnTo>
                  <a:pt x="4645152" y="448056"/>
                </a:lnTo>
                <a:moveTo>
                  <a:pt x="4645152" y="502920"/>
                </a:moveTo>
                <a:lnTo>
                  <a:pt x="4645152" y="475488"/>
                </a:lnTo>
                <a:lnTo>
                  <a:pt x="4663440" y="475488"/>
                </a:lnTo>
                <a:lnTo>
                  <a:pt x="4663440" y="502920"/>
                </a:lnTo>
                <a:lnTo>
                  <a:pt x="4645152" y="502920"/>
                </a:lnTo>
                <a:moveTo>
                  <a:pt x="4645152" y="548640"/>
                </a:moveTo>
                <a:lnTo>
                  <a:pt x="4645152" y="530352"/>
                </a:lnTo>
                <a:lnTo>
                  <a:pt x="4663440" y="530352"/>
                </a:lnTo>
                <a:lnTo>
                  <a:pt x="4663440" y="548640"/>
                </a:lnTo>
                <a:lnTo>
                  <a:pt x="4645152" y="548640"/>
                </a:lnTo>
                <a:moveTo>
                  <a:pt x="4645152" y="603504"/>
                </a:moveTo>
                <a:lnTo>
                  <a:pt x="4645152" y="576072"/>
                </a:lnTo>
                <a:lnTo>
                  <a:pt x="4663440" y="576072"/>
                </a:lnTo>
                <a:lnTo>
                  <a:pt x="4663440" y="603504"/>
                </a:lnTo>
                <a:lnTo>
                  <a:pt x="4645152" y="603504"/>
                </a:lnTo>
                <a:moveTo>
                  <a:pt x="4645152" y="658368"/>
                </a:moveTo>
                <a:lnTo>
                  <a:pt x="4645152" y="630936"/>
                </a:lnTo>
                <a:lnTo>
                  <a:pt x="4663440" y="630936"/>
                </a:lnTo>
                <a:lnTo>
                  <a:pt x="4663440" y="658368"/>
                </a:lnTo>
                <a:lnTo>
                  <a:pt x="4645152" y="658368"/>
                </a:lnTo>
                <a:moveTo>
                  <a:pt x="4645152" y="713232"/>
                </a:moveTo>
                <a:lnTo>
                  <a:pt x="4645152" y="685800"/>
                </a:lnTo>
                <a:lnTo>
                  <a:pt x="4663440" y="685800"/>
                </a:lnTo>
                <a:lnTo>
                  <a:pt x="4663440" y="713232"/>
                </a:lnTo>
                <a:lnTo>
                  <a:pt x="4645152" y="713232"/>
                </a:lnTo>
                <a:moveTo>
                  <a:pt x="4645152" y="758952"/>
                </a:moveTo>
                <a:lnTo>
                  <a:pt x="4645152" y="740664"/>
                </a:lnTo>
                <a:lnTo>
                  <a:pt x="4663440" y="740664"/>
                </a:lnTo>
                <a:lnTo>
                  <a:pt x="4663440" y="758952"/>
                </a:lnTo>
                <a:lnTo>
                  <a:pt x="4645152" y="758952"/>
                </a:lnTo>
                <a:moveTo>
                  <a:pt x="4645152" y="813816"/>
                </a:moveTo>
                <a:lnTo>
                  <a:pt x="4645152" y="786384"/>
                </a:lnTo>
                <a:lnTo>
                  <a:pt x="4663440" y="786384"/>
                </a:lnTo>
                <a:lnTo>
                  <a:pt x="4663440" y="813816"/>
                </a:lnTo>
                <a:lnTo>
                  <a:pt x="4645152" y="813816"/>
                </a:lnTo>
                <a:moveTo>
                  <a:pt x="4645152" y="868680"/>
                </a:moveTo>
                <a:lnTo>
                  <a:pt x="4645152" y="841248"/>
                </a:lnTo>
                <a:lnTo>
                  <a:pt x="4663440" y="841248"/>
                </a:lnTo>
                <a:lnTo>
                  <a:pt x="4663440" y="868680"/>
                </a:lnTo>
                <a:lnTo>
                  <a:pt x="4645152" y="868680"/>
                </a:lnTo>
                <a:moveTo>
                  <a:pt x="4645152" y="905256"/>
                </a:moveTo>
                <a:lnTo>
                  <a:pt x="4645152" y="896112"/>
                </a:lnTo>
                <a:lnTo>
                  <a:pt x="4663440" y="896112"/>
                </a:lnTo>
                <a:lnTo>
                  <a:pt x="4663440" y="905256"/>
                </a:lnTo>
                <a:lnTo>
                  <a:pt x="4645152" y="905256"/>
                </a:lnTo>
              </a:path>
            </a:pathLst>
          </a:custGeom>
          <a:gradFill>
            <a:gsLst>
              <a:gs pos="100000">
                <a:schemeClr val="accent2">
                  <a:lumMod val="20000"/>
                  <a:lumOff val="80000"/>
                </a:schemeClr>
              </a:gs>
              <a:gs pos="0">
                <a:schemeClr val="accent2"/>
              </a:gs>
            </a:gsLst>
            <a:lin ang="10800000" scaled="0"/>
          </a:gradFill>
          <a:ln w="25400">
            <a:no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sz="1350"/>
          </a:p>
        </p:txBody>
      </p:sp>
      <p:sp>
        <p:nvSpPr>
          <p:cNvPr id="46" name="对象5"/>
          <p:cNvSpPr/>
          <p:nvPr>
            <p:custDataLst>
              <p:tags r:id="rId5"/>
            </p:custDataLst>
          </p:nvPr>
        </p:nvSpPr>
        <p:spPr>
          <a:xfrm>
            <a:off x="543298" y="3432429"/>
            <a:ext cx="3141207" cy="336042"/>
          </a:xfrm>
          <a:custGeom>
            <a:avLst/>
            <a:gdLst/>
            <a:ahLst/>
            <a:cxnLst/>
            <a:rect l="l" t="t" r="r" b="b"/>
            <a:pathLst>
              <a:path w="3785616" h="448056">
                <a:moveTo>
                  <a:pt x="9144" y="27432"/>
                </a:moveTo>
                <a:lnTo>
                  <a:pt x="0" y="27432"/>
                </a:lnTo>
                <a:lnTo>
                  <a:pt x="0" y="0"/>
                </a:lnTo>
                <a:lnTo>
                  <a:pt x="9144" y="0"/>
                </a:lnTo>
                <a:lnTo>
                  <a:pt x="9144" y="27432"/>
                </a:lnTo>
                <a:moveTo>
                  <a:pt x="64008" y="27432"/>
                </a:moveTo>
                <a:lnTo>
                  <a:pt x="36576" y="27432"/>
                </a:lnTo>
                <a:lnTo>
                  <a:pt x="36576" y="0"/>
                </a:lnTo>
                <a:lnTo>
                  <a:pt x="64008" y="0"/>
                </a:lnTo>
                <a:lnTo>
                  <a:pt x="64008" y="27432"/>
                </a:lnTo>
                <a:moveTo>
                  <a:pt x="109728" y="27432"/>
                </a:moveTo>
                <a:lnTo>
                  <a:pt x="91440" y="27432"/>
                </a:lnTo>
                <a:lnTo>
                  <a:pt x="91440" y="0"/>
                </a:lnTo>
                <a:lnTo>
                  <a:pt x="109728" y="0"/>
                </a:lnTo>
                <a:lnTo>
                  <a:pt x="109728" y="27432"/>
                </a:lnTo>
                <a:moveTo>
                  <a:pt x="164592" y="27432"/>
                </a:moveTo>
                <a:lnTo>
                  <a:pt x="137160" y="27432"/>
                </a:lnTo>
                <a:lnTo>
                  <a:pt x="137160" y="0"/>
                </a:lnTo>
                <a:lnTo>
                  <a:pt x="164592" y="0"/>
                </a:lnTo>
                <a:lnTo>
                  <a:pt x="164592" y="27432"/>
                </a:lnTo>
                <a:moveTo>
                  <a:pt x="219456" y="27432"/>
                </a:moveTo>
                <a:lnTo>
                  <a:pt x="192024" y="27432"/>
                </a:lnTo>
                <a:lnTo>
                  <a:pt x="192024" y="0"/>
                </a:lnTo>
                <a:lnTo>
                  <a:pt x="219456" y="0"/>
                </a:lnTo>
                <a:lnTo>
                  <a:pt x="219456" y="27432"/>
                </a:lnTo>
                <a:moveTo>
                  <a:pt x="265176" y="27432"/>
                </a:moveTo>
                <a:lnTo>
                  <a:pt x="237744" y="27432"/>
                </a:lnTo>
                <a:lnTo>
                  <a:pt x="237744" y="0"/>
                </a:lnTo>
                <a:lnTo>
                  <a:pt x="265176" y="0"/>
                </a:lnTo>
                <a:lnTo>
                  <a:pt x="265176" y="27432"/>
                </a:lnTo>
                <a:moveTo>
                  <a:pt x="320040" y="27432"/>
                </a:moveTo>
                <a:lnTo>
                  <a:pt x="292608" y="27432"/>
                </a:lnTo>
                <a:lnTo>
                  <a:pt x="292608" y="0"/>
                </a:lnTo>
                <a:lnTo>
                  <a:pt x="320040" y="0"/>
                </a:lnTo>
                <a:lnTo>
                  <a:pt x="320040" y="27432"/>
                </a:lnTo>
                <a:moveTo>
                  <a:pt x="365760" y="27432"/>
                </a:moveTo>
                <a:lnTo>
                  <a:pt x="338328" y="27432"/>
                </a:lnTo>
                <a:lnTo>
                  <a:pt x="338328" y="0"/>
                </a:lnTo>
                <a:lnTo>
                  <a:pt x="365760" y="0"/>
                </a:lnTo>
                <a:lnTo>
                  <a:pt x="365760" y="27432"/>
                </a:lnTo>
                <a:moveTo>
                  <a:pt x="420624" y="27432"/>
                </a:moveTo>
                <a:lnTo>
                  <a:pt x="393192" y="27432"/>
                </a:lnTo>
                <a:lnTo>
                  <a:pt x="393192" y="0"/>
                </a:lnTo>
                <a:lnTo>
                  <a:pt x="420624" y="0"/>
                </a:lnTo>
                <a:lnTo>
                  <a:pt x="420624" y="27432"/>
                </a:lnTo>
                <a:moveTo>
                  <a:pt x="466344" y="27432"/>
                </a:moveTo>
                <a:lnTo>
                  <a:pt x="448056" y="27432"/>
                </a:lnTo>
                <a:lnTo>
                  <a:pt x="448056" y="0"/>
                </a:lnTo>
                <a:lnTo>
                  <a:pt x="466344" y="0"/>
                </a:lnTo>
                <a:lnTo>
                  <a:pt x="466344" y="27432"/>
                </a:lnTo>
                <a:moveTo>
                  <a:pt x="521208" y="27432"/>
                </a:moveTo>
                <a:lnTo>
                  <a:pt x="493776" y="27432"/>
                </a:lnTo>
                <a:lnTo>
                  <a:pt x="493776" y="0"/>
                </a:lnTo>
                <a:lnTo>
                  <a:pt x="521208" y="0"/>
                </a:lnTo>
                <a:lnTo>
                  <a:pt x="521208" y="27432"/>
                </a:lnTo>
                <a:moveTo>
                  <a:pt x="566928" y="27432"/>
                </a:moveTo>
                <a:lnTo>
                  <a:pt x="548640" y="27432"/>
                </a:lnTo>
                <a:lnTo>
                  <a:pt x="548640" y="0"/>
                </a:lnTo>
                <a:lnTo>
                  <a:pt x="566928" y="0"/>
                </a:lnTo>
                <a:lnTo>
                  <a:pt x="566928" y="27432"/>
                </a:lnTo>
                <a:moveTo>
                  <a:pt x="621792" y="27432"/>
                </a:moveTo>
                <a:lnTo>
                  <a:pt x="594360" y="27432"/>
                </a:lnTo>
                <a:lnTo>
                  <a:pt x="594360" y="0"/>
                </a:lnTo>
                <a:lnTo>
                  <a:pt x="621792" y="0"/>
                </a:lnTo>
                <a:lnTo>
                  <a:pt x="621792" y="27432"/>
                </a:lnTo>
                <a:moveTo>
                  <a:pt x="667512" y="27432"/>
                </a:moveTo>
                <a:lnTo>
                  <a:pt x="649224" y="27432"/>
                </a:lnTo>
                <a:lnTo>
                  <a:pt x="649224" y="0"/>
                </a:lnTo>
                <a:lnTo>
                  <a:pt x="667512" y="0"/>
                </a:lnTo>
                <a:lnTo>
                  <a:pt x="667512" y="27432"/>
                </a:lnTo>
                <a:moveTo>
                  <a:pt x="722376" y="27432"/>
                </a:moveTo>
                <a:lnTo>
                  <a:pt x="694944" y="27432"/>
                </a:lnTo>
                <a:lnTo>
                  <a:pt x="694944" y="0"/>
                </a:lnTo>
                <a:lnTo>
                  <a:pt x="722376" y="0"/>
                </a:lnTo>
                <a:lnTo>
                  <a:pt x="722376" y="27432"/>
                </a:lnTo>
                <a:moveTo>
                  <a:pt x="777240" y="27432"/>
                </a:moveTo>
                <a:lnTo>
                  <a:pt x="749808" y="27432"/>
                </a:lnTo>
                <a:lnTo>
                  <a:pt x="749808" y="0"/>
                </a:lnTo>
                <a:lnTo>
                  <a:pt x="777240" y="0"/>
                </a:lnTo>
                <a:lnTo>
                  <a:pt x="777240" y="27432"/>
                </a:lnTo>
                <a:moveTo>
                  <a:pt x="822960" y="27432"/>
                </a:moveTo>
                <a:lnTo>
                  <a:pt x="795528" y="27432"/>
                </a:lnTo>
                <a:lnTo>
                  <a:pt x="795528" y="0"/>
                </a:lnTo>
                <a:lnTo>
                  <a:pt x="822960" y="0"/>
                </a:lnTo>
                <a:lnTo>
                  <a:pt x="822960" y="27432"/>
                </a:lnTo>
                <a:moveTo>
                  <a:pt x="877824" y="27432"/>
                </a:moveTo>
                <a:lnTo>
                  <a:pt x="850392" y="27432"/>
                </a:lnTo>
                <a:lnTo>
                  <a:pt x="850392" y="0"/>
                </a:lnTo>
                <a:lnTo>
                  <a:pt x="877824" y="0"/>
                </a:lnTo>
                <a:lnTo>
                  <a:pt x="877824" y="27432"/>
                </a:lnTo>
                <a:moveTo>
                  <a:pt x="923544" y="27432"/>
                </a:moveTo>
                <a:lnTo>
                  <a:pt x="896112" y="27432"/>
                </a:lnTo>
                <a:lnTo>
                  <a:pt x="896112" y="0"/>
                </a:lnTo>
                <a:lnTo>
                  <a:pt x="923544" y="0"/>
                </a:lnTo>
                <a:lnTo>
                  <a:pt x="923544" y="27432"/>
                </a:lnTo>
                <a:moveTo>
                  <a:pt x="978408" y="27432"/>
                </a:moveTo>
                <a:lnTo>
                  <a:pt x="950976" y="27432"/>
                </a:lnTo>
                <a:lnTo>
                  <a:pt x="950976" y="0"/>
                </a:lnTo>
                <a:lnTo>
                  <a:pt x="978408" y="0"/>
                </a:lnTo>
                <a:lnTo>
                  <a:pt x="978408" y="27432"/>
                </a:lnTo>
                <a:moveTo>
                  <a:pt x="1024128" y="27432"/>
                </a:moveTo>
                <a:lnTo>
                  <a:pt x="1005840" y="27432"/>
                </a:lnTo>
                <a:lnTo>
                  <a:pt x="1005840" y="0"/>
                </a:lnTo>
                <a:lnTo>
                  <a:pt x="1024128" y="0"/>
                </a:lnTo>
                <a:lnTo>
                  <a:pt x="1024128" y="27432"/>
                </a:lnTo>
                <a:moveTo>
                  <a:pt x="1078992" y="27432"/>
                </a:moveTo>
                <a:lnTo>
                  <a:pt x="1051560" y="27432"/>
                </a:lnTo>
                <a:lnTo>
                  <a:pt x="1051560" y="0"/>
                </a:lnTo>
                <a:lnTo>
                  <a:pt x="1078992" y="0"/>
                </a:lnTo>
                <a:lnTo>
                  <a:pt x="1078992" y="27432"/>
                </a:lnTo>
                <a:moveTo>
                  <a:pt x="1124712" y="27432"/>
                </a:moveTo>
                <a:lnTo>
                  <a:pt x="1106424" y="27432"/>
                </a:lnTo>
                <a:lnTo>
                  <a:pt x="1106424" y="0"/>
                </a:lnTo>
                <a:lnTo>
                  <a:pt x="1124712" y="0"/>
                </a:lnTo>
                <a:lnTo>
                  <a:pt x="1124712" y="27432"/>
                </a:lnTo>
                <a:moveTo>
                  <a:pt x="1179576" y="27432"/>
                </a:moveTo>
                <a:lnTo>
                  <a:pt x="1152144" y="27432"/>
                </a:lnTo>
                <a:lnTo>
                  <a:pt x="1152144" y="0"/>
                </a:lnTo>
                <a:lnTo>
                  <a:pt x="1179576" y="0"/>
                </a:lnTo>
                <a:lnTo>
                  <a:pt x="1179576" y="27432"/>
                </a:lnTo>
                <a:moveTo>
                  <a:pt x="1225296" y="27432"/>
                </a:moveTo>
                <a:lnTo>
                  <a:pt x="1207008" y="27432"/>
                </a:lnTo>
                <a:lnTo>
                  <a:pt x="1207008" y="0"/>
                </a:lnTo>
                <a:lnTo>
                  <a:pt x="1225296" y="0"/>
                </a:lnTo>
                <a:lnTo>
                  <a:pt x="1225296" y="27432"/>
                </a:lnTo>
                <a:moveTo>
                  <a:pt x="1280160" y="27432"/>
                </a:moveTo>
                <a:lnTo>
                  <a:pt x="1252728" y="27432"/>
                </a:lnTo>
                <a:lnTo>
                  <a:pt x="1252728" y="0"/>
                </a:lnTo>
                <a:lnTo>
                  <a:pt x="1280160" y="0"/>
                </a:lnTo>
                <a:lnTo>
                  <a:pt x="1280160" y="27432"/>
                </a:lnTo>
                <a:moveTo>
                  <a:pt x="1335024" y="27432"/>
                </a:moveTo>
                <a:lnTo>
                  <a:pt x="1307592" y="27432"/>
                </a:lnTo>
                <a:lnTo>
                  <a:pt x="1307592" y="0"/>
                </a:lnTo>
                <a:lnTo>
                  <a:pt x="1335024" y="0"/>
                </a:lnTo>
                <a:lnTo>
                  <a:pt x="1335024" y="27432"/>
                </a:lnTo>
                <a:moveTo>
                  <a:pt x="1380744" y="27432"/>
                </a:moveTo>
                <a:lnTo>
                  <a:pt x="1353312" y="27432"/>
                </a:lnTo>
                <a:lnTo>
                  <a:pt x="1353312" y="0"/>
                </a:lnTo>
                <a:lnTo>
                  <a:pt x="1380744" y="0"/>
                </a:lnTo>
                <a:lnTo>
                  <a:pt x="1380744" y="27432"/>
                </a:lnTo>
                <a:moveTo>
                  <a:pt x="1435608" y="27432"/>
                </a:moveTo>
                <a:lnTo>
                  <a:pt x="1408176" y="27432"/>
                </a:lnTo>
                <a:lnTo>
                  <a:pt x="1408176" y="0"/>
                </a:lnTo>
                <a:lnTo>
                  <a:pt x="1435608" y="0"/>
                </a:lnTo>
                <a:lnTo>
                  <a:pt x="1435608" y="27432"/>
                </a:lnTo>
                <a:moveTo>
                  <a:pt x="1481328" y="27432"/>
                </a:moveTo>
                <a:lnTo>
                  <a:pt x="1453896" y="27432"/>
                </a:lnTo>
                <a:lnTo>
                  <a:pt x="1453896" y="0"/>
                </a:lnTo>
                <a:lnTo>
                  <a:pt x="1481328" y="0"/>
                </a:lnTo>
                <a:lnTo>
                  <a:pt x="1481328" y="27432"/>
                </a:lnTo>
                <a:moveTo>
                  <a:pt x="1536192" y="27432"/>
                </a:moveTo>
                <a:lnTo>
                  <a:pt x="1508760" y="27432"/>
                </a:lnTo>
                <a:lnTo>
                  <a:pt x="1508760" y="0"/>
                </a:lnTo>
                <a:lnTo>
                  <a:pt x="1536192" y="0"/>
                </a:lnTo>
                <a:lnTo>
                  <a:pt x="1536192" y="27432"/>
                </a:lnTo>
                <a:moveTo>
                  <a:pt x="1581912" y="27432"/>
                </a:moveTo>
                <a:lnTo>
                  <a:pt x="1554480" y="27432"/>
                </a:lnTo>
                <a:lnTo>
                  <a:pt x="1554480" y="0"/>
                </a:lnTo>
                <a:lnTo>
                  <a:pt x="1581912" y="0"/>
                </a:lnTo>
                <a:lnTo>
                  <a:pt x="1581912" y="27432"/>
                </a:lnTo>
                <a:moveTo>
                  <a:pt x="1636776" y="27432"/>
                </a:moveTo>
                <a:lnTo>
                  <a:pt x="1609344" y="27432"/>
                </a:lnTo>
                <a:lnTo>
                  <a:pt x="1609344" y="0"/>
                </a:lnTo>
                <a:lnTo>
                  <a:pt x="1636776" y="0"/>
                </a:lnTo>
                <a:lnTo>
                  <a:pt x="1636776" y="27432"/>
                </a:lnTo>
                <a:moveTo>
                  <a:pt x="1682496" y="27432"/>
                </a:moveTo>
                <a:lnTo>
                  <a:pt x="1664208" y="27432"/>
                </a:lnTo>
                <a:lnTo>
                  <a:pt x="1664208" y="0"/>
                </a:lnTo>
                <a:lnTo>
                  <a:pt x="1682496" y="0"/>
                </a:lnTo>
                <a:lnTo>
                  <a:pt x="1682496" y="27432"/>
                </a:lnTo>
                <a:moveTo>
                  <a:pt x="1737360" y="27432"/>
                </a:moveTo>
                <a:lnTo>
                  <a:pt x="1709928" y="27432"/>
                </a:lnTo>
                <a:lnTo>
                  <a:pt x="1709928" y="0"/>
                </a:lnTo>
                <a:lnTo>
                  <a:pt x="1737360" y="0"/>
                </a:lnTo>
                <a:lnTo>
                  <a:pt x="1737360" y="27432"/>
                </a:lnTo>
                <a:moveTo>
                  <a:pt x="1783080" y="27432"/>
                </a:moveTo>
                <a:lnTo>
                  <a:pt x="1764792" y="27432"/>
                </a:lnTo>
                <a:lnTo>
                  <a:pt x="1764792" y="0"/>
                </a:lnTo>
                <a:lnTo>
                  <a:pt x="1783080" y="0"/>
                </a:lnTo>
                <a:lnTo>
                  <a:pt x="1783080" y="27432"/>
                </a:lnTo>
                <a:moveTo>
                  <a:pt x="1837944" y="27432"/>
                </a:moveTo>
                <a:lnTo>
                  <a:pt x="1810512" y="27432"/>
                </a:lnTo>
                <a:lnTo>
                  <a:pt x="1810512" y="0"/>
                </a:lnTo>
                <a:lnTo>
                  <a:pt x="1837944" y="0"/>
                </a:lnTo>
                <a:lnTo>
                  <a:pt x="1837944" y="27432"/>
                </a:lnTo>
                <a:moveTo>
                  <a:pt x="1892808" y="27432"/>
                </a:moveTo>
                <a:lnTo>
                  <a:pt x="1865376" y="27432"/>
                </a:lnTo>
                <a:lnTo>
                  <a:pt x="1865376" y="0"/>
                </a:lnTo>
                <a:lnTo>
                  <a:pt x="1892808" y="0"/>
                </a:lnTo>
                <a:lnTo>
                  <a:pt x="1892808" y="27432"/>
                </a:lnTo>
                <a:moveTo>
                  <a:pt x="1938528" y="27432"/>
                </a:moveTo>
                <a:lnTo>
                  <a:pt x="1911096" y="27432"/>
                </a:lnTo>
                <a:lnTo>
                  <a:pt x="1911096" y="0"/>
                </a:lnTo>
                <a:lnTo>
                  <a:pt x="1938528" y="0"/>
                </a:lnTo>
                <a:lnTo>
                  <a:pt x="1938528" y="27432"/>
                </a:lnTo>
                <a:moveTo>
                  <a:pt x="1993392" y="27432"/>
                </a:moveTo>
                <a:lnTo>
                  <a:pt x="1965960" y="27432"/>
                </a:lnTo>
                <a:lnTo>
                  <a:pt x="1965960" y="0"/>
                </a:lnTo>
                <a:lnTo>
                  <a:pt x="1993392" y="0"/>
                </a:lnTo>
                <a:lnTo>
                  <a:pt x="1993392" y="27432"/>
                </a:lnTo>
                <a:moveTo>
                  <a:pt x="2039112" y="27432"/>
                </a:moveTo>
                <a:lnTo>
                  <a:pt x="2011680" y="27432"/>
                </a:lnTo>
                <a:lnTo>
                  <a:pt x="2011680" y="0"/>
                </a:lnTo>
                <a:lnTo>
                  <a:pt x="2039112" y="0"/>
                </a:lnTo>
                <a:lnTo>
                  <a:pt x="2039112" y="27432"/>
                </a:lnTo>
                <a:moveTo>
                  <a:pt x="2093976" y="27432"/>
                </a:moveTo>
                <a:lnTo>
                  <a:pt x="2066544" y="27432"/>
                </a:lnTo>
                <a:lnTo>
                  <a:pt x="2066544" y="0"/>
                </a:lnTo>
                <a:lnTo>
                  <a:pt x="2093976" y="0"/>
                </a:lnTo>
                <a:lnTo>
                  <a:pt x="2093976" y="27432"/>
                </a:lnTo>
                <a:moveTo>
                  <a:pt x="2139696" y="27432"/>
                </a:moveTo>
                <a:lnTo>
                  <a:pt x="2112264" y="27432"/>
                </a:lnTo>
                <a:lnTo>
                  <a:pt x="2112264" y="0"/>
                </a:lnTo>
                <a:lnTo>
                  <a:pt x="2139696" y="0"/>
                </a:lnTo>
                <a:lnTo>
                  <a:pt x="2139696" y="27432"/>
                </a:lnTo>
                <a:moveTo>
                  <a:pt x="2194560" y="27432"/>
                </a:moveTo>
                <a:lnTo>
                  <a:pt x="2167128" y="27432"/>
                </a:lnTo>
                <a:lnTo>
                  <a:pt x="2167128" y="0"/>
                </a:lnTo>
                <a:lnTo>
                  <a:pt x="2194560" y="0"/>
                </a:lnTo>
                <a:lnTo>
                  <a:pt x="2194560" y="27432"/>
                </a:lnTo>
                <a:moveTo>
                  <a:pt x="2240280" y="27432"/>
                </a:moveTo>
                <a:lnTo>
                  <a:pt x="2221992" y="27432"/>
                </a:lnTo>
                <a:lnTo>
                  <a:pt x="2221992" y="0"/>
                </a:lnTo>
                <a:lnTo>
                  <a:pt x="2240280" y="0"/>
                </a:lnTo>
                <a:lnTo>
                  <a:pt x="2240280" y="27432"/>
                </a:lnTo>
                <a:moveTo>
                  <a:pt x="2295144" y="27432"/>
                </a:moveTo>
                <a:lnTo>
                  <a:pt x="2267712" y="27432"/>
                </a:lnTo>
                <a:lnTo>
                  <a:pt x="2267712" y="0"/>
                </a:lnTo>
                <a:lnTo>
                  <a:pt x="2295144" y="0"/>
                </a:lnTo>
                <a:lnTo>
                  <a:pt x="2295144" y="27432"/>
                </a:lnTo>
                <a:moveTo>
                  <a:pt x="2340864" y="27432"/>
                </a:moveTo>
                <a:lnTo>
                  <a:pt x="2322576" y="27432"/>
                </a:lnTo>
                <a:lnTo>
                  <a:pt x="2322576" y="0"/>
                </a:lnTo>
                <a:lnTo>
                  <a:pt x="2340864" y="0"/>
                </a:lnTo>
                <a:lnTo>
                  <a:pt x="2340864" y="27432"/>
                </a:lnTo>
                <a:moveTo>
                  <a:pt x="2395728" y="27432"/>
                </a:moveTo>
                <a:lnTo>
                  <a:pt x="2368296" y="27432"/>
                </a:lnTo>
                <a:lnTo>
                  <a:pt x="2368296" y="0"/>
                </a:lnTo>
                <a:lnTo>
                  <a:pt x="2395728" y="0"/>
                </a:lnTo>
                <a:lnTo>
                  <a:pt x="2395728" y="27432"/>
                </a:lnTo>
                <a:moveTo>
                  <a:pt x="2450592" y="27432"/>
                </a:moveTo>
                <a:lnTo>
                  <a:pt x="2423160" y="27432"/>
                </a:lnTo>
                <a:lnTo>
                  <a:pt x="2423160" y="0"/>
                </a:lnTo>
                <a:lnTo>
                  <a:pt x="2450592" y="0"/>
                </a:lnTo>
                <a:lnTo>
                  <a:pt x="2450592" y="27432"/>
                </a:lnTo>
                <a:moveTo>
                  <a:pt x="2496312" y="27432"/>
                </a:moveTo>
                <a:lnTo>
                  <a:pt x="2468880" y="27432"/>
                </a:lnTo>
                <a:lnTo>
                  <a:pt x="2468880" y="0"/>
                </a:lnTo>
                <a:lnTo>
                  <a:pt x="2496312" y="0"/>
                </a:lnTo>
                <a:lnTo>
                  <a:pt x="2496312" y="27432"/>
                </a:lnTo>
                <a:moveTo>
                  <a:pt x="2551176" y="27432"/>
                </a:moveTo>
                <a:lnTo>
                  <a:pt x="2523744" y="27432"/>
                </a:lnTo>
                <a:lnTo>
                  <a:pt x="2523744" y="0"/>
                </a:lnTo>
                <a:lnTo>
                  <a:pt x="2551176" y="0"/>
                </a:lnTo>
                <a:lnTo>
                  <a:pt x="2551176" y="27432"/>
                </a:lnTo>
                <a:moveTo>
                  <a:pt x="2596896" y="27432"/>
                </a:moveTo>
                <a:lnTo>
                  <a:pt x="2569464" y="27432"/>
                </a:lnTo>
                <a:lnTo>
                  <a:pt x="2569464" y="0"/>
                </a:lnTo>
                <a:lnTo>
                  <a:pt x="2596896" y="0"/>
                </a:lnTo>
                <a:lnTo>
                  <a:pt x="2596896" y="27432"/>
                </a:lnTo>
                <a:moveTo>
                  <a:pt x="2651760" y="27432"/>
                </a:moveTo>
                <a:lnTo>
                  <a:pt x="2624328" y="27432"/>
                </a:lnTo>
                <a:lnTo>
                  <a:pt x="2624328" y="0"/>
                </a:lnTo>
                <a:lnTo>
                  <a:pt x="2651760" y="0"/>
                </a:lnTo>
                <a:lnTo>
                  <a:pt x="2651760" y="27432"/>
                </a:lnTo>
                <a:moveTo>
                  <a:pt x="2697480" y="27432"/>
                </a:moveTo>
                <a:lnTo>
                  <a:pt x="2670048" y="27432"/>
                </a:lnTo>
                <a:lnTo>
                  <a:pt x="2670048" y="0"/>
                </a:lnTo>
                <a:lnTo>
                  <a:pt x="2697480" y="0"/>
                </a:lnTo>
                <a:lnTo>
                  <a:pt x="2697480" y="27432"/>
                </a:lnTo>
                <a:moveTo>
                  <a:pt x="2752344" y="27432"/>
                </a:moveTo>
                <a:lnTo>
                  <a:pt x="2724912" y="27432"/>
                </a:lnTo>
                <a:lnTo>
                  <a:pt x="2724912" y="0"/>
                </a:lnTo>
                <a:lnTo>
                  <a:pt x="2752344" y="0"/>
                </a:lnTo>
                <a:lnTo>
                  <a:pt x="2752344" y="27432"/>
                </a:lnTo>
                <a:moveTo>
                  <a:pt x="2798064" y="27432"/>
                </a:moveTo>
                <a:lnTo>
                  <a:pt x="2779776" y="27432"/>
                </a:lnTo>
                <a:lnTo>
                  <a:pt x="2779776" y="0"/>
                </a:lnTo>
                <a:lnTo>
                  <a:pt x="2798064" y="0"/>
                </a:lnTo>
                <a:lnTo>
                  <a:pt x="2798064" y="27432"/>
                </a:lnTo>
                <a:moveTo>
                  <a:pt x="2852928" y="27432"/>
                </a:moveTo>
                <a:lnTo>
                  <a:pt x="2825496" y="27432"/>
                </a:lnTo>
                <a:lnTo>
                  <a:pt x="2825496" y="0"/>
                </a:lnTo>
                <a:lnTo>
                  <a:pt x="2852928" y="0"/>
                </a:lnTo>
                <a:lnTo>
                  <a:pt x="2852928" y="27432"/>
                </a:lnTo>
                <a:moveTo>
                  <a:pt x="2898648" y="27432"/>
                </a:moveTo>
                <a:lnTo>
                  <a:pt x="2880360" y="27432"/>
                </a:lnTo>
                <a:lnTo>
                  <a:pt x="2880360" y="0"/>
                </a:lnTo>
                <a:lnTo>
                  <a:pt x="2898648" y="0"/>
                </a:lnTo>
                <a:lnTo>
                  <a:pt x="2898648" y="27432"/>
                </a:lnTo>
                <a:moveTo>
                  <a:pt x="2953512" y="27432"/>
                </a:moveTo>
                <a:lnTo>
                  <a:pt x="2926080" y="27432"/>
                </a:lnTo>
                <a:lnTo>
                  <a:pt x="2926080" y="0"/>
                </a:lnTo>
                <a:lnTo>
                  <a:pt x="2953512" y="0"/>
                </a:lnTo>
                <a:lnTo>
                  <a:pt x="2953512" y="27432"/>
                </a:lnTo>
                <a:moveTo>
                  <a:pt x="3008376" y="27432"/>
                </a:moveTo>
                <a:lnTo>
                  <a:pt x="2980944" y="27432"/>
                </a:lnTo>
                <a:lnTo>
                  <a:pt x="2980944" y="0"/>
                </a:lnTo>
                <a:lnTo>
                  <a:pt x="3008376" y="0"/>
                </a:lnTo>
                <a:lnTo>
                  <a:pt x="3008376" y="27432"/>
                </a:lnTo>
                <a:moveTo>
                  <a:pt x="3054096" y="27432"/>
                </a:moveTo>
                <a:lnTo>
                  <a:pt x="3026664" y="27432"/>
                </a:lnTo>
                <a:lnTo>
                  <a:pt x="3026664" y="0"/>
                </a:lnTo>
                <a:lnTo>
                  <a:pt x="3054096" y="0"/>
                </a:lnTo>
                <a:lnTo>
                  <a:pt x="3054096" y="27432"/>
                </a:lnTo>
                <a:moveTo>
                  <a:pt x="3108960" y="27432"/>
                </a:moveTo>
                <a:lnTo>
                  <a:pt x="3081528" y="27432"/>
                </a:lnTo>
                <a:lnTo>
                  <a:pt x="3081528" y="0"/>
                </a:lnTo>
                <a:lnTo>
                  <a:pt x="3108960" y="0"/>
                </a:lnTo>
                <a:lnTo>
                  <a:pt x="3108960" y="27432"/>
                </a:lnTo>
                <a:moveTo>
                  <a:pt x="3136392" y="27432"/>
                </a:moveTo>
                <a:lnTo>
                  <a:pt x="3127248" y="27432"/>
                </a:lnTo>
                <a:lnTo>
                  <a:pt x="3127248" y="0"/>
                </a:lnTo>
                <a:lnTo>
                  <a:pt x="3154680" y="0"/>
                </a:lnTo>
                <a:lnTo>
                  <a:pt x="3163824" y="18288"/>
                </a:lnTo>
                <a:lnTo>
                  <a:pt x="3136392" y="27432"/>
                </a:lnTo>
                <a:lnTo>
                  <a:pt x="3136392" y="27432"/>
                </a:lnTo>
                <a:moveTo>
                  <a:pt x="3163824" y="73152"/>
                </a:moveTo>
                <a:lnTo>
                  <a:pt x="3145536" y="54864"/>
                </a:lnTo>
                <a:lnTo>
                  <a:pt x="3172968" y="45720"/>
                </a:lnTo>
                <a:lnTo>
                  <a:pt x="3182112" y="64008"/>
                </a:lnTo>
                <a:lnTo>
                  <a:pt x="3163824" y="73152"/>
                </a:lnTo>
                <a:moveTo>
                  <a:pt x="3182112" y="118872"/>
                </a:moveTo>
                <a:lnTo>
                  <a:pt x="3172968" y="100584"/>
                </a:lnTo>
                <a:lnTo>
                  <a:pt x="3191256" y="91440"/>
                </a:lnTo>
                <a:lnTo>
                  <a:pt x="3209544" y="109728"/>
                </a:lnTo>
                <a:lnTo>
                  <a:pt x="3182112" y="118872"/>
                </a:lnTo>
                <a:moveTo>
                  <a:pt x="3209544" y="173736"/>
                </a:moveTo>
                <a:lnTo>
                  <a:pt x="3191256" y="146304"/>
                </a:lnTo>
                <a:lnTo>
                  <a:pt x="3218688" y="137160"/>
                </a:lnTo>
                <a:lnTo>
                  <a:pt x="3227832" y="155448"/>
                </a:lnTo>
                <a:lnTo>
                  <a:pt x="3209544" y="173736"/>
                </a:lnTo>
                <a:moveTo>
                  <a:pt x="3227832" y="219456"/>
                </a:moveTo>
                <a:lnTo>
                  <a:pt x="3218688" y="192024"/>
                </a:lnTo>
                <a:lnTo>
                  <a:pt x="3236976" y="182880"/>
                </a:lnTo>
                <a:lnTo>
                  <a:pt x="3246120" y="201168"/>
                </a:lnTo>
                <a:lnTo>
                  <a:pt x="3227832" y="219456"/>
                </a:lnTo>
                <a:moveTo>
                  <a:pt x="3246120" y="265176"/>
                </a:moveTo>
                <a:lnTo>
                  <a:pt x="3236976" y="237744"/>
                </a:lnTo>
                <a:lnTo>
                  <a:pt x="3264408" y="228600"/>
                </a:lnTo>
                <a:lnTo>
                  <a:pt x="3273552" y="256032"/>
                </a:lnTo>
                <a:lnTo>
                  <a:pt x="3246120" y="265176"/>
                </a:lnTo>
                <a:moveTo>
                  <a:pt x="3273552" y="310896"/>
                </a:moveTo>
                <a:lnTo>
                  <a:pt x="3264408" y="283464"/>
                </a:lnTo>
                <a:lnTo>
                  <a:pt x="3282696" y="274320"/>
                </a:lnTo>
                <a:lnTo>
                  <a:pt x="3291840" y="301752"/>
                </a:lnTo>
                <a:lnTo>
                  <a:pt x="3273552" y="310896"/>
                </a:lnTo>
                <a:moveTo>
                  <a:pt x="3291840" y="356616"/>
                </a:moveTo>
                <a:lnTo>
                  <a:pt x="3282696" y="329184"/>
                </a:lnTo>
                <a:lnTo>
                  <a:pt x="3310128" y="320040"/>
                </a:lnTo>
                <a:lnTo>
                  <a:pt x="3319272" y="347472"/>
                </a:lnTo>
                <a:lnTo>
                  <a:pt x="3291840" y="356616"/>
                </a:lnTo>
                <a:moveTo>
                  <a:pt x="3319272" y="402336"/>
                </a:moveTo>
                <a:lnTo>
                  <a:pt x="3310128" y="374904"/>
                </a:lnTo>
                <a:lnTo>
                  <a:pt x="3328416" y="365760"/>
                </a:lnTo>
                <a:lnTo>
                  <a:pt x="3337560" y="393192"/>
                </a:lnTo>
                <a:lnTo>
                  <a:pt x="3319272" y="402336"/>
                </a:lnTo>
                <a:moveTo>
                  <a:pt x="3328416" y="429768"/>
                </a:moveTo>
                <a:lnTo>
                  <a:pt x="3355848" y="411480"/>
                </a:lnTo>
                <a:lnTo>
                  <a:pt x="3355848" y="420624"/>
                </a:lnTo>
                <a:lnTo>
                  <a:pt x="3355848" y="420624"/>
                </a:lnTo>
                <a:lnTo>
                  <a:pt x="3355848" y="448056"/>
                </a:lnTo>
                <a:lnTo>
                  <a:pt x="3337560" y="448056"/>
                </a:lnTo>
                <a:lnTo>
                  <a:pt x="3328416" y="429768"/>
                </a:lnTo>
                <a:moveTo>
                  <a:pt x="3410712" y="448056"/>
                </a:moveTo>
                <a:lnTo>
                  <a:pt x="3383280" y="448056"/>
                </a:lnTo>
                <a:lnTo>
                  <a:pt x="3383280" y="420624"/>
                </a:lnTo>
                <a:lnTo>
                  <a:pt x="3410712" y="420624"/>
                </a:lnTo>
                <a:lnTo>
                  <a:pt x="3410712" y="448056"/>
                </a:lnTo>
                <a:moveTo>
                  <a:pt x="3456432" y="448056"/>
                </a:moveTo>
                <a:lnTo>
                  <a:pt x="3429000" y="448056"/>
                </a:lnTo>
                <a:lnTo>
                  <a:pt x="3429000" y="420624"/>
                </a:lnTo>
                <a:lnTo>
                  <a:pt x="3456432" y="420624"/>
                </a:lnTo>
                <a:lnTo>
                  <a:pt x="3456432" y="448056"/>
                </a:lnTo>
                <a:moveTo>
                  <a:pt x="3502152" y="448056"/>
                </a:moveTo>
                <a:lnTo>
                  <a:pt x="3483864" y="448056"/>
                </a:lnTo>
                <a:lnTo>
                  <a:pt x="3483864" y="420624"/>
                </a:lnTo>
                <a:lnTo>
                  <a:pt x="3502152" y="420624"/>
                </a:lnTo>
                <a:lnTo>
                  <a:pt x="3502152" y="448056"/>
                </a:lnTo>
                <a:moveTo>
                  <a:pt x="3557016" y="448056"/>
                </a:moveTo>
                <a:lnTo>
                  <a:pt x="3529584" y="448056"/>
                </a:lnTo>
                <a:lnTo>
                  <a:pt x="3529584" y="420624"/>
                </a:lnTo>
                <a:lnTo>
                  <a:pt x="3557016" y="420624"/>
                </a:lnTo>
                <a:lnTo>
                  <a:pt x="3557016" y="448056"/>
                </a:lnTo>
                <a:moveTo>
                  <a:pt x="3602736" y="448056"/>
                </a:moveTo>
                <a:lnTo>
                  <a:pt x="3575304" y="448056"/>
                </a:lnTo>
                <a:lnTo>
                  <a:pt x="3575304" y="420624"/>
                </a:lnTo>
                <a:lnTo>
                  <a:pt x="3602736" y="420624"/>
                </a:lnTo>
                <a:lnTo>
                  <a:pt x="3602736" y="448056"/>
                </a:lnTo>
                <a:moveTo>
                  <a:pt x="3648456" y="448056"/>
                </a:moveTo>
                <a:lnTo>
                  <a:pt x="3630168" y="448056"/>
                </a:lnTo>
                <a:lnTo>
                  <a:pt x="3630168" y="420624"/>
                </a:lnTo>
                <a:lnTo>
                  <a:pt x="3648456" y="420624"/>
                </a:lnTo>
                <a:lnTo>
                  <a:pt x="3648456" y="448056"/>
                </a:lnTo>
                <a:moveTo>
                  <a:pt x="3703320" y="448056"/>
                </a:moveTo>
                <a:lnTo>
                  <a:pt x="3675888" y="448056"/>
                </a:lnTo>
                <a:lnTo>
                  <a:pt x="3675888" y="420624"/>
                </a:lnTo>
                <a:lnTo>
                  <a:pt x="3703320" y="420624"/>
                </a:lnTo>
                <a:lnTo>
                  <a:pt x="3703320" y="448056"/>
                </a:lnTo>
                <a:moveTo>
                  <a:pt x="3749040" y="448056"/>
                </a:moveTo>
                <a:lnTo>
                  <a:pt x="3721608" y="448056"/>
                </a:lnTo>
                <a:lnTo>
                  <a:pt x="3721608" y="420624"/>
                </a:lnTo>
                <a:lnTo>
                  <a:pt x="3749040" y="420624"/>
                </a:lnTo>
                <a:lnTo>
                  <a:pt x="3749040" y="448056"/>
                </a:lnTo>
                <a:moveTo>
                  <a:pt x="3785616" y="448056"/>
                </a:moveTo>
                <a:lnTo>
                  <a:pt x="3776472" y="448056"/>
                </a:lnTo>
                <a:lnTo>
                  <a:pt x="3776472" y="420624"/>
                </a:lnTo>
                <a:lnTo>
                  <a:pt x="3785616" y="420624"/>
                </a:lnTo>
                <a:lnTo>
                  <a:pt x="3785616" y="448056"/>
                </a:lnTo>
              </a:path>
            </a:pathLst>
          </a:custGeom>
          <a:gradFill>
            <a:gsLst>
              <a:gs pos="100000">
                <a:schemeClr val="accent2">
                  <a:lumMod val="20000"/>
                  <a:lumOff val="80000"/>
                </a:schemeClr>
              </a:gs>
              <a:gs pos="0">
                <a:schemeClr val="accent2"/>
              </a:gs>
            </a:gsLst>
            <a:lin ang="10800000" scaled="0"/>
          </a:gradFill>
          <a:ln w="25400">
            <a:no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sz="1350"/>
          </a:p>
        </p:txBody>
      </p:sp>
      <p:sp>
        <p:nvSpPr>
          <p:cNvPr id="47" name="对象6"/>
          <p:cNvSpPr/>
          <p:nvPr>
            <p:custDataLst>
              <p:tags r:id="rId6"/>
            </p:custDataLst>
          </p:nvPr>
        </p:nvSpPr>
        <p:spPr>
          <a:xfrm>
            <a:off x="5861654" y="3439573"/>
            <a:ext cx="2750058" cy="336042"/>
          </a:xfrm>
          <a:custGeom>
            <a:avLst/>
            <a:gdLst/>
            <a:ahLst/>
            <a:cxnLst/>
            <a:rect l="l" t="t" r="r" b="b"/>
            <a:pathLst>
              <a:path w="3666744" h="448056">
                <a:moveTo>
                  <a:pt x="493776" y="0"/>
                </a:moveTo>
                <a:lnTo>
                  <a:pt x="512064" y="0"/>
                </a:lnTo>
                <a:lnTo>
                  <a:pt x="512064" y="27432"/>
                </a:lnTo>
                <a:lnTo>
                  <a:pt x="512064" y="27432"/>
                </a:lnTo>
                <a:lnTo>
                  <a:pt x="512064" y="27432"/>
                </a:lnTo>
                <a:lnTo>
                  <a:pt x="484632" y="18288"/>
                </a:lnTo>
                <a:lnTo>
                  <a:pt x="493776" y="0"/>
                </a:lnTo>
                <a:moveTo>
                  <a:pt x="566928" y="27432"/>
                </a:moveTo>
                <a:lnTo>
                  <a:pt x="539496" y="27432"/>
                </a:lnTo>
                <a:lnTo>
                  <a:pt x="539496" y="0"/>
                </a:lnTo>
                <a:lnTo>
                  <a:pt x="566928" y="0"/>
                </a:lnTo>
                <a:lnTo>
                  <a:pt x="566928" y="27432"/>
                </a:lnTo>
                <a:moveTo>
                  <a:pt x="612648" y="27432"/>
                </a:moveTo>
                <a:lnTo>
                  <a:pt x="594360" y="27432"/>
                </a:lnTo>
                <a:lnTo>
                  <a:pt x="594360" y="0"/>
                </a:lnTo>
                <a:lnTo>
                  <a:pt x="612648" y="0"/>
                </a:lnTo>
                <a:lnTo>
                  <a:pt x="612648" y="27432"/>
                </a:lnTo>
                <a:moveTo>
                  <a:pt x="667512" y="27432"/>
                </a:moveTo>
                <a:lnTo>
                  <a:pt x="640080" y="27432"/>
                </a:lnTo>
                <a:lnTo>
                  <a:pt x="640080" y="0"/>
                </a:lnTo>
                <a:lnTo>
                  <a:pt x="667512" y="0"/>
                </a:lnTo>
                <a:lnTo>
                  <a:pt x="667512" y="27432"/>
                </a:lnTo>
                <a:moveTo>
                  <a:pt x="722376" y="27432"/>
                </a:moveTo>
                <a:lnTo>
                  <a:pt x="694944" y="27432"/>
                </a:lnTo>
                <a:lnTo>
                  <a:pt x="694944" y="0"/>
                </a:lnTo>
                <a:lnTo>
                  <a:pt x="722376" y="0"/>
                </a:lnTo>
                <a:lnTo>
                  <a:pt x="722376" y="27432"/>
                </a:lnTo>
                <a:moveTo>
                  <a:pt x="768096" y="27432"/>
                </a:moveTo>
                <a:lnTo>
                  <a:pt x="740664" y="27432"/>
                </a:lnTo>
                <a:lnTo>
                  <a:pt x="740664" y="0"/>
                </a:lnTo>
                <a:lnTo>
                  <a:pt x="768096" y="0"/>
                </a:lnTo>
                <a:lnTo>
                  <a:pt x="768096" y="27432"/>
                </a:lnTo>
                <a:moveTo>
                  <a:pt x="822960" y="27432"/>
                </a:moveTo>
                <a:lnTo>
                  <a:pt x="795528" y="27432"/>
                </a:lnTo>
                <a:lnTo>
                  <a:pt x="795528" y="0"/>
                </a:lnTo>
                <a:lnTo>
                  <a:pt x="822960" y="0"/>
                </a:lnTo>
                <a:lnTo>
                  <a:pt x="822960" y="27432"/>
                </a:lnTo>
                <a:moveTo>
                  <a:pt x="868680" y="27432"/>
                </a:moveTo>
                <a:lnTo>
                  <a:pt x="850392" y="27432"/>
                </a:lnTo>
                <a:lnTo>
                  <a:pt x="850392" y="0"/>
                </a:lnTo>
                <a:lnTo>
                  <a:pt x="868680" y="0"/>
                </a:lnTo>
                <a:lnTo>
                  <a:pt x="868680" y="27432"/>
                </a:lnTo>
                <a:moveTo>
                  <a:pt x="923544" y="27432"/>
                </a:moveTo>
                <a:lnTo>
                  <a:pt x="896112" y="27432"/>
                </a:lnTo>
                <a:lnTo>
                  <a:pt x="896112" y="0"/>
                </a:lnTo>
                <a:lnTo>
                  <a:pt x="923544" y="0"/>
                </a:lnTo>
                <a:lnTo>
                  <a:pt x="923544" y="27432"/>
                </a:lnTo>
                <a:moveTo>
                  <a:pt x="978408" y="27432"/>
                </a:moveTo>
                <a:lnTo>
                  <a:pt x="950976" y="27432"/>
                </a:lnTo>
                <a:lnTo>
                  <a:pt x="950976" y="0"/>
                </a:lnTo>
                <a:lnTo>
                  <a:pt x="978408" y="0"/>
                </a:lnTo>
                <a:lnTo>
                  <a:pt x="978408" y="27432"/>
                </a:lnTo>
                <a:moveTo>
                  <a:pt x="1024128" y="27432"/>
                </a:moveTo>
                <a:lnTo>
                  <a:pt x="996696" y="27432"/>
                </a:lnTo>
                <a:lnTo>
                  <a:pt x="996696" y="0"/>
                </a:lnTo>
                <a:lnTo>
                  <a:pt x="1024128" y="0"/>
                </a:lnTo>
                <a:lnTo>
                  <a:pt x="1024128" y="27432"/>
                </a:lnTo>
                <a:moveTo>
                  <a:pt x="1078992" y="27432"/>
                </a:moveTo>
                <a:lnTo>
                  <a:pt x="1051560" y="27432"/>
                </a:lnTo>
                <a:lnTo>
                  <a:pt x="1051560" y="0"/>
                </a:lnTo>
                <a:lnTo>
                  <a:pt x="1078992" y="0"/>
                </a:lnTo>
                <a:lnTo>
                  <a:pt x="1078992" y="27432"/>
                </a:lnTo>
                <a:moveTo>
                  <a:pt x="1124712" y="27432"/>
                </a:moveTo>
                <a:lnTo>
                  <a:pt x="1106424" y="27432"/>
                </a:lnTo>
                <a:lnTo>
                  <a:pt x="1106424" y="0"/>
                </a:lnTo>
                <a:lnTo>
                  <a:pt x="1124712" y="0"/>
                </a:lnTo>
                <a:lnTo>
                  <a:pt x="1124712" y="27432"/>
                </a:lnTo>
                <a:moveTo>
                  <a:pt x="1179576" y="27432"/>
                </a:moveTo>
                <a:lnTo>
                  <a:pt x="1152144" y="27432"/>
                </a:lnTo>
                <a:lnTo>
                  <a:pt x="1152144" y="0"/>
                </a:lnTo>
                <a:lnTo>
                  <a:pt x="1179576" y="0"/>
                </a:lnTo>
                <a:lnTo>
                  <a:pt x="1179576" y="27432"/>
                </a:lnTo>
                <a:moveTo>
                  <a:pt x="1234440" y="27432"/>
                </a:moveTo>
                <a:lnTo>
                  <a:pt x="1207008" y="27432"/>
                </a:lnTo>
                <a:lnTo>
                  <a:pt x="1207008" y="0"/>
                </a:lnTo>
                <a:lnTo>
                  <a:pt x="1234440" y="0"/>
                </a:lnTo>
                <a:lnTo>
                  <a:pt x="1234440" y="27432"/>
                </a:lnTo>
                <a:moveTo>
                  <a:pt x="1280160" y="27432"/>
                </a:moveTo>
                <a:lnTo>
                  <a:pt x="1252728" y="27432"/>
                </a:lnTo>
                <a:lnTo>
                  <a:pt x="1252728" y="0"/>
                </a:lnTo>
                <a:lnTo>
                  <a:pt x="1280160" y="0"/>
                </a:lnTo>
                <a:lnTo>
                  <a:pt x="1280160" y="27432"/>
                </a:lnTo>
                <a:moveTo>
                  <a:pt x="1335024" y="27432"/>
                </a:moveTo>
                <a:lnTo>
                  <a:pt x="1307592" y="27432"/>
                </a:lnTo>
                <a:lnTo>
                  <a:pt x="1307592" y="0"/>
                </a:lnTo>
                <a:lnTo>
                  <a:pt x="1335024" y="0"/>
                </a:lnTo>
                <a:lnTo>
                  <a:pt x="1335024" y="27432"/>
                </a:lnTo>
                <a:moveTo>
                  <a:pt x="1380744" y="27432"/>
                </a:moveTo>
                <a:lnTo>
                  <a:pt x="1353312" y="27432"/>
                </a:lnTo>
                <a:lnTo>
                  <a:pt x="1353312" y="0"/>
                </a:lnTo>
                <a:lnTo>
                  <a:pt x="1380744" y="0"/>
                </a:lnTo>
                <a:lnTo>
                  <a:pt x="1380744" y="27432"/>
                </a:lnTo>
                <a:moveTo>
                  <a:pt x="1435608" y="27432"/>
                </a:moveTo>
                <a:lnTo>
                  <a:pt x="1408176" y="27432"/>
                </a:lnTo>
                <a:lnTo>
                  <a:pt x="1408176" y="0"/>
                </a:lnTo>
                <a:lnTo>
                  <a:pt x="1435608" y="0"/>
                </a:lnTo>
                <a:lnTo>
                  <a:pt x="1435608" y="27432"/>
                </a:lnTo>
                <a:moveTo>
                  <a:pt x="1481328" y="27432"/>
                </a:moveTo>
                <a:lnTo>
                  <a:pt x="1463040" y="27432"/>
                </a:lnTo>
                <a:lnTo>
                  <a:pt x="1463040" y="0"/>
                </a:lnTo>
                <a:lnTo>
                  <a:pt x="1481328" y="0"/>
                </a:lnTo>
                <a:lnTo>
                  <a:pt x="1481328" y="27432"/>
                </a:lnTo>
                <a:moveTo>
                  <a:pt x="1536192" y="27432"/>
                </a:moveTo>
                <a:lnTo>
                  <a:pt x="1508760" y="27432"/>
                </a:lnTo>
                <a:lnTo>
                  <a:pt x="1508760" y="0"/>
                </a:lnTo>
                <a:lnTo>
                  <a:pt x="1536192" y="0"/>
                </a:lnTo>
                <a:lnTo>
                  <a:pt x="1536192" y="27432"/>
                </a:lnTo>
                <a:moveTo>
                  <a:pt x="1591056" y="27432"/>
                </a:moveTo>
                <a:lnTo>
                  <a:pt x="1563624" y="27432"/>
                </a:lnTo>
                <a:lnTo>
                  <a:pt x="1563624" y="0"/>
                </a:lnTo>
                <a:lnTo>
                  <a:pt x="1591056" y="0"/>
                </a:lnTo>
                <a:lnTo>
                  <a:pt x="1591056" y="27432"/>
                </a:lnTo>
                <a:moveTo>
                  <a:pt x="1636776" y="27432"/>
                </a:moveTo>
                <a:lnTo>
                  <a:pt x="1609344" y="27432"/>
                </a:lnTo>
                <a:lnTo>
                  <a:pt x="1609344" y="0"/>
                </a:lnTo>
                <a:lnTo>
                  <a:pt x="1636776" y="0"/>
                </a:lnTo>
                <a:lnTo>
                  <a:pt x="1636776" y="27432"/>
                </a:lnTo>
                <a:moveTo>
                  <a:pt x="1691640" y="27432"/>
                </a:moveTo>
                <a:lnTo>
                  <a:pt x="1664208" y="27432"/>
                </a:lnTo>
                <a:lnTo>
                  <a:pt x="1664208" y="0"/>
                </a:lnTo>
                <a:lnTo>
                  <a:pt x="1691640" y="0"/>
                </a:lnTo>
                <a:lnTo>
                  <a:pt x="1691640" y="27432"/>
                </a:lnTo>
                <a:moveTo>
                  <a:pt x="1737360" y="27432"/>
                </a:moveTo>
                <a:lnTo>
                  <a:pt x="1719072" y="27432"/>
                </a:lnTo>
                <a:lnTo>
                  <a:pt x="1719072" y="0"/>
                </a:lnTo>
                <a:lnTo>
                  <a:pt x="1737360" y="0"/>
                </a:lnTo>
                <a:lnTo>
                  <a:pt x="1737360" y="27432"/>
                </a:lnTo>
                <a:moveTo>
                  <a:pt x="1792224" y="27432"/>
                </a:moveTo>
                <a:lnTo>
                  <a:pt x="1764792" y="27432"/>
                </a:lnTo>
                <a:lnTo>
                  <a:pt x="1764792" y="0"/>
                </a:lnTo>
                <a:lnTo>
                  <a:pt x="1792224" y="0"/>
                </a:lnTo>
                <a:lnTo>
                  <a:pt x="1792224" y="27432"/>
                </a:lnTo>
                <a:moveTo>
                  <a:pt x="1847088" y="27432"/>
                </a:moveTo>
                <a:lnTo>
                  <a:pt x="1819656" y="27432"/>
                </a:lnTo>
                <a:lnTo>
                  <a:pt x="1819656" y="0"/>
                </a:lnTo>
                <a:lnTo>
                  <a:pt x="1847088" y="0"/>
                </a:lnTo>
                <a:lnTo>
                  <a:pt x="1847088" y="27432"/>
                </a:lnTo>
                <a:moveTo>
                  <a:pt x="1892808" y="27432"/>
                </a:moveTo>
                <a:lnTo>
                  <a:pt x="1865376" y="27432"/>
                </a:lnTo>
                <a:lnTo>
                  <a:pt x="1865376" y="0"/>
                </a:lnTo>
                <a:lnTo>
                  <a:pt x="1892808" y="0"/>
                </a:lnTo>
                <a:lnTo>
                  <a:pt x="1892808" y="27432"/>
                </a:lnTo>
                <a:moveTo>
                  <a:pt x="1947672" y="27432"/>
                </a:moveTo>
                <a:lnTo>
                  <a:pt x="1920240" y="27432"/>
                </a:lnTo>
                <a:lnTo>
                  <a:pt x="1920240" y="0"/>
                </a:lnTo>
                <a:lnTo>
                  <a:pt x="1947672" y="0"/>
                </a:lnTo>
                <a:lnTo>
                  <a:pt x="1947672" y="27432"/>
                </a:lnTo>
                <a:moveTo>
                  <a:pt x="1993392" y="27432"/>
                </a:moveTo>
                <a:lnTo>
                  <a:pt x="1975104" y="27432"/>
                </a:lnTo>
                <a:lnTo>
                  <a:pt x="1975104" y="0"/>
                </a:lnTo>
                <a:lnTo>
                  <a:pt x="1993392" y="0"/>
                </a:lnTo>
                <a:lnTo>
                  <a:pt x="1993392" y="27432"/>
                </a:lnTo>
                <a:moveTo>
                  <a:pt x="2048256" y="27432"/>
                </a:moveTo>
                <a:lnTo>
                  <a:pt x="2020824" y="27432"/>
                </a:lnTo>
                <a:lnTo>
                  <a:pt x="2020824" y="0"/>
                </a:lnTo>
                <a:lnTo>
                  <a:pt x="2048256" y="0"/>
                </a:lnTo>
                <a:lnTo>
                  <a:pt x="2048256" y="27432"/>
                </a:lnTo>
                <a:moveTo>
                  <a:pt x="2103120" y="27432"/>
                </a:moveTo>
                <a:lnTo>
                  <a:pt x="2075688" y="27432"/>
                </a:lnTo>
                <a:lnTo>
                  <a:pt x="2075688" y="0"/>
                </a:lnTo>
                <a:lnTo>
                  <a:pt x="2103120" y="0"/>
                </a:lnTo>
                <a:lnTo>
                  <a:pt x="2103120" y="27432"/>
                </a:lnTo>
                <a:moveTo>
                  <a:pt x="2148840" y="27432"/>
                </a:moveTo>
                <a:lnTo>
                  <a:pt x="2121408" y="27432"/>
                </a:lnTo>
                <a:lnTo>
                  <a:pt x="2121408" y="0"/>
                </a:lnTo>
                <a:lnTo>
                  <a:pt x="2148840" y="0"/>
                </a:lnTo>
                <a:lnTo>
                  <a:pt x="2148840" y="27432"/>
                </a:lnTo>
                <a:moveTo>
                  <a:pt x="2203704" y="27432"/>
                </a:moveTo>
                <a:lnTo>
                  <a:pt x="2176272" y="27432"/>
                </a:lnTo>
                <a:lnTo>
                  <a:pt x="2176272" y="0"/>
                </a:lnTo>
                <a:lnTo>
                  <a:pt x="2203704" y="0"/>
                </a:lnTo>
                <a:lnTo>
                  <a:pt x="2203704" y="27432"/>
                </a:lnTo>
                <a:moveTo>
                  <a:pt x="2249424" y="27432"/>
                </a:moveTo>
                <a:lnTo>
                  <a:pt x="2221992" y="27432"/>
                </a:lnTo>
                <a:lnTo>
                  <a:pt x="2221992" y="0"/>
                </a:lnTo>
                <a:lnTo>
                  <a:pt x="2249424" y="0"/>
                </a:lnTo>
                <a:lnTo>
                  <a:pt x="2249424" y="27432"/>
                </a:lnTo>
                <a:moveTo>
                  <a:pt x="2304288" y="27432"/>
                </a:moveTo>
                <a:lnTo>
                  <a:pt x="2276856" y="27432"/>
                </a:lnTo>
                <a:lnTo>
                  <a:pt x="2276856" y="0"/>
                </a:lnTo>
                <a:lnTo>
                  <a:pt x="2304288" y="0"/>
                </a:lnTo>
                <a:lnTo>
                  <a:pt x="2304288" y="27432"/>
                </a:lnTo>
                <a:moveTo>
                  <a:pt x="2350008" y="27432"/>
                </a:moveTo>
                <a:lnTo>
                  <a:pt x="2331720" y="27432"/>
                </a:lnTo>
                <a:lnTo>
                  <a:pt x="2331720" y="0"/>
                </a:lnTo>
                <a:lnTo>
                  <a:pt x="2350008" y="0"/>
                </a:lnTo>
                <a:lnTo>
                  <a:pt x="2350008" y="27432"/>
                </a:lnTo>
                <a:moveTo>
                  <a:pt x="2404872" y="27432"/>
                </a:moveTo>
                <a:lnTo>
                  <a:pt x="2377440" y="27432"/>
                </a:lnTo>
                <a:lnTo>
                  <a:pt x="2377440" y="0"/>
                </a:lnTo>
                <a:lnTo>
                  <a:pt x="2404872" y="0"/>
                </a:lnTo>
                <a:lnTo>
                  <a:pt x="2404872" y="27432"/>
                </a:lnTo>
                <a:moveTo>
                  <a:pt x="2459736" y="27432"/>
                </a:moveTo>
                <a:lnTo>
                  <a:pt x="2432304" y="27432"/>
                </a:lnTo>
                <a:lnTo>
                  <a:pt x="2432304" y="0"/>
                </a:lnTo>
                <a:lnTo>
                  <a:pt x="2459736" y="0"/>
                </a:lnTo>
                <a:lnTo>
                  <a:pt x="2459736" y="27432"/>
                </a:lnTo>
                <a:moveTo>
                  <a:pt x="2505456" y="27432"/>
                </a:moveTo>
                <a:lnTo>
                  <a:pt x="2478024" y="27432"/>
                </a:lnTo>
                <a:lnTo>
                  <a:pt x="2478024" y="0"/>
                </a:lnTo>
                <a:lnTo>
                  <a:pt x="2505456" y="0"/>
                </a:lnTo>
                <a:lnTo>
                  <a:pt x="2505456" y="27432"/>
                </a:lnTo>
                <a:moveTo>
                  <a:pt x="2560320" y="27432"/>
                </a:moveTo>
                <a:lnTo>
                  <a:pt x="2532888" y="27432"/>
                </a:lnTo>
                <a:lnTo>
                  <a:pt x="2532888" y="0"/>
                </a:lnTo>
                <a:lnTo>
                  <a:pt x="2560320" y="0"/>
                </a:lnTo>
                <a:lnTo>
                  <a:pt x="2560320" y="27432"/>
                </a:lnTo>
                <a:moveTo>
                  <a:pt x="2606040" y="27432"/>
                </a:moveTo>
                <a:lnTo>
                  <a:pt x="2587752" y="27432"/>
                </a:lnTo>
                <a:lnTo>
                  <a:pt x="2587752" y="0"/>
                </a:lnTo>
                <a:lnTo>
                  <a:pt x="2606040" y="0"/>
                </a:lnTo>
                <a:lnTo>
                  <a:pt x="2606040" y="27432"/>
                </a:lnTo>
                <a:moveTo>
                  <a:pt x="2660904" y="27432"/>
                </a:moveTo>
                <a:lnTo>
                  <a:pt x="2633472" y="27432"/>
                </a:lnTo>
                <a:lnTo>
                  <a:pt x="2633472" y="0"/>
                </a:lnTo>
                <a:lnTo>
                  <a:pt x="2660904" y="0"/>
                </a:lnTo>
                <a:lnTo>
                  <a:pt x="2660904" y="27432"/>
                </a:lnTo>
                <a:moveTo>
                  <a:pt x="2715768" y="27432"/>
                </a:moveTo>
                <a:lnTo>
                  <a:pt x="2688336" y="27432"/>
                </a:lnTo>
                <a:lnTo>
                  <a:pt x="2688336" y="0"/>
                </a:lnTo>
                <a:lnTo>
                  <a:pt x="2715768" y="0"/>
                </a:lnTo>
                <a:lnTo>
                  <a:pt x="2715768" y="27432"/>
                </a:lnTo>
                <a:moveTo>
                  <a:pt x="2761488" y="27432"/>
                </a:moveTo>
                <a:lnTo>
                  <a:pt x="2734056" y="27432"/>
                </a:lnTo>
                <a:lnTo>
                  <a:pt x="2734056" y="0"/>
                </a:lnTo>
                <a:lnTo>
                  <a:pt x="2761488" y="0"/>
                </a:lnTo>
                <a:lnTo>
                  <a:pt x="2761488" y="27432"/>
                </a:lnTo>
                <a:moveTo>
                  <a:pt x="2816352" y="27432"/>
                </a:moveTo>
                <a:lnTo>
                  <a:pt x="2788920" y="27432"/>
                </a:lnTo>
                <a:lnTo>
                  <a:pt x="2788920" y="0"/>
                </a:lnTo>
                <a:lnTo>
                  <a:pt x="2816352" y="0"/>
                </a:lnTo>
                <a:lnTo>
                  <a:pt x="2816352" y="27432"/>
                </a:lnTo>
                <a:moveTo>
                  <a:pt x="2862072" y="27432"/>
                </a:moveTo>
                <a:lnTo>
                  <a:pt x="2843784" y="27432"/>
                </a:lnTo>
                <a:lnTo>
                  <a:pt x="2843784" y="0"/>
                </a:lnTo>
                <a:lnTo>
                  <a:pt x="2862072" y="0"/>
                </a:lnTo>
                <a:lnTo>
                  <a:pt x="2862072" y="27432"/>
                </a:lnTo>
                <a:moveTo>
                  <a:pt x="2916936" y="27432"/>
                </a:moveTo>
                <a:lnTo>
                  <a:pt x="2889504" y="27432"/>
                </a:lnTo>
                <a:lnTo>
                  <a:pt x="2889504" y="0"/>
                </a:lnTo>
                <a:lnTo>
                  <a:pt x="2916936" y="0"/>
                </a:lnTo>
                <a:lnTo>
                  <a:pt x="2916936" y="27432"/>
                </a:lnTo>
                <a:moveTo>
                  <a:pt x="2971800" y="27432"/>
                </a:moveTo>
                <a:lnTo>
                  <a:pt x="2944368" y="27432"/>
                </a:lnTo>
                <a:lnTo>
                  <a:pt x="2944368" y="0"/>
                </a:lnTo>
                <a:lnTo>
                  <a:pt x="2971800" y="0"/>
                </a:lnTo>
                <a:lnTo>
                  <a:pt x="2971800" y="27432"/>
                </a:lnTo>
                <a:moveTo>
                  <a:pt x="3017520" y="27432"/>
                </a:moveTo>
                <a:lnTo>
                  <a:pt x="2990088" y="27432"/>
                </a:lnTo>
                <a:lnTo>
                  <a:pt x="2990088" y="0"/>
                </a:lnTo>
                <a:lnTo>
                  <a:pt x="3017520" y="0"/>
                </a:lnTo>
                <a:lnTo>
                  <a:pt x="3017520" y="27432"/>
                </a:lnTo>
                <a:moveTo>
                  <a:pt x="3072384" y="27432"/>
                </a:moveTo>
                <a:lnTo>
                  <a:pt x="3044952" y="27432"/>
                </a:lnTo>
                <a:lnTo>
                  <a:pt x="3044952" y="0"/>
                </a:lnTo>
                <a:lnTo>
                  <a:pt x="3072384" y="0"/>
                </a:lnTo>
                <a:lnTo>
                  <a:pt x="3072384" y="27432"/>
                </a:lnTo>
                <a:moveTo>
                  <a:pt x="3118104" y="27432"/>
                </a:moveTo>
                <a:lnTo>
                  <a:pt x="3099816" y="27432"/>
                </a:lnTo>
                <a:lnTo>
                  <a:pt x="3099816" y="0"/>
                </a:lnTo>
                <a:lnTo>
                  <a:pt x="3118104" y="0"/>
                </a:lnTo>
                <a:lnTo>
                  <a:pt x="3118104" y="27432"/>
                </a:lnTo>
                <a:moveTo>
                  <a:pt x="3172968" y="27432"/>
                </a:moveTo>
                <a:lnTo>
                  <a:pt x="3145536" y="27432"/>
                </a:lnTo>
                <a:lnTo>
                  <a:pt x="3145536" y="0"/>
                </a:lnTo>
                <a:lnTo>
                  <a:pt x="3172968" y="0"/>
                </a:lnTo>
                <a:lnTo>
                  <a:pt x="3172968" y="27432"/>
                </a:lnTo>
                <a:moveTo>
                  <a:pt x="3218688" y="27432"/>
                </a:moveTo>
                <a:lnTo>
                  <a:pt x="3200400" y="27432"/>
                </a:lnTo>
                <a:lnTo>
                  <a:pt x="3200400" y="0"/>
                </a:lnTo>
                <a:lnTo>
                  <a:pt x="3218688" y="0"/>
                </a:lnTo>
                <a:lnTo>
                  <a:pt x="3218688" y="27432"/>
                </a:lnTo>
                <a:moveTo>
                  <a:pt x="3273552" y="27432"/>
                </a:moveTo>
                <a:lnTo>
                  <a:pt x="3246120" y="27432"/>
                </a:lnTo>
                <a:lnTo>
                  <a:pt x="3246120" y="0"/>
                </a:lnTo>
                <a:lnTo>
                  <a:pt x="3273552" y="0"/>
                </a:lnTo>
                <a:lnTo>
                  <a:pt x="3273552" y="27432"/>
                </a:lnTo>
                <a:moveTo>
                  <a:pt x="3328416" y="27432"/>
                </a:moveTo>
                <a:lnTo>
                  <a:pt x="3300984" y="27432"/>
                </a:lnTo>
                <a:lnTo>
                  <a:pt x="3300984" y="0"/>
                </a:lnTo>
                <a:lnTo>
                  <a:pt x="3328416" y="0"/>
                </a:lnTo>
                <a:lnTo>
                  <a:pt x="3328416" y="27432"/>
                </a:lnTo>
                <a:moveTo>
                  <a:pt x="3374136" y="27432"/>
                </a:moveTo>
                <a:lnTo>
                  <a:pt x="3346704" y="27432"/>
                </a:lnTo>
                <a:lnTo>
                  <a:pt x="3346704" y="0"/>
                </a:lnTo>
                <a:lnTo>
                  <a:pt x="3374136" y="0"/>
                </a:lnTo>
                <a:lnTo>
                  <a:pt x="3374136" y="27432"/>
                </a:lnTo>
                <a:moveTo>
                  <a:pt x="3429000" y="27432"/>
                </a:moveTo>
                <a:lnTo>
                  <a:pt x="3401568" y="27432"/>
                </a:lnTo>
                <a:lnTo>
                  <a:pt x="3401568" y="0"/>
                </a:lnTo>
                <a:lnTo>
                  <a:pt x="3429000" y="0"/>
                </a:lnTo>
                <a:lnTo>
                  <a:pt x="3429000" y="27432"/>
                </a:lnTo>
                <a:moveTo>
                  <a:pt x="3474720" y="27432"/>
                </a:moveTo>
                <a:lnTo>
                  <a:pt x="3456432" y="27432"/>
                </a:lnTo>
                <a:lnTo>
                  <a:pt x="3456432" y="0"/>
                </a:lnTo>
                <a:lnTo>
                  <a:pt x="3474720" y="0"/>
                </a:lnTo>
                <a:lnTo>
                  <a:pt x="3474720" y="27432"/>
                </a:lnTo>
                <a:moveTo>
                  <a:pt x="3529584" y="27432"/>
                </a:moveTo>
                <a:lnTo>
                  <a:pt x="3502152" y="27432"/>
                </a:lnTo>
                <a:lnTo>
                  <a:pt x="3502152" y="0"/>
                </a:lnTo>
                <a:lnTo>
                  <a:pt x="3529584" y="0"/>
                </a:lnTo>
                <a:lnTo>
                  <a:pt x="3529584" y="27432"/>
                </a:lnTo>
                <a:moveTo>
                  <a:pt x="3584448" y="27432"/>
                </a:moveTo>
                <a:lnTo>
                  <a:pt x="3557016" y="27432"/>
                </a:lnTo>
                <a:lnTo>
                  <a:pt x="3557016" y="0"/>
                </a:lnTo>
                <a:lnTo>
                  <a:pt x="3584448" y="0"/>
                </a:lnTo>
                <a:lnTo>
                  <a:pt x="3584448" y="27432"/>
                </a:lnTo>
                <a:moveTo>
                  <a:pt x="3630168" y="27432"/>
                </a:moveTo>
                <a:lnTo>
                  <a:pt x="3602736" y="27432"/>
                </a:lnTo>
                <a:lnTo>
                  <a:pt x="3602736" y="0"/>
                </a:lnTo>
                <a:lnTo>
                  <a:pt x="3630168" y="0"/>
                </a:lnTo>
                <a:lnTo>
                  <a:pt x="3630168" y="27432"/>
                </a:lnTo>
                <a:moveTo>
                  <a:pt x="3666744" y="27432"/>
                </a:moveTo>
                <a:lnTo>
                  <a:pt x="3657600" y="27432"/>
                </a:lnTo>
                <a:lnTo>
                  <a:pt x="3657600" y="0"/>
                </a:lnTo>
                <a:lnTo>
                  <a:pt x="3666744" y="0"/>
                </a:lnTo>
                <a:lnTo>
                  <a:pt x="3666744" y="27432"/>
                </a:lnTo>
                <a:moveTo>
                  <a:pt x="493776" y="54864"/>
                </a:moveTo>
                <a:lnTo>
                  <a:pt x="484632" y="73152"/>
                </a:lnTo>
                <a:lnTo>
                  <a:pt x="466344" y="64008"/>
                </a:lnTo>
                <a:lnTo>
                  <a:pt x="475488" y="45720"/>
                </a:lnTo>
                <a:lnTo>
                  <a:pt x="493776" y="54864"/>
                </a:lnTo>
                <a:moveTo>
                  <a:pt x="475488" y="100584"/>
                </a:moveTo>
                <a:lnTo>
                  <a:pt x="466344" y="118872"/>
                </a:lnTo>
                <a:lnTo>
                  <a:pt x="438912" y="109728"/>
                </a:lnTo>
                <a:lnTo>
                  <a:pt x="448056" y="91440"/>
                </a:lnTo>
                <a:lnTo>
                  <a:pt x="475488" y="100584"/>
                </a:lnTo>
                <a:moveTo>
                  <a:pt x="457200" y="146304"/>
                </a:moveTo>
                <a:lnTo>
                  <a:pt x="438912" y="173736"/>
                </a:lnTo>
                <a:lnTo>
                  <a:pt x="420624" y="155448"/>
                </a:lnTo>
                <a:lnTo>
                  <a:pt x="429768" y="137160"/>
                </a:lnTo>
                <a:lnTo>
                  <a:pt x="457200" y="146304"/>
                </a:lnTo>
                <a:moveTo>
                  <a:pt x="429768" y="192024"/>
                </a:moveTo>
                <a:lnTo>
                  <a:pt x="420624" y="219456"/>
                </a:lnTo>
                <a:lnTo>
                  <a:pt x="393192" y="201168"/>
                </a:lnTo>
                <a:lnTo>
                  <a:pt x="411480" y="182880"/>
                </a:lnTo>
                <a:lnTo>
                  <a:pt x="429768" y="192024"/>
                </a:lnTo>
                <a:moveTo>
                  <a:pt x="411480" y="237744"/>
                </a:moveTo>
                <a:lnTo>
                  <a:pt x="402336" y="265176"/>
                </a:lnTo>
                <a:lnTo>
                  <a:pt x="374904" y="256032"/>
                </a:lnTo>
                <a:lnTo>
                  <a:pt x="384048" y="228600"/>
                </a:lnTo>
                <a:lnTo>
                  <a:pt x="411480" y="237744"/>
                </a:lnTo>
                <a:moveTo>
                  <a:pt x="384048" y="283464"/>
                </a:moveTo>
                <a:lnTo>
                  <a:pt x="374904" y="310896"/>
                </a:lnTo>
                <a:lnTo>
                  <a:pt x="356616" y="301752"/>
                </a:lnTo>
                <a:lnTo>
                  <a:pt x="365760" y="274320"/>
                </a:lnTo>
                <a:lnTo>
                  <a:pt x="384048" y="283464"/>
                </a:lnTo>
                <a:moveTo>
                  <a:pt x="365760" y="329184"/>
                </a:moveTo>
                <a:lnTo>
                  <a:pt x="356616" y="356616"/>
                </a:lnTo>
                <a:lnTo>
                  <a:pt x="329184" y="347472"/>
                </a:lnTo>
                <a:lnTo>
                  <a:pt x="338328" y="320040"/>
                </a:lnTo>
                <a:lnTo>
                  <a:pt x="365760" y="329184"/>
                </a:lnTo>
                <a:moveTo>
                  <a:pt x="347472" y="374904"/>
                </a:moveTo>
                <a:lnTo>
                  <a:pt x="329184" y="402336"/>
                </a:lnTo>
                <a:lnTo>
                  <a:pt x="310896" y="393192"/>
                </a:lnTo>
                <a:lnTo>
                  <a:pt x="320040" y="365760"/>
                </a:lnTo>
                <a:lnTo>
                  <a:pt x="347472" y="374904"/>
                </a:lnTo>
                <a:moveTo>
                  <a:pt x="320040" y="429768"/>
                </a:moveTo>
                <a:lnTo>
                  <a:pt x="310896" y="448056"/>
                </a:lnTo>
                <a:lnTo>
                  <a:pt x="292608" y="448056"/>
                </a:lnTo>
                <a:lnTo>
                  <a:pt x="292608" y="420624"/>
                </a:lnTo>
                <a:lnTo>
                  <a:pt x="292608" y="420624"/>
                </a:lnTo>
                <a:lnTo>
                  <a:pt x="301752" y="411480"/>
                </a:lnTo>
                <a:lnTo>
                  <a:pt x="320040" y="429768"/>
                </a:lnTo>
                <a:moveTo>
                  <a:pt x="9144" y="448056"/>
                </a:moveTo>
                <a:lnTo>
                  <a:pt x="0" y="448056"/>
                </a:lnTo>
                <a:lnTo>
                  <a:pt x="0" y="420624"/>
                </a:lnTo>
                <a:lnTo>
                  <a:pt x="9144" y="420624"/>
                </a:lnTo>
                <a:lnTo>
                  <a:pt x="9144" y="448056"/>
                </a:lnTo>
                <a:moveTo>
                  <a:pt x="64008" y="448056"/>
                </a:moveTo>
                <a:lnTo>
                  <a:pt x="36576" y="448056"/>
                </a:lnTo>
                <a:lnTo>
                  <a:pt x="36576" y="420624"/>
                </a:lnTo>
                <a:lnTo>
                  <a:pt x="64008" y="420624"/>
                </a:lnTo>
                <a:lnTo>
                  <a:pt x="64008" y="448056"/>
                </a:lnTo>
                <a:moveTo>
                  <a:pt x="118872" y="448056"/>
                </a:moveTo>
                <a:lnTo>
                  <a:pt x="91440" y="448056"/>
                </a:lnTo>
                <a:lnTo>
                  <a:pt x="91440" y="420624"/>
                </a:lnTo>
                <a:lnTo>
                  <a:pt x="118872" y="420624"/>
                </a:lnTo>
                <a:lnTo>
                  <a:pt x="118872" y="448056"/>
                </a:lnTo>
                <a:moveTo>
                  <a:pt x="164592" y="448056"/>
                </a:moveTo>
                <a:lnTo>
                  <a:pt x="137160" y="448056"/>
                </a:lnTo>
                <a:lnTo>
                  <a:pt x="137160" y="420624"/>
                </a:lnTo>
                <a:lnTo>
                  <a:pt x="164592" y="420624"/>
                </a:lnTo>
                <a:lnTo>
                  <a:pt x="164592" y="448056"/>
                </a:lnTo>
                <a:moveTo>
                  <a:pt x="219456" y="448056"/>
                </a:moveTo>
                <a:lnTo>
                  <a:pt x="192024" y="448056"/>
                </a:lnTo>
                <a:lnTo>
                  <a:pt x="192024" y="420624"/>
                </a:lnTo>
                <a:lnTo>
                  <a:pt x="219456" y="420624"/>
                </a:lnTo>
                <a:lnTo>
                  <a:pt x="219456" y="448056"/>
                </a:lnTo>
                <a:moveTo>
                  <a:pt x="265176" y="448056"/>
                </a:moveTo>
                <a:lnTo>
                  <a:pt x="237744" y="448056"/>
                </a:lnTo>
                <a:lnTo>
                  <a:pt x="237744" y="420624"/>
                </a:lnTo>
                <a:lnTo>
                  <a:pt x="265176" y="420624"/>
                </a:lnTo>
                <a:lnTo>
                  <a:pt x="265176" y="448056"/>
                </a:lnTo>
              </a:path>
            </a:pathLst>
          </a:custGeom>
          <a:gradFill>
            <a:gsLst>
              <a:gs pos="0">
                <a:schemeClr val="accent2">
                  <a:lumMod val="20000"/>
                  <a:lumOff val="80000"/>
                </a:schemeClr>
              </a:gs>
              <a:gs pos="100000">
                <a:schemeClr val="accent2"/>
              </a:gs>
            </a:gsLst>
            <a:lin ang="10800000" scaled="0"/>
          </a:gradFill>
          <a:ln w="25400">
            <a:no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sz="1350"/>
          </a:p>
        </p:txBody>
      </p:sp>
      <p:sp>
        <p:nvSpPr>
          <p:cNvPr id="48" name="对象7"/>
          <p:cNvSpPr/>
          <p:nvPr>
            <p:custDataLst>
              <p:tags r:id="rId7"/>
            </p:custDataLst>
          </p:nvPr>
        </p:nvSpPr>
        <p:spPr>
          <a:xfrm>
            <a:off x="3538728" y="2630043"/>
            <a:ext cx="1021842" cy="1165860"/>
          </a:xfrm>
          <a:custGeom>
            <a:avLst/>
            <a:gdLst/>
            <a:ahLst/>
            <a:cxnLst/>
            <a:rect l="l" t="t" r="r" b="b"/>
            <a:pathLst>
              <a:path w="1362456" h="1554480">
                <a:moveTo>
                  <a:pt x="1362456" y="45720"/>
                </a:moveTo>
                <a:cubicBezTo>
                  <a:pt x="1362456" y="18288"/>
                  <a:pt x="1335024" y="0"/>
                  <a:pt x="1307592" y="0"/>
                </a:cubicBezTo>
                <a:cubicBezTo>
                  <a:pt x="1051560" y="9144"/>
                  <a:pt x="795528" y="82296"/>
                  <a:pt x="566928" y="210312"/>
                </a:cubicBezTo>
                <a:cubicBezTo>
                  <a:pt x="338328" y="347472"/>
                  <a:pt x="146304" y="530352"/>
                  <a:pt x="9144" y="749808"/>
                </a:cubicBezTo>
                <a:cubicBezTo>
                  <a:pt x="-9144" y="777240"/>
                  <a:pt x="0" y="804672"/>
                  <a:pt x="27432" y="822960"/>
                </a:cubicBezTo>
                <a:lnTo>
                  <a:pt x="1289304" y="1545336"/>
                </a:lnTo>
                <a:cubicBezTo>
                  <a:pt x="1316736" y="1572768"/>
                  <a:pt x="1362456" y="1545336"/>
                  <a:pt x="1362456" y="1508760"/>
                </a:cubicBezTo>
                <a:lnTo>
                  <a:pt x="1362456" y="45720"/>
                </a:lnTo>
              </a:path>
            </a:pathLst>
          </a:custGeom>
          <a:gradFill>
            <a:gsLst>
              <a:gs pos="0">
                <a:schemeClr val="accent1">
                  <a:alpha val="100000"/>
                </a:schemeClr>
              </a:gs>
              <a:gs pos="100000">
                <a:schemeClr val="accent2">
                  <a:alpha val="100000"/>
                </a:schemeClr>
              </a:gs>
            </a:gsLst>
            <a:lin ang="3558040" scaled="0"/>
          </a:gradFill>
          <a:ln w="25400">
            <a:solidFill>
              <a:schemeClr val="lt1"/>
            </a:solidFill>
            <a:prstDash val="solid"/>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sz="1350"/>
          </a:p>
        </p:txBody>
      </p:sp>
      <p:sp>
        <p:nvSpPr>
          <p:cNvPr id="49" name="对象8"/>
          <p:cNvSpPr/>
          <p:nvPr>
            <p:custDataLst>
              <p:tags r:id="rId8"/>
            </p:custDataLst>
          </p:nvPr>
        </p:nvSpPr>
        <p:spPr>
          <a:xfrm>
            <a:off x="3264408" y="3206115"/>
            <a:ext cx="1255014" cy="1241298"/>
          </a:xfrm>
          <a:custGeom>
            <a:avLst/>
            <a:gdLst/>
            <a:ahLst/>
            <a:cxnLst/>
            <a:rect l="l" t="t" r="r" b="b"/>
            <a:pathLst>
              <a:path w="1673352" h="1655064">
                <a:moveTo>
                  <a:pt x="292608" y="9144"/>
                </a:moveTo>
                <a:cubicBezTo>
                  <a:pt x="274320" y="-9144"/>
                  <a:pt x="237744" y="0"/>
                  <a:pt x="228600" y="27432"/>
                </a:cubicBezTo>
                <a:cubicBezTo>
                  <a:pt x="91440" y="265176"/>
                  <a:pt x="0" y="521208"/>
                  <a:pt x="0" y="822960"/>
                </a:cubicBezTo>
                <a:cubicBezTo>
                  <a:pt x="0" y="1115568"/>
                  <a:pt x="91440" y="1389888"/>
                  <a:pt x="228600" y="1636776"/>
                </a:cubicBezTo>
                <a:cubicBezTo>
                  <a:pt x="237744" y="1655064"/>
                  <a:pt x="274320" y="1664208"/>
                  <a:pt x="292608" y="1655064"/>
                </a:cubicBezTo>
                <a:lnTo>
                  <a:pt x="1645920" y="868680"/>
                </a:lnTo>
                <a:cubicBezTo>
                  <a:pt x="1682496" y="850392"/>
                  <a:pt x="1682496" y="804672"/>
                  <a:pt x="1645920" y="786384"/>
                </a:cubicBezTo>
                <a:lnTo>
                  <a:pt x="292608" y="9144"/>
                </a:lnTo>
              </a:path>
            </a:pathLst>
          </a:custGeom>
          <a:gradFill>
            <a:gsLst>
              <a:gs pos="0">
                <a:schemeClr val="accent3">
                  <a:alpha val="100000"/>
                </a:schemeClr>
              </a:gs>
              <a:gs pos="100000">
                <a:schemeClr val="accent2">
                  <a:alpha val="100000"/>
                </a:schemeClr>
              </a:gs>
            </a:gsLst>
            <a:lin ang="21498030" scaled="0"/>
          </a:gradFill>
          <a:ln w="25400">
            <a:solidFill>
              <a:schemeClr val="lt1"/>
            </a:solidFill>
            <a:prstDash val="solid"/>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sz="1350"/>
          </a:p>
        </p:txBody>
      </p:sp>
      <p:sp>
        <p:nvSpPr>
          <p:cNvPr id="50" name="对象9"/>
          <p:cNvSpPr/>
          <p:nvPr>
            <p:custDataLst>
              <p:tags r:id="rId9"/>
            </p:custDataLst>
          </p:nvPr>
        </p:nvSpPr>
        <p:spPr>
          <a:xfrm>
            <a:off x="3409188" y="3857625"/>
            <a:ext cx="1152144" cy="1316736"/>
          </a:xfrm>
          <a:custGeom>
            <a:avLst/>
            <a:gdLst/>
            <a:ahLst/>
            <a:cxnLst/>
            <a:rect l="l" t="t" r="r" b="b"/>
            <a:pathLst>
              <a:path w="1536192" h="1755648">
                <a:moveTo>
                  <a:pt x="27432" y="832104"/>
                </a:moveTo>
                <a:cubicBezTo>
                  <a:pt x="0" y="850392"/>
                  <a:pt x="-9144" y="877824"/>
                  <a:pt x="9144" y="905256"/>
                </a:cubicBezTo>
                <a:cubicBezTo>
                  <a:pt x="164592" y="1161288"/>
                  <a:pt x="384048" y="1371600"/>
                  <a:pt x="640080" y="1517904"/>
                </a:cubicBezTo>
                <a:cubicBezTo>
                  <a:pt x="896112" y="1664208"/>
                  <a:pt x="1188720" y="1746504"/>
                  <a:pt x="1490472" y="1755648"/>
                </a:cubicBezTo>
                <a:cubicBezTo>
                  <a:pt x="1517904" y="1755648"/>
                  <a:pt x="1536192" y="1737360"/>
                  <a:pt x="1536192" y="1709928"/>
                </a:cubicBezTo>
                <a:lnTo>
                  <a:pt x="1536192" y="54864"/>
                </a:lnTo>
                <a:cubicBezTo>
                  <a:pt x="1536192" y="9144"/>
                  <a:pt x="1499616" y="-9144"/>
                  <a:pt x="1463040" y="9144"/>
                </a:cubicBezTo>
                <a:lnTo>
                  <a:pt x="27432" y="832104"/>
                </a:lnTo>
              </a:path>
            </a:pathLst>
          </a:custGeom>
          <a:gradFill>
            <a:gsLst>
              <a:gs pos="0">
                <a:schemeClr val="accent1">
                  <a:alpha val="100000"/>
                </a:schemeClr>
              </a:gs>
              <a:gs pos="100000">
                <a:schemeClr val="accent2">
                  <a:alpha val="100000"/>
                </a:schemeClr>
              </a:gs>
            </a:gsLst>
            <a:lin ang="17934971" scaled="0"/>
          </a:gradFill>
          <a:ln w="25400">
            <a:solidFill>
              <a:schemeClr val="lt1"/>
            </a:solidFill>
            <a:prstDash val="solid"/>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sz="1350"/>
          </a:p>
        </p:txBody>
      </p:sp>
      <p:sp>
        <p:nvSpPr>
          <p:cNvPr id="51" name="对象10"/>
          <p:cNvSpPr/>
          <p:nvPr>
            <p:custDataLst>
              <p:tags r:id="rId10"/>
            </p:custDataLst>
          </p:nvPr>
        </p:nvSpPr>
        <p:spPr>
          <a:xfrm>
            <a:off x="4574286" y="3857625"/>
            <a:ext cx="1220724" cy="1392174"/>
          </a:xfrm>
          <a:custGeom>
            <a:avLst/>
            <a:gdLst/>
            <a:ahLst/>
            <a:cxnLst/>
            <a:rect l="l" t="t" r="r" b="b"/>
            <a:pathLst>
              <a:path w="1627632" h="1856232">
                <a:moveTo>
                  <a:pt x="0" y="1792224"/>
                </a:moveTo>
                <a:cubicBezTo>
                  <a:pt x="0" y="1828800"/>
                  <a:pt x="27432" y="1856232"/>
                  <a:pt x="54864" y="1856232"/>
                </a:cubicBezTo>
                <a:cubicBezTo>
                  <a:pt x="356616" y="1856232"/>
                  <a:pt x="676656" y="1764792"/>
                  <a:pt x="950976" y="1609344"/>
                </a:cubicBezTo>
                <a:cubicBezTo>
                  <a:pt x="1225296" y="1444752"/>
                  <a:pt x="1453896" y="1225296"/>
                  <a:pt x="1618488" y="960120"/>
                </a:cubicBezTo>
                <a:cubicBezTo>
                  <a:pt x="1636776" y="932688"/>
                  <a:pt x="1627632" y="905256"/>
                  <a:pt x="1600200" y="886968"/>
                </a:cubicBezTo>
                <a:lnTo>
                  <a:pt x="73152" y="9144"/>
                </a:lnTo>
                <a:cubicBezTo>
                  <a:pt x="45720" y="-9144"/>
                  <a:pt x="18288" y="9144"/>
                  <a:pt x="0" y="54864"/>
                </a:cubicBezTo>
                <a:lnTo>
                  <a:pt x="0" y="1792224"/>
                </a:lnTo>
              </a:path>
            </a:pathLst>
          </a:custGeom>
          <a:gradFill>
            <a:gsLst>
              <a:gs pos="0">
                <a:schemeClr val="accent3">
                  <a:alpha val="100000"/>
                </a:schemeClr>
              </a:gs>
              <a:gs pos="100000">
                <a:schemeClr val="accent2">
                  <a:alpha val="100000"/>
                </a:schemeClr>
              </a:gs>
            </a:gsLst>
            <a:lin ang="14391897" scaled="0"/>
          </a:gradFill>
          <a:ln w="25400">
            <a:solidFill>
              <a:schemeClr val="lt1"/>
            </a:solidFill>
            <a:prstDash val="solid"/>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sz="1350"/>
          </a:p>
        </p:txBody>
      </p:sp>
      <p:sp>
        <p:nvSpPr>
          <p:cNvPr id="52" name="对象11"/>
          <p:cNvSpPr/>
          <p:nvPr>
            <p:custDataLst>
              <p:tags r:id="rId11"/>
            </p:custDataLst>
          </p:nvPr>
        </p:nvSpPr>
        <p:spPr>
          <a:xfrm>
            <a:off x="4594860" y="3089529"/>
            <a:ext cx="1460754" cy="1474470"/>
          </a:xfrm>
          <a:custGeom>
            <a:avLst/>
            <a:gdLst/>
            <a:ahLst/>
            <a:cxnLst/>
            <a:rect l="l" t="t" r="r" b="b"/>
            <a:pathLst>
              <a:path w="1947672" h="1965960">
                <a:moveTo>
                  <a:pt x="1636776" y="1956816"/>
                </a:moveTo>
                <a:cubicBezTo>
                  <a:pt x="1664208" y="1965960"/>
                  <a:pt x="1691640" y="1965960"/>
                  <a:pt x="1709928" y="1938528"/>
                </a:cubicBezTo>
                <a:cubicBezTo>
                  <a:pt x="1865376" y="1645920"/>
                  <a:pt x="1947672" y="1316736"/>
                  <a:pt x="1947672" y="978408"/>
                </a:cubicBezTo>
                <a:cubicBezTo>
                  <a:pt x="1947672" y="649224"/>
                  <a:pt x="1865376" y="320040"/>
                  <a:pt x="1709928" y="27432"/>
                </a:cubicBezTo>
                <a:cubicBezTo>
                  <a:pt x="1691640" y="0"/>
                  <a:pt x="1664208" y="-9144"/>
                  <a:pt x="1636776" y="9144"/>
                </a:cubicBezTo>
                <a:lnTo>
                  <a:pt x="27432" y="941832"/>
                </a:lnTo>
                <a:cubicBezTo>
                  <a:pt x="-9144" y="960120"/>
                  <a:pt x="-9144" y="1005840"/>
                  <a:pt x="27432" y="1024128"/>
                </a:cubicBezTo>
                <a:lnTo>
                  <a:pt x="1636776" y="1956816"/>
                </a:lnTo>
              </a:path>
            </a:pathLst>
          </a:custGeom>
          <a:gradFill>
            <a:gsLst>
              <a:gs pos="0">
                <a:schemeClr val="accent1">
                  <a:alpha val="100000"/>
                </a:schemeClr>
              </a:gs>
              <a:gs pos="100000">
                <a:schemeClr val="accent2">
                  <a:alpha val="100000"/>
                </a:schemeClr>
              </a:gs>
            </a:gsLst>
            <a:lin ang="10702551" scaled="0"/>
          </a:gradFill>
          <a:ln w="25400">
            <a:solidFill>
              <a:schemeClr val="lt1"/>
            </a:solidFill>
            <a:prstDash val="solid"/>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sz="1350"/>
          </a:p>
        </p:txBody>
      </p:sp>
      <p:sp>
        <p:nvSpPr>
          <p:cNvPr id="53" name="对象12"/>
          <p:cNvSpPr/>
          <p:nvPr>
            <p:custDataLst>
              <p:tags r:id="rId12"/>
            </p:custDataLst>
          </p:nvPr>
        </p:nvSpPr>
        <p:spPr>
          <a:xfrm>
            <a:off x="4559461" y="2252853"/>
            <a:ext cx="1352512" cy="1546309"/>
          </a:xfrm>
          <a:custGeom>
            <a:avLst/>
            <a:gdLst>
              <a:gd name="connsiteX0" fmla="*/ 2797 w 2839"/>
              <a:gd name="connsiteY0" fmla="*/ 1699 h 3246"/>
              <a:gd name="connsiteX1" fmla="*/ 2825 w 2839"/>
              <a:gd name="connsiteY1" fmla="*/ 1584 h 3246"/>
              <a:gd name="connsiteX2" fmla="*/ 1659 w 2839"/>
              <a:gd name="connsiteY2" fmla="*/ 446 h 3246"/>
              <a:gd name="connsiteX3" fmla="*/ 89 w 2839"/>
              <a:gd name="connsiteY3" fmla="*/ 0 h 3246"/>
              <a:gd name="connsiteX4" fmla="*/ 3 w 2839"/>
              <a:gd name="connsiteY4" fmla="*/ 72 h 3246"/>
              <a:gd name="connsiteX5" fmla="*/ 41 w 2839"/>
              <a:gd name="connsiteY5" fmla="*/ 3142 h 3246"/>
              <a:gd name="connsiteX6" fmla="*/ 118 w 2839"/>
              <a:gd name="connsiteY6" fmla="*/ 3240 h 3246"/>
              <a:gd name="connsiteX7" fmla="*/ 2797 w 2839"/>
              <a:gd name="connsiteY7" fmla="*/ 1699 h 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0" h="3247">
                <a:moveTo>
                  <a:pt x="2797" y="1699"/>
                </a:moveTo>
                <a:cubicBezTo>
                  <a:pt x="2840" y="1670"/>
                  <a:pt x="2854" y="1627"/>
                  <a:pt x="2825" y="1584"/>
                </a:cubicBezTo>
                <a:cubicBezTo>
                  <a:pt x="2537" y="1109"/>
                  <a:pt x="2134" y="720"/>
                  <a:pt x="1659" y="446"/>
                </a:cubicBezTo>
                <a:cubicBezTo>
                  <a:pt x="1184" y="158"/>
                  <a:pt x="637" y="14"/>
                  <a:pt x="89" y="0"/>
                </a:cubicBezTo>
                <a:cubicBezTo>
                  <a:pt x="32" y="0"/>
                  <a:pt x="-11" y="29"/>
                  <a:pt x="3" y="72"/>
                </a:cubicBezTo>
                <a:lnTo>
                  <a:pt x="41" y="3142"/>
                </a:lnTo>
                <a:cubicBezTo>
                  <a:pt x="41" y="3200"/>
                  <a:pt x="75" y="3269"/>
                  <a:pt x="118" y="3240"/>
                </a:cubicBezTo>
                <a:lnTo>
                  <a:pt x="2797" y="1699"/>
                </a:lnTo>
              </a:path>
            </a:pathLst>
          </a:custGeom>
          <a:gradFill>
            <a:gsLst>
              <a:gs pos="0">
                <a:schemeClr val="accent3">
                  <a:alpha val="100000"/>
                </a:schemeClr>
              </a:gs>
              <a:gs pos="100000">
                <a:schemeClr val="accent2">
                  <a:alpha val="100000"/>
                </a:schemeClr>
              </a:gs>
            </a:gsLst>
            <a:lin ang="7310709" scaled="0"/>
          </a:gradFill>
          <a:ln w="25400">
            <a:solidFill>
              <a:schemeClr val="lt1"/>
            </a:solidFill>
            <a:prstDash val="solid"/>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lang="zh-CN" altLang="en-US" sz="1350"/>
          </a:p>
        </p:txBody>
      </p:sp>
      <p:sp>
        <p:nvSpPr>
          <p:cNvPr id="17" name="对象16"/>
          <p:cNvSpPr>
            <a:spLocks noGrp="1"/>
          </p:cNvSpPr>
          <p:nvPr>
            <p:ph type="title"/>
            <p:custDataLst>
              <p:tags r:id="rId13"/>
            </p:custDataLst>
          </p:nvPr>
        </p:nvSpPr>
        <p:spPr>
          <a:noFill/>
        </p:spPr>
        <p:txBody>
          <a:bodyPr wrap="square">
            <a:normAutofit fontScale="90000"/>
          </a:bodyPr>
          <a:lstStyle/>
          <a:p>
            <a:r>
              <a:rPr lang="zh-CN" altLang="en-US" dirty="0">
                <a:latin typeface="+mj-ea"/>
                <a:ea typeface="+mj-ea"/>
              </a:rPr>
              <a:t>肿瘤的预测性AI</a:t>
            </a:r>
            <a:endParaRPr lang="zh-CN" altLang="en-US" dirty="0">
              <a:latin typeface="+mj-ea"/>
              <a:ea typeface="+mj-ea"/>
            </a:endParaRPr>
          </a:p>
        </p:txBody>
      </p:sp>
      <p:sp>
        <p:nvSpPr>
          <p:cNvPr id="4" name="对象26"/>
          <p:cNvSpPr/>
          <p:nvPr>
            <p:custDataLst>
              <p:tags r:id="rId14"/>
            </p:custDataLst>
          </p:nvPr>
        </p:nvSpPr>
        <p:spPr>
          <a:xfrm>
            <a:off x="3753004" y="3019330"/>
            <a:ext cx="1638900" cy="1638900"/>
          </a:xfrm>
          <a:prstGeom prst="ellipse">
            <a:avLst/>
          </a:prstGeom>
          <a:solidFill>
            <a:srgbClr val="FFFFFF"/>
          </a:solidFill>
          <a:ln w="12700">
            <a:noFill/>
          </a:ln>
          <a:effectLst/>
          <a:extLst>
            <a:ext uri="{AF507438-7753-43E0-B8FC-AC1667EBCBE1}">
              <a14:hiddenEffects xmlns:a14="http://schemas.microsoft.com/office/drawing/2010/main">
                <a:effectLst>
                  <a:outerShdw blurRad="127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spcBef>
                <a:spcPct val="0"/>
              </a:spcBef>
              <a:spcAft>
                <a:spcPct val="0"/>
              </a:spcAft>
              <a:buClrTx/>
              <a:buSzTx/>
              <a:buFontTx/>
            </a:pPr>
            <a:r>
              <a:rPr lang="en-US" altLang="zh-CN" b="1" dirty="0">
                <a:solidFill>
                  <a:srgbClr val="000000"/>
                </a:solidFill>
                <a:latin typeface="+mn-ea"/>
                <a:cs typeface="+mn-ea"/>
                <a:sym typeface="+mn-ea"/>
              </a:rPr>
              <a:t>AI</a:t>
            </a:r>
            <a:r>
              <a:rPr lang="zh-CN" altLang="en-US" b="1" dirty="0">
                <a:solidFill>
                  <a:srgbClr val="000000"/>
                </a:solidFill>
                <a:latin typeface="+mn-ea"/>
                <a:cs typeface="+mn-ea"/>
                <a:sym typeface="+mn-ea"/>
              </a:rPr>
              <a:t>应用</a:t>
            </a:r>
            <a:endParaRPr lang="zh-CN" altLang="en-US" b="1" dirty="0">
              <a:solidFill>
                <a:srgbClr val="000000"/>
              </a:solidFill>
              <a:latin typeface="+mn-ea"/>
              <a:cs typeface="+mn-ea"/>
              <a:sym typeface="+mn-ea"/>
            </a:endParaRPr>
          </a:p>
        </p:txBody>
      </p:sp>
      <p:sp>
        <p:nvSpPr>
          <p:cNvPr id="9" name="对象27"/>
          <p:cNvSpPr/>
          <p:nvPr>
            <p:custDataLst>
              <p:tags r:id="rId15"/>
            </p:custDataLst>
          </p:nvPr>
        </p:nvSpPr>
        <p:spPr>
          <a:xfrm>
            <a:off x="3821503" y="3087829"/>
            <a:ext cx="1501902" cy="1501902"/>
          </a:xfrm>
          <a:custGeom>
            <a:avLst/>
            <a:gdLst/>
            <a:ahLst/>
            <a:cxnLst/>
            <a:rect l="l" t="t" r="r" b="b"/>
            <a:pathLst>
              <a:path w="2002536" h="2002536">
                <a:moveTo>
                  <a:pt x="987552" y="0"/>
                </a:moveTo>
                <a:cubicBezTo>
                  <a:pt x="987552" y="0"/>
                  <a:pt x="996696" y="0"/>
                  <a:pt x="1005840" y="0"/>
                </a:cubicBezTo>
                <a:cubicBezTo>
                  <a:pt x="1005840" y="0"/>
                  <a:pt x="1014984" y="0"/>
                  <a:pt x="1024128" y="0"/>
                </a:cubicBezTo>
                <a:lnTo>
                  <a:pt x="1024128" y="27432"/>
                </a:lnTo>
                <a:cubicBezTo>
                  <a:pt x="1014984" y="27432"/>
                  <a:pt x="1005840" y="27432"/>
                  <a:pt x="1005840" y="27432"/>
                </a:cubicBezTo>
                <a:cubicBezTo>
                  <a:pt x="996696" y="27432"/>
                  <a:pt x="987552" y="27432"/>
                  <a:pt x="987552" y="27432"/>
                </a:cubicBezTo>
                <a:lnTo>
                  <a:pt x="987552" y="0"/>
                </a:lnTo>
                <a:moveTo>
                  <a:pt x="905256" y="9144"/>
                </a:moveTo>
                <a:cubicBezTo>
                  <a:pt x="914400" y="0"/>
                  <a:pt x="932688" y="0"/>
                  <a:pt x="941832" y="0"/>
                </a:cubicBezTo>
                <a:lnTo>
                  <a:pt x="941832" y="27432"/>
                </a:lnTo>
                <a:cubicBezTo>
                  <a:pt x="932688" y="27432"/>
                  <a:pt x="923544" y="27432"/>
                  <a:pt x="905256" y="27432"/>
                </a:cubicBezTo>
                <a:lnTo>
                  <a:pt x="905256" y="9144"/>
                </a:lnTo>
                <a:moveTo>
                  <a:pt x="1060704" y="0"/>
                </a:moveTo>
                <a:cubicBezTo>
                  <a:pt x="1078992" y="0"/>
                  <a:pt x="1088136" y="0"/>
                  <a:pt x="1097280" y="9144"/>
                </a:cubicBezTo>
                <a:lnTo>
                  <a:pt x="1097280" y="27432"/>
                </a:lnTo>
                <a:cubicBezTo>
                  <a:pt x="1088136" y="27432"/>
                  <a:pt x="1069848" y="27432"/>
                  <a:pt x="1060704" y="27432"/>
                </a:cubicBezTo>
                <a:lnTo>
                  <a:pt x="1060704" y="0"/>
                </a:lnTo>
                <a:moveTo>
                  <a:pt x="822960" y="18288"/>
                </a:moveTo>
                <a:cubicBezTo>
                  <a:pt x="841248" y="9144"/>
                  <a:pt x="850392" y="9144"/>
                  <a:pt x="868680" y="9144"/>
                </a:cubicBezTo>
                <a:lnTo>
                  <a:pt x="868680" y="36576"/>
                </a:lnTo>
                <a:cubicBezTo>
                  <a:pt x="859536" y="36576"/>
                  <a:pt x="841248" y="36576"/>
                  <a:pt x="832104" y="36576"/>
                </a:cubicBezTo>
                <a:lnTo>
                  <a:pt x="822960" y="18288"/>
                </a:lnTo>
                <a:moveTo>
                  <a:pt x="1143000" y="9144"/>
                </a:moveTo>
                <a:cubicBezTo>
                  <a:pt x="1152144" y="9144"/>
                  <a:pt x="1170432" y="9144"/>
                  <a:pt x="1179576" y="18288"/>
                </a:cubicBezTo>
                <a:lnTo>
                  <a:pt x="1179576" y="36576"/>
                </a:lnTo>
                <a:cubicBezTo>
                  <a:pt x="1161288" y="36576"/>
                  <a:pt x="1152144" y="36576"/>
                  <a:pt x="1133856" y="36576"/>
                </a:cubicBezTo>
                <a:lnTo>
                  <a:pt x="1143000" y="9144"/>
                </a:lnTo>
                <a:moveTo>
                  <a:pt x="749808" y="36576"/>
                </a:moveTo>
                <a:cubicBezTo>
                  <a:pt x="758952" y="27432"/>
                  <a:pt x="777240" y="27432"/>
                  <a:pt x="786384" y="27432"/>
                </a:cubicBezTo>
                <a:lnTo>
                  <a:pt x="795528" y="45720"/>
                </a:lnTo>
                <a:cubicBezTo>
                  <a:pt x="777240" y="54864"/>
                  <a:pt x="768096" y="54864"/>
                  <a:pt x="758952" y="54864"/>
                </a:cubicBezTo>
                <a:lnTo>
                  <a:pt x="749808" y="36576"/>
                </a:lnTo>
                <a:moveTo>
                  <a:pt x="1216152" y="27432"/>
                </a:moveTo>
                <a:cubicBezTo>
                  <a:pt x="1234440" y="27432"/>
                  <a:pt x="1243584" y="27432"/>
                  <a:pt x="1252728" y="36576"/>
                </a:cubicBezTo>
                <a:lnTo>
                  <a:pt x="1252728" y="54864"/>
                </a:lnTo>
                <a:cubicBezTo>
                  <a:pt x="1234440" y="54864"/>
                  <a:pt x="1225296" y="54864"/>
                  <a:pt x="1216152" y="45720"/>
                </a:cubicBezTo>
                <a:lnTo>
                  <a:pt x="1216152" y="27432"/>
                </a:lnTo>
                <a:moveTo>
                  <a:pt x="676656" y="54864"/>
                </a:moveTo>
                <a:cubicBezTo>
                  <a:pt x="685800" y="54864"/>
                  <a:pt x="694944" y="45720"/>
                  <a:pt x="713232" y="45720"/>
                </a:cubicBezTo>
                <a:lnTo>
                  <a:pt x="722376" y="64008"/>
                </a:lnTo>
                <a:cubicBezTo>
                  <a:pt x="704088" y="73152"/>
                  <a:pt x="694944" y="73152"/>
                  <a:pt x="685800" y="82296"/>
                </a:cubicBezTo>
                <a:lnTo>
                  <a:pt x="676656" y="54864"/>
                </a:lnTo>
                <a:moveTo>
                  <a:pt x="1298448" y="45720"/>
                </a:moveTo>
                <a:cubicBezTo>
                  <a:pt x="1307592" y="45720"/>
                  <a:pt x="1316736" y="54864"/>
                  <a:pt x="1335024" y="54864"/>
                </a:cubicBezTo>
                <a:lnTo>
                  <a:pt x="1325880" y="82296"/>
                </a:lnTo>
                <a:cubicBezTo>
                  <a:pt x="1307592" y="73152"/>
                  <a:pt x="1298448" y="73152"/>
                  <a:pt x="1289304" y="64008"/>
                </a:cubicBezTo>
                <a:lnTo>
                  <a:pt x="1298448" y="45720"/>
                </a:lnTo>
                <a:moveTo>
                  <a:pt x="603504" y="82296"/>
                </a:moveTo>
                <a:cubicBezTo>
                  <a:pt x="612648" y="82296"/>
                  <a:pt x="621792" y="73152"/>
                  <a:pt x="640080" y="73152"/>
                </a:cubicBezTo>
                <a:lnTo>
                  <a:pt x="649224" y="91440"/>
                </a:lnTo>
                <a:cubicBezTo>
                  <a:pt x="630936" y="100584"/>
                  <a:pt x="621792" y="100584"/>
                  <a:pt x="612648" y="109728"/>
                </a:cubicBezTo>
                <a:lnTo>
                  <a:pt x="603504" y="82296"/>
                </a:lnTo>
                <a:moveTo>
                  <a:pt x="1371600" y="73152"/>
                </a:moveTo>
                <a:cubicBezTo>
                  <a:pt x="1380744" y="73152"/>
                  <a:pt x="1389888" y="82296"/>
                  <a:pt x="1408176" y="82296"/>
                </a:cubicBezTo>
                <a:lnTo>
                  <a:pt x="1399032" y="109728"/>
                </a:lnTo>
                <a:cubicBezTo>
                  <a:pt x="1380744" y="100584"/>
                  <a:pt x="1371600" y="100584"/>
                  <a:pt x="1362456" y="91440"/>
                </a:cubicBezTo>
                <a:lnTo>
                  <a:pt x="1371600" y="73152"/>
                </a:lnTo>
                <a:moveTo>
                  <a:pt x="530352" y="118872"/>
                </a:moveTo>
                <a:cubicBezTo>
                  <a:pt x="539496" y="109728"/>
                  <a:pt x="557784" y="109728"/>
                  <a:pt x="566928" y="100584"/>
                </a:cubicBezTo>
                <a:lnTo>
                  <a:pt x="576072" y="118872"/>
                </a:lnTo>
                <a:cubicBezTo>
                  <a:pt x="566928" y="128016"/>
                  <a:pt x="557784" y="137160"/>
                  <a:pt x="539496" y="137160"/>
                </a:cubicBezTo>
                <a:lnTo>
                  <a:pt x="530352" y="118872"/>
                </a:lnTo>
                <a:moveTo>
                  <a:pt x="1444752" y="100584"/>
                </a:moveTo>
                <a:cubicBezTo>
                  <a:pt x="1453896" y="109728"/>
                  <a:pt x="1463040" y="109728"/>
                  <a:pt x="1472184" y="118872"/>
                </a:cubicBezTo>
                <a:lnTo>
                  <a:pt x="1463040" y="137160"/>
                </a:lnTo>
                <a:cubicBezTo>
                  <a:pt x="1453896" y="137160"/>
                  <a:pt x="1444752" y="128016"/>
                  <a:pt x="1426464" y="118872"/>
                </a:cubicBezTo>
                <a:lnTo>
                  <a:pt x="1444752" y="100584"/>
                </a:lnTo>
                <a:moveTo>
                  <a:pt x="466344" y="155448"/>
                </a:moveTo>
                <a:cubicBezTo>
                  <a:pt x="475488" y="155448"/>
                  <a:pt x="484632" y="146304"/>
                  <a:pt x="493776" y="137160"/>
                </a:cubicBezTo>
                <a:lnTo>
                  <a:pt x="512064" y="155448"/>
                </a:lnTo>
                <a:cubicBezTo>
                  <a:pt x="493776" y="164592"/>
                  <a:pt x="484632" y="173736"/>
                  <a:pt x="475488" y="182880"/>
                </a:cubicBezTo>
                <a:lnTo>
                  <a:pt x="466344" y="155448"/>
                </a:lnTo>
                <a:moveTo>
                  <a:pt x="1508760" y="137160"/>
                </a:moveTo>
                <a:cubicBezTo>
                  <a:pt x="1517904" y="146304"/>
                  <a:pt x="1536192" y="155448"/>
                  <a:pt x="1545336" y="155448"/>
                </a:cubicBezTo>
                <a:lnTo>
                  <a:pt x="1527048" y="182880"/>
                </a:lnTo>
                <a:cubicBezTo>
                  <a:pt x="1517904" y="173736"/>
                  <a:pt x="1508760" y="164592"/>
                  <a:pt x="1499616" y="155448"/>
                </a:cubicBezTo>
                <a:lnTo>
                  <a:pt x="1508760" y="137160"/>
                </a:lnTo>
                <a:moveTo>
                  <a:pt x="1572768" y="182880"/>
                </a:moveTo>
                <a:cubicBezTo>
                  <a:pt x="1591056" y="192024"/>
                  <a:pt x="1600200" y="192024"/>
                  <a:pt x="1609344" y="201168"/>
                </a:cubicBezTo>
                <a:lnTo>
                  <a:pt x="1591056" y="219456"/>
                </a:lnTo>
                <a:cubicBezTo>
                  <a:pt x="1581912" y="219456"/>
                  <a:pt x="1572768" y="210312"/>
                  <a:pt x="1563624" y="201168"/>
                </a:cubicBezTo>
                <a:lnTo>
                  <a:pt x="1572768" y="182880"/>
                </a:lnTo>
                <a:moveTo>
                  <a:pt x="393192" y="201168"/>
                </a:moveTo>
                <a:cubicBezTo>
                  <a:pt x="411480" y="192024"/>
                  <a:pt x="420624" y="192024"/>
                  <a:pt x="429768" y="182880"/>
                </a:cubicBezTo>
                <a:lnTo>
                  <a:pt x="448056" y="201168"/>
                </a:lnTo>
                <a:cubicBezTo>
                  <a:pt x="429768" y="210312"/>
                  <a:pt x="420624" y="219456"/>
                  <a:pt x="411480" y="219456"/>
                </a:cubicBezTo>
                <a:lnTo>
                  <a:pt x="393192" y="201168"/>
                </a:lnTo>
                <a:moveTo>
                  <a:pt x="1636776" y="228600"/>
                </a:moveTo>
                <a:cubicBezTo>
                  <a:pt x="1645920" y="237744"/>
                  <a:pt x="1664208" y="246888"/>
                  <a:pt x="1673352" y="256032"/>
                </a:cubicBezTo>
                <a:lnTo>
                  <a:pt x="1655064" y="274320"/>
                </a:lnTo>
                <a:cubicBezTo>
                  <a:pt x="1645920" y="265176"/>
                  <a:pt x="1636776" y="256032"/>
                  <a:pt x="1627632" y="246888"/>
                </a:cubicBezTo>
                <a:lnTo>
                  <a:pt x="1636776" y="228600"/>
                </a:lnTo>
                <a:moveTo>
                  <a:pt x="338328" y="256032"/>
                </a:moveTo>
                <a:cubicBezTo>
                  <a:pt x="347472" y="246888"/>
                  <a:pt x="356616" y="237744"/>
                  <a:pt x="365760" y="228600"/>
                </a:cubicBezTo>
                <a:lnTo>
                  <a:pt x="384048" y="246888"/>
                </a:lnTo>
                <a:cubicBezTo>
                  <a:pt x="374904" y="256032"/>
                  <a:pt x="365760" y="265176"/>
                  <a:pt x="356616" y="274320"/>
                </a:cubicBezTo>
                <a:lnTo>
                  <a:pt x="338328" y="256032"/>
                </a:lnTo>
                <a:moveTo>
                  <a:pt x="1700784" y="283464"/>
                </a:moveTo>
                <a:cubicBezTo>
                  <a:pt x="1709928" y="292608"/>
                  <a:pt x="1719072" y="301752"/>
                  <a:pt x="1728216" y="310896"/>
                </a:cubicBezTo>
                <a:lnTo>
                  <a:pt x="1709928" y="329184"/>
                </a:lnTo>
                <a:cubicBezTo>
                  <a:pt x="1700784" y="320040"/>
                  <a:pt x="1691640" y="310896"/>
                  <a:pt x="1682496" y="301752"/>
                </a:cubicBezTo>
                <a:lnTo>
                  <a:pt x="1700784" y="283464"/>
                </a:lnTo>
                <a:moveTo>
                  <a:pt x="283464" y="310896"/>
                </a:moveTo>
                <a:cubicBezTo>
                  <a:pt x="292608" y="301752"/>
                  <a:pt x="301752" y="292608"/>
                  <a:pt x="310896" y="283464"/>
                </a:cubicBezTo>
                <a:lnTo>
                  <a:pt x="329184" y="301752"/>
                </a:lnTo>
                <a:cubicBezTo>
                  <a:pt x="320040" y="310896"/>
                  <a:pt x="310896" y="320040"/>
                  <a:pt x="301752" y="329184"/>
                </a:cubicBezTo>
                <a:lnTo>
                  <a:pt x="283464" y="310896"/>
                </a:lnTo>
                <a:moveTo>
                  <a:pt x="1755648" y="338328"/>
                </a:moveTo>
                <a:cubicBezTo>
                  <a:pt x="1764792" y="347472"/>
                  <a:pt x="1773936" y="356616"/>
                  <a:pt x="1783080" y="365760"/>
                </a:cubicBezTo>
                <a:lnTo>
                  <a:pt x="1755648" y="384048"/>
                </a:lnTo>
                <a:cubicBezTo>
                  <a:pt x="1755648" y="374904"/>
                  <a:pt x="1746504" y="365760"/>
                  <a:pt x="1737360" y="356616"/>
                </a:cubicBezTo>
                <a:lnTo>
                  <a:pt x="1755648" y="338328"/>
                </a:lnTo>
                <a:moveTo>
                  <a:pt x="228600" y="365760"/>
                </a:moveTo>
                <a:cubicBezTo>
                  <a:pt x="237744" y="356616"/>
                  <a:pt x="246888" y="347472"/>
                  <a:pt x="256032" y="338328"/>
                </a:cubicBezTo>
                <a:lnTo>
                  <a:pt x="274320" y="356616"/>
                </a:lnTo>
                <a:cubicBezTo>
                  <a:pt x="265176" y="365760"/>
                  <a:pt x="256032" y="374904"/>
                  <a:pt x="246888" y="384048"/>
                </a:cubicBezTo>
                <a:lnTo>
                  <a:pt x="228600" y="365760"/>
                </a:lnTo>
                <a:moveTo>
                  <a:pt x="1801368" y="393192"/>
                </a:moveTo>
                <a:cubicBezTo>
                  <a:pt x="1810512" y="411480"/>
                  <a:pt x="1819656" y="420624"/>
                  <a:pt x="1828800" y="429768"/>
                </a:cubicBezTo>
                <a:lnTo>
                  <a:pt x="1801368" y="448056"/>
                </a:lnTo>
                <a:cubicBezTo>
                  <a:pt x="1801368" y="429768"/>
                  <a:pt x="1792224" y="420624"/>
                  <a:pt x="1783080" y="411480"/>
                </a:cubicBezTo>
                <a:lnTo>
                  <a:pt x="1801368" y="393192"/>
                </a:lnTo>
                <a:moveTo>
                  <a:pt x="182880" y="429768"/>
                </a:moveTo>
                <a:cubicBezTo>
                  <a:pt x="192024" y="420624"/>
                  <a:pt x="192024" y="411480"/>
                  <a:pt x="201168" y="393192"/>
                </a:cubicBezTo>
                <a:lnTo>
                  <a:pt x="219456" y="411480"/>
                </a:lnTo>
                <a:cubicBezTo>
                  <a:pt x="219456" y="420624"/>
                  <a:pt x="210312" y="429768"/>
                  <a:pt x="201168" y="448056"/>
                </a:cubicBezTo>
                <a:lnTo>
                  <a:pt x="182880" y="429768"/>
                </a:lnTo>
                <a:moveTo>
                  <a:pt x="1847088" y="466344"/>
                </a:moveTo>
                <a:cubicBezTo>
                  <a:pt x="1856232" y="475488"/>
                  <a:pt x="1865376" y="484632"/>
                  <a:pt x="1865376" y="493776"/>
                </a:cubicBezTo>
                <a:lnTo>
                  <a:pt x="1847088" y="512064"/>
                </a:lnTo>
                <a:cubicBezTo>
                  <a:pt x="1837944" y="493776"/>
                  <a:pt x="1837944" y="484632"/>
                  <a:pt x="1828800" y="475488"/>
                </a:cubicBezTo>
                <a:lnTo>
                  <a:pt x="1847088" y="466344"/>
                </a:lnTo>
                <a:moveTo>
                  <a:pt x="137160" y="493776"/>
                </a:moveTo>
                <a:cubicBezTo>
                  <a:pt x="146304" y="484632"/>
                  <a:pt x="155448" y="475488"/>
                  <a:pt x="155448" y="466344"/>
                </a:cubicBezTo>
                <a:lnTo>
                  <a:pt x="182880" y="475488"/>
                </a:lnTo>
                <a:cubicBezTo>
                  <a:pt x="173736" y="484632"/>
                  <a:pt x="164592" y="493776"/>
                  <a:pt x="155448" y="512064"/>
                </a:cubicBezTo>
                <a:lnTo>
                  <a:pt x="137160" y="493776"/>
                </a:lnTo>
                <a:moveTo>
                  <a:pt x="100584" y="566928"/>
                </a:moveTo>
                <a:cubicBezTo>
                  <a:pt x="109728" y="557784"/>
                  <a:pt x="109728" y="539496"/>
                  <a:pt x="118872" y="530352"/>
                </a:cubicBezTo>
                <a:lnTo>
                  <a:pt x="137160" y="539496"/>
                </a:lnTo>
                <a:cubicBezTo>
                  <a:pt x="137160" y="557784"/>
                  <a:pt x="128016" y="566928"/>
                  <a:pt x="118872" y="576072"/>
                </a:cubicBezTo>
                <a:lnTo>
                  <a:pt x="100584" y="566928"/>
                </a:lnTo>
                <a:moveTo>
                  <a:pt x="1892808" y="530352"/>
                </a:moveTo>
                <a:cubicBezTo>
                  <a:pt x="1892808" y="539496"/>
                  <a:pt x="1901952" y="557784"/>
                  <a:pt x="1901952" y="566928"/>
                </a:cubicBezTo>
                <a:lnTo>
                  <a:pt x="1883664" y="576072"/>
                </a:lnTo>
                <a:cubicBezTo>
                  <a:pt x="1874520" y="566928"/>
                  <a:pt x="1874520" y="557784"/>
                  <a:pt x="1865376" y="539496"/>
                </a:cubicBezTo>
                <a:lnTo>
                  <a:pt x="1892808" y="530352"/>
                </a:lnTo>
                <a:moveTo>
                  <a:pt x="73152" y="640080"/>
                </a:moveTo>
                <a:cubicBezTo>
                  <a:pt x="73152" y="621792"/>
                  <a:pt x="82296" y="612648"/>
                  <a:pt x="82296" y="603504"/>
                </a:cubicBezTo>
                <a:lnTo>
                  <a:pt x="109728" y="612648"/>
                </a:lnTo>
                <a:cubicBezTo>
                  <a:pt x="100584" y="621792"/>
                  <a:pt x="100584" y="630936"/>
                  <a:pt x="91440" y="649224"/>
                </a:cubicBezTo>
                <a:lnTo>
                  <a:pt x="73152" y="640080"/>
                </a:lnTo>
                <a:moveTo>
                  <a:pt x="1920240" y="603504"/>
                </a:moveTo>
                <a:cubicBezTo>
                  <a:pt x="1929384" y="612648"/>
                  <a:pt x="1929384" y="621792"/>
                  <a:pt x="1938528" y="640080"/>
                </a:cubicBezTo>
                <a:lnTo>
                  <a:pt x="1911096" y="649224"/>
                </a:lnTo>
                <a:cubicBezTo>
                  <a:pt x="1911096" y="630936"/>
                  <a:pt x="1901952" y="621792"/>
                  <a:pt x="1901952" y="612648"/>
                </a:cubicBezTo>
                <a:lnTo>
                  <a:pt x="1920240" y="603504"/>
                </a:lnTo>
                <a:moveTo>
                  <a:pt x="45720" y="713232"/>
                </a:moveTo>
                <a:cubicBezTo>
                  <a:pt x="45720" y="694944"/>
                  <a:pt x="54864" y="685800"/>
                  <a:pt x="54864" y="676656"/>
                </a:cubicBezTo>
                <a:lnTo>
                  <a:pt x="82296" y="685800"/>
                </a:lnTo>
                <a:cubicBezTo>
                  <a:pt x="73152" y="694944"/>
                  <a:pt x="73152" y="704088"/>
                  <a:pt x="64008" y="722376"/>
                </a:cubicBezTo>
                <a:lnTo>
                  <a:pt x="45720" y="713232"/>
                </a:lnTo>
                <a:moveTo>
                  <a:pt x="1947672" y="676656"/>
                </a:moveTo>
                <a:cubicBezTo>
                  <a:pt x="1956816" y="685800"/>
                  <a:pt x="1956816" y="694944"/>
                  <a:pt x="1965960" y="713232"/>
                </a:cubicBezTo>
                <a:lnTo>
                  <a:pt x="1938528" y="722376"/>
                </a:lnTo>
                <a:cubicBezTo>
                  <a:pt x="1938528" y="704088"/>
                  <a:pt x="1929384" y="694944"/>
                  <a:pt x="1929384" y="685800"/>
                </a:cubicBezTo>
                <a:lnTo>
                  <a:pt x="1947672" y="676656"/>
                </a:lnTo>
                <a:moveTo>
                  <a:pt x="27432" y="786384"/>
                </a:moveTo>
                <a:cubicBezTo>
                  <a:pt x="27432" y="777240"/>
                  <a:pt x="27432" y="758952"/>
                  <a:pt x="36576" y="749808"/>
                </a:cubicBezTo>
                <a:lnTo>
                  <a:pt x="54864" y="758952"/>
                </a:lnTo>
                <a:cubicBezTo>
                  <a:pt x="54864" y="768096"/>
                  <a:pt x="54864" y="777240"/>
                  <a:pt x="45720" y="795528"/>
                </a:cubicBezTo>
                <a:lnTo>
                  <a:pt x="27432" y="786384"/>
                </a:lnTo>
                <a:moveTo>
                  <a:pt x="1975104" y="749808"/>
                </a:moveTo>
                <a:cubicBezTo>
                  <a:pt x="1975104" y="758952"/>
                  <a:pt x="1984248" y="777240"/>
                  <a:pt x="1984248" y="786384"/>
                </a:cubicBezTo>
                <a:lnTo>
                  <a:pt x="1956816" y="795528"/>
                </a:lnTo>
                <a:cubicBezTo>
                  <a:pt x="1956816" y="777240"/>
                  <a:pt x="1956816" y="768096"/>
                  <a:pt x="1947672" y="758952"/>
                </a:cubicBezTo>
                <a:lnTo>
                  <a:pt x="1975104" y="749808"/>
                </a:lnTo>
                <a:moveTo>
                  <a:pt x="9144" y="868680"/>
                </a:moveTo>
                <a:cubicBezTo>
                  <a:pt x="9144" y="850392"/>
                  <a:pt x="9144" y="841248"/>
                  <a:pt x="18288" y="822960"/>
                </a:cubicBezTo>
                <a:lnTo>
                  <a:pt x="36576" y="832104"/>
                </a:lnTo>
                <a:cubicBezTo>
                  <a:pt x="36576" y="841248"/>
                  <a:pt x="36576" y="859536"/>
                  <a:pt x="36576" y="868680"/>
                </a:cubicBezTo>
                <a:lnTo>
                  <a:pt x="9144" y="868680"/>
                </a:lnTo>
                <a:moveTo>
                  <a:pt x="1993392" y="822960"/>
                </a:moveTo>
                <a:cubicBezTo>
                  <a:pt x="1993392" y="841248"/>
                  <a:pt x="1993392" y="850392"/>
                  <a:pt x="1993392" y="868680"/>
                </a:cubicBezTo>
                <a:lnTo>
                  <a:pt x="1975104" y="868680"/>
                </a:lnTo>
                <a:cubicBezTo>
                  <a:pt x="1965960" y="859536"/>
                  <a:pt x="1965960" y="841248"/>
                  <a:pt x="1965960" y="832104"/>
                </a:cubicBezTo>
                <a:lnTo>
                  <a:pt x="1993392" y="822960"/>
                </a:lnTo>
                <a:moveTo>
                  <a:pt x="0" y="941832"/>
                </a:moveTo>
                <a:cubicBezTo>
                  <a:pt x="0" y="932688"/>
                  <a:pt x="0" y="914400"/>
                  <a:pt x="9144" y="905256"/>
                </a:cubicBezTo>
                <a:lnTo>
                  <a:pt x="27432" y="905256"/>
                </a:lnTo>
                <a:cubicBezTo>
                  <a:pt x="27432" y="923544"/>
                  <a:pt x="27432" y="932688"/>
                  <a:pt x="27432" y="941832"/>
                </a:cubicBezTo>
                <a:lnTo>
                  <a:pt x="0" y="941832"/>
                </a:lnTo>
                <a:moveTo>
                  <a:pt x="2002536" y="905256"/>
                </a:moveTo>
                <a:cubicBezTo>
                  <a:pt x="2002536" y="914400"/>
                  <a:pt x="2002536" y="932688"/>
                  <a:pt x="2002536" y="941832"/>
                </a:cubicBezTo>
                <a:lnTo>
                  <a:pt x="1975104" y="941832"/>
                </a:lnTo>
                <a:cubicBezTo>
                  <a:pt x="1975104" y="932688"/>
                  <a:pt x="1975104" y="923544"/>
                  <a:pt x="1975104" y="905256"/>
                </a:cubicBezTo>
                <a:lnTo>
                  <a:pt x="2002536" y="905256"/>
                </a:lnTo>
                <a:moveTo>
                  <a:pt x="0" y="1005840"/>
                </a:moveTo>
                <a:cubicBezTo>
                  <a:pt x="0" y="996696"/>
                  <a:pt x="0" y="987552"/>
                  <a:pt x="0" y="987552"/>
                </a:cubicBezTo>
                <a:lnTo>
                  <a:pt x="27432" y="987552"/>
                </a:lnTo>
                <a:cubicBezTo>
                  <a:pt x="27432" y="987552"/>
                  <a:pt x="27432" y="996696"/>
                  <a:pt x="27432" y="1005840"/>
                </a:cubicBezTo>
                <a:cubicBezTo>
                  <a:pt x="27432" y="1005840"/>
                  <a:pt x="27432" y="1014984"/>
                  <a:pt x="27432" y="1024128"/>
                </a:cubicBezTo>
                <a:lnTo>
                  <a:pt x="0" y="1024128"/>
                </a:lnTo>
                <a:cubicBezTo>
                  <a:pt x="0" y="1014984"/>
                  <a:pt x="0" y="1005840"/>
                  <a:pt x="0" y="1005840"/>
                </a:cubicBezTo>
                <a:moveTo>
                  <a:pt x="2002536" y="987552"/>
                </a:moveTo>
                <a:cubicBezTo>
                  <a:pt x="2002536" y="987552"/>
                  <a:pt x="2002536" y="996696"/>
                  <a:pt x="2002536" y="1005840"/>
                </a:cubicBezTo>
                <a:cubicBezTo>
                  <a:pt x="2002536" y="1005840"/>
                  <a:pt x="2002536" y="1014984"/>
                  <a:pt x="2002536" y="1024128"/>
                </a:cubicBezTo>
                <a:lnTo>
                  <a:pt x="1984248" y="1024128"/>
                </a:lnTo>
                <a:cubicBezTo>
                  <a:pt x="1984248" y="1014984"/>
                  <a:pt x="1984248" y="1005840"/>
                  <a:pt x="1984248" y="1005840"/>
                </a:cubicBezTo>
                <a:cubicBezTo>
                  <a:pt x="1984248" y="996696"/>
                  <a:pt x="1984248" y="987552"/>
                  <a:pt x="1984248" y="987552"/>
                </a:cubicBezTo>
                <a:lnTo>
                  <a:pt x="2002536" y="987552"/>
                </a:lnTo>
                <a:moveTo>
                  <a:pt x="9144" y="1097280"/>
                </a:moveTo>
                <a:cubicBezTo>
                  <a:pt x="0" y="1088136"/>
                  <a:pt x="0" y="1078992"/>
                  <a:pt x="0" y="1060704"/>
                </a:cubicBezTo>
                <a:lnTo>
                  <a:pt x="27432" y="1060704"/>
                </a:lnTo>
                <a:cubicBezTo>
                  <a:pt x="27432" y="1069848"/>
                  <a:pt x="27432" y="1088136"/>
                  <a:pt x="27432" y="1097280"/>
                </a:cubicBezTo>
                <a:lnTo>
                  <a:pt x="9144" y="1097280"/>
                </a:lnTo>
                <a:moveTo>
                  <a:pt x="2002536" y="1060704"/>
                </a:moveTo>
                <a:cubicBezTo>
                  <a:pt x="2002536" y="1078992"/>
                  <a:pt x="2002536" y="1088136"/>
                  <a:pt x="2002536" y="1097280"/>
                </a:cubicBezTo>
                <a:lnTo>
                  <a:pt x="1975104" y="1097280"/>
                </a:lnTo>
                <a:cubicBezTo>
                  <a:pt x="1975104" y="1088136"/>
                  <a:pt x="1975104" y="1069848"/>
                  <a:pt x="1975104" y="1060704"/>
                </a:cubicBezTo>
                <a:lnTo>
                  <a:pt x="2002536" y="1060704"/>
                </a:lnTo>
                <a:moveTo>
                  <a:pt x="18288" y="1179576"/>
                </a:moveTo>
                <a:cubicBezTo>
                  <a:pt x="9144" y="1170432"/>
                  <a:pt x="9144" y="1152144"/>
                  <a:pt x="9144" y="1143000"/>
                </a:cubicBezTo>
                <a:lnTo>
                  <a:pt x="36576" y="1133856"/>
                </a:lnTo>
                <a:cubicBezTo>
                  <a:pt x="36576" y="1152144"/>
                  <a:pt x="36576" y="1161288"/>
                  <a:pt x="36576" y="1179576"/>
                </a:cubicBezTo>
                <a:lnTo>
                  <a:pt x="18288" y="1179576"/>
                </a:lnTo>
                <a:moveTo>
                  <a:pt x="1993392" y="1143000"/>
                </a:moveTo>
                <a:cubicBezTo>
                  <a:pt x="1993392" y="1152144"/>
                  <a:pt x="1993392" y="1170432"/>
                  <a:pt x="1993392" y="1179576"/>
                </a:cubicBezTo>
                <a:lnTo>
                  <a:pt x="1965960" y="1179576"/>
                </a:lnTo>
                <a:cubicBezTo>
                  <a:pt x="1965960" y="1161288"/>
                  <a:pt x="1965960" y="1152144"/>
                  <a:pt x="1975104" y="1133856"/>
                </a:cubicBezTo>
                <a:lnTo>
                  <a:pt x="1993392" y="1143000"/>
                </a:lnTo>
                <a:moveTo>
                  <a:pt x="36576" y="1252728"/>
                </a:moveTo>
                <a:cubicBezTo>
                  <a:pt x="27432" y="1243584"/>
                  <a:pt x="27432" y="1234440"/>
                  <a:pt x="27432" y="1216152"/>
                </a:cubicBezTo>
                <a:lnTo>
                  <a:pt x="45720" y="1216152"/>
                </a:lnTo>
                <a:cubicBezTo>
                  <a:pt x="54864" y="1225296"/>
                  <a:pt x="54864" y="1234440"/>
                  <a:pt x="54864" y="1252728"/>
                </a:cubicBezTo>
                <a:lnTo>
                  <a:pt x="36576" y="1252728"/>
                </a:lnTo>
                <a:moveTo>
                  <a:pt x="1984248" y="1216152"/>
                </a:moveTo>
                <a:cubicBezTo>
                  <a:pt x="1984248" y="1234440"/>
                  <a:pt x="1975104" y="1243584"/>
                  <a:pt x="1975104" y="1252728"/>
                </a:cubicBezTo>
                <a:lnTo>
                  <a:pt x="1947672" y="1252728"/>
                </a:lnTo>
                <a:cubicBezTo>
                  <a:pt x="1956816" y="1234440"/>
                  <a:pt x="1956816" y="1225296"/>
                  <a:pt x="1956816" y="1216152"/>
                </a:cubicBezTo>
                <a:lnTo>
                  <a:pt x="1984248" y="1216152"/>
                </a:lnTo>
                <a:moveTo>
                  <a:pt x="54864" y="1335024"/>
                </a:moveTo>
                <a:cubicBezTo>
                  <a:pt x="54864" y="1316736"/>
                  <a:pt x="45720" y="1307592"/>
                  <a:pt x="45720" y="1298448"/>
                </a:cubicBezTo>
                <a:lnTo>
                  <a:pt x="64008" y="1289304"/>
                </a:lnTo>
                <a:cubicBezTo>
                  <a:pt x="73152" y="1298448"/>
                  <a:pt x="73152" y="1307592"/>
                  <a:pt x="82296" y="1325880"/>
                </a:cubicBezTo>
                <a:lnTo>
                  <a:pt x="54864" y="1335024"/>
                </a:lnTo>
                <a:moveTo>
                  <a:pt x="1965960" y="1298448"/>
                </a:moveTo>
                <a:cubicBezTo>
                  <a:pt x="1956816" y="1307592"/>
                  <a:pt x="1956816" y="1316736"/>
                  <a:pt x="1947672" y="1335024"/>
                </a:cubicBezTo>
                <a:lnTo>
                  <a:pt x="1929384" y="1325880"/>
                </a:lnTo>
                <a:cubicBezTo>
                  <a:pt x="1929384" y="1307592"/>
                  <a:pt x="1938528" y="1298448"/>
                  <a:pt x="1938528" y="1289304"/>
                </a:cubicBezTo>
                <a:lnTo>
                  <a:pt x="1965960" y="1298448"/>
                </a:lnTo>
                <a:moveTo>
                  <a:pt x="82296" y="1408176"/>
                </a:moveTo>
                <a:cubicBezTo>
                  <a:pt x="82296" y="1389888"/>
                  <a:pt x="73152" y="1380744"/>
                  <a:pt x="73152" y="1371600"/>
                </a:cubicBezTo>
                <a:lnTo>
                  <a:pt x="91440" y="1362456"/>
                </a:lnTo>
                <a:cubicBezTo>
                  <a:pt x="100584" y="1371600"/>
                  <a:pt x="100584" y="1380744"/>
                  <a:pt x="109728" y="1399032"/>
                </a:cubicBezTo>
                <a:lnTo>
                  <a:pt x="82296" y="1408176"/>
                </a:lnTo>
                <a:moveTo>
                  <a:pt x="1938528" y="1371600"/>
                </a:moveTo>
                <a:cubicBezTo>
                  <a:pt x="1929384" y="1380744"/>
                  <a:pt x="1929384" y="1389888"/>
                  <a:pt x="1920240" y="1408176"/>
                </a:cubicBezTo>
                <a:lnTo>
                  <a:pt x="1901952" y="1399032"/>
                </a:lnTo>
                <a:cubicBezTo>
                  <a:pt x="1901952" y="1380744"/>
                  <a:pt x="1911096" y="1371600"/>
                  <a:pt x="1911096" y="1362456"/>
                </a:cubicBezTo>
                <a:lnTo>
                  <a:pt x="1938528" y="1371600"/>
                </a:lnTo>
                <a:moveTo>
                  <a:pt x="118872" y="1472184"/>
                </a:moveTo>
                <a:cubicBezTo>
                  <a:pt x="109728" y="1463040"/>
                  <a:pt x="109728" y="1453896"/>
                  <a:pt x="100584" y="1444752"/>
                </a:cubicBezTo>
                <a:lnTo>
                  <a:pt x="118872" y="1426464"/>
                </a:lnTo>
                <a:cubicBezTo>
                  <a:pt x="128016" y="1444752"/>
                  <a:pt x="137160" y="1453896"/>
                  <a:pt x="137160" y="1463040"/>
                </a:cubicBezTo>
                <a:lnTo>
                  <a:pt x="118872" y="1472184"/>
                </a:lnTo>
                <a:moveTo>
                  <a:pt x="1901952" y="1444752"/>
                </a:moveTo>
                <a:cubicBezTo>
                  <a:pt x="1901952" y="1453896"/>
                  <a:pt x="1892808" y="1463040"/>
                  <a:pt x="1892808" y="1472184"/>
                </a:cubicBezTo>
                <a:lnTo>
                  <a:pt x="1865376" y="1463040"/>
                </a:lnTo>
                <a:cubicBezTo>
                  <a:pt x="1874520" y="1453896"/>
                  <a:pt x="1874520" y="1444752"/>
                  <a:pt x="1883664" y="1426464"/>
                </a:cubicBezTo>
                <a:lnTo>
                  <a:pt x="1901952" y="1444752"/>
                </a:lnTo>
                <a:moveTo>
                  <a:pt x="155448" y="1545336"/>
                </a:moveTo>
                <a:cubicBezTo>
                  <a:pt x="155448" y="1536192"/>
                  <a:pt x="146304" y="1517904"/>
                  <a:pt x="137160" y="1508760"/>
                </a:cubicBezTo>
                <a:lnTo>
                  <a:pt x="155448" y="1499616"/>
                </a:lnTo>
                <a:cubicBezTo>
                  <a:pt x="164592" y="1508760"/>
                  <a:pt x="173736" y="1517904"/>
                  <a:pt x="182880" y="1527048"/>
                </a:cubicBezTo>
                <a:lnTo>
                  <a:pt x="155448" y="1545336"/>
                </a:lnTo>
                <a:moveTo>
                  <a:pt x="1865376" y="1508760"/>
                </a:moveTo>
                <a:cubicBezTo>
                  <a:pt x="1865376" y="1517904"/>
                  <a:pt x="1856232" y="1536192"/>
                  <a:pt x="1847088" y="1545336"/>
                </a:cubicBezTo>
                <a:lnTo>
                  <a:pt x="1828800" y="1527048"/>
                </a:lnTo>
                <a:cubicBezTo>
                  <a:pt x="1837944" y="1517904"/>
                  <a:pt x="1837944" y="1508760"/>
                  <a:pt x="1847088" y="1499616"/>
                </a:cubicBezTo>
                <a:lnTo>
                  <a:pt x="1865376" y="1508760"/>
                </a:lnTo>
                <a:moveTo>
                  <a:pt x="201168" y="1609344"/>
                </a:moveTo>
                <a:cubicBezTo>
                  <a:pt x="192024" y="1600200"/>
                  <a:pt x="192024" y="1591056"/>
                  <a:pt x="182880" y="1572768"/>
                </a:cubicBezTo>
                <a:lnTo>
                  <a:pt x="201168" y="1563624"/>
                </a:lnTo>
                <a:cubicBezTo>
                  <a:pt x="210312" y="1572768"/>
                  <a:pt x="219456" y="1581912"/>
                  <a:pt x="219456" y="1591056"/>
                </a:cubicBezTo>
                <a:lnTo>
                  <a:pt x="201168" y="1609344"/>
                </a:lnTo>
                <a:moveTo>
                  <a:pt x="1828800" y="1572768"/>
                </a:moveTo>
                <a:cubicBezTo>
                  <a:pt x="1819656" y="1591056"/>
                  <a:pt x="1810512" y="1600200"/>
                  <a:pt x="1801368" y="1609344"/>
                </a:cubicBezTo>
                <a:lnTo>
                  <a:pt x="1783080" y="1591056"/>
                </a:lnTo>
                <a:cubicBezTo>
                  <a:pt x="1792224" y="1581912"/>
                  <a:pt x="1801368" y="1572768"/>
                  <a:pt x="1801368" y="1563624"/>
                </a:cubicBezTo>
                <a:lnTo>
                  <a:pt x="1828800" y="1572768"/>
                </a:lnTo>
                <a:moveTo>
                  <a:pt x="1783080" y="1636776"/>
                </a:moveTo>
                <a:cubicBezTo>
                  <a:pt x="1773936" y="1645920"/>
                  <a:pt x="1764792" y="1664208"/>
                  <a:pt x="1755648" y="1673352"/>
                </a:cubicBezTo>
                <a:lnTo>
                  <a:pt x="1737360" y="1655064"/>
                </a:lnTo>
                <a:cubicBezTo>
                  <a:pt x="1746504" y="1645920"/>
                  <a:pt x="1755648" y="1636776"/>
                  <a:pt x="1755648" y="1627632"/>
                </a:cubicBezTo>
                <a:lnTo>
                  <a:pt x="1783080" y="1636776"/>
                </a:lnTo>
                <a:moveTo>
                  <a:pt x="256032" y="1673352"/>
                </a:moveTo>
                <a:cubicBezTo>
                  <a:pt x="246888" y="1664208"/>
                  <a:pt x="237744" y="1645920"/>
                  <a:pt x="228600" y="1636776"/>
                </a:cubicBezTo>
                <a:lnTo>
                  <a:pt x="246888" y="1627632"/>
                </a:lnTo>
                <a:cubicBezTo>
                  <a:pt x="256032" y="1636776"/>
                  <a:pt x="265176" y="1645920"/>
                  <a:pt x="274320" y="1655064"/>
                </a:cubicBezTo>
                <a:lnTo>
                  <a:pt x="256032" y="1673352"/>
                </a:lnTo>
                <a:moveTo>
                  <a:pt x="1728216" y="1700784"/>
                </a:moveTo>
                <a:cubicBezTo>
                  <a:pt x="1719072" y="1709928"/>
                  <a:pt x="1709928" y="1719072"/>
                  <a:pt x="1700784" y="1728216"/>
                </a:cubicBezTo>
                <a:lnTo>
                  <a:pt x="1682496" y="1709928"/>
                </a:lnTo>
                <a:cubicBezTo>
                  <a:pt x="1691640" y="1700784"/>
                  <a:pt x="1700784" y="1691640"/>
                  <a:pt x="1709928" y="1682496"/>
                </a:cubicBezTo>
                <a:lnTo>
                  <a:pt x="1728216" y="1700784"/>
                </a:lnTo>
                <a:moveTo>
                  <a:pt x="310896" y="1728216"/>
                </a:moveTo>
                <a:cubicBezTo>
                  <a:pt x="301752" y="1719072"/>
                  <a:pt x="292608" y="1709928"/>
                  <a:pt x="283464" y="1700784"/>
                </a:cubicBezTo>
                <a:lnTo>
                  <a:pt x="301752" y="1682496"/>
                </a:lnTo>
                <a:cubicBezTo>
                  <a:pt x="310896" y="1691640"/>
                  <a:pt x="320040" y="1700784"/>
                  <a:pt x="329184" y="1709928"/>
                </a:cubicBezTo>
                <a:lnTo>
                  <a:pt x="310896" y="1728216"/>
                </a:lnTo>
                <a:moveTo>
                  <a:pt x="365760" y="1783080"/>
                </a:moveTo>
                <a:cubicBezTo>
                  <a:pt x="356616" y="1773936"/>
                  <a:pt x="347472" y="1764792"/>
                  <a:pt x="338328" y="1755648"/>
                </a:cubicBezTo>
                <a:lnTo>
                  <a:pt x="356616" y="1737360"/>
                </a:lnTo>
                <a:cubicBezTo>
                  <a:pt x="365760" y="1746504"/>
                  <a:pt x="374904" y="1755648"/>
                  <a:pt x="384048" y="1755648"/>
                </a:cubicBezTo>
                <a:lnTo>
                  <a:pt x="365760" y="1783080"/>
                </a:lnTo>
                <a:moveTo>
                  <a:pt x="1673352" y="1755648"/>
                </a:moveTo>
                <a:cubicBezTo>
                  <a:pt x="1664208" y="1764792"/>
                  <a:pt x="1645920" y="1773936"/>
                  <a:pt x="1636776" y="1783080"/>
                </a:cubicBezTo>
                <a:lnTo>
                  <a:pt x="1627632" y="1755648"/>
                </a:lnTo>
                <a:cubicBezTo>
                  <a:pt x="1636776" y="1755648"/>
                  <a:pt x="1645920" y="1746504"/>
                  <a:pt x="1655064" y="1737360"/>
                </a:cubicBezTo>
                <a:lnTo>
                  <a:pt x="1673352" y="1755648"/>
                </a:lnTo>
                <a:moveTo>
                  <a:pt x="429768" y="1828800"/>
                </a:moveTo>
                <a:cubicBezTo>
                  <a:pt x="420624" y="1819656"/>
                  <a:pt x="411480" y="1810512"/>
                  <a:pt x="393192" y="1801368"/>
                </a:cubicBezTo>
                <a:lnTo>
                  <a:pt x="411480" y="1783080"/>
                </a:lnTo>
                <a:cubicBezTo>
                  <a:pt x="420624" y="1792224"/>
                  <a:pt x="429768" y="1801368"/>
                  <a:pt x="448056" y="1801368"/>
                </a:cubicBezTo>
                <a:lnTo>
                  <a:pt x="429768" y="1828800"/>
                </a:lnTo>
                <a:moveTo>
                  <a:pt x="1609344" y="1801368"/>
                </a:moveTo>
                <a:cubicBezTo>
                  <a:pt x="1600200" y="1810512"/>
                  <a:pt x="1591056" y="1819656"/>
                  <a:pt x="1572768" y="1828800"/>
                </a:cubicBezTo>
                <a:lnTo>
                  <a:pt x="1563624" y="1801368"/>
                </a:lnTo>
                <a:cubicBezTo>
                  <a:pt x="1572768" y="1801368"/>
                  <a:pt x="1581912" y="1792224"/>
                  <a:pt x="1591056" y="1783080"/>
                </a:cubicBezTo>
                <a:lnTo>
                  <a:pt x="1609344" y="1801368"/>
                </a:lnTo>
                <a:moveTo>
                  <a:pt x="493776" y="1865376"/>
                </a:moveTo>
                <a:cubicBezTo>
                  <a:pt x="484632" y="1865376"/>
                  <a:pt x="475488" y="1856232"/>
                  <a:pt x="466344" y="1847088"/>
                </a:cubicBezTo>
                <a:lnTo>
                  <a:pt x="475488" y="1828800"/>
                </a:lnTo>
                <a:cubicBezTo>
                  <a:pt x="484632" y="1837944"/>
                  <a:pt x="493776" y="1837944"/>
                  <a:pt x="512064" y="1847088"/>
                </a:cubicBezTo>
                <a:lnTo>
                  <a:pt x="493776" y="1865376"/>
                </a:lnTo>
                <a:moveTo>
                  <a:pt x="1545336" y="1847088"/>
                </a:moveTo>
                <a:cubicBezTo>
                  <a:pt x="1536192" y="1856232"/>
                  <a:pt x="1517904" y="1865376"/>
                  <a:pt x="1508760" y="1865376"/>
                </a:cubicBezTo>
                <a:lnTo>
                  <a:pt x="1499616" y="1847088"/>
                </a:lnTo>
                <a:cubicBezTo>
                  <a:pt x="1508760" y="1837944"/>
                  <a:pt x="1517904" y="1837944"/>
                  <a:pt x="1527048" y="1828800"/>
                </a:cubicBezTo>
                <a:lnTo>
                  <a:pt x="1545336" y="1847088"/>
                </a:lnTo>
                <a:moveTo>
                  <a:pt x="566928" y="1901952"/>
                </a:moveTo>
                <a:cubicBezTo>
                  <a:pt x="557784" y="1901952"/>
                  <a:pt x="539496" y="1892808"/>
                  <a:pt x="530352" y="1892808"/>
                </a:cubicBezTo>
                <a:lnTo>
                  <a:pt x="539496" y="1865376"/>
                </a:lnTo>
                <a:cubicBezTo>
                  <a:pt x="557784" y="1874520"/>
                  <a:pt x="566928" y="1874520"/>
                  <a:pt x="576072" y="1883664"/>
                </a:cubicBezTo>
                <a:lnTo>
                  <a:pt x="566928" y="1901952"/>
                </a:lnTo>
                <a:moveTo>
                  <a:pt x="1472184" y="1892808"/>
                </a:moveTo>
                <a:cubicBezTo>
                  <a:pt x="1463040" y="1892808"/>
                  <a:pt x="1453896" y="1901952"/>
                  <a:pt x="1444752" y="1901952"/>
                </a:cubicBezTo>
                <a:lnTo>
                  <a:pt x="1426464" y="1883664"/>
                </a:lnTo>
                <a:cubicBezTo>
                  <a:pt x="1444752" y="1874520"/>
                  <a:pt x="1453896" y="1874520"/>
                  <a:pt x="1463040" y="1865376"/>
                </a:cubicBezTo>
                <a:lnTo>
                  <a:pt x="1472184" y="1892808"/>
                </a:lnTo>
                <a:moveTo>
                  <a:pt x="640080" y="1938528"/>
                </a:moveTo>
                <a:cubicBezTo>
                  <a:pt x="621792" y="1929384"/>
                  <a:pt x="612648" y="1929384"/>
                  <a:pt x="603504" y="1920240"/>
                </a:cubicBezTo>
                <a:lnTo>
                  <a:pt x="612648" y="1901952"/>
                </a:lnTo>
                <a:cubicBezTo>
                  <a:pt x="621792" y="1901952"/>
                  <a:pt x="630936" y="1911096"/>
                  <a:pt x="649224" y="1911096"/>
                </a:cubicBezTo>
                <a:lnTo>
                  <a:pt x="640080" y="1938528"/>
                </a:lnTo>
                <a:moveTo>
                  <a:pt x="1408176" y="1920240"/>
                </a:moveTo>
                <a:cubicBezTo>
                  <a:pt x="1389888" y="1929384"/>
                  <a:pt x="1380744" y="1929384"/>
                  <a:pt x="1371600" y="1938528"/>
                </a:cubicBezTo>
                <a:lnTo>
                  <a:pt x="1362456" y="1911096"/>
                </a:lnTo>
                <a:cubicBezTo>
                  <a:pt x="1371600" y="1911096"/>
                  <a:pt x="1380744" y="1901952"/>
                  <a:pt x="1399032" y="1901952"/>
                </a:cubicBezTo>
                <a:lnTo>
                  <a:pt x="1408176" y="1920240"/>
                </a:lnTo>
                <a:moveTo>
                  <a:pt x="713232" y="1965960"/>
                </a:moveTo>
                <a:cubicBezTo>
                  <a:pt x="694944" y="1956816"/>
                  <a:pt x="685800" y="1956816"/>
                  <a:pt x="676656" y="1947672"/>
                </a:cubicBezTo>
                <a:lnTo>
                  <a:pt x="685800" y="1929384"/>
                </a:lnTo>
                <a:cubicBezTo>
                  <a:pt x="694944" y="1929384"/>
                  <a:pt x="704088" y="1938528"/>
                  <a:pt x="722376" y="1938528"/>
                </a:cubicBezTo>
                <a:lnTo>
                  <a:pt x="713232" y="1965960"/>
                </a:lnTo>
                <a:moveTo>
                  <a:pt x="1335024" y="1947672"/>
                </a:moveTo>
                <a:cubicBezTo>
                  <a:pt x="1316736" y="1956816"/>
                  <a:pt x="1307592" y="1956816"/>
                  <a:pt x="1298448" y="1965960"/>
                </a:cubicBezTo>
                <a:lnTo>
                  <a:pt x="1289304" y="1938528"/>
                </a:lnTo>
                <a:cubicBezTo>
                  <a:pt x="1298448" y="1938528"/>
                  <a:pt x="1307592" y="1929384"/>
                  <a:pt x="1325880" y="1929384"/>
                </a:cubicBezTo>
                <a:lnTo>
                  <a:pt x="1335024" y="1947672"/>
                </a:lnTo>
                <a:moveTo>
                  <a:pt x="786384" y="1984248"/>
                </a:moveTo>
                <a:cubicBezTo>
                  <a:pt x="777240" y="1984248"/>
                  <a:pt x="758952" y="1975104"/>
                  <a:pt x="749808" y="1975104"/>
                </a:cubicBezTo>
                <a:lnTo>
                  <a:pt x="758952" y="1947672"/>
                </a:lnTo>
                <a:cubicBezTo>
                  <a:pt x="768096" y="1956816"/>
                  <a:pt x="777240" y="1956816"/>
                  <a:pt x="795528" y="1956816"/>
                </a:cubicBezTo>
                <a:lnTo>
                  <a:pt x="786384" y="1984248"/>
                </a:lnTo>
                <a:moveTo>
                  <a:pt x="1252728" y="1975104"/>
                </a:moveTo>
                <a:cubicBezTo>
                  <a:pt x="1243584" y="1975104"/>
                  <a:pt x="1234440" y="1984248"/>
                  <a:pt x="1216152" y="1984248"/>
                </a:cubicBezTo>
                <a:lnTo>
                  <a:pt x="1216152" y="1956816"/>
                </a:lnTo>
                <a:cubicBezTo>
                  <a:pt x="1225296" y="1956816"/>
                  <a:pt x="1234440" y="1956816"/>
                  <a:pt x="1252728" y="1947672"/>
                </a:cubicBezTo>
                <a:lnTo>
                  <a:pt x="1252728" y="1975104"/>
                </a:lnTo>
                <a:moveTo>
                  <a:pt x="868680" y="1993392"/>
                </a:moveTo>
                <a:cubicBezTo>
                  <a:pt x="850392" y="1993392"/>
                  <a:pt x="841248" y="1993392"/>
                  <a:pt x="822960" y="1993392"/>
                </a:cubicBezTo>
                <a:lnTo>
                  <a:pt x="832104" y="1965960"/>
                </a:lnTo>
                <a:cubicBezTo>
                  <a:pt x="841248" y="1965960"/>
                  <a:pt x="859536" y="1965960"/>
                  <a:pt x="868680" y="1975104"/>
                </a:cubicBezTo>
                <a:lnTo>
                  <a:pt x="868680" y="1993392"/>
                </a:lnTo>
                <a:moveTo>
                  <a:pt x="1179576" y="1993392"/>
                </a:moveTo>
                <a:cubicBezTo>
                  <a:pt x="1170432" y="1993392"/>
                  <a:pt x="1152144" y="1993392"/>
                  <a:pt x="1143000" y="1993392"/>
                </a:cubicBezTo>
                <a:lnTo>
                  <a:pt x="1133856" y="1975104"/>
                </a:lnTo>
                <a:cubicBezTo>
                  <a:pt x="1152144" y="1965960"/>
                  <a:pt x="1161288" y="1965960"/>
                  <a:pt x="1179576" y="1965960"/>
                </a:cubicBezTo>
                <a:lnTo>
                  <a:pt x="1179576" y="1993392"/>
                </a:lnTo>
                <a:moveTo>
                  <a:pt x="941832" y="2002536"/>
                </a:moveTo>
                <a:cubicBezTo>
                  <a:pt x="932688" y="2002536"/>
                  <a:pt x="914400" y="2002536"/>
                  <a:pt x="905256" y="2002536"/>
                </a:cubicBezTo>
                <a:lnTo>
                  <a:pt x="905256" y="1975104"/>
                </a:lnTo>
                <a:cubicBezTo>
                  <a:pt x="923544" y="1975104"/>
                  <a:pt x="932688" y="1975104"/>
                  <a:pt x="941832" y="1975104"/>
                </a:cubicBezTo>
                <a:lnTo>
                  <a:pt x="941832" y="2002536"/>
                </a:lnTo>
                <a:moveTo>
                  <a:pt x="1097280" y="2002536"/>
                </a:moveTo>
                <a:cubicBezTo>
                  <a:pt x="1088136" y="2002536"/>
                  <a:pt x="1078992" y="2002536"/>
                  <a:pt x="1060704" y="2002536"/>
                </a:cubicBezTo>
                <a:lnTo>
                  <a:pt x="1060704" y="1975104"/>
                </a:lnTo>
                <a:cubicBezTo>
                  <a:pt x="1069848" y="1975104"/>
                  <a:pt x="1088136" y="1975104"/>
                  <a:pt x="1097280" y="1975104"/>
                </a:cubicBezTo>
                <a:lnTo>
                  <a:pt x="1097280" y="2002536"/>
                </a:lnTo>
                <a:moveTo>
                  <a:pt x="1005840" y="2002536"/>
                </a:moveTo>
                <a:cubicBezTo>
                  <a:pt x="996696" y="2002536"/>
                  <a:pt x="987552" y="2002536"/>
                  <a:pt x="987552" y="2002536"/>
                </a:cubicBezTo>
                <a:lnTo>
                  <a:pt x="987552" y="1984248"/>
                </a:lnTo>
                <a:cubicBezTo>
                  <a:pt x="987552" y="1984248"/>
                  <a:pt x="996696" y="1984248"/>
                  <a:pt x="1005840" y="1984248"/>
                </a:cubicBezTo>
                <a:cubicBezTo>
                  <a:pt x="1005840" y="1984248"/>
                  <a:pt x="1014984" y="1984248"/>
                  <a:pt x="1024128" y="1984248"/>
                </a:cubicBezTo>
                <a:lnTo>
                  <a:pt x="1024128" y="2002536"/>
                </a:lnTo>
                <a:cubicBezTo>
                  <a:pt x="1014984" y="2002536"/>
                  <a:pt x="1005840" y="2002536"/>
                  <a:pt x="1005840" y="2002536"/>
                </a:cubicBezTo>
              </a:path>
            </a:pathLst>
          </a:custGeom>
          <a:solidFill>
            <a:schemeClr val="accent2"/>
          </a:solidFill>
        </p:spPr>
        <p:txBody>
          <a:bodyPr/>
          <a:lstStyle/>
          <a:p>
            <a:endParaRPr lang="zh-CN" altLang="en-US" sz="1350"/>
          </a:p>
        </p:txBody>
      </p:sp>
      <p:sp>
        <p:nvSpPr>
          <p:cNvPr id="3" name="矩形 2"/>
          <p:cNvSpPr/>
          <p:nvPr>
            <p:custDataLst>
              <p:tags r:id="rId16"/>
            </p:custDataLst>
          </p:nvPr>
        </p:nvSpPr>
        <p:spPr>
          <a:xfrm>
            <a:off x="6123940" y="2139315"/>
            <a:ext cx="2991485" cy="930910"/>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050">
                <a:solidFill>
                  <a:schemeClr val="tx1">
                    <a:lumMod val="85000"/>
                    <a:lumOff val="15000"/>
                  </a:schemeClr>
                </a:solidFill>
                <a:latin typeface="+mn-ea"/>
                <a:cs typeface="+mn-ea"/>
              </a:rPr>
              <a:t>深度学习算法能够对医学影像进行准确的分析和解读，帮助医生更精确地诊断肿瘤。例如，在CT、MRI和X射线等影像中，AI可以检测和定位肿瘤，评估其大小、形状和位置，以及判断其恶性程度。</a:t>
            </a:r>
            <a:endParaRPr lang="zh-CN" altLang="en-US" sz="1050">
              <a:solidFill>
                <a:schemeClr val="tx1">
                  <a:lumMod val="85000"/>
                  <a:lumOff val="15000"/>
                </a:schemeClr>
              </a:solidFill>
              <a:latin typeface="+mn-ea"/>
              <a:cs typeface="+mn-ea"/>
            </a:endParaRPr>
          </a:p>
        </p:txBody>
      </p:sp>
      <p:sp>
        <p:nvSpPr>
          <p:cNvPr id="5" name="矩形 4"/>
          <p:cNvSpPr/>
          <p:nvPr>
            <p:custDataLst>
              <p:tags r:id="rId17"/>
            </p:custDataLst>
          </p:nvPr>
        </p:nvSpPr>
        <p:spPr>
          <a:xfrm>
            <a:off x="6248461" y="1858026"/>
            <a:ext cx="2374046" cy="315468"/>
          </a:xfrm>
          <a:prstGeom prst="rect">
            <a:avLst/>
          </a:prstGeom>
          <a:noFill/>
        </p:spPr>
        <p:txBody>
          <a:bodyPr wrap="none" lIns="0" tIns="0" rIns="0" bIns="0" rtlCol="0" anchor="ctr">
            <a:noAutofit/>
          </a:bodyPr>
          <a:lstStyle/>
          <a:p>
            <a:pPr algn="l">
              <a:spcBef>
                <a:spcPct val="0"/>
              </a:spcBef>
              <a:spcAft>
                <a:spcPct val="0"/>
              </a:spcAft>
            </a:pPr>
            <a:r>
              <a:rPr lang="en-US" altLang="zh-CN" sz="1350" b="1">
                <a:solidFill>
                  <a:schemeClr val="accent3"/>
                </a:solidFill>
                <a:latin typeface="+mn-ea"/>
                <a:cs typeface="+mn-ea"/>
              </a:rPr>
              <a:t>01  影像诊断</a:t>
            </a:r>
            <a:endParaRPr lang="en-US" altLang="zh-CN" sz="1350" b="1">
              <a:solidFill>
                <a:schemeClr val="accent3"/>
              </a:solidFill>
              <a:latin typeface="+mn-ea"/>
              <a:cs typeface="+mn-ea"/>
            </a:endParaRPr>
          </a:p>
        </p:txBody>
      </p:sp>
      <p:sp>
        <p:nvSpPr>
          <p:cNvPr id="6" name="矩形 5"/>
          <p:cNvSpPr/>
          <p:nvPr>
            <p:custDataLst>
              <p:tags r:id="rId18"/>
            </p:custDataLst>
          </p:nvPr>
        </p:nvSpPr>
        <p:spPr>
          <a:xfrm>
            <a:off x="6228080" y="3486150"/>
            <a:ext cx="2860675" cy="856615"/>
          </a:xfrm>
          <a:prstGeom prst="rect">
            <a:avLst/>
          </a:prstGeom>
          <a:noFill/>
        </p:spPr>
        <p:txBody>
          <a:bodyPr wrap="square" lIns="0" tIns="0" rIns="0" bIns="0" rtlCol="0" anchor="t" anchorCtr="0">
            <a:noAutofit/>
          </a:bodyPr>
          <a:lstStyle/>
          <a:p>
            <a:pPr algn="just">
              <a:lnSpc>
                <a:spcPct val="120000"/>
              </a:lnSpc>
              <a:spcBef>
                <a:spcPct val="0"/>
              </a:spcBef>
              <a:spcAft>
                <a:spcPct val="0"/>
              </a:spcAft>
            </a:pPr>
            <a:r>
              <a:rPr lang="zh-CN" altLang="en-US" sz="1050">
                <a:solidFill>
                  <a:schemeClr val="tx1">
                    <a:lumMod val="85000"/>
                    <a:lumOff val="15000"/>
                  </a:schemeClr>
                </a:solidFill>
                <a:latin typeface="+mn-ea"/>
                <a:cs typeface="+mn-ea"/>
              </a:rPr>
              <a:t>利用机器学习算法，AI可以识别高风险人群，辅助医生进行早期肿瘤筛查和预测。通过分析病例数据、基因组学信息、生活方式等多个因素，AI能够确定患者是否需要进一步的检查和监测。</a:t>
            </a:r>
            <a:endParaRPr lang="zh-CN" altLang="en-US" sz="1050">
              <a:solidFill>
                <a:schemeClr val="tx1">
                  <a:lumMod val="85000"/>
                  <a:lumOff val="15000"/>
                </a:schemeClr>
              </a:solidFill>
              <a:latin typeface="+mn-ea"/>
              <a:cs typeface="+mn-ea"/>
            </a:endParaRPr>
          </a:p>
        </p:txBody>
      </p:sp>
      <p:sp>
        <p:nvSpPr>
          <p:cNvPr id="7" name="矩形 6"/>
          <p:cNvSpPr/>
          <p:nvPr>
            <p:custDataLst>
              <p:tags r:id="rId19"/>
            </p:custDataLst>
          </p:nvPr>
        </p:nvSpPr>
        <p:spPr>
          <a:xfrm>
            <a:off x="6247955" y="3093435"/>
            <a:ext cx="2374046" cy="315468"/>
          </a:xfrm>
          <a:prstGeom prst="rect">
            <a:avLst/>
          </a:prstGeom>
          <a:noFill/>
        </p:spPr>
        <p:txBody>
          <a:bodyPr wrap="none" lIns="0" tIns="0" rIns="0" bIns="0" rtlCol="0" anchor="ctr">
            <a:noAutofit/>
          </a:bodyPr>
          <a:lstStyle/>
          <a:p>
            <a:pPr algn="l">
              <a:spcBef>
                <a:spcPct val="0"/>
              </a:spcBef>
              <a:spcAft>
                <a:spcPct val="0"/>
              </a:spcAft>
            </a:pPr>
            <a:r>
              <a:rPr lang="en-US" altLang="zh-CN" sz="1350" b="1">
                <a:solidFill>
                  <a:schemeClr val="accent1"/>
                </a:solidFill>
                <a:latin typeface="+mn-ea"/>
                <a:cs typeface="+mn-ea"/>
              </a:rPr>
              <a:t>02  高风险筛查</a:t>
            </a:r>
            <a:endParaRPr lang="en-US" altLang="zh-CN" sz="1350" b="1">
              <a:solidFill>
                <a:schemeClr val="accent1"/>
              </a:solidFill>
              <a:latin typeface="+mn-ea"/>
              <a:cs typeface="+mn-ea"/>
            </a:endParaRPr>
          </a:p>
        </p:txBody>
      </p:sp>
      <p:sp>
        <p:nvSpPr>
          <p:cNvPr id="8" name="矩形 7"/>
          <p:cNvSpPr/>
          <p:nvPr>
            <p:custDataLst>
              <p:tags r:id="rId20"/>
            </p:custDataLst>
          </p:nvPr>
        </p:nvSpPr>
        <p:spPr>
          <a:xfrm>
            <a:off x="6245225" y="4660265"/>
            <a:ext cx="2691130" cy="1228725"/>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050">
                <a:solidFill>
                  <a:schemeClr val="tx1">
                    <a:lumMod val="85000"/>
                    <a:lumOff val="15000"/>
                  </a:schemeClr>
                </a:solidFill>
                <a:latin typeface="+mn-ea"/>
                <a:cs typeface="+mn-ea"/>
              </a:rPr>
              <a:t>对于原发灶不明癌（CUP），AI模型如TORCH和OncoNPC能够通过分析细胞学或基因组数据，预测肿瘤的主要系统起源。这些模型在多个测试集中取得了稳健的诊断和预测结果，甚至超过了人类病理学专家的准确性。</a:t>
            </a:r>
            <a:endParaRPr lang="zh-CN" altLang="en-US" sz="1050">
              <a:solidFill>
                <a:schemeClr val="tx1">
                  <a:lumMod val="85000"/>
                  <a:lumOff val="15000"/>
                </a:schemeClr>
              </a:solidFill>
              <a:latin typeface="+mn-ea"/>
              <a:cs typeface="+mn-ea"/>
            </a:endParaRPr>
          </a:p>
        </p:txBody>
      </p:sp>
      <p:sp>
        <p:nvSpPr>
          <p:cNvPr id="10" name="矩形 9"/>
          <p:cNvSpPr/>
          <p:nvPr>
            <p:custDataLst>
              <p:tags r:id="rId21"/>
            </p:custDataLst>
          </p:nvPr>
        </p:nvSpPr>
        <p:spPr>
          <a:xfrm>
            <a:off x="6228012" y="4293546"/>
            <a:ext cx="2374045" cy="315468"/>
          </a:xfrm>
          <a:prstGeom prst="rect">
            <a:avLst/>
          </a:prstGeom>
          <a:noFill/>
        </p:spPr>
        <p:txBody>
          <a:bodyPr wrap="none" lIns="0" tIns="0" rIns="0" bIns="0" rtlCol="0" anchor="ctr">
            <a:noAutofit/>
          </a:bodyPr>
          <a:lstStyle/>
          <a:p>
            <a:pPr algn="l">
              <a:spcBef>
                <a:spcPct val="0"/>
              </a:spcBef>
              <a:spcAft>
                <a:spcPct val="0"/>
              </a:spcAft>
            </a:pPr>
            <a:r>
              <a:rPr lang="en-US" altLang="zh-CN" sz="1350" b="1">
                <a:solidFill>
                  <a:schemeClr val="accent3"/>
                </a:solidFill>
                <a:latin typeface="+mn-ea"/>
                <a:cs typeface="+mn-ea"/>
              </a:rPr>
              <a:t>03   肿瘤起源预测 </a:t>
            </a:r>
            <a:endParaRPr lang="zh-CN" altLang="en-US" sz="1350" b="1">
              <a:solidFill>
                <a:schemeClr val="accent3"/>
              </a:solidFill>
              <a:latin typeface="+mn-ea"/>
              <a:cs typeface="+mn-ea"/>
            </a:endParaRPr>
          </a:p>
        </p:txBody>
      </p:sp>
      <p:sp>
        <p:nvSpPr>
          <p:cNvPr id="11" name="矩形 10"/>
          <p:cNvSpPr/>
          <p:nvPr>
            <p:custDataLst>
              <p:tags r:id="rId22"/>
            </p:custDataLst>
          </p:nvPr>
        </p:nvSpPr>
        <p:spPr>
          <a:xfrm>
            <a:off x="544195" y="4759325"/>
            <a:ext cx="2658745" cy="1174750"/>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zh-CN" altLang="en-US" sz="1050">
                <a:solidFill>
                  <a:schemeClr val="tx1">
                    <a:lumMod val="85000"/>
                    <a:lumOff val="15000"/>
                  </a:schemeClr>
                </a:solidFill>
                <a:latin typeface="+mn-ea"/>
                <a:cs typeface="+mn-ea"/>
              </a:rPr>
              <a:t>AI能够根据患者的个体化数据和大数据分析，为医生提供治疗规划和决策支持。例如，通过分析肿瘤的特征和患者的临床信息，AI可以预测不同治疗方法的疗效和副作用，并推荐最佳的治疗方案。</a:t>
            </a:r>
            <a:endParaRPr lang="zh-CN" altLang="en-US" sz="1050">
              <a:solidFill>
                <a:schemeClr val="tx1">
                  <a:lumMod val="85000"/>
                  <a:lumOff val="15000"/>
                </a:schemeClr>
              </a:solidFill>
              <a:latin typeface="+mn-ea"/>
              <a:cs typeface="+mn-ea"/>
            </a:endParaRPr>
          </a:p>
        </p:txBody>
      </p:sp>
      <p:sp>
        <p:nvSpPr>
          <p:cNvPr id="12" name="矩形 11"/>
          <p:cNvSpPr/>
          <p:nvPr>
            <p:custDataLst>
              <p:tags r:id="rId23"/>
            </p:custDataLst>
          </p:nvPr>
        </p:nvSpPr>
        <p:spPr>
          <a:xfrm>
            <a:off x="653631" y="4342762"/>
            <a:ext cx="2374046" cy="315468"/>
          </a:xfrm>
          <a:prstGeom prst="rect">
            <a:avLst/>
          </a:prstGeom>
          <a:noFill/>
        </p:spPr>
        <p:txBody>
          <a:bodyPr wrap="none" lIns="0" tIns="0" rIns="0" bIns="0" rtlCol="0" anchor="ctr">
            <a:noAutofit/>
          </a:bodyPr>
          <a:lstStyle/>
          <a:p>
            <a:pPr algn="r">
              <a:spcBef>
                <a:spcPct val="0"/>
              </a:spcBef>
              <a:spcAft>
                <a:spcPct val="0"/>
              </a:spcAft>
            </a:pPr>
            <a:r>
              <a:rPr lang="en-US" altLang="zh-CN" sz="1350" b="1">
                <a:solidFill>
                  <a:schemeClr val="accent1"/>
                </a:solidFill>
                <a:latin typeface="+mn-ea"/>
                <a:cs typeface="+mn-ea"/>
              </a:rPr>
              <a:t>治疗规划     04</a:t>
            </a:r>
            <a:endParaRPr lang="zh-CN" altLang="en-US" sz="1350" b="1">
              <a:solidFill>
                <a:schemeClr val="accent1"/>
              </a:solidFill>
              <a:latin typeface="+mn-ea"/>
              <a:cs typeface="+mn-ea"/>
            </a:endParaRPr>
          </a:p>
        </p:txBody>
      </p:sp>
      <p:sp>
        <p:nvSpPr>
          <p:cNvPr id="13" name="矩形 12"/>
          <p:cNvSpPr/>
          <p:nvPr>
            <p:custDataLst>
              <p:tags r:id="rId24"/>
            </p:custDataLst>
          </p:nvPr>
        </p:nvSpPr>
        <p:spPr>
          <a:xfrm>
            <a:off x="156845" y="3503295"/>
            <a:ext cx="2955925" cy="935355"/>
          </a:xfrm>
          <a:prstGeom prst="rect">
            <a:avLst/>
          </a:prstGeom>
          <a:noFill/>
        </p:spPr>
        <p:txBody>
          <a:bodyPr wrap="square" lIns="0" tIns="0" rIns="0" bIns="0" rtlCol="0" anchor="t" anchorCtr="0">
            <a:noAutofit/>
          </a:bodyPr>
          <a:lstStyle/>
          <a:p>
            <a:pPr algn="l">
              <a:lnSpc>
                <a:spcPct val="140000"/>
              </a:lnSpc>
              <a:spcBef>
                <a:spcPct val="0"/>
              </a:spcBef>
              <a:spcAft>
                <a:spcPct val="0"/>
              </a:spcAft>
            </a:pPr>
            <a:r>
              <a:rPr lang="zh-CN" altLang="en-US" sz="1050">
                <a:solidFill>
                  <a:schemeClr val="tx1">
                    <a:lumMod val="85000"/>
                    <a:lumOff val="15000"/>
                  </a:schemeClr>
                </a:solidFill>
                <a:latin typeface="+mn-ea"/>
                <a:cs typeface="+mn-ea"/>
              </a:rPr>
              <a:t>在药物研发领域，AI可以加速药物的筛选过程。通过深度学习和数据挖掘技术，AI可以分析海量的药物数据和基因组学信息，发现新的药物靶点和潜在的抗肿瘤药物，并预测药物的疗效和副作用。</a:t>
            </a:r>
            <a:endParaRPr lang="zh-CN" altLang="en-US" sz="1050">
              <a:solidFill>
                <a:schemeClr val="tx1">
                  <a:lumMod val="85000"/>
                  <a:lumOff val="15000"/>
                </a:schemeClr>
              </a:solidFill>
              <a:latin typeface="+mn-ea"/>
              <a:cs typeface="+mn-ea"/>
            </a:endParaRPr>
          </a:p>
        </p:txBody>
      </p:sp>
      <p:sp>
        <p:nvSpPr>
          <p:cNvPr id="14" name="矩形 13"/>
          <p:cNvSpPr/>
          <p:nvPr>
            <p:custDataLst>
              <p:tags r:id="rId25"/>
            </p:custDataLst>
          </p:nvPr>
        </p:nvSpPr>
        <p:spPr>
          <a:xfrm>
            <a:off x="683156" y="3087010"/>
            <a:ext cx="2374046" cy="315468"/>
          </a:xfrm>
          <a:prstGeom prst="rect">
            <a:avLst/>
          </a:prstGeom>
          <a:noFill/>
        </p:spPr>
        <p:txBody>
          <a:bodyPr wrap="none" lIns="0" tIns="0" rIns="0" bIns="0" rtlCol="0" anchor="ctr">
            <a:noAutofit/>
          </a:bodyPr>
          <a:lstStyle/>
          <a:p>
            <a:pPr algn="r">
              <a:spcBef>
                <a:spcPct val="0"/>
              </a:spcBef>
              <a:spcAft>
                <a:spcPct val="0"/>
              </a:spcAft>
            </a:pPr>
            <a:r>
              <a:rPr lang="en-US" altLang="zh-CN" sz="1350" b="1" dirty="0">
                <a:solidFill>
                  <a:schemeClr val="accent3"/>
                </a:solidFill>
                <a:latin typeface="+mn-ea"/>
                <a:cs typeface="+mn-ea"/>
              </a:rPr>
              <a:t>药物研发     05</a:t>
            </a:r>
            <a:endParaRPr lang="zh-CN" altLang="en-US" sz="1350" b="1" dirty="0">
              <a:solidFill>
                <a:schemeClr val="accent3"/>
              </a:solidFill>
              <a:latin typeface="+mn-ea"/>
              <a:cs typeface="+mn-ea"/>
            </a:endParaRPr>
          </a:p>
        </p:txBody>
      </p:sp>
      <p:sp>
        <p:nvSpPr>
          <p:cNvPr id="15" name="矩形 14"/>
          <p:cNvSpPr/>
          <p:nvPr>
            <p:custDataLst>
              <p:tags r:id="rId26"/>
            </p:custDataLst>
          </p:nvPr>
        </p:nvSpPr>
        <p:spPr>
          <a:xfrm>
            <a:off x="455930" y="2356485"/>
            <a:ext cx="2656840" cy="706120"/>
          </a:xfrm>
          <a:prstGeom prst="rect">
            <a:avLst/>
          </a:prstGeom>
          <a:noFill/>
        </p:spPr>
        <p:txBody>
          <a:bodyPr wrap="square" lIns="0" tIns="0" rIns="0" bIns="0" rtlCol="0" anchor="t" anchorCtr="0">
            <a:noAutofit/>
          </a:bodyPr>
          <a:lstStyle/>
          <a:p>
            <a:pPr algn="l">
              <a:lnSpc>
                <a:spcPct val="90000"/>
              </a:lnSpc>
              <a:spcBef>
                <a:spcPct val="0"/>
              </a:spcBef>
              <a:spcAft>
                <a:spcPct val="0"/>
              </a:spcAft>
            </a:pPr>
            <a:r>
              <a:rPr lang="zh-CN" altLang="en-US" sz="1050" dirty="0">
                <a:solidFill>
                  <a:schemeClr val="tx1">
                    <a:lumMod val="85000"/>
                    <a:lumOff val="15000"/>
                  </a:schemeClr>
                </a:solidFill>
                <a:latin typeface="+mn-ea"/>
                <a:cs typeface="+mn-ea"/>
              </a:rPr>
              <a:t>AI可以利用大数据和机器学习算法，监测患者的治疗进展和预测预后结果。通过分析患者的临床数据、影像数据和基因组学信息，AI能够提供个性化的治疗监测和预后评估，帮助医生调整治疗方案和预测疾病进展。</a:t>
            </a:r>
            <a:endParaRPr lang="zh-CN" altLang="en-US" sz="1050" dirty="0">
              <a:solidFill>
                <a:schemeClr val="tx1">
                  <a:lumMod val="85000"/>
                  <a:lumOff val="15000"/>
                </a:schemeClr>
              </a:solidFill>
              <a:latin typeface="+mn-ea"/>
              <a:cs typeface="+mn-ea"/>
            </a:endParaRPr>
          </a:p>
        </p:txBody>
      </p:sp>
      <p:sp>
        <p:nvSpPr>
          <p:cNvPr id="16" name="矩形 15"/>
          <p:cNvSpPr/>
          <p:nvPr>
            <p:custDataLst>
              <p:tags r:id="rId27"/>
            </p:custDataLst>
          </p:nvPr>
        </p:nvSpPr>
        <p:spPr>
          <a:xfrm>
            <a:off x="675502" y="1940333"/>
            <a:ext cx="2374046" cy="315468"/>
          </a:xfrm>
          <a:prstGeom prst="rect">
            <a:avLst/>
          </a:prstGeom>
          <a:noFill/>
        </p:spPr>
        <p:txBody>
          <a:bodyPr wrap="none" lIns="0" tIns="0" rIns="0" bIns="0" rtlCol="0" anchor="ctr">
            <a:noAutofit/>
          </a:bodyPr>
          <a:lstStyle/>
          <a:p>
            <a:pPr algn="r">
              <a:spcBef>
                <a:spcPct val="0"/>
              </a:spcBef>
              <a:spcAft>
                <a:spcPct val="0"/>
              </a:spcAft>
            </a:pPr>
            <a:r>
              <a:rPr lang="en-US" altLang="zh-CN" sz="1350" b="1">
                <a:solidFill>
                  <a:schemeClr val="accent1"/>
                </a:solidFill>
                <a:latin typeface="+mn-ea"/>
                <a:cs typeface="+mn-ea"/>
              </a:rPr>
              <a:t>  治疗监测和预后评估     06</a:t>
            </a:r>
            <a:endParaRPr lang="zh-CN" altLang="en-US" sz="1350" b="1">
              <a:solidFill>
                <a:schemeClr val="accent1"/>
              </a:solidFill>
              <a:latin typeface="+mn-ea"/>
              <a:cs typeface="+mn-ea"/>
            </a:endParaRPr>
          </a:p>
        </p:txBody>
      </p:sp>
    </p:spTree>
    <p:custDataLst>
      <p:tags r:id="rId28"/>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custDataLst>
              <p:tags r:id="rId1"/>
            </p:custDataLst>
          </p:nvPr>
        </p:nvSpPr>
        <p:spPr>
          <a:xfrm>
            <a:off x="107156" y="1196975"/>
            <a:ext cx="9145429" cy="5142548"/>
          </a:xfrm>
          <a:prstGeom prst="rect">
            <a:avLst/>
          </a:prstGeom>
          <a:gradFill>
            <a:gsLst>
              <a:gs pos="41000">
                <a:schemeClr val="accent1">
                  <a:alpha val="0"/>
                </a:schemeClr>
              </a:gs>
              <a:gs pos="100000">
                <a:schemeClr val="accent1">
                  <a:alpha val="1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90" name="标题 89"/>
          <p:cNvSpPr>
            <a:spLocks noGrp="1"/>
          </p:cNvSpPr>
          <p:nvPr>
            <p:ph type="title"/>
            <p:custDataLst>
              <p:tags r:id="rId2"/>
            </p:custDataLst>
          </p:nvPr>
        </p:nvSpPr>
        <p:spPr>
          <a:xfrm>
            <a:off x="322950" y="328030"/>
            <a:ext cx="8226900" cy="529200"/>
          </a:xfrm>
        </p:spPr>
        <p:txBody>
          <a:bodyPr wrap="square">
            <a:normAutofit fontScale="90000"/>
          </a:bodyPr>
          <a:lstStyle/>
          <a:p>
            <a:r>
              <a:rPr lang="zh-CN" altLang="en-US"/>
              <a:t>肿瘤NGS基础的原发癌类型分类器（OncoNPC）</a:t>
            </a:r>
            <a:endParaRPr lang="zh-CN" altLang="en-US"/>
          </a:p>
        </p:txBody>
      </p:sp>
      <p:sp>
        <p:nvSpPr>
          <p:cNvPr id="14" name="文本框 13"/>
          <p:cNvSpPr txBox="1"/>
          <p:nvPr>
            <p:custDataLst>
              <p:tags r:id="rId3"/>
            </p:custDataLst>
          </p:nvPr>
        </p:nvSpPr>
        <p:spPr>
          <a:xfrm>
            <a:off x="3453130" y="1945005"/>
            <a:ext cx="5286375" cy="1389380"/>
          </a:xfrm>
          <a:prstGeom prst="rect">
            <a:avLst/>
          </a:prstGeom>
          <a:noFill/>
        </p:spPr>
        <p:txBody>
          <a:bodyPr wrap="square" lIns="0" tIns="0" rIns="0" bIns="0">
            <a:noAutofit/>
          </a:bodyPr>
          <a:lstStyle/>
          <a:p>
            <a:pPr marL="0" indent="0">
              <a:lnSpc>
                <a:spcPct val="150000"/>
              </a:lnSpc>
              <a:buNone/>
            </a:pPr>
            <a:r>
              <a:rPr lang="zh-CN" altLang="en-US" sz="1000" kern="0" spc="0" dirty="0">
                <a:ln>
                  <a:noFill/>
                  <a:prstDash val="sysDot"/>
                </a:ln>
                <a:solidFill>
                  <a:schemeClr val="tx1">
                    <a:lumMod val="85000"/>
                    <a:lumOff val="15000"/>
                  </a:schemeClr>
                </a:solidFill>
                <a:latin typeface="+mn-ea"/>
                <a:ea typeface="+mn-ea"/>
                <a:sym typeface="+mn-ea"/>
              </a:rPr>
              <a:t>原发部位未知癌症（Cancer of unknown primary，CUP）是一种无法追溯到其原发部位的癌症，占所有癌症的3-5％。CUP缺乏已建立的靶向治疗方法，导致普遍预后不佳。麻省理工学院（MIT）和美国哈佛大学医学院附属丹娜法伯癌症研究院的研究人员联合开发出了OncoNPC模型，这是一个基于机器学习的分类器，使用来自三个机构的22种癌症类型中的36,445个肿瘤的定向次世代测序（NGS）数据进行训练。肿瘤NGS基础的原发癌类型分类器（OncoNPC）在保留的肿瘤样本上取得了加权F1分数为0.942的高置信度预测（≥ 0.9）。</a:t>
            </a:r>
            <a:endParaRPr lang="zh-CN" altLang="en-US" sz="1000" kern="0" spc="0" dirty="0">
              <a:ln>
                <a:noFill/>
                <a:prstDash val="sysDot"/>
              </a:ln>
              <a:solidFill>
                <a:schemeClr val="tx1">
                  <a:lumMod val="85000"/>
                  <a:lumOff val="15000"/>
                </a:schemeClr>
              </a:solidFill>
              <a:latin typeface="+mn-ea"/>
              <a:ea typeface="+mn-ea"/>
              <a:sym typeface="+mn-ea"/>
            </a:endParaRPr>
          </a:p>
        </p:txBody>
      </p:sp>
      <p:sp>
        <p:nvSpPr>
          <p:cNvPr id="15" name="文本框 14"/>
          <p:cNvSpPr txBox="1"/>
          <p:nvPr>
            <p:custDataLst>
              <p:tags r:id="rId4"/>
            </p:custDataLst>
          </p:nvPr>
        </p:nvSpPr>
        <p:spPr>
          <a:xfrm>
            <a:off x="3473512" y="1685142"/>
            <a:ext cx="4583906" cy="260153"/>
          </a:xfrm>
          <a:prstGeom prst="rect">
            <a:avLst/>
          </a:prstGeom>
          <a:noFill/>
        </p:spPr>
        <p:txBody>
          <a:bodyPr wrap="square" lIns="0" tIns="0" rIns="0" bIns="0" anchor="b" anchorCtr="0">
            <a:noAutofit/>
          </a:bodyPr>
          <a:lstStyle/>
          <a:p>
            <a:r>
              <a:rPr lang="zh-CN" altLang="en-US" sz="1200" kern="0" dirty="0">
                <a:ln>
                  <a:noFill/>
                  <a:prstDash val="sysDot"/>
                </a:ln>
                <a:solidFill>
                  <a:schemeClr val="tx2">
                    <a:lumMod val="75000"/>
                  </a:schemeClr>
                </a:solidFill>
                <a:latin typeface="+mn-ea"/>
                <a:ea typeface="+mn-ea"/>
                <a:sym typeface="+mn-ea"/>
              </a:rPr>
              <a:t>原发部位未知癌症（Cancer of unknown primary，CUP）</a:t>
            </a:r>
            <a:endParaRPr lang="zh-CN" altLang="en-US" sz="1200" b="1" kern="0" dirty="0">
              <a:ln>
                <a:noFill/>
                <a:prstDash val="sysDot"/>
              </a:ln>
              <a:solidFill>
                <a:schemeClr val="tx2">
                  <a:lumMod val="75000"/>
                </a:schemeClr>
              </a:solidFill>
              <a:latin typeface="+mn-ea"/>
              <a:ea typeface="+mn-ea"/>
              <a:sym typeface="+mn-ea"/>
            </a:endParaRPr>
          </a:p>
        </p:txBody>
      </p:sp>
      <p:sp>
        <p:nvSpPr>
          <p:cNvPr id="18" name="文本框 17"/>
          <p:cNvSpPr txBox="1"/>
          <p:nvPr>
            <p:custDataLst>
              <p:tags r:id="rId5"/>
            </p:custDataLst>
          </p:nvPr>
        </p:nvSpPr>
        <p:spPr>
          <a:xfrm>
            <a:off x="3453130" y="3335020"/>
            <a:ext cx="5426710" cy="2311400"/>
          </a:xfrm>
          <a:prstGeom prst="rect">
            <a:avLst/>
          </a:prstGeom>
          <a:noFill/>
        </p:spPr>
        <p:txBody>
          <a:bodyPr wrap="square" lIns="0" tIns="0" rIns="0" bIns="0">
            <a:noAutofit/>
          </a:bodyPr>
          <a:lstStyle/>
          <a:p>
            <a:pPr marL="0" indent="0">
              <a:lnSpc>
                <a:spcPct val="150000"/>
              </a:lnSpc>
              <a:buNone/>
            </a:pPr>
            <a:r>
              <a:rPr lang="zh-CN" altLang="en-US" sz="1000" kern="0" spc="0" dirty="0">
                <a:ln>
                  <a:noFill/>
                  <a:prstDash val="sysDot"/>
                </a:ln>
                <a:solidFill>
                  <a:schemeClr val="tx1">
                    <a:lumMod val="85000"/>
                    <a:lumOff val="15000"/>
                  </a:schemeClr>
                </a:solidFill>
                <a:latin typeface="+mn-ea"/>
                <a:ea typeface="+mn-ea"/>
                <a:sym typeface="+mn-ea"/>
              </a:rPr>
              <a:t>OncoNPC，是一个基于多中心目标面板测序数据训练的分子癌症类型分类器。OncoNPC使用体细胞变异，包括突变（单核苷酸变异（SNVs）和插入/缺失突变），突变标记、拷贝数变异（CNAs）以及测序时的患者年龄和性别等特征，使用XGBoost算法进行癌症类型预测。OncoNPC在包括来自Dana-Farber癌症研究所（DFCI）、Memorial Sloan Kettering（MSK）癌症中心和Vanderbilt-Ingram癌症中心（VICC）的22种已知癌症类型的29,176个原发肿瘤和转移肿瘤样本的处理数据上进行了训练和验证。在所有22种癌症类型中，OncoNPC在测试样本上实现了0.784的加权F1分数，其中包括7,289个肿瘤样本（加权精度和召回率分别为0.789和0.791）。在13个癌症组中（根据部位和治疗选择分组；表1），OncoNPC实现了0.806的整体加权F1分数（加权精度和召回率分别为0.810和0.809）。尽管癌症类型之间存在明显的类别不平衡，OncoNPC在癌症类型（图2a）和癌症组（图2b）之间展现出良好的平衡精度。</a:t>
            </a:r>
            <a:endParaRPr lang="zh-CN" altLang="en-US" sz="1000" kern="0" spc="0" dirty="0">
              <a:ln>
                <a:noFill/>
                <a:prstDash val="sysDot"/>
              </a:ln>
              <a:solidFill>
                <a:schemeClr val="tx1">
                  <a:lumMod val="85000"/>
                  <a:lumOff val="15000"/>
                </a:schemeClr>
              </a:solidFill>
              <a:latin typeface="+mn-ea"/>
              <a:ea typeface="+mn-ea"/>
              <a:sym typeface="+mn-ea"/>
            </a:endParaRPr>
          </a:p>
        </p:txBody>
      </p:sp>
      <p:pic>
        <p:nvPicPr>
          <p:cNvPr id="2" name="图片 1" descr="aa3f595c394928ff8c3c73893797a42d"/>
          <p:cNvPicPr>
            <a:picLocks noChangeAspect="1"/>
          </p:cNvPicPr>
          <p:nvPr/>
        </p:nvPicPr>
        <p:blipFill>
          <a:blip r:embed="rId6"/>
          <a:stretch>
            <a:fillRect/>
          </a:stretch>
        </p:blipFill>
        <p:spPr>
          <a:xfrm>
            <a:off x="323215" y="1772920"/>
            <a:ext cx="2912110" cy="3587750"/>
          </a:xfrm>
          <a:prstGeom prst="rect">
            <a:avLst/>
          </a:prstGeom>
        </p:spPr>
      </p:pic>
      <p:sp>
        <p:nvSpPr>
          <p:cNvPr id="88" name="同侧圆角矩形 87"/>
          <p:cNvSpPr/>
          <p:nvPr>
            <p:custDataLst>
              <p:tags r:id="rId7"/>
            </p:custDataLst>
          </p:nvPr>
        </p:nvSpPr>
        <p:spPr>
          <a:xfrm>
            <a:off x="179372" y="4077537"/>
            <a:ext cx="390116" cy="1937351"/>
          </a:xfrm>
          <a:prstGeom prst="round2SameRect">
            <a:avLst>
              <a:gd name="adj1" fmla="val 50000"/>
              <a:gd name="adj2" fmla="val 0"/>
            </a:avLst>
          </a:prstGeom>
          <a:gradFill>
            <a:gsLst>
              <a:gs pos="0">
                <a:schemeClr val="accent1">
                  <a:alpha val="0"/>
                </a:schemeClr>
              </a:gs>
              <a:gs pos="100000">
                <a:schemeClr val="accent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ustDataLst>
      <p:tags r:id="rId8"/>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对象2"/>
          <p:cNvSpPr/>
          <p:nvPr>
            <p:custDataLst>
              <p:tags r:id="rId1"/>
            </p:custDataLst>
          </p:nvPr>
        </p:nvSpPr>
        <p:spPr>
          <a:xfrm>
            <a:off x="357031" y="2823686"/>
            <a:ext cx="8099108" cy="930742"/>
          </a:xfrm>
          <a:prstGeom prst="roundRect">
            <a:avLst>
              <a:gd name="adj" fmla="val 50000"/>
            </a:avLst>
          </a:prstGeom>
          <a:noFill/>
          <a:ln>
            <a:solidFill>
              <a:schemeClr val="accent1">
                <a:lumMod val="60000"/>
                <a:lumOff val="40000"/>
              </a:schemeClr>
            </a:solidFill>
            <a:prstDash val="dash"/>
          </a:ln>
        </p:spPr>
        <p:txBody>
          <a:bodyPr wrap="square"/>
          <a:lstStyle/>
          <a:p>
            <a:pPr algn="just"/>
            <a:endParaRPr lang="zh-CN" altLang="en-US" sz="1350"/>
          </a:p>
        </p:txBody>
      </p:sp>
      <p:sp>
        <p:nvSpPr>
          <p:cNvPr id="3" name="对象2"/>
          <p:cNvSpPr/>
          <p:nvPr>
            <p:custDataLst>
              <p:tags r:id="rId2"/>
            </p:custDataLst>
          </p:nvPr>
        </p:nvSpPr>
        <p:spPr>
          <a:xfrm>
            <a:off x="357031" y="2823686"/>
            <a:ext cx="8099108" cy="1904197"/>
          </a:xfrm>
          <a:prstGeom prst="roundRect">
            <a:avLst>
              <a:gd name="adj" fmla="val 25001"/>
            </a:avLst>
          </a:prstGeom>
          <a:noFill/>
          <a:ln>
            <a:solidFill>
              <a:schemeClr val="accent1">
                <a:lumMod val="60000"/>
                <a:lumOff val="40000"/>
              </a:schemeClr>
            </a:solidFill>
            <a:prstDash val="dash"/>
          </a:ln>
        </p:spPr>
        <p:txBody>
          <a:bodyPr wrap="square"/>
          <a:lstStyle/>
          <a:p>
            <a:pPr algn="just"/>
            <a:endParaRPr lang="zh-CN" altLang="en-US" sz="1350"/>
          </a:p>
        </p:txBody>
      </p:sp>
      <p:sp>
        <p:nvSpPr>
          <p:cNvPr id="60" name="对象10"/>
          <p:cNvSpPr/>
          <p:nvPr>
            <p:custDataLst>
              <p:tags r:id="rId3"/>
            </p:custDataLst>
          </p:nvPr>
        </p:nvSpPr>
        <p:spPr>
          <a:xfrm>
            <a:off x="612775" y="4387215"/>
            <a:ext cx="3712210" cy="818515"/>
          </a:xfrm>
          <a:prstGeom prst="roundRect">
            <a:avLst/>
          </a:prstGeom>
          <a:solidFill>
            <a:schemeClr val="accent1">
              <a:lumMod val="10000"/>
              <a:lumOff val="90000"/>
            </a:schemeClr>
          </a:soli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593883" rIns="81000" numCol="1" spcCol="0" rtlCol="0" fromWordArt="0" anchor="ctr" anchorCtr="0" forceAA="0" compatLnSpc="1">
            <a:noAutofit/>
          </a:bodyPr>
          <a:lstStyle/>
          <a:p>
            <a:pPr lvl="0" algn="l">
              <a:spcBef>
                <a:spcPct val="0"/>
              </a:spcBef>
              <a:spcAft>
                <a:spcPct val="0"/>
              </a:spcAft>
              <a:buClrTx/>
              <a:buSzTx/>
              <a:buFontTx/>
            </a:pPr>
            <a:r>
              <a:rPr lang="zh-CN" altLang="en-US" sz="1200" b="1" dirty="0">
                <a:solidFill>
                  <a:schemeClr val="dk1">
                    <a:lumMod val="80000"/>
                    <a:lumOff val="20000"/>
                  </a:schemeClr>
                </a:solidFill>
                <a:latin typeface="+mn-ea"/>
                <a:cs typeface="+mn-ea"/>
                <a:sym typeface="+mn-ea"/>
              </a:rPr>
              <a:t>数据预处理</a:t>
            </a:r>
            <a:r>
              <a:rPr lang="zh-CN" altLang="en-US" sz="1200" dirty="0">
                <a:solidFill>
                  <a:schemeClr val="dk1">
                    <a:lumMod val="80000"/>
                    <a:lumOff val="20000"/>
                  </a:schemeClr>
                </a:solidFill>
                <a:latin typeface="+mn-ea"/>
                <a:cs typeface="+mn-ea"/>
                <a:sym typeface="+mn-ea"/>
              </a:rPr>
              <a:t>：在模型训练之前，输入的基因测序数据会经过一系列的预处理步骤，包括数据的清洗、归一化、特征提取等，以确保数据的质量和一致性。</a:t>
            </a:r>
            <a:endParaRPr lang="zh-CN" altLang="en-US" sz="1200" dirty="0">
              <a:solidFill>
                <a:schemeClr val="dk1">
                  <a:lumMod val="80000"/>
                  <a:lumOff val="20000"/>
                </a:schemeClr>
              </a:solidFill>
              <a:latin typeface="+mn-ea"/>
              <a:cs typeface="+mn-ea"/>
              <a:sym typeface="+mn-ea"/>
            </a:endParaRPr>
          </a:p>
        </p:txBody>
      </p:sp>
      <p:sp>
        <p:nvSpPr>
          <p:cNvPr id="61" name="对象11"/>
          <p:cNvSpPr>
            <a:spLocks noChangeAspect="1"/>
          </p:cNvSpPr>
          <p:nvPr>
            <p:custDataLst>
              <p:tags r:id="rId4"/>
            </p:custDataLst>
          </p:nvPr>
        </p:nvSpPr>
        <p:spPr>
          <a:xfrm>
            <a:off x="704300" y="4581525"/>
            <a:ext cx="375285" cy="375285"/>
          </a:xfrm>
          <a:prstGeom prst="ellipse">
            <a:avLst/>
          </a:prstGeom>
          <a:gradFill>
            <a:gsLst>
              <a:gs pos="0">
                <a:schemeClr val="accent1">
                  <a:alpha val="100000"/>
                </a:schemeClr>
              </a:gs>
              <a:gs pos="100000">
                <a:schemeClr val="accent2">
                  <a:alpha val="100000"/>
                </a:schemeClr>
              </a:gs>
            </a:gsLst>
            <a:lin ang="0" scaled="0"/>
          </a:gradFill>
          <a:ln w="25400">
            <a:no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1" forceAA="0" compatLnSpc="1">
            <a:noAutofit/>
          </a:bodyPr>
          <a:lstStyle/>
          <a:p>
            <a:pPr lvl="0" algn="l">
              <a:spcBef>
                <a:spcPct val="0"/>
              </a:spcBef>
              <a:spcAft>
                <a:spcPct val="0"/>
              </a:spcAft>
              <a:buClrTx/>
              <a:buSzTx/>
              <a:buFontTx/>
            </a:pPr>
            <a:r>
              <a:rPr lang="en-US" altLang="zh-CN" sz="1200" b="1">
                <a:solidFill>
                  <a:schemeClr val="lt1">
                    <a:lumMod val="100000"/>
                  </a:schemeClr>
                </a:solidFill>
                <a:latin typeface="+mn-ea"/>
                <a:cs typeface="+mn-ea"/>
                <a:sym typeface="+mn-ea"/>
              </a:rPr>
              <a:t>2</a:t>
            </a:r>
            <a:endParaRPr lang="en-US" altLang="zh-CN" sz="1200" b="1" dirty="0">
              <a:solidFill>
                <a:schemeClr val="lt1">
                  <a:lumMod val="100000"/>
                </a:schemeClr>
              </a:solidFill>
              <a:latin typeface="+mn-ea"/>
              <a:cs typeface="+mn-ea"/>
              <a:sym typeface="+mn-ea"/>
            </a:endParaRPr>
          </a:p>
        </p:txBody>
      </p:sp>
      <p:sp>
        <p:nvSpPr>
          <p:cNvPr id="54" name="对象4"/>
          <p:cNvSpPr/>
          <p:nvPr>
            <p:custDataLst>
              <p:tags r:id="rId5"/>
            </p:custDataLst>
          </p:nvPr>
        </p:nvSpPr>
        <p:spPr>
          <a:xfrm>
            <a:off x="612775" y="3269615"/>
            <a:ext cx="3712210" cy="920115"/>
          </a:xfrm>
          <a:prstGeom prst="roundRect">
            <a:avLst/>
          </a:prstGeom>
          <a:solidFill>
            <a:schemeClr val="accent1">
              <a:lumMod val="10000"/>
              <a:lumOff val="90000"/>
            </a:schemeClr>
          </a:soli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593883" rIns="81000" numCol="1" spcCol="0" rtlCol="0" fromWordArt="0" anchor="ctr" anchorCtr="0" forceAA="0" compatLnSpc="1">
            <a:noAutofit/>
          </a:bodyPr>
          <a:lstStyle/>
          <a:p>
            <a:pPr lvl="0" algn="l">
              <a:spcBef>
                <a:spcPct val="0"/>
              </a:spcBef>
              <a:spcAft>
                <a:spcPct val="0"/>
              </a:spcAft>
              <a:buClrTx/>
              <a:buSzTx/>
              <a:buFontTx/>
            </a:pPr>
            <a:r>
              <a:rPr lang="zh-CN" altLang="en-US" sz="1200" b="1" dirty="0">
                <a:solidFill>
                  <a:schemeClr val="dk1">
                    <a:lumMod val="80000"/>
                    <a:lumOff val="20000"/>
                  </a:schemeClr>
                </a:solidFill>
                <a:latin typeface="+mn-ea"/>
                <a:cs typeface="+mn-ea"/>
                <a:sym typeface="+mn-ea"/>
              </a:rPr>
              <a:t>数据输入</a:t>
            </a:r>
            <a:r>
              <a:rPr lang="zh-CN" altLang="en-US" sz="1200" dirty="0">
                <a:solidFill>
                  <a:schemeClr val="dk1">
                    <a:lumMod val="80000"/>
                    <a:lumOff val="20000"/>
                  </a:schemeClr>
                </a:solidFill>
                <a:latin typeface="+mn-ea"/>
                <a:cs typeface="+mn-ea"/>
                <a:sym typeface="+mn-ea"/>
              </a:rPr>
              <a:t>：OncoNPC模型接收的主要数据是患者的肿瘤基因测序数据，这些数据包括约400个基因的遗传序列。除了基因测序数据外，模型还会考虑患者测序时的年龄和性别等临床信息。</a:t>
            </a:r>
            <a:endParaRPr lang="zh-CN" altLang="en-US" sz="1200" dirty="0">
              <a:solidFill>
                <a:schemeClr val="dk1">
                  <a:lumMod val="80000"/>
                  <a:lumOff val="20000"/>
                </a:schemeClr>
              </a:solidFill>
              <a:latin typeface="+mn-ea"/>
              <a:cs typeface="+mn-ea"/>
              <a:sym typeface="+mn-ea"/>
            </a:endParaRPr>
          </a:p>
        </p:txBody>
      </p:sp>
      <p:sp>
        <p:nvSpPr>
          <p:cNvPr id="55" name="对象5"/>
          <p:cNvSpPr>
            <a:spLocks noChangeAspect="1"/>
          </p:cNvSpPr>
          <p:nvPr>
            <p:custDataLst>
              <p:tags r:id="rId6"/>
            </p:custDataLst>
          </p:nvPr>
        </p:nvSpPr>
        <p:spPr>
          <a:xfrm>
            <a:off x="704533" y="3501390"/>
            <a:ext cx="375285" cy="375285"/>
          </a:xfrm>
          <a:prstGeom prst="ellipse">
            <a:avLst/>
          </a:prstGeom>
          <a:gradFill>
            <a:gsLst>
              <a:gs pos="0">
                <a:schemeClr val="accent1">
                  <a:alpha val="100000"/>
                </a:schemeClr>
              </a:gs>
              <a:gs pos="100000">
                <a:schemeClr val="accent2">
                  <a:alpha val="100000"/>
                </a:schemeClr>
              </a:gs>
            </a:gsLst>
            <a:lin ang="0" scaled="0"/>
          </a:gradFill>
          <a:ln w="25400">
            <a:no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1" forceAA="0" compatLnSpc="1">
            <a:noAutofit/>
          </a:bodyPr>
          <a:lstStyle/>
          <a:p>
            <a:pPr lvl="0" algn="l">
              <a:spcBef>
                <a:spcPct val="0"/>
              </a:spcBef>
              <a:spcAft>
                <a:spcPct val="0"/>
              </a:spcAft>
              <a:buClrTx/>
              <a:buSzTx/>
              <a:buFontTx/>
            </a:pPr>
            <a:r>
              <a:rPr lang="en-US" altLang="zh-CN" sz="1200" b="1" dirty="0">
                <a:solidFill>
                  <a:schemeClr val="lt1">
                    <a:lumMod val="100000"/>
                  </a:schemeClr>
                </a:solidFill>
                <a:latin typeface="+mn-ea"/>
                <a:cs typeface="+mn-ea"/>
                <a:sym typeface="+mn-ea"/>
              </a:rPr>
              <a:t>1</a:t>
            </a:r>
            <a:endParaRPr lang="en-US" altLang="zh-CN" sz="1200" b="1" dirty="0">
              <a:solidFill>
                <a:schemeClr val="lt1">
                  <a:lumMod val="100000"/>
                </a:schemeClr>
              </a:solidFill>
              <a:latin typeface="+mn-ea"/>
              <a:cs typeface="+mn-ea"/>
              <a:sym typeface="+mn-ea"/>
            </a:endParaRPr>
          </a:p>
        </p:txBody>
      </p:sp>
      <p:sp>
        <p:nvSpPr>
          <p:cNvPr id="57" name="对象7"/>
          <p:cNvSpPr/>
          <p:nvPr>
            <p:custDataLst>
              <p:tags r:id="rId7"/>
            </p:custDataLst>
          </p:nvPr>
        </p:nvSpPr>
        <p:spPr>
          <a:xfrm>
            <a:off x="4497070" y="3268980"/>
            <a:ext cx="3712210" cy="921385"/>
          </a:xfrm>
          <a:prstGeom prst="roundRect">
            <a:avLst/>
          </a:prstGeom>
          <a:solidFill>
            <a:schemeClr val="accent1">
              <a:lumMod val="10000"/>
              <a:lumOff val="90000"/>
            </a:schemeClr>
          </a:soli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593883" rIns="81000" numCol="1" spcCol="0" rtlCol="0" fromWordArt="0" anchor="ctr" anchorCtr="0" forceAA="0" compatLnSpc="1">
            <a:noAutofit/>
          </a:bodyPr>
          <a:lstStyle/>
          <a:p>
            <a:pPr lvl="0" algn="l">
              <a:spcBef>
                <a:spcPct val="0"/>
              </a:spcBef>
              <a:spcAft>
                <a:spcPct val="0"/>
              </a:spcAft>
              <a:buClrTx/>
              <a:buSzTx/>
              <a:buFontTx/>
            </a:pPr>
            <a:r>
              <a:rPr lang="zh-CN" altLang="en-US" sz="1200" b="1" dirty="0">
                <a:solidFill>
                  <a:schemeClr val="dk1">
                    <a:lumMod val="80000"/>
                    <a:lumOff val="20000"/>
                  </a:schemeClr>
                </a:solidFill>
                <a:latin typeface="+mn-ea"/>
                <a:cs typeface="+mn-ea"/>
                <a:sym typeface="+mn-ea"/>
              </a:rPr>
              <a:t>模型预测</a:t>
            </a:r>
            <a:r>
              <a:rPr lang="zh-CN" altLang="en-US" sz="1200" dirty="0">
                <a:solidFill>
                  <a:schemeClr val="dk1">
                    <a:lumMod val="80000"/>
                    <a:lumOff val="20000"/>
                  </a:schemeClr>
                </a:solidFill>
                <a:latin typeface="+mn-ea"/>
                <a:cs typeface="+mn-ea"/>
                <a:sym typeface="+mn-ea"/>
              </a:rPr>
              <a:t>：对于新的患者样本，模型会接收其基因测序数据和临床信息作为输入。然后会利用训练过程中学到的知识和规则</a:t>
            </a:r>
            <a:r>
              <a:rPr lang="en-US" altLang="zh-CN" sz="1200" dirty="0">
                <a:solidFill>
                  <a:schemeClr val="dk1">
                    <a:lumMod val="80000"/>
                    <a:lumOff val="20000"/>
                  </a:schemeClr>
                </a:solidFill>
                <a:latin typeface="+mn-ea"/>
                <a:cs typeface="+mn-ea"/>
                <a:sym typeface="+mn-ea"/>
              </a:rPr>
              <a:t>,</a:t>
            </a:r>
            <a:r>
              <a:rPr lang="zh-CN" altLang="en-US" sz="1200" dirty="0">
                <a:solidFill>
                  <a:schemeClr val="dk1">
                    <a:lumMod val="80000"/>
                    <a:lumOff val="20000"/>
                  </a:schemeClr>
                </a:solidFill>
                <a:latin typeface="+mn-ea"/>
                <a:cs typeface="+mn-ea"/>
                <a:sym typeface="+mn-ea"/>
              </a:rPr>
              <a:t>对这些输入数据进行处理和分析，最终输出一个预测结果，即该患者癌症的可能起源位置。</a:t>
            </a:r>
            <a:endParaRPr lang="zh-CN" altLang="en-US" sz="1200" dirty="0">
              <a:solidFill>
                <a:schemeClr val="dk1">
                  <a:lumMod val="80000"/>
                  <a:lumOff val="20000"/>
                </a:schemeClr>
              </a:solidFill>
              <a:latin typeface="+mn-ea"/>
              <a:cs typeface="+mn-ea"/>
              <a:sym typeface="+mn-ea"/>
            </a:endParaRPr>
          </a:p>
        </p:txBody>
      </p:sp>
      <p:sp>
        <p:nvSpPr>
          <p:cNvPr id="58" name="对象8"/>
          <p:cNvSpPr>
            <a:spLocks noChangeAspect="1"/>
          </p:cNvSpPr>
          <p:nvPr>
            <p:custDataLst>
              <p:tags r:id="rId8"/>
            </p:custDataLst>
          </p:nvPr>
        </p:nvSpPr>
        <p:spPr>
          <a:xfrm>
            <a:off x="4590256" y="3551660"/>
            <a:ext cx="375285" cy="375285"/>
          </a:xfrm>
          <a:prstGeom prst="ellipse">
            <a:avLst/>
          </a:prstGeom>
          <a:gradFill>
            <a:gsLst>
              <a:gs pos="0">
                <a:schemeClr val="accent1">
                  <a:alpha val="100000"/>
                </a:schemeClr>
              </a:gs>
              <a:gs pos="100000">
                <a:schemeClr val="accent2">
                  <a:alpha val="100000"/>
                </a:schemeClr>
              </a:gs>
            </a:gsLst>
            <a:lin ang="0" scaled="0"/>
          </a:gradFill>
          <a:ln w="25400">
            <a:no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1" forceAA="0" compatLnSpc="1">
            <a:noAutofit/>
          </a:bodyPr>
          <a:lstStyle/>
          <a:p>
            <a:pPr lvl="0" algn="l">
              <a:spcBef>
                <a:spcPct val="0"/>
              </a:spcBef>
              <a:spcAft>
                <a:spcPct val="0"/>
              </a:spcAft>
              <a:buClrTx/>
              <a:buSzTx/>
              <a:buFontTx/>
            </a:pPr>
            <a:r>
              <a:rPr lang="en-US" altLang="zh-CN" sz="1200" b="1">
                <a:solidFill>
                  <a:schemeClr val="lt1">
                    <a:lumMod val="100000"/>
                  </a:schemeClr>
                </a:solidFill>
                <a:latin typeface="+mn-ea"/>
                <a:cs typeface="+mn-ea"/>
                <a:sym typeface="+mn-ea"/>
              </a:rPr>
              <a:t>4</a:t>
            </a:r>
            <a:endParaRPr lang="en-US" altLang="zh-CN" sz="1200" b="1" dirty="0">
              <a:solidFill>
                <a:schemeClr val="lt1">
                  <a:lumMod val="100000"/>
                </a:schemeClr>
              </a:solidFill>
              <a:latin typeface="+mn-ea"/>
              <a:cs typeface="+mn-ea"/>
              <a:sym typeface="+mn-ea"/>
            </a:endParaRPr>
          </a:p>
        </p:txBody>
      </p:sp>
      <p:sp>
        <p:nvSpPr>
          <p:cNvPr id="63" name="对象13"/>
          <p:cNvSpPr/>
          <p:nvPr>
            <p:custDataLst>
              <p:tags r:id="rId9"/>
            </p:custDataLst>
          </p:nvPr>
        </p:nvSpPr>
        <p:spPr>
          <a:xfrm>
            <a:off x="4497070" y="4313555"/>
            <a:ext cx="3712210" cy="923925"/>
          </a:xfrm>
          <a:prstGeom prst="roundRect">
            <a:avLst/>
          </a:prstGeom>
          <a:solidFill>
            <a:schemeClr val="accent1">
              <a:lumMod val="10000"/>
              <a:lumOff val="90000"/>
            </a:schemeClr>
          </a:soli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593883" rIns="81000" numCol="1" spcCol="0" rtlCol="0" fromWordArt="0" anchor="ctr" anchorCtr="0" forceAA="0" compatLnSpc="1">
            <a:noAutofit/>
          </a:bodyPr>
          <a:lstStyle/>
          <a:p>
            <a:pPr lvl="0" algn="l">
              <a:spcBef>
                <a:spcPct val="0"/>
              </a:spcBef>
              <a:spcAft>
                <a:spcPct val="0"/>
              </a:spcAft>
              <a:buClrTx/>
              <a:buSzTx/>
              <a:buFontTx/>
            </a:pPr>
            <a:r>
              <a:rPr lang="zh-CN" altLang="en-US" sz="1200" b="1" dirty="0">
                <a:solidFill>
                  <a:schemeClr val="dk1">
                    <a:lumMod val="80000"/>
                    <a:lumOff val="20000"/>
                  </a:schemeClr>
                </a:solidFill>
                <a:latin typeface="+mn-ea"/>
                <a:cs typeface="+mn-ea"/>
                <a:sym typeface="+mn-ea"/>
              </a:rPr>
              <a:t>预测结果评估：</a:t>
            </a:r>
            <a:r>
              <a:rPr lang="zh-CN" altLang="en-US" sz="1200" dirty="0">
                <a:solidFill>
                  <a:schemeClr val="dk1">
                    <a:lumMod val="80000"/>
                    <a:lumOff val="20000"/>
                  </a:schemeClr>
                </a:solidFill>
                <a:latin typeface="+mn-ea"/>
                <a:cs typeface="+mn-ea"/>
                <a:sym typeface="+mn-ea"/>
              </a:rPr>
              <a:t>预测结果会经过一系列评估步骤，以确保其准确性和可靠性。这些评估步骤包括将预测结果与真实的癌症起源位置进行对比，计算准确率、召回率、F1值等指标，以评估模型的性能。</a:t>
            </a:r>
            <a:endParaRPr lang="zh-CN" altLang="en-US" sz="1200" dirty="0">
              <a:solidFill>
                <a:schemeClr val="dk1">
                  <a:lumMod val="80000"/>
                  <a:lumOff val="20000"/>
                </a:schemeClr>
              </a:solidFill>
              <a:latin typeface="+mn-ea"/>
              <a:cs typeface="+mn-ea"/>
              <a:sym typeface="+mn-ea"/>
            </a:endParaRPr>
          </a:p>
        </p:txBody>
      </p:sp>
      <p:sp>
        <p:nvSpPr>
          <p:cNvPr id="64" name="对象14"/>
          <p:cNvSpPr>
            <a:spLocks noChangeAspect="1"/>
          </p:cNvSpPr>
          <p:nvPr>
            <p:custDataLst>
              <p:tags r:id="rId10"/>
            </p:custDataLst>
          </p:nvPr>
        </p:nvSpPr>
        <p:spPr>
          <a:xfrm>
            <a:off x="4590256" y="4532700"/>
            <a:ext cx="375285" cy="375285"/>
          </a:xfrm>
          <a:prstGeom prst="ellipse">
            <a:avLst/>
          </a:prstGeom>
          <a:gradFill>
            <a:gsLst>
              <a:gs pos="0">
                <a:schemeClr val="accent1">
                  <a:alpha val="100000"/>
                </a:schemeClr>
              </a:gs>
              <a:gs pos="100000">
                <a:schemeClr val="accent2">
                  <a:alpha val="100000"/>
                </a:schemeClr>
              </a:gs>
            </a:gsLst>
            <a:lin ang="0" scaled="0"/>
          </a:gradFill>
          <a:ln w="25400">
            <a:no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1" forceAA="0" compatLnSpc="1">
            <a:noAutofit/>
          </a:bodyPr>
          <a:lstStyle/>
          <a:p>
            <a:pPr lvl="0" algn="l">
              <a:spcBef>
                <a:spcPct val="0"/>
              </a:spcBef>
              <a:spcAft>
                <a:spcPct val="0"/>
              </a:spcAft>
              <a:buClrTx/>
              <a:buSzTx/>
              <a:buFontTx/>
            </a:pPr>
            <a:r>
              <a:rPr lang="en-US" altLang="zh-CN" sz="1200" b="1">
                <a:solidFill>
                  <a:schemeClr val="lt1">
                    <a:lumMod val="100000"/>
                  </a:schemeClr>
                </a:solidFill>
                <a:latin typeface="+mn-ea"/>
                <a:cs typeface="+mn-ea"/>
                <a:sym typeface="+mn-ea"/>
              </a:rPr>
              <a:t>5</a:t>
            </a:r>
            <a:endParaRPr lang="en-US" altLang="zh-CN" sz="1200" b="1" dirty="0">
              <a:solidFill>
                <a:schemeClr val="lt1">
                  <a:lumMod val="100000"/>
                </a:schemeClr>
              </a:solidFill>
              <a:latin typeface="+mn-ea"/>
              <a:cs typeface="+mn-ea"/>
              <a:sym typeface="+mn-ea"/>
            </a:endParaRPr>
          </a:p>
        </p:txBody>
      </p:sp>
      <p:sp>
        <p:nvSpPr>
          <p:cNvPr id="66" name="对象16"/>
          <p:cNvSpPr/>
          <p:nvPr>
            <p:custDataLst>
              <p:tags r:id="rId11"/>
            </p:custDataLst>
          </p:nvPr>
        </p:nvSpPr>
        <p:spPr>
          <a:xfrm>
            <a:off x="612775" y="5367655"/>
            <a:ext cx="3712210" cy="969645"/>
          </a:xfrm>
          <a:prstGeom prst="roundRect">
            <a:avLst/>
          </a:prstGeom>
          <a:solidFill>
            <a:schemeClr val="accent1">
              <a:lumMod val="10000"/>
              <a:lumOff val="90000"/>
            </a:schemeClr>
          </a:soli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593883" rIns="81000" numCol="1" spcCol="0" rtlCol="0" fromWordArt="0" anchor="ctr" anchorCtr="0" forceAA="0" compatLnSpc="1">
            <a:noAutofit/>
          </a:bodyPr>
          <a:lstStyle/>
          <a:p>
            <a:pPr lvl="0" algn="l">
              <a:spcBef>
                <a:spcPct val="0"/>
              </a:spcBef>
              <a:spcAft>
                <a:spcPct val="0"/>
              </a:spcAft>
              <a:buClrTx/>
              <a:buSzTx/>
              <a:buFontTx/>
            </a:pPr>
            <a:r>
              <a:rPr lang="zh-CN" altLang="en-US" sz="1200" b="1" dirty="0">
                <a:solidFill>
                  <a:schemeClr val="dk1">
                    <a:lumMod val="80000"/>
                    <a:lumOff val="20000"/>
                  </a:schemeClr>
                </a:solidFill>
                <a:latin typeface="+mn-ea"/>
                <a:cs typeface="+mn-ea"/>
                <a:sym typeface="+mn-ea"/>
              </a:rPr>
              <a:t>模型训练</a:t>
            </a:r>
            <a:r>
              <a:rPr lang="zh-CN" altLang="en-US" sz="1200" dirty="0">
                <a:solidFill>
                  <a:schemeClr val="dk1">
                    <a:lumMod val="80000"/>
                    <a:lumOff val="20000"/>
                  </a:schemeClr>
                </a:solidFill>
                <a:latin typeface="+mn-ea"/>
                <a:cs typeface="+mn-ea"/>
                <a:sym typeface="+mn-ea"/>
              </a:rPr>
              <a:t>：OncoNPC模型是基于大量的已知原发肿瘤患者的医疗记录进行训练的。训练过程中，模型会学习如何从基因测序数据中提取出与癌症起源相关的信息，并构建出一个能够准确预测癌症起源的模型。</a:t>
            </a:r>
            <a:endParaRPr lang="zh-CN" altLang="en-US" sz="1200" dirty="0">
              <a:solidFill>
                <a:schemeClr val="dk1">
                  <a:lumMod val="80000"/>
                  <a:lumOff val="20000"/>
                </a:schemeClr>
              </a:solidFill>
              <a:latin typeface="+mn-ea"/>
              <a:cs typeface="+mn-ea"/>
              <a:sym typeface="+mn-ea"/>
            </a:endParaRPr>
          </a:p>
        </p:txBody>
      </p:sp>
      <p:sp>
        <p:nvSpPr>
          <p:cNvPr id="67" name="对象17"/>
          <p:cNvSpPr>
            <a:spLocks noChangeAspect="1"/>
          </p:cNvSpPr>
          <p:nvPr>
            <p:custDataLst>
              <p:tags r:id="rId12"/>
            </p:custDataLst>
          </p:nvPr>
        </p:nvSpPr>
        <p:spPr>
          <a:xfrm>
            <a:off x="704533" y="5661343"/>
            <a:ext cx="375285" cy="375285"/>
          </a:xfrm>
          <a:prstGeom prst="ellipse">
            <a:avLst/>
          </a:prstGeom>
          <a:gradFill>
            <a:gsLst>
              <a:gs pos="0">
                <a:schemeClr val="accent1">
                  <a:alpha val="100000"/>
                </a:schemeClr>
              </a:gs>
              <a:gs pos="100000">
                <a:schemeClr val="accent2">
                  <a:alpha val="100000"/>
                </a:schemeClr>
              </a:gs>
            </a:gsLst>
            <a:lin ang="0" scaled="0"/>
          </a:gradFill>
          <a:ln w="25400">
            <a:no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1" forceAA="0" compatLnSpc="1">
            <a:noAutofit/>
          </a:bodyPr>
          <a:lstStyle/>
          <a:p>
            <a:pPr lvl="0" algn="l">
              <a:spcBef>
                <a:spcPct val="0"/>
              </a:spcBef>
              <a:spcAft>
                <a:spcPct val="0"/>
              </a:spcAft>
              <a:buClrTx/>
              <a:buSzTx/>
              <a:buFontTx/>
            </a:pPr>
            <a:r>
              <a:rPr lang="en-US" altLang="zh-CN" sz="1200" b="1" dirty="0">
                <a:solidFill>
                  <a:schemeClr val="lt1">
                    <a:lumMod val="100000"/>
                  </a:schemeClr>
                </a:solidFill>
                <a:latin typeface="+mn-ea"/>
                <a:cs typeface="+mn-ea"/>
                <a:sym typeface="+mn-ea"/>
              </a:rPr>
              <a:t>3</a:t>
            </a:r>
            <a:endParaRPr lang="en-US" altLang="zh-CN" sz="1200" b="1" dirty="0">
              <a:solidFill>
                <a:schemeClr val="lt1">
                  <a:lumMod val="100000"/>
                </a:schemeClr>
              </a:solidFill>
              <a:latin typeface="+mn-ea"/>
              <a:cs typeface="+mn-ea"/>
              <a:sym typeface="+mn-ea"/>
            </a:endParaRPr>
          </a:p>
        </p:txBody>
      </p:sp>
      <p:sp>
        <p:nvSpPr>
          <p:cNvPr id="69" name="对象19"/>
          <p:cNvSpPr/>
          <p:nvPr>
            <p:custDataLst>
              <p:tags r:id="rId13"/>
            </p:custDataLst>
          </p:nvPr>
        </p:nvSpPr>
        <p:spPr>
          <a:xfrm>
            <a:off x="4497070" y="5367655"/>
            <a:ext cx="3712210" cy="969645"/>
          </a:xfrm>
          <a:prstGeom prst="roundRect">
            <a:avLst/>
          </a:prstGeom>
          <a:solidFill>
            <a:schemeClr val="accent1">
              <a:lumMod val="10000"/>
              <a:lumOff val="90000"/>
            </a:schemeClr>
          </a:soli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593883" rIns="81000" numCol="1" spcCol="0" rtlCol="0" fromWordArt="0" anchor="ctr" anchorCtr="0" forceAA="0" compatLnSpc="1">
            <a:noAutofit/>
          </a:bodyPr>
          <a:lstStyle/>
          <a:p>
            <a:pPr lvl="0" algn="l">
              <a:spcBef>
                <a:spcPct val="0"/>
              </a:spcBef>
              <a:spcAft>
                <a:spcPct val="0"/>
              </a:spcAft>
              <a:buClrTx/>
              <a:buSzTx/>
              <a:buFontTx/>
            </a:pPr>
            <a:r>
              <a:rPr lang="zh-CN" altLang="en-US" sz="1200" b="1" dirty="0">
                <a:solidFill>
                  <a:schemeClr val="dk1">
                    <a:lumMod val="80000"/>
                    <a:lumOff val="20000"/>
                  </a:schemeClr>
                </a:solidFill>
                <a:latin typeface="+mn-ea"/>
                <a:cs typeface="+mn-ea"/>
                <a:sym typeface="+mn-ea"/>
              </a:rPr>
              <a:t>模型优化</a:t>
            </a:r>
            <a:r>
              <a:rPr lang="zh-CN" altLang="en-US" sz="1200" dirty="0">
                <a:solidFill>
                  <a:schemeClr val="dk1">
                    <a:lumMod val="80000"/>
                    <a:lumOff val="20000"/>
                  </a:schemeClr>
                </a:solidFill>
                <a:latin typeface="+mn-ea"/>
                <a:cs typeface="+mn-ea"/>
                <a:sym typeface="+mn-ea"/>
              </a:rPr>
              <a:t>：随着新的数据和知识的不断积累，OncoNPC模型会进行定期的优化和更新</a:t>
            </a:r>
            <a:r>
              <a:rPr lang="en-US" altLang="zh-CN" sz="1200" dirty="0">
                <a:solidFill>
                  <a:schemeClr val="dk1">
                    <a:lumMod val="80000"/>
                    <a:lumOff val="20000"/>
                  </a:schemeClr>
                </a:solidFill>
                <a:latin typeface="+mn-ea"/>
                <a:cs typeface="+mn-ea"/>
                <a:sym typeface="+mn-ea"/>
              </a:rPr>
              <a:t>,</a:t>
            </a:r>
            <a:r>
              <a:rPr lang="zh-CN" altLang="en-US" sz="1200" dirty="0">
                <a:solidFill>
                  <a:schemeClr val="dk1">
                    <a:lumMod val="80000"/>
                    <a:lumOff val="20000"/>
                  </a:schemeClr>
                </a:solidFill>
                <a:latin typeface="+mn-ea"/>
                <a:cs typeface="+mn-ea"/>
                <a:sym typeface="+mn-ea"/>
              </a:rPr>
              <a:t>以提高其预测准确率和临床应用价值。这些优化和更新可能包括添加新的特征、改进模型算法、扩大训练数据集等。</a:t>
            </a:r>
            <a:endParaRPr lang="zh-CN" altLang="en-US" sz="1200" dirty="0">
              <a:solidFill>
                <a:schemeClr val="dk1">
                  <a:lumMod val="80000"/>
                  <a:lumOff val="20000"/>
                </a:schemeClr>
              </a:solidFill>
              <a:latin typeface="+mn-ea"/>
              <a:cs typeface="+mn-ea"/>
              <a:sym typeface="+mn-ea"/>
            </a:endParaRPr>
          </a:p>
        </p:txBody>
      </p:sp>
      <p:sp>
        <p:nvSpPr>
          <p:cNvPr id="70" name="对象20"/>
          <p:cNvSpPr>
            <a:spLocks noChangeAspect="1"/>
          </p:cNvSpPr>
          <p:nvPr>
            <p:custDataLst>
              <p:tags r:id="rId14"/>
            </p:custDataLst>
          </p:nvPr>
        </p:nvSpPr>
        <p:spPr>
          <a:xfrm>
            <a:off x="4590256" y="5664756"/>
            <a:ext cx="375285" cy="375285"/>
          </a:xfrm>
          <a:prstGeom prst="ellipse">
            <a:avLst/>
          </a:prstGeom>
          <a:gradFill>
            <a:gsLst>
              <a:gs pos="0">
                <a:schemeClr val="accent1">
                  <a:alpha val="100000"/>
                </a:schemeClr>
              </a:gs>
              <a:gs pos="100000">
                <a:schemeClr val="accent2">
                  <a:alpha val="100000"/>
                </a:schemeClr>
              </a:gs>
            </a:gsLst>
            <a:lin ang="0" scaled="0"/>
          </a:gradFill>
          <a:ln w="25400">
            <a:no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1" forceAA="0" compatLnSpc="1">
            <a:noAutofit/>
          </a:bodyPr>
          <a:lstStyle/>
          <a:p>
            <a:pPr lvl="0" algn="l">
              <a:spcBef>
                <a:spcPct val="0"/>
              </a:spcBef>
              <a:spcAft>
                <a:spcPct val="0"/>
              </a:spcAft>
              <a:buClrTx/>
              <a:buSzTx/>
              <a:buFontTx/>
            </a:pPr>
            <a:r>
              <a:rPr lang="en-US" altLang="zh-CN" sz="1200" b="1" dirty="0">
                <a:solidFill>
                  <a:schemeClr val="lt1">
                    <a:lumMod val="100000"/>
                  </a:schemeClr>
                </a:solidFill>
                <a:latin typeface="+mn-ea"/>
                <a:cs typeface="+mn-ea"/>
                <a:sym typeface="+mn-ea"/>
              </a:rPr>
              <a:t>6</a:t>
            </a:r>
            <a:endParaRPr lang="en-US" altLang="zh-CN" sz="1200" b="1" dirty="0">
              <a:solidFill>
                <a:schemeClr val="lt1">
                  <a:lumMod val="100000"/>
                </a:schemeClr>
              </a:solidFill>
              <a:latin typeface="+mn-ea"/>
              <a:cs typeface="+mn-ea"/>
              <a:sym typeface="+mn-ea"/>
            </a:endParaRPr>
          </a:p>
        </p:txBody>
      </p:sp>
      <p:pic>
        <p:nvPicPr>
          <p:cNvPr id="6" name="图片 5" descr="OncoNPC-prediction-performance-and-prediction-confidence-levels-that-is-pmax-across"/>
          <p:cNvPicPr>
            <a:picLocks noChangeAspect="1"/>
          </p:cNvPicPr>
          <p:nvPr/>
        </p:nvPicPr>
        <p:blipFill>
          <a:blip r:embed="rId15"/>
          <a:stretch>
            <a:fillRect/>
          </a:stretch>
        </p:blipFill>
        <p:spPr>
          <a:xfrm>
            <a:off x="5507990" y="-27305"/>
            <a:ext cx="3570605" cy="2904490"/>
          </a:xfrm>
          <a:prstGeom prst="rect">
            <a:avLst/>
          </a:prstGeom>
        </p:spPr>
      </p:pic>
      <p:pic>
        <p:nvPicPr>
          <p:cNvPr id="5" name="图片 4" descr="d7631fe0b7006bb68eaf2813c3e9a330"/>
          <p:cNvPicPr>
            <a:picLocks noChangeAspect="1"/>
          </p:cNvPicPr>
          <p:nvPr/>
        </p:nvPicPr>
        <p:blipFill>
          <a:blip r:embed="rId16"/>
          <a:stretch>
            <a:fillRect/>
          </a:stretch>
        </p:blipFill>
        <p:spPr>
          <a:xfrm>
            <a:off x="0" y="0"/>
            <a:ext cx="5452745" cy="2877820"/>
          </a:xfrm>
          <a:prstGeom prst="rect">
            <a:avLst/>
          </a:prstGeom>
        </p:spPr>
      </p:pic>
      <p:sp>
        <p:nvSpPr>
          <p:cNvPr id="4" name="对象2"/>
          <p:cNvSpPr/>
          <p:nvPr>
            <p:custDataLst>
              <p:tags r:id="rId17"/>
            </p:custDataLst>
          </p:nvPr>
        </p:nvSpPr>
        <p:spPr>
          <a:xfrm>
            <a:off x="357031" y="2823686"/>
            <a:ext cx="8099108" cy="2955608"/>
          </a:xfrm>
          <a:prstGeom prst="roundRect">
            <a:avLst>
              <a:gd name="adj" fmla="val 15703"/>
            </a:avLst>
          </a:prstGeom>
          <a:noFill/>
          <a:ln>
            <a:solidFill>
              <a:schemeClr val="accent1">
                <a:lumMod val="60000"/>
                <a:lumOff val="40000"/>
              </a:schemeClr>
            </a:solidFill>
            <a:prstDash val="dash"/>
          </a:ln>
        </p:spPr>
        <p:txBody>
          <a:bodyPr wrap="square"/>
          <a:lstStyle/>
          <a:p>
            <a:pPr algn="just"/>
            <a:endParaRPr lang="zh-CN" altLang="en-US" sz="1350"/>
          </a:p>
        </p:txBody>
      </p:sp>
      <p:sp>
        <p:nvSpPr>
          <p:cNvPr id="71" name="对象21"/>
          <p:cNvSpPr/>
          <p:nvPr>
            <p:custDataLst>
              <p:tags r:id="rId18"/>
            </p:custDataLst>
          </p:nvPr>
        </p:nvSpPr>
        <p:spPr>
          <a:xfrm>
            <a:off x="2519998" y="2514600"/>
            <a:ext cx="3712500" cy="631031"/>
          </a:xfrm>
          <a:prstGeom prst="roundRect">
            <a:avLst/>
          </a:prstGeom>
          <a:gradFill>
            <a:gsLst>
              <a:gs pos="0">
                <a:schemeClr val="accent1">
                  <a:alpha val="100000"/>
                </a:schemeClr>
              </a:gs>
              <a:gs pos="100000">
                <a:schemeClr val="accent2">
                  <a:alpha val="100000"/>
                </a:schemeClr>
              </a:gs>
            </a:gsLst>
            <a:lin ang="0" scaled="0"/>
          </a:gradFill>
          <a:ln w="25400">
            <a:no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1" forceAA="0" compatLnSpc="1">
            <a:noAutofit/>
          </a:bodyPr>
          <a:lstStyle/>
          <a:p>
            <a:pPr lvl="0" algn="l">
              <a:spcBef>
                <a:spcPct val="0"/>
              </a:spcBef>
              <a:spcAft>
                <a:spcPct val="0"/>
              </a:spcAft>
              <a:buClrTx/>
              <a:buSzTx/>
              <a:buFontTx/>
            </a:pPr>
            <a:r>
              <a:rPr lang="zh-CN" altLang="en-US" sz="2100" b="1" dirty="0">
                <a:solidFill>
                  <a:schemeClr val="lt1">
                    <a:lumMod val="100000"/>
                  </a:schemeClr>
                </a:solidFill>
                <a:latin typeface="+mn-ea"/>
                <a:cs typeface="+mn-ea"/>
                <a:sym typeface="+mn-ea"/>
              </a:rPr>
              <a:t>基本流程</a:t>
            </a:r>
            <a:endParaRPr lang="zh-CN" altLang="en-US" sz="2100" b="1" dirty="0">
              <a:solidFill>
                <a:schemeClr val="lt1">
                  <a:lumMod val="100000"/>
                </a:schemeClr>
              </a:solidFill>
              <a:latin typeface="+mn-ea"/>
              <a:cs typeface="+mn-ea"/>
              <a:sym typeface="+mn-ea"/>
            </a:endParaRPr>
          </a:p>
        </p:txBody>
      </p:sp>
    </p:spTree>
    <p:custDataLst>
      <p:tags r:id="rId19"/>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idx="2"/>
            <p:custDataLst>
              <p:tags r:id="rId1"/>
            </p:custDataLst>
          </p:nvPr>
        </p:nvSpPr>
        <p:spPr/>
        <p:txBody>
          <a:bodyPr>
            <a:noAutofit/>
          </a:bodyPr>
          <a:lstStyle/>
          <a:p>
            <a:r>
              <a:rPr altLang="zh-CN" sz="8000"/>
              <a:t>04</a:t>
            </a:r>
            <a:endParaRPr altLang="zh-CN" sz="8000"/>
          </a:p>
        </p:txBody>
      </p:sp>
      <p:sp>
        <p:nvSpPr>
          <p:cNvPr id="7" name="标题 6"/>
          <p:cNvSpPr>
            <a:spLocks noGrp="1"/>
          </p:cNvSpPr>
          <p:nvPr>
            <p:ph type="title" idx="1"/>
            <p:custDataLst>
              <p:tags r:id="rId2"/>
            </p:custDataLst>
          </p:nvPr>
        </p:nvSpPr>
        <p:spPr/>
        <p:txBody>
          <a:bodyPr/>
          <a:lstStyle/>
          <a:p>
            <a:r>
              <a:rPr lang="zh-CN" altLang="en-US"/>
              <a:t>展望</a:t>
            </a:r>
            <a:endParaRPr lang="zh-CN" altLang="en-US"/>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normAutofit fontScale="90000"/>
          </a:bodyPr>
          <a:lstStyle/>
          <a:p>
            <a:r>
              <a:rPr lang="zh-CN" altLang="en-US"/>
              <a:t>优势</a:t>
            </a:r>
            <a:r>
              <a:rPr lang="zh-CN" altLang="en-US"/>
              <a:t>和限制</a:t>
            </a:r>
            <a:endParaRPr lang="zh-CN" altLang="en-US"/>
          </a:p>
        </p:txBody>
      </p:sp>
      <p:sp>
        <p:nvSpPr>
          <p:cNvPr id="10" name="椭圆 45"/>
          <p:cNvSpPr/>
          <p:nvPr>
            <p:custDataLst>
              <p:tags r:id="rId2"/>
            </p:custDataLst>
          </p:nvPr>
        </p:nvSpPr>
        <p:spPr>
          <a:xfrm rot="20825450">
            <a:off x="3369903" y="3356573"/>
            <a:ext cx="2406388" cy="701426"/>
          </a:xfrm>
          <a:prstGeom prst="ellipse">
            <a:avLst/>
          </a:prstGeom>
          <a:gradFill flip="none" rotWithShape="1">
            <a:gsLst>
              <a:gs pos="0">
                <a:schemeClr val="accent1">
                  <a:lumMod val="60000"/>
                  <a:lumOff val="40000"/>
                  <a:alpha val="40000"/>
                </a:schemeClr>
              </a:gs>
              <a:gs pos="100000">
                <a:schemeClr val="accent1">
                  <a:lumMod val="60000"/>
                  <a:lumOff val="4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latin typeface="+mn-ea"/>
              <a:sym typeface="微软雅黑 Light" panose="020B0502040204020203" pitchFamily="34" charset="-122"/>
            </a:endParaRPr>
          </a:p>
        </p:txBody>
      </p:sp>
      <p:sp>
        <p:nvSpPr>
          <p:cNvPr id="11" name="椭圆 33"/>
          <p:cNvSpPr/>
          <p:nvPr>
            <p:custDataLst>
              <p:tags r:id="rId3"/>
            </p:custDataLst>
          </p:nvPr>
        </p:nvSpPr>
        <p:spPr>
          <a:xfrm rot="20825450">
            <a:off x="2581694" y="3063172"/>
            <a:ext cx="3982805" cy="1288229"/>
          </a:xfrm>
          <a:prstGeom prst="ellipse">
            <a:avLst/>
          </a:prstGeom>
          <a:noFill/>
          <a:ln w="28575">
            <a:gradFill>
              <a:gsLst>
                <a:gs pos="43800">
                  <a:schemeClr val="accent1">
                    <a:alpha val="70000"/>
                  </a:schemeClr>
                </a:gs>
                <a:gs pos="0">
                  <a:schemeClr val="accent1">
                    <a:alpha val="0"/>
                  </a:schemeClr>
                </a:gs>
                <a:gs pos="100000">
                  <a:schemeClr val="accent1"/>
                </a:gs>
              </a:gsLst>
              <a:lin ang="48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mn-ea"/>
              <a:sym typeface="微软雅黑 Light" panose="020B0502040204020203" pitchFamily="34" charset="-122"/>
            </a:endParaRPr>
          </a:p>
        </p:txBody>
      </p:sp>
      <p:sp>
        <p:nvSpPr>
          <p:cNvPr id="12" name="直接连接符 12"/>
          <p:cNvSpPr/>
          <p:nvPr>
            <p:custDataLst>
              <p:tags r:id="rId4"/>
            </p:custDataLst>
          </p:nvPr>
        </p:nvSpPr>
        <p:spPr>
          <a:xfrm rot="20825450">
            <a:off x="3055288" y="3264850"/>
            <a:ext cx="3035618" cy="884873"/>
          </a:xfrm>
          <a:prstGeom prst="arc">
            <a:avLst>
              <a:gd name="adj1" fmla="val 20527655"/>
              <a:gd name="adj2" fmla="val 873588"/>
            </a:avLst>
          </a:prstGeom>
          <a:noFill/>
          <a:ln cap="rnd">
            <a:gradFill flip="none" rotWithShape="1">
              <a:gsLst>
                <a:gs pos="0">
                  <a:schemeClr val="accent1">
                    <a:alpha val="0"/>
                  </a:schemeClr>
                </a:gs>
                <a:gs pos="100000">
                  <a:schemeClr val="accent1"/>
                </a:gs>
              </a:gsLst>
              <a:lin ang="5400000" scaled="1"/>
              <a:tileRect/>
            </a:gradFill>
            <a:headEnd type="none"/>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latin typeface="+mn-ea"/>
              <a:sym typeface="微软雅黑 Light" panose="020B0502040204020203" pitchFamily="34" charset="-122"/>
            </a:endParaRPr>
          </a:p>
        </p:txBody>
      </p:sp>
      <p:sp>
        <p:nvSpPr>
          <p:cNvPr id="13" name="椭圆 1"/>
          <p:cNvSpPr/>
          <p:nvPr>
            <p:custDataLst>
              <p:tags r:id="rId5"/>
            </p:custDataLst>
          </p:nvPr>
        </p:nvSpPr>
        <p:spPr>
          <a:xfrm rot="20825450">
            <a:off x="2859003" y="3207653"/>
            <a:ext cx="3428188" cy="999267"/>
          </a:xfrm>
          <a:prstGeom prst="arc">
            <a:avLst>
              <a:gd name="adj1" fmla="val 8633663"/>
              <a:gd name="adj2" fmla="val 11984035"/>
            </a:avLst>
          </a:prstGeom>
          <a:noFill/>
          <a:ln w="6350">
            <a:gradFill flip="none" rotWithShape="1">
              <a:gsLst>
                <a:gs pos="0">
                  <a:schemeClr val="accent1"/>
                </a:gs>
                <a:gs pos="46600">
                  <a:schemeClr val="accent1">
                    <a:alpha val="28000"/>
                  </a:schemeClr>
                </a:gs>
                <a:gs pos="100000">
                  <a:schemeClr val="accent1">
                    <a:alpha val="0"/>
                  </a:schemeClr>
                </a:gs>
              </a:gsLst>
              <a:lin ang="5400000" scaled="1"/>
              <a:tileRect/>
            </a:gradFill>
            <a:headEnd type="none"/>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350" b="0" i="0" u="none" strike="noStrike" kern="1200" cap="none" spc="0" normalizeH="0" baseline="0" noProof="0">
              <a:ln>
                <a:noFill/>
              </a:ln>
              <a:solidFill>
                <a:prstClr val="white"/>
              </a:solidFill>
              <a:effectLst/>
              <a:uLnTx/>
              <a:uFillTx/>
              <a:latin typeface="+mn-ea"/>
              <a:cs typeface="+mn-cs"/>
              <a:sym typeface="微软雅黑 Light" panose="020B0502040204020203" pitchFamily="34" charset="-122"/>
            </a:endParaRPr>
          </a:p>
        </p:txBody>
      </p:sp>
      <p:sp>
        <p:nvSpPr>
          <p:cNvPr id="25" name="椭圆 24"/>
          <p:cNvSpPr/>
          <p:nvPr>
            <p:custDataLst>
              <p:tags r:id="rId6"/>
            </p:custDataLst>
          </p:nvPr>
        </p:nvSpPr>
        <p:spPr bwMode="auto">
          <a:xfrm>
            <a:off x="4179055" y="4239000"/>
            <a:ext cx="327425" cy="327425"/>
          </a:xfrm>
          <a:prstGeom prst="ellipse">
            <a:avLst/>
          </a:prstGeom>
          <a:solidFill>
            <a:schemeClr val="accent1"/>
          </a:solidFill>
          <a:ln>
            <a:noFill/>
          </a:ln>
          <a:effectLst/>
        </p:spPr>
        <p:style>
          <a:lnRef idx="1">
            <a:schemeClr val="accent1"/>
          </a:lnRef>
          <a:fillRef idx="2">
            <a:schemeClr val="accent1"/>
          </a:fillRef>
          <a:effectRef idx="1">
            <a:schemeClr val="accent1"/>
          </a:effectRef>
          <a:fontRef idx="minor">
            <a:schemeClr val="dk1"/>
          </a:fontRef>
        </p:style>
        <p:txBody>
          <a:bodyPr rtlCol="0" anchor="ctr">
            <a:normAutofit fontScale="67500"/>
          </a:bodyPr>
          <a:lstStyle/>
          <a:p>
            <a:pPr algn="ctr"/>
            <a:endParaRPr lang="zh-CN" altLang="en-US" sz="1350">
              <a:cs typeface="+mn-ea"/>
            </a:endParaRPr>
          </a:p>
        </p:txBody>
      </p:sp>
      <p:sp>
        <p:nvSpPr>
          <p:cNvPr id="27" name="椭圆 26"/>
          <p:cNvSpPr/>
          <p:nvPr>
            <p:custDataLst>
              <p:tags r:id="rId7"/>
            </p:custDataLst>
          </p:nvPr>
        </p:nvSpPr>
        <p:spPr bwMode="auto">
          <a:xfrm>
            <a:off x="4408286" y="2894285"/>
            <a:ext cx="327425" cy="327425"/>
          </a:xfrm>
          <a:prstGeom prst="ellipse">
            <a:avLst/>
          </a:prstGeom>
          <a:solidFill>
            <a:schemeClr val="accent1"/>
          </a:solidFill>
          <a:ln>
            <a:noFill/>
          </a:ln>
          <a:effectLst/>
        </p:spPr>
        <p:style>
          <a:lnRef idx="1">
            <a:schemeClr val="accent1"/>
          </a:lnRef>
          <a:fillRef idx="2">
            <a:schemeClr val="accent1"/>
          </a:fillRef>
          <a:effectRef idx="1">
            <a:schemeClr val="accent1"/>
          </a:effectRef>
          <a:fontRef idx="minor">
            <a:schemeClr val="dk1"/>
          </a:fontRef>
        </p:style>
        <p:txBody>
          <a:bodyPr rtlCol="0" anchor="ctr">
            <a:normAutofit fontScale="67500"/>
          </a:bodyPr>
          <a:lstStyle/>
          <a:p>
            <a:pPr algn="ctr"/>
            <a:endParaRPr lang="zh-CN" altLang="en-US" sz="1350">
              <a:cs typeface="+mn-ea"/>
            </a:endParaRPr>
          </a:p>
        </p:txBody>
      </p:sp>
      <p:sp>
        <p:nvSpPr>
          <p:cNvPr id="28" name="Oval 47"/>
          <p:cNvSpPr/>
          <p:nvPr>
            <p:custDataLst>
              <p:tags r:id="rId8"/>
            </p:custDataLst>
          </p:nvPr>
        </p:nvSpPr>
        <p:spPr>
          <a:xfrm>
            <a:off x="4504667" y="2984761"/>
            <a:ext cx="134663" cy="146474"/>
          </a:xfrm>
          <a:custGeom>
            <a:avLst/>
            <a:gdLst>
              <a:gd name="T0" fmla="*/ 8640 w 10592"/>
              <a:gd name="T1" fmla="*/ 10880 h 11520"/>
              <a:gd name="T2" fmla="*/ 5600 w 10592"/>
              <a:gd name="T3" fmla="*/ 10880 h 11520"/>
              <a:gd name="T4" fmla="*/ 2560 w 10592"/>
              <a:gd name="T5" fmla="*/ 7840 h 11520"/>
              <a:gd name="T6" fmla="*/ 3520 w 10592"/>
              <a:gd name="T7" fmla="*/ 5632 h 11520"/>
              <a:gd name="T8" fmla="*/ 4000 w 10592"/>
              <a:gd name="T9" fmla="*/ 5760 h 11520"/>
              <a:gd name="T10" fmla="*/ 4384 w 10592"/>
              <a:gd name="T11" fmla="*/ 5696 h 11520"/>
              <a:gd name="T12" fmla="*/ 6176 w 10592"/>
              <a:gd name="T13" fmla="*/ 7488 h 11520"/>
              <a:gd name="T14" fmla="*/ 6624 w 10592"/>
              <a:gd name="T15" fmla="*/ 7680 h 11520"/>
              <a:gd name="T16" fmla="*/ 7072 w 10592"/>
              <a:gd name="T17" fmla="*/ 7488 h 11520"/>
              <a:gd name="T18" fmla="*/ 8768 w 10592"/>
              <a:gd name="T19" fmla="*/ 5792 h 11520"/>
              <a:gd name="T20" fmla="*/ 8960 w 10592"/>
              <a:gd name="T21" fmla="*/ 5344 h 11520"/>
              <a:gd name="T22" fmla="*/ 8768 w 10592"/>
              <a:gd name="T23" fmla="*/ 4896 h 11520"/>
              <a:gd name="T24" fmla="*/ 4384 w 10592"/>
              <a:gd name="T25" fmla="*/ 512 h 11520"/>
              <a:gd name="T26" fmla="*/ 3936 w 10592"/>
              <a:gd name="T27" fmla="*/ 320 h 11520"/>
              <a:gd name="T28" fmla="*/ 3488 w 10592"/>
              <a:gd name="T29" fmla="*/ 512 h 11520"/>
              <a:gd name="T30" fmla="*/ 1792 w 10592"/>
              <a:gd name="T31" fmla="*/ 2208 h 11520"/>
              <a:gd name="T32" fmla="*/ 1600 w 10592"/>
              <a:gd name="T33" fmla="*/ 2656 h 11520"/>
              <a:gd name="T34" fmla="*/ 1792 w 10592"/>
              <a:gd name="T35" fmla="*/ 3104 h 11520"/>
              <a:gd name="T36" fmla="*/ 2944 w 10592"/>
              <a:gd name="T37" fmla="*/ 4256 h 11520"/>
              <a:gd name="T38" fmla="*/ 2880 w 10592"/>
              <a:gd name="T39" fmla="*/ 4640 h 11520"/>
              <a:gd name="T40" fmla="*/ 3040 w 10592"/>
              <a:gd name="T41" fmla="*/ 5216 h 11520"/>
              <a:gd name="T42" fmla="*/ 1920 w 10592"/>
              <a:gd name="T43" fmla="*/ 7840 h 11520"/>
              <a:gd name="T44" fmla="*/ 3520 w 10592"/>
              <a:gd name="T45" fmla="*/ 10880 h 11520"/>
              <a:gd name="T46" fmla="*/ 320 w 10592"/>
              <a:gd name="T47" fmla="*/ 10880 h 11520"/>
              <a:gd name="T48" fmla="*/ 0 w 10592"/>
              <a:gd name="T49" fmla="*/ 11200 h 11520"/>
              <a:gd name="T50" fmla="*/ 320 w 10592"/>
              <a:gd name="T51" fmla="*/ 11520 h 11520"/>
              <a:gd name="T52" fmla="*/ 8640 w 10592"/>
              <a:gd name="T53" fmla="*/ 11520 h 11520"/>
              <a:gd name="T54" fmla="*/ 8960 w 10592"/>
              <a:gd name="T55" fmla="*/ 11200 h 11520"/>
              <a:gd name="T56" fmla="*/ 8640 w 10592"/>
              <a:gd name="T57" fmla="*/ 10880 h 11520"/>
              <a:gd name="T58" fmla="*/ 3520 w 10592"/>
              <a:gd name="T59" fmla="*/ 4640 h 11520"/>
              <a:gd name="T60" fmla="*/ 4000 w 10592"/>
              <a:gd name="T61" fmla="*/ 4160 h 11520"/>
              <a:gd name="T62" fmla="*/ 4480 w 10592"/>
              <a:gd name="T63" fmla="*/ 4640 h 11520"/>
              <a:gd name="T64" fmla="*/ 4000 w 10592"/>
              <a:gd name="T65" fmla="*/ 5120 h 11520"/>
              <a:gd name="T66" fmla="*/ 3520 w 10592"/>
              <a:gd name="T67" fmla="*/ 4640 h 11520"/>
              <a:gd name="T68" fmla="*/ 3936 w 10592"/>
              <a:gd name="T69" fmla="*/ 960 h 11520"/>
              <a:gd name="T70" fmla="*/ 8320 w 10592"/>
              <a:gd name="T71" fmla="*/ 5344 h 11520"/>
              <a:gd name="T72" fmla="*/ 6624 w 10592"/>
              <a:gd name="T73" fmla="*/ 7040 h 11520"/>
              <a:gd name="T74" fmla="*/ 4896 w 10592"/>
              <a:gd name="T75" fmla="*/ 5312 h 11520"/>
              <a:gd name="T76" fmla="*/ 5120 w 10592"/>
              <a:gd name="T77" fmla="*/ 4640 h 11520"/>
              <a:gd name="T78" fmla="*/ 4000 w 10592"/>
              <a:gd name="T79" fmla="*/ 3520 h 11520"/>
              <a:gd name="T80" fmla="*/ 3328 w 10592"/>
              <a:gd name="T81" fmla="*/ 3744 h 11520"/>
              <a:gd name="T82" fmla="*/ 2240 w 10592"/>
              <a:gd name="T83" fmla="*/ 2656 h 11520"/>
              <a:gd name="T84" fmla="*/ 3936 w 10592"/>
              <a:gd name="T85" fmla="*/ 960 h 11520"/>
              <a:gd name="T86" fmla="*/ 10464 w 10592"/>
              <a:gd name="T87" fmla="*/ 5216 h 11520"/>
              <a:gd name="T88" fmla="*/ 10240 w 10592"/>
              <a:gd name="T89" fmla="*/ 5120 h 11520"/>
              <a:gd name="T90" fmla="*/ 10016 w 10592"/>
              <a:gd name="T91" fmla="*/ 5216 h 11520"/>
              <a:gd name="T92" fmla="*/ 6496 w 10592"/>
              <a:gd name="T93" fmla="*/ 8736 h 11520"/>
              <a:gd name="T94" fmla="*/ 6496 w 10592"/>
              <a:gd name="T95" fmla="*/ 9184 h 11520"/>
              <a:gd name="T96" fmla="*/ 6720 w 10592"/>
              <a:gd name="T97" fmla="*/ 9280 h 11520"/>
              <a:gd name="T98" fmla="*/ 6944 w 10592"/>
              <a:gd name="T99" fmla="*/ 9184 h 11520"/>
              <a:gd name="T100" fmla="*/ 10464 w 10592"/>
              <a:gd name="T101" fmla="*/ 5664 h 11520"/>
              <a:gd name="T102" fmla="*/ 10464 w 10592"/>
              <a:gd name="T103" fmla="*/ 5216 h 11520"/>
              <a:gd name="T104" fmla="*/ 1600 w 10592"/>
              <a:gd name="T105" fmla="*/ 1600 h 11520"/>
              <a:gd name="T106" fmla="*/ 1824 w 10592"/>
              <a:gd name="T107" fmla="*/ 1504 h 11520"/>
              <a:gd name="T108" fmla="*/ 2784 w 10592"/>
              <a:gd name="T109" fmla="*/ 544 h 11520"/>
              <a:gd name="T110" fmla="*/ 2784 w 10592"/>
              <a:gd name="T111" fmla="*/ 96 h 11520"/>
              <a:gd name="T112" fmla="*/ 2560 w 10592"/>
              <a:gd name="T113" fmla="*/ 0 h 11520"/>
              <a:gd name="T114" fmla="*/ 2336 w 10592"/>
              <a:gd name="T115" fmla="*/ 96 h 11520"/>
              <a:gd name="T116" fmla="*/ 1376 w 10592"/>
              <a:gd name="T117" fmla="*/ 1056 h 11520"/>
              <a:gd name="T118" fmla="*/ 1376 w 10592"/>
              <a:gd name="T119" fmla="*/ 1504 h 11520"/>
              <a:gd name="T120" fmla="*/ 1600 w 10592"/>
              <a:gd name="T121" fmla="*/ 1600 h 1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592" h="11520">
                <a:moveTo>
                  <a:pt x="8640" y="10880"/>
                </a:moveTo>
                <a:lnTo>
                  <a:pt x="5600" y="10880"/>
                </a:lnTo>
                <a:cubicBezTo>
                  <a:pt x="3936" y="10880"/>
                  <a:pt x="2560" y="9504"/>
                  <a:pt x="2560" y="7840"/>
                </a:cubicBezTo>
                <a:cubicBezTo>
                  <a:pt x="2560" y="7008"/>
                  <a:pt x="2912" y="6208"/>
                  <a:pt x="3520" y="5632"/>
                </a:cubicBezTo>
                <a:cubicBezTo>
                  <a:pt x="3680" y="5696"/>
                  <a:pt x="3840" y="5760"/>
                  <a:pt x="4000" y="5760"/>
                </a:cubicBezTo>
                <a:cubicBezTo>
                  <a:pt x="4128" y="5760"/>
                  <a:pt x="4256" y="5728"/>
                  <a:pt x="4384" y="5696"/>
                </a:cubicBezTo>
                <a:lnTo>
                  <a:pt x="6176" y="7488"/>
                </a:lnTo>
                <a:cubicBezTo>
                  <a:pt x="6304" y="7616"/>
                  <a:pt x="6464" y="7680"/>
                  <a:pt x="6624" y="7680"/>
                </a:cubicBezTo>
                <a:cubicBezTo>
                  <a:pt x="6784" y="7680"/>
                  <a:pt x="6944" y="7616"/>
                  <a:pt x="7072" y="7488"/>
                </a:cubicBezTo>
                <a:lnTo>
                  <a:pt x="8768" y="5792"/>
                </a:lnTo>
                <a:cubicBezTo>
                  <a:pt x="8896" y="5664"/>
                  <a:pt x="8960" y="5504"/>
                  <a:pt x="8960" y="5344"/>
                </a:cubicBezTo>
                <a:cubicBezTo>
                  <a:pt x="8960" y="5184"/>
                  <a:pt x="8896" y="5024"/>
                  <a:pt x="8768" y="4896"/>
                </a:cubicBezTo>
                <a:lnTo>
                  <a:pt x="4384" y="512"/>
                </a:lnTo>
                <a:cubicBezTo>
                  <a:pt x="4256" y="384"/>
                  <a:pt x="4096" y="320"/>
                  <a:pt x="3936" y="320"/>
                </a:cubicBezTo>
                <a:cubicBezTo>
                  <a:pt x="3776" y="320"/>
                  <a:pt x="3616" y="384"/>
                  <a:pt x="3488" y="512"/>
                </a:cubicBezTo>
                <a:lnTo>
                  <a:pt x="1792" y="2208"/>
                </a:lnTo>
                <a:cubicBezTo>
                  <a:pt x="1664" y="2336"/>
                  <a:pt x="1600" y="2496"/>
                  <a:pt x="1600" y="2656"/>
                </a:cubicBezTo>
                <a:cubicBezTo>
                  <a:pt x="1600" y="2816"/>
                  <a:pt x="1664" y="2976"/>
                  <a:pt x="1792" y="3104"/>
                </a:cubicBezTo>
                <a:lnTo>
                  <a:pt x="2944" y="4256"/>
                </a:lnTo>
                <a:cubicBezTo>
                  <a:pt x="2912" y="4384"/>
                  <a:pt x="2880" y="4512"/>
                  <a:pt x="2880" y="4640"/>
                </a:cubicBezTo>
                <a:cubicBezTo>
                  <a:pt x="2880" y="4832"/>
                  <a:pt x="2944" y="5024"/>
                  <a:pt x="3040" y="5216"/>
                </a:cubicBezTo>
                <a:cubicBezTo>
                  <a:pt x="2336" y="5920"/>
                  <a:pt x="1920" y="6848"/>
                  <a:pt x="1920" y="7840"/>
                </a:cubicBezTo>
                <a:cubicBezTo>
                  <a:pt x="1920" y="9088"/>
                  <a:pt x="2560" y="10208"/>
                  <a:pt x="3520" y="10880"/>
                </a:cubicBezTo>
                <a:lnTo>
                  <a:pt x="320" y="10880"/>
                </a:lnTo>
                <a:cubicBezTo>
                  <a:pt x="160" y="10880"/>
                  <a:pt x="0" y="11040"/>
                  <a:pt x="0" y="11200"/>
                </a:cubicBezTo>
                <a:cubicBezTo>
                  <a:pt x="0" y="11360"/>
                  <a:pt x="160" y="11520"/>
                  <a:pt x="320" y="11520"/>
                </a:cubicBezTo>
                <a:lnTo>
                  <a:pt x="8640" y="11520"/>
                </a:lnTo>
                <a:cubicBezTo>
                  <a:pt x="8800" y="11520"/>
                  <a:pt x="8960" y="11360"/>
                  <a:pt x="8960" y="11200"/>
                </a:cubicBezTo>
                <a:cubicBezTo>
                  <a:pt x="8960" y="11040"/>
                  <a:pt x="8800" y="10880"/>
                  <a:pt x="8640" y="10880"/>
                </a:cubicBezTo>
                <a:close/>
                <a:moveTo>
                  <a:pt x="3520" y="4640"/>
                </a:moveTo>
                <a:cubicBezTo>
                  <a:pt x="3520" y="4384"/>
                  <a:pt x="3744" y="4160"/>
                  <a:pt x="4000" y="4160"/>
                </a:cubicBezTo>
                <a:cubicBezTo>
                  <a:pt x="4256" y="4160"/>
                  <a:pt x="4480" y="4384"/>
                  <a:pt x="4480" y="4640"/>
                </a:cubicBezTo>
                <a:cubicBezTo>
                  <a:pt x="4480" y="4896"/>
                  <a:pt x="4256" y="5120"/>
                  <a:pt x="4000" y="5120"/>
                </a:cubicBezTo>
                <a:cubicBezTo>
                  <a:pt x="3744" y="5120"/>
                  <a:pt x="3520" y="4896"/>
                  <a:pt x="3520" y="4640"/>
                </a:cubicBezTo>
                <a:close/>
                <a:moveTo>
                  <a:pt x="3936" y="960"/>
                </a:moveTo>
                <a:lnTo>
                  <a:pt x="8320" y="5344"/>
                </a:lnTo>
                <a:lnTo>
                  <a:pt x="6624" y="7040"/>
                </a:lnTo>
                <a:lnTo>
                  <a:pt x="4896" y="5312"/>
                </a:lnTo>
                <a:cubicBezTo>
                  <a:pt x="5024" y="5120"/>
                  <a:pt x="5120" y="4896"/>
                  <a:pt x="5120" y="4640"/>
                </a:cubicBezTo>
                <a:cubicBezTo>
                  <a:pt x="5120" y="4032"/>
                  <a:pt x="4608" y="3520"/>
                  <a:pt x="4000" y="3520"/>
                </a:cubicBezTo>
                <a:cubicBezTo>
                  <a:pt x="3744" y="3520"/>
                  <a:pt x="3520" y="3616"/>
                  <a:pt x="3328" y="3744"/>
                </a:cubicBezTo>
                <a:lnTo>
                  <a:pt x="2240" y="2656"/>
                </a:lnTo>
                <a:lnTo>
                  <a:pt x="3936" y="960"/>
                </a:lnTo>
                <a:close/>
                <a:moveTo>
                  <a:pt x="10464" y="5216"/>
                </a:moveTo>
                <a:cubicBezTo>
                  <a:pt x="10400" y="5152"/>
                  <a:pt x="10304" y="5120"/>
                  <a:pt x="10240" y="5120"/>
                </a:cubicBezTo>
                <a:cubicBezTo>
                  <a:pt x="10176" y="5120"/>
                  <a:pt x="10080" y="5152"/>
                  <a:pt x="10016" y="5216"/>
                </a:cubicBezTo>
                <a:lnTo>
                  <a:pt x="6496" y="8736"/>
                </a:lnTo>
                <a:cubicBezTo>
                  <a:pt x="6368" y="8864"/>
                  <a:pt x="6368" y="9056"/>
                  <a:pt x="6496" y="9184"/>
                </a:cubicBezTo>
                <a:cubicBezTo>
                  <a:pt x="6560" y="9248"/>
                  <a:pt x="6656" y="9280"/>
                  <a:pt x="6720" y="9280"/>
                </a:cubicBezTo>
                <a:cubicBezTo>
                  <a:pt x="6816" y="9280"/>
                  <a:pt x="6880" y="9248"/>
                  <a:pt x="6944" y="9184"/>
                </a:cubicBezTo>
                <a:lnTo>
                  <a:pt x="10464" y="5664"/>
                </a:lnTo>
                <a:cubicBezTo>
                  <a:pt x="10592" y="5536"/>
                  <a:pt x="10592" y="5344"/>
                  <a:pt x="10464" y="5216"/>
                </a:cubicBezTo>
                <a:close/>
                <a:moveTo>
                  <a:pt x="1600" y="1600"/>
                </a:moveTo>
                <a:cubicBezTo>
                  <a:pt x="1696" y="1600"/>
                  <a:pt x="1760" y="1568"/>
                  <a:pt x="1824" y="1504"/>
                </a:cubicBezTo>
                <a:lnTo>
                  <a:pt x="2784" y="544"/>
                </a:lnTo>
                <a:cubicBezTo>
                  <a:pt x="2912" y="416"/>
                  <a:pt x="2912" y="224"/>
                  <a:pt x="2784" y="96"/>
                </a:cubicBezTo>
                <a:cubicBezTo>
                  <a:pt x="2720" y="32"/>
                  <a:pt x="2624" y="0"/>
                  <a:pt x="2560" y="0"/>
                </a:cubicBezTo>
                <a:cubicBezTo>
                  <a:pt x="2496" y="0"/>
                  <a:pt x="2400" y="32"/>
                  <a:pt x="2336" y="96"/>
                </a:cubicBezTo>
                <a:lnTo>
                  <a:pt x="1376" y="1056"/>
                </a:lnTo>
                <a:cubicBezTo>
                  <a:pt x="1248" y="1184"/>
                  <a:pt x="1248" y="1376"/>
                  <a:pt x="1376" y="1504"/>
                </a:cubicBezTo>
                <a:cubicBezTo>
                  <a:pt x="1440" y="1568"/>
                  <a:pt x="1504" y="1600"/>
                  <a:pt x="1600" y="1600"/>
                </a:cubicBezTo>
                <a:close/>
              </a:path>
            </a:pathLst>
          </a:cu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sp>
        <p:nvSpPr>
          <p:cNvPr id="2" name="矩形 1"/>
          <p:cNvSpPr/>
          <p:nvPr>
            <p:custDataLst>
              <p:tags r:id="rId9"/>
            </p:custDataLst>
          </p:nvPr>
        </p:nvSpPr>
        <p:spPr>
          <a:xfrm>
            <a:off x="846455" y="2298065"/>
            <a:ext cx="3602355" cy="687070"/>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zh-CN" altLang="en-US" sz="1400">
                <a:solidFill>
                  <a:schemeClr val="tx1">
                    <a:lumMod val="85000"/>
                    <a:lumOff val="15000"/>
                  </a:schemeClr>
                </a:solidFill>
                <a:latin typeface="+mn-ea"/>
                <a:cs typeface="+mn-ea"/>
              </a:rPr>
              <a:t>便利和快捷、依托于大数据的准确性，依托于机器学习的成长性、分析和预测的</a:t>
            </a:r>
            <a:r>
              <a:rPr lang="zh-CN" altLang="en-US" sz="1400">
                <a:solidFill>
                  <a:schemeClr val="tx1">
                    <a:lumMod val="85000"/>
                    <a:lumOff val="15000"/>
                  </a:schemeClr>
                </a:solidFill>
                <a:latin typeface="+mn-ea"/>
                <a:cs typeface="+mn-ea"/>
              </a:rPr>
              <a:t>精确</a:t>
            </a:r>
            <a:endParaRPr lang="zh-CN" altLang="en-US" sz="1400">
              <a:solidFill>
                <a:schemeClr val="tx1">
                  <a:lumMod val="85000"/>
                  <a:lumOff val="15000"/>
                </a:schemeClr>
              </a:solidFill>
              <a:latin typeface="+mn-ea"/>
              <a:cs typeface="+mn-ea"/>
            </a:endParaRPr>
          </a:p>
        </p:txBody>
      </p:sp>
      <p:sp>
        <p:nvSpPr>
          <p:cNvPr id="4" name="矩形 3"/>
          <p:cNvSpPr/>
          <p:nvPr>
            <p:custDataLst>
              <p:tags r:id="rId10"/>
            </p:custDataLst>
          </p:nvPr>
        </p:nvSpPr>
        <p:spPr>
          <a:xfrm>
            <a:off x="4448810" y="4509135"/>
            <a:ext cx="3498215" cy="119888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400">
                <a:solidFill>
                  <a:schemeClr val="tx1">
                    <a:lumMod val="85000"/>
                    <a:lumOff val="15000"/>
                  </a:schemeClr>
                </a:solidFill>
                <a:latin typeface="+mn-ea"/>
                <a:cs typeface="+mn-ea"/>
              </a:rPr>
              <a:t>技术和设备成本、数据隐私和安全问题、监管和规范问题、算法的局限性和不可解释性</a:t>
            </a:r>
            <a:endParaRPr lang="zh-CN" altLang="en-US" sz="1400">
              <a:solidFill>
                <a:schemeClr val="tx1">
                  <a:lumMod val="85000"/>
                  <a:lumOff val="15000"/>
                </a:schemeClr>
              </a:solidFill>
              <a:latin typeface="+mn-ea"/>
              <a:cs typeface="+mn-ea"/>
            </a:endParaRPr>
          </a:p>
        </p:txBody>
      </p:sp>
      <p:sp>
        <p:nvSpPr>
          <p:cNvPr id="34" name="Oval 41"/>
          <p:cNvSpPr/>
          <p:nvPr>
            <p:custDataLst>
              <p:tags r:id="rId11"/>
            </p:custDataLst>
          </p:nvPr>
        </p:nvSpPr>
        <p:spPr>
          <a:xfrm>
            <a:off x="4269530" y="4329586"/>
            <a:ext cx="146474" cy="146254"/>
          </a:xfrm>
          <a:custGeom>
            <a:avLst/>
            <a:gdLst>
              <a:gd name="connsiteX0" fmla="*/ 241805 w 609191"/>
              <a:gd name="connsiteY0" fmla="*/ 126251 h 608274"/>
              <a:gd name="connsiteX1" fmla="*/ 37679 w 609191"/>
              <a:gd name="connsiteY1" fmla="*/ 348029 h 608274"/>
              <a:gd name="connsiteX2" fmla="*/ 260645 w 609191"/>
              <a:gd name="connsiteY2" fmla="*/ 570653 h 608274"/>
              <a:gd name="connsiteX3" fmla="*/ 482764 w 609191"/>
              <a:gd name="connsiteY3" fmla="*/ 366839 h 608274"/>
              <a:gd name="connsiteX4" fmla="*/ 373117 w 609191"/>
              <a:gd name="connsiteY4" fmla="*/ 366839 h 608274"/>
              <a:gd name="connsiteX5" fmla="*/ 260645 w 609191"/>
              <a:gd name="connsiteY5" fmla="*/ 461927 h 608274"/>
              <a:gd name="connsiteX6" fmla="*/ 146571 w 609191"/>
              <a:gd name="connsiteY6" fmla="*/ 348029 h 608274"/>
              <a:gd name="connsiteX7" fmla="*/ 241805 w 609191"/>
              <a:gd name="connsiteY7" fmla="*/ 235635 h 608274"/>
              <a:gd name="connsiteX8" fmla="*/ 260645 w 609191"/>
              <a:gd name="connsiteY8" fmla="*/ 87783 h 608274"/>
              <a:gd name="connsiteX9" fmla="*/ 279484 w 609191"/>
              <a:gd name="connsiteY9" fmla="*/ 87783 h 608274"/>
              <a:gd name="connsiteX10" fmla="*/ 279484 w 609191"/>
              <a:gd name="connsiteY10" fmla="*/ 271752 h 608274"/>
              <a:gd name="connsiteX11" fmla="*/ 260645 w 609191"/>
              <a:gd name="connsiteY11" fmla="*/ 271752 h 608274"/>
              <a:gd name="connsiteX12" fmla="*/ 184251 w 609191"/>
              <a:gd name="connsiteY12" fmla="*/ 348029 h 608274"/>
              <a:gd name="connsiteX13" fmla="*/ 260645 w 609191"/>
              <a:gd name="connsiteY13" fmla="*/ 424306 h 608274"/>
              <a:gd name="connsiteX14" fmla="*/ 337040 w 609191"/>
              <a:gd name="connsiteY14" fmla="*/ 348029 h 608274"/>
              <a:gd name="connsiteX15" fmla="*/ 337040 w 609191"/>
              <a:gd name="connsiteY15" fmla="*/ 329218 h 608274"/>
              <a:gd name="connsiteX16" fmla="*/ 521196 w 609191"/>
              <a:gd name="connsiteY16" fmla="*/ 329218 h 608274"/>
              <a:gd name="connsiteX17" fmla="*/ 521196 w 609191"/>
              <a:gd name="connsiteY17" fmla="*/ 348029 h 608274"/>
              <a:gd name="connsiteX18" fmla="*/ 260645 w 609191"/>
              <a:gd name="connsiteY18" fmla="*/ 608274 h 608274"/>
              <a:gd name="connsiteX19" fmla="*/ 0 w 609191"/>
              <a:gd name="connsiteY19" fmla="*/ 348029 h 608274"/>
              <a:gd name="connsiteX20" fmla="*/ 260645 w 609191"/>
              <a:gd name="connsiteY20" fmla="*/ 87783 h 608274"/>
              <a:gd name="connsiteX21" fmla="*/ 367364 w 609191"/>
              <a:gd name="connsiteY21" fmla="*/ 38378 h 608274"/>
              <a:gd name="connsiteX22" fmla="*/ 367364 w 609191"/>
              <a:gd name="connsiteY22" fmla="*/ 147868 h 608274"/>
              <a:gd name="connsiteX23" fmla="*/ 461099 w 609191"/>
              <a:gd name="connsiteY23" fmla="*/ 241461 h 608274"/>
              <a:gd name="connsiteX24" fmla="*/ 570661 w 609191"/>
              <a:gd name="connsiteY24" fmla="*/ 241461 h 608274"/>
              <a:gd name="connsiteX25" fmla="*/ 367364 w 609191"/>
              <a:gd name="connsiteY25" fmla="*/ 38378 h 608274"/>
              <a:gd name="connsiteX26" fmla="*/ 329681 w 609191"/>
              <a:gd name="connsiteY26" fmla="*/ 0 h 608274"/>
              <a:gd name="connsiteX27" fmla="*/ 348523 w 609191"/>
              <a:gd name="connsiteY27" fmla="*/ 0 h 608274"/>
              <a:gd name="connsiteX28" fmla="*/ 609191 w 609191"/>
              <a:gd name="connsiteY28" fmla="*/ 260274 h 608274"/>
              <a:gd name="connsiteX29" fmla="*/ 609191 w 609191"/>
              <a:gd name="connsiteY29" fmla="*/ 279086 h 608274"/>
              <a:gd name="connsiteX30" fmla="*/ 424924 w 609191"/>
              <a:gd name="connsiteY30" fmla="*/ 279086 h 608274"/>
              <a:gd name="connsiteX31" fmla="*/ 424924 w 609191"/>
              <a:gd name="connsiteY31" fmla="*/ 260274 h 608274"/>
              <a:gd name="connsiteX32" fmla="*/ 348523 w 609191"/>
              <a:gd name="connsiteY32" fmla="*/ 183988 h 608274"/>
              <a:gd name="connsiteX33" fmla="*/ 329681 w 609191"/>
              <a:gd name="connsiteY33" fmla="*/ 183988 h 6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9191" h="608274">
                <a:moveTo>
                  <a:pt x="241805" y="126251"/>
                </a:moveTo>
                <a:cubicBezTo>
                  <a:pt x="127638" y="135844"/>
                  <a:pt x="37679" y="231591"/>
                  <a:pt x="37679" y="348029"/>
                </a:cubicBezTo>
                <a:cubicBezTo>
                  <a:pt x="37679" y="470768"/>
                  <a:pt x="137717" y="570653"/>
                  <a:pt x="260645" y="570653"/>
                </a:cubicBezTo>
                <a:cubicBezTo>
                  <a:pt x="377168" y="570653"/>
                  <a:pt x="473155" y="480832"/>
                  <a:pt x="482764" y="366839"/>
                </a:cubicBezTo>
                <a:lnTo>
                  <a:pt x="373117" y="366839"/>
                </a:lnTo>
                <a:cubicBezTo>
                  <a:pt x="364169" y="420732"/>
                  <a:pt x="317069" y="461927"/>
                  <a:pt x="260645" y="461927"/>
                </a:cubicBezTo>
                <a:cubicBezTo>
                  <a:pt x="197721" y="461927"/>
                  <a:pt x="146571" y="410856"/>
                  <a:pt x="146571" y="348029"/>
                </a:cubicBezTo>
                <a:cubicBezTo>
                  <a:pt x="146571" y="291597"/>
                  <a:pt x="187830" y="244664"/>
                  <a:pt x="241805" y="235635"/>
                </a:cubicBezTo>
                <a:close/>
                <a:moveTo>
                  <a:pt x="260645" y="87783"/>
                </a:moveTo>
                <a:lnTo>
                  <a:pt x="279484" y="87783"/>
                </a:lnTo>
                <a:lnTo>
                  <a:pt x="279484" y="271752"/>
                </a:lnTo>
                <a:lnTo>
                  <a:pt x="260645" y="271752"/>
                </a:lnTo>
                <a:cubicBezTo>
                  <a:pt x="218444" y="271752"/>
                  <a:pt x="184251" y="305987"/>
                  <a:pt x="184251" y="348029"/>
                </a:cubicBezTo>
                <a:cubicBezTo>
                  <a:pt x="184251" y="390071"/>
                  <a:pt x="218444" y="424306"/>
                  <a:pt x="260645" y="424306"/>
                </a:cubicBezTo>
                <a:cubicBezTo>
                  <a:pt x="302751" y="424306"/>
                  <a:pt x="337040" y="390071"/>
                  <a:pt x="337040" y="348029"/>
                </a:cubicBezTo>
                <a:lnTo>
                  <a:pt x="337040" y="329218"/>
                </a:lnTo>
                <a:lnTo>
                  <a:pt x="521196" y="329218"/>
                </a:lnTo>
                <a:lnTo>
                  <a:pt x="521196" y="348029"/>
                </a:lnTo>
                <a:cubicBezTo>
                  <a:pt x="521196" y="491554"/>
                  <a:pt x="404297" y="608274"/>
                  <a:pt x="260645" y="608274"/>
                </a:cubicBezTo>
                <a:cubicBezTo>
                  <a:pt x="116899" y="608274"/>
                  <a:pt x="0" y="491554"/>
                  <a:pt x="0" y="348029"/>
                </a:cubicBezTo>
                <a:cubicBezTo>
                  <a:pt x="0" y="204503"/>
                  <a:pt x="116899" y="87783"/>
                  <a:pt x="260645" y="87783"/>
                </a:cubicBezTo>
                <a:close/>
                <a:moveTo>
                  <a:pt x="367364" y="38378"/>
                </a:moveTo>
                <a:lnTo>
                  <a:pt x="367364" y="147868"/>
                </a:lnTo>
                <a:cubicBezTo>
                  <a:pt x="415221" y="155863"/>
                  <a:pt x="453091" y="193677"/>
                  <a:pt x="461099" y="241461"/>
                </a:cubicBezTo>
                <a:lnTo>
                  <a:pt x="570661" y="241461"/>
                </a:lnTo>
                <a:cubicBezTo>
                  <a:pt x="561617" y="133664"/>
                  <a:pt x="475324" y="47502"/>
                  <a:pt x="367364" y="38378"/>
                </a:cubicBezTo>
                <a:close/>
                <a:moveTo>
                  <a:pt x="329681" y="0"/>
                </a:moveTo>
                <a:lnTo>
                  <a:pt x="348523" y="0"/>
                </a:lnTo>
                <a:cubicBezTo>
                  <a:pt x="492281" y="0"/>
                  <a:pt x="609191" y="116733"/>
                  <a:pt x="609191" y="260274"/>
                </a:cubicBezTo>
                <a:lnTo>
                  <a:pt x="609191" y="279086"/>
                </a:lnTo>
                <a:lnTo>
                  <a:pt x="424924" y="279086"/>
                </a:lnTo>
                <a:lnTo>
                  <a:pt x="424924" y="260274"/>
                </a:lnTo>
                <a:cubicBezTo>
                  <a:pt x="424924" y="218133"/>
                  <a:pt x="390633" y="183988"/>
                  <a:pt x="348523" y="183988"/>
                </a:cubicBezTo>
                <a:lnTo>
                  <a:pt x="329681" y="183988"/>
                </a:lnTo>
                <a:close/>
              </a:path>
            </a:pathLst>
          </a:cu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sp>
        <p:nvSpPr>
          <p:cNvPr id="6" name="文本框 5"/>
          <p:cNvSpPr txBox="1"/>
          <p:nvPr/>
        </p:nvSpPr>
        <p:spPr>
          <a:xfrm>
            <a:off x="1010920" y="5530850"/>
            <a:ext cx="7305675" cy="922020"/>
          </a:xfrm>
          <a:prstGeom prst="rect">
            <a:avLst/>
          </a:prstGeom>
          <a:noFill/>
        </p:spPr>
        <p:txBody>
          <a:bodyPr wrap="square" rtlCol="0">
            <a:spAutoFit/>
          </a:bodyPr>
          <a:p>
            <a:r>
              <a:rPr lang="zh-CN" altLang="en-US">
                <a:solidFill>
                  <a:schemeClr val="tx2">
                    <a:lumMod val="75000"/>
                  </a:schemeClr>
                </a:solidFill>
              </a:rPr>
              <a:t>计算机网络在肿瘤治疗中具有显著的优势，但也存在一些限制。为了充分发挥其潜力并解决存在的问题，需要继续加强技术研发、完善监管体系、提高医疗团队的专业素养等方面的工作。</a:t>
            </a:r>
            <a:endParaRPr lang="zh-CN" altLang="en-US">
              <a:solidFill>
                <a:schemeClr val="tx2">
                  <a:lumMod val="75000"/>
                </a:schemeClr>
              </a:solidFill>
            </a:endParaRPr>
          </a:p>
        </p:txBody>
      </p:sp>
    </p:spTree>
    <p:custDataLst>
      <p:tags r:id="rId1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2"/>
            <p:custDataLst>
              <p:tags r:id="rId1"/>
            </p:custDataLst>
          </p:nvPr>
        </p:nvSpPr>
        <p:spPr/>
        <p:txBody>
          <a:bodyPr/>
          <a:lstStyle/>
          <a:p>
            <a:r>
              <a:t>王一诺</a:t>
            </a:r>
          </a:p>
        </p:txBody>
      </p:sp>
      <p:sp>
        <p:nvSpPr>
          <p:cNvPr id="5" name="标题 4"/>
          <p:cNvSpPr>
            <a:spLocks noGrp="1"/>
          </p:cNvSpPr>
          <p:nvPr>
            <p:ph type="title" idx="1"/>
            <p:custDataLst>
              <p:tags r:id="rId2"/>
            </p:custDataLst>
          </p:nvPr>
        </p:nvSpPr>
        <p:spPr/>
        <p:txBody>
          <a:bodyPr/>
          <a:lstStyle/>
          <a:p>
            <a:r>
              <a:rPr lang="zh-CN" altLang="en-US"/>
              <a:t>THANK YOU</a:t>
            </a:r>
            <a:endParaRPr lang="zh-CN"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10.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Lst>
</file>

<file path=ppt/tags/tag11.xml><?xml version="1.0" encoding="utf-8"?>
<p:tagLst xmlns:p="http://schemas.openxmlformats.org/presentationml/2006/main">
  <p:tag name="KSO_WM_UNIT_ISCONTENTSTITLE" val="0"/>
  <p:tag name="KSO_WM_UNIT_ISNUMDGMTITLE" val="0"/>
  <p:tag name="KSO_WM_UNIT_PRESET_TEXT" val="WPS,a click to unlimited possibilities"/>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Lst>
</file>

<file path=ppt/tags/tag12.xml><?xml version="1.0" encoding="utf-8"?>
<p:tagLst xmlns:p="http://schemas.openxmlformats.org/presentationml/2006/main">
  <p:tag name="KSO_WM_UNIT_ISCONTENTSTITLE" val="0"/>
  <p:tag name="KSO_WM_UNIT_ISNUMDGMTITLE" val="0"/>
  <p:tag name="KSO_WM_UNIT_PRESET_TEXT" val="单击此处添&#10;加文档标题内容"/>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1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UNIT_TYPE" val="i"/>
  <p:tag name="KSO_WM_UNIT_INDEX" val="1"/>
</p:tagLst>
</file>

<file path=ppt/tags/tag2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Lst>
</file>

<file path=ppt/tags/tag23.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5"/>
  <p:tag name="KSO_WM_UNIT_LAYERLEVEL" val="1"/>
  <p:tag name="KSO_WM_TAG_VERSION" val="3.0"/>
  <p:tag name="KSO_WM_BEAUTIFY_FLAG" val="#wm#"/>
  <p:tag name="KSO_WM_UNIT_TYPE" val="i"/>
  <p:tag name="KSO_WM_UNIT_INDEX" val="5"/>
</p:tagLst>
</file>

<file path=ppt/tags/tag28.xml><?xml version="1.0" encoding="utf-8"?>
<p:tagLst xmlns:p="http://schemas.openxmlformats.org/presentationml/2006/main">
  <p:tag name="KSO_WM_BEAUTIFY_FLAG" val="#wm#"/>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9"/>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CONTENT_GROUP_TYPE" val="contentchip"/>
  <p:tag name="KSO_WM_UNIT_TYPE" val="i"/>
  <p:tag name="KSO_WM_UNIT_INDEX" val="1"/>
</p:tagLst>
</file>

<file path=ppt/tags/tag29.xml><?xml version="1.0" encoding="utf-8"?>
<p:tagLst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Lst>
</file>

<file path=ppt/tags/tag30.xml><?xml version="1.0" encoding="utf-8"?>
<p:tagLst xmlns:p="http://schemas.openxmlformats.org/presentationml/2006/main">
  <p:tag name="KSO_WM_UNIT_ISCONTENTSTITLE" val="0"/>
  <p:tag name="KSO_WM_UNIT_ISNUMDGMTITLE" val="0"/>
  <p:tag name="KSO_WM_UNIT_PRESET_TEXT" val="输入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4*i*4"/>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4*i*5"/>
  <p:tag name="KSO_WM_UNIT_LAYERLEVEL" val="1"/>
  <p:tag name="KSO_WM_TAG_VERSION" val="3.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4*i*6"/>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4*i*7"/>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4*i*8"/>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4*i*9"/>
  <p:tag name="KSO_WM_UNIT_LAYERLEVEL" val="1"/>
  <p:tag name="KSO_WM_TAG_VERSION" val="3.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4*i*10"/>
  <p:tag name="KSO_WM_UNIT_LAYERLEVEL" val="1"/>
  <p:tag name="KSO_WM_TAG_VERSION" val="3.0"/>
  <p:tag name="KSO_WM_BEAUTIFY_FLAG" val="#wm#"/>
</p:tagLst>
</file>

<file path=ppt/tags/tag4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4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44.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49.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 name="KSO_WM_UNIT_TEXT_FILL_FORE_SCHEMECOLOR_INDEX_BRIGHTNESS" val="0.15"/>
  <p:tag name="KSO_WM_UNIT_TEXT_FILL_FORE_SCHEMECOLOR_INDEX" val="13"/>
  <p:tag name="KSO_WM_UNIT_TEXT_FILL_TYPE" val="1"/>
</p:tagLst>
</file>

<file path=ppt/tags/tag5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51.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 name="KSO_WM_UNIT_TEXT_FILL_FORE_SCHEMECOLOR_INDEX_BRIGHTNESS" val="0.15"/>
  <p:tag name="KSO_WM_UNIT_TEXT_FILL_FORE_SCHEMECOLOR_INDEX" val="13"/>
  <p:tag name="KSO_WM_UNIT_TEXT_FILL_TYPE" val="1"/>
</p:tagLst>
</file>

<file path=ppt/tags/tag52.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6.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6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7.xml><?xml version="1.0" encoding="utf-8"?>
<p:tagLst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CONTENT_GROUP_TYPE" val="titlestyle"/>
</p:tagLst>
</file>

<file path=ppt/tags/tag68.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73.xml><?xml version="1.0" encoding="utf-8"?>
<p:tagLst xmlns:p="http://schemas.openxmlformats.org/presentationml/2006/main">
  <p:tag name="KSO_WM_BEAUTIFY_FLAG" val="#wm#"/>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9"/>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UNIT_CONTENT_GROUP_TYPE" val="contentchip"/>
  <p:tag name="KSO_WM_UNIT_TYPE" val="i"/>
  <p:tag name="KSO_WM_UNIT_INDEX" val="5"/>
</p:tagLst>
</file>

<file path=ppt/tags/tag74.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Lst>
</file>

<file path=ppt/tags/tag75.xml><?xml version="1.0" encoding="utf-8"?>
<p:tagLst xmlns:p="http://schemas.openxmlformats.org/presentationml/2006/main">
  <p:tag name="KSO_WM_UNIT_ISCONTENTSTITLE" val="0"/>
  <p:tag name="KSO_WM_UNIT_ISNUMDGMTITLE" val="0"/>
  <p:tag name="KSO_WM_UNIT_PRESET_TEXT" val="THANK YOU"/>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1*i*5"/>
  <p:tag name="KSO_WM_UNIT_LAYERLEVEL" val="1"/>
  <p:tag name="KSO_WM_TAG_VERSION" val="3.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1*i*6"/>
  <p:tag name="KSO_WM_UNIT_LAYERLEVEL" val="1"/>
  <p:tag name="KSO_WM_TAG_VERSION" val="3.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1*i*7"/>
  <p:tag name="KSO_WM_UNIT_LAYERLEVEL" val="1"/>
  <p:tag name="KSO_WM_TAG_VERSION" val="3.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1*i*8"/>
  <p:tag name="KSO_WM_UNIT_LAYERLEVEL" val="1"/>
  <p:tag name="KSO_WM_TAG_VERSION" val="3.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1*i*9"/>
  <p:tag name="KSO_WM_UNIT_LAYERLEVEL" val="1"/>
  <p:tag name="KSO_WM_TAG_VERSION" val="3.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11*i*10"/>
  <p:tag name="KSO_WM_UNIT_LAYERLEVEL" val="1"/>
  <p:tag name="KSO_WM_TAG_VERSION" val="3.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269"/>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269"/>
</p:tagLst>
</file>

<file path=ppt/tags/tag92.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269"/>
  <p:tag name="KSO_WM_SPECIAL_SOURCE" val="bdnull"/>
  <p:tag name="KSO_WM_TEMPLATE_THUMBS_INDEX" val="1、9"/>
</p:tagLst>
</file>

<file path=ppt/tags/tag9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103.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Lst>
</file>

<file path=ppt/tags/tag104.xml><?xml version="1.0" encoding="utf-8"?>
<p:tagLst xmlns:p="http://schemas.openxmlformats.org/presentationml/2006/main">
  <p:tag name="KSO_WM_UNIT_ISCONTENTSTITLE" val="0"/>
  <p:tag name="KSO_WM_UNIT_ISNUMDGMTITLE" val="0"/>
  <p:tag name="KSO_WM_UNIT_PRESET_TEXT" val="WPS,a click to unlimited possibilities"/>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Lst>
</file>

<file path=ppt/tags/tag105.xml><?xml version="1.0" encoding="utf-8"?>
<p:tagLst xmlns:p="http://schemas.openxmlformats.org/presentationml/2006/main">
  <p:tag name="KSO_WM_UNIT_ISCONTENTSTITLE" val="0"/>
  <p:tag name="KSO_WM_UNIT_ISNUMDGMTITLE" val="0"/>
  <p:tag name="KSO_WM_UNIT_PRESET_TEXT" val="单击此处添&#10;加文档标题内容"/>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11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UNIT_TYPE" val="i"/>
  <p:tag name="KSO_WM_UNIT_INDEX" val="1"/>
</p:tagLst>
</file>

<file path=ppt/tags/tag11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Lst>
</file>

<file path=ppt/tags/tag116.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5"/>
  <p:tag name="KSO_WM_UNIT_LAYERLEVEL" val="1"/>
  <p:tag name="KSO_WM_TAG_VERSION" val="3.0"/>
  <p:tag name="KSO_WM_BEAUTIFY_FLAG" val="#wm#"/>
  <p:tag name="KSO_WM_UNIT_TYPE" val="i"/>
  <p:tag name="KSO_WM_UNIT_INDEX" val="5"/>
</p:tagLst>
</file>

<file path=ppt/tags/tag121.xml><?xml version="1.0" encoding="utf-8"?>
<p:tagLst xmlns:p="http://schemas.openxmlformats.org/presentationml/2006/main">
  <p:tag name="KSO_WM_BEAUTIFY_FLAG" val="#wm#"/>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9"/>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CONTENT_GROUP_TYPE" val="contentchip"/>
  <p:tag name="KSO_WM_UNIT_TYPE" val="i"/>
  <p:tag name="KSO_WM_UNIT_INDEX" val="1"/>
</p:tagLst>
</file>

<file path=ppt/tags/tag122.xml><?xml version="1.0" encoding="utf-8"?>
<p:tagLst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Lst>
</file>

<file path=ppt/tags/tag123.xml><?xml version="1.0" encoding="utf-8"?>
<p:tagLst xmlns:p="http://schemas.openxmlformats.org/presentationml/2006/main">
  <p:tag name="KSO_WM_UNIT_ISCONTENTSTITLE" val="0"/>
  <p:tag name="KSO_WM_UNIT_ISNUMDGMTITLE" val="0"/>
  <p:tag name="KSO_WM_UNIT_PRESET_TEXT" val="输入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4*i*4"/>
  <p:tag name="KSO_WM_UNIT_LAYERLEVEL" val="1"/>
  <p:tag name="KSO_WM_TAG_VERSION" val="3.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4*i*5"/>
  <p:tag name="KSO_WM_UNIT_LAYERLEVEL" val="1"/>
  <p:tag name="KSO_WM_TAG_VERSION" val="3.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4*i*6"/>
  <p:tag name="KSO_WM_UNIT_LAYERLEVEL" val="1"/>
  <p:tag name="KSO_WM_TAG_VERSION" val="3.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4*i*7"/>
  <p:tag name="KSO_WM_UNIT_LAYERLEVEL" val="1"/>
  <p:tag name="KSO_WM_TAG_VERSION" val="3.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4*i*8"/>
  <p:tag name="KSO_WM_UNIT_LAYERLEVEL" val="1"/>
  <p:tag name="KSO_WM_TAG_VERSION" val="3.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4*i*9"/>
  <p:tag name="KSO_WM_UNIT_LAYERLEVEL" val="1"/>
  <p:tag name="KSO_WM_TAG_VERSION" val="3.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4*i*10"/>
  <p:tag name="KSO_WM_UNIT_LAYERLEVEL" val="1"/>
  <p:tag name="KSO_WM_TAG_VERSION" val="3.0"/>
  <p:tag name="KSO_WM_BEAUTIFY_FLAG" val="#wm#"/>
</p:tagLst>
</file>

<file path=ppt/tags/tag13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13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137.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4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142.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 name="KSO_WM_UNIT_TEXT_FILL_FORE_SCHEMECOLOR_INDEX_BRIGHTNESS" val="0.15"/>
  <p:tag name="KSO_WM_UNIT_TEXT_FILL_FORE_SCHEMECOLOR_INDEX" val="13"/>
  <p:tag name="KSO_WM_UNIT_TEXT_FILL_TYPE" val="1"/>
</p:tagLst>
</file>

<file path=ppt/tags/tag14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144.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 name="KSO_WM_UNIT_TEXT_FILL_FORE_SCHEMECOLOR_INDEX_BRIGHTNESS" val="0.15"/>
  <p:tag name="KSO_WM_UNIT_TEXT_FILL_FORE_SCHEMECOLOR_INDEX" val="13"/>
  <p:tag name="KSO_WM_UNIT_TEXT_FILL_TYPE" val="1"/>
</p:tagLst>
</file>

<file path=ppt/tags/tag145.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49.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5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60.xml><?xml version="1.0" encoding="utf-8"?>
<p:tagLst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CONTENT_GROUP_TYPE" val="titlestyle"/>
</p:tagLst>
</file>

<file path=ppt/tags/tag161.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66.xml><?xml version="1.0" encoding="utf-8"?>
<p:tagLst xmlns:p="http://schemas.openxmlformats.org/presentationml/2006/main">
  <p:tag name="KSO_WM_BEAUTIFY_FLAG" val="#wm#"/>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9"/>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UNIT_CONTENT_GROUP_TYPE" val="contentchip"/>
  <p:tag name="KSO_WM_UNIT_TYPE" val="i"/>
  <p:tag name="KSO_WM_UNIT_INDEX" val="5"/>
</p:tagLst>
</file>

<file path=ppt/tags/tag167.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Lst>
</file>

<file path=ppt/tags/tag168.xml><?xml version="1.0" encoding="utf-8"?>
<p:tagLst xmlns:p="http://schemas.openxmlformats.org/presentationml/2006/main">
  <p:tag name="KSO_WM_UNIT_ISCONTENTSTITLE" val="0"/>
  <p:tag name="KSO_WM_UNIT_ISNUMDGMTITLE" val="0"/>
  <p:tag name="KSO_WM_UNIT_PRESET_TEXT" val="THANK YOU"/>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1*i*5"/>
  <p:tag name="KSO_WM_UNIT_LAYERLEVEL" val="1"/>
  <p:tag name="KSO_WM_TAG_VERSION" val="3.0"/>
  <p:tag name="KSO_WM_BEAUTIFY_FLAG" val="#wm#"/>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1*i*6"/>
  <p:tag name="KSO_WM_UNIT_LAYERLEVEL" val="1"/>
  <p:tag name="KSO_WM_TAG_VERSION" val="3.0"/>
  <p:tag name="KSO_WM_BEAUTIFY_FLAG" val="#wm#"/>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1*i*7"/>
  <p:tag name="KSO_WM_UNIT_LAYERLEVEL" val="1"/>
  <p:tag name="KSO_WM_TAG_VERSION" val="3.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1*i*8"/>
  <p:tag name="KSO_WM_UNIT_LAYERLEVEL" val="1"/>
  <p:tag name="KSO_WM_TAG_VERSION" val="3.0"/>
  <p:tag name="KSO_WM_BEAUTIFY_FLAG" val="#wm#"/>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1*i*9"/>
  <p:tag name="KSO_WM_UNIT_LAYERLEVEL" val="1"/>
  <p:tag name="KSO_WM_TAG_VERSION" val="3.0"/>
  <p:tag name="KSO_WM_BEAUTIFY_FLAG" val="#wm#"/>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11*i*10"/>
  <p:tag name="KSO_WM_UNIT_LAYERLEVEL" val="1"/>
  <p:tag name="KSO_WM_TAG_VERSION" val="3.0"/>
  <p:tag name="KSO_WM_BEAUTIFY_FLAG" val="#wm#"/>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269"/>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269"/>
</p:tagLst>
</file>

<file path=ppt/tags/tag185.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269"/>
  <p:tag name="KSO_WM_SPECIAL_SOURCE" val="bdnull"/>
  <p:tag name="KSO_WM_TEMPLATE_THUMBS_INDEX" val="1、9"/>
</p:tagLst>
</file>

<file path=ppt/tags/tag186.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 name="KSO_WM_BEAUTIFY_FLAG" val="#wm#"/>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 name="KSO_WM_BEAUTIFY_FLAG" val="#wm#"/>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 name="KSO_WM_BEAUTIFY_FLAG" val="#wm#"/>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196.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Lst>
</file>

<file path=ppt/tags/tag197.xml><?xml version="1.0" encoding="utf-8"?>
<p:tagLst xmlns:p="http://schemas.openxmlformats.org/presentationml/2006/main">
  <p:tag name="KSO_WM_UNIT_ISCONTENTSTITLE" val="0"/>
  <p:tag name="KSO_WM_UNIT_ISNUMDGMTITLE" val="0"/>
  <p:tag name="KSO_WM_UNIT_PRESET_TEXT" val="WPS,a click to unlimited possibilities"/>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Lst>
</file>

<file path=ppt/tags/tag198.xml><?xml version="1.0" encoding="utf-8"?>
<p:tagLst xmlns:p="http://schemas.openxmlformats.org/presentationml/2006/main">
  <p:tag name="KSO_WM_UNIT_ISCONTENTSTITLE" val="0"/>
  <p:tag name="KSO_WM_UNIT_ISNUMDGMTITLE" val="0"/>
  <p:tag name="KSO_WM_UNIT_PRESET_TEXT" val="单击此处添&#10;加文档标题内容"/>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0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20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0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UNIT_TYPE" val="i"/>
  <p:tag name="KSO_WM_UNIT_INDEX" val="1"/>
</p:tagLst>
</file>

<file path=ppt/tags/tag20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Lst>
</file>

<file path=ppt/tags/tag209.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5"/>
  <p:tag name="KSO_WM_UNIT_LAYERLEVEL" val="1"/>
  <p:tag name="KSO_WM_TAG_VERSION" val="3.0"/>
  <p:tag name="KSO_WM_BEAUTIFY_FLAG" val="#wm#"/>
  <p:tag name="KSO_WM_UNIT_TYPE" val="i"/>
  <p:tag name="KSO_WM_UNIT_INDEX" val="5"/>
</p:tagLst>
</file>

<file path=ppt/tags/tag214.xml><?xml version="1.0" encoding="utf-8"?>
<p:tagLst xmlns:p="http://schemas.openxmlformats.org/presentationml/2006/main">
  <p:tag name="KSO_WM_BEAUTIFY_FLAG" val="#wm#"/>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9"/>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CONTENT_GROUP_TYPE" val="contentchip"/>
  <p:tag name="KSO_WM_UNIT_TYPE" val="i"/>
  <p:tag name="KSO_WM_UNIT_INDEX" val="1"/>
</p:tagLst>
</file>

<file path=ppt/tags/tag215.xml><?xml version="1.0" encoding="utf-8"?>
<p:tagLst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Lst>
</file>

<file path=ppt/tags/tag216.xml><?xml version="1.0" encoding="utf-8"?>
<p:tagLst xmlns:p="http://schemas.openxmlformats.org/presentationml/2006/main">
  <p:tag name="KSO_WM_UNIT_ISCONTENTSTITLE" val="0"/>
  <p:tag name="KSO_WM_UNIT_ISNUMDGMTITLE" val="0"/>
  <p:tag name="KSO_WM_UNIT_PRESET_TEXT" val="输入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4*i*4"/>
  <p:tag name="KSO_WM_UNIT_LAYERLEVEL" val="1"/>
  <p:tag name="KSO_WM_TAG_VERSION" val="3.0"/>
  <p:tag name="KSO_WM_BEAUTIFY_FLAG" val="#wm#"/>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4*i*5"/>
  <p:tag name="KSO_WM_UNIT_LAYERLEVEL" val="1"/>
  <p:tag name="KSO_WM_TAG_VERSION" val="3.0"/>
  <p:tag name="KSO_WM_BEAUTIFY_FLAG" val="#wm#"/>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4*i*6"/>
  <p:tag name="KSO_WM_UNIT_LAYERLEVEL" val="1"/>
  <p:tag name="KSO_WM_TAG_VERSION" val="3.0"/>
  <p:tag name="KSO_WM_BEAUTIFY_FLAG" val="#wm#"/>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4*i*7"/>
  <p:tag name="KSO_WM_UNIT_LAYERLEVEL" val="1"/>
  <p:tag name="KSO_WM_TAG_VERSION" val="3.0"/>
  <p:tag name="KSO_WM_BEAUTIFY_FLAG" val="#wm#"/>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4*i*8"/>
  <p:tag name="KSO_WM_UNIT_LAYERLEVEL" val="1"/>
  <p:tag name="KSO_WM_TAG_VERSION" val="3.0"/>
  <p:tag name="KSO_WM_BEAUTIFY_FLAG" val="#wm#"/>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4*i*9"/>
  <p:tag name="KSO_WM_UNIT_LAYERLEVEL" val="1"/>
  <p:tag name="KSO_WM_TAG_VERSION" val="3.0"/>
  <p:tag name="KSO_WM_BEAUTIFY_FLAG" val="#wm#"/>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4*i*10"/>
  <p:tag name="KSO_WM_UNIT_LAYERLEVEL" val="1"/>
  <p:tag name="KSO_WM_TAG_VERSION" val="3.0"/>
  <p:tag name="KSO_WM_BEAUTIFY_FLAG" val="#wm#"/>
</p:tagLst>
</file>

<file path=ppt/tags/tag22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22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230.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3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235.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 name="KSO_WM_UNIT_TEXT_FILL_FORE_SCHEMECOLOR_INDEX_BRIGHTNESS" val="0.15"/>
  <p:tag name="KSO_WM_UNIT_TEXT_FILL_FORE_SCHEMECOLOR_INDEX" val="13"/>
  <p:tag name="KSO_WM_UNIT_TEXT_FILL_TYPE" val="1"/>
</p:tagLst>
</file>

<file path=ppt/tags/tag23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237.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 name="KSO_WM_UNIT_TEXT_FILL_FORE_SCHEMECOLOR_INDEX_BRIGHTNESS" val="0.15"/>
  <p:tag name="KSO_WM_UNIT_TEXT_FILL_FORE_SCHEMECOLOR_INDEX" val="13"/>
  <p:tag name="KSO_WM_UNIT_TEXT_FILL_TYPE" val="1"/>
</p:tagLst>
</file>

<file path=ppt/tags/tag238.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42.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24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53.xml><?xml version="1.0" encoding="utf-8"?>
<p:tagLst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CONTENT_GROUP_TYPE" val="titlestyle"/>
</p:tagLst>
</file>

<file path=ppt/tags/tag254.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259.xml><?xml version="1.0" encoding="utf-8"?>
<p:tagLst xmlns:p="http://schemas.openxmlformats.org/presentationml/2006/main">
  <p:tag name="KSO_WM_BEAUTIFY_FLAG" val="#wm#"/>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9"/>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UNIT_CONTENT_GROUP_TYPE" val="contentchip"/>
  <p:tag name="KSO_WM_UNIT_TYPE" val="i"/>
  <p:tag name="KSO_WM_UNIT_INDEX" val="5"/>
</p:tagLst>
</file>

<file path=ppt/tags/tag260.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Lst>
</file>

<file path=ppt/tags/tag261.xml><?xml version="1.0" encoding="utf-8"?>
<p:tagLst xmlns:p="http://schemas.openxmlformats.org/presentationml/2006/main">
  <p:tag name="KSO_WM_UNIT_ISCONTENTSTITLE" val="0"/>
  <p:tag name="KSO_WM_UNIT_ISNUMDGMTITLE" val="0"/>
  <p:tag name="KSO_WM_UNIT_PRESET_TEXT" val="THANK YOU"/>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1*i*5"/>
  <p:tag name="KSO_WM_UNIT_LAYERLEVEL" val="1"/>
  <p:tag name="KSO_WM_TAG_VERSION" val="3.0"/>
  <p:tag name="KSO_WM_BEAUTIFY_FLAG" val="#wm#"/>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1*i*6"/>
  <p:tag name="KSO_WM_UNIT_LAYERLEVEL" val="1"/>
  <p:tag name="KSO_WM_TAG_VERSION" val="3.0"/>
  <p:tag name="KSO_WM_BEAUTIFY_FLAG" val="#wm#"/>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1*i*7"/>
  <p:tag name="KSO_WM_UNIT_LAYERLEVEL" val="1"/>
  <p:tag name="KSO_WM_TAG_VERSION" val="3.0"/>
  <p:tag name="KSO_WM_BEAUTIFY_FLAG" val="#wm#"/>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1*i*8"/>
  <p:tag name="KSO_WM_UNIT_LAYERLEVEL" val="1"/>
  <p:tag name="KSO_WM_TAG_VERSION" val="3.0"/>
  <p:tag name="KSO_WM_BEAUTIFY_FLAG" val="#wm#"/>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1*i*9"/>
  <p:tag name="KSO_WM_UNIT_LAYERLEVEL" val="1"/>
  <p:tag name="KSO_WM_TAG_VERSION" val="3.0"/>
  <p:tag name="KSO_WM_BEAUTIFY_FLAG" val="#wm#"/>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11*i*10"/>
  <p:tag name="KSO_WM_UNIT_LAYERLEVEL" val="1"/>
  <p:tag name="KSO_WM_TAG_VERSION" val="3.0"/>
  <p:tag name="KSO_WM_BEAUTIFY_FLAG" val="#wm#"/>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269"/>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269"/>
</p:tagLst>
</file>

<file path=ppt/tags/tag278.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269"/>
  <p:tag name="KSO_WM_SPECIAL_SOURCE" val="bdnull"/>
  <p:tag name="KSO_WM_TEMPLATE_THUMBS_INDEX" val="1、9"/>
</p:tagLst>
</file>

<file path=ppt/tags/tag279.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80.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69_1*f*1"/>
  <p:tag name="KSO_WM_TEMPLATE_CATEGORY" val="custom"/>
  <p:tag name="KSO_WM_TEMPLATE_INDEX" val="20230269"/>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PRESET_TEXT" val="汇报人：WPS"/>
</p:tagLst>
</file>

<file path=ppt/tags/tag281.xml><?xml version="1.0" encoding="utf-8"?>
<p:tagLst xmlns:p="http://schemas.openxmlformats.org/presentationml/2006/mai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custom20230269_1*b*1"/>
  <p:tag name="KSO_WM_TEMPLATE_CATEGORY" val="custom"/>
  <p:tag name="KSO_WM_TEMPLATE_INDEX" val="20230269"/>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PRESET_TEXT" val="WPS,a click to unlimited possibilities"/>
</p:tagLst>
</file>

<file path=ppt/tags/tag28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9_1*a*1"/>
  <p:tag name="KSO_WM_TEMPLATE_CATEGORY" val="custom"/>
  <p:tag name="KSO_WM_TEMPLATE_INDEX" val="20230269"/>
  <p:tag name="KSO_WM_UNIT_LAYERLEVEL" val="1"/>
  <p:tag name="KSO_WM_TAG_VERSION" val="3.0"/>
  <p:tag name="KSO_WM_BEAUTIFY_FLAG" val="#wm#"/>
  <p:tag name="KSO_WM_UNIT_CONTENT_GROUP_TYPE" val="contentchip"/>
  <p:tag name="KSO_WM_UNIT_PRESET_TEXT" val="单击此处添&#13;加文档标题内容"/>
</p:tagLst>
</file>

<file path=ppt/tags/tag283.xml><?xml version="1.0" encoding="utf-8"?>
<p:tagLst xmlns:p="http://schemas.openxmlformats.org/presentationml/2006/main">
  <p:tag name="KSO_WM_SLIDE_ID" val="custom20230269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0269"/>
  <p:tag name="KSO_WM_SLIDE_TYPE" val="title"/>
  <p:tag name="KSO_WM_SLIDE_SUBTYPE" val="pureTxt"/>
  <p:tag name="KSO_WM_SLIDE_LAYOUT" val="a_b_f"/>
  <p:tag name="KSO_WM_SLIDE_LAYOUT_CNT" val="1_1_1"/>
  <p:tag name="KSO_WM_SPECIAL_SOURCE" val="bdnull"/>
  <p:tag name="KSO_WM_TEMPLATE_THUMBS_INDEX" val="1、9"/>
  <p:tag name="KSO_WM_SLIDE_CONTENT_AREA" val="{&quot;left&quot;:&quot;195.5&quot;,&quot;top&quot;:&quot;83.9&quot;,&quot;width&quot;:&quot;570.55&quot;,&quot;height&quot;:&quot;279.45&quot;}"/>
  <p:tag name="KSO_WM_SLIDE_THEME_ID" val="3302860"/>
  <p:tag name="KSO_WM_SLIDE_THEME_NAME" val="蓝紫色科技风主题"/>
</p:tagLst>
</file>

<file path=ppt/tags/tag284.xml><?xml version="1.0" encoding="utf-8"?>
<p:tagLst xmlns:p="http://schemas.openxmlformats.org/presentationml/2006/main">
  <p:tag name="KSO_WM_UNIT_ISCONTENTSTITLE" val="1"/>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9_4*a*1"/>
  <p:tag name="KSO_WM_TEMPLATE_CATEGORY" val="custom"/>
  <p:tag name="KSO_WM_TEMPLATE_INDEX" val="20230269"/>
  <p:tag name="KSO_WM_UNIT_LAYERLEVEL" val="1"/>
  <p:tag name="KSO_WM_TAG_VERSION" val="3.0"/>
  <p:tag name="KSO_WM_BEAUTIFY_FLAG" val="#wm#"/>
  <p:tag name="KSO_WM_DIAGRAM_GROUP_CODE" val="l1-1"/>
  <p:tag name="KSO_WM_UNIT_PRESET_TEXT" val="目录"/>
</p:tagLst>
</file>

<file path=ppt/tags/tag285.xml><?xml version="1.0" encoding="utf-8"?>
<p:tagLst xmlns:p="http://schemas.openxmlformats.org/presentationml/2006/main">
  <p:tag name="KSO_WM_BEAUTIFY_FLAG" val="#wm#"/>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9"/>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HIGHLIGHT" val="0"/>
  <p:tag name="KSO_WM_UNIT_COMPATIBLE" val="0"/>
  <p:tag name="KSO_WM_UNIT_DIAGRAM_ISNUMVISUAL" val="0"/>
  <p:tag name="KSO_WM_UNIT_DIAGRAM_ISREFERUNIT" val="0"/>
  <p:tag name="KSO_WM_UNIT_ID" val="custom20230269_4*l_h_i*1_1_1"/>
  <p:tag name="KSO_WM_TEMPLATE_CATEGORY" val="custom"/>
  <p:tag name="KSO_WM_TEMPLATE_INDEX" val="20230269"/>
  <p:tag name="KSO_WM_UNIT_LAYERLEVEL" val="1_1_1"/>
  <p:tag name="KSO_WM_TAG_VERSION" val="3.0"/>
  <p:tag name="KSO_WM_DIAGRAM_GROUP_CODE" val="l1-1"/>
  <p:tag name="KSO_WM_UNIT_TYPE" val="l_h_i"/>
  <p:tag name="KSO_WM_UNIT_INDEX" val="1_1_1"/>
  <p:tag name="KSO_WM_DIAGRAM_VERSION" val="3"/>
  <p:tag name="KSO_WM_DIAGRAM_MAX_ITEMCNT" val="6"/>
  <p:tag name="KSO_WM_DIAGRAM_MIN_ITEMCNT" val="2"/>
  <p:tag name="KSO_WM_DIAGRAM_VIRTUALLY_FRAME" val="{&quot;height&quot;:237.8000030517578,&quot;left&quot;:-51.64374015748031,&quot;top&quot;:195.8749984741211,&quot;width&quot;:845}"/>
  <p:tag name="KSO_WM_DIAGRAM_COLOR_TRICK" val="1"/>
  <p:tag name="KSO_WM_DIAGRAM_COLOR_TEXT_CAN_REMOVE" val="n"/>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13,&quot;pos&quot;:1,&quot;transparency&quot;:1},{&quot;brightness&quot;:0,&quot;colorType&quot;:1,&quot;foreColorIndex&quot;:6,&quot;pos&quot;:0.5099999904632568,&quot;transparency&quot;:0}],&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2"/>
  <p:tag name="KSO_WM_UNIT_ID" val="custom20230269_4*l_h_i*1_1_2"/>
  <p:tag name="KSO_WM_TEMPLATE_CATEGORY" val="custom"/>
  <p:tag name="KSO_WM_TEMPLATE_INDEX" val="20230269"/>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DIAGRAM_VERSION" val="3"/>
  <p:tag name="KSO_WM_DIAGRAM_MAX_ITEMCNT" val="6"/>
  <p:tag name="KSO_WM_DIAGRAM_MIN_ITEMCNT" val="2"/>
  <p:tag name="KSO_WM_DIAGRAM_VIRTUALLY_FRAME" val="{&quot;height&quot;:237.8000030517578,&quot;left&quot;:-51.64374015748031,&quot;top&quot;:195.8749984741211,&quot;width&quot;:845}"/>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PRESET_TEXT" val="01"/>
</p:tagLst>
</file>

<file path=ppt/tags/tag28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custom"/>
  <p:tag name="KSO_WM_TEMPLATE_INDEX" val="20230269"/>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UNIT_TYPE" val="l_h_a"/>
  <p:tag name="KSO_WM_UNIT_ID" val="custom20230269_4*l_h_a*1_1_1"/>
  <p:tag name="KSO_WM_DIAGRAM_VERSION" val="3"/>
  <p:tag name="KSO_WM_DIAGRAM_MAX_ITEMCNT" val="6"/>
  <p:tag name="KSO_WM_DIAGRAM_MIN_ITEMCNT" val="2"/>
  <p:tag name="KSO_WM_DIAGRAM_VIRTUALLY_FRAME" val="{&quot;height&quot;:237.8000030517578,&quot;left&quot;:-51.64374015748031,&quot;top&quot;:195.8749984741211,&quot;width&quot;:845}"/>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Lst>
</file>

<file path=ppt/tags/tag288.xml><?xml version="1.0" encoding="utf-8"?>
<p:tagLst xmlns:p="http://schemas.openxmlformats.org/presentationml/2006/main">
  <p:tag name="KSO_WM_BEAUTIFY_FLAG" val="#wm#"/>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9"/>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HIGHLIGHT" val="0"/>
  <p:tag name="KSO_WM_UNIT_COMPATIBLE" val="0"/>
  <p:tag name="KSO_WM_UNIT_DIAGRAM_ISNUMVISUAL" val="0"/>
  <p:tag name="KSO_WM_UNIT_DIAGRAM_ISREFERUNIT" val="0"/>
  <p:tag name="KSO_WM_UNIT_ID" val="custom20230269_4*l_h_i*1_2_1"/>
  <p:tag name="KSO_WM_TEMPLATE_CATEGORY" val="custom"/>
  <p:tag name="KSO_WM_TEMPLATE_INDEX" val="20230269"/>
  <p:tag name="KSO_WM_UNIT_LAYERLEVEL" val="1_1_1"/>
  <p:tag name="KSO_WM_TAG_VERSION" val="3.0"/>
  <p:tag name="KSO_WM_DIAGRAM_GROUP_CODE" val="l1-1"/>
  <p:tag name="KSO_WM_UNIT_TYPE" val="l_h_i"/>
  <p:tag name="KSO_WM_UNIT_INDEX" val="1_2_1"/>
  <p:tag name="KSO_WM_DIAGRAM_VERSION" val="3"/>
  <p:tag name="KSO_WM_DIAGRAM_MAX_ITEMCNT" val="6"/>
  <p:tag name="KSO_WM_DIAGRAM_MIN_ITEMCNT" val="2"/>
  <p:tag name="KSO_WM_DIAGRAM_VIRTUALLY_FRAME" val="{&quot;height&quot;:237.8000030517578,&quot;left&quot;:-51.64374015748031,&quot;top&quot;:195.8749984741211,&quot;width&quot;:845}"/>
  <p:tag name="KSO_WM_DIAGRAM_COLOR_TRICK" val="1"/>
  <p:tag name="KSO_WM_DIAGRAM_COLOR_TEXT_CAN_REMOVE" val="n"/>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13,&quot;pos&quot;:1,&quot;transparency&quot;:1},{&quot;brightness&quot;:0,&quot;colorType&quot;:1,&quot;foreColorIndex&quot;:6,&quot;pos&quot;:0.5099999904632568,&quot;transparency&quot;:0}],&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2"/>
  <p:tag name="KSO_WM_UNIT_ID" val="custom20230269_4*l_h_i*1_2_2"/>
  <p:tag name="KSO_WM_TEMPLATE_CATEGORY" val="custom"/>
  <p:tag name="KSO_WM_TEMPLATE_INDEX" val="20230269"/>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DIAGRAM_VERSION" val="3"/>
  <p:tag name="KSO_WM_DIAGRAM_MAX_ITEMCNT" val="6"/>
  <p:tag name="KSO_WM_DIAGRAM_MIN_ITEMCNT" val="2"/>
  <p:tag name="KSO_WM_DIAGRAM_VIRTUALLY_FRAME" val="{&quot;height&quot;:237.8000030517578,&quot;left&quot;:-51.64374015748031,&quot;top&quot;:195.8749984741211,&quot;width&quot;:845}"/>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PRESET_TEXT" val="02"/>
</p:tagLst>
</file>

<file path=ppt/tags/tag29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2_1"/>
  <p:tag name="KSO_WM_TEMPLATE_CATEGORY" val="custom"/>
  <p:tag name="KSO_WM_TEMPLATE_INDEX" val="20230269"/>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UNIT_TYPE" val="l_h_a"/>
  <p:tag name="KSO_WM_UNIT_ID" val="custom20230269_4*l_h_a*1_2_1"/>
  <p:tag name="KSO_WM_DIAGRAM_VERSION" val="3"/>
  <p:tag name="KSO_WM_DIAGRAM_MAX_ITEMCNT" val="6"/>
  <p:tag name="KSO_WM_DIAGRAM_MIN_ITEMCNT" val="2"/>
  <p:tag name="KSO_WM_DIAGRAM_VIRTUALLY_FRAME" val="{&quot;height&quot;:237.8000030517578,&quot;left&quot;:-51.64374015748031,&quot;top&quot;:195.8749984741211,&quot;width&quot;:845}"/>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Lst>
</file>

<file path=ppt/tags/tag291.xml><?xml version="1.0" encoding="utf-8"?>
<p:tagLst xmlns:p="http://schemas.openxmlformats.org/presentationml/2006/main">
  <p:tag name="KSO_WM_BEAUTIFY_FLAG" val="#wm#"/>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9"/>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HIGHLIGHT" val="0"/>
  <p:tag name="KSO_WM_UNIT_COMPATIBLE" val="0"/>
  <p:tag name="KSO_WM_UNIT_DIAGRAM_ISNUMVISUAL" val="0"/>
  <p:tag name="KSO_WM_UNIT_DIAGRAM_ISREFERUNIT" val="0"/>
  <p:tag name="KSO_WM_UNIT_ID" val="custom20230269_4*l_h_i*1_3_1"/>
  <p:tag name="KSO_WM_TEMPLATE_CATEGORY" val="custom"/>
  <p:tag name="KSO_WM_TEMPLATE_INDEX" val="20230269"/>
  <p:tag name="KSO_WM_UNIT_LAYERLEVEL" val="1_1_1"/>
  <p:tag name="KSO_WM_TAG_VERSION" val="3.0"/>
  <p:tag name="KSO_WM_DIAGRAM_GROUP_CODE" val="l1-1"/>
  <p:tag name="KSO_WM_UNIT_TYPE" val="l_h_i"/>
  <p:tag name="KSO_WM_UNIT_INDEX" val="1_3_1"/>
  <p:tag name="KSO_WM_DIAGRAM_VERSION" val="3"/>
  <p:tag name="KSO_WM_DIAGRAM_MAX_ITEMCNT" val="6"/>
  <p:tag name="KSO_WM_DIAGRAM_MIN_ITEMCNT" val="2"/>
  <p:tag name="KSO_WM_DIAGRAM_VIRTUALLY_FRAME" val="{&quot;height&quot;:237.8000030517578,&quot;left&quot;:-51.64374015748031,&quot;top&quot;:195.8749984741211,&quot;width&quot;:845}"/>
  <p:tag name="KSO_WM_DIAGRAM_COLOR_TRICK" val="1"/>
  <p:tag name="KSO_WM_DIAGRAM_COLOR_TEXT_CAN_REMOVE" val="n"/>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13,&quot;pos&quot;:1,&quot;transparency&quot;:1},{&quot;brightness&quot;:0,&quot;colorType&quot;:1,&quot;foreColorIndex&quot;:6,&quot;pos&quot;:0.5099999904632568,&quot;transparency&quot;:0}],&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2"/>
  <p:tag name="KSO_WM_UNIT_ID" val="custom20230269_4*l_h_i*1_3_2"/>
  <p:tag name="KSO_WM_TEMPLATE_CATEGORY" val="custom"/>
  <p:tag name="KSO_WM_TEMPLATE_INDEX" val="20230269"/>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DIAGRAM_VERSION" val="3"/>
  <p:tag name="KSO_WM_DIAGRAM_MAX_ITEMCNT" val="6"/>
  <p:tag name="KSO_WM_DIAGRAM_MIN_ITEMCNT" val="2"/>
  <p:tag name="KSO_WM_DIAGRAM_VIRTUALLY_FRAME" val="{&quot;height&quot;:237.8000030517578,&quot;left&quot;:-51.64374015748031,&quot;top&quot;:195.8749984741211,&quot;width&quot;:845}"/>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PRESET_TEXT" val="03"/>
</p:tagLst>
</file>

<file path=ppt/tags/tag29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custom"/>
  <p:tag name="KSO_WM_TEMPLATE_INDEX" val="20230269"/>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UNIT_TYPE" val="l_h_a"/>
  <p:tag name="KSO_WM_UNIT_ID" val="custom20230269_4*l_h_a*1_3_1"/>
  <p:tag name="KSO_WM_DIAGRAM_VERSION" val="3"/>
  <p:tag name="KSO_WM_DIAGRAM_MAX_ITEMCNT" val="6"/>
  <p:tag name="KSO_WM_DIAGRAM_MIN_ITEMCNT" val="2"/>
  <p:tag name="KSO_WM_DIAGRAM_VIRTUALLY_FRAME" val="{&quot;height&quot;:237.8000030517578,&quot;left&quot;:-51.64374015748031,&quot;top&quot;:195.8749984741211,&quot;width&quot;:845}"/>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Lst>
</file>

<file path=ppt/tags/tag294.xml><?xml version="1.0" encoding="utf-8"?>
<p:tagLst xmlns:p="http://schemas.openxmlformats.org/presentationml/2006/main">
  <p:tag name="KSO_WM_BEAUTIFY_FLAG" val="#wm#"/>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9"/>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HIGHLIGHT" val="0"/>
  <p:tag name="KSO_WM_UNIT_COMPATIBLE" val="0"/>
  <p:tag name="KSO_WM_UNIT_DIAGRAM_ISNUMVISUAL" val="0"/>
  <p:tag name="KSO_WM_UNIT_DIAGRAM_ISREFERUNIT" val="0"/>
  <p:tag name="KSO_WM_UNIT_ID" val="custom20230269_4*l_h_i*1_4_1"/>
  <p:tag name="KSO_WM_TEMPLATE_CATEGORY" val="custom"/>
  <p:tag name="KSO_WM_TEMPLATE_INDEX" val="20230269"/>
  <p:tag name="KSO_WM_UNIT_LAYERLEVEL" val="1_1_1"/>
  <p:tag name="KSO_WM_TAG_VERSION" val="3.0"/>
  <p:tag name="KSO_WM_DIAGRAM_GROUP_CODE" val="l1-1"/>
  <p:tag name="KSO_WM_UNIT_TYPE" val="l_h_i"/>
  <p:tag name="KSO_WM_UNIT_INDEX" val="1_4_1"/>
  <p:tag name="KSO_WM_DIAGRAM_VERSION" val="3"/>
  <p:tag name="KSO_WM_DIAGRAM_MAX_ITEMCNT" val="6"/>
  <p:tag name="KSO_WM_DIAGRAM_MIN_ITEMCNT" val="2"/>
  <p:tag name="KSO_WM_DIAGRAM_VIRTUALLY_FRAME" val="{&quot;height&quot;:237.8000030517578,&quot;left&quot;:-51.64374015748031,&quot;top&quot;:195.8749984741211,&quot;width&quot;:845}"/>
  <p:tag name="KSO_WM_DIAGRAM_COLOR_TRICK" val="1"/>
  <p:tag name="KSO_WM_DIAGRAM_COLOR_TEXT_CAN_REMOVE" val="n"/>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13,&quot;pos&quot;:1,&quot;transparency&quot;:1},{&quot;brightness&quot;:0,&quot;colorType&quot;:1,&quot;foreColorIndex&quot;:6,&quot;pos&quot;:0.5099999904632568,&quot;transparency&quot;:0}],&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2"/>
  <p:tag name="KSO_WM_UNIT_ID" val="custom20230269_4*l_h_i*1_4_2"/>
  <p:tag name="KSO_WM_TEMPLATE_CATEGORY" val="custom"/>
  <p:tag name="KSO_WM_TEMPLATE_INDEX" val="20230269"/>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DIAGRAM_VERSION" val="3"/>
  <p:tag name="KSO_WM_DIAGRAM_MAX_ITEMCNT" val="6"/>
  <p:tag name="KSO_WM_DIAGRAM_MIN_ITEMCNT" val="2"/>
  <p:tag name="KSO_WM_DIAGRAM_VIRTUALLY_FRAME" val="{&quot;height&quot;:237.8000030517578,&quot;left&quot;:-51.64374015748031,&quot;top&quot;:195.8749984741211,&quot;width&quot;:845}"/>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PRESET_TEXT" val="04"/>
</p:tagLst>
</file>

<file path=ppt/tags/tag29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4_1"/>
  <p:tag name="KSO_WM_TEMPLATE_CATEGORY" val="custom"/>
  <p:tag name="KSO_WM_TEMPLATE_INDEX" val="20230269"/>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UNIT_TYPE" val="l_h_a"/>
  <p:tag name="KSO_WM_UNIT_ID" val="custom20230269_4*l_h_a*1_4_1"/>
  <p:tag name="KSO_WM_DIAGRAM_VERSION" val="3"/>
  <p:tag name="KSO_WM_DIAGRAM_MAX_ITEMCNT" val="6"/>
  <p:tag name="KSO_WM_DIAGRAM_MIN_ITEMCNT" val="2"/>
  <p:tag name="KSO_WM_DIAGRAM_VIRTUALLY_FRAME" val="{&quot;height&quot;:237.8000030517578,&quot;left&quot;:-51.64374015748031,&quot;top&quot;:195.8749984741211,&quot;width&quot;:845}"/>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Lst>
</file>

<file path=ppt/tags/tag297.xml><?xml version="1.0" encoding="utf-8"?>
<p:tagLst xmlns:p="http://schemas.openxmlformats.org/presentationml/2006/main">
  <p:tag name="KSO_WM_SLIDE_ID" val="custom20230269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269"/>
  <p:tag name="KSO_WM_SLIDE_TYPE" val="contents"/>
  <p:tag name="KSO_WM_SLIDE_SUBTYPE" val="diag"/>
  <p:tag name="KSO_WM_SLIDE_LAYOUT" val="a_l"/>
  <p:tag name="KSO_WM_SLIDE_LAYOUT_CNT" val="1_1"/>
  <p:tag name="KSO_WM_SPECIAL_SOURCE" val="bdnull"/>
  <p:tag name="KSO_WM_DIAGRAM_GROUP_CODE" val="l1-1"/>
  <p:tag name="KSO_WM_SLIDE_DIAGTYPE" val="l"/>
</p:tagLst>
</file>

<file path=ppt/tags/tag298.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69_7*e*1"/>
  <p:tag name="KSO_WM_TEMPLATE_CATEGORY" val="custom"/>
  <p:tag name="KSO_WM_TEMPLATE_INDEX" val="20230269"/>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PRESET_TEXT" val="01"/>
</p:tagLst>
</file>

<file path=ppt/tags/tag29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9_7*a*1"/>
  <p:tag name="KSO_WM_TEMPLATE_CATEGORY" val="custom"/>
  <p:tag name="KSO_WM_TEMPLATE_INDEX" val="20230269"/>
  <p:tag name="KSO_WM_UNIT_LAYERLEVEL" val="1"/>
  <p:tag name="KSO_WM_TAG_VERSION" val="3.0"/>
  <p:tag name="KSO_WM_BEAUTIFY_FLAG" val="#wm#"/>
  <p:tag name="KSO_WM_UNIT_CONTENT_GROUP_TYPE" val="contentchip"/>
  <p:tag name="KSO_WM_UNIT_PRESET_TEXT" val="输入章节标题"/>
</p:tagLst>
</file>

<file path=ppt/tags/tag300.xml><?xml version="1.0" encoding="utf-8"?>
<p:tagLst xmlns:p="http://schemas.openxmlformats.org/presentationml/2006/main">
  <p:tag name="KSO_WM_SLIDE_ID" val="custom20230269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269"/>
  <p:tag name="KSO_WM_SLIDE_TYPE" val="sectionTitle"/>
  <p:tag name="KSO_WM_SLIDE_SUBTYPE" val="pureTxt"/>
  <p:tag name="KSO_WM_SLIDE_LAYOUT" val="a_e"/>
  <p:tag name="KSO_WM_SLIDE_LAYOUT_CNT" val="1_1"/>
  <p:tag name="KSO_WM_SPECIAL_SOURCE" val="bdnull"/>
  <p:tag name="KSO_WM_SLIDE_CONTENT_AREA" val="{&quot;left&quot;:&quot;36.1&quot;,&quot;top&quot;:&quot;87.2&quot;,&quot;width&quot;:&quot;531.65&quot;,&quot;height&quot;:&quot;365.6&quot;}"/>
</p:tagLst>
</file>

<file path=ppt/tags/tag30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4431_1*a*1"/>
  <p:tag name="KSO_WM_TEMPLATE_CATEGORY" val="diagram"/>
  <p:tag name="KSO_WM_TEMPLATE_INDEX" val="20234431"/>
  <p:tag name="KSO_WM_UNIT_LAYERLEVEL" val="1"/>
  <p:tag name="KSO_WM_TAG_VERSION" val="3.0"/>
  <p:tag name="KSO_WM_BEAUTIFY_FLAG" val="#wm#"/>
  <p:tag name="KSO_WM_UNIT_DIAGRAM_CONTRAST_TITLE_CNT" val="0"/>
  <p:tag name="KSO_WM_UNIT_DIAGRAM_DIMENSION_TITLE_CNT" val="0"/>
  <p:tag name="KSO_WM_UNIT_PRESET_TEXT" val="单击此处添加标题"/>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4431_1*l_h_i*1_1_1"/>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UNIT_FILL_TYPE" val="3"/>
  <p:tag name="KSO_WM_DIAGRAM_MAX_ITEMCNT" val="2"/>
  <p:tag name="KSO_WM_DIAGRAM_MIN_ITEMCNT" val="2"/>
  <p:tag name="KSO_WM_DIAGRAM_VIRTUALLY_FRAME" val="{&quot;height&quot;:355.54322509765626,&quot;left&quot;:14.473381559116614,&quot;top&quot;:176.522009498416,&quot;width&quot;:697.570166015625}"/>
  <p:tag name="KSO_WM_DIAGRAM_COLOR_MATCH_VALUE" val="{&quot;shape&quot;:{&quot;fill&quot;:{&quot;gradient&quot;:[{&quot;brightness&quot;:0,&quot;colorType&quot;:1,&quot;foreColorIndex&quot;:5,&quot;pos&quot;:0.44999998807907104,&quot;transparency&quot;:0},{&quot;brightness&quot;:0,&quot;colorType&quot;:1,&quot;foreColorIndex&quot;:5,&quot;pos&quot;:0,&quot;transparency&quot;:1}],&quot;type&quot;:3},&quot;glow&quot;:{&quot;colorType&quot;:0},&quot;line&quot;:{&quot;gradient&quot;:[{&quot;brightness&quot;:-0.25,&quot;colorType&quot;:1,&quot;foreColorIndex&quot;:5,&quot;pos&quot;:0.4699999988079071,&quot;transparency&quot;:0},{&quot;brightness&quot;:0,&quot;colorType&quot;:1,&quot;foreColorIndex&quot;:14,&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4431_1*l_h_i*1_2_1"/>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UNIT_FILL_TYPE" val="3"/>
  <p:tag name="KSO_WM_DIAGRAM_MAX_ITEMCNT" val="2"/>
  <p:tag name="KSO_WM_DIAGRAM_MIN_ITEMCNT" val="2"/>
  <p:tag name="KSO_WM_DIAGRAM_VIRTUALLY_FRAME" val="{&quot;height&quot;:355.54322509765626,&quot;left&quot;:14.473381559116614,&quot;top&quot;:176.522009498416,&quot;width&quot;:697.570166015625}"/>
  <p:tag name="KSO_WM_DIAGRAM_COLOR_MATCH_VALUE" val="{&quot;shape&quot;:{&quot;fill&quot;:{&quot;gradient&quot;:[{&quot;brightness&quot;:0,&quot;colorType&quot;:1,&quot;foreColorIndex&quot;:5,&quot;pos&quot;:0.5600000023841858,&quot;transparency&quot;:0},{&quot;brightness&quot;:-0.05000000074505806,&quot;colorType&quot;:1,&quot;foreColorIndex&quot;:5,&quot;pos&quot;:1,&quot;transparency&quot;:1}],&quot;type&quot;:3},&quot;glow&quot;:{&quot;colorType&quot;:0},&quot;line&quot;:{&quot;gradient&quot;:[{&quot;brightness&quot;:-0.25,&quot;colorType&quot;:1,&quot;foreColorIndex&quot;:5,&quot;pos&quot;:0.5699999928474426,&quot;transparency&quot;:0},{&quot;brightness&quot;:0,&quot;colorType&quot;:1,&quot;foreColorIndex&quot;:14,&quot;pos&quot;:0,&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4431_1*l_i*1_1"/>
  <p:tag name="KSO_WM_TEMPLATE_CATEGORY" val="diagram"/>
  <p:tag name="KSO_WM_TEMPLATE_INDEX" val="20234431"/>
  <p:tag name="KSO_WM_UNIT_LAYERLEVEL" val="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355.54322509765626,&quot;left&quot;:14.473381559116614,&quot;top&quot;:176.522009498416,&quot;width&quot;:697.570166015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34431_1*l_i*1_2"/>
  <p:tag name="KSO_WM_TEMPLATE_CATEGORY" val="diagram"/>
  <p:tag name="KSO_WM_TEMPLATE_INDEX" val="20234431"/>
  <p:tag name="KSO_WM_UNIT_LAYERLEVEL" val="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2"/>
  <p:tag name="KSO_WM_DIAGRAM_MIN_ITEMCNT" val="2"/>
  <p:tag name="KSO_WM_DIAGRAM_VIRTUALLY_FRAME" val="{&quot;height&quot;:355.54322509765626,&quot;left&quot;:14.473381559116614,&quot;top&quot;:176.522009498416,&quot;width&quot;:697.570166015625}"/>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06.xml><?xml version="1.0" encoding="utf-8"?>
<p:tagLst xmlns:p="http://schemas.openxmlformats.org/presentationml/2006/main">
  <p:tag name="KSO_WM_UNIT_SUBTYPE" val="a"/>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4431_1*l_h_f*1_1_1"/>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UNIT_PRESET_TEXT" val="单击此处添加文本请&#10;言简意赅的阐述观点"/>
  <p:tag name="KSO_WM_DIAGRAM_MAX_ITEMCNT" val="2"/>
  <p:tag name="KSO_WM_DIAGRAM_MIN_ITEMCNT" val="2"/>
  <p:tag name="KSO_WM_DIAGRAM_VIRTUALLY_FRAME" val="{&quot;height&quot;:355.54322509765626,&quot;left&quot;:14.473381559116614,&quot;top&quot;:176.522009498416,&quot;width&quot;:697.5701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07.xml><?xml version="1.0" encoding="utf-8"?>
<p:tagLst xmlns:p="http://schemas.openxmlformats.org/presentationml/2006/main">
  <p:tag name="KSO_WM_UNIT_SUBTYPE" val="a"/>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4431_1*l_h_f*1_2_1"/>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UNIT_PRESET_TEXT" val="单击此处添加文本请&#10;言简意赅的阐述观点"/>
  <p:tag name="KSO_WM_DIAGRAM_MAX_ITEMCNT" val="2"/>
  <p:tag name="KSO_WM_DIAGRAM_MIN_ITEMCNT" val="2"/>
  <p:tag name="KSO_WM_DIAGRAM_VIRTUALLY_FRAME" val="{&quot;height&quot;:355.54322509765626,&quot;left&quot;:14.473381559116614,&quot;top&quot;:176.522009498416,&quot;width&quot;:697.5701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5"/>
  <p:tag name="KSO_WM_UNIT_ID" val="diagram20234431_1*l_i*1_5"/>
  <p:tag name="KSO_WM_TEMPLATE_CATEGORY" val="diagram"/>
  <p:tag name="KSO_WM_TEMPLATE_INDEX" val="20234431"/>
  <p:tag name="KSO_WM_UNIT_LAYERLEVEL" val="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VIRTUALLY_FRAME" val="{&quot;height&quot;:355.54322509765626,&quot;left&quot;:14.473381559116614,&quot;top&quot;:176.522009498416,&quot;width&quot;:697.570166015625}"/>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4"/>
  <p:tag name="KSO_WM_UNIT_ID" val="diagram20234431_1*l_i*1_4"/>
  <p:tag name="KSO_WM_TEMPLATE_CATEGORY" val="diagram"/>
  <p:tag name="KSO_WM_TEMPLATE_INDEX" val="20234431"/>
  <p:tag name="KSO_WM_UNIT_LAYERLEVEL" val="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355.54322509765626,&quot;left&quot;:14.473381559116614,&quot;top&quot;:176.522009498416,&quot;width&quot;:697.5701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34431_1*l_i*1_3"/>
  <p:tag name="KSO_WM_TEMPLATE_CATEGORY" val="diagram"/>
  <p:tag name="KSO_WM_TEMPLATE_INDEX" val="20234431"/>
  <p:tag name="KSO_WM_UNIT_LAYERLEVEL" val="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355.54322509765626,&quot;left&quot;:14.473381559116614,&quot;top&quot;:176.522009498416,&quot;width&quot;:697.5701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4431_1*l_h_i*1_1_2"/>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2"/>
  <p:tag name="KSO_WM_DIAGRAM_MIN_ITEMCNT" val="2"/>
  <p:tag name="KSO_WM_DIAGRAM_VIRTUALLY_FRAME" val="{&quot;height&quot;:355.54322509765626,&quot;left&quot;:14.473381559116614,&quot;top&quot;:176.522009498416,&quot;width&quot;:697.570166015625}"/>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4431_1*l_h_i*1_2_2"/>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2"/>
  <p:tag name="KSO_WM_DIAGRAM_MIN_ITEMCNT" val="2"/>
  <p:tag name="KSO_WM_DIAGRAM_VIRTUALLY_FRAME" val="{&quot;height&quot;:355.54322509765626,&quot;left&quot;:14.473381559116614,&quot;top&quot;:176.522009498416,&quot;width&quot;:697.570166015625}"/>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13.xml><?xml version="1.0" encoding="utf-8"?>
<p:tagLst xmlns:p="http://schemas.openxmlformats.org/presentationml/2006/main">
  <p:tag name="KSO_WM_UNIT_VALUE" val="87*87"/>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4431_1*l_h_x*1_1_1"/>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355.54322509765626,&quot;left&quot;:14.473381559116614,&quot;top&quot;:176.522009498416,&quot;width&quot;:697.570166015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314.xml><?xml version="1.0" encoding="utf-8"?>
<p:tagLst xmlns:p="http://schemas.openxmlformats.org/presentationml/2006/main">
  <p:tag name="KSO_WM_UNIT_VALUE" val="87*87"/>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4431_1*l_h_x*1_2_1"/>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355.54322509765626,&quot;left&quot;:14.473381559116614,&quot;top&quot;:176.522009498416,&quot;width&quot;:697.570166015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315.xml><?xml version="1.0" encoding="utf-8"?>
<p:tagLst xmlns:p="http://schemas.openxmlformats.org/presentationml/2006/main">
  <p:tag name="KSO_WM_SLIDE_ID" val="diagram20234431_1"/>
  <p:tag name="KSO_WM_TEMPLATE_SUBCATEGORY" val="0"/>
  <p:tag name="KSO_WM_TEMPLATE_MASTER_TYPE" val="0"/>
  <p:tag name="KSO_WM_TEMPLATE_COLOR_TYPE" val="0"/>
  <p:tag name="KSO_WM_SLIDE_ITEM_CNT" val="2"/>
  <p:tag name="KSO_WM_SLIDE_INDEX" val="1"/>
  <p:tag name="KSO_WM_DIAGRAM_GROUP_CODE" val="l1-1"/>
  <p:tag name="KSO_WM_SLIDE_DIAGTYPE" val="l"/>
  <p:tag name="KSO_WM_TAG_VERSION" val="3.0"/>
  <p:tag name="KSO_WM_BEAUTIFY_FLAG" val="#wm#"/>
  <p:tag name="KSO_WM_TEMPLATE_CATEGORY" val="diagram"/>
  <p:tag name="KSO_WM_TEMPLATE_INDEX" val="20234431"/>
  <p:tag name="KSO_WM_SLIDE_LAYOUT" val="a_l"/>
  <p:tag name="KSO_WM_SLIDE_LAYOUT_CNT" val="1_1"/>
  <p:tag name="KSO_WM_SLIDE_TYPE" val="text"/>
  <p:tag name="KSO_WM_SLIDE_SUBTYPE" val="picTxt"/>
  <p:tag name="KSO_WM_SLIDE_SIZE" val="802.67*220.993"/>
  <p:tag name="KSO_WM_SLIDE_POSITION" val="79.3428*182.195"/>
</p:tagLst>
</file>

<file path=ppt/tags/tag316.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69_7*e*1"/>
  <p:tag name="KSO_WM_TEMPLATE_CATEGORY" val="custom"/>
  <p:tag name="KSO_WM_TEMPLATE_INDEX" val="20230269"/>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PRESET_TEXT" val="01"/>
</p:tagLst>
</file>

<file path=ppt/tags/tag31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9_7*a*1"/>
  <p:tag name="KSO_WM_TEMPLATE_CATEGORY" val="custom"/>
  <p:tag name="KSO_WM_TEMPLATE_INDEX" val="20230269"/>
  <p:tag name="KSO_WM_UNIT_LAYERLEVEL" val="1"/>
  <p:tag name="KSO_WM_TAG_VERSION" val="3.0"/>
  <p:tag name="KSO_WM_BEAUTIFY_FLAG" val="#wm#"/>
  <p:tag name="KSO_WM_UNIT_CONTENT_GROUP_TYPE" val="contentchip"/>
  <p:tag name="KSO_WM_UNIT_PRESET_TEXT" val="输入章节标题"/>
</p:tagLst>
</file>

<file path=ppt/tags/tag318.xml><?xml version="1.0" encoding="utf-8"?>
<p:tagLst xmlns:p="http://schemas.openxmlformats.org/presentationml/2006/main">
  <p:tag name="KSO_WM_SLIDE_ID" val="custom20230269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269"/>
  <p:tag name="KSO_WM_SLIDE_TYPE" val="sectionTitle"/>
  <p:tag name="KSO_WM_SLIDE_SUBTYPE" val="pureTxt"/>
  <p:tag name="KSO_WM_SLIDE_LAYOUT" val="a_e"/>
  <p:tag name="KSO_WM_SLIDE_LAYOUT_CNT" val="1_1"/>
  <p:tag name="KSO_WM_SPECIAL_SOURCE" val="bdnull"/>
  <p:tag name="KSO_WM_SLIDE_CONTENT_AREA" val="{&quot;left&quot;:&quot;36.1&quot;,&quot;top&quot;:&quot;87.2&quot;,&quot;width&quot;:&quot;531.65&quot;,&quot;height&quot;:&quot;365.6&quot;}"/>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1860_1*a*1"/>
  <p:tag name="KSO_WM_TEMPLATE_CATEGORY" val="custom"/>
  <p:tag name="KSO_WM_TEMPLATE_INDEX" val="20231860"/>
  <p:tag name="KSO_WM_UNIT_LAYERLEVEL" val="1"/>
  <p:tag name="KSO_WM_TAG_VERSION" val="3.0"/>
  <p:tag name="KSO_WM_BEAUTIFY_FLAG" val="#wm#"/>
  <p:tag name="KSO_WM_UNIT_ISCONTENTSTITLE" val="0"/>
  <p:tag name="KSO_WM_UNIT_ISNUMDGMTITLE" val="0"/>
  <p:tag name="KSO_WM_UNIT_NOCLEAR" val="0"/>
  <p:tag name="KSO_WM_UNIT_VALUE" val="30"/>
  <p:tag name="KSO_WM_DIAGRAM_GROUP_CODE" val="n1-1"/>
  <p:tag name="KSO_WM_UNIT_TYPE" val="a"/>
  <p:tag name="KSO_WM_UNIT_INDEX" val="1"/>
  <p:tag name="KSO_WM_UNIT_PRESET_TEXT" val="单击此处添加标题"/>
</p:tagLst>
</file>

<file path=ppt/tags/tag32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i*1_1_2"/>
  <p:tag name="KSO_WM_TEMPLATE_CATEGORY" val="diagram"/>
  <p:tag name="KSO_WM_TEMPLATE_INDEX" val="20230957"/>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2"/>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solid&quot;:{&quot;brightness&quot;:0.800000011920929,&quot;colorType&quot;:1,&quot;foreColorIndex&quot;:5,&quot;transparency&quot;:0.400000005960464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8"/>
</p:tagLst>
</file>

<file path=ppt/tags/tag32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i*1_1_1"/>
  <p:tag name="KSO_WM_TEMPLATE_CATEGORY" val="diagram"/>
  <p:tag name="KSO_WM_TEMPLATE_INDEX" val="20230957"/>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4900000095367431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322.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4"/>
  <p:tag name="KSO_WM_UNIT_ID" val="diagram20230957_3*n_h_i*1_1_4"/>
  <p:tag name="KSO_WM_TEMPLATE_CATEGORY" val="diagram"/>
  <p:tag name="KSO_WM_TEMPLATE_INDEX" val="20230957"/>
  <p:tag name="KSO_WM_UNIT_LAYERLEVEL" val="1_1_1"/>
  <p:tag name="KSO_WM_TAG_VERSION" val="3.0"/>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gradient&quot;:[{&quot;brightness&quot;:0,&quot;colorType&quot;:1,&quot;foreColorIndex&quot;:5,&quot;pos&quot;:1,&quot;transparency&quot;:0},{&quot;brightness&quot;:0.20000000298023224,&quot;colorType&quot;:1,&quot;foreColorIndex&quot;:5,&quot;pos&quot;:0.5,&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32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i*1_1_3"/>
  <p:tag name="KSO_WM_TEMPLATE_CATEGORY" val="diagram"/>
  <p:tag name="KSO_WM_TEMPLATE_INDEX" val="20230957"/>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3"/>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type&quot;:0},&quot;glow&quot;:{&quot;colorType&quot;:0},&quot;line&quot;:{&quot;solidLine&quot;:{&quot;brightness&quot;:0,&quot;colorType&quot;:1,&quot;foreColorIndex&quot;:5,&quot;transparency&quot;:0},&quot;type&quot;:1},&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Lst>
</file>

<file path=ppt/tags/tag32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4_2"/>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4_2"/>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6000000238418579,&quot;transparency&quot;:0}],&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2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3_1"/>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3_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gradient&quot;:[{&quot;brightness&quot;:0.20000000298023224,&quot;colorType&quot;:1,&quot;foreColorIndex&quot;:5,&quot;pos&quot;:0.5,&quot;transparency&quot;:0},{&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32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4_1"/>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4_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gradient&quot;:[{&quot;brightness&quot;:0.20000000298023224,&quot;colorType&quot;:1,&quot;foreColorIndex&quot;:5,&quot;pos&quot;:0.5,&quot;transparency&quot;:0},{&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32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1_1"/>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1_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gradient&quot;:[{&quot;brightness&quot;:0.20000000298023224,&quot;colorType&quot;:1,&quot;foreColorIndex&quot;:5,&quot;pos&quot;:0.5,&quot;transparency&quot;:0},{&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32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2_1"/>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2_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gradient&quot;:[{&quot;brightness&quot;:0.20000000298023224,&quot;colorType&quot;:1,&quot;foreColorIndex&quot;:5,&quot;pos&quot;:0.5,&quot;transparency&quot;:0},{&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32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57_3*n_h_h_f*1_2_1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项正文，文字是您思想的提炼"/>
</p:tagLst>
</file>

<file path=ppt/tags/tag33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0957_3*n_h_h_a*1_2_1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项标题"/>
</p:tagLst>
</file>

<file path=ppt/tags/tag33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4_1"/>
  <p:tag name="KSO_WM_UNIT_ID" val="diagram20230957_3*n_h_h_f*1_2_4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项正文，文字是您思想的提炼"/>
</p:tagLst>
</file>

<file path=ppt/tags/tag33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4_1"/>
  <p:tag name="KSO_WM_UNIT_ID" val="diagram20230957_3*n_h_h_a*1_2_4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项标题"/>
</p:tagLst>
</file>

<file path=ppt/tags/tag33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0957_3*n_h_h_f*1_2_2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项正文，文字是您思想的提炼"/>
</p:tagLst>
</file>

<file path=ppt/tags/tag33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0957_3*n_h_h_a*1_2_2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项标题"/>
</p:tagLst>
</file>

<file path=ppt/tags/tag33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0957_3*n_h_h_f*1_2_3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项正文，文字是您思想的提炼"/>
</p:tagLst>
</file>

<file path=ppt/tags/tag33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3_1"/>
  <p:tag name="KSO_WM_UNIT_ID" val="diagram20230957_3*n_h_h_a*1_2_3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项标题"/>
</p:tagLst>
</file>

<file path=ppt/tags/tag33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1_2"/>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1_2"/>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6000000238418579,&quot;transparency&quot;:0}],&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3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2_2"/>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2_2"/>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6000000238418579,&quot;transparency&quot;:0}],&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3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3_2"/>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3_2"/>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6000000238418579,&quot;transparency&quot;:0}],&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4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a"/>
  <p:tag name="KSO_WM_UNIT_INDEX" val="1_1_1"/>
  <p:tag name="KSO_WM_UNIT_ID" val="diagram20230957_3*n_h_a*1_1_1"/>
  <p:tag name="KSO_WM_TEMPLATE_CATEGORY" val="diagram"/>
  <p:tag name="KSO_WM_TEMPLATE_INDEX" val="20230957"/>
  <p:tag name="KSO_WM_UNIT_LAYERLEVEL" val="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标题"/>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57_3*n_h_h_x*1_2_1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UNIT_VALUE" val="73*73"/>
  <p:tag name="KSO_WM_UNIT_TYPE" val="n_h_h_x"/>
  <p:tag name="KSO_WM_UNIT_INDEX" val="1_2_1_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57_3*n_h_h_x*1_2_4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UNIT_VALUE" val="70*73"/>
  <p:tag name="KSO_WM_UNIT_TYPE" val="n_h_h_x"/>
  <p:tag name="KSO_WM_UNIT_INDEX" val="1_2_4_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57_3*n_h_h_x*1_2_3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UNIT_VALUE" val="68*73"/>
  <p:tag name="KSO_WM_UNIT_TYPE" val="n_h_h_x"/>
  <p:tag name="KSO_WM_UNIT_INDEX" val="1_2_3_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57_3*n_h_h_x*1_2_2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UNIT_VALUE" val="73*73"/>
  <p:tag name="KSO_WM_UNIT_TYPE" val="n_h_h_x"/>
  <p:tag name="KSO_WM_UNIT_INDEX" val="1_2_2_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57_3*n_h_x*1_1_1"/>
  <p:tag name="KSO_WM_TEMPLATE_CATEGORY" val="diagram"/>
  <p:tag name="KSO_WM_TEMPLATE_INDEX" val="20230957"/>
  <p:tag name="KSO_WM_UNIT_LAYERLEVEL" val="1_1_1"/>
  <p:tag name="KSO_WM_TAG_VERSION" val="3.0"/>
  <p:tag name="KSO_WM_BEAUTIFY_FLAG" val="#wm#"/>
  <p:tag name="KSO_WM_DIAGRAM_VERSION" val="3"/>
  <p:tag name="KSO_WM_DIAGRAM_COLOR_TRICK" val="1"/>
  <p:tag name="KSO_WM_DIAGRAM_COLOR_TEXT_CAN_REMOVE" val="n"/>
  <p:tag name="KSO_WM_UNIT_VALUE" val="111*120"/>
  <p:tag name="KSO_WM_UNIT_TYPE" val="n_h_x"/>
  <p:tag name="KSO_WM_UNIT_INDEX" val="1_1_1"/>
  <p:tag name="KSO_WM_DIAGRAM_MAX_ITEMCNT" val="6"/>
  <p:tag name="KSO_WM_DIAGRAM_MIN_ITEMCNT" val="2"/>
  <p:tag name="KSO_WM_DIAGRAM_VIRTUALLY_FRAME" val="{&quot;height&quot;:386.7999969482422,&quot;left&quot;:25.45,&quot;top&quot;:132.0000030517578,&quot;width&quot;:881.200012207031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57_3*n_h_h_i*1_2_1_1"/>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1_1"/>
  <p:tag name="KSO_WM_DIAGRAM_MAX_ITEMCNT" val="6"/>
  <p:tag name="KSO_WM_DIAGRAM_MIN_ITEMCNT" val="2"/>
  <p:tag name="KSO_WM_DIAGRAM_VIRTUALLY_FRAME" val="{&quot;height&quot;:386.7999969482422,&quot;left&quot;:40.65,&quot;top&quot;:132.0000030517578,&quot;width&quot;:866.0000122070312}"/>
  <p:tag name="KSO_WM_DIAGRAM_COLOR_MATCH_VALUE" val="{&quot;shape&quot;:{&quot;fill&quot;:{&quot;gradient&quot;:[{&quot;brightness&quot;:0.20000000298023224,&quot;colorType&quot;:1,&quot;foreColorIndex&quot;:5,&quot;pos&quot;:0.5,&quot;transparency&quot;:0},{&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347.xml><?xml version="1.0" encoding="utf-8"?>
<p:tagLst xmlns:p="http://schemas.openxmlformats.org/presentationml/2006/main">
  <p:tag name="KSO_WM_UNIT_VALUE" val="87*87"/>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4431_1*l_h_x*1_1_1"/>
  <p:tag name="KSO_WM_TEMPLATE_CATEGORY" val="diagram"/>
  <p:tag name="KSO_WM_TEMPLATE_INDEX" val="20234431"/>
  <p:tag name="KSO_WM_UNIT_LAYERLEVEL" val="1_1_1"/>
  <p:tag name="KSO_WM_TAG_VERSION" val="3.0"/>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355.54322509765626,&quot;left&quot;:14.473381559116614,&quot;top&quot;:176.522009498416,&quot;width&quot;:697.570166015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34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0957_3*n_h_h_a*1_2_1_1"/>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86.7999969482422,&quot;left&quot;:40.65,&quot;top&quot;:132.0000030517578,&quot;width&quot;:866.00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项标题"/>
</p:tagLst>
</file>

<file path=ppt/tags/tag349.xml><?xml version="1.0" encoding="utf-8"?>
<p:tagLst xmlns:p="http://schemas.openxmlformats.org/presentationml/2006/main">
  <p:tag name="KSO_WM_SLIDE_ID" val="custom20231860_1"/>
  <p:tag name="KSO_WM_TEMPLATE_SUBCATEGORY" val="0"/>
  <p:tag name="KSO_WM_TEMPLATE_MASTER_TYPE" val="0"/>
  <p:tag name="KSO_WM_TEMPLATE_COLOR_TYPE" val="0"/>
  <p:tag name="KSO_WM_SLIDE_ITEM_CNT" val="4"/>
  <p:tag name="KSO_WM_SLIDE_INDEX" val="1"/>
  <p:tag name="KSO_WM_TAG_VERSION" val="3.0"/>
  <p:tag name="KSO_WM_BEAUTIFY_FLAG" val="#wm#"/>
  <p:tag name="KSO_WM_TEMPLATE_CATEGORY" val="custom"/>
  <p:tag name="KSO_WM_TEMPLATE_INDEX" val="20231860"/>
  <p:tag name="KSO_WM_SLIDE_TYPE" val="text"/>
  <p:tag name="KSO_WM_SLIDE_SUBTYPE" val="diag"/>
  <p:tag name="KSO_WM_SLIDE_SIZE" val="852*340.7"/>
  <p:tag name="KSO_WM_SLIDE_POSITION" val="54.2*148.1"/>
  <p:tag name="KSO_WM_SLIDE_LAYOUT" val="a_n"/>
  <p:tag name="KSO_WM_SLIDE_LAYOUT_CNT" val="1_1"/>
  <p:tag name="KSO_WM_SPECIAL_SOURCE" val="bdnull"/>
  <p:tag name="KSO_WM_DIAGRAM_GROUP_CODE" val="n1-1"/>
  <p:tag name="KSO_WM_SLIDE_DIAGTYPE" val="n"/>
</p:tagLst>
</file>

<file path=ppt/tags/tag350.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69_7*e*1"/>
  <p:tag name="KSO_WM_TEMPLATE_CATEGORY" val="custom"/>
  <p:tag name="KSO_WM_TEMPLATE_INDEX" val="20230269"/>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PRESET_TEXT" val="01"/>
</p:tagLst>
</file>

<file path=ppt/tags/tag35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9_7*a*1"/>
  <p:tag name="KSO_WM_TEMPLATE_CATEGORY" val="custom"/>
  <p:tag name="KSO_WM_TEMPLATE_INDEX" val="20230269"/>
  <p:tag name="KSO_WM_UNIT_LAYERLEVEL" val="1"/>
  <p:tag name="KSO_WM_TAG_VERSION" val="3.0"/>
  <p:tag name="KSO_WM_BEAUTIFY_FLAG" val="#wm#"/>
  <p:tag name="KSO_WM_UNIT_CONTENT_GROUP_TYPE" val="contentchip"/>
  <p:tag name="KSO_WM_UNIT_PRESET_TEXT" val="输入章节标题"/>
</p:tagLst>
</file>

<file path=ppt/tags/tag352.xml><?xml version="1.0" encoding="utf-8"?>
<p:tagLst xmlns:p="http://schemas.openxmlformats.org/presentationml/2006/main">
  <p:tag name="KSO_WM_SLIDE_ID" val="custom20230269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269"/>
  <p:tag name="KSO_WM_SLIDE_TYPE" val="sectionTitle"/>
  <p:tag name="KSO_WM_SLIDE_SUBTYPE" val="pureTxt"/>
  <p:tag name="KSO_WM_SLIDE_LAYOUT" val="a_e"/>
  <p:tag name="KSO_WM_SLIDE_LAYOUT_CNT" val="1_1"/>
  <p:tag name="KSO_WM_SPECIAL_SOURCE" val="bdnull"/>
  <p:tag name="KSO_WM_SLIDE_CONTENT_AREA" val="{&quot;left&quot;:&quot;36.1&quot;,&quot;top&quot;:&quot;87.2&quot;,&quot;width&quot;:&quot;531.65&quot;,&quot;height&quot;:&quot;365.6&quot;}"/>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01_5*n_h_h_i*1_2_1_1"/>
  <p:tag name="KSO_WM_TEMPLATE_CATEGORY" val="diagram"/>
  <p:tag name="KSO_WM_TEMPLATE_INDEX" val="20231701"/>
  <p:tag name="KSO_WM_UNIT_LAYERLEVEL" val="1_1_1_1"/>
  <p:tag name="KSO_WM_TAG_VERSION" val="3.0"/>
  <p:tag name="KSO_WM_BEAUTIFY_FLAG" val="#wm#"/>
  <p:tag name="KSO_WM_DIAGRAM_VERSION" val="3"/>
  <p:tag name="KSO_WM_DIAGRAM_COLOR_TRICK" val="2"/>
  <p:tag name="KSO_WM_DIAGRAM_COLOR_TEXT_CAN_REMOVE" val="n"/>
  <p:tag name="KSO_WM_DIAGRAM_GROUP_CODE" val="n1-1"/>
  <p:tag name="KSO_WM_UNIT_TYPE" val="n_h_h_i"/>
  <p:tag name="KSO_WM_UNIT_INDEX" val="1_2_1_1"/>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gradient&quot;:[{&quot;brightness&quot;:0.800000011920929,&quot;colorType&quot;:1,&quot;foreColorIndex&quot;:6,&quot;pos&quot;:0,&quot;transparency&quot;:0},{&quot;brightness&quot;:0,&quot;colorType&quot;:1,&quot;foreColorIndex&quot;:6,&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01_5*n_h_h_i*1_2_3_1"/>
  <p:tag name="KSO_WM_TEMPLATE_CATEGORY" val="diagram"/>
  <p:tag name="KSO_WM_TEMPLATE_INDEX" val="20231701"/>
  <p:tag name="KSO_WM_UNIT_LAYERLEVEL" val="1_1_1_1"/>
  <p:tag name="KSO_WM_TAG_VERSION" val="3.0"/>
  <p:tag name="KSO_WM_BEAUTIFY_FLAG" val="#wm#"/>
  <p:tag name="KSO_WM_DIAGRAM_VERSION" val="3"/>
  <p:tag name="KSO_WM_DIAGRAM_COLOR_TRICK" val="2"/>
  <p:tag name="KSO_WM_DIAGRAM_COLOR_TEXT_CAN_REMOVE" val="n"/>
  <p:tag name="KSO_WM_DIAGRAM_GROUP_CODE" val="n1-1"/>
  <p:tag name="KSO_WM_UNIT_TYPE" val="n_h_h_i"/>
  <p:tag name="KSO_WM_UNIT_INDEX" val="1_2_3_1"/>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gradient&quot;:[{&quot;brightness&quot;:0.800000011920929,&quot;colorType&quot;:1,&quot;foreColorIndex&quot;:6,&quot;pos&quot;:0,&quot;transparency&quot;:0},{&quot;brightness&quot;:0,&quot;colorType&quot;:1,&quot;foreColorIndex&quot;:6,&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01_5*n_h_h_i*1_2_4_1"/>
  <p:tag name="KSO_WM_TEMPLATE_CATEGORY" val="diagram"/>
  <p:tag name="KSO_WM_TEMPLATE_INDEX" val="20231701"/>
  <p:tag name="KSO_WM_UNIT_LAYERLEVEL" val="1_1_1_1"/>
  <p:tag name="KSO_WM_TAG_VERSION" val="3.0"/>
  <p:tag name="KSO_WM_BEAUTIFY_FLAG" val="#wm#"/>
  <p:tag name="KSO_WM_DIAGRAM_VERSION" val="3"/>
  <p:tag name="KSO_WM_DIAGRAM_COLOR_TRICK" val="2"/>
  <p:tag name="KSO_WM_DIAGRAM_COLOR_TEXT_CAN_REMOVE" val="n"/>
  <p:tag name="KSO_WM_DIAGRAM_GROUP_CODE" val="n1-1"/>
  <p:tag name="KSO_WM_UNIT_TYPE" val="n_h_h_i"/>
  <p:tag name="KSO_WM_UNIT_INDEX" val="1_2_4_1"/>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gradient&quot;:[{&quot;brightness&quot;:0.800000011920929,&quot;colorType&quot;:1,&quot;foreColorIndex&quot;:6,&quot;pos&quot;:1,&quot;transparency&quot;:0},{&quot;brightness&quot;:0,&quot;colorType&quot;:1,&quot;foreColorIndex&quot;:6,&quot;pos&quot;:0,&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01_5*n_h_h_i*1_2_6_1"/>
  <p:tag name="KSO_WM_TEMPLATE_CATEGORY" val="diagram"/>
  <p:tag name="KSO_WM_TEMPLATE_INDEX" val="20231701"/>
  <p:tag name="KSO_WM_UNIT_LAYERLEVEL" val="1_1_1_1"/>
  <p:tag name="KSO_WM_TAG_VERSION" val="3.0"/>
  <p:tag name="KSO_WM_BEAUTIFY_FLAG" val="#wm#"/>
  <p:tag name="KSO_WM_DIAGRAM_VERSION" val="3"/>
  <p:tag name="KSO_WM_DIAGRAM_COLOR_TRICK" val="2"/>
  <p:tag name="KSO_WM_DIAGRAM_COLOR_TEXT_CAN_REMOVE" val="n"/>
  <p:tag name="KSO_WM_DIAGRAM_GROUP_CODE" val="n1-1"/>
  <p:tag name="KSO_WM_UNIT_TYPE" val="n_h_h_i"/>
  <p:tag name="KSO_WM_UNIT_INDEX" val="1_2_6_1"/>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gradient&quot;:[{&quot;brightness&quot;:0.800000011920929,&quot;colorType&quot;:1,&quot;foreColorIndex&quot;:6,&quot;pos&quot;:1,&quot;transparency&quot;:0},{&quot;brightness&quot;:0,&quot;colorType&quot;:1,&quot;foreColorIndex&quot;:6,&quot;pos&quot;:0,&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01_5*n_h_h_i*1_2_5_1"/>
  <p:tag name="KSO_WM_TEMPLATE_CATEGORY" val="diagram"/>
  <p:tag name="KSO_WM_TEMPLATE_INDEX" val="20231701"/>
  <p:tag name="KSO_WM_UNIT_LAYERLEVEL" val="1_1_1_1"/>
  <p:tag name="KSO_WM_TAG_VERSION" val="3.0"/>
  <p:tag name="KSO_WM_BEAUTIFY_FLAG" val="#wm#"/>
  <p:tag name="KSO_WM_DIAGRAM_VERSION" val="3"/>
  <p:tag name="KSO_WM_DIAGRAM_COLOR_TRICK" val="2"/>
  <p:tag name="KSO_WM_DIAGRAM_COLOR_TEXT_CAN_REMOVE" val="n"/>
  <p:tag name="KSO_WM_DIAGRAM_GROUP_CODE" val="n1-1"/>
  <p:tag name="KSO_WM_UNIT_TYPE" val="n_h_h_i"/>
  <p:tag name="KSO_WM_UNIT_INDEX" val="1_2_5_1"/>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gradient&quot;:[{&quot;brightness&quot;:0.800000011920929,&quot;colorType&quot;:1,&quot;foreColorIndex&quot;:6,&quot;pos&quot;:1,&quot;transparency&quot;:0},{&quot;brightness&quot;:0,&quot;colorType&quot;:1,&quot;foreColorIndex&quot;:6,&quot;pos&quot;:0,&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01_5*n_h_h_i*1_2_2_1"/>
  <p:tag name="KSO_WM_TEMPLATE_CATEGORY" val="diagram"/>
  <p:tag name="KSO_WM_TEMPLATE_INDEX" val="20231701"/>
  <p:tag name="KSO_WM_UNIT_LAYERLEVEL" val="1_1_1_1"/>
  <p:tag name="KSO_WM_TAG_VERSION" val="3.0"/>
  <p:tag name="KSO_WM_BEAUTIFY_FLAG" val="#wm#"/>
  <p:tag name="KSO_WM_DIAGRAM_VERSION" val="3"/>
  <p:tag name="KSO_WM_DIAGRAM_COLOR_TRICK" val="2"/>
  <p:tag name="KSO_WM_DIAGRAM_COLOR_TEXT_CAN_REMOVE" val="n"/>
  <p:tag name="KSO_WM_DIAGRAM_GROUP_CODE" val="n1-1"/>
  <p:tag name="KSO_WM_UNIT_TYPE" val="n_h_h_i"/>
  <p:tag name="KSO_WM_UNIT_INDEX" val="1_2_2_1"/>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gradient&quot;:[{&quot;brightness&quot;:0.800000011920929,&quot;colorType&quot;:1,&quot;foreColorIndex&quot;:6,&quot;pos&quot;:0,&quot;transparency&quot;:0},{&quot;brightness&quot;:0,&quot;colorType&quot;:1,&quot;foreColorIndex&quot;:6,&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01_5*n_h_h_i*1_2_6_2"/>
  <p:tag name="KSO_WM_TEMPLATE_CATEGORY" val="diagram"/>
  <p:tag name="KSO_WM_TEMPLATE_INDEX" val="20231701"/>
  <p:tag name="KSO_WM_UNIT_LAYERLEVEL" val="1_1_1_1"/>
  <p:tag name="KSO_WM_TAG_VERSION" val="3.0"/>
  <p:tag name="KSO_WM_BEAUTIFY_FLAG" val="#wm#"/>
  <p:tag name="KSO_WM_DIAGRAM_VERSION" val="3"/>
  <p:tag name="KSO_WM_DIAGRAM_COLOR_TRICK" val="2"/>
  <p:tag name="KSO_WM_DIAGRAM_COLOR_TEXT_CAN_REMOVE" val="n"/>
  <p:tag name="KSO_WM_DIAGRAM_GROUP_CODE" val="n1-1"/>
  <p:tag name="KSO_WM_UNIT_TYPE" val="n_h_h_i"/>
  <p:tag name="KSO_WM_UNIT_INDEX" val="1_2_6_2"/>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gradient&quot;:[{&quot;brightness&quot;:0,&quot;colorType&quot;:1,&quot;foreColorIndex&quot;:5,&quot;pos&quot;:0,&quot;transparency&quot;:0},{&quot;brightness&quot;:0,&quot;colorType&quot;:1,&quot;foreColorIndex&quot;:6,&quot;pos&quot;:1,&quot;transparency&quot;:0}],&quot;type&quot;:3},&quot;glow&quot;:{&quot;colorType&quot;:0},&quot;line&quot;:{&quot;solidLine&quot;:{&quot;brightness&quot;:0,&quot;colorType&quot;:1,&quot;foreColorIndex&quot;:2,&quot;transparency&quot;:0},&quot;type&quot;:1},&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2"/>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01_5*n_h_h_i*1_2_5_2"/>
  <p:tag name="KSO_WM_TEMPLATE_CATEGORY" val="diagram"/>
  <p:tag name="KSO_WM_TEMPLATE_INDEX" val="20231701"/>
  <p:tag name="KSO_WM_UNIT_LAYERLEVEL" val="1_1_1_1"/>
  <p:tag name="KSO_WM_TAG_VERSION" val="3.0"/>
  <p:tag name="KSO_WM_BEAUTIFY_FLAG" val="#wm#"/>
  <p:tag name="KSO_WM_DIAGRAM_VERSION" val="3"/>
  <p:tag name="KSO_WM_DIAGRAM_COLOR_TRICK" val="2"/>
  <p:tag name="KSO_WM_DIAGRAM_COLOR_TEXT_CAN_REMOVE" val="n"/>
  <p:tag name="KSO_WM_DIAGRAM_GROUP_CODE" val="n1-1"/>
  <p:tag name="KSO_WM_UNIT_TYPE" val="n_h_h_i"/>
  <p:tag name="KSO_WM_UNIT_INDEX" val="1_2_5_2"/>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gradient&quot;:[{&quot;brightness&quot;:0,&quot;colorType&quot;:1,&quot;foreColorIndex&quot;:7,&quot;pos&quot;:0,&quot;transparency&quot;:0},{&quot;brightness&quot;:0,&quot;colorType&quot;:1,&quot;foreColorIndex&quot;:6,&quot;pos&quot;:1,&quot;transparency&quot;:0}],&quot;type&quot;:3},&quot;glow&quot;:{&quot;colorType&quot;:0},&quot;line&quot;:{&quot;solidLine&quot;:{&quot;brightness&quot;:0,&quot;colorType&quot;:1,&quot;foreColorIndex&quot;:2,&quot;transparency&quot;:0},&quot;type&quot;:1},&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2"/>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01_5*n_h_h_i*1_2_4_2"/>
  <p:tag name="KSO_WM_TEMPLATE_CATEGORY" val="diagram"/>
  <p:tag name="KSO_WM_TEMPLATE_INDEX" val="20231701"/>
  <p:tag name="KSO_WM_UNIT_LAYERLEVEL" val="1_1_1_1"/>
  <p:tag name="KSO_WM_TAG_VERSION" val="3.0"/>
  <p:tag name="KSO_WM_BEAUTIFY_FLAG" val="#wm#"/>
  <p:tag name="KSO_WM_DIAGRAM_VERSION" val="3"/>
  <p:tag name="KSO_WM_DIAGRAM_COLOR_TRICK" val="2"/>
  <p:tag name="KSO_WM_DIAGRAM_COLOR_TEXT_CAN_REMOVE" val="n"/>
  <p:tag name="KSO_WM_DIAGRAM_GROUP_CODE" val="n1-1"/>
  <p:tag name="KSO_WM_UNIT_TYPE" val="n_h_h_i"/>
  <p:tag name="KSO_WM_UNIT_INDEX" val="1_2_4_2"/>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gradient&quot;:[{&quot;brightness&quot;:0,&quot;colorType&quot;:1,&quot;foreColorIndex&quot;:5,&quot;pos&quot;:0,&quot;transparency&quot;:0},{&quot;brightness&quot;:0,&quot;colorType&quot;:1,&quot;foreColorIndex&quot;:6,&quot;pos&quot;:1,&quot;transparency&quot;:0}],&quot;type&quot;:3},&quot;glow&quot;:{&quot;colorType&quot;:0},&quot;line&quot;:{&quot;solidLine&quot;:{&quot;brightness&quot;:0,&quot;colorType&quot;:1,&quot;foreColorIndex&quot;:2,&quot;transparency&quot;:0},&quot;type&quot;:1},&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2"/>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01_5*n_h_h_i*1_2_3_2"/>
  <p:tag name="KSO_WM_TEMPLATE_CATEGORY" val="diagram"/>
  <p:tag name="KSO_WM_TEMPLATE_INDEX" val="20231701"/>
  <p:tag name="KSO_WM_UNIT_LAYERLEVEL" val="1_1_1_1"/>
  <p:tag name="KSO_WM_TAG_VERSION" val="3.0"/>
  <p:tag name="KSO_WM_BEAUTIFY_FLAG" val="#wm#"/>
  <p:tag name="KSO_WM_DIAGRAM_VERSION" val="3"/>
  <p:tag name="KSO_WM_DIAGRAM_COLOR_TRICK" val="2"/>
  <p:tag name="KSO_WM_DIAGRAM_COLOR_TEXT_CAN_REMOVE" val="n"/>
  <p:tag name="KSO_WM_DIAGRAM_GROUP_CODE" val="n1-1"/>
  <p:tag name="KSO_WM_UNIT_TYPE" val="n_h_h_i"/>
  <p:tag name="KSO_WM_UNIT_INDEX" val="1_2_3_2"/>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gradient&quot;:[{&quot;brightness&quot;:0,&quot;colorType&quot;:1,&quot;foreColorIndex&quot;:7,&quot;pos&quot;:0,&quot;transparency&quot;:0},{&quot;brightness&quot;:0,&quot;colorType&quot;:1,&quot;foreColorIndex&quot;:6,&quot;pos&quot;:1,&quot;transparency&quot;:0}],&quot;type&quot;:3},&quot;glow&quot;:{&quot;colorType&quot;:0},&quot;line&quot;:{&quot;solidLine&quot;:{&quot;brightness&quot;:0,&quot;colorType&quot;:1,&quot;foreColorIndex&quot;:2,&quot;transparency&quot;:0},&quot;type&quot;:1},&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2"/>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01_5*n_h_h_i*1_2_2_2"/>
  <p:tag name="KSO_WM_TEMPLATE_CATEGORY" val="diagram"/>
  <p:tag name="KSO_WM_TEMPLATE_INDEX" val="20231701"/>
  <p:tag name="KSO_WM_UNIT_LAYERLEVEL" val="1_1_1_1"/>
  <p:tag name="KSO_WM_TAG_VERSION" val="3.0"/>
  <p:tag name="KSO_WM_BEAUTIFY_FLAG" val="#wm#"/>
  <p:tag name="KSO_WM_DIAGRAM_VERSION" val="3"/>
  <p:tag name="KSO_WM_DIAGRAM_COLOR_TRICK" val="2"/>
  <p:tag name="KSO_WM_DIAGRAM_COLOR_TEXT_CAN_REMOVE" val="n"/>
  <p:tag name="KSO_WM_DIAGRAM_GROUP_CODE" val="n1-1"/>
  <p:tag name="KSO_WM_UNIT_TYPE" val="n_h_h_i"/>
  <p:tag name="KSO_WM_UNIT_INDEX" val="1_2_2_2"/>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gradient&quot;:[{&quot;brightness&quot;:0,&quot;colorType&quot;:1,&quot;foreColorIndex&quot;:5,&quot;pos&quot;:0,&quot;transparency&quot;:0},{&quot;brightness&quot;:0,&quot;colorType&quot;:1,&quot;foreColorIndex&quot;:6,&quot;pos&quot;:1,&quot;transparency&quot;:0}],&quot;type&quot;:3},&quot;glow&quot;:{&quot;colorType&quot;:0},&quot;line&quot;:{&quot;solidLine&quot;:{&quot;brightness&quot;:0,&quot;colorType&quot;:1,&quot;foreColorIndex&quot;:2,&quot;transparency&quot;:0},&quot;type&quot;:1},&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2"/>
</p:tagLst>
</file>

<file path=ppt/tags/tag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01_5*n_h_h_i*1_2_1_2"/>
  <p:tag name="KSO_WM_TEMPLATE_CATEGORY" val="diagram"/>
  <p:tag name="KSO_WM_TEMPLATE_INDEX" val="20231701"/>
  <p:tag name="KSO_WM_UNIT_LAYERLEVEL" val="1_1_1_1"/>
  <p:tag name="KSO_WM_TAG_VERSION" val="3.0"/>
  <p:tag name="KSO_WM_BEAUTIFY_FLAG" val="#wm#"/>
  <p:tag name="KSO_WM_DIAGRAM_VERSION" val="3"/>
  <p:tag name="KSO_WM_DIAGRAM_COLOR_TRICK" val="2"/>
  <p:tag name="KSO_WM_DIAGRAM_COLOR_TEXT_CAN_REMOVE" val="n"/>
  <p:tag name="KSO_WM_DIAGRAM_GROUP_CODE" val="n1-1"/>
  <p:tag name="KSO_WM_UNIT_TYPE" val="n_h_h_i"/>
  <p:tag name="KSO_WM_UNIT_INDEX" val="1_2_1_2"/>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gradient&quot;:[{&quot;brightness&quot;:0,&quot;colorType&quot;:1,&quot;foreColorIndex&quot;:7,&quot;pos&quot;:0,&quot;transparency&quot;:0},{&quot;brightness&quot;:0,&quot;colorType&quot;:1,&quot;foreColorIndex&quot;:6,&quot;pos&quot;:1,&quot;transparency&quot;:0}],&quot;type&quot;:3},&quot;glow&quot;:{&quot;colorType&quot;:0},&quot;line&quot;:{&quot;solidLine&quot;:{&quot;brightness&quot;:0,&quot;colorType&quot;:1,&quot;foreColorIndex&quot;:2,&quot;transparency&quot;:0},&quot;type&quot;:1},&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2"/>
</p:tagLst>
</file>

<file path=ppt/tags/tag36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01_5*a*1"/>
  <p:tag name="KSO_WM_TEMPLATE_CATEGORY" val="diagram"/>
  <p:tag name="KSO_WM_TEMPLATE_INDEX" val="20231701"/>
  <p:tag name="KSO_WM_UNIT_LAYERLEVEL" val="1"/>
  <p:tag name="KSO_WM_TAG_VERSION" val="3.0"/>
  <p:tag name="KSO_WM_BEAUTIFY_FLAG" val="#wm#"/>
  <p:tag name="KSO_WM_DIAGRAM_GROUP_CODE" val="n1-1"/>
  <p:tag name="KSO_WM_UNIT_PRESET_TEXT" val="单击此处添加标题"/>
</p:tagLst>
</file>

<file path=ppt/tags/tag36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a"/>
  <p:tag name="KSO_WM_UNIT_INDEX" val="1_1_1"/>
  <p:tag name="KSO_WM_UNIT_ID" val="diagram20231701_5*n_h_a*1_1_1"/>
  <p:tag name="KSO_WM_TEMPLATE_CATEGORY" val="diagram"/>
  <p:tag name="KSO_WM_TEMPLATE_INDEX" val="20231701"/>
  <p:tag name="KSO_WM_UNIT_LAYERLEVEL" val="1_1_1"/>
  <p:tag name="KSO_WM_TAG_VERSION" val="3.0"/>
  <p:tag name="KSO_WM_BEAUTIFY_FLAG" val="#wm#"/>
  <p:tag name="KSO_WM_DIAGRAM_VERSION" val="3"/>
  <p:tag name="KSO_WM_DIAGRAM_COLOR_TRICK" val="2"/>
  <p:tag name="KSO_WM_DIAGRAM_COLOR_TEXT_CAN_REMOVE" val="n"/>
  <p:tag name="KSO_WM_DIAGRAM_GROUP_CODE" val="n1-1"/>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solid&quot;:{&quot;brightness&quot;:0,&quot;colorType&quot;:2,&quot;rgb&quot;:&quot;#ffffff&quot;,&quot;transparency&quot;:0},&quot;type&quot;:1},&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UNIT_TEXT_FILL_TYPE" val="1"/>
  <p:tag name="KSO_WM_UNIT_PRESET_TEXT" val="单击此处&#10;添加标题"/>
</p:tagLst>
</file>

<file path=ppt/tags/tag36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701_5*n_h_i*1_1_1"/>
  <p:tag name="KSO_WM_TEMPLATE_CATEGORY" val="diagram"/>
  <p:tag name="KSO_WM_TEMPLATE_INDEX" val="20231701"/>
  <p:tag name="KSO_WM_UNIT_LAYERLEVEL" val="1_1_1"/>
  <p:tag name="KSO_WM_TAG_VERSION" val="3.0"/>
  <p:tag name="KSO_WM_DIAGRAM_VERSION" val="3"/>
  <p:tag name="KSO_WM_DIAGRAM_COLOR_TRICK" val="2"/>
  <p:tag name="KSO_WM_DIAGRAM_COLOR_TEXT_CAN_REMOVE" val="n"/>
  <p:tag name="KSO_WM_DIAGRAM_GROUP_CODE" val="n1-1"/>
  <p:tag name="KSO_WM_UNIT_TYPE" val="n_h_i"/>
  <p:tag name="KSO_WM_UNIT_INDEX" val="1_1_1"/>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Lst>
</file>

<file path=ppt/tags/tag36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1701_5*n_h_h_f*1_2_1_1"/>
  <p:tag name="KSO_WM_TEMPLATE_CATEGORY" val="diagram"/>
  <p:tag name="KSO_WM_TEMPLATE_INDEX" val="20231701"/>
  <p:tag name="KSO_WM_UNIT_LAYERLEVEL" val="1_1_1_1"/>
  <p:tag name="KSO_WM_TAG_VERSION" val="3.0"/>
  <p:tag name="KSO_WM_BEAUTIFY_FLAG" val="#wm#"/>
  <p:tag name="KSO_WM_DIAGRAM_GROUP_CODE" val="n1-1"/>
  <p:tag name="KSO_WM_DIAGRAM_VERSION" val="3"/>
  <p:tag name="KSO_WM_DIAGRAM_COLOR_TRICK" val="2"/>
  <p:tag name="KSO_WM_DIAGRAM_COLOR_TEXT_CAN_REMOVE" val="n"/>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增减"/>
  <p:tag name="KSO_WM_UNIT_TEXT_FILL_FORE_SCHEMECOLOR_INDEX" val="1"/>
  <p:tag name="KSO_WM_UNIT_TEXT_FILL_TYPE" val="1"/>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1_3"/>
  <p:tag name="KSO_WM_UNIT_ID" val="diagram20231701_5*n_h_h_i*1_2_1_3"/>
  <p:tag name="KSO_WM_TEMPLATE_CATEGORY" val="diagram"/>
  <p:tag name="KSO_WM_TEMPLATE_INDEX" val="20231701"/>
  <p:tag name="KSO_WM_UNIT_LAYERLEVEL" val="1_1_1_1"/>
  <p:tag name="KSO_WM_TAG_VERSION" val="3.0"/>
  <p:tag name="KSO_WM_BEAUTIFY_FLAG" val="#wm#"/>
  <p:tag name="KSO_WM_DIAGRAM_GROUP_CODE" val="n1-1"/>
  <p:tag name="KSO_WM_DIAGRAM_VERSION" val="3"/>
  <p:tag name="KSO_WM_DIAGRAM_COLOR_TRICK" val="2"/>
  <p:tag name="KSO_WM_DIAGRAM_COLOR_TEXT_CAN_REMOVE" val="n"/>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1"/>
  <p:tag name="KSO_WM_UNIT_TEXT_FILL_FORE_SCHEMECOLOR_INDEX" val="1"/>
  <p:tag name="KSO_WM_UNIT_TEXT_FILL_TYPE" val="1"/>
</p:tagLst>
</file>

<file path=ppt/tags/tag37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1701_5*n_h_h_f*1_2_2_1"/>
  <p:tag name="KSO_WM_TEMPLATE_CATEGORY" val="diagram"/>
  <p:tag name="KSO_WM_TEMPLATE_INDEX" val="20231701"/>
  <p:tag name="KSO_WM_UNIT_LAYERLEVEL" val="1_1_1_1"/>
  <p:tag name="KSO_WM_TAG_VERSION" val="3.0"/>
  <p:tag name="KSO_WM_BEAUTIFY_FLAG" val="#wm#"/>
  <p:tag name="KSO_WM_DIAGRAM_GROUP_CODE" val="n1-1"/>
  <p:tag name="KSO_WM_DIAGRAM_VERSION" val="3"/>
  <p:tag name="KSO_WM_DIAGRAM_COLOR_TRICK" val="2"/>
  <p:tag name="KSO_WM_DIAGRAM_COLOR_TEXT_CAN_REMOVE" val="n"/>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增减"/>
  <p:tag name="KSO_WM_UNIT_TEXT_FILL_FORE_SCHEMECOLOR_INDEX" val="1"/>
  <p:tag name="KSO_WM_UNIT_TEXT_FILL_TYPE" val="1"/>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2_3"/>
  <p:tag name="KSO_WM_UNIT_ID" val="diagram20231701_5*n_h_h_i*1_2_2_3"/>
  <p:tag name="KSO_WM_TEMPLATE_CATEGORY" val="diagram"/>
  <p:tag name="KSO_WM_TEMPLATE_INDEX" val="20231701"/>
  <p:tag name="KSO_WM_UNIT_LAYERLEVEL" val="1_1_1_1"/>
  <p:tag name="KSO_WM_TAG_VERSION" val="3.0"/>
  <p:tag name="KSO_WM_BEAUTIFY_FLAG" val="#wm#"/>
  <p:tag name="KSO_WM_DIAGRAM_GROUP_CODE" val="n1-1"/>
  <p:tag name="KSO_WM_DIAGRAM_VERSION" val="3"/>
  <p:tag name="KSO_WM_DIAGRAM_COLOR_TRICK" val="2"/>
  <p:tag name="KSO_WM_DIAGRAM_COLOR_TEXT_CAN_REMOVE" val="n"/>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2"/>
  <p:tag name="KSO_WM_UNIT_TEXT_FILL_FORE_SCHEMECOLOR_INDEX" val="1"/>
  <p:tag name="KSO_WM_UNIT_TEXT_FILL_TYPE" val="1"/>
</p:tagLst>
</file>

<file path=ppt/tags/tag37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1701_5*n_h_h_f*1_2_3_1"/>
  <p:tag name="KSO_WM_TEMPLATE_CATEGORY" val="diagram"/>
  <p:tag name="KSO_WM_TEMPLATE_INDEX" val="20231701"/>
  <p:tag name="KSO_WM_UNIT_LAYERLEVEL" val="1_1_1_1"/>
  <p:tag name="KSO_WM_TAG_VERSION" val="3.0"/>
  <p:tag name="KSO_WM_BEAUTIFY_FLAG" val="#wm#"/>
  <p:tag name="KSO_WM_DIAGRAM_GROUP_CODE" val="n1-1"/>
  <p:tag name="KSO_WM_DIAGRAM_VERSION" val="3"/>
  <p:tag name="KSO_WM_DIAGRAM_COLOR_TRICK" val="2"/>
  <p:tag name="KSO_WM_DIAGRAM_COLOR_TEXT_CAN_REMOVE" val="n"/>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增减"/>
  <p:tag name="KSO_WM_UNIT_TEXT_FILL_FORE_SCHEMECOLOR_INDEX" val="1"/>
  <p:tag name="KSO_WM_UNIT_TEXT_FILL_TYPE" val="1"/>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3_3"/>
  <p:tag name="KSO_WM_UNIT_ID" val="diagram20231701_5*n_h_h_i*1_2_3_3"/>
  <p:tag name="KSO_WM_TEMPLATE_CATEGORY" val="diagram"/>
  <p:tag name="KSO_WM_TEMPLATE_INDEX" val="20231701"/>
  <p:tag name="KSO_WM_UNIT_LAYERLEVEL" val="1_1_1_1"/>
  <p:tag name="KSO_WM_TAG_VERSION" val="3.0"/>
  <p:tag name="KSO_WM_BEAUTIFY_FLAG" val="#wm#"/>
  <p:tag name="KSO_WM_DIAGRAM_GROUP_CODE" val="n1-1"/>
  <p:tag name="KSO_WM_DIAGRAM_VERSION" val="3"/>
  <p:tag name="KSO_WM_DIAGRAM_COLOR_TRICK" val="2"/>
  <p:tag name="KSO_WM_DIAGRAM_COLOR_TEXT_CAN_REMOVE" val="n"/>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3"/>
  <p:tag name="KSO_WM_UNIT_TEXT_FILL_FORE_SCHEMECOLOR_INDEX" val="1"/>
  <p:tag name="KSO_WM_UNIT_TEXT_FILL_TYPE" val="1"/>
</p:tagLst>
</file>

<file path=ppt/tags/tag37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4_1"/>
  <p:tag name="KSO_WM_UNIT_ID" val="diagram20231701_5*n_h_h_f*1_2_4_1"/>
  <p:tag name="KSO_WM_TEMPLATE_CATEGORY" val="diagram"/>
  <p:tag name="KSO_WM_TEMPLATE_INDEX" val="20231701"/>
  <p:tag name="KSO_WM_UNIT_LAYERLEVEL" val="1_1_1_1"/>
  <p:tag name="KSO_WM_TAG_VERSION" val="3.0"/>
  <p:tag name="KSO_WM_BEAUTIFY_FLAG" val="#wm#"/>
  <p:tag name="KSO_WM_DIAGRAM_GROUP_CODE" val="n1-1"/>
  <p:tag name="KSO_WM_DIAGRAM_VERSION" val="3"/>
  <p:tag name="KSO_WM_DIAGRAM_COLOR_TRICK" val="2"/>
  <p:tag name="KSO_WM_DIAGRAM_COLOR_TEXT_CAN_REMOVE" val="n"/>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增减"/>
  <p:tag name="KSO_WM_UNIT_TEXT_FILL_FORE_SCHEMECOLOR_INDEX" val="1"/>
  <p:tag name="KSO_WM_UNIT_TEXT_FILL_TYPE" val="1"/>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4_3"/>
  <p:tag name="KSO_WM_UNIT_ID" val="diagram20231701_5*n_h_h_i*1_2_4_3"/>
  <p:tag name="KSO_WM_TEMPLATE_CATEGORY" val="diagram"/>
  <p:tag name="KSO_WM_TEMPLATE_INDEX" val="20231701"/>
  <p:tag name="KSO_WM_UNIT_LAYERLEVEL" val="1_1_1_1"/>
  <p:tag name="KSO_WM_TAG_VERSION" val="3.0"/>
  <p:tag name="KSO_WM_BEAUTIFY_FLAG" val="#wm#"/>
  <p:tag name="KSO_WM_DIAGRAM_GROUP_CODE" val="n1-1"/>
  <p:tag name="KSO_WM_DIAGRAM_VERSION" val="3"/>
  <p:tag name="KSO_WM_DIAGRAM_COLOR_TRICK" val="2"/>
  <p:tag name="KSO_WM_DIAGRAM_COLOR_TEXT_CAN_REMOVE" val="n"/>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4"/>
  <p:tag name="KSO_WM_UNIT_TEXT_FILL_FORE_SCHEMECOLOR_INDEX" val="1"/>
  <p:tag name="KSO_WM_UNIT_TEXT_FILL_TYPE" val="1"/>
</p:tagLst>
</file>

<file path=ppt/tags/tag37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5_1"/>
  <p:tag name="KSO_WM_UNIT_ID" val="diagram20231701_5*n_h_h_f*1_2_5_1"/>
  <p:tag name="KSO_WM_TEMPLATE_CATEGORY" val="diagram"/>
  <p:tag name="KSO_WM_TEMPLATE_INDEX" val="20231701"/>
  <p:tag name="KSO_WM_UNIT_LAYERLEVEL" val="1_1_1_1"/>
  <p:tag name="KSO_WM_TAG_VERSION" val="3.0"/>
  <p:tag name="KSO_WM_BEAUTIFY_FLAG" val="#wm#"/>
  <p:tag name="KSO_WM_DIAGRAM_GROUP_CODE" val="n1-1"/>
  <p:tag name="KSO_WM_DIAGRAM_VERSION" val="3"/>
  <p:tag name="KSO_WM_DIAGRAM_COLOR_TRICK" val="2"/>
  <p:tag name="KSO_WM_DIAGRAM_COLOR_TEXT_CAN_REMOVE" val="n"/>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增减"/>
  <p:tag name="KSO_WM_UNIT_TEXT_FILL_FORE_SCHEMECOLOR_INDEX" val="1"/>
  <p:tag name="KSO_WM_UNIT_TEXT_FILL_TYPE" val="1"/>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5_3"/>
  <p:tag name="KSO_WM_UNIT_ID" val="diagram20231701_5*n_h_h_i*1_2_5_3"/>
  <p:tag name="KSO_WM_TEMPLATE_CATEGORY" val="diagram"/>
  <p:tag name="KSO_WM_TEMPLATE_INDEX" val="20231701"/>
  <p:tag name="KSO_WM_UNIT_LAYERLEVEL" val="1_1_1_1"/>
  <p:tag name="KSO_WM_TAG_VERSION" val="3.0"/>
  <p:tag name="KSO_WM_BEAUTIFY_FLAG" val="#wm#"/>
  <p:tag name="KSO_WM_DIAGRAM_GROUP_CODE" val="n1-1"/>
  <p:tag name="KSO_WM_DIAGRAM_VERSION" val="3"/>
  <p:tag name="KSO_WM_DIAGRAM_COLOR_TRICK" val="2"/>
  <p:tag name="KSO_WM_DIAGRAM_COLOR_TEXT_CAN_REMOVE" val="n"/>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5"/>
  <p:tag name="KSO_WM_UNIT_TEXT_FILL_FORE_SCHEMECOLOR_INDEX" val="1"/>
  <p:tag name="KSO_WM_UNIT_TEXT_FILL_TYPE" val="1"/>
</p:tagLst>
</file>

<file path=ppt/tags/tag37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6_1"/>
  <p:tag name="KSO_WM_UNIT_ID" val="diagram20231701_5*n_h_h_f*1_2_6_1"/>
  <p:tag name="KSO_WM_TEMPLATE_CATEGORY" val="diagram"/>
  <p:tag name="KSO_WM_TEMPLATE_INDEX" val="20231701"/>
  <p:tag name="KSO_WM_UNIT_LAYERLEVEL" val="1_1_1_1"/>
  <p:tag name="KSO_WM_TAG_VERSION" val="3.0"/>
  <p:tag name="KSO_WM_BEAUTIFY_FLAG" val="#wm#"/>
  <p:tag name="KSO_WM_DIAGRAM_GROUP_CODE" val="n1-1"/>
  <p:tag name="KSO_WM_DIAGRAM_VERSION" val="3"/>
  <p:tag name="KSO_WM_DIAGRAM_COLOR_TRICK" val="2"/>
  <p:tag name="KSO_WM_DIAGRAM_COLOR_TEXT_CAN_REMOVE" val="n"/>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增减"/>
  <p:tag name="KSO_WM_UNIT_TEXT_FILL_FORE_SCHEMECOLOR_INDEX" val="1"/>
  <p:tag name="KSO_WM_UNIT_TEXT_FILL_TYPE" val="1"/>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6_3"/>
  <p:tag name="KSO_WM_UNIT_ID" val="diagram20231701_5*n_h_h_i*1_2_6_3"/>
  <p:tag name="KSO_WM_TEMPLATE_CATEGORY" val="diagram"/>
  <p:tag name="KSO_WM_TEMPLATE_INDEX" val="20231701"/>
  <p:tag name="KSO_WM_UNIT_LAYERLEVEL" val="1_1_1_1"/>
  <p:tag name="KSO_WM_TAG_VERSION" val="3.0"/>
  <p:tag name="KSO_WM_BEAUTIFY_FLAG" val="#wm#"/>
  <p:tag name="KSO_WM_DIAGRAM_GROUP_CODE" val="n1-1"/>
  <p:tag name="KSO_WM_DIAGRAM_VERSION" val="3"/>
  <p:tag name="KSO_WM_DIAGRAM_COLOR_TRICK" val="2"/>
  <p:tag name="KSO_WM_DIAGRAM_COLOR_TEXT_CAN_REMOVE" val="n"/>
  <p:tag name="KSO_WM_DIAGRAM_MAX_ITEMCNT" val="6"/>
  <p:tag name="KSO_WM_DIAGRAM_MIN_ITEMCNT" val="2"/>
  <p:tag name="KSO_WM_DIAGRAM_VIRTUALLY_FRAME" val="{&quot;height&quot;:367.7846374511719,&quot;left&quot;:-65.0403025325264,&quot;top&quot;:100.32819308543768,&quot;width&quot;:851.837219238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6"/>
  <p:tag name="KSO_WM_UNIT_TEXT_FILL_FORE_SCHEMECOLOR_INDEX" val="1"/>
  <p:tag name="KSO_WM_UNIT_TEXT_FILL_TYPE" val="1"/>
</p:tagLst>
</file>

<file path=ppt/tags/tag380.xml><?xml version="1.0" encoding="utf-8"?>
<p:tagLst xmlns:p="http://schemas.openxmlformats.org/presentationml/2006/main">
  <p:tag name="KSO_WM_SLIDE_ID" val="diagram20231701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1701"/>
  <p:tag name="KSO_WM_SLIDE_TYPE" val="text"/>
  <p:tag name="KSO_WM_SLIDE_SUBTYPE" val="diag"/>
  <p:tag name="KSO_WM_SLIDE_SIZE" val="848.264*367.785"/>
  <p:tag name="KSO_WM_SLIDE_POSITION" val="57.0391*105.068"/>
  <p:tag name="KSO_WM_SLIDE_LAYOUT" val="a_n"/>
  <p:tag name="KSO_WM_SLIDE_LAYOUT_CNT" val="1_1"/>
  <p:tag name="KSO_WM_SPECIAL_SOURCE" val="bdnull"/>
  <p:tag name="KSO_WM_DIAGRAM_GROUP_CODE" val="n1-1"/>
  <p:tag name="KSO_WM_SLIDE_DIAGTYPE" val="n"/>
</p:tagLst>
</file>

<file path=ppt/tags/tag38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1729_1*i*1"/>
  <p:tag name="KSO_WM_TEMPLATE_CATEGORY" val="custom"/>
  <p:tag name="KSO_WM_TEMPLATE_INDEX" val="20231729"/>
  <p:tag name="KSO_WM_UNIT_LAYERLEVEL" val="1"/>
  <p:tag name="KSO_WM_TAG_VERSION" val="3.0"/>
</p:tagLst>
</file>

<file path=ppt/tags/tag38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1729_1*a*1"/>
  <p:tag name="KSO_WM_TEMPLATE_CATEGORY" val="custom"/>
  <p:tag name="KSO_WM_TEMPLATE_INDEX" val="20231729"/>
  <p:tag name="KSO_WM_UNIT_LAYERLEVEL" val="1"/>
  <p:tag name="KSO_WM_TAG_VERSION" val="3.0"/>
  <p:tag name="KSO_WM_BEAUTIFY_FLAG" val="#wm#"/>
  <p:tag name="KSO_WM_UNIT_VALUE" val="30"/>
  <p:tag name="KSO_WM_UNIT_PRESET_TEXT" val="单击此处添加标题"/>
</p:tagLst>
</file>

<file path=ppt/tags/tag38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2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4762_1*l_h_f*1_1_1"/>
  <p:tag name="KSO_WM_TEMPLATE_CATEGORY" val="diagram"/>
  <p:tag name="KSO_WM_TEMPLATE_INDEX" val="20234762"/>
  <p:tag name="KSO_WM_UNIT_LAYERLEVEL" val="1_1_1"/>
  <p:tag name="KSO_WM_TAG_VERSION" val="3.0"/>
  <p:tag name="KSO_WM_BEAUTIFY_FLAG" val="#wm#"/>
  <p:tag name="KSO_WM_UNIT_TEXT_FILL_FORE_SCHEMECOLOR_INDEX" val="1"/>
  <p:tag name="KSO_WM_UNIT_TEXT_FILL_TYPE" val="1"/>
  <p:tag name="KSO_WM_DIAGRAM_MAX_ITEMCNT" val="3"/>
  <p:tag name="KSO_WM_DIAGRAM_MIN_ITEMCNT" val="3"/>
  <p:tag name="KSO_WM_DIAGRAM_VIRTUALLY_FRAME" val="{&quot;height&quot;:317.1493835449219,&quot;left&quot;:267.8048818897638,&quot;top&quot;:130.03440271572808,&quot;width&quot;:576.51826771653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内容以便观者准确地理解您传达的思想。单击此处添加文本具体内容，简明扼要地阐述您的观点。"/>
</p:tagLst>
</file>

<file path=ppt/tags/tag384.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4762_1*l_h_a*1_1_1"/>
  <p:tag name="KSO_WM_TEMPLATE_CATEGORY" val="diagram"/>
  <p:tag name="KSO_WM_TEMPLATE_INDEX" val="20234762"/>
  <p:tag name="KSO_WM_UNIT_LAYERLEVEL" val="1_1_1"/>
  <p:tag name="KSO_WM_TAG_VERSION" val="3.0"/>
  <p:tag name="KSO_WM_BEAUTIFY_FLAG" val="#wm#"/>
  <p:tag name="KSO_WM_UNIT_TEXT_FILL_FORE_SCHEMECOLOR_INDEX" val="1"/>
  <p:tag name="KSO_WM_UNIT_TEXT_FILL_TYPE" val="1"/>
  <p:tag name="KSO_WM_DIAGRAM_MAX_ITEMCNT" val="3"/>
  <p:tag name="KSO_WM_DIAGRAM_MIN_ITEMCNT" val="3"/>
  <p:tag name="KSO_WM_DIAGRAM_VIRTUALLY_FRAME" val="{&quot;height&quot;:317.1493835449219,&quot;left&quot;:267.8048818897638,&quot;top&quot;:130.03440271572808,&quot;width&quot;:576.51826771653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标题内容"/>
</p:tagLst>
</file>

<file path=ppt/tags/tag38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2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4762_1*l_h_f*1_2_1"/>
  <p:tag name="KSO_WM_TEMPLATE_CATEGORY" val="diagram"/>
  <p:tag name="KSO_WM_TEMPLATE_INDEX" val="20234762"/>
  <p:tag name="KSO_WM_UNIT_LAYERLEVEL" val="1_1_1"/>
  <p:tag name="KSO_WM_TAG_VERSION" val="3.0"/>
  <p:tag name="KSO_WM_BEAUTIFY_FLAG" val="#wm#"/>
  <p:tag name="KSO_WM_UNIT_TEXT_FILL_FORE_SCHEMECOLOR_INDEX" val="1"/>
  <p:tag name="KSO_WM_UNIT_TEXT_FILL_TYPE" val="1"/>
  <p:tag name="KSO_WM_DIAGRAM_MAX_ITEMCNT" val="3"/>
  <p:tag name="KSO_WM_DIAGRAM_MIN_ITEMCNT" val="3"/>
  <p:tag name="KSO_WM_DIAGRAM_VIRTUALLY_FRAME" val="{&quot;height&quot;:317.1493835449219,&quot;left&quot;:267.8048818897638,&quot;top&quot;:130.03440271572808,&quot;width&quot;:576.51826771653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内容以便观者准确地理解您传达的思想。单击此处添加文本具体内容，简明扼要地阐述您的观点。"/>
</p:tagLst>
</file>

<file path=ppt/tags/tag38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1729_1*i*2"/>
  <p:tag name="KSO_WM_TEMPLATE_CATEGORY" val="custom"/>
  <p:tag name="KSO_WM_TEMPLATE_INDEX" val="20231729"/>
  <p:tag name="KSO_WM_UNIT_LAYERLEVEL" val="1"/>
  <p:tag name="KSO_WM_TAG_VERSION" val="3.0"/>
</p:tagLst>
</file>

<file path=ppt/tags/tag387.xml><?xml version="1.0" encoding="utf-8"?>
<p:tagLst xmlns:p="http://schemas.openxmlformats.org/presentationml/2006/main">
  <p:tag name="KSO_WM_SLIDE_ID" val="custom20231729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1729"/>
  <p:tag name="KSO_WM_SLIDE_TYPE" val="text"/>
  <p:tag name="KSO_WM_SLIDE_SUBTYPE" val="picTxt"/>
  <p:tag name="KSO_WM_SLIDE_SIZE" val="481.25*286.089"/>
  <p:tag name="KSO_WM_SLIDE_POSITION" val="364.673*197.045"/>
  <p:tag name="KSO_WM_SLIDE_LAYOUT" val="a_d_l"/>
  <p:tag name="KSO_WM_SLIDE_LAYOUT_CNT" val="1_1_1"/>
  <p:tag name="KSO_WM_SPECIAL_SOURCE" val="bdnull"/>
  <p:tag name="KSO_WM_DIAGRAM_GROUP_CODE" val="l1-1"/>
  <p:tag name="KSO_WM_SLIDE_DIAGTYPE" val="l"/>
</p:tagLst>
</file>

<file path=ppt/tags/tag3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43_5*n_h_i*1_2_1"/>
  <p:tag name="KSO_WM_TEMPLATE_CATEGORY" val="diagram"/>
  <p:tag name="KSO_WM_TEMPLATE_INDEX" val="20231643"/>
  <p:tag name="KSO_WM_UNIT_LAYERLEVEL" val="1_1_1"/>
  <p:tag name="KSO_WM_TAG_VERSION" val="3.0"/>
  <p:tag name="KSO_WM_BEAUTIFY_FLAG" val="#wm#"/>
  <p:tag name="KSO_WM_DIAGRAM_GROUP_CODE" val="n1-1"/>
  <p:tag name="KSO_WM_UNIT_TYPE" val="n_h_i"/>
  <p:tag name="KSO_WM_UNIT_INDEX" val="1_2_1"/>
  <p:tag name="KSO_WM_DIAGRAM_VERSION" val="3"/>
  <p:tag name="KSO_WM_DIAGRAM_COLOR_TRICK" val="1"/>
  <p:tag name="KSO_WM_DIAGRAM_COLOR_TEXT_CAN_REMOVE" val="n"/>
  <p:tag name="KSO_WM_DIAGRAM_MAX_ITEMCNT" val="6"/>
  <p:tag name="KSO_WM_DIAGRAM_MIN_ITEMCNT" val="2"/>
  <p:tag name="KSO_WM_DIAGRAM_VIRTUALLY_FRAME" val="{&quot;height&quot;:346.0499877929687,&quot;left&quot;:-78.24980925312192,&quot;top&quot;:184.9812659460353,&quot;width&quot;:850.4500122070312}"/>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UNIT_LINE_FORE_SCHEMECOLOR_INDEX" val="5"/>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43_5*n_h_i*1_2_2"/>
  <p:tag name="KSO_WM_TEMPLATE_CATEGORY" val="diagram"/>
  <p:tag name="KSO_WM_TEMPLATE_INDEX" val="20231643"/>
  <p:tag name="KSO_WM_UNIT_LAYERLEVEL" val="1_1_1"/>
  <p:tag name="KSO_WM_TAG_VERSION" val="3.0"/>
  <p:tag name="KSO_WM_BEAUTIFY_FLAG" val="#wm#"/>
  <p:tag name="KSO_WM_DIAGRAM_GROUP_CODE" val="n1-1"/>
  <p:tag name="KSO_WM_UNIT_TYPE" val="n_h_i"/>
  <p:tag name="KSO_WM_UNIT_INDEX" val="1_2_2"/>
  <p:tag name="KSO_WM_DIAGRAM_VERSION" val="3"/>
  <p:tag name="KSO_WM_DIAGRAM_COLOR_TRICK" val="1"/>
  <p:tag name="KSO_WM_DIAGRAM_COLOR_TEXT_CAN_REMOVE" val="n"/>
  <p:tag name="KSO_WM_DIAGRAM_MAX_ITEMCNT" val="6"/>
  <p:tag name="KSO_WM_DIAGRAM_MIN_ITEMCNT" val="2"/>
  <p:tag name="KSO_WM_DIAGRAM_VIRTUALLY_FRAME" val="{&quot;height&quot;:346.0499877929687,&quot;left&quot;:-78.24980925312192,&quot;top&quot;:184.9812659460353,&quot;width&quot;:850.4500122070312}"/>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UNIT_LINE_FORE_SCHEMECOLOR_INDEX" val="5"/>
</p:tagLst>
</file>

<file path=ppt/tags/tag39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1643_5*n_h_h_f*1_2_2_1"/>
  <p:tag name="KSO_WM_TEMPLATE_CATEGORY" val="diagram"/>
  <p:tag name="KSO_WM_TEMPLATE_INDEX" val="20231643"/>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6.0499877929687,&quot;left&quot;:-78.24980925312192,&quot;top&quot;:184.9812659460353,&quot;width&quot;:850.4500122070312}"/>
  <p:tag name="KSO_WM_DIAGRAM_COLOR_MATCH_VALUE" val="{&quot;shape&quot;:{&quot;fill&quot;:{&quot;solid&quot;:{&quot;brightness&quot;:0.8999999761581421,&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0000000298023224,&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项正文，文字是您思想的提炼，请尽量言简意赅的阐述观点。"/>
  <p:tag name="KSO_WM_UNIT_FILL_TYPE" val="1"/>
  <p:tag name="KSO_WM_UNIT_FILL_FORE_SCHEMECOLOR_INDEX" val="5"/>
  <p:tag name="KSO_WM_UNIT_FILL_FORE_SCHEMECOLOR_INDEX_BRIGHTNESS" val="0.9"/>
  <p:tag name="KSO_WM_UNIT_TEXT_FILL_FORE_SCHEMECOLOR_INDEX" val="1"/>
  <p:tag name="KSO_WM_UNIT_TEXT_FILL_TYPE" val="1"/>
</p:tagLst>
</file>

<file path=ppt/tags/tag3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2_1"/>
  <p:tag name="KSO_WM_UNIT_ID" val="diagram20231643_5*n_h_h_i*1_2_2_1"/>
  <p:tag name="KSO_WM_TEMPLATE_CATEGORY" val="diagram"/>
  <p:tag name="KSO_WM_TEMPLATE_INDEX" val="20231643"/>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6.0499877929687,&quot;left&quot;:-78.24980925312192,&quot;top&quot;:184.9812659460353,&quot;width&quot;:850.4500122070312}"/>
  <p:tag name="KSO_WM_DIAGRAM_COLOR_MATCH_VALUE" val="{&quot;shape&quot;:{&quot;fill&quot;:{&quot;gradient&quot;:[{&quot;brightness&quot;:0,&quot;colorType&quot;:1,&quot;foreColorIndex&quot;:5,&quot;pos&quot;:0,&quot;transparency&quot;:0},{&quot;brightness&quot;:0,&quot;colorType&quot;:1,&quot;foreColorIndex&quot;:6,&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2"/>
  <p:tag name="KSO_WM_UNIT_FILL_TYPE" val="3"/>
  <p:tag name="KSO_WM_UNIT_TEXT_FILL_FORE_SCHEMECOLOR_INDEX" val="1"/>
  <p:tag name="KSO_WM_UNIT_TEXT_FILL_TYPE" val="1"/>
</p:tagLst>
</file>

<file path=ppt/tags/tag39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1643_5*n_h_h_f*1_2_1_1"/>
  <p:tag name="KSO_WM_TEMPLATE_CATEGORY" val="diagram"/>
  <p:tag name="KSO_WM_TEMPLATE_INDEX" val="20231643"/>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6.0499877929687,&quot;left&quot;:-78.24980925312192,&quot;top&quot;:184.9812659460353,&quot;width&quot;:850.4500122070312}"/>
  <p:tag name="KSO_WM_DIAGRAM_COLOR_MATCH_VALUE" val="{&quot;shape&quot;:{&quot;fill&quot;:{&quot;solid&quot;:{&quot;brightness&quot;:0.8999999761581421,&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0000000298023224,&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项正文，文字是您思想的提炼，请尽量言简意赅的阐述观点。"/>
  <p:tag name="KSO_WM_UNIT_FILL_TYPE" val="1"/>
  <p:tag name="KSO_WM_UNIT_FILL_FORE_SCHEMECOLOR_INDEX" val="5"/>
  <p:tag name="KSO_WM_UNIT_FILL_FORE_SCHEMECOLOR_INDEX_BRIGHTNESS" val="0.9"/>
  <p:tag name="KSO_WM_UNIT_TEXT_FILL_FORE_SCHEMECOLOR_INDEX" val="1"/>
  <p:tag name="KSO_WM_UNIT_TEXT_FILL_TYPE" val="1"/>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1_1"/>
  <p:tag name="KSO_WM_UNIT_ID" val="diagram20231643_5*n_h_h_i*1_2_1_1"/>
  <p:tag name="KSO_WM_TEMPLATE_CATEGORY" val="diagram"/>
  <p:tag name="KSO_WM_TEMPLATE_INDEX" val="20231643"/>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6.0499877929687,&quot;left&quot;:-78.24980925312192,&quot;top&quot;:184.9812659460353,&quot;width&quot;:850.4500122070312}"/>
  <p:tag name="KSO_WM_DIAGRAM_COLOR_MATCH_VALUE" val="{&quot;shape&quot;:{&quot;fill&quot;:{&quot;gradient&quot;:[{&quot;brightness&quot;:0,&quot;colorType&quot;:1,&quot;foreColorIndex&quot;:5,&quot;pos&quot;:0,&quot;transparency&quot;:0},{&quot;brightness&quot;:0,&quot;colorType&quot;:1,&quot;foreColorIndex&quot;:6,&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1"/>
  <p:tag name="KSO_WM_UNIT_FILL_TYPE" val="3"/>
  <p:tag name="KSO_WM_UNIT_TEXT_FILL_FORE_SCHEMECOLOR_INDEX" val="1"/>
  <p:tag name="KSO_WM_UNIT_TEXT_FILL_TYPE" val="1"/>
</p:tagLst>
</file>

<file path=ppt/tags/tag39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4_1"/>
  <p:tag name="KSO_WM_UNIT_ID" val="diagram20231643_5*n_h_h_f*1_2_4_1"/>
  <p:tag name="KSO_WM_TEMPLATE_CATEGORY" val="diagram"/>
  <p:tag name="KSO_WM_TEMPLATE_INDEX" val="20231643"/>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6.0499877929687,&quot;left&quot;:-78.24980925312192,&quot;top&quot;:184.9812659460353,&quot;width&quot;:850.4500122070312}"/>
  <p:tag name="KSO_WM_DIAGRAM_COLOR_MATCH_VALUE" val="{&quot;shape&quot;:{&quot;fill&quot;:{&quot;solid&quot;:{&quot;brightness&quot;:0.8999999761581421,&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0000000298023224,&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项正文，文字是您思想的提炼，请尽量言简意赅的阐述观点。"/>
  <p:tag name="KSO_WM_UNIT_FILL_TYPE" val="1"/>
  <p:tag name="KSO_WM_UNIT_FILL_FORE_SCHEMECOLOR_INDEX" val="5"/>
  <p:tag name="KSO_WM_UNIT_FILL_FORE_SCHEMECOLOR_INDEX_BRIGHTNESS" val="0.9"/>
  <p:tag name="KSO_WM_UNIT_TEXT_FILL_FORE_SCHEMECOLOR_INDEX" val="1"/>
  <p:tag name="KSO_WM_UNIT_TEXT_FILL_TYPE" val="1"/>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4_1"/>
  <p:tag name="KSO_WM_UNIT_ID" val="diagram20231643_5*n_h_h_i*1_2_4_1"/>
  <p:tag name="KSO_WM_TEMPLATE_CATEGORY" val="diagram"/>
  <p:tag name="KSO_WM_TEMPLATE_INDEX" val="20231643"/>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6.0499877929687,&quot;left&quot;:-78.24980925312192,&quot;top&quot;:184.9812659460353,&quot;width&quot;:850.4500122070312}"/>
  <p:tag name="KSO_WM_DIAGRAM_COLOR_MATCH_VALUE" val="{&quot;shape&quot;:{&quot;fill&quot;:{&quot;gradient&quot;:[{&quot;brightness&quot;:0,&quot;colorType&quot;:1,&quot;foreColorIndex&quot;:5,&quot;pos&quot;:0,&quot;transparency&quot;:0},{&quot;brightness&quot;:0,&quot;colorType&quot;:1,&quot;foreColorIndex&quot;:6,&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4"/>
  <p:tag name="KSO_WM_UNIT_FILL_TYPE" val="3"/>
  <p:tag name="KSO_WM_UNIT_TEXT_FILL_FORE_SCHEMECOLOR_INDEX" val="1"/>
  <p:tag name="KSO_WM_UNIT_TEXT_FILL_TYPE" val="1"/>
</p:tagLst>
</file>

<file path=ppt/tags/tag39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5_1"/>
  <p:tag name="KSO_WM_UNIT_ID" val="diagram20231643_5*n_h_h_f*1_2_5_1"/>
  <p:tag name="KSO_WM_TEMPLATE_CATEGORY" val="diagram"/>
  <p:tag name="KSO_WM_TEMPLATE_INDEX" val="20231643"/>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6.0499877929687,&quot;left&quot;:-78.24980925312192,&quot;top&quot;:184.9812659460353,&quot;width&quot;:850.4500122070312}"/>
  <p:tag name="KSO_WM_DIAGRAM_COLOR_MATCH_VALUE" val="{&quot;shape&quot;:{&quot;fill&quot;:{&quot;solid&quot;:{&quot;brightness&quot;:0.8999999761581421,&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0000000298023224,&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项正文，文字是您思想的提炼，请尽量言简意赅的阐述观点。"/>
  <p:tag name="KSO_WM_UNIT_FILL_TYPE" val="1"/>
  <p:tag name="KSO_WM_UNIT_FILL_FORE_SCHEMECOLOR_INDEX" val="5"/>
  <p:tag name="KSO_WM_UNIT_FILL_FORE_SCHEMECOLOR_INDEX_BRIGHTNESS" val="0.9"/>
  <p:tag name="KSO_WM_UNIT_TEXT_FILL_FORE_SCHEMECOLOR_INDEX" val="1"/>
  <p:tag name="KSO_WM_UNIT_TEXT_FILL_TYPE" val="1"/>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5_1"/>
  <p:tag name="KSO_WM_UNIT_ID" val="diagram20231643_5*n_h_h_i*1_2_5_1"/>
  <p:tag name="KSO_WM_TEMPLATE_CATEGORY" val="diagram"/>
  <p:tag name="KSO_WM_TEMPLATE_INDEX" val="20231643"/>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6.0499877929687,&quot;left&quot;:-78.24980925312192,&quot;top&quot;:184.9812659460353,&quot;width&quot;:850.4500122070312}"/>
  <p:tag name="KSO_WM_DIAGRAM_COLOR_MATCH_VALUE" val="{&quot;shape&quot;:{&quot;fill&quot;:{&quot;gradient&quot;:[{&quot;brightness&quot;:0,&quot;colorType&quot;:1,&quot;foreColorIndex&quot;:5,&quot;pos&quot;:0,&quot;transparency&quot;:0},{&quot;brightness&quot;:0,&quot;colorType&quot;:1,&quot;foreColorIndex&quot;:6,&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5"/>
  <p:tag name="KSO_WM_UNIT_FILL_TYPE" val="3"/>
  <p:tag name="KSO_WM_UNIT_TEXT_FILL_FORE_SCHEMECOLOR_INDEX" val="1"/>
  <p:tag name="KSO_WM_UNIT_TEXT_FILL_TYPE" val="1"/>
</p:tagLst>
</file>

<file path=ppt/tags/tag39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1643_5*n_h_h_f*1_2_3_1"/>
  <p:tag name="KSO_WM_TEMPLATE_CATEGORY" val="diagram"/>
  <p:tag name="KSO_WM_TEMPLATE_INDEX" val="20231643"/>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6.0499877929687,&quot;left&quot;:-78.24980925312192,&quot;top&quot;:184.9812659460353,&quot;width&quot;:850.4500122070312}"/>
  <p:tag name="KSO_WM_DIAGRAM_COLOR_MATCH_VALUE" val="{&quot;shape&quot;:{&quot;fill&quot;:{&quot;solid&quot;:{&quot;brightness&quot;:0.8999999761581421,&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0000000298023224,&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项正文，文字是您思想的提炼，请尽量言简意赅的阐述观点。"/>
  <p:tag name="KSO_WM_UNIT_FILL_TYPE" val="1"/>
  <p:tag name="KSO_WM_UNIT_FILL_FORE_SCHEMECOLOR_INDEX" val="5"/>
  <p:tag name="KSO_WM_UNIT_FILL_FORE_SCHEMECOLOR_INDEX_BRIGHTNESS" val="0.9"/>
  <p:tag name="KSO_WM_UNIT_TEXT_FILL_FORE_SCHEMECOLOR_INDEX" val="1"/>
  <p:tag name="KSO_WM_UNIT_TEXT_FILL_TYPE" val="1"/>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3_1"/>
  <p:tag name="KSO_WM_UNIT_ID" val="diagram20231643_5*n_h_h_i*1_2_3_1"/>
  <p:tag name="KSO_WM_TEMPLATE_CATEGORY" val="diagram"/>
  <p:tag name="KSO_WM_TEMPLATE_INDEX" val="20231643"/>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6.0499877929687,&quot;left&quot;:-78.24980925312192,&quot;top&quot;:184.9812659460353,&quot;width&quot;:850.4500122070312}"/>
  <p:tag name="KSO_WM_DIAGRAM_COLOR_MATCH_VALUE" val="{&quot;shape&quot;:{&quot;fill&quot;:{&quot;gradient&quot;:[{&quot;brightness&quot;:0,&quot;colorType&quot;:1,&quot;foreColorIndex&quot;:5,&quot;pos&quot;:0,&quot;transparency&quot;:0},{&quot;brightness&quot;:0,&quot;colorType&quot;:1,&quot;foreColorIndex&quot;:6,&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3"/>
  <p:tag name="KSO_WM_UNIT_FILL_TYPE" val="3"/>
  <p:tag name="KSO_WM_UNIT_TEXT_FILL_FORE_SCHEMECOLOR_INDEX" val="1"/>
  <p:tag name="KSO_WM_UNIT_TEXT_FILL_TYPE" val="1"/>
</p:tagLst>
</file>

<file path=ppt/tags/tag40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6_1"/>
  <p:tag name="KSO_WM_UNIT_ID" val="diagram20231643_5*n_h_h_f*1_2_6_1"/>
  <p:tag name="KSO_WM_TEMPLATE_CATEGORY" val="diagram"/>
  <p:tag name="KSO_WM_TEMPLATE_INDEX" val="20231643"/>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6.0499877929687,&quot;left&quot;:-78.24980925312192,&quot;top&quot;:184.9812659460353,&quot;width&quot;:850.4500122070312}"/>
  <p:tag name="KSO_WM_DIAGRAM_COLOR_MATCH_VALUE" val="{&quot;shape&quot;:{&quot;fill&quot;:{&quot;solid&quot;:{&quot;brightness&quot;:0.8999999761581421,&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0000000298023224,&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项正文，文字是您思想的提炼，请尽量言简意赅的阐述观点。"/>
  <p:tag name="KSO_WM_UNIT_FILL_TYPE" val="1"/>
  <p:tag name="KSO_WM_UNIT_FILL_FORE_SCHEMECOLOR_INDEX" val="5"/>
  <p:tag name="KSO_WM_UNIT_FILL_FORE_SCHEMECOLOR_INDEX_BRIGHTNESS" val="0.9"/>
  <p:tag name="KSO_WM_UNIT_TEXT_FILL_FORE_SCHEMECOLOR_INDEX" val="1"/>
  <p:tag name="KSO_WM_UNIT_TEXT_FILL_TYPE" val="1"/>
</p:tagLst>
</file>

<file path=ppt/tags/tag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6_1"/>
  <p:tag name="KSO_WM_UNIT_ID" val="diagram20231643_5*n_h_h_i*1_2_6_1"/>
  <p:tag name="KSO_WM_TEMPLATE_CATEGORY" val="diagram"/>
  <p:tag name="KSO_WM_TEMPLATE_INDEX" val="20231643"/>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6.0499877929687,&quot;left&quot;:-78.24980925312192,&quot;top&quot;:184.9812659460353,&quot;width&quot;:850.4500122070312}"/>
  <p:tag name="KSO_WM_DIAGRAM_COLOR_MATCH_VALUE" val="{&quot;shape&quot;:{&quot;fill&quot;:{&quot;gradient&quot;:[{&quot;brightness&quot;:0,&quot;colorType&quot;:1,&quot;foreColorIndex&quot;:5,&quot;pos&quot;:0,&quot;transparency&quot;:0},{&quot;brightness&quot;:0,&quot;colorType&quot;:1,&quot;foreColorIndex&quot;:6,&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6"/>
  <p:tag name="KSO_WM_UNIT_FILL_TYPE" val="3"/>
  <p:tag name="KSO_WM_UNIT_TEXT_FILL_FORE_SCHEMECOLOR_INDEX" val="1"/>
  <p:tag name="KSO_WM_UNIT_TEXT_FILL_TYPE" val="1"/>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43_5*n_h_i*1_2_3"/>
  <p:tag name="KSO_WM_TEMPLATE_CATEGORY" val="diagram"/>
  <p:tag name="KSO_WM_TEMPLATE_INDEX" val="20231643"/>
  <p:tag name="KSO_WM_UNIT_LAYERLEVEL" val="1_1_1"/>
  <p:tag name="KSO_WM_TAG_VERSION" val="3.0"/>
  <p:tag name="KSO_WM_BEAUTIFY_FLAG" val="#wm#"/>
  <p:tag name="KSO_WM_DIAGRAM_GROUP_CODE" val="n1-1"/>
  <p:tag name="KSO_WM_UNIT_TYPE" val="n_h_i"/>
  <p:tag name="KSO_WM_UNIT_INDEX" val="1_2_3"/>
  <p:tag name="KSO_WM_DIAGRAM_VERSION" val="3"/>
  <p:tag name="KSO_WM_DIAGRAM_COLOR_TRICK" val="1"/>
  <p:tag name="KSO_WM_DIAGRAM_COLOR_TEXT_CAN_REMOVE" val="n"/>
  <p:tag name="KSO_WM_DIAGRAM_MAX_ITEMCNT" val="6"/>
  <p:tag name="KSO_WM_DIAGRAM_MIN_ITEMCNT" val="2"/>
  <p:tag name="KSO_WM_DIAGRAM_VIRTUALLY_FRAME" val="{&quot;height&quot;:346.0499877929687,&quot;left&quot;:-78.24980925312192,&quot;top&quot;:184.9812659460353,&quot;width&quot;:850.4500122070312}"/>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UNIT_LINE_FORE_SCHEMECOLOR_INDEX" val="5"/>
</p:tagLst>
</file>

<file path=ppt/tags/tag40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a"/>
  <p:tag name="KSO_WM_UNIT_INDEX" val="1_1_1"/>
  <p:tag name="KSO_WM_UNIT_ID" val="diagram20231643_5*n_h_a*1_1_1"/>
  <p:tag name="KSO_WM_TEMPLATE_CATEGORY" val="diagram"/>
  <p:tag name="KSO_WM_TEMPLATE_INDEX" val="20231643"/>
  <p:tag name="KSO_WM_UNIT_LAYERLEVEL" val="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46.0499877929687,&quot;left&quot;:-78.24980925312192,&quot;top&quot;:184.9812659460353,&quot;width&quot;:850.4500122070312}"/>
  <p:tag name="KSO_WM_DIAGRAM_COLOR_MATCH_VALUE" val="{&quot;shape&quot;:{&quot;fill&quot;:{&quot;gradient&quot;:[{&quot;brightness&quot;:0,&quot;colorType&quot;:1,&quot;foreColorIndex&quot;:5,&quot;pos&quot;:0,&quot;transparency&quot;:0},{&quot;brightness&quot;:0,&quot;colorType&quot;:1,&quot;foreColorIndex&quot;:6,&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标题"/>
  <p:tag name="KSO_WM_UNIT_FILL_TYPE" val="3"/>
  <p:tag name="KSO_WM_UNIT_TEXT_FILL_FORE_SCHEMECOLOR_INDEX" val="1"/>
  <p:tag name="KSO_WM_UNIT_TEXT_FILL_TYPE" val="1"/>
</p:tagLst>
</file>

<file path=ppt/tags/tag404.xml><?xml version="1.0" encoding="utf-8"?>
<p:tagLst xmlns:p="http://schemas.openxmlformats.org/presentationml/2006/main">
  <p:tag name="KSO_WM_SLIDE_ID" val="diagram20231643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1643"/>
  <p:tag name="KSO_WM_SLIDE_TYPE" val="text"/>
  <p:tag name="KSO_WM_SLIDE_SUBTYPE" val="diag"/>
  <p:tag name="KSO_WM_SLIDE_SIZE" val="850.3*336.9"/>
  <p:tag name="KSO_WM_SLIDE_POSITION" val="54.8169*160.45"/>
  <p:tag name="KSO_WM_SLIDE_LAYOUT" val="a_n"/>
  <p:tag name="KSO_WM_SLIDE_LAYOUT_CNT" val="1_1"/>
  <p:tag name="KSO_WM_SPECIAL_SOURCE" val="bdnull"/>
  <p:tag name="KSO_WM_DIAGRAM_GROUP_CODE" val="n1-1"/>
  <p:tag name="KSO_WM_SLIDE_DIAGTYPE" val="n"/>
</p:tagLst>
</file>

<file path=ppt/tags/tag405.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69_7*e*1"/>
  <p:tag name="KSO_WM_TEMPLATE_CATEGORY" val="custom"/>
  <p:tag name="KSO_WM_TEMPLATE_INDEX" val="20230269"/>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PRESET_TEXT" val="01"/>
</p:tagLst>
</file>

<file path=ppt/tags/tag40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9_7*a*1"/>
  <p:tag name="KSO_WM_TEMPLATE_CATEGORY" val="custom"/>
  <p:tag name="KSO_WM_TEMPLATE_INDEX" val="20230269"/>
  <p:tag name="KSO_WM_UNIT_LAYERLEVEL" val="1"/>
  <p:tag name="KSO_WM_TAG_VERSION" val="3.0"/>
  <p:tag name="KSO_WM_BEAUTIFY_FLAG" val="#wm#"/>
  <p:tag name="KSO_WM_UNIT_CONTENT_GROUP_TYPE" val="contentchip"/>
  <p:tag name="KSO_WM_UNIT_PRESET_TEXT" val="输入章节标题"/>
</p:tagLst>
</file>

<file path=ppt/tags/tag407.xml><?xml version="1.0" encoding="utf-8"?>
<p:tagLst xmlns:p="http://schemas.openxmlformats.org/presentationml/2006/main">
  <p:tag name="KSO_WM_SLIDE_ID" val="custom20230269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269"/>
  <p:tag name="KSO_WM_SLIDE_TYPE" val="sectionTitle"/>
  <p:tag name="KSO_WM_SLIDE_SUBTYPE" val="pureTxt"/>
  <p:tag name="KSO_WM_SLIDE_LAYOUT" val="a_e"/>
  <p:tag name="KSO_WM_SLIDE_LAYOUT_CNT" val="1_1"/>
  <p:tag name="KSO_WM_SPECIAL_SOURCE" val="bdnull"/>
  <p:tag name="KSO_WM_SLIDE_CONTENT_AREA" val="{&quot;left&quot;:&quot;36.1&quot;,&quot;top&quot;:&quot;87.2&quot;,&quot;width&quot;:&quot;531.65&quot;,&quot;height&quot;:&quot;365.6&quot;}"/>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1*a*1"/>
  <p:tag name="KSO_WM_TEMPLATE_CATEGORY" val="diagram"/>
  <p:tag name="KSO_WM_TEMPLATE_INDEX" val="20231660"/>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DIAGRAM_GROUP_CODE" val="q1-1"/>
  <p:tag name="KSO_WM_UNIT_PRESET_TEXT" val="单击此处添加标题"/>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1*q_i*1_4"/>
  <p:tag name="KSO_WM_TEMPLATE_CATEGORY" val="diagram"/>
  <p:tag name="KSO_WM_TEMPLATE_INDEX" val="20231660"/>
  <p:tag name="KSO_WM_UNIT_LAYERLEVEL" val="1_1"/>
  <p:tag name="KSO_WM_TAG_VERSION" val="3.0"/>
  <p:tag name="KSO_WM_BEAUTIFY_FLAG" val="#wm#"/>
  <p:tag name="KSO_WM_UNIT_TYPE" val="q_i"/>
  <p:tag name="KSO_WM_UNIT_INDEX" val="1_4"/>
  <p:tag name="KSO_WM_DIAGRAM_GROUP_CODE" val="q1-1"/>
  <p:tag name="KSO_WM_DIAGRAM_MAX_ITEMCNT" val="6"/>
  <p:tag name="KSO_WM_DIAGRAM_MIN_ITEMCNT" val="2"/>
  <p:tag name="KSO_WM_DIAGRAM_VIRTUALLY_FRAME" val="{&quot;height&quot;:381.7011108398438,&quot;left&quot;:-65.46212333138537,&quot;top&quot;:103.83038946196788,&quot;width&quot;:851.096923828125}"/>
  <p:tag name="KSO_WM_DIAGRAM_COLOR_MATCH_VALUE" val="{&quot;shape&quot;:{&quot;fill&quot;:{&quot;gradient&quot;:[{&quot;brightness&quot;:0.4000000059604645,&quot;colorType&quot;:1,&quot;foreColorIndex&quot;:5,&quot;pos&quot;:0,&quot;transparency&quot;:0.6000000238418579},{&quot;brightness&quot;:0.4000000059604645,&quot;colorType&quot;:1,&quot;foreColorIndex&quot;:5,&quot;pos&quot;:1,&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3"/>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1*q_i*1_3"/>
  <p:tag name="KSO_WM_TEMPLATE_CATEGORY" val="diagram"/>
  <p:tag name="KSO_WM_TEMPLATE_INDEX" val="20231660"/>
  <p:tag name="KSO_WM_UNIT_LAYERLEVEL" val="1_1"/>
  <p:tag name="KSO_WM_TAG_VERSION" val="3.0"/>
  <p:tag name="KSO_WM_BEAUTIFY_FLAG" val="#wm#"/>
  <p:tag name="KSO_WM_UNIT_TYPE" val="q_i"/>
  <p:tag name="KSO_WM_UNIT_INDEX" val="1_3"/>
  <p:tag name="KSO_WM_DIAGRAM_GROUP_CODE" val="q1-1"/>
  <p:tag name="KSO_WM_DIAGRAM_MAX_ITEMCNT" val="6"/>
  <p:tag name="KSO_WM_DIAGRAM_MIN_ITEMCNT" val="2"/>
  <p:tag name="KSO_WM_DIAGRAM_VIRTUALLY_FRAME" val="{&quot;height&quot;:381.7011108398438,&quot;left&quot;:-65.46212333138537,&quot;top&quot;:103.83038946196788,&quot;width&quot;:851.096923828125}"/>
  <p:tag name="KSO_WM_DIAGRAM_COLOR_MATCH_VALUE" val="{&quot;shape&quot;:{&quot;fill&quot;:{&quot;type&quot;:0},&quot;glow&quot;:{&quot;colorType&quot;:0},&quot;line&quot;:{&quot;gradient&quot;:[{&quot;brightness&quot;:0,&quot;colorType&quot;:1,&quot;foreColorIndex&quot;:5,&quot;pos&quot;:0.43799999356269836,&quot;transparency&quot;:0.30000001192092896},{&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1*q_i*1_2"/>
  <p:tag name="KSO_WM_TEMPLATE_CATEGORY" val="diagram"/>
  <p:tag name="KSO_WM_TEMPLATE_INDEX" val="20231660"/>
  <p:tag name="KSO_WM_UNIT_LAYERLEVEL" val="1_1"/>
  <p:tag name="KSO_WM_TAG_VERSION" val="3.0"/>
  <p:tag name="KSO_WM_BEAUTIFY_FLAG" val="#wm#"/>
  <p:tag name="KSO_WM_UNIT_TYPE" val="q_i"/>
  <p:tag name="KSO_WM_UNIT_INDEX" val="1_2"/>
  <p:tag name="KSO_WM_DIAGRAM_GROUP_CODE" val="q1-1"/>
  <p:tag name="KSO_WM_DIAGRAM_MAX_ITEMCNT" val="6"/>
  <p:tag name="KSO_WM_DIAGRAM_MIN_ITEMCNT" val="2"/>
  <p:tag name="KSO_WM_DIAGRAM_VIRTUALLY_FRAME" val="{&quot;height&quot;:381.7011108398438,&quot;left&quot;:-65.46212333138537,&quot;top&quot;:103.83038946196788,&quot;width&quot;:851.09692382812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1*q_i*1_1"/>
  <p:tag name="KSO_WM_TEMPLATE_CATEGORY" val="diagram"/>
  <p:tag name="KSO_WM_TEMPLATE_INDEX" val="20231660"/>
  <p:tag name="KSO_WM_UNIT_LAYERLEVEL" val="1_1"/>
  <p:tag name="KSO_WM_TAG_VERSION" val="3.0"/>
  <p:tag name="KSO_WM_BEAUTIFY_FLAG" val="#wm#"/>
  <p:tag name="KSO_WM_UNIT_TYPE" val="q_i"/>
  <p:tag name="KSO_WM_UNIT_INDEX" val="1_1"/>
  <p:tag name="KSO_WM_DIAGRAM_GROUP_CODE" val="q1-1"/>
  <p:tag name="KSO_WM_DIAGRAM_MAX_ITEMCNT" val="6"/>
  <p:tag name="KSO_WM_DIAGRAM_MIN_ITEMCNT" val="2"/>
  <p:tag name="KSO_WM_DIAGRAM_VIRTUALLY_FRAME" val="{&quot;height&quot;:381.7011108398438,&quot;left&quot;:-65.46212333138537,&quot;top&quot;:103.83038946196788,&quot;width&quot;:851.096923828125}"/>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0.4659999907016754,&quot;transparency&quot;:0.7200000286102295},{&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2_1"/>
  <p:tag name="KSO_WM_UNIT_ID" val="diagram20231660_1*q_h_i*1_2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8,&quot;left&quot;:-65.46212333138537,&quot;top&quot;:103.83038946196788,&quot;width&quot;:851.096923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1*q_h_i*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8,&quot;left&quot;:-65.46212333138537,&quot;top&quot;:103.83038946196788,&quot;width&quot;:851.096923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x"/>
  <p:tag name="KSO_WM_UNIT_INDEX" val="1_1_1"/>
  <p:tag name="KSO_WM_UNIT_ID" val="diagram20231660_1*q_h_x*1_1_1"/>
  <p:tag name="KSO_WM_TEMPLATE_CATEGORY" val="diagram"/>
  <p:tag name="KSO_WM_TEMPLATE_INDEX" val="20231660"/>
  <p:tag name="KSO_WM_UNIT_LAYERLEVEL" val="1_1_1"/>
  <p:tag name="KSO_WM_TAG_VERSION" val="3.0"/>
  <p:tag name="KSO_WM_BEAUTIFY_FLAG" val="#wm#"/>
  <p:tag name="KSO_WM_UNIT_VALUE" val="54*5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8,&quot;left&quot;:-65.46212333138537,&quot;top&quot;:103.83038946196788,&quot;width&quot;:851.096923828125}"/>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Lst>
</file>

<file path=ppt/tags/tag41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1_1"/>
  <p:tag name="KSO_WM_UNIT_ID" val="diagram20231660_1*q_h_f*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8,&quot;left&quot;:-65.46212333138537,&quot;top&quot;:103.83038946196788,&quot;width&quot;:851.096923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
  <p:tag name="KSO_WM_UNIT_TEXT_FILL_FORE_SCHEMECOLOR_INDEX" val="1"/>
  <p:tag name="KSO_WM_UNIT_TEXT_FILL_TYPE" val="1"/>
</p:tagLst>
</file>

<file path=ppt/tags/tag41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2_1"/>
  <p:tag name="KSO_WM_UNIT_ID" val="diagram20231660_1*q_h_f*1_2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8,&quot;left&quot;:-65.46212333138537,&quot;top&quot;:103.83038946196788,&quot;width&quot;:851.096923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
  <p:tag name="KSO_WM_UNIT_TEXT_FILL_FORE_SCHEMECOLOR_INDEX" val="1"/>
  <p:tag name="KSO_WM_UNIT_TEXT_FILL_TYPE" val="1"/>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x"/>
  <p:tag name="KSO_WM_UNIT_INDEX" val="1_2_1"/>
  <p:tag name="KSO_WM_UNIT_ID" val="diagram20231660_1*q_h_x*1_2_1"/>
  <p:tag name="KSO_WM_TEMPLATE_CATEGORY" val="diagram"/>
  <p:tag name="KSO_WM_TEMPLATE_INDEX" val="20231660"/>
  <p:tag name="KSO_WM_UNIT_LAYERLEVEL" val="1_1_1"/>
  <p:tag name="KSO_WM_TAG_VERSION" val="3.0"/>
  <p:tag name="KSO_WM_BEAUTIFY_FLAG" val="#wm#"/>
  <p:tag name="KSO_WM_UNIT_VALUE" val="54*54"/>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8,&quot;left&quot;:-65.46212333138537,&quot;top&quot;:103.83038946196788,&quot;width&quot;:851.096923828125}"/>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Lst>
</file>

<file path=ppt/tags/tag419.xml><?xml version="1.0" encoding="utf-8"?>
<p:tagLst xmlns:p="http://schemas.openxmlformats.org/presentationml/2006/main">
  <p:tag name="KSO_WM_SLIDE_ID" val="diagram20231660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1660"/>
  <p:tag name="KSO_WM_SLIDE_TYPE" val="text"/>
  <p:tag name="KSO_WM_SLIDE_SUBTYPE" val="diag"/>
  <p:tag name="KSO_WM_SLIDE_SIZE" val="418.142*337.63"/>
  <p:tag name="KSO_WM_SLIDE_POSITION" val="271.044*151.256"/>
  <p:tag name="KSO_WM_SLIDE_LAYOUT" val="a_q"/>
  <p:tag name="KSO_WM_SLIDE_LAYOUT_CNT" val="1_1"/>
  <p:tag name="KSO_WM_SPECIAL_SOURCE" val="bdnull"/>
  <p:tag name="ISLIDE.ICON" val="#369596;#136401;#391220;#405201;#369653;#370866;"/>
  <p:tag name="KSO_WM_DIAGRAM_GROUP_CODE" val="q1-1"/>
  <p:tag name="KSO_WM_SLIDE_DIAGTYPE" val="q"/>
</p:tagLst>
</file>

<file path=ppt/tags/tag420.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69_9*f*1"/>
  <p:tag name="KSO_WM_TEMPLATE_CATEGORY" val="custom"/>
  <p:tag name="KSO_WM_TEMPLATE_INDEX" val="20230269"/>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PRESET_TEXT" val="汇报人：WPS"/>
</p:tagLst>
</file>

<file path=ppt/tags/tag4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9_9*a*1"/>
  <p:tag name="KSO_WM_TEMPLATE_CATEGORY" val="custom"/>
  <p:tag name="KSO_WM_TEMPLATE_INDEX" val="20230269"/>
  <p:tag name="KSO_WM_UNIT_LAYERLEVEL" val="1"/>
  <p:tag name="KSO_WM_TAG_VERSION" val="3.0"/>
  <p:tag name="KSO_WM_BEAUTIFY_FLAG" val="#wm#"/>
  <p:tag name="KSO_WM_UNIT_CONTENT_GROUP_TYPE" val="contentchip"/>
  <p:tag name="KSO_WM_UNIT_PRESET_TEXT" val="THANK YOU"/>
</p:tagLst>
</file>

<file path=ppt/tags/tag422.xml><?xml version="1.0" encoding="utf-8"?>
<p:tagLst xmlns:p="http://schemas.openxmlformats.org/presentationml/2006/main">
  <p:tag name="KSO_WM_SLIDE_ID" val="custom20230269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0269"/>
  <p:tag name="KSO_WM_SLIDE_TYPE" val="endPage"/>
  <p:tag name="KSO_WM_SLIDE_SUBTYPE" val="pureTxt"/>
  <p:tag name="KSO_WM_SLIDE_LAYOUT" val="a_f"/>
  <p:tag name="KSO_WM_SLIDE_LAYOUT_CNT" val="1_1"/>
  <p:tag name="KSO_WM_SPECIAL_SOURCE" val="bdnull"/>
  <p:tag name="KSO_WM_SLIDE_CONTENT_AREA" val="{&quot;left&quot;:&quot;194.75&quot;,&quot;top&quot;:&quot;89.2&quot;,&quot;width&quot;:&quot;570.55&quot;,&quot;height&quot;:&quot;279.45&quot;}"/>
</p:tagLst>
</file>

<file path=ppt/tags/tag423.xml><?xml version="1.0" encoding="utf-8"?>
<p:tagLst xmlns:p="http://schemas.openxmlformats.org/presentationml/2006/main">
  <p:tag name="commondata" val="eyJoZGlkIjoiMGQ3Y2IyMDA5N2FiZTRhOTRlMDQzMDkxMzk2ZWFjZmEifQ=="/>
</p:tagLst>
</file>

<file path=ppt/theme/theme1.xml><?xml version="1.0" encoding="utf-8"?>
<a:theme xmlns:a="http://schemas.openxmlformats.org/drawingml/2006/main" name="Office 主题">
  <a:themeElements>
    <a:clrScheme name="自定义 15">
      <a:dk1>
        <a:srgbClr val="000000"/>
      </a:dk1>
      <a:lt1>
        <a:srgbClr val="FFFFFF"/>
      </a:lt1>
      <a:dk2>
        <a:srgbClr val="001A54"/>
      </a:dk2>
      <a:lt2>
        <a:srgbClr val="D4E1FE"/>
      </a:lt2>
      <a:accent1>
        <a:srgbClr val="6292FB"/>
      </a:accent1>
      <a:accent2>
        <a:srgbClr val="F43AA9"/>
      </a:accent2>
      <a:accent3>
        <a:srgbClr val="5364E3"/>
      </a:accent3>
      <a:accent4>
        <a:srgbClr val="6243D1"/>
      </a:accent4>
      <a:accent5>
        <a:srgbClr val="9340C3"/>
      </a:accent5>
      <a:accent6>
        <a:srgbClr val="C33DB6"/>
      </a:accent6>
      <a:hlink>
        <a:srgbClr val="0563C1"/>
      </a:hlink>
      <a:folHlink>
        <a:srgbClr val="954F72"/>
      </a:folHlink>
    </a:clrScheme>
    <a:fontScheme name="自定义 6">
      <a:majorFont>
        <a:latin typeface="MiSans Heavy"/>
        <a:ea typeface="MiSans Heavy"/>
        <a:cs typeface=""/>
      </a:majorFont>
      <a:minorFont>
        <a:latin typeface="MiSans"/>
        <a:ea typeface="MiSan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15">
      <a:dk1>
        <a:srgbClr val="000000"/>
      </a:dk1>
      <a:lt1>
        <a:srgbClr val="FFFFFF"/>
      </a:lt1>
      <a:dk2>
        <a:srgbClr val="001A54"/>
      </a:dk2>
      <a:lt2>
        <a:srgbClr val="D4E1FE"/>
      </a:lt2>
      <a:accent1>
        <a:srgbClr val="6292FB"/>
      </a:accent1>
      <a:accent2>
        <a:srgbClr val="F43AA9"/>
      </a:accent2>
      <a:accent3>
        <a:srgbClr val="5364E3"/>
      </a:accent3>
      <a:accent4>
        <a:srgbClr val="6243D1"/>
      </a:accent4>
      <a:accent5>
        <a:srgbClr val="9340C3"/>
      </a:accent5>
      <a:accent6>
        <a:srgbClr val="C33DB6"/>
      </a:accent6>
      <a:hlink>
        <a:srgbClr val="0563C1"/>
      </a:hlink>
      <a:folHlink>
        <a:srgbClr val="954F72"/>
      </a:folHlink>
    </a:clrScheme>
    <a:fontScheme name="自定义 6">
      <a:majorFont>
        <a:latin typeface="MiSans Heavy"/>
        <a:ea typeface="MiSans Heavy"/>
        <a:cs typeface=""/>
      </a:majorFont>
      <a:minorFont>
        <a:latin typeface="MiSans"/>
        <a:ea typeface="MiSan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
      <a:dk1>
        <a:srgbClr val="000000"/>
      </a:dk1>
      <a:lt1>
        <a:srgbClr val="FFFFFF"/>
      </a:lt1>
      <a:dk2>
        <a:srgbClr val="001A54"/>
      </a:dk2>
      <a:lt2>
        <a:srgbClr val="D4E1FE"/>
      </a:lt2>
      <a:accent1>
        <a:srgbClr val="6292FB"/>
      </a:accent1>
      <a:accent2>
        <a:srgbClr val="F43AA9"/>
      </a:accent2>
      <a:accent3>
        <a:srgbClr val="5364E3"/>
      </a:accent3>
      <a:accent4>
        <a:srgbClr val="6243D1"/>
      </a:accent4>
      <a:accent5>
        <a:srgbClr val="9340C3"/>
      </a:accent5>
      <a:accent6>
        <a:srgbClr val="C33DB6"/>
      </a:accent6>
      <a:hlink>
        <a:srgbClr val="0563C1"/>
      </a:hlink>
      <a:folHlink>
        <a:srgbClr val="954F72"/>
      </a:folHlink>
    </a:clrScheme>
    <a:fontScheme name="自定义 6">
      <a:majorFont>
        <a:latin typeface="MiSans Heavy"/>
        <a:ea typeface=""/>
        <a:cs typeface=""/>
      </a:majorFont>
      <a:minorFont>
        <a:latin typeface="Mi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3238</Words>
  <Application>WPS 演示</Application>
  <PresentationFormat/>
  <Paragraphs>158</Paragraphs>
  <Slides>13</Slides>
  <Notes>0</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13</vt:i4>
      </vt:variant>
    </vt:vector>
  </HeadingPairs>
  <TitlesOfParts>
    <vt:vector size="28" baseType="lpstr">
      <vt:lpstr>Arial</vt:lpstr>
      <vt:lpstr>宋体</vt:lpstr>
      <vt:lpstr>Wingdings</vt:lpstr>
      <vt:lpstr>微软雅黑</vt:lpstr>
      <vt:lpstr>Arial Unicode MS</vt:lpstr>
      <vt:lpstr>Calibri</vt:lpstr>
      <vt:lpstr>MiSans</vt:lpstr>
      <vt:lpstr>Wingdings</vt:lpstr>
      <vt:lpstr>MiSans Heavy</vt:lpstr>
      <vt:lpstr>汉仪旗黑-55简</vt:lpstr>
      <vt:lpstr>黑体</vt:lpstr>
      <vt:lpstr>微软雅黑 Light</vt:lpstr>
      <vt:lpstr>Office 主题</vt:lpstr>
      <vt:lpstr>1_Office 主题</vt:lpstr>
      <vt:lpstr>2_Office 主题</vt:lpstr>
      <vt:lpstr>加文档标题内容</vt:lpstr>
      <vt:lpstr>目录</vt:lpstr>
      <vt:lpstr>输入章节标题</vt:lpstr>
      <vt:lpstr>单击此处添加标题</vt:lpstr>
      <vt:lpstr>输入章节标题</vt:lpstr>
      <vt:lpstr>单击此处添加标题</vt:lpstr>
      <vt:lpstr>输入章节标题</vt:lpstr>
      <vt:lpstr>单击此处添加标题</vt:lpstr>
      <vt:lpstr>单击此处添加标题</vt:lpstr>
      <vt:lpstr>单击此处添加标题</vt:lpstr>
      <vt:lpstr>输入章节标题</vt:lpstr>
      <vt:lpstr>单击此处添加标题</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 与 肿瘤治疗</dc:title>
  <dc:creator>王一诺</dc:creator>
  <cp:lastModifiedBy>谎</cp:lastModifiedBy>
  <cp:revision>2</cp:revision>
  <dcterms:created xsi:type="dcterms:W3CDTF">2024-05-29T15:12:21Z</dcterms:created>
  <dcterms:modified xsi:type="dcterms:W3CDTF">2024-05-30T14:32:26Z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2052-12.1.0.16929</vt:lpwstr>
  </property>
  <property fmtid="{D5CDD505-2E9C-101B-9397-08002B2CF9AE}" pid="3" name="ICV">
    <vt:lpwstr>58F7BB84F5754A43A16B9C281D0E6AA9_12</vt:lpwstr>
  </property>
</Properties>
</file>