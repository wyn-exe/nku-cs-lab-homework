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实现</a:t>
            </a:r>
            <a:r>
              <a:rPr lang="zh-CN" altLang="en-US" dirty="0"/>
              <a:t>语法</a:t>
            </a:r>
            <a:r>
              <a:rPr lang="zh-CN" altLang="zh-CN" dirty="0"/>
              <a:t>分析器</a:t>
            </a:r>
            <a:br>
              <a:rPr lang="en-US" altLang="zh-CN" dirty="0"/>
            </a:br>
            <a:r>
              <a:rPr lang="zh-CN" altLang="en-US"/>
              <a:t>（小组合作）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3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en-US" dirty="0"/>
              <a:t>基于</a:t>
            </a:r>
            <a:r>
              <a:rPr lang="en-US" altLang="zh-CN" dirty="0" err="1"/>
              <a:t>SysY</a:t>
            </a:r>
            <a:r>
              <a:rPr lang="zh-CN" altLang="en-US" dirty="0"/>
              <a:t>语法规则的</a:t>
            </a:r>
            <a:r>
              <a:rPr lang="en-US" altLang="zh-CN" dirty="0"/>
              <a:t>CFG</a:t>
            </a:r>
            <a:r>
              <a:rPr lang="zh-CN" altLang="en-US" dirty="0"/>
              <a:t>设计，</a:t>
            </a:r>
            <a:r>
              <a:rPr lang="zh-CN" altLang="zh-CN" dirty="0"/>
              <a:t>借助</a:t>
            </a:r>
            <a:r>
              <a:rPr lang="en-US" altLang="zh-CN" dirty="0" err="1"/>
              <a:t>Yacc</a:t>
            </a:r>
            <a:r>
              <a:rPr lang="zh-CN" altLang="zh-CN" dirty="0"/>
              <a:t>工具实现语法分析器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zh-CN" dirty="0"/>
              <a:t>考虑语法树的构造：</a:t>
            </a:r>
            <a:endParaRPr lang="zh-CN" altLang="en-US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语法树数据结构的设计：节点类型的设定，不同类型节点应保存哪些信息，多叉树的实现方式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设计辅助函数，实现节点创建、树创建等功能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利用辅助函数扩展上下文无关文法，设计翻译模式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设计</a:t>
            </a:r>
            <a:r>
              <a:rPr lang="en-US" altLang="zh-CN" dirty="0" err="1"/>
              <a:t>Yacc</a:t>
            </a:r>
            <a:r>
              <a:rPr lang="zh-CN" altLang="zh-CN" dirty="0"/>
              <a:t>程序，实现能构造语法树的分析器</a:t>
            </a:r>
            <a:endParaRPr lang="en-US" altLang="zh-CN" dirty="0"/>
          </a:p>
          <a:p>
            <a:pPr lvl="0"/>
            <a:endParaRPr lang="zh-CN" altLang="zh-CN" dirty="0"/>
          </a:p>
          <a:p>
            <a:r>
              <a:rPr lang="zh-CN" altLang="zh-CN" dirty="0"/>
              <a:t>考虑符号表处理的扩充</a:t>
            </a:r>
            <a:r>
              <a:rPr lang="zh-CN" altLang="en-US" dirty="0"/>
              <a:t>（不同框架细节要求不同，可能不要求在语法分析器构造阶段实现符号表处理，按框架具体要求即可）：</a:t>
            </a:r>
            <a:endParaRPr lang="en-US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完成语法分析后，符号表项应增加哪些标识符的属性，保存语法分析的结果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如何扩充符号表数据结构，</a:t>
            </a:r>
            <a:r>
              <a:rPr lang="en-US" altLang="zh-CN" dirty="0" err="1"/>
              <a:t>Yacc</a:t>
            </a:r>
            <a:r>
              <a:rPr lang="zh-CN" altLang="zh-CN" dirty="0"/>
              <a:t>程序如何与</a:t>
            </a:r>
            <a:r>
              <a:rPr lang="en-US" altLang="zh-CN" dirty="0"/>
              <a:t>Lex</a:t>
            </a:r>
            <a:r>
              <a:rPr lang="zh-CN" altLang="zh-CN" dirty="0"/>
              <a:t>程序交互，正确填写符号表项</a:t>
            </a:r>
          </a:p>
          <a:p>
            <a:endParaRPr lang="en-US" altLang="zh-CN" dirty="0"/>
          </a:p>
          <a:p>
            <a:r>
              <a:rPr lang="zh-CN" altLang="zh-CN" dirty="0"/>
              <a:t>以一个简单的</a:t>
            </a:r>
            <a:r>
              <a:rPr lang="en-US" altLang="zh-CN" dirty="0" err="1"/>
              <a:t>SysY</a:t>
            </a:r>
            <a:r>
              <a:rPr lang="zh-CN" altLang="zh-CN" dirty="0"/>
              <a:t>源程序验证你的语法分析器，可以文本方式输出语法树结构，以节点编号输出父子关系，来验证分析器的正确性，如下例：</a:t>
            </a:r>
          </a:p>
          <a:p>
            <a:r>
              <a:rPr lang="en-US" altLang="zh-CN" dirty="0"/>
              <a:t>main()</a:t>
            </a:r>
            <a:endParaRPr lang="zh-CN" altLang="zh-CN" dirty="0"/>
          </a:p>
          <a:p>
            <a:r>
              <a:rPr lang="en-US" altLang="zh-CN" dirty="0"/>
              <a:t>{</a:t>
            </a:r>
            <a:endParaRPr lang="zh-CN" altLang="zh-CN" dirty="0"/>
          </a:p>
          <a:p>
            <a:r>
              <a:rPr lang="en-US" altLang="zh-CN" dirty="0"/>
              <a:t>	int a, b;</a:t>
            </a:r>
            <a:endParaRPr lang="zh-CN" altLang="zh-CN" dirty="0"/>
          </a:p>
          <a:p>
            <a:r>
              <a:rPr lang="en-US" altLang="zh-CN" dirty="0"/>
              <a:t>	if (a == 0)</a:t>
            </a:r>
            <a:endParaRPr lang="zh-CN" altLang="zh-CN" dirty="0"/>
          </a:p>
          <a:p>
            <a:r>
              <a:rPr lang="en-US" altLang="zh-CN" dirty="0"/>
              <a:t>		a = b + 1;</a:t>
            </a:r>
            <a:endParaRPr lang="zh-CN" altLang="zh-CN" dirty="0"/>
          </a:p>
          <a:p>
            <a:r>
              <a:rPr lang="en-US" altLang="zh-CN" dirty="0"/>
              <a:t>}</a:t>
            </a:r>
            <a:endParaRPr lang="zh-CN" altLang="zh-CN" dirty="0"/>
          </a:p>
          <a:p>
            <a:r>
              <a:rPr lang="zh-CN" altLang="zh-CN" dirty="0"/>
              <a:t>可能的输出为</a:t>
            </a:r>
            <a:r>
              <a:rPr lang="zh-CN" altLang="en-US" dirty="0"/>
              <a:t>（不局限于此，缩进表示树结构等方式亦可）</a:t>
            </a:r>
            <a:r>
              <a:rPr lang="zh-CN" altLang="zh-CN" dirty="0"/>
              <a:t>：</a:t>
            </a:r>
          </a:p>
          <a:p>
            <a:r>
              <a:rPr lang="en-US" altLang="zh-CN" dirty="0"/>
              <a:t>0 : Type Specifier,     integer,       Children:</a:t>
            </a:r>
            <a:endParaRPr lang="zh-CN" altLang="zh-CN" dirty="0"/>
          </a:p>
          <a:p>
            <a:r>
              <a:rPr lang="en-US" altLang="zh-CN" dirty="0"/>
              <a:t>1 : ID Declaration,     symbol: a      Children:</a:t>
            </a:r>
            <a:endParaRPr lang="zh-CN" altLang="zh-CN" dirty="0"/>
          </a:p>
          <a:p>
            <a:r>
              <a:rPr lang="en-US" altLang="zh-CN" dirty="0"/>
              <a:t>2 : ID Declaration,     symbol: b      Children:</a:t>
            </a:r>
            <a:endParaRPr lang="zh-CN" altLang="zh-CN" dirty="0"/>
          </a:p>
          <a:p>
            <a:r>
              <a:rPr lang="en-US" altLang="zh-CN" dirty="0"/>
              <a:t>3 : Var Declaration,                   Children: 0    1    2</a:t>
            </a:r>
            <a:endParaRPr lang="zh-CN" altLang="zh-CN" dirty="0"/>
          </a:p>
          <a:p>
            <a:r>
              <a:rPr lang="en-US" altLang="zh-CN" dirty="0"/>
              <a:t>4 : ID Declaration,     symbol: a      Children:</a:t>
            </a:r>
            <a:endParaRPr lang="zh-CN" altLang="zh-CN" dirty="0"/>
          </a:p>
          <a:p>
            <a:r>
              <a:rPr lang="en-US" altLang="zh-CN" dirty="0"/>
              <a:t>5 : Const Declaration,  value:0,       Children:</a:t>
            </a:r>
            <a:endParaRPr lang="zh-CN" altLang="zh-CN" dirty="0"/>
          </a:p>
          <a:p>
            <a:r>
              <a:rPr lang="en-US" altLang="zh-CN" dirty="0"/>
              <a:t>6 : Expr,               op: ==,        Children: 4    5</a:t>
            </a:r>
            <a:endParaRPr lang="zh-CN" altLang="zh-CN" dirty="0"/>
          </a:p>
          <a:p>
            <a:r>
              <a:rPr lang="en-US" altLang="zh-CN" dirty="0"/>
              <a:t>7 : ID Declaration,     symbol: a      Children:</a:t>
            </a:r>
            <a:endParaRPr lang="zh-CN" altLang="zh-CN" dirty="0"/>
          </a:p>
          <a:p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A25188-E694-4813-8869-7790C4B2D23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en-US" altLang="zh-CN" dirty="0"/>
              <a:t>8 : ID Declaration,     symbol: b      Children:</a:t>
            </a:r>
            <a:endParaRPr lang="zh-CN" altLang="zh-CN" dirty="0"/>
          </a:p>
          <a:p>
            <a:r>
              <a:rPr lang="en-US" altLang="zh-CN" dirty="0"/>
              <a:t>9 : Const Declaration,  value:1,       Children:</a:t>
            </a:r>
            <a:endParaRPr lang="zh-CN" altLang="zh-CN" dirty="0"/>
          </a:p>
          <a:p>
            <a:r>
              <a:rPr lang="en-US" altLang="zh-CN" dirty="0"/>
              <a:t>10: Expr,               op: +,         Children: 8    9</a:t>
            </a:r>
            <a:endParaRPr lang="zh-CN" altLang="zh-CN" dirty="0"/>
          </a:p>
          <a:p>
            <a:r>
              <a:rPr lang="en-US" altLang="zh-CN" dirty="0"/>
              <a:t>11: Expr,               op: =,         Children: 7    10</a:t>
            </a:r>
            <a:endParaRPr lang="zh-CN" altLang="zh-CN" dirty="0"/>
          </a:p>
          <a:p>
            <a:r>
              <a:rPr lang="en-US" altLang="zh-CN" dirty="0"/>
              <a:t>12: if statement,                      Children: 6    11</a:t>
            </a:r>
            <a:endParaRPr lang="zh-CN" altLang="zh-CN" dirty="0"/>
          </a:p>
          <a:p>
            <a:r>
              <a:rPr lang="en-US" altLang="zh-CN" dirty="0"/>
              <a:t>13: compound statement,                Children: 3	12</a:t>
            </a:r>
            <a:endParaRPr lang="zh-CN" altLang="zh-CN" dirty="0"/>
          </a:p>
          <a:p>
            <a:endParaRPr lang="en-US" altLang="zh-CN" dirty="0"/>
          </a:p>
          <a:p>
            <a:r>
              <a:rPr lang="zh-CN" altLang="en-US" dirty="0"/>
              <a:t>给助教讲解你的程序、进行展示，并提交</a:t>
            </a:r>
            <a:r>
              <a:rPr lang="en-US" altLang="zh-CN" dirty="0" err="1"/>
              <a:t>Yacc</a:t>
            </a:r>
            <a:r>
              <a:rPr lang="zh-CN" altLang="en-US" dirty="0"/>
              <a:t>（</a:t>
            </a:r>
            <a:r>
              <a:rPr lang="en-US" altLang="zh-CN" dirty="0"/>
              <a:t>Lex</a:t>
            </a:r>
            <a:r>
              <a:rPr lang="zh-CN" altLang="en-US" dirty="0"/>
              <a:t>）程序</a:t>
            </a:r>
            <a:r>
              <a:rPr lang="en-US" altLang="zh-CN" dirty="0"/>
              <a:t>Git</a:t>
            </a:r>
            <a:r>
              <a:rPr lang="zh-CN" altLang="en-US" dirty="0"/>
              <a:t>链接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968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3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479</Words>
  <Application>Microsoft Office PowerPoint</Application>
  <PresentationFormat>全屏显示(16:10)</PresentationFormat>
  <Paragraphs>45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实现语法分析器 （小组合作）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刚 王</cp:lastModifiedBy>
  <cp:revision>21</cp:revision>
  <dcterms:created xsi:type="dcterms:W3CDTF">2019-09-29T04:07:54Z</dcterms:created>
  <dcterms:modified xsi:type="dcterms:W3CDTF">2024-10-14T00:36:29Z</dcterms:modified>
</cp:coreProperties>
</file>