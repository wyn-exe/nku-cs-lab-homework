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130"/>
  </p:notesMasterIdLst>
  <p:sldIdLst>
    <p:sldId id="836" r:id="rId2"/>
    <p:sldId id="1583" r:id="rId3"/>
    <p:sldId id="1585" r:id="rId4"/>
    <p:sldId id="258" r:id="rId5"/>
    <p:sldId id="1347" r:id="rId6"/>
    <p:sldId id="814" r:id="rId7"/>
    <p:sldId id="1587" r:id="rId8"/>
    <p:sldId id="1045" r:id="rId9"/>
    <p:sldId id="1102" r:id="rId10"/>
    <p:sldId id="1362" r:id="rId11"/>
    <p:sldId id="1046" r:id="rId12"/>
    <p:sldId id="1588" r:id="rId13"/>
    <p:sldId id="1590" r:id="rId14"/>
    <p:sldId id="1049" r:id="rId15"/>
    <p:sldId id="1591" r:id="rId16"/>
    <p:sldId id="1592" r:id="rId17"/>
    <p:sldId id="1736" r:id="rId18"/>
    <p:sldId id="681" r:id="rId19"/>
    <p:sldId id="775" r:id="rId20"/>
    <p:sldId id="1737" r:id="rId21"/>
    <p:sldId id="1486" r:id="rId22"/>
    <p:sldId id="1364" r:id="rId23"/>
    <p:sldId id="1594" r:id="rId24"/>
    <p:sldId id="1595" r:id="rId25"/>
    <p:sldId id="1596" r:id="rId26"/>
    <p:sldId id="1368" r:id="rId27"/>
    <p:sldId id="1597" r:id="rId28"/>
    <p:sldId id="1371" r:id="rId29"/>
    <p:sldId id="1598" r:id="rId30"/>
    <p:sldId id="1373" r:id="rId31"/>
    <p:sldId id="1127" r:id="rId32"/>
    <p:sldId id="1434" r:id="rId33"/>
    <p:sldId id="1435" r:id="rId34"/>
    <p:sldId id="1436" r:id="rId35"/>
    <p:sldId id="1437" r:id="rId36"/>
    <p:sldId id="1599" r:id="rId37"/>
    <p:sldId id="1777" r:id="rId38"/>
    <p:sldId id="1600" r:id="rId39"/>
    <p:sldId id="1602" r:id="rId40"/>
    <p:sldId id="1760" r:id="rId41"/>
    <p:sldId id="1586" r:id="rId42"/>
    <p:sldId id="1739" r:id="rId43"/>
    <p:sldId id="1763" r:id="rId44"/>
    <p:sldId id="1748" r:id="rId45"/>
    <p:sldId id="1752" r:id="rId46"/>
    <p:sldId id="1778" r:id="rId47"/>
    <p:sldId id="1606" r:id="rId48"/>
    <p:sldId id="1607" r:id="rId49"/>
    <p:sldId id="1608" r:id="rId50"/>
    <p:sldId id="1610" r:id="rId51"/>
    <p:sldId id="1611" r:id="rId52"/>
    <p:sldId id="1612" r:id="rId53"/>
    <p:sldId id="1625" r:id="rId54"/>
    <p:sldId id="1623" r:id="rId55"/>
    <p:sldId id="1624" r:id="rId56"/>
    <p:sldId id="1772" r:id="rId57"/>
    <p:sldId id="1681" r:id="rId58"/>
    <p:sldId id="1626" r:id="rId59"/>
    <p:sldId id="1627" r:id="rId60"/>
    <p:sldId id="1628" r:id="rId61"/>
    <p:sldId id="1629" r:id="rId62"/>
    <p:sldId id="1630" r:id="rId63"/>
    <p:sldId id="1631" r:id="rId64"/>
    <p:sldId id="1632" r:id="rId65"/>
    <p:sldId id="1633" r:id="rId66"/>
    <p:sldId id="1634" r:id="rId67"/>
    <p:sldId id="1635" r:id="rId68"/>
    <p:sldId id="1636" r:id="rId69"/>
    <p:sldId id="1637" r:id="rId70"/>
    <p:sldId id="1638" r:id="rId71"/>
    <p:sldId id="1639" r:id="rId72"/>
    <p:sldId id="1640" r:id="rId73"/>
    <p:sldId id="1642" r:id="rId74"/>
    <p:sldId id="1643" r:id="rId75"/>
    <p:sldId id="1644" r:id="rId76"/>
    <p:sldId id="1691" r:id="rId77"/>
    <p:sldId id="1646" r:id="rId78"/>
    <p:sldId id="1648" r:id="rId79"/>
    <p:sldId id="1649" r:id="rId80"/>
    <p:sldId id="1650" r:id="rId81"/>
    <p:sldId id="1651" r:id="rId82"/>
    <p:sldId id="1652" r:id="rId83"/>
    <p:sldId id="1653" r:id="rId84"/>
    <p:sldId id="1654" r:id="rId85"/>
    <p:sldId id="1657" r:id="rId86"/>
    <p:sldId id="1658" r:id="rId87"/>
    <p:sldId id="1659" r:id="rId88"/>
    <p:sldId id="1660" r:id="rId89"/>
    <p:sldId id="1661" r:id="rId90"/>
    <p:sldId id="1662" r:id="rId91"/>
    <p:sldId id="1780" r:id="rId92"/>
    <p:sldId id="1779" r:id="rId93"/>
    <p:sldId id="1689" r:id="rId94"/>
    <p:sldId id="1773" r:id="rId95"/>
    <p:sldId id="1079" r:id="rId96"/>
    <p:sldId id="846" r:id="rId97"/>
    <p:sldId id="827" r:id="rId98"/>
    <p:sldId id="1692" r:id="rId99"/>
    <p:sldId id="850" r:id="rId100"/>
    <p:sldId id="1084" r:id="rId101"/>
    <p:sldId id="1427" r:id="rId102"/>
    <p:sldId id="1428" r:id="rId103"/>
    <p:sldId id="1325" r:id="rId104"/>
    <p:sldId id="851" r:id="rId105"/>
    <p:sldId id="1696" r:id="rId106"/>
    <p:sldId id="1081" r:id="rId107"/>
    <p:sldId id="857" r:id="rId108"/>
    <p:sldId id="1709" r:id="rId109"/>
    <p:sldId id="1722" r:id="rId110"/>
    <p:sldId id="1724" r:id="rId111"/>
    <p:sldId id="1723" r:id="rId112"/>
    <p:sldId id="858" r:id="rId113"/>
    <p:sldId id="1725" r:id="rId114"/>
    <p:sldId id="1726" r:id="rId115"/>
    <p:sldId id="811" r:id="rId116"/>
    <p:sldId id="1729" r:id="rId117"/>
    <p:sldId id="1730" r:id="rId118"/>
    <p:sldId id="806" r:id="rId119"/>
    <p:sldId id="1731" r:id="rId120"/>
    <p:sldId id="1735" r:id="rId121"/>
    <p:sldId id="866" r:id="rId122"/>
    <p:sldId id="798" r:id="rId123"/>
    <p:sldId id="1335" r:id="rId124"/>
    <p:sldId id="867" r:id="rId125"/>
    <p:sldId id="1733" r:id="rId126"/>
    <p:sldId id="1734" r:id="rId127"/>
    <p:sldId id="1584" r:id="rId128"/>
    <p:sldId id="1776" r:id="rId129"/>
  </p:sldIdLst>
  <p:sldSz cx="9144000" cy="6858000" type="screen4x3"/>
  <p:notesSz cx="6797675" cy="992505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B4DF6F"/>
    <a:srgbClr val="2A09B7"/>
    <a:srgbClr val="7E0C6E"/>
    <a:srgbClr val="7F2F95"/>
    <a:srgbClr val="DFD1E1"/>
    <a:srgbClr val="CBB5CF"/>
    <a:srgbClr val="49702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无样式，网格型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7DF18680-E054-41AD-8BC1-D1AEF772440D}" styleName="中度样式 2 - 强调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759" autoAdjust="0"/>
    <p:restoredTop sz="83358" autoAdjust="0"/>
  </p:normalViewPr>
  <p:slideViewPr>
    <p:cSldViewPr snapToGrid="0">
      <p:cViewPr varScale="1">
        <p:scale>
          <a:sx n="101" d="100"/>
          <a:sy n="101" d="100"/>
        </p:scale>
        <p:origin x="2016" y="6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tableStyles" Target="tableStyles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notesMaster" Target="notesMasters/notesMaster1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presProps" Target="presProps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viewProps" Target="viewProps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797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797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2106BB4-2C65-4E2B-839D-4CED5A4305D5}" type="datetimeFigureOut">
              <a:rPr lang="zh-CN" altLang="en-US" smtClean="0"/>
              <a:t>2025/12/17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1165225" y="1239838"/>
            <a:ext cx="4467225" cy="3351212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79768" y="4776431"/>
            <a:ext cx="5438140" cy="3907988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9427076"/>
            <a:ext cx="2945659" cy="49797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50443" y="9427076"/>
            <a:ext cx="2945659" cy="49797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075FF09-559A-413E-B23E-0DFCD03CDBD8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5C0E898E-1401-4DDB-B865-CE6AAD04AEFC}" type="slidenum">
              <a:rPr lang="en-US" altLang="zh-CN" smtClean="0"/>
              <a:t>1</a:t>
            </a:fld>
            <a:endParaRPr lang="en-US" altLang="zh-CN"/>
          </a:p>
        </p:txBody>
      </p:sp>
      <p:sp>
        <p:nvSpPr>
          <p:cNvPr id="1894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42950" y="833438"/>
            <a:ext cx="5551488" cy="4165600"/>
          </a:xfrm>
        </p:spPr>
      </p:sp>
      <p:sp>
        <p:nvSpPr>
          <p:cNvPr id="189444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zh-CN" altLang="zh-CN" b="1" dirty="0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b="0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2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3542D697-9AD4-4C24-ACAC-6A0F4A4BCD4E}" type="slidenum">
              <a:rPr lang="en-US" altLang="zh-CN" sz="1300" smtClean="0"/>
              <a:t>3</a:t>
            </a:fld>
            <a:endParaRPr lang="en-US" altLang="zh-CN" sz="1300"/>
          </a:p>
        </p:txBody>
      </p:sp>
      <p:sp>
        <p:nvSpPr>
          <p:cNvPr id="83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42950" y="833438"/>
            <a:ext cx="5551488" cy="4165600"/>
          </a:xfrm>
        </p:spPr>
      </p:sp>
      <p:sp>
        <p:nvSpPr>
          <p:cNvPr id="839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zh-CN" altLang="en-US" dirty="0"/>
              <a:t>统一的编址方法</a:t>
            </a:r>
            <a:r>
              <a:rPr lang="en-US" altLang="zh-CN" dirty="0"/>
              <a:t>/</a:t>
            </a:r>
            <a:r>
              <a:rPr lang="zh-CN" altLang="en-US" dirty="0"/>
              <a:t>统一的数据单元格式</a:t>
            </a:r>
            <a:r>
              <a:rPr lang="en-US" altLang="zh-CN" dirty="0"/>
              <a:t>/</a:t>
            </a:r>
            <a:r>
              <a:rPr lang="zh-CN" altLang="en-US" dirty="0"/>
              <a:t>分布式路由与转发机制</a:t>
            </a:r>
            <a:endParaRPr lang="zh-CN" altLang="zh-CN" dirty="0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8602129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8B75C419-DC95-4A69-83EB-F0B4B6E49F5B}" type="slidenum">
              <a:rPr lang="zh-CN" altLang="en-US" sz="1300" smtClean="0"/>
              <a:t>5</a:t>
            </a:fld>
            <a:endParaRPr lang="en-US" altLang="zh-CN" sz="1300"/>
          </a:p>
        </p:txBody>
      </p:sp>
      <p:sp>
        <p:nvSpPr>
          <p:cNvPr id="112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42950" y="833438"/>
            <a:ext cx="5551488" cy="4165600"/>
          </a:xfrm>
        </p:spPr>
      </p:sp>
      <p:sp>
        <p:nvSpPr>
          <p:cNvPr id="1126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当前互联网采用分布式路由与转发机制，控制面与数据面功能集成在路由器（紧耦合模式）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2245417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互联网体系结构研究提出软件定义网（</a:t>
            </a:r>
            <a:r>
              <a:rPr lang="en-US" altLang="zh-CN" dirty="0"/>
              <a:t>SDN</a:t>
            </a:r>
            <a:r>
              <a:rPr lang="zh-CN" altLang="en-US" dirty="0"/>
              <a:t>），控制面与数据面功能分离（松耦合模式），控制面功能由某个域的远程管理器统一完成，为每个路由器生成路由表并下发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9148025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8AC5BB2C-B5AC-4AF9-AE81-F4DD895D0EE9}" type="slidenum">
              <a:rPr lang="en-US" altLang="zh-CN" sz="1300" smtClean="0"/>
              <a:t>8</a:t>
            </a:fld>
            <a:endParaRPr lang="en-US" altLang="zh-CN" sz="1300"/>
          </a:p>
        </p:txBody>
      </p:sp>
      <p:sp>
        <p:nvSpPr>
          <p:cNvPr id="184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42950" y="833438"/>
            <a:ext cx="5551488" cy="4165600"/>
          </a:xfrm>
        </p:spPr>
      </p:sp>
      <p:sp>
        <p:nvSpPr>
          <p:cNvPr id="1843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zh-CN" altLang="en-US" dirty="0"/>
              <a:t>两个重要问题：异构性（</a:t>
            </a:r>
            <a:r>
              <a:rPr lang="en-US" altLang="zh-CN" dirty="0"/>
              <a:t>heterogeneity</a:t>
            </a:r>
            <a:r>
              <a:rPr lang="zh-CN" altLang="en-US" dirty="0"/>
              <a:t>）和可扩展性（</a:t>
            </a:r>
            <a:r>
              <a:rPr lang="en-US" altLang="zh-CN" dirty="0"/>
              <a:t>scale</a:t>
            </a:r>
            <a:r>
              <a:rPr lang="zh-CN" altLang="en-US" dirty="0"/>
              <a:t>）</a:t>
            </a:r>
          </a:p>
          <a:p>
            <a:pPr eaLnBrk="1" hangingPunct="1"/>
            <a:r>
              <a:rPr lang="zh-CN" altLang="en-US" dirty="0"/>
              <a:t>规模增长带来的挑战：路由选择（</a:t>
            </a:r>
            <a:r>
              <a:rPr lang="en-US" altLang="zh-CN" dirty="0"/>
              <a:t>routing</a:t>
            </a:r>
            <a:r>
              <a:rPr lang="zh-CN" altLang="en-US" dirty="0"/>
              <a:t>）和编址（</a:t>
            </a:r>
            <a:r>
              <a:rPr lang="en-US" altLang="zh-CN" dirty="0"/>
              <a:t>addressing</a:t>
            </a:r>
            <a:r>
              <a:rPr lang="zh-CN" altLang="en-US" dirty="0"/>
              <a:t>）</a:t>
            </a: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优点：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高效与简单、路由选择能力</a:t>
            </a:r>
            <a:endParaRPr lang="en-US" altLang="zh-CN" b="0" i="0" dirty="0">
              <a:solidFill>
                <a:srgbClr val="333333"/>
              </a:solidFill>
              <a:effectLst/>
              <a:latin typeface="PingFang SC"/>
            </a:endParaRPr>
          </a:p>
          <a:p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缺点：不可靠、地址分配不足</a:t>
            </a:r>
            <a:endParaRPr lang="zh-CN" altLang="en-US" b="0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5367852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FB4A22FF-E13F-4E3A-AB8B-A12FB4EB39C2}" type="slidenum">
              <a:rPr lang="en-US" altLang="zh-CN" sz="1300" smtClean="0"/>
              <a:t>10</a:t>
            </a:fld>
            <a:endParaRPr lang="en-US" altLang="zh-CN" sz="1300"/>
          </a:p>
        </p:txBody>
      </p:sp>
      <p:sp>
        <p:nvSpPr>
          <p:cNvPr id="286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42950" y="833438"/>
            <a:ext cx="5551488" cy="4165600"/>
          </a:xfrm>
        </p:spPr>
      </p:sp>
      <p:sp>
        <p:nvSpPr>
          <p:cNvPr id="2867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zh-CN" altLang="en-US" dirty="0"/>
              <a:t>首部长度：</a:t>
            </a:r>
            <a:r>
              <a:rPr lang="en-US" altLang="zh-CN" dirty="0"/>
              <a:t>IP</a:t>
            </a:r>
            <a:r>
              <a:rPr lang="zh-CN" altLang="en-US" dirty="0"/>
              <a:t>首部长度，以</a:t>
            </a:r>
            <a:r>
              <a:rPr lang="en-US" altLang="zh-CN" dirty="0"/>
              <a:t>32bit</a:t>
            </a:r>
            <a:r>
              <a:rPr lang="zh-CN" altLang="en-US" dirty="0"/>
              <a:t>（</a:t>
            </a:r>
            <a:r>
              <a:rPr lang="en-US" altLang="zh-CN" dirty="0"/>
              <a:t>4</a:t>
            </a:r>
            <a:r>
              <a:rPr lang="zh-CN" altLang="en-US" dirty="0"/>
              <a:t>字节）为单位，包括任何选项。由于该字段长度为</a:t>
            </a:r>
            <a:r>
              <a:rPr lang="en-US" altLang="zh-CN" dirty="0"/>
              <a:t>4bit</a:t>
            </a:r>
            <a:r>
              <a:rPr lang="zh-CN" altLang="en-US" dirty="0"/>
              <a:t>，因此首部最长为</a:t>
            </a:r>
            <a:r>
              <a:rPr lang="en-US" altLang="zh-CN" dirty="0"/>
              <a:t>60</a:t>
            </a:r>
            <a:r>
              <a:rPr lang="zh-CN" altLang="en-US" dirty="0"/>
              <a:t>个字节。</a:t>
            </a:r>
            <a:r>
              <a:rPr lang="en-US" altLang="zh-CN" dirty="0"/>
              <a:t>IP</a:t>
            </a:r>
            <a:r>
              <a:rPr lang="zh-CN" altLang="en-US" dirty="0"/>
              <a:t>数据包（没有任何选项），该字段值为</a:t>
            </a:r>
            <a:r>
              <a:rPr lang="en-US" altLang="zh-CN" dirty="0"/>
              <a:t>5</a:t>
            </a:r>
            <a:endParaRPr lang="zh-CN" altLang="en-US" dirty="0"/>
          </a:p>
          <a:p>
            <a:pPr eaLnBrk="1" hangingPunct="1"/>
            <a:r>
              <a:rPr lang="zh-CN" altLang="en-US" dirty="0"/>
              <a:t>服务类型：包括</a:t>
            </a:r>
            <a:r>
              <a:rPr lang="en-US" altLang="zh-CN" dirty="0"/>
              <a:t>3bit</a:t>
            </a:r>
            <a:r>
              <a:rPr lang="zh-CN" altLang="en-US" dirty="0"/>
              <a:t>的优先权子字段（已忽略），</a:t>
            </a:r>
            <a:r>
              <a:rPr lang="en-US" altLang="zh-CN" dirty="0"/>
              <a:t>1bit</a:t>
            </a:r>
            <a:r>
              <a:rPr lang="zh-CN" altLang="en-US" dirty="0"/>
              <a:t>未用位（置 </a:t>
            </a:r>
            <a:r>
              <a:rPr lang="en-US" altLang="zh-CN" dirty="0"/>
              <a:t>0</a:t>
            </a:r>
            <a:r>
              <a:rPr lang="zh-CN" altLang="en-US" dirty="0"/>
              <a:t>）。</a:t>
            </a:r>
            <a:r>
              <a:rPr lang="en-US" altLang="zh-CN" dirty="0"/>
              <a:t>4bit</a:t>
            </a:r>
            <a:r>
              <a:rPr lang="zh-CN" altLang="en-US" dirty="0"/>
              <a:t>的</a:t>
            </a:r>
            <a:r>
              <a:rPr lang="en-US" altLang="zh-CN" dirty="0"/>
              <a:t>TOS</a:t>
            </a:r>
            <a:r>
              <a:rPr lang="zh-CN" altLang="en-US" dirty="0"/>
              <a:t>表示最小时延、最大吞吐量、最高可靠性和最小代价，</a:t>
            </a:r>
            <a:r>
              <a:rPr lang="en-US" altLang="zh-CN" dirty="0"/>
              <a:t>4bit</a:t>
            </a:r>
            <a:r>
              <a:rPr lang="zh-CN" altLang="en-US" dirty="0"/>
              <a:t>中选其中</a:t>
            </a:r>
            <a:r>
              <a:rPr lang="en-US" altLang="zh-CN" dirty="0"/>
              <a:t>1bit</a:t>
            </a:r>
          </a:p>
          <a:p>
            <a:pPr eaLnBrk="1" hangingPunct="1"/>
            <a:r>
              <a:rPr lang="zh-CN" altLang="en-US" dirty="0"/>
              <a:t>总长度：整个</a:t>
            </a:r>
            <a:r>
              <a:rPr lang="en-US" altLang="zh-CN" dirty="0"/>
              <a:t>IP</a:t>
            </a:r>
            <a:r>
              <a:rPr lang="zh-CN" altLang="en-US" dirty="0"/>
              <a:t>数据包长度，以字节为单位。由于该字段长度为</a:t>
            </a:r>
            <a:r>
              <a:rPr lang="en-US" altLang="zh-CN" dirty="0"/>
              <a:t>16</a:t>
            </a:r>
            <a:r>
              <a:rPr lang="zh-CN" altLang="en-US" dirty="0"/>
              <a:t>比特，因此</a:t>
            </a:r>
            <a:r>
              <a:rPr lang="en-US" altLang="zh-CN" dirty="0"/>
              <a:t>IP</a:t>
            </a:r>
            <a:r>
              <a:rPr lang="zh-CN" altLang="en-US" dirty="0"/>
              <a:t>数据包最长可达</a:t>
            </a:r>
            <a:r>
              <a:rPr lang="en-US" altLang="zh-CN" dirty="0"/>
              <a:t>65535</a:t>
            </a:r>
            <a:r>
              <a:rPr lang="zh-CN" altLang="en-US" dirty="0"/>
              <a:t>字节</a:t>
            </a:r>
          </a:p>
          <a:p>
            <a:pPr eaLnBrk="1" hangingPunct="1"/>
            <a:r>
              <a:rPr lang="zh-CN" altLang="en-US" dirty="0"/>
              <a:t>生存期：</a:t>
            </a:r>
            <a:r>
              <a:rPr lang="en-US" altLang="zh-CN" dirty="0"/>
              <a:t>IP</a:t>
            </a:r>
            <a:r>
              <a:rPr lang="zh-CN" altLang="en-US" dirty="0"/>
              <a:t>数据报可经过的最多路由器数，初始值由源主机设置（通常为</a:t>
            </a:r>
            <a:r>
              <a:rPr lang="en-US" altLang="zh-CN" dirty="0"/>
              <a:t>32</a:t>
            </a:r>
            <a:r>
              <a:rPr lang="zh-CN" altLang="en-US" dirty="0"/>
              <a:t>或</a:t>
            </a:r>
            <a:r>
              <a:rPr lang="en-US" altLang="zh-CN" dirty="0"/>
              <a:t>64</a:t>
            </a:r>
            <a:r>
              <a:rPr lang="zh-CN" altLang="en-US" dirty="0"/>
              <a:t>），每经过一个路由器其值减 </a:t>
            </a:r>
            <a:r>
              <a:rPr lang="en-US" altLang="zh-CN" dirty="0"/>
              <a:t>1</a:t>
            </a:r>
            <a:r>
              <a:rPr lang="zh-CN" altLang="en-US" dirty="0"/>
              <a:t>。当该字段的值为</a:t>
            </a:r>
            <a:r>
              <a:rPr lang="en-US" altLang="zh-CN" dirty="0"/>
              <a:t>0</a:t>
            </a:r>
            <a:r>
              <a:rPr lang="zh-CN" altLang="en-US" dirty="0"/>
              <a:t>时，丢弃</a:t>
            </a:r>
            <a:r>
              <a:rPr lang="en-US" altLang="zh-CN" dirty="0"/>
              <a:t>IP</a:t>
            </a:r>
            <a:r>
              <a:rPr lang="zh-CN" altLang="en-US" dirty="0"/>
              <a:t>数据包，发送</a:t>
            </a:r>
            <a:r>
              <a:rPr lang="en-US" altLang="zh-CN" dirty="0"/>
              <a:t>ICMP</a:t>
            </a:r>
            <a:r>
              <a:rPr lang="zh-CN" altLang="en-US" dirty="0"/>
              <a:t>报文通知源主机</a:t>
            </a:r>
          </a:p>
          <a:p>
            <a:pPr eaLnBrk="1" hangingPunct="1"/>
            <a:r>
              <a:rPr lang="zh-CN" altLang="en-US" b="0" dirty="0"/>
              <a:t>首部检验和：对</a:t>
            </a:r>
            <a:r>
              <a:rPr lang="en-US" altLang="zh-CN" b="0" dirty="0"/>
              <a:t>IP</a:t>
            </a:r>
            <a:r>
              <a:rPr lang="zh-CN" altLang="en-US" b="0" dirty="0"/>
              <a:t>首部计算的检验和码，不涉及首部后面的数据部分。</a:t>
            </a:r>
            <a:r>
              <a:rPr lang="en-US" altLang="zh-CN" b="0" dirty="0"/>
              <a:t>ICMP</a:t>
            </a:r>
            <a:r>
              <a:rPr lang="zh-CN" altLang="en-US" b="0" dirty="0"/>
              <a:t>、</a:t>
            </a:r>
            <a:r>
              <a:rPr lang="en-US" altLang="zh-CN" b="0" dirty="0"/>
              <a:t>IGMP</a:t>
            </a:r>
            <a:r>
              <a:rPr lang="zh-CN" altLang="en-US" b="0" dirty="0"/>
              <a:t>、</a:t>
            </a:r>
            <a:r>
              <a:rPr lang="en-US" altLang="zh-CN" b="0" dirty="0"/>
              <a:t>UDP</a:t>
            </a:r>
            <a:r>
              <a:rPr lang="zh-CN" altLang="en-US" b="0" dirty="0"/>
              <a:t>和</a:t>
            </a:r>
            <a:r>
              <a:rPr lang="en-US" altLang="zh-CN" b="0" dirty="0"/>
              <a:t>TCP</a:t>
            </a:r>
            <a:r>
              <a:rPr lang="zh-CN" altLang="en-US" b="0" dirty="0"/>
              <a:t>均在各自首部都有检验和字段</a:t>
            </a: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8053219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924372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740371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E3A108E6-66B2-429E-A80D-C975A6D0BED4}" type="slidenum">
              <a:rPr lang="en-US" altLang="zh-CN" sz="1300" smtClean="0"/>
              <a:t>14</a:t>
            </a:fld>
            <a:endParaRPr lang="en-US" altLang="zh-CN" sz="1300"/>
          </a:p>
        </p:txBody>
      </p:sp>
      <p:sp>
        <p:nvSpPr>
          <p:cNvPr id="23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42950" y="833438"/>
            <a:ext cx="5551488" cy="4165600"/>
          </a:xfrm>
        </p:spPr>
      </p:sp>
      <p:sp>
        <p:nvSpPr>
          <p:cNvPr id="23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kumimoji="0" lang="en-US" altLang="zh-CN" dirty="0"/>
              <a:t>IPv4</a:t>
            </a:r>
            <a:r>
              <a:rPr kumimoji="0" lang="zh-CN" altLang="en-US" dirty="0"/>
              <a:t>地址采用层次地址结构和不同长度的网络号部分（体现</a:t>
            </a:r>
            <a:r>
              <a:rPr kumimoji="0" lang="en-US" altLang="zh-CN" dirty="0"/>
              <a:t>IP</a:t>
            </a:r>
            <a:r>
              <a:rPr kumimoji="0" lang="zh-CN" altLang="en-US" dirty="0"/>
              <a:t>网的可扩展性和适应不同大小网络的情况）</a:t>
            </a:r>
          </a:p>
          <a:p>
            <a:pPr eaLnBrk="1" hangingPunct="1"/>
            <a:r>
              <a:rPr kumimoji="0" lang="en-US" altLang="zh-CN" dirty="0"/>
              <a:t>C</a:t>
            </a:r>
            <a:r>
              <a:rPr lang="en-US" altLang="zh-CN" dirty="0"/>
              <a:t>lass A: 1/2</a:t>
            </a:r>
            <a:r>
              <a:rPr lang="zh-CN" altLang="en-US" dirty="0"/>
              <a:t>（</a:t>
            </a:r>
            <a:r>
              <a:rPr lang="en-US" altLang="zh-CN" dirty="0"/>
              <a:t>2</a:t>
            </a:r>
            <a:r>
              <a:rPr lang="en-US" altLang="zh-CN" baseline="30000" dirty="0"/>
              <a:t>7</a:t>
            </a:r>
            <a:r>
              <a:rPr lang="en-US" altLang="zh-CN" dirty="0"/>
              <a:t>-2=126</a:t>
            </a:r>
            <a:r>
              <a:rPr lang="zh-CN" altLang="en-US" dirty="0"/>
              <a:t>个</a:t>
            </a:r>
            <a:r>
              <a:rPr lang="en-US" altLang="zh-CN" dirty="0"/>
              <a:t>A</a:t>
            </a:r>
            <a:r>
              <a:rPr lang="zh-CN" altLang="en-US" dirty="0"/>
              <a:t>类网络，每个网络有</a:t>
            </a:r>
            <a:r>
              <a:rPr lang="en-US" altLang="zh-CN" dirty="0"/>
              <a:t>2</a:t>
            </a:r>
            <a:r>
              <a:rPr lang="en-US" altLang="zh-CN" baseline="30000" dirty="0"/>
              <a:t>24</a:t>
            </a:r>
            <a:r>
              <a:rPr lang="en-US" altLang="zh-CN" dirty="0"/>
              <a:t>-2=16,777,214</a:t>
            </a:r>
            <a:r>
              <a:rPr lang="zh-CN" altLang="en-US" dirty="0"/>
              <a:t>台主机，约为</a:t>
            </a:r>
            <a:r>
              <a:rPr lang="en-US" altLang="zh-CN" dirty="0"/>
              <a:t>1600</a:t>
            </a:r>
            <a:r>
              <a:rPr lang="zh-CN" altLang="en-US" dirty="0"/>
              <a:t>万台）</a:t>
            </a:r>
          </a:p>
          <a:p>
            <a:pPr eaLnBrk="1" hangingPunct="1"/>
            <a:r>
              <a:rPr lang="en-US" altLang="zh-CN" dirty="0"/>
              <a:t>Class B: 1/4</a:t>
            </a:r>
            <a:r>
              <a:rPr lang="zh-CN" altLang="en-US" dirty="0"/>
              <a:t>（</a:t>
            </a:r>
            <a:r>
              <a:rPr lang="en-US" altLang="zh-CN" dirty="0"/>
              <a:t>2</a:t>
            </a:r>
            <a:r>
              <a:rPr lang="en-US" altLang="zh-CN" baseline="30000" dirty="0"/>
              <a:t>14</a:t>
            </a:r>
            <a:r>
              <a:rPr lang="en-US" altLang="zh-CN" dirty="0"/>
              <a:t>-2=16384</a:t>
            </a:r>
            <a:r>
              <a:rPr lang="zh-CN" altLang="en-US" dirty="0"/>
              <a:t>个</a:t>
            </a:r>
            <a:r>
              <a:rPr lang="en-US" altLang="zh-CN" dirty="0"/>
              <a:t>B</a:t>
            </a:r>
            <a:r>
              <a:rPr lang="zh-CN" altLang="en-US" dirty="0"/>
              <a:t>类网络，每个网络有</a:t>
            </a:r>
            <a:r>
              <a:rPr lang="en-US" altLang="zh-CN" dirty="0"/>
              <a:t>2</a:t>
            </a:r>
            <a:r>
              <a:rPr lang="en-US" altLang="zh-CN" baseline="30000" dirty="0"/>
              <a:t>16</a:t>
            </a:r>
            <a:r>
              <a:rPr lang="en-US" altLang="zh-CN" dirty="0"/>
              <a:t>-2=65,534</a:t>
            </a:r>
            <a:r>
              <a:rPr lang="zh-CN" altLang="en-US" dirty="0"/>
              <a:t>台主机）</a:t>
            </a:r>
          </a:p>
          <a:p>
            <a:pPr eaLnBrk="1" hangingPunct="1"/>
            <a:r>
              <a:rPr lang="en-US" altLang="zh-CN" dirty="0"/>
              <a:t>Class C: 1/8</a:t>
            </a:r>
            <a:r>
              <a:rPr lang="zh-CN" altLang="en-US" dirty="0"/>
              <a:t>（</a:t>
            </a:r>
            <a:r>
              <a:rPr lang="en-US" altLang="zh-CN" dirty="0"/>
              <a:t>2</a:t>
            </a:r>
            <a:r>
              <a:rPr lang="en-US" altLang="zh-CN" baseline="30000" dirty="0"/>
              <a:t>21</a:t>
            </a:r>
            <a:r>
              <a:rPr lang="en-US" altLang="zh-CN" dirty="0"/>
              <a:t>-2=2,097,152</a:t>
            </a:r>
            <a:r>
              <a:rPr lang="zh-CN" altLang="en-US" dirty="0"/>
              <a:t>个</a:t>
            </a:r>
            <a:r>
              <a:rPr lang="en-US" altLang="zh-CN" dirty="0"/>
              <a:t>C</a:t>
            </a:r>
            <a:r>
              <a:rPr lang="zh-CN" altLang="en-US" dirty="0"/>
              <a:t>类网络，每个网络有</a:t>
            </a:r>
            <a:r>
              <a:rPr lang="en-US" altLang="zh-CN" dirty="0"/>
              <a:t>2</a:t>
            </a:r>
            <a:r>
              <a:rPr lang="en-US" altLang="zh-CN" baseline="30000" dirty="0"/>
              <a:t>8</a:t>
            </a:r>
            <a:r>
              <a:rPr lang="en-US" altLang="zh-CN" dirty="0"/>
              <a:t>-2=254</a:t>
            </a:r>
            <a:r>
              <a:rPr lang="zh-CN" altLang="en-US" dirty="0"/>
              <a:t>台主机）</a:t>
            </a:r>
          </a:p>
          <a:p>
            <a:pPr eaLnBrk="1" hangingPunct="1"/>
            <a:r>
              <a:rPr lang="zh-CN" altLang="en-US" dirty="0"/>
              <a:t>大约</a:t>
            </a:r>
            <a:r>
              <a:rPr lang="en-US" altLang="zh-CN" dirty="0"/>
              <a:t>40</a:t>
            </a:r>
            <a:r>
              <a:rPr lang="zh-CN" altLang="en-US" dirty="0"/>
              <a:t>亿个</a:t>
            </a:r>
            <a:r>
              <a:rPr lang="en-US" altLang="zh-CN" dirty="0"/>
              <a:t>IP</a:t>
            </a:r>
            <a:r>
              <a:rPr lang="zh-CN" altLang="en-US" dirty="0"/>
              <a:t>地址</a:t>
            </a:r>
            <a:r>
              <a:rPr lang="en-US" altLang="zh-CN" dirty="0"/>
              <a:t>2</a:t>
            </a:r>
            <a:r>
              <a:rPr lang="en-US" altLang="zh-CN" baseline="30000" dirty="0"/>
              <a:t>31</a:t>
            </a:r>
            <a:r>
              <a:rPr lang="en-US" altLang="zh-CN" dirty="0"/>
              <a:t>+2</a:t>
            </a:r>
            <a:r>
              <a:rPr lang="en-US" altLang="zh-CN" baseline="30000" dirty="0"/>
              <a:t>30</a:t>
            </a:r>
            <a:r>
              <a:rPr lang="en-US" altLang="zh-CN" dirty="0"/>
              <a:t>+2</a:t>
            </a:r>
            <a:r>
              <a:rPr lang="en-US" altLang="zh-CN" baseline="30000" dirty="0"/>
              <a:t>29</a:t>
            </a:r>
            <a:r>
              <a:rPr lang="en-US" altLang="zh-CN" dirty="0"/>
              <a:t>=3,758,096,384</a:t>
            </a:r>
          </a:p>
          <a:p>
            <a:pPr eaLnBrk="1" hangingPunct="1"/>
            <a:endParaRPr lang="en-US" altLang="zh-CN" dirty="0"/>
          </a:p>
          <a:p>
            <a:pPr eaLnBrk="1" hangingPunct="1"/>
            <a:endParaRPr lang="en-US" altLang="zh-CN" dirty="0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E3A108E6-66B2-429E-A80D-C975A6D0BED4}" type="slidenum">
              <a:rPr lang="en-US" altLang="zh-CN" sz="1300" smtClean="0"/>
              <a:t>15</a:t>
            </a:fld>
            <a:endParaRPr lang="en-US" altLang="zh-CN" sz="1300"/>
          </a:p>
        </p:txBody>
      </p:sp>
      <p:sp>
        <p:nvSpPr>
          <p:cNvPr id="23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42950" y="833438"/>
            <a:ext cx="5551488" cy="4165600"/>
          </a:xfrm>
        </p:spPr>
      </p:sp>
      <p:sp>
        <p:nvSpPr>
          <p:cNvPr id="23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zh-CN" altLang="en-US" dirty="0"/>
              <a:t>查自己电脑或手机的</a:t>
            </a:r>
            <a:r>
              <a:rPr lang="en-US" altLang="zh-CN" dirty="0"/>
              <a:t>IP</a:t>
            </a:r>
            <a:r>
              <a:rPr lang="zh-CN" altLang="en-US" dirty="0"/>
              <a:t>地址（</a:t>
            </a:r>
            <a:r>
              <a:rPr lang="en-US" altLang="zh-CN" dirty="0"/>
              <a:t>Wi-Fi/4G/5G</a:t>
            </a:r>
            <a:r>
              <a:rPr lang="zh-CN" altLang="en-US" dirty="0"/>
              <a:t>）</a:t>
            </a:r>
            <a:endParaRPr lang="en-US" altLang="zh-CN" dirty="0"/>
          </a:p>
          <a:p>
            <a:pPr eaLnBrk="1" hangingPunct="1"/>
            <a:endParaRPr lang="en-US" altLang="zh-CN" dirty="0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互联网号码分配局（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IANA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）是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地址分配体系的最高权威机构，负责协调全球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地址、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AS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（自治系统）号码等数字资源的分配‌。它不直接向最终用户分配地址，而是将大块地址资源分配给下一级的区域互联网注册机构（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RIR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）‌</a:t>
            </a:r>
            <a:endParaRPr lang="en-US" altLang="zh-CN" b="0" i="0" dirty="0">
              <a:solidFill>
                <a:srgbClr val="333333"/>
              </a:solidFill>
              <a:effectLst/>
              <a:latin typeface="PingFang SC"/>
            </a:endParaRPr>
          </a:p>
          <a:p>
            <a:r>
              <a:rPr lang="zh-CN" altLang="en-US" b="0" dirty="0">
                <a:solidFill>
                  <a:srgbClr val="333333"/>
                </a:solidFill>
                <a:effectLst/>
                <a:latin typeface="PingFang SC"/>
              </a:rPr>
              <a:t>全球共有五个</a:t>
            </a:r>
            <a:r>
              <a:rPr lang="en-US" altLang="zh-CN" b="0" dirty="0">
                <a:solidFill>
                  <a:srgbClr val="333333"/>
                </a:solidFill>
                <a:effectLst/>
                <a:latin typeface="PingFang SC"/>
              </a:rPr>
              <a:t>RIR</a:t>
            </a:r>
            <a:r>
              <a:rPr lang="zh-CN" altLang="en-US" b="0" dirty="0">
                <a:solidFill>
                  <a:srgbClr val="333333"/>
                </a:solidFill>
                <a:effectLst/>
                <a:latin typeface="PingFang SC"/>
              </a:rPr>
              <a:t>，负责各自地理区域内的</a:t>
            </a:r>
            <a:r>
              <a:rPr lang="en-US" altLang="zh-CN" b="0" dirty="0">
                <a:solidFill>
                  <a:srgbClr val="333333"/>
                </a:solidFill>
                <a:effectLst/>
                <a:latin typeface="PingFang SC"/>
              </a:rPr>
              <a:t>IP</a:t>
            </a:r>
            <a:r>
              <a:rPr lang="zh-CN" altLang="en-US" b="0" dirty="0">
                <a:solidFill>
                  <a:srgbClr val="333333"/>
                </a:solidFill>
                <a:effectLst/>
                <a:latin typeface="PingFang SC"/>
              </a:rPr>
              <a:t>地址分配：</a:t>
            </a:r>
            <a:r>
              <a:rPr lang="en-US" altLang="zh-CN" b="1" dirty="0">
                <a:effectLst/>
                <a:latin typeface="PingFang SC"/>
              </a:rPr>
              <a:t>APNIC</a:t>
            </a:r>
            <a:r>
              <a:rPr lang="zh-CN" altLang="en-US" dirty="0">
                <a:effectLst/>
              </a:rPr>
              <a:t>‌：负责亚太地区（包括中国）；</a:t>
            </a:r>
            <a:r>
              <a:rPr lang="en-US" altLang="zh-CN" b="1" dirty="0">
                <a:effectLst/>
                <a:latin typeface="PingFang SC"/>
              </a:rPr>
              <a:t>ARIN</a:t>
            </a:r>
            <a:r>
              <a:rPr lang="zh-CN" altLang="en-US" dirty="0">
                <a:effectLst/>
              </a:rPr>
              <a:t>‌：负责北美、南美及部分非洲地区‌</a:t>
            </a:r>
            <a:r>
              <a:rPr lang="zh-CN" altLang="en-US" dirty="0">
                <a:solidFill>
                  <a:srgbClr val="333333"/>
                </a:solidFill>
                <a:effectLst/>
              </a:rPr>
              <a:t>；</a:t>
            </a:r>
            <a:r>
              <a:rPr lang="en-US" altLang="zh-CN" b="1" dirty="0">
                <a:effectLst/>
                <a:latin typeface="PingFang SC"/>
              </a:rPr>
              <a:t>RIPE NCC</a:t>
            </a:r>
            <a:r>
              <a:rPr lang="zh-CN" altLang="en-US" dirty="0">
                <a:effectLst/>
              </a:rPr>
              <a:t>‌：负责欧洲、中东及北非地区；‌</a:t>
            </a:r>
            <a:r>
              <a:rPr lang="en-US" altLang="zh-CN" b="1" dirty="0">
                <a:effectLst/>
                <a:latin typeface="PingFang SC"/>
              </a:rPr>
              <a:t>LACNIC</a:t>
            </a:r>
            <a:r>
              <a:rPr lang="zh-CN" altLang="en-US" dirty="0">
                <a:effectLst/>
              </a:rPr>
              <a:t>‌：负责拉丁美洲及加勒比地区‌</a:t>
            </a:r>
            <a:r>
              <a:rPr lang="zh-CN" altLang="en-US" dirty="0">
                <a:solidFill>
                  <a:srgbClr val="333333"/>
                </a:solidFill>
                <a:effectLst/>
              </a:rPr>
              <a:t>；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</a:t>
            </a:r>
            <a:r>
              <a:rPr lang="en-US" altLang="zh-CN" b="1" i="0" dirty="0">
                <a:solidFill>
                  <a:srgbClr val="333333"/>
                </a:solidFill>
                <a:effectLst/>
                <a:latin typeface="PingFang SC"/>
              </a:rPr>
              <a:t>AFRINIC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‌：负责非洲撒哈拉以南地区‌</a:t>
            </a:r>
            <a:b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</a:b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RIR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将地址进一步分配给国家或地区的互联网注册机构（如中国的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CNNIC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），再由这些机构分配给本地互联网注册机构（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LIR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）或互联网服务提供商（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ISP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05678154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默认网关就是默认路由器，它是主机通过互联网传输</a:t>
            </a:r>
            <a:r>
              <a:rPr lang="en-US" altLang="zh-CN" dirty="0"/>
              <a:t>IP</a:t>
            </a:r>
            <a:r>
              <a:rPr lang="zh-CN" altLang="en-US" dirty="0"/>
              <a:t>数据包的第一跳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86908181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7105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7105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7105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7105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7105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710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710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710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710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CC69DF94-B316-452E-84D1-77FD0A163BEA}" type="slidenum">
              <a:rPr lang="en-US" altLang="zh-CN" sz="1300">
                <a:latin typeface="Times New Roman" panose="02020603050405020304" pitchFamily="18" charset="0"/>
              </a:rPr>
              <a:t>18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911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91139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在互联网早期，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地址需通过人工静态配置，随着网络规模扩大，这种方式效率低、易出错。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1985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年，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BOOTP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协议提供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地址分配功能，支持跨子网分配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地址，但仍依赖静态地址绑定。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1993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年，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RFC 1541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正式定义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DHCP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协议</a:t>
            </a:r>
            <a:endParaRPr lang="en-US" altLang="zh-CN" b="0" i="0" dirty="0">
              <a:solidFill>
                <a:srgbClr val="333333"/>
              </a:solidFill>
              <a:effectLst/>
              <a:latin typeface="PingFang SC"/>
            </a:endParaRPr>
          </a:p>
          <a:p>
            <a:pPr algn="l">
              <a:buFont typeface="Arial" panose="020B0604020202020204" pitchFamily="34" charset="0"/>
              <a:buNone/>
            </a:pP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DHCP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协议特点：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动态地址分配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‌（通过地址池动态分配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地址，支持租期机制，避免地址浪费）；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兼容性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（保留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BOOTP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报文格式，同时扩展功能，如支持更多配置参数）；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广泛应用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‌（从家庭网络到企业网、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ISP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，成为互联网基础设施的核心部分）</a:t>
            </a: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5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5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5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5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5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5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C0A1F56E-5FFB-41DE-8621-FA515BDD3087}" type="slidenum">
              <a:rPr lang="en-US" altLang="zh-CN" sz="1200">
                <a:solidFill>
                  <a:srgbClr val="000000"/>
                </a:solidFill>
                <a:latin typeface="Times New Roman" panose="02020603050405020304" pitchFamily="18" charset="0"/>
              </a:rPr>
              <a:t>19</a:t>
            </a:fld>
            <a:endParaRPr lang="en-US" altLang="zh-CN" sz="12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931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93187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zh-CN" dirty="0">
                <a:latin typeface="Times New Roman" panose="02020603050405020304" pitchFamily="18" charset="0"/>
              </a:rPr>
              <a:t>0.0.0.0</a:t>
            </a:r>
            <a:r>
              <a:rPr lang="zh-CN" altLang="en-US" dirty="0">
                <a:latin typeface="Times New Roman" panose="02020603050405020304" pitchFamily="18" charset="0"/>
              </a:rPr>
              <a:t>表示没有</a:t>
            </a:r>
            <a:r>
              <a:rPr lang="en-US" altLang="zh-CN" dirty="0">
                <a:latin typeface="Times New Roman" panose="02020603050405020304" pitchFamily="18" charset="0"/>
              </a:rPr>
              <a:t>IP</a:t>
            </a:r>
            <a:r>
              <a:rPr lang="zh-CN" altLang="en-US" dirty="0">
                <a:latin typeface="Times New Roman" panose="02020603050405020304" pitchFamily="18" charset="0"/>
              </a:rPr>
              <a:t>地址，</a:t>
            </a:r>
            <a:r>
              <a:rPr lang="en-US" altLang="zh-CN" dirty="0">
                <a:latin typeface="Times New Roman" panose="02020603050405020304" pitchFamily="18" charset="0"/>
              </a:rPr>
              <a:t>255.255.255.255</a:t>
            </a:r>
            <a:r>
              <a:rPr lang="zh-CN" altLang="en-US" dirty="0">
                <a:latin typeface="Times New Roman" panose="02020603050405020304" pitchFamily="18" charset="0"/>
              </a:rPr>
              <a:t>表示本地子网广播地址</a:t>
            </a:r>
            <a:endParaRPr lang="en-US" altLang="zh-CN" dirty="0">
              <a:latin typeface="Times New Roman" panose="02020603050405020304" pitchFamily="18" charset="0"/>
            </a:endParaRPr>
          </a:p>
          <a:p>
            <a:r>
              <a:rPr lang="en-US" altLang="zh-CN" dirty="0" err="1"/>
              <a:t>yiaddr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（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Your IP Address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）是客户端最终获得的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地址，由服务器从地址池中分配‌</a:t>
            </a:r>
            <a:endParaRPr lang="zh-CN" altLang="zh-CN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5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5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5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5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5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5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C0A1F56E-5FFB-41DE-8621-FA515BDD3087}" type="slidenum">
              <a:rPr lang="en-US" altLang="zh-CN" sz="1200">
                <a:solidFill>
                  <a:srgbClr val="000000"/>
                </a:solidFill>
                <a:latin typeface="Times New Roman" panose="02020603050405020304" pitchFamily="18" charset="0"/>
              </a:rPr>
              <a:t>20</a:t>
            </a:fld>
            <a:endParaRPr lang="en-US" altLang="zh-CN" sz="12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931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93187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zh-CN" dirty="0">
                <a:latin typeface="Times New Roman" panose="02020603050405020304" pitchFamily="18" charset="0"/>
              </a:rPr>
              <a:t>ipconfig</a:t>
            </a:r>
            <a:r>
              <a:rPr lang="zh-CN" altLang="en-US" dirty="0">
                <a:latin typeface="Times New Roman" panose="02020603050405020304" pitchFamily="18" charset="0"/>
              </a:rPr>
              <a:t>查看本机</a:t>
            </a:r>
            <a:r>
              <a:rPr lang="en-US" altLang="zh-CN" dirty="0">
                <a:latin typeface="Times New Roman" panose="02020603050405020304" pitchFamily="18" charset="0"/>
              </a:rPr>
              <a:t>IP</a:t>
            </a:r>
            <a:r>
              <a:rPr lang="zh-CN" altLang="en-US" dirty="0">
                <a:latin typeface="Times New Roman" panose="02020603050405020304" pitchFamily="18" charset="0"/>
              </a:rPr>
              <a:t>地址</a:t>
            </a:r>
            <a:endParaRPr lang="zh-CN" altLang="zh-CN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DHCP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租约中的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0.5T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0.875T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是客户端用于管理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地址续租的两个关键时间点：当租约时间（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T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）过去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50%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时，客户端向原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DHCP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服务器单播发送</a:t>
            </a:r>
            <a:r>
              <a:rPr lang="en-US" altLang="zh-CN" dirty="0"/>
              <a:t>DHCPREQUEST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报文，请求续租‌；当租约时间（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T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）过去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87.5%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‌，若未收到服务器对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0.5T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请求的响应，客户端广播发送</a:t>
            </a:r>
            <a:r>
              <a:rPr lang="en-US" altLang="zh-CN" dirty="0"/>
              <a:t>DHCPREQUEST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报文‌</a:t>
            </a:r>
            <a:b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</a:b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潜在问题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微软雅黑" panose="020B0503020204020204" charset="-122"/>
                <a:ea typeface="微软雅黑" panose="020B0503020204020204" charset="-122"/>
              </a:rPr>
              <a:t>：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</a:t>
            </a:r>
            <a:r>
              <a:rPr lang="en-US" altLang="zh-CN" b="1" i="0" dirty="0">
                <a:solidFill>
                  <a:srgbClr val="333333"/>
                </a:solidFill>
                <a:effectLst/>
                <a:latin typeface="PingFang SC"/>
              </a:rPr>
              <a:t>IP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地址资源浪费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（客户端长期占用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地址但不再使用，无限租期导致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地址无法回收，可能造成地址池耗尽）；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网络管理困难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（动态调整网络配置，如子网划分、网关变更时，无限租期会延长配置生效时间，增加管理复杂度‌）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40B8802-914A-7C41-BC77-CC54DEE99EEF}" type="slidenum">
              <a:rPr kumimoji="1" lang="zh-CN" altLang="en-US" smtClean="0"/>
              <a:t>21</a:t>
            </a:fld>
            <a:endParaRPr kumimoji="1" lang="zh-CN" altLang="en-US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22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/>
              <a:t>直接投递：源主机直接到目的主机，或者最后一跳（目的路由器到目的主机）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5122641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间接投递：第一跳（源主机到源路由器），或者中间跳（路由器之间）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24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0581039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25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9378967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21030390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dirty="0"/>
              <a:t>IP</a:t>
            </a:r>
            <a:r>
              <a:rPr lang="zh-CN" altLang="en-US" dirty="0"/>
              <a:t>首部（不包含选项）的长度为</a:t>
            </a:r>
            <a:r>
              <a:rPr lang="en-US" altLang="zh-CN" dirty="0"/>
              <a:t>20</a:t>
            </a:r>
            <a:r>
              <a:rPr lang="zh-CN" altLang="en-US" dirty="0"/>
              <a:t>字节</a:t>
            </a:r>
            <a:endParaRPr lang="en-US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27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2152899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28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87553015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29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26556303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30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25570941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31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8909812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dirty="0"/>
              <a:t>CIDR</a:t>
            </a:r>
            <a:r>
              <a:rPr lang="zh-CN" altLang="en-US" dirty="0"/>
              <a:t>地址（地址块</a:t>
            </a:r>
            <a:r>
              <a:rPr lang="en-US" altLang="zh-CN" dirty="0"/>
              <a:t>/</a:t>
            </a:r>
            <a:r>
              <a:rPr lang="zh-CN" altLang="en-US" dirty="0"/>
              <a:t>前缀）等同于标准分类地址（地址块</a:t>
            </a:r>
            <a:r>
              <a:rPr lang="en-US" altLang="zh-CN" dirty="0"/>
              <a:t>+</a:t>
            </a:r>
            <a:r>
              <a:rPr lang="zh-CN" altLang="en-US" dirty="0"/>
              <a:t>掩码）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32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09089139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33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39891453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某个校园网有</a:t>
            </a:r>
            <a:r>
              <a:rPr lang="en-US" altLang="zh-CN" dirty="0"/>
              <a:t>8</a:t>
            </a:r>
            <a:r>
              <a:rPr lang="zh-CN" altLang="en-US" dirty="0"/>
              <a:t>个机构的</a:t>
            </a:r>
            <a:r>
              <a:rPr lang="en-US" altLang="zh-CN" dirty="0"/>
              <a:t>IP</a:t>
            </a:r>
            <a:r>
              <a:rPr lang="zh-CN" altLang="en-US" dirty="0"/>
              <a:t>网络，在其出口通过</a:t>
            </a:r>
            <a:r>
              <a:rPr lang="en-US" altLang="zh-CN" dirty="0"/>
              <a:t>ISP A</a:t>
            </a:r>
            <a:r>
              <a:rPr lang="zh-CN" altLang="en-US" dirty="0"/>
              <a:t>接入互联网。从</a:t>
            </a:r>
            <a:r>
              <a:rPr lang="en-US" altLang="zh-CN" dirty="0"/>
              <a:t>ISP</a:t>
            </a:r>
            <a:r>
              <a:rPr lang="zh-CN" altLang="en-US" dirty="0"/>
              <a:t>的角度可实现地址块汇聚，</a:t>
            </a:r>
            <a:r>
              <a:rPr lang="en-US" altLang="zh-CN" dirty="0"/>
              <a:t>ISP A</a:t>
            </a:r>
            <a:r>
              <a:rPr lang="zh-CN" altLang="en-US" dirty="0"/>
              <a:t>路由器以</a:t>
            </a:r>
            <a:r>
              <a:rPr lang="en-US" altLang="zh-CN" dirty="0"/>
              <a:t>1</a:t>
            </a:r>
            <a:r>
              <a:rPr lang="zh-CN" altLang="en-US" dirty="0"/>
              <a:t>个地址块展示给互联网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34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4025112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/>
              <a:t>某个校园网有</a:t>
            </a:r>
            <a:r>
              <a:rPr lang="en-US" altLang="zh-CN" dirty="0"/>
              <a:t>8</a:t>
            </a:r>
            <a:r>
              <a:rPr lang="zh-CN" altLang="en-US" dirty="0"/>
              <a:t>个机构的</a:t>
            </a:r>
            <a:r>
              <a:rPr lang="en-US" altLang="zh-CN" dirty="0"/>
              <a:t>IP</a:t>
            </a:r>
            <a:r>
              <a:rPr lang="zh-CN" altLang="en-US" dirty="0"/>
              <a:t>网络，</a:t>
            </a:r>
            <a:r>
              <a:rPr lang="en-US" altLang="zh-CN" dirty="0"/>
              <a:t>7</a:t>
            </a:r>
            <a:r>
              <a:rPr lang="zh-CN" altLang="en-US" dirty="0"/>
              <a:t>个机构通过</a:t>
            </a:r>
            <a:r>
              <a:rPr lang="en-US" altLang="zh-CN" dirty="0"/>
              <a:t>ISP A</a:t>
            </a:r>
            <a:r>
              <a:rPr lang="zh-CN" altLang="en-US" dirty="0"/>
              <a:t>接入互联网，</a:t>
            </a:r>
            <a:r>
              <a:rPr lang="en-US" altLang="zh-CN" dirty="0"/>
              <a:t>1</a:t>
            </a:r>
            <a:r>
              <a:rPr lang="zh-CN" altLang="en-US" dirty="0"/>
              <a:t>个机构通过</a:t>
            </a:r>
            <a:r>
              <a:rPr lang="en-US" altLang="zh-CN" dirty="0"/>
              <a:t>ISP B</a:t>
            </a:r>
            <a:r>
              <a:rPr lang="zh-CN" altLang="en-US" dirty="0"/>
              <a:t>接入互联网。从</a:t>
            </a:r>
            <a:r>
              <a:rPr lang="en-US" altLang="zh-CN" dirty="0"/>
              <a:t>ISP</a:t>
            </a:r>
            <a:r>
              <a:rPr lang="zh-CN" altLang="en-US" dirty="0"/>
              <a:t>的角度可实现地址块汇聚，</a:t>
            </a:r>
            <a:r>
              <a:rPr lang="en-US" altLang="zh-CN" dirty="0"/>
              <a:t>ISP A</a:t>
            </a:r>
            <a:r>
              <a:rPr lang="zh-CN" altLang="en-US" dirty="0"/>
              <a:t>路由器以</a:t>
            </a:r>
            <a:r>
              <a:rPr lang="en-US" altLang="zh-CN" dirty="0"/>
              <a:t>1</a:t>
            </a:r>
            <a:r>
              <a:rPr lang="zh-CN" altLang="en-US" dirty="0"/>
              <a:t>个地址块展示给互联网，但是需要排除机构</a:t>
            </a:r>
            <a:r>
              <a:rPr lang="en-US" altLang="zh-CN" dirty="0"/>
              <a:t>2</a:t>
            </a:r>
            <a:r>
              <a:rPr lang="zh-CN" altLang="en-US" dirty="0"/>
              <a:t>的地址块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35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8085269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如果目的地址在路由表中匹配多个表项，则选择前缀更长的那个表项</a:t>
            </a:r>
            <a:endParaRPr lang="en-US" altLang="zh-CN" dirty="0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dirty="0"/>
              <a:t>202.23.18.10=</a:t>
            </a:r>
            <a:r>
              <a:rPr lang="en-US" altLang="zh-CN" b="0" dirty="0">
                <a:solidFill>
                  <a:srgbClr val="FF0000"/>
                </a:solidFill>
              </a:rPr>
              <a:t>202.23.0001</a:t>
            </a:r>
            <a:r>
              <a:rPr lang="en-US" altLang="zh-CN" b="0" dirty="0"/>
              <a:t>001</a:t>
            </a:r>
            <a:r>
              <a:rPr lang="en-US" altLang="zh-CN" dirty="0"/>
              <a:t>0.10</a:t>
            </a:r>
            <a:endParaRPr lang="zh-CN" altLang="en-US" dirty="0"/>
          </a:p>
          <a:p>
            <a:r>
              <a:rPr lang="zh-CN" altLang="en-US" dirty="0"/>
              <a:t>对于</a:t>
            </a:r>
            <a:r>
              <a:rPr lang="en-US" altLang="zh-CN" dirty="0"/>
              <a:t>200.23.16.0/20</a:t>
            </a:r>
            <a:r>
              <a:rPr lang="zh-CN" altLang="en-US" dirty="0"/>
              <a:t>，</a:t>
            </a:r>
            <a:r>
              <a:rPr lang="en-US" altLang="zh-CN" b="1" dirty="0">
                <a:solidFill>
                  <a:srgbClr val="FF0000"/>
                </a:solidFill>
              </a:rPr>
              <a:t>202.23.0001</a:t>
            </a:r>
            <a:r>
              <a:rPr lang="en-US" altLang="zh-CN" b="1" dirty="0"/>
              <a:t>00</a:t>
            </a:r>
            <a:r>
              <a:rPr lang="en-US" altLang="zh-CN" dirty="0"/>
              <a:t>00.0</a:t>
            </a:r>
            <a:r>
              <a:rPr lang="zh-CN" altLang="en-US" dirty="0"/>
              <a:t>，目的地址能匹配</a:t>
            </a:r>
            <a:r>
              <a:rPr lang="en-US" altLang="zh-CN" dirty="0"/>
              <a:t>22</a:t>
            </a:r>
            <a:r>
              <a:rPr lang="zh-CN" altLang="en-US" dirty="0"/>
              <a:t>位</a:t>
            </a:r>
            <a:endParaRPr lang="en-US" altLang="zh-CN" dirty="0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/>
              <a:t>对于</a:t>
            </a:r>
            <a:r>
              <a:rPr lang="en-US" altLang="zh-CN" dirty="0"/>
              <a:t>200.23.18.0/23</a:t>
            </a:r>
            <a:r>
              <a:rPr lang="zh-CN" altLang="en-US" dirty="0"/>
              <a:t>，</a:t>
            </a:r>
            <a:r>
              <a:rPr lang="en-US" altLang="zh-CN" b="1" dirty="0">
                <a:solidFill>
                  <a:srgbClr val="FF0000"/>
                </a:solidFill>
              </a:rPr>
              <a:t>202.23.0001</a:t>
            </a:r>
            <a:r>
              <a:rPr lang="en-US" altLang="zh-CN" b="1" dirty="0"/>
              <a:t>001</a:t>
            </a:r>
            <a:r>
              <a:rPr lang="en-US" altLang="zh-CN" b="0" dirty="0"/>
              <a:t>0</a:t>
            </a:r>
            <a:r>
              <a:rPr lang="en-US" altLang="zh-CN" dirty="0"/>
              <a:t>.0</a:t>
            </a:r>
            <a:r>
              <a:rPr lang="zh-CN" altLang="en-US" dirty="0"/>
              <a:t>，目的地址能匹配</a:t>
            </a:r>
            <a:r>
              <a:rPr lang="en-US" altLang="zh-CN" dirty="0"/>
              <a:t>23</a:t>
            </a:r>
            <a:r>
              <a:rPr lang="zh-CN" altLang="en-US" dirty="0"/>
              <a:t>位</a:t>
            </a:r>
            <a:endParaRPr lang="en-US" altLang="zh-CN" dirty="0"/>
          </a:p>
          <a:p>
            <a:endParaRPr lang="en-US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36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7134932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掩码生成规则：网络号与子网号为全</a:t>
            </a:r>
            <a:r>
              <a:rPr lang="en-US" altLang="zh-CN" dirty="0"/>
              <a:t>1</a:t>
            </a:r>
            <a:r>
              <a:rPr lang="zh-CN" altLang="en-US" dirty="0"/>
              <a:t>，主机号为全</a:t>
            </a:r>
            <a:r>
              <a:rPr lang="en-US" altLang="zh-CN" dirty="0"/>
              <a:t>0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37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59530698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dirty="0"/>
              <a:t>202.113.16.0/25    =</a:t>
            </a:r>
            <a:r>
              <a:rPr lang="en-US" altLang="zh-CN" b="1" dirty="0"/>
              <a:t>202.113.00010000.0</a:t>
            </a:r>
            <a:r>
              <a:rPr lang="en-US" altLang="zh-CN" dirty="0"/>
              <a:t>0000000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dirty="0"/>
              <a:t>202.113.16.128/25=</a:t>
            </a:r>
            <a:r>
              <a:rPr lang="en-US" altLang="zh-CN" b="1" dirty="0"/>
              <a:t>202.113.00010000.1</a:t>
            </a:r>
            <a:r>
              <a:rPr lang="en-US" altLang="zh-CN" dirty="0"/>
              <a:t>0000000</a:t>
            </a:r>
            <a:endParaRPr lang="zh-CN" altLang="en-US" dirty="0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dirty="0"/>
              <a:t>202.113.17.0/26    =</a:t>
            </a:r>
            <a:r>
              <a:rPr lang="en-US" altLang="zh-CN" b="1" dirty="0"/>
              <a:t>202.113.00010001.00</a:t>
            </a:r>
            <a:r>
              <a:rPr lang="en-US" altLang="zh-CN" dirty="0"/>
              <a:t>000000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dirty="0"/>
              <a:t>202.113.17.64/26  =</a:t>
            </a:r>
            <a:r>
              <a:rPr lang="en-US" altLang="zh-CN" b="1" dirty="0"/>
              <a:t>202.113.00010001.01</a:t>
            </a:r>
            <a:r>
              <a:rPr lang="en-US" altLang="zh-CN" dirty="0"/>
              <a:t>000000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dirty="0"/>
              <a:t>202.113.17.128/26=</a:t>
            </a:r>
            <a:r>
              <a:rPr lang="en-US" altLang="zh-CN" b="1" dirty="0"/>
              <a:t>202.113.00010001.10</a:t>
            </a:r>
            <a:r>
              <a:rPr lang="en-US" altLang="zh-CN" dirty="0"/>
              <a:t>000000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dirty="0"/>
              <a:t>202.113.17.192/26=</a:t>
            </a:r>
            <a:r>
              <a:rPr lang="en-US" altLang="zh-CN" b="1" dirty="0"/>
              <a:t>202.113.00010001.11</a:t>
            </a:r>
            <a:r>
              <a:rPr lang="en-US" altLang="zh-CN" dirty="0"/>
              <a:t>000000</a:t>
            </a:r>
            <a:r>
              <a:rPr lang="zh-CN" altLang="en-US" dirty="0"/>
              <a:t>（未用）</a:t>
            </a:r>
            <a:endParaRPr lang="en-US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38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34533887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altLang="zh-CN" sz="1200" dirty="0">
                <a:cs typeface="Times New Roman" panose="02020603050405020304" pitchFamily="18" charset="0"/>
              </a:rPr>
              <a:t>CIDR</a:t>
            </a:r>
            <a:r>
              <a:rPr lang="zh-CN" altLang="en-US" sz="1200" dirty="0">
                <a:cs typeface="Times New Roman" panose="02020603050405020304" pitchFamily="18" charset="0"/>
              </a:rPr>
              <a:t>机制在一定程度上缓解</a:t>
            </a:r>
            <a:r>
              <a:rPr lang="en-US" altLang="zh-CN" sz="1200" dirty="0">
                <a:cs typeface="Times New Roman" panose="02020603050405020304" pitchFamily="18" charset="0"/>
              </a:rPr>
              <a:t>IPv4</a:t>
            </a:r>
            <a:r>
              <a:rPr lang="zh-CN" altLang="en-US" sz="1200" dirty="0">
                <a:cs typeface="Times New Roman" panose="02020603050405020304" pitchFamily="18" charset="0"/>
              </a:rPr>
              <a:t>地址短缺问题，但是公有</a:t>
            </a:r>
            <a:r>
              <a:rPr lang="en-US" altLang="zh-CN" sz="1200" dirty="0">
                <a:cs typeface="Times New Roman" panose="02020603050405020304" pitchFamily="18" charset="0"/>
              </a:rPr>
              <a:t>IPv4</a:t>
            </a:r>
            <a:r>
              <a:rPr lang="zh-CN" altLang="en-US" sz="1200" dirty="0">
                <a:cs typeface="Times New Roman" panose="02020603050405020304" pitchFamily="18" charset="0"/>
              </a:rPr>
              <a:t>地址仍然严重不足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39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sz="1800" kern="100" dirty="0">
                <a:solidFill>
                  <a:srgbClr val="333333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基础</a:t>
            </a:r>
            <a:r>
              <a:rPr lang="en-US" altLang="zh-CN" sz="1800" kern="100" dirty="0">
                <a:solidFill>
                  <a:srgbClr val="333333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NAT</a:t>
            </a:r>
            <a:r>
              <a:rPr lang="zh-CN" altLang="en-US" sz="1800" kern="100" dirty="0">
                <a:solidFill>
                  <a:srgbClr val="333333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仅对</a:t>
            </a:r>
            <a:r>
              <a:rPr lang="en-US" altLang="zh-CN" sz="1800" kern="100" dirty="0">
                <a:solidFill>
                  <a:srgbClr val="333333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IP</a:t>
            </a:r>
            <a:r>
              <a:rPr lang="zh-CN" altLang="en-US" sz="1800" kern="100" dirty="0">
                <a:solidFill>
                  <a:srgbClr val="333333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地址进行转换，要求每个私有</a:t>
            </a:r>
            <a:r>
              <a:rPr lang="en-US" altLang="zh-CN" sz="1800" kern="100" dirty="0">
                <a:solidFill>
                  <a:srgbClr val="333333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IP</a:t>
            </a:r>
            <a:r>
              <a:rPr lang="zh-CN" altLang="en-US" sz="1800" kern="100" dirty="0">
                <a:solidFill>
                  <a:srgbClr val="333333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对应一个公网</a:t>
            </a:r>
            <a:r>
              <a:rPr lang="en-US" altLang="zh-CN" sz="1800" kern="100" dirty="0">
                <a:solidFill>
                  <a:srgbClr val="333333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IP</a:t>
            </a:r>
            <a:r>
              <a:rPr lang="zh-CN" altLang="en-US" sz="1800" kern="100" dirty="0">
                <a:solidFill>
                  <a:srgbClr val="333333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，需要一个地址转换表与一个公网</a:t>
            </a:r>
            <a:r>
              <a:rPr lang="en-US" altLang="zh-CN" sz="1800" kern="100" dirty="0">
                <a:solidFill>
                  <a:srgbClr val="333333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IP</a:t>
            </a:r>
            <a:r>
              <a:rPr lang="zh-CN" altLang="en-US" sz="1800" kern="100" dirty="0">
                <a:solidFill>
                  <a:srgbClr val="333333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地址</a:t>
            </a:r>
            <a:r>
              <a:rPr lang="zh-CN" altLang="en-US" sz="1800" kern="100" dirty="0">
                <a:solidFill>
                  <a:srgbClr val="333333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池</a:t>
            </a:r>
            <a:endParaRPr lang="en-US" altLang="zh-CN" sz="1800" kern="100" dirty="0">
              <a:solidFill>
                <a:srgbClr val="333333"/>
              </a:solidFill>
              <a:effectLst/>
              <a:latin typeface="宋体" panose="02010600030101010101" pitchFamily="2" charset="-122"/>
              <a:ea typeface="宋体" panose="02010600030101010101" pitchFamily="2" charset="-122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sz="1800" kern="100" dirty="0">
                <a:solidFill>
                  <a:srgbClr val="777777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根据</a:t>
            </a:r>
            <a:r>
              <a:rPr lang="zh-CN" altLang="en-US" sz="1800" kern="100" dirty="0">
                <a:solidFill>
                  <a:srgbClr val="333333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地址</a:t>
            </a:r>
            <a:r>
              <a:rPr lang="zh-CN" altLang="en-US" sz="1800" kern="100" dirty="0">
                <a:solidFill>
                  <a:srgbClr val="777777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转换表的实现方式，基础</a:t>
            </a:r>
            <a:r>
              <a:rPr lang="en-US" altLang="zh-CN" sz="1800" kern="100" dirty="0">
                <a:solidFill>
                  <a:srgbClr val="777777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NAT</a:t>
            </a:r>
            <a:r>
              <a:rPr lang="zh-CN" altLang="en-US" sz="1800" kern="100" dirty="0">
                <a:solidFill>
                  <a:srgbClr val="777777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可分为静态</a:t>
            </a:r>
            <a:r>
              <a:rPr lang="en-US" altLang="zh-CN" sz="1800" kern="100" dirty="0">
                <a:solidFill>
                  <a:srgbClr val="777777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NAT</a:t>
            </a:r>
            <a:r>
              <a:rPr lang="zh-CN" altLang="en-US" sz="1800" kern="100" dirty="0">
                <a:solidFill>
                  <a:srgbClr val="777777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和动态</a:t>
            </a:r>
            <a:r>
              <a:rPr lang="en-US" altLang="zh-CN" sz="1800" kern="100" dirty="0">
                <a:solidFill>
                  <a:srgbClr val="777777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NAT</a:t>
            </a:r>
            <a:r>
              <a:rPr lang="zh-CN" altLang="en-US" sz="1800" kern="100" dirty="0">
                <a:solidFill>
                  <a:srgbClr val="777777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。静态</a:t>
            </a:r>
            <a:r>
              <a:rPr lang="en-US" altLang="zh-CN" sz="1800" kern="100" dirty="0">
                <a:solidFill>
                  <a:srgbClr val="777777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NAT</a:t>
            </a:r>
            <a:r>
              <a:rPr lang="zh-CN" altLang="en-US" sz="1800" kern="100" dirty="0">
                <a:solidFill>
                  <a:srgbClr val="777777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要求内网</a:t>
            </a:r>
            <a:r>
              <a:rPr lang="en-US" altLang="zh-CN" sz="1800" kern="100" dirty="0">
                <a:solidFill>
                  <a:srgbClr val="777777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IP</a:t>
            </a:r>
            <a:r>
              <a:rPr lang="zh-CN" altLang="en-US" sz="1800" kern="100" dirty="0">
                <a:solidFill>
                  <a:srgbClr val="777777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和外网</a:t>
            </a:r>
            <a:r>
              <a:rPr lang="en-US" altLang="zh-CN" sz="1800" kern="100" dirty="0">
                <a:solidFill>
                  <a:srgbClr val="777777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IP</a:t>
            </a:r>
            <a:r>
              <a:rPr lang="zh-CN" altLang="en-US" sz="1800" kern="100" dirty="0">
                <a:solidFill>
                  <a:srgbClr val="777777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存在固定对应关系，而动态</a:t>
            </a:r>
            <a:r>
              <a:rPr lang="en-US" altLang="zh-CN" sz="1800" kern="100" dirty="0">
                <a:solidFill>
                  <a:srgbClr val="777777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NAT</a:t>
            </a:r>
            <a:r>
              <a:rPr lang="zh-CN" altLang="en-US" sz="1800" kern="100" dirty="0">
                <a:solidFill>
                  <a:srgbClr val="777777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不存在这种固定对应关系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40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sz="1800" kern="100" dirty="0">
                <a:solidFill>
                  <a:srgbClr val="333333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NAPT</a:t>
            </a:r>
            <a:r>
              <a:rPr lang="zh-CN" altLang="en-US" sz="1800" kern="100" dirty="0">
                <a:solidFill>
                  <a:srgbClr val="333333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需要对</a:t>
            </a:r>
            <a:r>
              <a:rPr lang="en-US" altLang="zh-CN" sz="1800" kern="100" dirty="0">
                <a:solidFill>
                  <a:srgbClr val="333333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IP</a:t>
            </a:r>
            <a:r>
              <a:rPr lang="zh-CN" altLang="en-US" sz="1800" kern="100" dirty="0">
                <a:solidFill>
                  <a:srgbClr val="333333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地址和端口号进行转换，支持多个内网主机共用一个公网</a:t>
            </a:r>
            <a:r>
              <a:rPr lang="en-US" altLang="zh-CN" sz="1800" kern="100" dirty="0">
                <a:solidFill>
                  <a:srgbClr val="333333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IP</a:t>
            </a:r>
            <a:r>
              <a:rPr lang="zh-CN" altLang="en-US" sz="1800" kern="100" dirty="0">
                <a:solidFill>
                  <a:srgbClr val="333333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地址，仅需一个地址转换表（无需公网</a:t>
            </a:r>
            <a:r>
              <a:rPr lang="en-US" altLang="zh-CN" sz="1800" kern="100" dirty="0">
                <a:solidFill>
                  <a:srgbClr val="333333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IP</a:t>
            </a:r>
            <a:r>
              <a:rPr lang="zh-CN" altLang="en-US" sz="1800" kern="100" dirty="0">
                <a:solidFill>
                  <a:srgbClr val="333333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地址池）</a:t>
            </a:r>
            <a:endParaRPr lang="en-US" altLang="zh-CN" sz="1800" kern="100" dirty="0">
              <a:solidFill>
                <a:srgbClr val="333333"/>
              </a:solidFill>
              <a:effectLst/>
              <a:latin typeface="宋体" panose="02010600030101010101" pitchFamily="2" charset="-122"/>
              <a:ea typeface="宋体" panose="02010600030101010101" pitchFamily="2" charset="-122"/>
            </a:endParaRPr>
          </a:p>
          <a:p>
            <a:r>
              <a:rPr lang="zh-CN" altLang="en-US" sz="1800" kern="100" dirty="0">
                <a:solidFill>
                  <a:srgbClr val="777777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根据</a:t>
            </a:r>
            <a:r>
              <a:rPr lang="zh-CN" altLang="en-US" sz="1800" b="0" i="0" dirty="0">
                <a:solidFill>
                  <a:srgbClr val="333333"/>
                </a:solidFill>
                <a:effectLst/>
                <a:latin typeface="PingFang SC"/>
              </a:rPr>
              <a:t>映射规则</a:t>
            </a:r>
            <a:r>
              <a:rPr lang="zh-CN" altLang="en-US" sz="1800" kern="100" dirty="0">
                <a:solidFill>
                  <a:srgbClr val="777777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的权限设置，</a:t>
            </a:r>
            <a:r>
              <a:rPr lang="en-US" altLang="zh-CN" sz="1800" kern="100" dirty="0">
                <a:solidFill>
                  <a:srgbClr val="777777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NAT</a:t>
            </a:r>
            <a:r>
              <a:rPr lang="zh-CN" altLang="en-US" sz="1800" kern="100" dirty="0">
                <a:solidFill>
                  <a:srgbClr val="777777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可分为锥型</a:t>
            </a:r>
            <a:r>
              <a:rPr lang="en-US" altLang="zh-CN" sz="1800" kern="100" dirty="0">
                <a:solidFill>
                  <a:srgbClr val="777777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NAT</a:t>
            </a:r>
            <a:r>
              <a:rPr lang="zh-CN" altLang="en-US" sz="1800" kern="100" dirty="0">
                <a:solidFill>
                  <a:srgbClr val="777777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和对称型</a:t>
            </a:r>
            <a:r>
              <a:rPr lang="en-US" altLang="zh-CN" sz="1800" kern="100" dirty="0">
                <a:solidFill>
                  <a:srgbClr val="777777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NAT</a:t>
            </a:r>
            <a:r>
              <a:rPr lang="zh-CN" altLang="en-US" sz="1800" kern="100" dirty="0">
                <a:solidFill>
                  <a:srgbClr val="777777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，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它们在映射规则、安全性和穿透难度上有显著差异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41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06124378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dirty="0"/>
              <a:t>内网主机访问公网服务器时，服务器看到的是</a:t>
            </a:r>
            <a:r>
              <a:rPr lang="en-US" altLang="zh-CN" dirty="0"/>
              <a:t>NAT</a:t>
            </a:r>
            <a:r>
              <a:rPr lang="zh-CN" altLang="en-US" dirty="0"/>
              <a:t>外侧的公网</a:t>
            </a:r>
            <a:r>
              <a:rPr lang="en-US" altLang="zh-CN" dirty="0"/>
              <a:t>IP</a:t>
            </a:r>
            <a:r>
              <a:rPr lang="zh-CN" altLang="en-US" dirty="0"/>
              <a:t>与端口号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42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sz="1200" dirty="0">
                <a:cs typeface="Times New Roman" panose="02020603050405020304" pitchFamily="18" charset="0"/>
              </a:rPr>
              <a:t>如果内网服务器对外提供</a:t>
            </a:r>
            <a:r>
              <a:rPr lang="en-US" altLang="zh-CN" sz="1200" dirty="0">
                <a:cs typeface="Times New Roman" panose="02020603050405020304" pitchFamily="18" charset="0"/>
              </a:rPr>
              <a:t>Web</a:t>
            </a:r>
            <a:r>
              <a:rPr lang="zh-CN" altLang="en-US" sz="1200" dirty="0">
                <a:cs typeface="Times New Roman" panose="02020603050405020304" pitchFamily="18" charset="0"/>
              </a:rPr>
              <a:t>服务，外部主机看到的</a:t>
            </a:r>
            <a:r>
              <a:rPr lang="zh-CN" altLang="en-US" dirty="0"/>
              <a:t>是</a:t>
            </a:r>
            <a:r>
              <a:rPr lang="en-US" altLang="zh-CN" dirty="0"/>
              <a:t>NAT</a:t>
            </a:r>
            <a:r>
              <a:rPr lang="zh-CN" altLang="en-US" dirty="0"/>
              <a:t>外侧的公网</a:t>
            </a:r>
            <a:r>
              <a:rPr lang="en-US" altLang="zh-CN" dirty="0"/>
              <a:t>IP</a:t>
            </a:r>
            <a:r>
              <a:rPr lang="zh-CN" altLang="en-US" dirty="0"/>
              <a:t>与熟知端口号（</a:t>
            </a:r>
            <a:r>
              <a:rPr lang="en-US" altLang="zh-CN" dirty="0"/>
              <a:t>80</a:t>
            </a:r>
            <a:r>
              <a:rPr lang="zh-CN" altLang="en-US" dirty="0"/>
              <a:t>）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43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sz="1200" dirty="0">
                <a:cs typeface="Times New Roman" panose="02020603050405020304" pitchFamily="18" charset="0"/>
              </a:rPr>
              <a:t>服务器辅助的对等通信非常常见，例如</a:t>
            </a:r>
            <a:r>
              <a:rPr lang="en-US" altLang="zh-CN" sz="1200" dirty="0">
                <a:cs typeface="Times New Roman" panose="02020603050405020304" pitchFamily="18" charset="0"/>
              </a:rPr>
              <a:t>QQ</a:t>
            </a:r>
            <a:r>
              <a:rPr lang="zh-CN" altLang="en-US" sz="1200" dirty="0">
                <a:cs typeface="Times New Roman" panose="02020603050405020304" pitchFamily="18" charset="0"/>
              </a:rPr>
              <a:t>、微信等的即时消息、语音通话、视频通话等，实现前提是服务器提供呈现服务，即获得客户端的</a:t>
            </a:r>
            <a:r>
              <a:rPr lang="en-US" altLang="zh-CN" sz="1200" dirty="0">
                <a:cs typeface="Times New Roman" panose="02020603050405020304" pitchFamily="18" charset="0"/>
              </a:rPr>
              <a:t>IP</a:t>
            </a:r>
            <a:r>
              <a:rPr lang="zh-CN" altLang="en-US" sz="1200" dirty="0">
                <a:cs typeface="Times New Roman" panose="02020603050405020304" pitchFamily="18" charset="0"/>
              </a:rPr>
              <a:t>地址与端口号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44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对于依赖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TCP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的应用程序，实现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NAT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穿透主要基于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TCP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连接建立过程的数据包交换</a:t>
            </a:r>
            <a:endParaRPr lang="en-US" altLang="zh-CN" b="0" i="0" dirty="0">
              <a:solidFill>
                <a:srgbClr val="333333"/>
              </a:solidFill>
              <a:effectLst/>
              <a:latin typeface="PingFang SC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对于依赖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UDP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的应用程序，实现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NAT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穿透的核心技术包括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STUN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、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TURN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ICE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框架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45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从全锥形</a:t>
            </a:r>
            <a:r>
              <a:rPr lang="en-US" altLang="zh-CN" dirty="0"/>
              <a:t>NAT</a:t>
            </a:r>
            <a:r>
              <a:rPr lang="zh-CN" altLang="en-US" dirty="0"/>
              <a:t>、地址受限锥形</a:t>
            </a:r>
            <a:r>
              <a:rPr lang="en-US" altLang="zh-CN" dirty="0"/>
              <a:t>NAT</a:t>
            </a:r>
            <a:r>
              <a:rPr lang="zh-CN" altLang="en-US" dirty="0"/>
              <a:t>、端口受限锥形</a:t>
            </a:r>
            <a:r>
              <a:rPr lang="en-US" altLang="zh-CN" dirty="0"/>
              <a:t>NAT</a:t>
            </a:r>
            <a:r>
              <a:rPr lang="zh-CN" altLang="en-US" dirty="0"/>
              <a:t>到对称</a:t>
            </a:r>
            <a:r>
              <a:rPr lang="en-US" altLang="zh-CN" dirty="0"/>
              <a:t>NAT</a:t>
            </a:r>
            <a:r>
              <a:rPr lang="zh-CN" altLang="en-US" dirty="0"/>
              <a:t>，安全性依次提高，穿透难度依次增加</a:t>
            </a:r>
            <a:endParaRPr lang="en-US" altLang="zh-CN" dirty="0"/>
          </a:p>
          <a:p>
            <a:r>
              <a:rPr lang="zh-CN" altLang="en-US" dirty="0"/>
              <a:t>全锥形</a:t>
            </a:r>
            <a:r>
              <a:rPr lang="en-US" altLang="zh-CN" dirty="0"/>
              <a:t>NAT</a:t>
            </a:r>
            <a:r>
              <a:rPr lang="zh-CN" altLang="en-US" dirty="0"/>
              <a:t>的穿透难度最低，适用于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P2P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通信、服务器公网暴露‌；</a:t>
            </a:r>
            <a:r>
              <a:rPr lang="zh-CN" altLang="en-US" dirty="0"/>
              <a:t>对称</a:t>
            </a:r>
            <a:r>
              <a:rPr lang="en-US" altLang="zh-CN" dirty="0"/>
              <a:t>NAT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几乎无法直接穿透，需依赖中继服务器，不利于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P2P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通信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46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69229930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47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20687215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48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03207677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49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22064386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l">
              <a:buFont typeface="+mj-lt"/>
              <a:buNone/>
            </a:pP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流量类型（</a:t>
            </a:r>
            <a:r>
              <a:rPr lang="en-US" altLang="zh-CN" b="1" i="0" dirty="0">
                <a:solidFill>
                  <a:srgbClr val="333333"/>
                </a:solidFill>
                <a:effectLst/>
                <a:latin typeface="PingFang SC"/>
              </a:rPr>
              <a:t>Traffic Class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）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8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位，类似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IPv4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的服务类型字段，用于区分数据包的优先级和类型</a:t>
            </a:r>
          </a:p>
          <a:p>
            <a:pPr algn="l">
              <a:buFont typeface="+mj-lt"/>
              <a:buNone/>
            </a:pP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流标签（</a:t>
            </a:r>
            <a:r>
              <a:rPr lang="en-US" altLang="zh-CN" b="1" i="0" dirty="0">
                <a:solidFill>
                  <a:srgbClr val="333333"/>
                </a:solidFill>
                <a:effectLst/>
                <a:latin typeface="PingFang SC"/>
              </a:rPr>
              <a:t>Flow Label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）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20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位，标识同一数据流，支持实时传输（如视频、语音）的质量保障</a:t>
            </a:r>
          </a:p>
          <a:p>
            <a:pPr algn="l">
              <a:buFont typeface="+mj-lt"/>
              <a:buNone/>
            </a:pP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下一包头（</a:t>
            </a:r>
            <a:r>
              <a:rPr lang="en-US" altLang="zh-CN" b="1" i="0" dirty="0">
                <a:solidFill>
                  <a:srgbClr val="333333"/>
                </a:solidFill>
                <a:effectLst/>
                <a:latin typeface="PingFang SC"/>
              </a:rPr>
              <a:t>Next Header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）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8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位，指示后续扩展头（如路由头、认证头等）或上层协议类型（如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TCP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、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UDP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、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ICMP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、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OSPF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等）‌</a:t>
            </a:r>
          </a:p>
          <a:p>
            <a:pPr algn="l">
              <a:buFont typeface="+mj-lt"/>
              <a:buNone/>
            </a:pP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跳数限制（</a:t>
            </a:r>
            <a:r>
              <a:rPr lang="en-US" altLang="zh-CN" b="1" i="0" dirty="0">
                <a:solidFill>
                  <a:srgbClr val="333333"/>
                </a:solidFill>
                <a:effectLst/>
                <a:latin typeface="PingFang SC"/>
              </a:rPr>
              <a:t>Hop Limit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）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8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位，类似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IPv4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的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TTL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，数据包每经过一次转发减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，归零时丢弃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50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69303097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l">
              <a:buFont typeface="+mj-lt"/>
              <a:buNone/>
            </a:pP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1.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逐跳选项扩展头（每个路由器处理）；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2.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目的选项扩展头（目的主机处理）；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3.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路由扩展头（源路由）；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4.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分片扩展头（分片与重组）；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5.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认证扩展头（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AH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，身份认证、完整性认证与抗重发）；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5.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封装安全有效载荷扩展头‌（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ESP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AH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功能与加密）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51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66437686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52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问题</a:t>
            </a:r>
            <a:r>
              <a:rPr lang="en-US" altLang="zh-CN" dirty="0"/>
              <a:t>1</a:t>
            </a:r>
            <a:r>
              <a:rPr lang="zh-CN" altLang="en-US" dirty="0"/>
              <a:t>：</a:t>
            </a:r>
            <a:r>
              <a:rPr lang="en-US" altLang="zh-CN" dirty="0"/>
              <a:t>202.113.0.0/20=</a:t>
            </a:r>
            <a:r>
              <a:rPr lang="en-US" altLang="zh-CN" b="1" dirty="0"/>
              <a:t>202.113.0000</a:t>
            </a:r>
            <a:r>
              <a:rPr lang="en-US" altLang="zh-CN" dirty="0"/>
              <a:t>0000.00000000</a:t>
            </a:r>
            <a:r>
              <a:rPr lang="zh-CN" altLang="en-US" dirty="0"/>
              <a:t>，有效地址范围为</a:t>
            </a:r>
            <a:r>
              <a:rPr lang="en-US" altLang="zh-CN" b="1" dirty="0"/>
              <a:t>202.113.0000</a:t>
            </a:r>
            <a:r>
              <a:rPr lang="en-US" altLang="zh-CN" dirty="0"/>
              <a:t>0000.00000001</a:t>
            </a:r>
            <a:r>
              <a:rPr lang="en-US" altLang="zh-CN" dirty="0">
                <a:latin typeface="宋体" panose="02010600030101010101" pitchFamily="2" charset="-122"/>
                <a:ea typeface="宋体" panose="02010600030101010101" pitchFamily="2" charset="-122"/>
              </a:rPr>
              <a:t>-</a:t>
            </a:r>
            <a:r>
              <a:rPr lang="en-US" altLang="zh-CN" b="1" dirty="0"/>
              <a:t>202.113.0000</a:t>
            </a:r>
            <a:r>
              <a:rPr lang="en-US" altLang="zh-CN" dirty="0"/>
              <a:t>1111.11111111</a:t>
            </a:r>
            <a:r>
              <a:rPr lang="zh-CN" altLang="en-US" dirty="0"/>
              <a:t>，</a:t>
            </a:r>
            <a:r>
              <a:rPr lang="en-US" altLang="zh-CN" dirty="0"/>
              <a:t>202.113.0.1</a:t>
            </a:r>
            <a:r>
              <a:rPr lang="en-US" altLang="zh-CN" dirty="0">
                <a:latin typeface="宋体" panose="02010600030101010101" pitchFamily="2" charset="-122"/>
                <a:ea typeface="宋体" panose="02010600030101010101" pitchFamily="2" charset="-122"/>
              </a:rPr>
              <a:t>-</a:t>
            </a:r>
            <a:r>
              <a:rPr lang="en-US" altLang="zh-CN" dirty="0"/>
              <a:t>202.113.15.255</a:t>
            </a:r>
          </a:p>
          <a:p>
            <a:r>
              <a:rPr lang="en-US" altLang="zh-CN" dirty="0"/>
              <a:t>            202.113.16.0/20=</a:t>
            </a:r>
            <a:r>
              <a:rPr lang="en-US" altLang="zh-CN" b="1" dirty="0"/>
              <a:t>202.113.0001</a:t>
            </a:r>
            <a:r>
              <a:rPr lang="en-US" altLang="zh-CN" dirty="0"/>
              <a:t>0000.00000000</a:t>
            </a:r>
            <a:r>
              <a:rPr lang="zh-CN" altLang="en-US" dirty="0"/>
              <a:t>，有效地址范围为</a:t>
            </a:r>
            <a:r>
              <a:rPr lang="en-US" altLang="zh-CN" b="1" dirty="0"/>
              <a:t>202.113.0001</a:t>
            </a:r>
            <a:r>
              <a:rPr lang="en-US" altLang="zh-CN" dirty="0"/>
              <a:t>0000.00000001</a:t>
            </a:r>
            <a:r>
              <a:rPr lang="en-US" altLang="zh-CN" dirty="0">
                <a:latin typeface="宋体" panose="02010600030101010101" pitchFamily="2" charset="-122"/>
                <a:ea typeface="宋体" panose="02010600030101010101" pitchFamily="2" charset="-122"/>
              </a:rPr>
              <a:t>-</a:t>
            </a:r>
            <a:r>
              <a:rPr lang="en-US" altLang="zh-CN" b="1" dirty="0"/>
              <a:t>202.113.0001</a:t>
            </a:r>
            <a:r>
              <a:rPr lang="en-US" altLang="zh-CN" dirty="0"/>
              <a:t>1111.11111111</a:t>
            </a:r>
            <a:r>
              <a:rPr lang="zh-CN" altLang="en-US" dirty="0"/>
              <a:t>，</a:t>
            </a:r>
            <a:r>
              <a:rPr lang="en-US" altLang="zh-CN" dirty="0"/>
              <a:t>202.113.16.1</a:t>
            </a:r>
            <a:r>
              <a:rPr lang="en-US" altLang="zh-CN" dirty="0">
                <a:latin typeface="宋体" panose="02010600030101010101" pitchFamily="2" charset="-122"/>
                <a:ea typeface="宋体" panose="02010600030101010101" pitchFamily="2" charset="-122"/>
              </a:rPr>
              <a:t>-</a:t>
            </a:r>
            <a:r>
              <a:rPr lang="en-US" altLang="zh-CN" dirty="0"/>
              <a:t>202.113.31.255              </a:t>
            </a:r>
          </a:p>
          <a:p>
            <a:r>
              <a:rPr lang="en-US" altLang="zh-CN" dirty="0"/>
              <a:t>            10.0.0.0/20=</a:t>
            </a:r>
            <a:r>
              <a:rPr lang="en-US" altLang="zh-CN" b="1" dirty="0"/>
              <a:t>10.0.0000</a:t>
            </a:r>
            <a:r>
              <a:rPr lang="en-US" altLang="zh-CN" dirty="0"/>
              <a:t>0000.00000000</a:t>
            </a:r>
            <a:r>
              <a:rPr lang="zh-CN" altLang="en-US" dirty="0"/>
              <a:t>，有效地址范围为</a:t>
            </a:r>
            <a:r>
              <a:rPr lang="en-US" altLang="zh-CN" b="1" dirty="0"/>
              <a:t>10.0.0000</a:t>
            </a:r>
            <a:r>
              <a:rPr lang="en-US" altLang="zh-CN" dirty="0"/>
              <a:t>0000.00000001</a:t>
            </a:r>
            <a:r>
              <a:rPr lang="en-US" altLang="zh-CN" dirty="0">
                <a:latin typeface="宋体" panose="02010600030101010101" pitchFamily="2" charset="-122"/>
                <a:ea typeface="宋体" panose="02010600030101010101" pitchFamily="2" charset="-122"/>
              </a:rPr>
              <a:t>-</a:t>
            </a:r>
            <a:r>
              <a:rPr lang="en-US" altLang="zh-CN" b="1" dirty="0"/>
              <a:t>10.0.0000</a:t>
            </a:r>
            <a:r>
              <a:rPr lang="en-US" altLang="zh-CN" dirty="0"/>
              <a:t>1111.11111111</a:t>
            </a:r>
            <a:r>
              <a:rPr lang="zh-CN" altLang="en-US" dirty="0"/>
              <a:t>，</a:t>
            </a:r>
            <a:r>
              <a:rPr lang="en-US" altLang="zh-CN" dirty="0"/>
              <a:t>10.0.0.1-10.0.15.255</a:t>
            </a:r>
          </a:p>
          <a:p>
            <a:r>
              <a:rPr lang="zh-CN" altLang="en-US" dirty="0"/>
              <a:t>问题</a:t>
            </a:r>
            <a:r>
              <a:rPr lang="en-US" altLang="zh-CN" dirty="0"/>
              <a:t>2</a:t>
            </a:r>
            <a:r>
              <a:rPr lang="zh-CN" altLang="en-US" dirty="0"/>
              <a:t>：到</a:t>
            </a:r>
            <a:r>
              <a:rPr lang="en-US" altLang="zh-CN" dirty="0"/>
              <a:t>202.113.0.0/19</a:t>
            </a:r>
            <a:r>
              <a:rPr lang="zh-CN" altLang="en-US" dirty="0"/>
              <a:t>（</a:t>
            </a:r>
            <a:r>
              <a:rPr lang="en-US" altLang="zh-CN" dirty="0"/>
              <a:t>202.113.0.0/20</a:t>
            </a:r>
            <a:r>
              <a:rPr lang="zh-CN" altLang="en-US" dirty="0"/>
              <a:t>与</a:t>
            </a:r>
            <a:r>
              <a:rPr lang="en-US" altLang="zh-CN" dirty="0"/>
              <a:t>202.113.16.0/20</a:t>
            </a:r>
            <a:r>
              <a:rPr lang="zh-CN" altLang="en-US" dirty="0"/>
              <a:t>汇聚）的下一跳为图中</a:t>
            </a:r>
            <a:r>
              <a:rPr lang="zh-CN" altLang="en-US" sz="1200" dirty="0">
                <a:cs typeface="Times New Roman" panose="02020603050405020304" pitchFamily="18" charset="0"/>
              </a:rPr>
              <a:t>标记</a:t>
            </a:r>
            <a:r>
              <a:rPr lang="en-US" altLang="zh-CN" dirty="0"/>
              <a:t>2</a:t>
            </a:r>
            <a:r>
              <a:rPr lang="zh-CN" altLang="en-US" dirty="0"/>
              <a:t>的</a:t>
            </a:r>
            <a:r>
              <a:rPr lang="en-US" altLang="zh-CN" dirty="0"/>
              <a:t>IP</a:t>
            </a:r>
            <a:r>
              <a:rPr lang="zh-CN" altLang="en-US" dirty="0"/>
              <a:t>地址</a:t>
            </a:r>
            <a:endParaRPr lang="en-US" altLang="zh-CN" dirty="0"/>
          </a:p>
          <a:p>
            <a:r>
              <a:rPr lang="zh-CN" altLang="en-US" dirty="0"/>
              <a:t>问题</a:t>
            </a:r>
            <a:r>
              <a:rPr lang="en-US" altLang="zh-CN" dirty="0"/>
              <a:t>3</a:t>
            </a:r>
            <a:r>
              <a:rPr lang="zh-CN" altLang="en-US" dirty="0"/>
              <a:t>：</a:t>
            </a:r>
            <a:r>
              <a:rPr lang="en-US" altLang="zh-CN" sz="1200" dirty="0">
                <a:cs typeface="Times New Roman" panose="02020603050405020304" pitchFamily="18" charset="0"/>
              </a:rPr>
              <a:t>Pkt2</a:t>
            </a:r>
            <a:r>
              <a:rPr lang="zh-CN" altLang="en-US" sz="1200" dirty="0">
                <a:cs typeface="Times New Roman" panose="02020603050405020304" pitchFamily="18" charset="0"/>
              </a:rPr>
              <a:t>的目的</a:t>
            </a:r>
            <a:r>
              <a:rPr lang="en-US" altLang="zh-CN" sz="1200" dirty="0">
                <a:cs typeface="Times New Roman" panose="02020603050405020304" pitchFamily="18" charset="0"/>
              </a:rPr>
              <a:t>IP</a:t>
            </a:r>
            <a:r>
              <a:rPr lang="zh-CN" altLang="en-US" sz="1200" dirty="0">
                <a:cs typeface="Times New Roman" panose="02020603050405020304" pitchFamily="18" charset="0"/>
              </a:rPr>
              <a:t>地址为图中标记</a:t>
            </a:r>
            <a:r>
              <a:rPr lang="en-US" altLang="zh-CN" dirty="0"/>
              <a:t>6</a:t>
            </a:r>
            <a:r>
              <a:rPr lang="zh-CN" altLang="en-US" dirty="0"/>
              <a:t>的</a:t>
            </a:r>
            <a:r>
              <a:rPr lang="en-US" altLang="zh-CN" dirty="0"/>
              <a:t>IP</a:t>
            </a:r>
            <a:r>
              <a:rPr lang="zh-CN" altLang="en-US" dirty="0"/>
              <a:t>地址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53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TCP/IP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协议簇中网络层的重要成员，用于在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主机与路由器之间传递控制消息，其核心功能可分为‌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差错报告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‌和‌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网络诊断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</a:t>
            </a:r>
            <a:endParaRPr lang="en-US" altLang="zh-CN" b="0" i="0" dirty="0">
              <a:solidFill>
                <a:srgbClr val="333333"/>
              </a:solidFill>
              <a:effectLst/>
              <a:latin typeface="PingFang SC"/>
            </a:endParaRPr>
          </a:p>
          <a:p>
            <a:pPr algn="l">
              <a:buFont typeface="Arial" panose="020B0604020202020204" pitchFamily="34" charset="0"/>
              <a:buNone/>
            </a:pP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差错报告：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1.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目的不可达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‌：当数据包无法到达目标主机或网络时，路由器发送该报文；‌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2.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超时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‌：数据包因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TTL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（生存时间）耗尽或路由循环被丢弃时触发；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3.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参数错误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首部字段异常时返回该报文；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4.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源抑制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‌：路由器因缓冲区满要求发送方降低数据速率</a:t>
            </a: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54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l"/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网络诊断与维护‌：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1.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连通测试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Ping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命令利用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ICMP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回声请求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/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应答（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Type 8/0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）检测主机可达性‌；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2.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路径追踪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Traceroute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通过分析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ICMP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超时报文（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TTL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）显示数据包经过的路由器‌；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3.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路由优化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ICMP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重定向报文可通知主机更优的传输路径‌；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4.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流量控制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‌：通过源抑制报文调节数据发送速率，避免网络拥塞</a:t>
            </a:r>
          </a:p>
          <a:p>
            <a:pPr algn="l">
              <a:buFont typeface="Arial" panose="020B0604020202020204" pitchFamily="34" charset="0"/>
              <a:buNone/>
            </a:pP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其他功能：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1.</a:t>
            </a:r>
            <a:r>
              <a:rPr lang="en-US" altLang="zh-CN" b="1" i="0" dirty="0">
                <a:solidFill>
                  <a:srgbClr val="333333"/>
                </a:solidFill>
                <a:effectLst/>
                <a:latin typeface="PingFang SC"/>
              </a:rPr>
              <a:t>MTU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发现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‌：协助主机确定最大传输单元，避免分片‌；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2.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路由器发现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‌：主机通过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ICMP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报文获取默认网关信息‌</a:t>
            </a:r>
            <a:b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</a:b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55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0923672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路由算法是网络层软件的核心组成部分，用于确定数据包从源节点到目标节点的传输路径‌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56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57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58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15585149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Dijkstra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算法是一种用于解决‌单源最短路径问题‌的经典图算法，由荷兰计算机学者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E. W. Dijkstra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于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1956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年提出，已广泛应用于网络路由、路径规划、资源分配等领域‌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59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69159002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Dijkstra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算法采用‌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贪心策略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‌，通过逐步扩展已确定最短路径的节点集合，最终找到从源点到所有其他节点的最短路径</a:t>
            </a:r>
            <a:endParaRPr lang="en-US" altLang="zh-CN" b="0" i="0" dirty="0">
              <a:solidFill>
                <a:srgbClr val="333333"/>
              </a:solidFill>
              <a:effectLst/>
              <a:latin typeface="PingFang SC"/>
            </a:endParaRPr>
          </a:p>
          <a:p>
            <a:pPr algn="l">
              <a:buFont typeface="+mj-lt"/>
              <a:buNone/>
            </a:pP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工作流程：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1.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初始化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‌：将源点加入已处理集合（已知最短路径），并记录源点到其他节点的初始距离（直连设为边权值，非直连设为</a:t>
            </a:r>
            <a:r>
              <a:rPr lang="zh-CN" altLang="en-US" sz="1200" b="1" dirty="0">
                <a:latin typeface="宋体" panose="02010600030101010101" pitchFamily="2" charset="-122"/>
                <a:cs typeface="Arial Unicode MS" panose="020B0604020202020204" pitchFamily="34" charset="-122"/>
              </a:rPr>
              <a:t>∞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）‌；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2.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迭代选择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‌：从未处理的节点中选择当前距离最小的节点，加入已处理集合；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3.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路径更新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‌：通过新加入的节点，更新其邻居节点的最短距离（若通过该节点路径更短，则更新）‌；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4.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终止条件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‌：当所有节点已处理，算法结束</a:t>
            </a:r>
            <a:endParaRPr lang="en-US" altLang="zh-CN" b="0" i="0" dirty="0">
              <a:solidFill>
                <a:srgbClr val="333333"/>
              </a:solidFill>
              <a:effectLst/>
              <a:latin typeface="PingFang SC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/>
            </a:pP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算法特点：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1.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适用场景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‌：适用于‌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边权非负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‌的图（有向或无向）‌；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2.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时间复杂度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‌：朴素实现为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O(n²)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，使用优先队列可优化至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O(</a:t>
            </a:r>
            <a:r>
              <a:rPr lang="en-US" altLang="zh-CN" b="0" i="0" dirty="0" err="1">
                <a:solidFill>
                  <a:srgbClr val="333333"/>
                </a:solidFill>
                <a:effectLst/>
                <a:latin typeface="PingFang SC"/>
              </a:rPr>
              <a:t>nlogn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)‌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3.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输出结果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‌：生成从源点到所有节点的最短路径及其距离</a:t>
            </a: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60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49392620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just">
              <a:lnSpc>
                <a:spcPts val="3500"/>
              </a:lnSpc>
              <a:spcBef>
                <a:spcPts val="600"/>
              </a:spcBef>
            </a:pPr>
            <a:r>
              <a:rPr lang="en-US" altLang="zh-CN" sz="1200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D(k)</a:t>
            </a:r>
            <a:r>
              <a:rPr lang="zh-CN" altLang="en-US" sz="1200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sz="1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从计算节点到目的节点</a:t>
            </a:r>
            <a:r>
              <a:rPr lang="en-US" altLang="zh-CN" sz="1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k</a:t>
            </a:r>
            <a:r>
              <a:rPr lang="zh-CN" altLang="en-US" sz="1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</a:t>
            </a:r>
            <a:r>
              <a:rPr lang="zh-CN" altLang="en-US" sz="1200" b="0" dirty="0">
                <a:solidFill>
                  <a:srgbClr val="2A09B7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当前</a:t>
            </a:r>
            <a:r>
              <a:rPr lang="zh-CN" altLang="en-US" sz="1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路径代价</a:t>
            </a:r>
            <a:endParaRPr lang="en-US" altLang="zh-CN" sz="1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algn="just">
              <a:lnSpc>
                <a:spcPts val="3500"/>
              </a:lnSpc>
              <a:spcBef>
                <a:spcPts val="600"/>
              </a:spcBef>
            </a:pPr>
            <a:r>
              <a:rPr lang="en-US" altLang="zh-CN" sz="1200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p(k)</a:t>
            </a:r>
            <a:r>
              <a:rPr lang="zh-CN" altLang="en-US" sz="1200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sz="1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从计算节点到目的节点</a:t>
            </a:r>
            <a:r>
              <a:rPr lang="en-US" altLang="zh-CN" sz="1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k</a:t>
            </a:r>
            <a:r>
              <a:rPr lang="zh-CN" altLang="en-US" sz="1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的路径中</a:t>
            </a:r>
            <a:r>
              <a:rPr lang="en-US" altLang="zh-CN" sz="1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k</a:t>
            </a:r>
            <a:r>
              <a:rPr lang="zh-CN" altLang="en-US" sz="1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节点的前继节点</a:t>
            </a:r>
            <a:endParaRPr lang="en-US" altLang="zh-CN" sz="1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61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96723732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4E89CB94-9CE0-45B0-A574-35FCFF2D874D}" type="slidenum">
              <a:rPr lang="zh-CN" altLang="en-US" sz="1300" smtClean="0"/>
              <a:t>62</a:t>
            </a:fld>
            <a:endParaRPr lang="en-US" altLang="zh-CN" sz="1300"/>
          </a:p>
        </p:txBody>
      </p:sp>
      <p:sp>
        <p:nvSpPr>
          <p:cNvPr id="983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42950" y="833438"/>
            <a:ext cx="5551488" cy="4165600"/>
          </a:xfrm>
        </p:spPr>
      </p:sp>
      <p:sp>
        <p:nvSpPr>
          <p:cNvPr id="9830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zh-CN" sz="1200" b="0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Bellman-Ford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算法是一种用于解决‌单源最短路径问题‌的经典图算法，其来源可追溯至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20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世纪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50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年代（动态规划提出者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Richard Bellman‌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与类似方法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Lester Ford‌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），已广泛应用于网络路由、路径规划、资源分配等领域</a:t>
            </a:r>
            <a:endParaRPr lang="en-US" altLang="zh-CN" b="0" i="0" dirty="0">
              <a:solidFill>
                <a:srgbClr val="333333"/>
              </a:solidFill>
              <a:effectLst/>
              <a:latin typeface="PingFang SC"/>
            </a:endParaRPr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4E89CB94-9CE0-45B0-A574-35FCFF2D874D}" type="slidenum">
              <a:rPr lang="zh-CN" altLang="en-US" sz="1300" smtClean="0"/>
              <a:t>63</a:t>
            </a:fld>
            <a:endParaRPr lang="en-US" altLang="zh-CN" sz="1300"/>
          </a:p>
        </p:txBody>
      </p:sp>
      <p:sp>
        <p:nvSpPr>
          <p:cNvPr id="983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42950" y="833438"/>
            <a:ext cx="5551488" cy="4165600"/>
          </a:xfrm>
        </p:spPr>
      </p:sp>
      <p:sp>
        <p:nvSpPr>
          <p:cNvPr id="9830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Bellman-Ford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算法是距离向量路由算法的核心理论基础‌。该算法通过分布式迭代计算最短路径，要求每个路由器维护包含目标网络、接口及距离（如跳数）的路由表，并通过周期性交换信息更新最优路径。该算法的‌核心公式：</a:t>
            </a:r>
            <a:r>
              <a:rPr lang="en-US" altLang="zh-CN" sz="1200" dirty="0">
                <a:solidFill>
                  <a:srgbClr val="FF0000"/>
                </a:solidFill>
                <a:cs typeface="Times New Roman" panose="02020603050405020304" pitchFamily="18" charset="0"/>
              </a:rPr>
              <a:t>D</a:t>
            </a:r>
            <a:r>
              <a:rPr lang="en-US" altLang="zh-CN" sz="1200" baseline="-25000" dirty="0">
                <a:solidFill>
                  <a:srgbClr val="FF0000"/>
                </a:solidFill>
                <a:cs typeface="Times New Roman" panose="02020603050405020304" pitchFamily="18" charset="0"/>
              </a:rPr>
              <a:t>x</a:t>
            </a:r>
            <a:r>
              <a:rPr lang="en-US" altLang="zh-CN" sz="1200" dirty="0">
                <a:solidFill>
                  <a:srgbClr val="FF0000"/>
                </a:solidFill>
                <a:cs typeface="Times New Roman" panose="02020603050405020304" pitchFamily="18" charset="0"/>
              </a:rPr>
              <a:t>(y)</a:t>
            </a:r>
            <a:r>
              <a:rPr lang="en-US" altLang="zh-CN" b="1" i="0" dirty="0">
                <a:solidFill>
                  <a:srgbClr val="333333"/>
                </a:solidFill>
                <a:effectLst/>
                <a:latin typeface="PingFang SC"/>
              </a:rPr>
              <a:t> 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= min{c(</a:t>
            </a:r>
            <a:r>
              <a:rPr lang="en-US" altLang="zh-CN" b="0" i="0" dirty="0" err="1">
                <a:solidFill>
                  <a:srgbClr val="333333"/>
                </a:solidFill>
                <a:effectLst/>
                <a:latin typeface="PingFang SC"/>
              </a:rPr>
              <a:t>x,m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) + </a:t>
            </a:r>
            <a:r>
              <a:rPr lang="en-US" altLang="zh-CN" sz="1200" dirty="0">
                <a:solidFill>
                  <a:srgbClr val="FF0000"/>
                </a:solidFill>
                <a:cs typeface="Times New Roman" panose="02020603050405020304" pitchFamily="18" charset="0"/>
              </a:rPr>
              <a:t>D</a:t>
            </a:r>
            <a:r>
              <a:rPr lang="en-US" altLang="zh-CN" sz="1200" baseline="-25000" dirty="0">
                <a:solidFill>
                  <a:srgbClr val="FF0000"/>
                </a:solidFill>
                <a:cs typeface="Times New Roman" panose="02020603050405020304" pitchFamily="18" charset="0"/>
              </a:rPr>
              <a:t>m</a:t>
            </a:r>
            <a:r>
              <a:rPr lang="en-US" altLang="zh-CN" sz="1200" dirty="0">
                <a:solidFill>
                  <a:srgbClr val="FF0000"/>
                </a:solidFill>
                <a:cs typeface="Times New Roman" panose="02020603050405020304" pitchFamily="18" charset="0"/>
              </a:rPr>
              <a:t>(y)</a:t>
            </a:r>
            <a:r>
              <a:rPr lang="en-US" altLang="zh-CN" b="1" i="0" dirty="0">
                <a:solidFill>
                  <a:srgbClr val="333333"/>
                </a:solidFill>
                <a:effectLst/>
                <a:latin typeface="PingFang SC"/>
              </a:rPr>
              <a:t> 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}‌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，其中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m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为相邻节点‌</a:t>
            </a:r>
            <a:b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</a:br>
            <a:endParaRPr lang="zh-CN" altLang="en-US" dirty="0"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4E89CB94-9CE0-45B0-A574-35FCFF2D874D}" type="slidenum">
              <a:rPr lang="zh-CN" altLang="en-US" sz="1300" smtClean="0"/>
              <a:t>64</a:t>
            </a:fld>
            <a:endParaRPr lang="en-US" altLang="zh-CN" sz="1300"/>
          </a:p>
        </p:txBody>
      </p:sp>
      <p:sp>
        <p:nvSpPr>
          <p:cNvPr id="983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42950" y="833438"/>
            <a:ext cx="5551488" cy="4165600"/>
          </a:xfrm>
        </p:spPr>
      </p:sp>
      <p:sp>
        <p:nvSpPr>
          <p:cNvPr id="9830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l">
              <a:buFont typeface="+mj-lt"/>
              <a:buNone/>
            </a:pPr>
            <a:r>
              <a:rPr lang="en-US" altLang="zh-CN" sz="1200" b="0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Bellman-Ford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算法的核心思想是通过‌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松弛操作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‌逐步更新节点到源点的最短距离估计值‌</a:t>
            </a:r>
            <a:endParaRPr lang="en-US" altLang="zh-CN" b="0" i="0" dirty="0">
              <a:solidFill>
                <a:srgbClr val="333333"/>
              </a:solidFill>
              <a:effectLst/>
              <a:latin typeface="PingFang SC"/>
            </a:endParaRPr>
          </a:p>
          <a:p>
            <a:pPr algn="l">
              <a:buFont typeface="+mj-lt"/>
              <a:buNone/>
            </a:pP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工作流程：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1.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初始化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‌：将源点距离设为 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0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，其他节点距离设为 ∞‌；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2.</a:t>
            </a:r>
            <a:r>
              <a:rPr lang="en-US" altLang="zh-CN" b="1" i="0" dirty="0">
                <a:solidFill>
                  <a:srgbClr val="333333"/>
                </a:solidFill>
                <a:effectLst/>
                <a:latin typeface="PingFang SC"/>
              </a:rPr>
              <a:t>V-1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次松弛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‌：对图中所有边进行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V-1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次松弛操作（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V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为节点数），确保所有可能的最短路径被更新‌；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3.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负权环检测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‌：第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V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次松弛时，若仍能更新距离，则说明图中存在负权环，算法终止并报错‌</a:t>
            </a:r>
            <a:endParaRPr lang="zh-CN" altLang="en-US" dirty="0"/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65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26491165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611F0E0F-0C66-4C07-9ADB-8925FFEE5002}" type="slidenum">
              <a:rPr lang="zh-CN" altLang="en-US" sz="1300" smtClean="0"/>
              <a:t>66</a:t>
            </a:fld>
            <a:endParaRPr lang="en-US" altLang="zh-CN" sz="1300"/>
          </a:p>
        </p:txBody>
      </p:sp>
      <p:sp>
        <p:nvSpPr>
          <p:cNvPr id="110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42950" y="833438"/>
            <a:ext cx="5551488" cy="4165600"/>
          </a:xfrm>
        </p:spPr>
      </p:sp>
      <p:sp>
        <p:nvSpPr>
          <p:cNvPr id="11059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初始化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‌：将源点距离设为 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0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，其他顶点距离设为 ∞‌</a:t>
            </a:r>
            <a:endParaRPr lang="en-US" altLang="zh-CN" b="0" i="0" dirty="0">
              <a:solidFill>
                <a:srgbClr val="333333"/>
              </a:solidFill>
              <a:effectLst/>
              <a:latin typeface="PingFang SC"/>
            </a:endParaRPr>
          </a:p>
          <a:p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由于网络拓扑图中有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3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个节点，因此该算法经过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3-1=2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次松弛</a:t>
            </a:r>
            <a:endParaRPr lang="en-US" altLang="zh-CN" b="0" i="0" dirty="0">
              <a:solidFill>
                <a:srgbClr val="333333"/>
              </a:solidFill>
              <a:effectLst/>
              <a:latin typeface="PingFang SC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1200" b="1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第</a:t>
            </a:r>
            <a:r>
              <a:rPr lang="en-US" altLang="zh-CN" sz="1200" b="1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</a:t>
            </a:r>
            <a:r>
              <a:rPr lang="zh-CN" altLang="en-US" sz="1200" b="1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次松弛</a:t>
            </a:r>
            <a:r>
              <a:rPr lang="zh-CN" altLang="en-US" sz="1200" b="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：</a:t>
            </a:r>
            <a:endParaRPr lang="en-US" altLang="zh-CN" sz="1200" b="0" dirty="0">
              <a:solidFill>
                <a:srgbClr val="000000"/>
              </a:solidFill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节点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  <a:r>
              <a:rPr lang="zh-CN" altLang="en-US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：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D</a:t>
            </a:r>
            <a:r>
              <a:rPr lang="fr-FR" altLang="zh-CN" sz="1200" baseline="-250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(x) = min{c(y,x) + D</a:t>
            </a:r>
            <a:r>
              <a:rPr lang="fr-FR" altLang="zh-CN" sz="1200" baseline="-250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(x), c(y,z) + D</a:t>
            </a:r>
            <a:r>
              <a:rPr lang="fr-FR" altLang="zh-CN" sz="1200" baseline="-250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(x)} = min{2+0, 1+7} = 2</a:t>
            </a:r>
            <a:r>
              <a:rPr lang="zh-CN" altLang="en-US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；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D</a:t>
            </a:r>
            <a:r>
              <a:rPr lang="fr-FR" altLang="zh-CN" sz="1200" baseline="-250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(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) 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= 0</a:t>
            </a:r>
            <a:r>
              <a:rPr lang="zh-CN" altLang="en-US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；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D</a:t>
            </a:r>
            <a:r>
              <a:rPr lang="fr-FR" altLang="zh-CN" sz="1200" baseline="-250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(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) = min{c(y,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) + D</a:t>
            </a:r>
            <a:r>
              <a:rPr lang="en-US" altLang="zh-CN" sz="1200" baseline="-250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(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), c(y,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) + D</a:t>
            </a:r>
            <a:r>
              <a:rPr lang="en-US" altLang="zh-CN" sz="1200" baseline="-250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(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)} = min{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+0, 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+7} = 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</a:t>
            </a:r>
            <a:endParaRPr lang="fr-FR" altLang="zh-CN" sz="1200" dirty="0">
              <a:solidFill>
                <a:srgbClr val="000000"/>
              </a:solidFill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节点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  <a:r>
              <a:rPr lang="zh-CN" altLang="en-US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：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D</a:t>
            </a:r>
            <a:r>
              <a:rPr lang="en-US" altLang="zh-CN" sz="1200" baseline="-250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(x) = min{c(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,x) + D</a:t>
            </a:r>
            <a:r>
              <a:rPr lang="fr-FR" altLang="zh-CN" sz="1200" baseline="-250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(x), c(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,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) + D</a:t>
            </a:r>
            <a:r>
              <a:rPr lang="en-US" altLang="zh-CN" sz="1200" baseline="-250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(x)} = min{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7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+0, 1+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} = 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</a:t>
            </a:r>
            <a:r>
              <a:rPr lang="zh-CN" altLang="en-US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；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D</a:t>
            </a:r>
            <a:r>
              <a:rPr lang="en-US" altLang="zh-CN" sz="1200" baseline="-250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(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) = min{c(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,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) + D</a:t>
            </a:r>
            <a:r>
              <a:rPr lang="en-US" altLang="zh-CN" sz="1200" baseline="-250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(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), c(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,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) + D</a:t>
            </a:r>
            <a:r>
              <a:rPr lang="en-US" altLang="zh-CN" sz="1200" baseline="-250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(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)} = min{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7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+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, 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+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} = 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</a:t>
            </a:r>
            <a:r>
              <a:rPr lang="zh-CN" altLang="en-US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；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D</a:t>
            </a:r>
            <a:r>
              <a:rPr lang="en-US" altLang="zh-CN" sz="1200" baseline="-250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(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  <a:r>
              <a:rPr lang="fr-FR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) </a:t>
            </a:r>
            <a:r>
              <a:rPr lang="en-US" altLang="zh-CN" sz="12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= 0</a:t>
            </a:r>
            <a:endParaRPr lang="fr-FR" altLang="zh-CN" sz="1200" dirty="0">
              <a:solidFill>
                <a:srgbClr val="000000"/>
              </a:solidFill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383817B1-0D9C-49FA-819F-28D88EACEC2E}" type="slidenum">
              <a:rPr lang="zh-CN" altLang="en-US" sz="1300" smtClean="0"/>
              <a:t>67</a:t>
            </a:fld>
            <a:endParaRPr lang="en-US" altLang="zh-CN" sz="1300"/>
          </a:p>
        </p:txBody>
      </p:sp>
      <p:sp>
        <p:nvSpPr>
          <p:cNvPr id="1126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42950" y="833438"/>
            <a:ext cx="5551488" cy="4165600"/>
          </a:xfrm>
        </p:spPr>
      </p:sp>
      <p:sp>
        <p:nvSpPr>
          <p:cNvPr id="11264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1200" b="1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第</a:t>
            </a:r>
            <a:r>
              <a:rPr lang="en-US" altLang="zh-CN" sz="1200" b="1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  <a:r>
              <a:rPr lang="zh-CN" altLang="en-US" sz="1200" b="1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次松弛</a:t>
            </a:r>
            <a:r>
              <a:rPr lang="zh-CN" altLang="en-US" sz="1200" b="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：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所有获得优化的最短路径被更新到对应节点</a:t>
            </a:r>
            <a:endParaRPr lang="en-US" altLang="zh-CN" sz="1200" b="0" dirty="0">
              <a:solidFill>
                <a:srgbClr val="000000"/>
              </a:solidFill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41551321-BD42-4BCD-97C1-C1A74406E9E7}" type="slidenum">
              <a:rPr lang="zh-CN" altLang="en-US" sz="1300" smtClean="0"/>
              <a:t>68</a:t>
            </a:fld>
            <a:endParaRPr lang="en-US" altLang="zh-CN" sz="1300"/>
          </a:p>
        </p:txBody>
      </p:sp>
      <p:sp>
        <p:nvSpPr>
          <p:cNvPr id="1167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42950" y="833438"/>
            <a:ext cx="5551488" cy="4165600"/>
          </a:xfrm>
        </p:spPr>
      </p:sp>
      <p:sp>
        <p:nvSpPr>
          <p:cNvPr id="11674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l"/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“好消息传播快” 是指网络路径状态改善（如链路恢复或代价降低）时，路由信息能够快速收敛到所有路由器</a:t>
            </a:r>
            <a:endParaRPr lang="en-US" altLang="zh-CN" b="0" i="0" dirty="0">
              <a:solidFill>
                <a:srgbClr val="333333"/>
              </a:solidFill>
              <a:effectLst/>
              <a:latin typeface="PingFang SC"/>
            </a:endParaRPr>
          </a:p>
          <a:p>
            <a:pPr algn="l"/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形成原因源于</a:t>
            </a:r>
            <a:r>
              <a:rPr lang="zh-CN" altLang="en-US" sz="1200" b="0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距离向量路由算法的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周期性广播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和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逐跳更新机制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。例如，距离向量协议（如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RIP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）默认每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30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秒向相邻路由器发送完整的路由表‌</a:t>
            </a:r>
            <a:b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</a:b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当某条路径的“距离”（如跳数）缩短时，该信息通过定期更新迅速扩散到相邻路由器，并逐级传递至全网</a:t>
            </a:r>
          </a:p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5BF3221D-60B5-44E1-BF04-DBE72C6F474A}" type="slidenum">
              <a:rPr lang="zh-CN" altLang="en-US" sz="1300" smtClean="0"/>
              <a:t>69</a:t>
            </a:fld>
            <a:endParaRPr lang="en-US" altLang="zh-CN" sz="1300"/>
          </a:p>
        </p:txBody>
      </p:sp>
      <p:sp>
        <p:nvSpPr>
          <p:cNvPr id="1187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42950" y="833438"/>
            <a:ext cx="5551488" cy="4165600"/>
          </a:xfrm>
        </p:spPr>
      </p:sp>
      <p:sp>
        <p:nvSpPr>
          <p:cNvPr id="11878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9D9EF279-BAC5-4073-8D13-2B4529C6A4CB}" type="slidenum">
              <a:rPr lang="zh-CN" altLang="en-US" sz="1300" smtClean="0"/>
              <a:t>70</a:t>
            </a:fld>
            <a:endParaRPr lang="en-US" altLang="zh-CN" sz="1300"/>
          </a:p>
        </p:txBody>
      </p:sp>
      <p:sp>
        <p:nvSpPr>
          <p:cNvPr id="122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42950" y="833438"/>
            <a:ext cx="5551488" cy="4165600"/>
          </a:xfrm>
        </p:spPr>
      </p:sp>
      <p:sp>
        <p:nvSpPr>
          <p:cNvPr id="12288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“坏消息传播慢”的核心问题是‌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计数到无穷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‌，这是由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RIP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等距离矢量协议的特性导致。其根本原因在于协议采用‌‌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周期性广播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和‌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逐跳更新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‌机制，当网络拓扑变化（如链路失效）时，失效路由信息需要较长时间才能够扩散至全网</a:t>
            </a:r>
            <a:endParaRPr lang="en-US" altLang="zh-CN" b="0" i="0" dirty="0">
              <a:solidFill>
                <a:srgbClr val="333333"/>
              </a:solidFill>
              <a:effectLst/>
              <a:latin typeface="PingFang SC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假设一个简单的网络拓扑，包含路由器 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X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‌、‌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Y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Z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‌，其中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Y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‌和‌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Z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‌是邻居关系‌。如果路由器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Z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通过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Y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到达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X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，在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Y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到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X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的链路无效之后，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Y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可能误以为可通过另一邻居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Z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到达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X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，进而形成循环。例如，‌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Y‌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直连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Z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，链路代价为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Y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通过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Z‌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到达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X‌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，总代价为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5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（‌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Y‌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到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Z‌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的代价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1+‌Z‌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到‌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X‌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的代价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4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）‌</a:t>
            </a:r>
            <a:endParaRPr lang="zh-CN" altLang="en-US" dirty="0"/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EDAB6E30-7605-4EF1-9764-CD4195163A2B}" type="slidenum">
              <a:rPr lang="zh-CN" altLang="en-US" sz="1300" smtClean="0"/>
              <a:t>71</a:t>
            </a:fld>
            <a:endParaRPr lang="en-US" altLang="zh-CN" sz="1300"/>
          </a:p>
        </p:txBody>
      </p:sp>
      <p:sp>
        <p:nvSpPr>
          <p:cNvPr id="1249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42950" y="833438"/>
            <a:ext cx="5551488" cy="4165600"/>
          </a:xfrm>
        </p:spPr>
      </p:sp>
      <p:sp>
        <p:nvSpPr>
          <p:cNvPr id="12493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毒性逆转是距离向量路由协议（如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RIP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）用于防止路由环路的关键技术。其核心原理是：当路由器检测到某条路径失效时，不会立即删除该路由，而是将其度量值（如跳数）标记为不可达（如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RIP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设置为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16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），并通过原接口广播给邻居路由器，从而快速清除无效路由，避免环路‌</a:t>
            </a:r>
            <a:endParaRPr lang="zh-CN" altLang="en-US" dirty="0"/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990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990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EDE448E9-8781-4DE6-B89A-B59536619BA2}" type="slidenum">
              <a:rPr lang="zh-CN" altLang="en-US" sz="1300" smtClean="0"/>
              <a:t>72</a:t>
            </a:fld>
            <a:endParaRPr lang="en-US" altLang="zh-CN" sz="1300"/>
          </a:p>
        </p:txBody>
      </p:sp>
      <p:sp>
        <p:nvSpPr>
          <p:cNvPr id="1269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42950" y="833438"/>
            <a:ext cx="5551488" cy="4165600"/>
          </a:xfrm>
        </p:spPr>
      </p:sp>
      <p:sp>
        <p:nvSpPr>
          <p:cNvPr id="12698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dirty="0"/>
              <a:t>链路费用变化‌：如果</a:t>
            </a:r>
            <a:r>
              <a:rPr lang="en-US" altLang="zh-CN" dirty="0"/>
              <a:t>Y‌</a:t>
            </a:r>
            <a:r>
              <a:rPr lang="zh-CN" altLang="en-US" dirty="0"/>
              <a:t>到‌</a:t>
            </a:r>
            <a:r>
              <a:rPr lang="en-US" altLang="zh-CN" dirty="0"/>
              <a:t>X‌</a:t>
            </a:r>
            <a:r>
              <a:rPr lang="zh-CN" altLang="en-US" dirty="0"/>
              <a:t>的链路代价从</a:t>
            </a:r>
            <a:r>
              <a:rPr lang="en-US" altLang="zh-CN" dirty="0"/>
              <a:t>2</a:t>
            </a:r>
            <a:r>
              <a:rPr lang="zh-CN" altLang="en-US" dirty="0"/>
              <a:t>变为</a:t>
            </a:r>
            <a:r>
              <a:rPr lang="en-US" altLang="zh-CN" dirty="0"/>
              <a:t>60</a:t>
            </a:r>
            <a:r>
              <a:rPr lang="zh-CN" altLang="en-US" dirty="0"/>
              <a:t>，‌</a:t>
            </a:r>
            <a:r>
              <a:rPr lang="en-US" altLang="zh-CN" dirty="0"/>
              <a:t>Y‌</a:t>
            </a:r>
            <a:r>
              <a:rPr lang="zh-CN" altLang="en-US" dirty="0"/>
              <a:t>更新其路由表，并将新的代价（</a:t>
            </a:r>
            <a:r>
              <a:rPr lang="en-US" altLang="zh-CN" dirty="0"/>
              <a:t>60</a:t>
            </a:r>
            <a:r>
              <a:rPr lang="zh-CN" altLang="en-US" dirty="0"/>
              <a:t>）通知邻居</a:t>
            </a:r>
            <a:r>
              <a:rPr lang="en-US" altLang="zh-CN" dirty="0"/>
              <a:t>Z‌</a:t>
            </a:r>
            <a:r>
              <a:rPr lang="zh-CN" altLang="en-US" dirty="0"/>
              <a:t>。此时，‌</a:t>
            </a:r>
            <a:r>
              <a:rPr lang="en-US" altLang="zh-CN" dirty="0"/>
              <a:t>Z‌</a:t>
            </a:r>
            <a:r>
              <a:rPr lang="zh-CN" altLang="en-US" dirty="0"/>
              <a:t>重新计算到</a:t>
            </a:r>
            <a:r>
              <a:rPr lang="en-US" altLang="zh-CN" dirty="0"/>
              <a:t>X‌</a:t>
            </a:r>
            <a:r>
              <a:rPr lang="zh-CN" altLang="en-US" dirty="0"/>
              <a:t>的路径：通过</a:t>
            </a:r>
            <a:r>
              <a:rPr lang="en-US" altLang="zh-CN" dirty="0"/>
              <a:t>Y‌</a:t>
            </a:r>
            <a:r>
              <a:rPr lang="zh-CN" altLang="en-US" dirty="0"/>
              <a:t>的代价：</a:t>
            </a:r>
            <a:r>
              <a:rPr lang="en-US" altLang="zh-CN" dirty="0"/>
              <a:t>60</a:t>
            </a:r>
            <a:r>
              <a:rPr lang="zh-CN" altLang="en-US" dirty="0"/>
              <a:t>（新代价）</a:t>
            </a:r>
            <a:r>
              <a:rPr lang="en-US" altLang="zh-CN" dirty="0"/>
              <a:t>+1</a:t>
            </a:r>
            <a:r>
              <a:rPr lang="zh-CN" altLang="en-US" dirty="0"/>
              <a:t>（‌</a:t>
            </a:r>
            <a:r>
              <a:rPr lang="en-US" altLang="zh-CN" dirty="0"/>
              <a:t>Z‌</a:t>
            </a:r>
            <a:r>
              <a:rPr lang="zh-CN" altLang="en-US" dirty="0"/>
              <a:t>到</a:t>
            </a:r>
            <a:r>
              <a:rPr lang="en-US" altLang="zh-CN" dirty="0"/>
              <a:t>Y‌</a:t>
            </a:r>
            <a:r>
              <a:rPr lang="zh-CN" altLang="en-US" dirty="0"/>
              <a:t>的代价）</a:t>
            </a:r>
            <a:r>
              <a:rPr lang="en-US" altLang="zh-CN" dirty="0"/>
              <a:t>= 61</a:t>
            </a:r>
            <a:r>
              <a:rPr lang="zh-CN" altLang="en-US" dirty="0"/>
              <a:t>。直接通过‌</a:t>
            </a:r>
            <a:r>
              <a:rPr lang="en-US" altLang="zh-CN" dirty="0"/>
              <a:t>Z‌</a:t>
            </a:r>
            <a:r>
              <a:rPr lang="zh-CN" altLang="en-US" dirty="0"/>
              <a:t>到‌</a:t>
            </a:r>
            <a:r>
              <a:rPr lang="en-US" altLang="zh-CN" dirty="0"/>
              <a:t>X‌</a:t>
            </a:r>
            <a:r>
              <a:rPr lang="zh-CN" altLang="en-US" dirty="0"/>
              <a:t>的代价（假设为</a:t>
            </a:r>
            <a:r>
              <a:rPr lang="en-US" altLang="zh-CN" dirty="0"/>
              <a:t>50</a:t>
            </a:r>
            <a:r>
              <a:rPr lang="zh-CN" altLang="en-US" dirty="0"/>
              <a:t>）。‌</a:t>
            </a:r>
            <a:r>
              <a:rPr lang="en-US" altLang="zh-CN" dirty="0"/>
              <a:t>Z‌</a:t>
            </a:r>
            <a:r>
              <a:rPr lang="zh-CN" altLang="en-US" dirty="0"/>
              <a:t>选择代价更低的路径（直接到</a:t>
            </a:r>
            <a:r>
              <a:rPr lang="en-US" altLang="zh-CN" dirty="0"/>
              <a:t>X‌</a:t>
            </a:r>
            <a:r>
              <a:rPr lang="zh-CN" altLang="en-US" dirty="0"/>
              <a:t>的</a:t>
            </a:r>
            <a:r>
              <a:rPr lang="en-US" altLang="zh-CN" dirty="0"/>
              <a:t>50</a:t>
            </a:r>
            <a:r>
              <a:rPr lang="zh-CN" altLang="en-US" dirty="0"/>
              <a:t>），并更新其路由表‌</a:t>
            </a:r>
            <a:endParaRPr lang="en-US" altLang="zh-CN" dirty="0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dirty="0"/>
              <a:t>毒性逆转的作用‌：如果</a:t>
            </a:r>
            <a:r>
              <a:rPr lang="en-US" altLang="zh-CN" dirty="0"/>
              <a:t>Z‌</a:t>
            </a:r>
            <a:r>
              <a:rPr lang="zh-CN" altLang="en-US" dirty="0"/>
              <a:t>通过</a:t>
            </a:r>
            <a:r>
              <a:rPr lang="en-US" altLang="zh-CN" dirty="0"/>
              <a:t>Y‌</a:t>
            </a:r>
            <a:r>
              <a:rPr lang="zh-CN" altLang="en-US" dirty="0"/>
              <a:t>学习到</a:t>
            </a:r>
            <a:r>
              <a:rPr lang="en-US" altLang="zh-CN" dirty="0"/>
              <a:t>X‌</a:t>
            </a:r>
            <a:r>
              <a:rPr lang="zh-CN" altLang="en-US" dirty="0"/>
              <a:t>的路由，‌</a:t>
            </a:r>
            <a:r>
              <a:rPr lang="en-US" altLang="zh-CN" dirty="0"/>
              <a:t>Y‌</a:t>
            </a:r>
            <a:r>
              <a:rPr lang="zh-CN" altLang="en-US" dirty="0"/>
              <a:t>通过毒性逆转明确告知</a:t>
            </a:r>
            <a:r>
              <a:rPr lang="en-US" altLang="zh-CN" dirty="0"/>
              <a:t>Z‌</a:t>
            </a:r>
            <a:r>
              <a:rPr lang="zh-CN" altLang="en-US" dirty="0"/>
              <a:t>：“‌</a:t>
            </a:r>
            <a:r>
              <a:rPr lang="en-US" altLang="zh-CN" dirty="0"/>
              <a:t>X‌</a:t>
            </a:r>
            <a:r>
              <a:rPr lang="zh-CN" altLang="en-US" dirty="0"/>
              <a:t>的跳数已标记为</a:t>
            </a:r>
            <a:r>
              <a:rPr lang="zh-CN" altLang="en-US" dirty="0">
                <a:latin typeface="宋体" panose="02010600030101010101" pitchFamily="2" charset="-122"/>
                <a:ea typeface="宋体" panose="02010600030101010101" pitchFamily="2" charset="-122"/>
              </a:rPr>
              <a:t>∞</a:t>
            </a:r>
            <a:r>
              <a:rPr lang="zh-CN" altLang="en-US" dirty="0"/>
              <a:t>（不可达）”。这样，‌</a:t>
            </a:r>
            <a:r>
              <a:rPr lang="en-US" altLang="zh-CN" dirty="0"/>
              <a:t>Z‌ </a:t>
            </a:r>
            <a:r>
              <a:rPr lang="zh-CN" altLang="en-US" dirty="0"/>
              <a:t>不再将 ‌</a:t>
            </a:r>
            <a:r>
              <a:rPr lang="en-US" altLang="zh-CN" dirty="0"/>
              <a:t>X‌ </a:t>
            </a:r>
            <a:r>
              <a:rPr lang="zh-CN" altLang="en-US" dirty="0"/>
              <a:t>的路由信息回传</a:t>
            </a:r>
            <a:r>
              <a:rPr lang="en-US" altLang="zh-CN" dirty="0"/>
              <a:t>Y‌</a:t>
            </a:r>
            <a:r>
              <a:rPr lang="zh-CN" altLang="en-US" dirty="0"/>
              <a:t>，从而避免两者之间形成环路‌</a:t>
            </a:r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73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5232736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74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12391140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75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920984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76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64352077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l">
              <a:buFont typeface="Arial" panose="020B0604020202020204" pitchFamily="34" charset="0"/>
              <a:buNone/>
            </a:pP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协议发展：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1.</a:t>
            </a:r>
            <a:r>
              <a:rPr lang="en-US" altLang="zh-CN" b="1" i="0" dirty="0">
                <a:solidFill>
                  <a:srgbClr val="333333"/>
                </a:solidFill>
                <a:effectLst/>
                <a:latin typeface="PingFang SC"/>
              </a:rPr>
              <a:t>RIPv1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‌，最初版本，仅支持标准类型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IPv4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地址与子网掩码；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2.</a:t>
            </a:r>
            <a:r>
              <a:rPr lang="en-US" altLang="zh-CN" b="1" i="0" dirty="0">
                <a:solidFill>
                  <a:srgbClr val="333333"/>
                </a:solidFill>
                <a:effectLst/>
                <a:latin typeface="PingFang SC"/>
              </a:rPr>
              <a:t>RIPv2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‌，新增支持无类别域间路由（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CIDR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）、报文认证及组播更新；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3.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</a:t>
            </a:r>
            <a:r>
              <a:rPr lang="en-US" altLang="zh-CN" b="1" i="0" dirty="0" err="1">
                <a:solidFill>
                  <a:srgbClr val="333333"/>
                </a:solidFill>
                <a:effectLst/>
                <a:latin typeface="PingFang SC"/>
              </a:rPr>
              <a:t>RIPng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‌，适配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IPv6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网络‌</a:t>
            </a:r>
            <a:endParaRPr lang="en-US" altLang="zh-CN" b="0" i="0" dirty="0">
              <a:solidFill>
                <a:srgbClr val="333333"/>
              </a:solidFill>
              <a:effectLst/>
              <a:latin typeface="PingFang SC"/>
            </a:endParaRPr>
          </a:p>
          <a:p>
            <a:pPr algn="l">
              <a:buFont typeface="Arial" panose="020B0604020202020204" pitchFamily="34" charset="0"/>
              <a:buNone/>
            </a:pP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适用场景：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1.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小型网络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‌，因跳数限制（最大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15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跳），仅适用于规模较小的网络‌；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2.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简单配置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‌，对带宽和管理要求较低，适合拓扑结构稳定的环境‌</a:t>
            </a:r>
            <a:b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</a:b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77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48036781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78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64584604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79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15035940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80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78682271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buFont typeface="Arial" panose="020B0604020202020204" pitchFamily="34" charset="0"/>
              <a:buNone/>
            </a:pPr>
            <a:r>
              <a:rPr lang="zh-CN" altLang="en-US" b="1" dirty="0">
                <a:effectLst/>
                <a:latin typeface="PingFang SC"/>
              </a:rPr>
              <a:t>请求（</a:t>
            </a:r>
            <a:r>
              <a:rPr lang="en-US" altLang="zh-CN" b="1" dirty="0">
                <a:effectLst/>
                <a:latin typeface="PingFang SC"/>
              </a:rPr>
              <a:t>Request</a:t>
            </a:r>
            <a:r>
              <a:rPr lang="zh-CN" altLang="en-US" b="1" dirty="0">
                <a:effectLst/>
                <a:latin typeface="PingFang SC"/>
              </a:rPr>
              <a:t>）</a:t>
            </a:r>
            <a:r>
              <a:rPr lang="zh-CN" altLang="en-US" dirty="0">
                <a:effectLst/>
              </a:rPr>
              <a:t>‌：用于向邻居路由器请求全部或部分</a:t>
            </a:r>
            <a:r>
              <a:rPr lang="en-US" altLang="zh-CN" dirty="0">
                <a:effectLst/>
              </a:rPr>
              <a:t>RIP</a:t>
            </a:r>
            <a:r>
              <a:rPr lang="zh-CN" altLang="en-US" dirty="0">
                <a:effectLst/>
              </a:rPr>
              <a:t>路由信息‌</a:t>
            </a:r>
          </a:p>
          <a:p>
            <a:pPr>
              <a:buFont typeface="Arial" panose="020B0604020202020204" pitchFamily="34" charset="0"/>
              <a:buNone/>
            </a:pPr>
            <a:r>
              <a:rPr lang="zh-CN" altLang="en-US" b="1" dirty="0">
                <a:effectLst/>
                <a:latin typeface="PingFang SC"/>
              </a:rPr>
              <a:t>响应（</a:t>
            </a:r>
            <a:r>
              <a:rPr lang="en-US" altLang="zh-CN" b="1" dirty="0">
                <a:effectLst/>
                <a:latin typeface="PingFang SC"/>
              </a:rPr>
              <a:t>Response</a:t>
            </a:r>
            <a:r>
              <a:rPr lang="zh-CN" altLang="en-US" b="1" dirty="0">
                <a:effectLst/>
                <a:latin typeface="PingFang SC"/>
              </a:rPr>
              <a:t>）</a:t>
            </a:r>
            <a:r>
              <a:rPr lang="zh-CN" altLang="en-US" dirty="0">
                <a:effectLst/>
              </a:rPr>
              <a:t>‌：用于发送</a:t>
            </a:r>
            <a:r>
              <a:rPr lang="en-US" altLang="zh-CN" dirty="0">
                <a:effectLst/>
              </a:rPr>
              <a:t>RIP</a:t>
            </a:r>
            <a:r>
              <a:rPr lang="zh-CN" altLang="en-US" dirty="0">
                <a:effectLst/>
              </a:rPr>
              <a:t>路由更新，报文中携带路由条目及其度量值（跳数）等信息‌</a:t>
            </a:r>
          </a:p>
          <a:p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当路由设备的接口激活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RIP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后，该接口立即发送一个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Request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和一个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Response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，并开始侦听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RIP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报文，随后接口周期性地发送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Response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81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68689261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链路失效处理：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1.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触发更新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‌，立即向邻居发送更新报文，而非等待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30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秒的定期更新周期，快速通告链路失效；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2.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路由中毒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‌，将失效路由的度量值（跳数）设置为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16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（表示“无穷大”），并标记为“中毒”状态，通过更新报文广播给邻居‌；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3.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毒性逆转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‌，若启用该功能，路由器从原接口回传中毒路由（跳数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16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），明确告知邻居该路由已失效，加速收敛‌</a:t>
            </a:r>
            <a:endParaRPr lang="en-US" altLang="zh-CN" b="0" i="0" dirty="0">
              <a:solidFill>
                <a:srgbClr val="333333"/>
              </a:solidFill>
              <a:effectLst/>
              <a:latin typeface="PingFang SC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链路恢复处理：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1.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抑制计时器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，在抑制时间内（默认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180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秒），即使收到更低跳数的更新，路由器仍会忽略该路由，防止因网络延迟导致的路由振荡‌；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2.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更新路由表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，抑制计时器超时后，路由器接受新的有效路由更新，并将度量值更新为实际跳数，重新加入路由表‌</a:t>
            </a:r>
            <a:b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</a:br>
            <a:b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</a:br>
            <a:b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</a:br>
            <a:b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</a:br>
            <a:b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</a:br>
            <a:endParaRPr lang="zh-CN" altLang="en-US" b="0" i="0" dirty="0">
              <a:solidFill>
                <a:srgbClr val="333333"/>
              </a:solidFill>
              <a:effectLst/>
              <a:latin typeface="PingFang SC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82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02281259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83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82038084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84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88870145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OSPFv2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（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RFC 2328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）是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IPv4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的常用版本，而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OSPFv3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（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RFC 2740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）扩展支持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IPv6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，配置逻辑类似但需启用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IPv6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地址</a:t>
            </a:r>
            <a:endParaRPr lang="en-US" altLang="zh-CN" b="0" i="0" dirty="0">
              <a:solidFill>
                <a:srgbClr val="333333"/>
              </a:solidFill>
              <a:effectLst/>
              <a:latin typeface="PingFang SC"/>
            </a:endParaRPr>
          </a:p>
          <a:p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由于路由信息交换没有跳步数限制，因此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OSPF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适用的网络规模大于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RIP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协议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85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29016282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86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60002806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选举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DR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（指定路由器）与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BDR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（备份指定路由器）是优化网络性能与减少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LSA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泛洪的关键机制。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DR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与所有路由器建立邻接关系，而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BDR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仅与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DR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建立，减少邻接关系数量，降低网络复杂性；仅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DR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与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BDR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负责向其他路由器发送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LSA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更新，减少重复报文传输，降低带宽消耗</a:t>
            </a:r>
            <a:endParaRPr lang="en-US" altLang="zh-CN" b="0" i="0" dirty="0">
              <a:solidFill>
                <a:srgbClr val="333333"/>
              </a:solidFill>
              <a:effectLst/>
              <a:latin typeface="PingFang SC"/>
            </a:endParaRPr>
          </a:p>
          <a:p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每个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OSPF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接口的优先级范围为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0-255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，优先级为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0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的路由器不参与选举；当优先级相同时，路由器标识符（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Router ID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）较大的路由器胜出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87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邻居表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‌：记录已建立邻接关系的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OSPF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路由器信息。通过发送与接收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Hello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报文建立邻居关系，状态包括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Init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、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2-Way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、</a:t>
            </a:r>
            <a:r>
              <a:rPr lang="en-US" altLang="zh-CN" b="0" i="0" dirty="0" err="1">
                <a:solidFill>
                  <a:srgbClr val="333333"/>
                </a:solidFill>
                <a:effectLst/>
                <a:latin typeface="PingFang SC"/>
              </a:rPr>
              <a:t>ExStart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、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Exchange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、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Loading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Full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等</a:t>
            </a:r>
            <a:endParaRPr lang="en-US" altLang="zh-CN" b="0" i="0" dirty="0">
              <a:solidFill>
                <a:srgbClr val="333333"/>
              </a:solidFill>
              <a:effectLst/>
              <a:latin typeface="PingFang SC"/>
            </a:endParaRPr>
          </a:p>
          <a:p>
            <a:pPr algn="l">
              <a:buFont typeface="Arial" panose="020B0604020202020204" pitchFamily="34" charset="0"/>
              <a:buNone/>
            </a:pP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链路带价计算：对于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100Mbps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以太网，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Cost=100/100=1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；对于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10Mbps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以太网，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Cost=100/10=10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；对于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56kbps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串口，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Cost=100/0.056≈1785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（实际取整）</a:t>
            </a:r>
            <a:endParaRPr lang="en-US" altLang="zh-CN" b="0" i="0" dirty="0">
              <a:solidFill>
                <a:srgbClr val="333333"/>
              </a:solidFill>
              <a:effectLst/>
              <a:latin typeface="PingFang SC"/>
            </a:endParaRPr>
          </a:p>
          <a:p>
            <a:pPr algn="l">
              <a:buFont typeface="Arial" panose="020B0604020202020204" pitchFamily="34" charset="0"/>
              <a:buNone/>
            </a:pP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对于高带宽（如千兆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/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万兆），接口默认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Cost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可能均为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，需调整参考带宽加以区分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88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12185066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89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04073892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90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21576495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91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79065141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OSPF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通过将自治系统划分为多个逻辑区域优化网络性能与管理效率。区域是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OSPF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网络中的逻辑子域，具有相同的区域标识，用于限制链路状态信息的传播范围，从而减少路由器的计算和存储负担‌</a:t>
            </a:r>
            <a:endParaRPr lang="en-US" altLang="zh-CN" b="0" i="0" dirty="0">
              <a:solidFill>
                <a:srgbClr val="333333"/>
              </a:solidFill>
              <a:effectLst/>
              <a:latin typeface="PingFang SC"/>
            </a:endParaRPr>
          </a:p>
          <a:p>
            <a:pPr algn="l"/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主干区域（</a:t>
            </a:r>
            <a:r>
              <a:rPr lang="en-US" altLang="zh-CN" b="1" i="0" dirty="0">
                <a:solidFill>
                  <a:srgbClr val="333333"/>
                </a:solidFill>
                <a:effectLst/>
                <a:latin typeface="PingFang SC"/>
              </a:rPr>
              <a:t>Area 0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）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‌：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OSPF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的核心区域，所有非主干区域直接或通过虚拟链路与主干区域相连‌；负责区域之间的路由中转，自身保持连续</a:t>
            </a:r>
            <a:endParaRPr lang="en-US" altLang="zh-CN" b="0" i="0" dirty="0">
              <a:solidFill>
                <a:srgbClr val="333333"/>
              </a:solidFill>
              <a:effectLst/>
              <a:latin typeface="PingFang SC"/>
            </a:endParaRPr>
          </a:p>
          <a:p>
            <a:pPr algn="l"/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非主干区域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：除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Area 0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外的其他区域，需通过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ABR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与主干区域交互路由信息‌；区域之间的路由通过主干区域中转，非主干区域不能直接通信‌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92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19282504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认证类型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：长度为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32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位，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0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表示不认证，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表示简单认证，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2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表示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MD5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认证‌</a:t>
            </a:r>
            <a:endParaRPr lang="en-US" altLang="zh-CN" b="0" i="0" dirty="0">
              <a:solidFill>
                <a:srgbClr val="333333"/>
              </a:solidFill>
              <a:effectLst/>
              <a:latin typeface="PingFang SC"/>
            </a:endParaRPr>
          </a:p>
          <a:p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认证信息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：长度为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64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位，根据认证类型不同，可能是密码或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MD5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验证数据‌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93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1200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Hello</a:t>
            </a:r>
            <a:r>
              <a:rPr lang="zh-CN" altLang="en-US" sz="1200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报文</a:t>
            </a:r>
            <a:r>
              <a:rPr lang="en-US" altLang="zh-CN" sz="1200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/</a:t>
            </a:r>
            <a:r>
              <a:rPr lang="zh-CN" altLang="en-US" sz="1200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主干区域</a:t>
            </a:r>
            <a:r>
              <a:rPr lang="en-US" altLang="zh-CN" sz="1200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/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不认证</a:t>
            </a:r>
            <a:endParaRPr lang="en-US" altLang="zh-CN" sz="1200" dirty="0"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94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BGP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的诞生源于早期内部网关协议（如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OSPF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、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RIP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）无法满足大规模网络间路由管理的需求‌。它专为不同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AS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之间的路由交互设计，通过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AS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号（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16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位或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32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位）区分网络边界，并采用基于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TCP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的可靠连接（端口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179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）建立邻居关系‌</a:t>
            </a:r>
            <a:endParaRPr lang="en-US" altLang="zh-CN" b="0" i="0" dirty="0">
              <a:solidFill>
                <a:srgbClr val="333333"/>
              </a:solidFill>
              <a:effectLst/>
              <a:latin typeface="PingFang SC"/>
            </a:endParaRPr>
          </a:p>
          <a:p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早期版本（如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BGP-1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至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BGP-3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）逐步解决路由环路、策略控制等问题。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BGP-4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（当前主流版本）支持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CIDR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IPv6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，并增强扩展性‌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95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39084814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b="1" dirty="0"/>
              <a:t>eBGP</a:t>
            </a:r>
            <a:r>
              <a:rPr lang="zh-CN" altLang="en-US" dirty="0"/>
              <a:t>：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通过物理接口的直连接口建立邻居关系‌；从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eBGP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邻居学到的路由传递给所有其他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eBGP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iBGP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邻居，并且下一跳属性随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AS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路径更新‌</a:t>
            </a:r>
            <a:endParaRPr lang="en-US" altLang="zh-CN" dirty="0"/>
          </a:p>
          <a:p>
            <a:r>
              <a:rPr lang="en-US" altLang="zh-CN" b="1" dirty="0"/>
              <a:t>iBGP</a:t>
            </a:r>
            <a:r>
              <a:rPr lang="zh-CN" altLang="en-US" dirty="0"/>
              <a:t>：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通过环回接口（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Loopback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）建立邻居关系，以增强可靠性‌；默认情况下，从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iBGP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邻居学到的路由不传递给其他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iBGP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邻居，需通过路由反射器或联盟解决水平分割问题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96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97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79267132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98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22369419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ACCD5E27-021E-054B-84DE-C100B224ED65}" type="slidenum">
              <a:rPr lang="en-US" smtClean="0"/>
              <a:t>99</a:t>
            </a:fld>
            <a:endParaRPr lang="en-US"/>
          </a:p>
        </p:txBody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l">
              <a:buFont typeface="Arial" panose="020B0604020202020204" pitchFamily="34" charset="0"/>
              <a:buNone/>
            </a:pPr>
            <a:r>
              <a:rPr lang="en-US" altLang="zh-CN" sz="1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Update</a:t>
            </a:r>
            <a:r>
              <a:rPr lang="zh-CN" altLang="en-US" sz="1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报文功能</a:t>
            </a:r>
            <a:r>
              <a:rPr lang="zh-CN" altLang="en-US" sz="1200" b="0" i="0" dirty="0">
                <a:solidFill>
                  <a:srgbClr val="333333"/>
                </a:solidFill>
                <a:effectLst/>
                <a:latin typeface="PingFang SC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en-US" altLang="zh-CN" sz="1200" b="0" i="0" dirty="0">
                <a:solidFill>
                  <a:srgbClr val="333333"/>
                </a:solidFill>
                <a:effectLst/>
                <a:latin typeface="PingFang SC"/>
                <a:ea typeface="宋体" panose="02010600030101010101" pitchFamily="2" charset="-122"/>
                <a:cs typeface="Times New Roman" panose="02020603050405020304" pitchFamily="18" charset="0"/>
              </a:rPr>
              <a:t>1.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路由更新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‌，通过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Path Attributes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Network Layer Reachable Information‌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通告新路由‌；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2.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路由撤销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‌，通过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Withdrawn Routes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通知对等体删除无效路由‌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100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3519693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l">
              <a:buFont typeface="Arial" panose="020B0604020202020204" pitchFamily="34" charset="0"/>
              <a:buNone/>
            </a:pPr>
            <a:r>
              <a:rPr lang="en-US" altLang="zh-CN" sz="1200" b="1" i="0" kern="1200" dirty="0">
                <a:solidFill>
                  <a:srgbClr val="333333"/>
                </a:solidFill>
                <a:effectLst/>
                <a:latin typeface="PingFang SC"/>
                <a:ea typeface="+mn-ea"/>
                <a:cs typeface="+mn-cs"/>
              </a:rPr>
              <a:t>Unfeasible</a:t>
            </a:r>
            <a:r>
              <a:rPr lang="en-US" altLang="zh-CN" b="1" i="0" dirty="0">
                <a:solidFill>
                  <a:srgbClr val="333333"/>
                </a:solidFill>
                <a:effectLst/>
                <a:latin typeface="PingFang SC"/>
              </a:rPr>
              <a:t> Routes Length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‌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：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2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字节，指示撤销路由列表的字节数，若为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0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则无撤销路由‌</a:t>
            </a:r>
          </a:p>
          <a:p>
            <a:pPr algn="l">
              <a:buFont typeface="Arial" panose="020B0604020202020204" pitchFamily="34" charset="0"/>
              <a:buNone/>
            </a:pPr>
            <a:r>
              <a:rPr lang="en-US" altLang="zh-CN" b="1" i="0" dirty="0">
                <a:solidFill>
                  <a:srgbClr val="333333"/>
                </a:solidFill>
                <a:effectLst/>
                <a:latin typeface="PingFang SC"/>
              </a:rPr>
              <a:t>Withdrawn Routes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‌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：可变长度，包含需撤销的不可达路由前缀（格式为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&lt;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长度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,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前缀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&gt;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）‌</a:t>
            </a:r>
          </a:p>
          <a:p>
            <a:pPr algn="l">
              <a:buFont typeface="Arial" panose="020B0604020202020204" pitchFamily="34" charset="0"/>
              <a:buNone/>
            </a:pPr>
            <a:r>
              <a:rPr lang="en-US" altLang="zh-CN" b="1" i="0" dirty="0">
                <a:solidFill>
                  <a:srgbClr val="333333"/>
                </a:solidFill>
                <a:effectLst/>
                <a:latin typeface="PingFang SC"/>
              </a:rPr>
              <a:t>Total Path Attribute Length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‌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：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2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字节，标识路径属性字段的字节数‌</a:t>
            </a:r>
          </a:p>
          <a:p>
            <a:pPr algn="l">
              <a:buFont typeface="Arial" panose="020B0604020202020204" pitchFamily="34" charset="0"/>
              <a:buNone/>
            </a:pPr>
            <a:r>
              <a:rPr lang="en-US" altLang="zh-CN" b="1" i="0" dirty="0">
                <a:solidFill>
                  <a:srgbClr val="333333"/>
                </a:solidFill>
                <a:effectLst/>
                <a:latin typeface="PingFang SC"/>
              </a:rPr>
              <a:t>Path Attributes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‌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：可变长度，携带路由属性（如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AS_PATH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、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NEXT_HOP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等），用于描述路由的路径和策略‌</a:t>
            </a:r>
          </a:p>
          <a:p>
            <a:r>
              <a:rPr lang="en-US" altLang="zh-CN" b="1" i="0" dirty="0">
                <a:solidFill>
                  <a:srgbClr val="333333"/>
                </a:solidFill>
                <a:effectLst/>
                <a:latin typeface="PingFang SC"/>
              </a:rPr>
              <a:t>Network Layer Reachable Information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‌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：可变长度，包含可达路由的前缀信息‌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101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99755396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AS-PATH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属性是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BGP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的核心属性之一，其功能主要包括：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1.</a:t>
            </a:r>
            <a:r>
              <a:rPr lang="zh-CN" altLang="en-US" b="1" dirty="0">
                <a:effectLst/>
                <a:latin typeface="PingFang SC"/>
              </a:rPr>
              <a:t>防止路由环路，</a:t>
            </a:r>
            <a:r>
              <a:rPr lang="en-US" altLang="zh-CN" b="0" dirty="0">
                <a:solidFill>
                  <a:srgbClr val="333333"/>
                </a:solidFill>
                <a:effectLst/>
                <a:latin typeface="PingFang SC"/>
              </a:rPr>
              <a:t>BGP</a:t>
            </a:r>
            <a:r>
              <a:rPr lang="zh-CN" altLang="en-US" b="0" dirty="0">
                <a:solidFill>
                  <a:srgbClr val="333333"/>
                </a:solidFill>
                <a:effectLst/>
                <a:latin typeface="PingFang SC"/>
              </a:rPr>
              <a:t>路由器在接收路由时，检查</a:t>
            </a:r>
            <a:r>
              <a:rPr lang="en-US" altLang="zh-CN" b="0" dirty="0">
                <a:solidFill>
                  <a:srgbClr val="333333"/>
                </a:solidFill>
                <a:effectLst/>
                <a:latin typeface="PingFang SC"/>
              </a:rPr>
              <a:t>AS-PATH</a:t>
            </a:r>
            <a:r>
              <a:rPr lang="zh-CN" altLang="en-US" b="0" dirty="0">
                <a:solidFill>
                  <a:srgbClr val="333333"/>
                </a:solidFill>
                <a:effectLst/>
                <a:latin typeface="PingFang SC"/>
              </a:rPr>
              <a:t>中是否包含自己的</a:t>
            </a:r>
            <a:r>
              <a:rPr lang="en-US" altLang="zh-CN" b="0" dirty="0">
                <a:solidFill>
                  <a:srgbClr val="333333"/>
                </a:solidFill>
                <a:effectLst/>
                <a:latin typeface="PingFang SC"/>
              </a:rPr>
              <a:t>AS</a:t>
            </a:r>
            <a:r>
              <a:rPr lang="zh-CN" altLang="en-US" b="0" dirty="0">
                <a:solidFill>
                  <a:srgbClr val="333333"/>
                </a:solidFill>
                <a:effectLst/>
                <a:latin typeface="PingFang SC"/>
              </a:rPr>
              <a:t>号，如果发现则丢弃该路由，从而避免</a:t>
            </a:r>
            <a:r>
              <a:rPr lang="en-US" altLang="zh-CN" b="0" dirty="0">
                <a:solidFill>
                  <a:srgbClr val="333333"/>
                </a:solidFill>
                <a:effectLst/>
                <a:latin typeface="PingFang SC"/>
              </a:rPr>
              <a:t>AS</a:t>
            </a:r>
            <a:r>
              <a:rPr lang="zh-CN" altLang="en-US" b="0" dirty="0">
                <a:solidFill>
                  <a:srgbClr val="333333"/>
                </a:solidFill>
                <a:effectLst/>
                <a:latin typeface="PingFang SC"/>
              </a:rPr>
              <a:t>间的路由环路‌；</a:t>
            </a:r>
            <a:r>
              <a:rPr lang="en-US" altLang="zh-CN" b="0" dirty="0">
                <a:solidFill>
                  <a:srgbClr val="333333"/>
                </a:solidFill>
                <a:effectLst/>
                <a:latin typeface="PingFang SC"/>
              </a:rPr>
              <a:t>2.</a:t>
            </a:r>
            <a:r>
              <a:rPr lang="zh-CN" altLang="en-US" b="1" dirty="0">
                <a:effectLst/>
                <a:latin typeface="PingFang SC"/>
              </a:rPr>
              <a:t>影响路由选择，</a:t>
            </a:r>
            <a:r>
              <a:rPr lang="en-US" altLang="zh-CN" b="0" dirty="0">
                <a:solidFill>
                  <a:srgbClr val="333333"/>
                </a:solidFill>
                <a:effectLst/>
                <a:latin typeface="PingFang SC"/>
              </a:rPr>
              <a:t>AS-PATH</a:t>
            </a:r>
            <a:r>
              <a:rPr lang="zh-CN" altLang="en-US" b="0" dirty="0">
                <a:solidFill>
                  <a:srgbClr val="333333"/>
                </a:solidFill>
                <a:effectLst/>
                <a:latin typeface="PingFang SC"/>
              </a:rPr>
              <a:t>长度是</a:t>
            </a:r>
            <a:r>
              <a:rPr lang="en-US" altLang="zh-CN" b="0" dirty="0">
                <a:solidFill>
                  <a:srgbClr val="333333"/>
                </a:solidFill>
                <a:effectLst/>
                <a:latin typeface="PingFang SC"/>
              </a:rPr>
              <a:t>BGP</a:t>
            </a:r>
            <a:r>
              <a:rPr lang="zh-CN" altLang="en-US" b="0" dirty="0">
                <a:solidFill>
                  <a:srgbClr val="333333"/>
                </a:solidFill>
                <a:effectLst/>
                <a:latin typeface="PingFang SC"/>
              </a:rPr>
              <a:t>选路的重要依据，通常</a:t>
            </a:r>
            <a:r>
              <a:rPr lang="en-US" altLang="zh-CN" b="0" dirty="0">
                <a:solidFill>
                  <a:srgbClr val="333333"/>
                </a:solidFill>
                <a:effectLst/>
                <a:latin typeface="PingFang SC"/>
              </a:rPr>
              <a:t>AS-PATH</a:t>
            </a:r>
            <a:r>
              <a:rPr lang="zh-CN" altLang="en-US" b="0" dirty="0">
                <a:solidFill>
                  <a:srgbClr val="333333"/>
                </a:solidFill>
                <a:effectLst/>
                <a:latin typeface="PingFang SC"/>
              </a:rPr>
              <a:t>越短（即经过的</a:t>
            </a:r>
            <a:r>
              <a:rPr lang="en-US" altLang="zh-CN" b="0" dirty="0">
                <a:solidFill>
                  <a:srgbClr val="333333"/>
                </a:solidFill>
                <a:effectLst/>
                <a:latin typeface="PingFang SC"/>
              </a:rPr>
              <a:t>AS</a:t>
            </a:r>
            <a:r>
              <a:rPr lang="zh-CN" altLang="en-US" b="0" dirty="0">
                <a:solidFill>
                  <a:srgbClr val="333333"/>
                </a:solidFill>
                <a:effectLst/>
                <a:latin typeface="PingFang SC"/>
              </a:rPr>
              <a:t>数量越少）的路由被优先选择‌；</a:t>
            </a:r>
            <a:r>
              <a:rPr lang="en-US" altLang="zh-CN" b="0" dirty="0">
                <a:solidFill>
                  <a:srgbClr val="333333"/>
                </a:solidFill>
                <a:effectLst/>
                <a:latin typeface="PingFang SC"/>
              </a:rPr>
              <a:t>3.</a:t>
            </a:r>
            <a:r>
              <a:rPr lang="zh-CN" altLang="en-US" b="1" dirty="0">
                <a:effectLst/>
                <a:latin typeface="PingFang SC"/>
              </a:rPr>
              <a:t>提供路由信息，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AS-PATH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属性按顺序记录路由从本地到目的网络经过的所有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AS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号，网络管理员可以通过它了解路由的传播路径‌</a:t>
            </a:r>
            <a:b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</a:b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102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94705290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NEXT-HOP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属性是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BGP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的一个‌公认的必遵守属性‌，其核心作用是‌指定到达目标网络的下一跳地址‌‌，该属性直接影响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BGP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路由的可用性。如果下一跳地址在本地路由表中不可达，则这条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BGP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路由将被标记为非活跃状态，无法用于指导数据包转发‌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103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31181742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104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1633475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105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97486771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106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11254576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107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46083" name="Notes Placeholder 2"/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n-US">
              <a:latin typeface="Arial" panose="020B0604020202020204" pitchFamily="34" charset="0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46084" name="Slide Number Placeholder 3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defTabSz="956945" eaLnBrk="0" hangingPunct="0">
              <a:defRPr sz="2000" b="1">
                <a:solidFill>
                  <a:schemeClr val="tx1"/>
                </a:solidFill>
                <a:latin typeface="Helvetica" charset="0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37928550" indent="-37471350" defTabSz="956945" eaLnBrk="0" hangingPunct="0">
              <a:defRPr sz="2000" b="1">
                <a:solidFill>
                  <a:schemeClr val="tx1"/>
                </a:solidFill>
                <a:latin typeface="Helvetica" charset="0"/>
                <a:ea typeface="MS PGothic" panose="020B0600070205080204" pitchFamily="34" charset="-128"/>
              </a:defRPr>
            </a:lvl2pPr>
            <a:lvl3pPr eaLnBrk="0" hangingPunct="0">
              <a:defRPr sz="2000" b="1">
                <a:solidFill>
                  <a:schemeClr val="tx1"/>
                </a:solidFill>
                <a:latin typeface="Helvetica" charset="0"/>
                <a:ea typeface="MS PGothic" panose="020B0600070205080204" pitchFamily="34" charset="-128"/>
              </a:defRPr>
            </a:lvl3pPr>
            <a:lvl4pPr eaLnBrk="0" hangingPunct="0">
              <a:defRPr sz="2000" b="1">
                <a:solidFill>
                  <a:schemeClr val="tx1"/>
                </a:solidFill>
                <a:latin typeface="Helvetica" charset="0"/>
                <a:ea typeface="MS PGothic" panose="020B0600070205080204" pitchFamily="34" charset="-128"/>
              </a:defRPr>
            </a:lvl4pPr>
            <a:lvl5pPr eaLnBrk="0" hangingPunct="0">
              <a:defRPr sz="2000" b="1">
                <a:solidFill>
                  <a:schemeClr val="tx1"/>
                </a:solidFill>
                <a:latin typeface="Helvetica" charset="0"/>
                <a:ea typeface="MS PGothic" panose="020B0600070205080204" pitchFamily="34" charset="-128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MS PGothic" panose="020B0600070205080204" pitchFamily="34" charset="-128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MS PGothic" panose="020B0600070205080204" pitchFamily="34" charset="-128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MS PGothic" panose="020B0600070205080204" pitchFamily="34" charset="-128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fld id="{CE294AAA-E8DC-2445-B69E-0E43F432FDC4}" type="slidenum">
              <a:rPr lang="en-US" sz="1300" b="0">
                <a:solidFill>
                  <a:prstClr val="black"/>
                </a:solidFill>
                <a:latin typeface="Arial" panose="020B0604020202020204" pitchFamily="34" charset="0"/>
              </a:rPr>
              <a:t>108</a:t>
            </a:fld>
            <a:endParaRPr lang="en-US" sz="1300" b="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109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SDN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技术特点：转控分离、集中化控制、 开放可编程、硬件无关性、 ‌敏捷性与自动化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zh-CN" altLang="en-US" b="1" i="0" dirty="0">
              <a:solidFill>
                <a:srgbClr val="333333"/>
              </a:solidFill>
              <a:effectLst/>
              <a:latin typeface="PingFang SC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110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111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09622351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112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113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114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OpenFlow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网络主要包括：控制器（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Controller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OpenFlow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交换机（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Switch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）。控制器负责全局网络视图和决策，交换机根据控制器下发的流表进行数据包转发‌</a:t>
            </a:r>
            <a:endParaRPr lang="en-US" altLang="zh-CN" b="0" i="0" dirty="0">
              <a:solidFill>
                <a:srgbClr val="333333"/>
              </a:solidFill>
              <a:effectLst/>
              <a:latin typeface="PingFang SC"/>
            </a:endParaRPr>
          </a:p>
          <a:p>
            <a:pPr algn="l">
              <a:buFont typeface="Arial" panose="020B0604020202020204" pitchFamily="34" charset="0"/>
              <a:buNone/>
            </a:pP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交换机维护一个或多个流表，每个流表项由匹配字段（如源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/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目的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IP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、端口号等）和执行动作（如转发、丢弃）组成。当数据包到达交换机时，若匹配流表项则直接执行动作；若无匹配，则通过‌</a:t>
            </a:r>
            <a:r>
              <a:rPr lang="en-US" altLang="zh-CN" b="1" i="0" dirty="0">
                <a:solidFill>
                  <a:srgbClr val="333333"/>
                </a:solidFill>
                <a:effectLst/>
                <a:latin typeface="PingFang SC"/>
              </a:rPr>
              <a:t>Packet-In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‌事件将数据包上送控制器处理‌</a:t>
            </a:r>
            <a:b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</a:b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115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79006855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116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66967862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117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08741139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118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59709622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119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54952783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传统路由器的流量工程通常基于简单的量度（如跳数或代价值）进行路径计算。当网络规模扩大、链路数量增加时，调整某条链路的量度可能引发其他部分的连锁问题，导致网络状态不稳定。这种“跟踪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-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纠错”的方式难以应对复杂网络的动态需求‌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31296B1-910C-4044-A082-0309C11C1AF1}" type="slidenum">
              <a:rPr lang="en-US" smtClean="0"/>
              <a:t>120</a:t>
            </a:fld>
            <a:endParaRPr lang="en-US"/>
          </a:p>
        </p:txBody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传统网络采用分布式架构，每个路由器独立计算路由信息。当流量激增或拓扑变化时，设备之间需频繁交换路由信息，导致收敛时间延长、效率下降。此外，分布式架构难以实现真正的负载均衡，可能出现部分链路过载而其他链路闲置的情况‌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31296B1-910C-4044-A082-0309C11C1AF1}" type="slidenum">
              <a:rPr lang="en-US" smtClean="0"/>
              <a:t>121</a:t>
            </a:fld>
            <a:endParaRPr lang="en-US"/>
          </a:p>
        </p:txBody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3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125954" name="Notes Placeholder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l">
              <a:buFont typeface="+mj-lt"/>
              <a:buNone/>
            </a:pPr>
            <a:r>
              <a:rPr lang="en-US" altLang="zh-CN" b="1" i="0" dirty="0">
                <a:solidFill>
                  <a:srgbClr val="333333"/>
                </a:solidFill>
                <a:effectLst/>
                <a:latin typeface="PingFang SC"/>
              </a:rPr>
              <a:t>Ingress Port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是指数据包进入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OpenFlow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交换机的物理端口，是流表匹配字段中最基础的层级（优先级最高）。其作用包括：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流量隔离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，通过端口划分不同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VLAN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或业务流；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策略控制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‌，基于入口端口实施转发规则（如限速、过滤）；</a:t>
            </a:r>
            <a:r>
              <a:rPr lang="zh-CN" altLang="en-US" b="1" i="0" dirty="0">
                <a:solidFill>
                  <a:srgbClr val="333333"/>
                </a:solidFill>
                <a:effectLst/>
                <a:latin typeface="PingFang SC"/>
              </a:rPr>
              <a:t>网络拓扑感知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‌，协助控制器构建全</a:t>
            </a:r>
            <a:r>
              <a:rPr lang="zh-CN" altLang="en-US" b="0" i="0">
                <a:solidFill>
                  <a:srgbClr val="333333"/>
                </a:solidFill>
                <a:effectLst/>
                <a:latin typeface="PingFang SC"/>
              </a:rPr>
              <a:t>网视图</a:t>
            </a:r>
            <a:endParaRPr lang="zh-CN" altLang="en-US" b="0" i="0" dirty="0">
              <a:solidFill>
                <a:srgbClr val="333333"/>
              </a:solidFill>
              <a:effectLst/>
              <a:latin typeface="PingFang SC"/>
            </a:endParaRPr>
          </a:p>
        </p:txBody>
      </p:sp>
      <p:sp>
        <p:nvSpPr>
          <p:cNvPr id="12595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7105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7105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7105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7105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7105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710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710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710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710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45E7E2B9-F9F2-4F04-8AA9-E0AE3AFEC9D2}" type="slidenum">
              <a:rPr lang="en-US" altLang="zh-CN" sz="1300">
                <a:latin typeface="Times New Roman" panose="02020603050405020304" pitchFamily="18" charset="0"/>
              </a:rPr>
              <a:t>122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123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73627213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31296B1-910C-4044-A082-0309C11C1AF1}" type="slidenum">
              <a:rPr lang="en-US" smtClean="0"/>
              <a:t>124</a:t>
            </a:fld>
            <a:endParaRPr lang="en-US"/>
          </a:p>
        </p:txBody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31296B1-910C-4044-A082-0309C11C1AF1}" type="slidenum">
              <a:rPr lang="en-US" smtClean="0"/>
              <a:t>125</a:t>
            </a:fld>
            <a:endParaRPr lang="en-US"/>
          </a:p>
        </p:txBody>
      </p:sp>
    </p:spTree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分布式路由算法与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SDN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都致力于优化网络路径选择，例如通过计算最低开销路径（如最短路径）提升传输效率‌。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SDN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的集中式控制平面可集成分布式路由算法（如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OSPF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、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RIP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），实现更灵活的流量调度‌。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SDN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通过控制器统一管理网络状态，可协调分布式路由算法的迭代计算过程，例如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PingFang SC"/>
              </a:rPr>
              <a:t>SDN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PingFang SC"/>
              </a:rPr>
              <a:t>控制器可收集全局链路状态信息，并下发路由策略至数据平面，结合分布式算法的本地计算能力‌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31296B1-910C-4044-A082-0309C11C1AF1}" type="slidenum">
              <a:rPr lang="en-US" smtClean="0"/>
              <a:t>126</a:t>
            </a:fld>
            <a:endParaRPr lang="en-US"/>
          </a:p>
        </p:txBody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75FF09-559A-413E-B23E-0DFCD03CDBD8}" type="slidenum">
              <a:rPr lang="zh-CN" altLang="en-US" smtClean="0"/>
              <a:t>127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59761932"/>
      </p:ext>
    </p:extLst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5C0E898E-1401-4DDB-B865-CE6AAD04AEFC}" type="slidenum">
              <a:rPr lang="en-US" altLang="zh-CN" smtClean="0"/>
              <a:t>128</a:t>
            </a:fld>
            <a:endParaRPr lang="en-US" altLang="zh-CN"/>
          </a:p>
        </p:txBody>
      </p:sp>
      <p:sp>
        <p:nvSpPr>
          <p:cNvPr id="1894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42950" y="833438"/>
            <a:ext cx="5551488" cy="4165600"/>
          </a:xfrm>
        </p:spPr>
      </p:sp>
      <p:sp>
        <p:nvSpPr>
          <p:cNvPr id="189444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  <a:endParaRPr lang="en-US" dirty="0"/>
          </a:p>
        </p:txBody>
      </p:sp>
      <p:sp>
        <p:nvSpPr>
          <p:cNvPr id="7" name="矩形 6"/>
          <p:cNvSpPr/>
          <p:nvPr userDrawn="1"/>
        </p:nvSpPr>
        <p:spPr>
          <a:xfrm>
            <a:off x="0" y="0"/>
            <a:ext cx="9144000" cy="578581"/>
          </a:xfrm>
          <a:prstGeom prst="rect">
            <a:avLst/>
          </a:prstGeom>
          <a:solidFill>
            <a:srgbClr val="7E0C6E"/>
          </a:solidFill>
          <a:ln>
            <a:solidFill>
              <a:srgbClr val="7F2F9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8" name="组合 7"/>
          <p:cNvGrpSpPr/>
          <p:nvPr userDrawn="1"/>
        </p:nvGrpSpPr>
        <p:grpSpPr>
          <a:xfrm>
            <a:off x="8481761" y="26197"/>
            <a:ext cx="548949" cy="520015"/>
            <a:chOff x="2603366" y="22110"/>
            <a:chExt cx="879202" cy="892290"/>
          </a:xfrm>
        </p:grpSpPr>
        <p:sp>
          <p:nvSpPr>
            <p:cNvPr id="9" name="椭圆 8"/>
            <p:cNvSpPr/>
            <p:nvPr/>
          </p:nvSpPr>
          <p:spPr>
            <a:xfrm>
              <a:off x="2603366" y="22110"/>
              <a:ext cx="879201" cy="89229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pic>
          <p:nvPicPr>
            <p:cNvPr id="10" name="Picture 2" descr="https://gss0.bdstatic.com/94o3dSag_xI4khGkpoWK1HF6hhy/baike/c0%3Dbaike150%2C5%2C5%2C150%2C50/sign=c622cca4b5014a9095334eefc81e5277/562c11dfa9ec8a13bb1224f6fb03918fa0ecc098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 flipV="1">
              <a:off x="2603367" y="22110"/>
              <a:ext cx="879201" cy="89229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" name="文本框 10"/>
          <p:cNvSpPr txBox="1"/>
          <p:nvPr userDrawn="1"/>
        </p:nvSpPr>
        <p:spPr>
          <a:xfrm>
            <a:off x="471949" y="1368"/>
            <a:ext cx="725620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zh-CN" altLang="en-US" sz="3600" b="1" dirty="0">
              <a:solidFill>
                <a:schemeClr val="bg1"/>
              </a:solidFill>
            </a:endParaRPr>
          </a:p>
        </p:txBody>
      </p:sp>
      <p:sp>
        <p:nvSpPr>
          <p:cNvPr id="12" name="矩形 11"/>
          <p:cNvSpPr/>
          <p:nvPr userDrawn="1"/>
        </p:nvSpPr>
        <p:spPr>
          <a:xfrm>
            <a:off x="0" y="6604937"/>
            <a:ext cx="9144000" cy="253064"/>
          </a:xfrm>
          <a:prstGeom prst="rect">
            <a:avLst/>
          </a:prstGeom>
          <a:solidFill>
            <a:srgbClr val="7E0C6E"/>
          </a:solidFill>
          <a:ln>
            <a:solidFill>
              <a:srgbClr val="7F2F9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3" name="日期占位符 8"/>
          <p:cNvSpPr txBox="1"/>
          <p:nvPr userDrawn="1"/>
        </p:nvSpPr>
        <p:spPr>
          <a:xfrm>
            <a:off x="471949" y="6604936"/>
            <a:ext cx="2057400" cy="2409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440FA613-B9E4-4FBF-8914-673569737EED}" type="datetime1">
              <a:rPr lang="zh-CN" altLang="en-US" sz="1600" smtClean="0">
                <a:solidFill>
                  <a:schemeClr val="bg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2025/12/17</a:t>
            </a:fld>
            <a:endParaRPr lang="zh-CN" altLang="en-US" sz="1600" dirty="0">
              <a:solidFill>
                <a:schemeClr val="bg1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4" name="灯片编号占位符 10"/>
          <p:cNvSpPr txBox="1"/>
          <p:nvPr userDrawn="1"/>
        </p:nvSpPr>
        <p:spPr>
          <a:xfrm>
            <a:off x="7086600" y="6599473"/>
            <a:ext cx="2057400" cy="25852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75C4720-E5E3-47C1-B89A-421EF3B8B01B}" type="slidenum">
              <a:rPr lang="zh-CN" altLang="en-US" sz="1600" smtClean="0">
                <a:solidFill>
                  <a:schemeClr val="bg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‹#›</a:t>
            </a:fld>
            <a:endParaRPr lang="zh-CN" altLang="en-US" sz="1600" dirty="0">
              <a:solidFill>
                <a:schemeClr val="bg1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5" name="Subtitle 2"/>
          <p:cNvSpPr txBox="1"/>
          <p:nvPr userDrawn="1"/>
        </p:nvSpPr>
        <p:spPr>
          <a:xfrm>
            <a:off x="2464025" y="6587335"/>
            <a:ext cx="4094570" cy="25852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sz="1600" dirty="0">
                <a:solidFill>
                  <a:schemeClr val="bg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计算机网络与信息安全研究室</a:t>
            </a:r>
            <a:endParaRPr lang="en-US" sz="1600" dirty="0">
              <a:solidFill>
                <a:schemeClr val="bg1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hf hdr="0"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/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161925" y="4110038"/>
            <a:ext cx="2057400" cy="648109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C354859-E1D3-43E9-846F-9A4943AFBB76}" type="datetime1">
              <a:rPr lang="zh-CN" altLang="en-US" smtClean="0"/>
              <a:t>2025/12/17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Rectangle 12"/>
          <p:cNvSpPr>
            <a:spLocks noGrp="1" noChangeArrowheads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D9906E0-87FE-4883-82FA-BD095BE0BADD}" type="slidenum">
              <a:rPr lang="en-US" altLang="zh-CN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323850" y="1628775"/>
            <a:ext cx="4208463" cy="44672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84713" y="1628775"/>
            <a:ext cx="4208462" cy="44672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E1F7E0A-5E79-486D-BEFA-661F9440F7F0}" type="slidenum">
              <a:rPr lang="en-US" altLang="zh-CN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2"/>
          <p:cNvSpPr>
            <a:spLocks noGrp="1" noChangeArrowheads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D03A872-17B5-41A3-ABB9-D0C068CF0088}" type="slidenum">
              <a:rPr lang="en-US" altLang="zh-CN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7" Type="http://schemas.openxmlformats.org/officeDocument/2006/relationships/image" Target="../media/image1.png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78FAA85-7752-4E72-9050-47523BB43BAD}" type="datetime1">
              <a:rPr lang="zh-CN" altLang="en-US" smtClean="0"/>
              <a:t>2025/12/17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75C4720-E5E3-47C1-B89A-421EF3B8B01B}" type="slidenum">
              <a:rPr lang="zh-CN" altLang="en-US" smtClean="0"/>
              <a:t>‹#›</a:t>
            </a:fld>
            <a:endParaRPr lang="zh-CN" altLang="en-US"/>
          </a:p>
        </p:txBody>
      </p:sp>
      <p:sp>
        <p:nvSpPr>
          <p:cNvPr id="7" name="矩形 6"/>
          <p:cNvSpPr/>
          <p:nvPr userDrawn="1"/>
        </p:nvSpPr>
        <p:spPr>
          <a:xfrm>
            <a:off x="0" y="0"/>
            <a:ext cx="9144000" cy="578581"/>
          </a:xfrm>
          <a:prstGeom prst="rect">
            <a:avLst/>
          </a:prstGeom>
          <a:solidFill>
            <a:srgbClr val="7E0C6E"/>
          </a:solidFill>
          <a:ln>
            <a:solidFill>
              <a:srgbClr val="7F2F9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8" name="组合 7"/>
          <p:cNvGrpSpPr/>
          <p:nvPr userDrawn="1"/>
        </p:nvGrpSpPr>
        <p:grpSpPr>
          <a:xfrm>
            <a:off x="8481761" y="26197"/>
            <a:ext cx="548949" cy="520015"/>
            <a:chOff x="2603366" y="22110"/>
            <a:chExt cx="879202" cy="892290"/>
          </a:xfrm>
        </p:grpSpPr>
        <p:sp>
          <p:nvSpPr>
            <p:cNvPr id="9" name="椭圆 8"/>
            <p:cNvSpPr/>
            <p:nvPr/>
          </p:nvSpPr>
          <p:spPr>
            <a:xfrm>
              <a:off x="2603366" y="22110"/>
              <a:ext cx="879201" cy="89229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pic>
          <p:nvPicPr>
            <p:cNvPr id="10" name="Picture 2" descr="https://gss0.bdstatic.com/94o3dSag_xI4khGkpoWK1HF6hhy/baike/c0%3Dbaike150%2C5%2C5%2C150%2C50/sign=c622cca4b5014a9095334eefc81e5277/562c11dfa9ec8a13bb1224f6fb03918fa0ecc098.jpg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 flipV="1">
              <a:off x="2603367" y="22110"/>
              <a:ext cx="879201" cy="89229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" name="文本框 10"/>
          <p:cNvSpPr txBox="1"/>
          <p:nvPr userDrawn="1"/>
        </p:nvSpPr>
        <p:spPr>
          <a:xfrm>
            <a:off x="471949" y="1368"/>
            <a:ext cx="725620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zh-CN" altLang="en-US" sz="3600" b="1" dirty="0">
              <a:solidFill>
                <a:schemeClr val="bg1"/>
              </a:solidFill>
            </a:endParaRPr>
          </a:p>
        </p:txBody>
      </p:sp>
      <p:sp>
        <p:nvSpPr>
          <p:cNvPr id="12" name="矩形 11"/>
          <p:cNvSpPr/>
          <p:nvPr userDrawn="1"/>
        </p:nvSpPr>
        <p:spPr>
          <a:xfrm>
            <a:off x="0" y="6604937"/>
            <a:ext cx="9144000" cy="253064"/>
          </a:xfrm>
          <a:prstGeom prst="rect">
            <a:avLst/>
          </a:prstGeom>
          <a:solidFill>
            <a:srgbClr val="7E0C6E"/>
          </a:solidFill>
          <a:ln>
            <a:solidFill>
              <a:srgbClr val="7F2F9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3" name="日期占位符 8"/>
          <p:cNvSpPr txBox="1"/>
          <p:nvPr userDrawn="1"/>
        </p:nvSpPr>
        <p:spPr>
          <a:xfrm>
            <a:off x="471949" y="6604936"/>
            <a:ext cx="2057400" cy="2409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440FA613-B9E4-4FBF-8914-673569737EED}" type="datetime1">
              <a:rPr lang="zh-CN" altLang="en-US" sz="1600" smtClean="0">
                <a:solidFill>
                  <a:schemeClr val="bg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2025/12/17</a:t>
            </a:fld>
            <a:endParaRPr lang="zh-CN" altLang="en-US" sz="1600" dirty="0">
              <a:solidFill>
                <a:schemeClr val="bg1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4" name="灯片编号占位符 10"/>
          <p:cNvSpPr txBox="1"/>
          <p:nvPr userDrawn="1"/>
        </p:nvSpPr>
        <p:spPr>
          <a:xfrm>
            <a:off x="7086600" y="6599473"/>
            <a:ext cx="2057400" cy="25852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75C4720-E5E3-47C1-B89A-421EF3B8B01B}" type="slidenum">
              <a:rPr lang="zh-CN" altLang="en-US" sz="1600" smtClean="0">
                <a:solidFill>
                  <a:schemeClr val="bg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‹#›</a:t>
            </a:fld>
            <a:endParaRPr lang="zh-CN" altLang="en-US" sz="1600" dirty="0">
              <a:solidFill>
                <a:schemeClr val="bg1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5" name="Subtitle 2"/>
          <p:cNvSpPr txBox="1"/>
          <p:nvPr userDrawn="1"/>
        </p:nvSpPr>
        <p:spPr>
          <a:xfrm>
            <a:off x="2464025" y="6587335"/>
            <a:ext cx="4094570" cy="25852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sz="1600" dirty="0">
                <a:solidFill>
                  <a:schemeClr val="bg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计算机网络与信息安全研究室</a:t>
            </a:r>
            <a:endParaRPr lang="en-US" sz="1600" dirty="0">
              <a:solidFill>
                <a:schemeClr val="bg1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</p:sldLayoutIdLst>
  <p:hf hdr="0" ft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3" Type="http://schemas.openxmlformats.org/officeDocument/2006/relationships/image" Target="../media/image4.png"/><Relationship Id="rId21" Type="http://schemas.openxmlformats.org/officeDocument/2006/relationships/image" Target="../media/image22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17.png"/><Relationship Id="rId20" Type="http://schemas.openxmlformats.org/officeDocument/2006/relationships/image" Target="../media/image21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7.png"/><Relationship Id="rId11" Type="http://schemas.openxmlformats.org/officeDocument/2006/relationships/image" Target="../media/image12.png"/><Relationship Id="rId5" Type="http://schemas.openxmlformats.org/officeDocument/2006/relationships/image" Target="../media/image6.png"/><Relationship Id="rId15" Type="http://schemas.openxmlformats.org/officeDocument/2006/relationships/image" Target="../media/image16.png"/><Relationship Id="rId10" Type="http://schemas.openxmlformats.org/officeDocument/2006/relationships/image" Target="../media/image11.png"/><Relationship Id="rId19" Type="http://schemas.openxmlformats.org/officeDocument/2006/relationships/image" Target="../media/image20.png"/><Relationship Id="rId4" Type="http://schemas.openxmlformats.org/officeDocument/2006/relationships/image" Target="../media/image5.png"/><Relationship Id="rId9" Type="http://schemas.openxmlformats.org/officeDocument/2006/relationships/image" Target="../media/image10.png"/><Relationship Id="rId14" Type="http://schemas.openxmlformats.org/officeDocument/2006/relationships/image" Target="../media/image15.png"/><Relationship Id="rId22" Type="http://schemas.openxmlformats.org/officeDocument/2006/relationships/image" Target="../media/image2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6.emf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4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emf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3" Type="http://schemas.openxmlformats.org/officeDocument/2006/relationships/oleObject" Target="../embeddings/oleObject1.bin"/><Relationship Id="rId7" Type="http://schemas.openxmlformats.org/officeDocument/2006/relationships/image" Target="../media/image2.png"/><Relationship Id="rId12" Type="http://schemas.openxmlformats.org/officeDocument/2006/relationships/oleObject" Target="../embeddings/oleObject7.bin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Relationship Id="rId6" Type="http://schemas.openxmlformats.org/officeDocument/2006/relationships/oleObject" Target="../embeddings/oleObject3.bin"/><Relationship Id="rId11" Type="http://schemas.openxmlformats.org/officeDocument/2006/relationships/oleObject" Target="../embeddings/oleObject6.bin"/><Relationship Id="rId5" Type="http://schemas.openxmlformats.org/officeDocument/2006/relationships/oleObject" Target="../embeddings/oleObject2.bin"/><Relationship Id="rId10" Type="http://schemas.openxmlformats.org/officeDocument/2006/relationships/oleObject" Target="../embeddings/oleObject5.bin"/><Relationship Id="rId4" Type="http://schemas.openxmlformats.org/officeDocument/2006/relationships/image" Target="../media/image28.wmf"/><Relationship Id="rId9" Type="http://schemas.openxmlformats.org/officeDocument/2006/relationships/oleObject" Target="../embeddings/oleObject4.bin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3" Type="http://schemas.openxmlformats.org/officeDocument/2006/relationships/oleObject" Target="../embeddings/oleObject8.bin"/><Relationship Id="rId7" Type="http://schemas.openxmlformats.org/officeDocument/2006/relationships/image" Target="../media/image2.png"/><Relationship Id="rId12" Type="http://schemas.openxmlformats.org/officeDocument/2006/relationships/oleObject" Target="../embeddings/oleObject14.bin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Relationship Id="rId6" Type="http://schemas.openxmlformats.org/officeDocument/2006/relationships/oleObject" Target="../embeddings/oleObject10.bin"/><Relationship Id="rId11" Type="http://schemas.openxmlformats.org/officeDocument/2006/relationships/oleObject" Target="../embeddings/oleObject13.bin"/><Relationship Id="rId5" Type="http://schemas.openxmlformats.org/officeDocument/2006/relationships/oleObject" Target="../embeddings/oleObject9.bin"/><Relationship Id="rId10" Type="http://schemas.openxmlformats.org/officeDocument/2006/relationships/oleObject" Target="../embeddings/oleObject12.bin"/><Relationship Id="rId4" Type="http://schemas.openxmlformats.org/officeDocument/2006/relationships/image" Target="../media/image28.wmf"/><Relationship Id="rId9" Type="http://schemas.openxmlformats.org/officeDocument/2006/relationships/oleObject" Target="../embeddings/oleObject11.bin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7.bin"/><Relationship Id="rId3" Type="http://schemas.openxmlformats.org/officeDocument/2006/relationships/image" Target="../media/image2.png"/><Relationship Id="rId7" Type="http://schemas.openxmlformats.org/officeDocument/2006/relationships/oleObject" Target="../embeddings/oleObject16.bin"/><Relationship Id="rId12" Type="http://schemas.openxmlformats.org/officeDocument/2006/relationships/oleObject" Target="../embeddings/oleObject21.bin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8.wmf"/><Relationship Id="rId11" Type="http://schemas.openxmlformats.org/officeDocument/2006/relationships/oleObject" Target="../embeddings/oleObject20.bin"/><Relationship Id="rId5" Type="http://schemas.openxmlformats.org/officeDocument/2006/relationships/oleObject" Target="../embeddings/oleObject15.bin"/><Relationship Id="rId10" Type="http://schemas.openxmlformats.org/officeDocument/2006/relationships/oleObject" Target="../embeddings/oleObject19.bin"/><Relationship Id="rId4" Type="http://schemas.openxmlformats.org/officeDocument/2006/relationships/image" Target="../media/image24.png"/><Relationship Id="rId9" Type="http://schemas.openxmlformats.org/officeDocument/2006/relationships/oleObject" Target="../embeddings/oleObject18.bin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2.png"/><Relationship Id="rId4" Type="http://schemas.openxmlformats.org/officeDocument/2006/relationships/image" Target="../media/image31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2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3" Type="http://schemas.openxmlformats.org/officeDocument/2006/relationships/oleObject" Target="../embeddings/oleObject22.bin"/><Relationship Id="rId7" Type="http://schemas.openxmlformats.org/officeDocument/2006/relationships/image" Target="../media/image2.png"/><Relationship Id="rId12" Type="http://schemas.openxmlformats.org/officeDocument/2006/relationships/oleObject" Target="../embeddings/oleObject28.bin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4.xml"/><Relationship Id="rId6" Type="http://schemas.openxmlformats.org/officeDocument/2006/relationships/oleObject" Target="../embeddings/oleObject24.bin"/><Relationship Id="rId11" Type="http://schemas.openxmlformats.org/officeDocument/2006/relationships/oleObject" Target="../embeddings/oleObject27.bin"/><Relationship Id="rId5" Type="http://schemas.openxmlformats.org/officeDocument/2006/relationships/oleObject" Target="../embeddings/oleObject23.bin"/><Relationship Id="rId10" Type="http://schemas.openxmlformats.org/officeDocument/2006/relationships/oleObject" Target="../embeddings/oleObject26.bin"/><Relationship Id="rId4" Type="http://schemas.openxmlformats.org/officeDocument/2006/relationships/image" Target="../media/image28.wmf"/><Relationship Id="rId9" Type="http://schemas.openxmlformats.org/officeDocument/2006/relationships/oleObject" Target="../embeddings/oleObject25.bin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3" Type="http://schemas.openxmlformats.org/officeDocument/2006/relationships/oleObject" Target="../embeddings/oleObject29.bin"/><Relationship Id="rId7" Type="http://schemas.openxmlformats.org/officeDocument/2006/relationships/image" Target="../media/image2.png"/><Relationship Id="rId12" Type="http://schemas.openxmlformats.org/officeDocument/2006/relationships/oleObject" Target="../embeddings/oleObject35.bin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4.xml"/><Relationship Id="rId6" Type="http://schemas.openxmlformats.org/officeDocument/2006/relationships/oleObject" Target="../embeddings/oleObject31.bin"/><Relationship Id="rId11" Type="http://schemas.openxmlformats.org/officeDocument/2006/relationships/oleObject" Target="../embeddings/oleObject34.bin"/><Relationship Id="rId5" Type="http://schemas.openxmlformats.org/officeDocument/2006/relationships/oleObject" Target="../embeddings/oleObject30.bin"/><Relationship Id="rId10" Type="http://schemas.openxmlformats.org/officeDocument/2006/relationships/oleObject" Target="../embeddings/oleObject33.bin"/><Relationship Id="rId4" Type="http://schemas.openxmlformats.org/officeDocument/2006/relationships/image" Target="../media/image28.wmf"/><Relationship Id="rId9" Type="http://schemas.openxmlformats.org/officeDocument/2006/relationships/oleObject" Target="../embeddings/oleObject32.bin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3" Type="http://schemas.openxmlformats.org/officeDocument/2006/relationships/oleObject" Target="../embeddings/oleObject36.bin"/><Relationship Id="rId7" Type="http://schemas.openxmlformats.org/officeDocument/2006/relationships/image" Target="../media/image2.png"/><Relationship Id="rId12" Type="http://schemas.openxmlformats.org/officeDocument/2006/relationships/oleObject" Target="../embeddings/oleObject42.bin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4.xml"/><Relationship Id="rId6" Type="http://schemas.openxmlformats.org/officeDocument/2006/relationships/oleObject" Target="../embeddings/oleObject38.bin"/><Relationship Id="rId11" Type="http://schemas.openxmlformats.org/officeDocument/2006/relationships/oleObject" Target="../embeddings/oleObject41.bin"/><Relationship Id="rId5" Type="http://schemas.openxmlformats.org/officeDocument/2006/relationships/oleObject" Target="../embeddings/oleObject37.bin"/><Relationship Id="rId10" Type="http://schemas.openxmlformats.org/officeDocument/2006/relationships/oleObject" Target="../embeddings/oleObject40.bin"/><Relationship Id="rId4" Type="http://schemas.openxmlformats.org/officeDocument/2006/relationships/image" Target="../media/image28.wmf"/><Relationship Id="rId9" Type="http://schemas.openxmlformats.org/officeDocument/2006/relationships/oleObject" Target="../embeddings/oleObject39.bin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3" Type="http://schemas.openxmlformats.org/officeDocument/2006/relationships/oleObject" Target="../embeddings/oleObject43.bin"/><Relationship Id="rId7" Type="http://schemas.openxmlformats.org/officeDocument/2006/relationships/image" Target="../media/image2.png"/><Relationship Id="rId12" Type="http://schemas.openxmlformats.org/officeDocument/2006/relationships/oleObject" Target="../embeddings/oleObject49.bin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4.xml"/><Relationship Id="rId6" Type="http://schemas.openxmlformats.org/officeDocument/2006/relationships/oleObject" Target="../embeddings/oleObject45.bin"/><Relationship Id="rId11" Type="http://schemas.openxmlformats.org/officeDocument/2006/relationships/oleObject" Target="../embeddings/oleObject48.bin"/><Relationship Id="rId5" Type="http://schemas.openxmlformats.org/officeDocument/2006/relationships/oleObject" Target="../embeddings/oleObject44.bin"/><Relationship Id="rId10" Type="http://schemas.openxmlformats.org/officeDocument/2006/relationships/oleObject" Target="../embeddings/oleObject47.bin"/><Relationship Id="rId4" Type="http://schemas.openxmlformats.org/officeDocument/2006/relationships/image" Target="../media/image28.wmf"/><Relationship Id="rId9" Type="http://schemas.openxmlformats.org/officeDocument/2006/relationships/oleObject" Target="../embeddings/oleObject46.bin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52.bin"/><Relationship Id="rId3" Type="http://schemas.openxmlformats.org/officeDocument/2006/relationships/oleObject" Target="../embeddings/oleObject50.bin"/><Relationship Id="rId7" Type="http://schemas.openxmlformats.org/officeDocument/2006/relationships/image" Target="../media/image24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.png"/><Relationship Id="rId5" Type="http://schemas.openxmlformats.org/officeDocument/2006/relationships/oleObject" Target="../embeddings/oleObject51.bin"/><Relationship Id="rId4" Type="http://schemas.openxmlformats.org/officeDocument/2006/relationships/image" Target="../media/image28.wmf"/><Relationship Id="rId9" Type="http://schemas.openxmlformats.org/officeDocument/2006/relationships/oleObject" Target="../embeddings/oleObject53.bin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4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5.emf"/><Relationship Id="rId4" Type="http://schemas.openxmlformats.org/officeDocument/2006/relationships/image" Target="../media/image24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4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4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36.emf"/><Relationship Id="rId4" Type="http://schemas.openxmlformats.org/officeDocument/2006/relationships/image" Target="../media/image24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8.png"/><Relationship Id="rId5" Type="http://schemas.openxmlformats.org/officeDocument/2006/relationships/image" Target="../media/image37.png"/><Relationship Id="rId4" Type="http://schemas.openxmlformats.org/officeDocument/2006/relationships/image" Target="../media/image24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emf"/><Relationship Id="rId7" Type="http://schemas.openxmlformats.org/officeDocument/2006/relationships/image" Target="../media/image41.emf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0.emf"/><Relationship Id="rId5" Type="http://schemas.openxmlformats.org/officeDocument/2006/relationships/image" Target="../media/image24.png"/><Relationship Id="rId4" Type="http://schemas.openxmlformats.org/officeDocument/2006/relationships/image" Target="../media/image2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2.emf"/><Relationship Id="rId4" Type="http://schemas.openxmlformats.org/officeDocument/2006/relationships/image" Target="../media/image24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.emf"/><Relationship Id="rId5" Type="http://schemas.openxmlformats.org/officeDocument/2006/relationships/image" Target="../media/image43.emf"/><Relationship Id="rId4" Type="http://schemas.openxmlformats.org/officeDocument/2006/relationships/image" Target="../media/image24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.emf"/><Relationship Id="rId5" Type="http://schemas.openxmlformats.org/officeDocument/2006/relationships/image" Target="../media/image43.emf"/><Relationship Id="rId4" Type="http://schemas.openxmlformats.org/officeDocument/2006/relationships/image" Target="../media/image24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5.emf"/><Relationship Id="rId4" Type="http://schemas.openxmlformats.org/officeDocument/2006/relationships/image" Target="../media/image24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.emf"/><Relationship Id="rId5" Type="http://schemas.openxmlformats.org/officeDocument/2006/relationships/image" Target="../media/image46.emf"/><Relationship Id="rId4" Type="http://schemas.openxmlformats.org/officeDocument/2006/relationships/image" Target="../media/image24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emf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0.png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emf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4.png"/><Relationship Id="rId4" Type="http://schemas.openxmlformats.org/officeDocument/2006/relationships/image" Target="../media/image2.png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54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.png"/><Relationship Id="rId5" Type="http://schemas.openxmlformats.org/officeDocument/2006/relationships/image" Target="../media/image52.png"/><Relationship Id="rId4" Type="http://schemas.openxmlformats.org/officeDocument/2006/relationships/image" Target="../media/image24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55.GIF"/><Relationship Id="rId4" Type="http://schemas.openxmlformats.org/officeDocument/2006/relationships/image" Target="../media/image24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55.GIF"/><Relationship Id="rId5" Type="http://schemas.openxmlformats.org/officeDocument/2006/relationships/image" Target="../media/image56.GIF"/><Relationship Id="rId4" Type="http://schemas.openxmlformats.org/officeDocument/2006/relationships/image" Target="../media/image24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4.pn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4.pn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4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4.pn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4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4.pn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4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4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4.pn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4.pn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4.png"/><Relationship Id="rId4" Type="http://schemas.openxmlformats.org/officeDocument/2006/relationships/image" Target="../media/image2.pn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4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8.emf"/><Relationship Id="rId5" Type="http://schemas.openxmlformats.org/officeDocument/2006/relationships/oleObject" Target="../embeddings/oleObject54.bin"/><Relationship Id="rId4" Type="http://schemas.openxmlformats.org/officeDocument/2006/relationships/image" Target="../media/image24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1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0.png"/><Relationship Id="rId5" Type="http://schemas.openxmlformats.org/officeDocument/2006/relationships/image" Target="../media/image59.png"/><Relationship Id="rId4" Type="http://schemas.openxmlformats.org/officeDocument/2006/relationships/image" Target="../media/image24.png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emf"/><Relationship Id="rId3" Type="http://schemas.openxmlformats.org/officeDocument/2006/relationships/image" Target="../media/image2.png"/><Relationship Id="rId7" Type="http://schemas.openxmlformats.org/officeDocument/2006/relationships/oleObject" Target="../embeddings/oleObject56.bin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2.emf"/><Relationship Id="rId5" Type="http://schemas.openxmlformats.org/officeDocument/2006/relationships/oleObject" Target="../embeddings/oleObject55.bin"/><Relationship Id="rId4" Type="http://schemas.openxmlformats.org/officeDocument/2006/relationships/image" Target="../media/image24.pn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6.GIF"/><Relationship Id="rId4" Type="http://schemas.openxmlformats.org/officeDocument/2006/relationships/image" Target="../media/image55.GIF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5.GIF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5.GIF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4.png"/><Relationship Id="rId4" Type="http://schemas.openxmlformats.org/officeDocument/2006/relationships/image" Target="../media/image55.GIF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5.emf"/><Relationship Id="rId4" Type="http://schemas.openxmlformats.org/officeDocument/2006/relationships/image" Target="../media/image55.GIF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5.GIF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5.GIF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.emf"/><Relationship Id="rId5" Type="http://schemas.openxmlformats.org/officeDocument/2006/relationships/oleObject" Target="../embeddings/oleObject57.bin"/><Relationship Id="rId4" Type="http://schemas.openxmlformats.org/officeDocument/2006/relationships/image" Target="../media/image24.png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8.png"/><Relationship Id="rId5" Type="http://schemas.openxmlformats.org/officeDocument/2006/relationships/image" Target="../media/image67.png"/><Relationship Id="rId4" Type="http://schemas.openxmlformats.org/officeDocument/2006/relationships/image" Target="../media/image24.png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55.GIF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png"/><Relationship Id="rId5" Type="http://schemas.openxmlformats.org/officeDocument/2006/relationships/image" Target="../media/image69.png"/><Relationship Id="rId4" Type="http://schemas.openxmlformats.org/officeDocument/2006/relationships/image" Target="../media/image24.png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emf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5.GIF"/><Relationship Id="rId4" Type="http://schemas.openxmlformats.org/officeDocument/2006/relationships/image" Target="../media/image2.pn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5.GIF"/><Relationship Id="rId4" Type="http://schemas.openxmlformats.org/officeDocument/2006/relationships/image" Target="../media/image2.png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5.GIF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5.GIF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wmf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4.png"/><Relationship Id="rId4" Type="http://schemas.openxmlformats.org/officeDocument/2006/relationships/image" Target="../media/image24.png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5.png"/><Relationship Id="rId4" Type="http://schemas.openxmlformats.org/officeDocument/2006/relationships/image" Target="../media/image24.png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4.png"/><Relationship Id="rId4" Type="http://schemas.openxmlformats.org/officeDocument/2006/relationships/image" Target="../media/image76.jpeg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8.png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5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5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9.png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9.png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81.png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81.png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4.png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3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4.png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4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副标题 2"/>
          <p:cNvSpPr txBox="1"/>
          <p:nvPr/>
        </p:nvSpPr>
        <p:spPr>
          <a:xfrm>
            <a:off x="1222860" y="3938015"/>
            <a:ext cx="6709028" cy="109650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sz="2800" dirty="0">
                <a:solidFill>
                  <a:schemeClr val="accent5">
                    <a:lumMod val="75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吴英</a:t>
            </a:r>
            <a:endParaRPr lang="en-US" altLang="zh-CN" sz="2800" dirty="0">
              <a:solidFill>
                <a:schemeClr val="accent5">
                  <a:lumMod val="75000"/>
                </a:schemeClr>
              </a:solidFill>
              <a:latin typeface="楷体" panose="02010609060101010101" pitchFamily="49" charset="-122"/>
              <a:ea typeface="楷体" panose="02010609060101010101" pitchFamily="49" charset="-122"/>
            </a:endParaRPr>
          </a:p>
          <a:p>
            <a:r>
              <a:rPr lang="en-US" altLang="zh-CN" sz="2800" dirty="0">
                <a:solidFill>
                  <a:schemeClr val="accent5">
                    <a:lumMod val="75000"/>
                  </a:schemeClr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wuying@nankai.edu.cn </a:t>
            </a:r>
          </a:p>
          <a:p>
            <a:endParaRPr lang="en-US" altLang="zh-CN" dirty="0">
              <a:solidFill>
                <a:schemeClr val="accent5">
                  <a:lumMod val="75000"/>
                </a:schemeClr>
              </a:solidFill>
              <a:latin typeface="楷体" panose="02010609060101010101" pitchFamily="49" charset="-122"/>
              <a:ea typeface="楷体" panose="02010609060101010101" pitchFamily="49" charset="-122"/>
            </a:endParaRPr>
          </a:p>
        </p:txBody>
      </p:sp>
      <p:sp>
        <p:nvSpPr>
          <p:cNvPr id="10" name="标题 1"/>
          <p:cNvSpPr txBox="1"/>
          <p:nvPr/>
        </p:nvSpPr>
        <p:spPr>
          <a:xfrm rot="10800000" flipH="1" flipV="1">
            <a:off x="1056736" y="1536192"/>
            <a:ext cx="7030527" cy="1731264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ts val="5760"/>
              </a:lnSpc>
              <a:spcBef>
                <a:spcPts val="600"/>
              </a:spcBef>
            </a:pPr>
            <a:r>
              <a:rPr lang="zh-CN" altLang="zh-CN" sz="6600" b="1" dirty="0">
                <a:latin typeface="楷体" panose="02010609060101010101" pitchFamily="49" charset="-122"/>
                <a:ea typeface="楷体" panose="02010609060101010101" pitchFamily="49" charset="-122"/>
              </a:rPr>
              <a:t>计算机网络</a:t>
            </a:r>
            <a:endParaRPr lang="en-US" altLang="zh-CN" sz="6600" b="1" dirty="0">
              <a:latin typeface="楷体" panose="02010609060101010101" pitchFamily="49" charset="-122"/>
              <a:ea typeface="楷体" panose="02010609060101010101" pitchFamily="49" charset="-122"/>
            </a:endParaRPr>
          </a:p>
          <a:p>
            <a:pPr algn="ctr">
              <a:lnSpc>
                <a:spcPts val="5760"/>
              </a:lnSpc>
              <a:spcBef>
                <a:spcPts val="600"/>
              </a:spcBef>
            </a:pPr>
            <a:r>
              <a:rPr lang="zh-CN" altLang="en-US" sz="3600" b="1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第</a:t>
            </a:r>
            <a:r>
              <a:rPr lang="en-US" altLang="zh-CN" sz="3600" b="1" dirty="0">
                <a:solidFill>
                  <a:srgbClr val="C0000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4</a:t>
            </a:r>
            <a:r>
              <a:rPr lang="zh-CN" altLang="en-US" sz="3600" b="1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章 网络层协议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36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提 纲</a:t>
            </a:r>
          </a:p>
        </p:txBody>
      </p:sp>
      <p:sp>
        <p:nvSpPr>
          <p:cNvPr id="2" name="文本框 1"/>
          <p:cNvSpPr txBox="1"/>
          <p:nvPr/>
        </p:nvSpPr>
        <p:spPr>
          <a:xfrm>
            <a:off x="594977" y="1114501"/>
            <a:ext cx="7954046" cy="39808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600"/>
              </a:lnSpc>
              <a:spcBef>
                <a:spcPts val="1800"/>
              </a:spcBef>
              <a:buClr>
                <a:srgbClr val="FF0000"/>
              </a:buClr>
            </a:pPr>
            <a:r>
              <a:rPr lang="en-US" altLang="zh-CN" sz="28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4.1 </a:t>
            </a:r>
            <a:r>
              <a:rPr lang="zh-CN" altLang="en-US" sz="28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网络层功能</a:t>
            </a:r>
            <a:endParaRPr lang="en-US" altLang="zh-CN" sz="28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>
              <a:lnSpc>
                <a:spcPts val="3600"/>
              </a:lnSpc>
              <a:spcBef>
                <a:spcPts val="1800"/>
              </a:spcBef>
              <a:buClr>
                <a:srgbClr val="FF0000"/>
              </a:buClr>
            </a:pPr>
            <a:r>
              <a:rPr lang="en-US" altLang="zh-CN" sz="28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4.2 IP</a:t>
            </a:r>
            <a:r>
              <a:rPr lang="zh-CN" altLang="en-US" sz="28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协议（数据面）</a:t>
            </a:r>
            <a:endParaRPr lang="en-US" altLang="zh-CN" sz="28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>
              <a:lnSpc>
                <a:spcPts val="3600"/>
              </a:lnSpc>
              <a:spcBef>
                <a:spcPts val="1800"/>
              </a:spcBef>
              <a:buClr>
                <a:srgbClr val="FF0000"/>
              </a:buClr>
            </a:pPr>
            <a:r>
              <a:rPr lang="en-US" altLang="zh-CN" sz="28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4.3 ICMP</a:t>
            </a:r>
            <a:r>
              <a:rPr lang="zh-CN" altLang="en-US" sz="28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协议</a:t>
            </a:r>
            <a:endParaRPr lang="en-US" altLang="zh-CN" sz="28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>
              <a:lnSpc>
                <a:spcPts val="3600"/>
              </a:lnSpc>
              <a:spcBef>
                <a:spcPts val="1800"/>
              </a:spcBef>
              <a:buClr>
                <a:srgbClr val="FF0000"/>
              </a:buClr>
            </a:pPr>
            <a:r>
              <a:rPr lang="en-US" altLang="zh-CN" sz="28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4.4 </a:t>
            </a:r>
            <a:r>
              <a:rPr lang="zh-CN" altLang="en-US" sz="28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路由算法（控制面）</a:t>
            </a:r>
            <a:endParaRPr lang="en-US" altLang="zh-CN" sz="28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>
              <a:lnSpc>
                <a:spcPts val="3600"/>
              </a:lnSpc>
              <a:spcBef>
                <a:spcPts val="1800"/>
              </a:spcBef>
              <a:buClr>
                <a:srgbClr val="FF0000"/>
              </a:buClr>
            </a:pPr>
            <a:r>
              <a:rPr lang="en-US" altLang="zh-CN" sz="28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4.5 </a:t>
            </a:r>
            <a:r>
              <a:rPr lang="zh-CN" altLang="en-US" sz="28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互联网路由协议：</a:t>
            </a:r>
            <a:r>
              <a:rPr lang="en-US" altLang="zh-CN" sz="28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RIP</a:t>
            </a:r>
            <a:r>
              <a:rPr lang="zh-CN" altLang="en-US" sz="28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sz="28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OSPF</a:t>
            </a:r>
            <a:r>
              <a:rPr lang="zh-CN" altLang="en-US" sz="28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sz="28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BGP</a:t>
            </a:r>
          </a:p>
          <a:p>
            <a:pPr>
              <a:lnSpc>
                <a:spcPts val="3600"/>
              </a:lnSpc>
              <a:spcBef>
                <a:spcPts val="1800"/>
              </a:spcBef>
              <a:buClr>
                <a:srgbClr val="FF0000"/>
              </a:buClr>
            </a:pPr>
            <a:r>
              <a:rPr lang="en-US" altLang="zh-CN" sz="28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4.6 </a:t>
            </a:r>
            <a:r>
              <a:rPr lang="zh-CN" altLang="en-US" sz="28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软件定义网络（</a:t>
            </a:r>
            <a:r>
              <a:rPr lang="en-US" altLang="zh-CN" sz="28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SDN</a:t>
            </a:r>
            <a:r>
              <a:rPr lang="zh-CN" altLang="en-US" sz="28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  <a:endParaRPr lang="en-US" altLang="zh-CN" sz="28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0050" name="Rectangle 2"/>
          <p:cNvSpPr>
            <a:spLocks noGrp="1" noChangeArrowheads="1"/>
          </p:cNvSpPr>
          <p:nvPr>
            <p:ph type="title"/>
          </p:nvPr>
        </p:nvSpPr>
        <p:spPr>
          <a:xfrm>
            <a:off x="2277423" y="33555"/>
            <a:ext cx="4366266" cy="536895"/>
          </a:xfrm>
        </p:spPr>
        <p:txBody>
          <a:bodyPr/>
          <a:lstStyle/>
          <a:p>
            <a:pPr algn="ctr">
              <a:defRPr/>
            </a:pP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回顾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: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TCP/IP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体系结构</a:t>
            </a:r>
            <a:endParaRPr lang="en-US" altLang="zh-CN" sz="28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52" name="Rectangle 2"/>
          <p:cNvSpPr txBox="1">
            <a:spLocks noChangeArrowheads="1"/>
          </p:cNvSpPr>
          <p:nvPr/>
        </p:nvSpPr>
        <p:spPr>
          <a:xfrm>
            <a:off x="323850" y="609601"/>
            <a:ext cx="8388350" cy="725486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ct val="120000"/>
              </a:lnSpc>
              <a:defRPr/>
            </a:pP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TCP/IP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体系结构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53" name="Line 24"/>
          <p:cNvSpPr>
            <a:spLocks noChangeShapeType="1"/>
          </p:cNvSpPr>
          <p:nvPr/>
        </p:nvSpPr>
        <p:spPr bwMode="auto">
          <a:xfrm>
            <a:off x="2184400" y="2547938"/>
            <a:ext cx="47244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Line 26"/>
          <p:cNvSpPr>
            <a:spLocks noChangeShapeType="1"/>
          </p:cNvSpPr>
          <p:nvPr/>
        </p:nvSpPr>
        <p:spPr bwMode="auto">
          <a:xfrm>
            <a:off x="2184400" y="3614738"/>
            <a:ext cx="47244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Line 27"/>
          <p:cNvSpPr>
            <a:spLocks noChangeShapeType="1"/>
          </p:cNvSpPr>
          <p:nvPr/>
        </p:nvSpPr>
        <p:spPr bwMode="auto">
          <a:xfrm>
            <a:off x="2184400" y="4148138"/>
            <a:ext cx="3048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Line 28"/>
          <p:cNvSpPr>
            <a:spLocks noChangeShapeType="1"/>
          </p:cNvSpPr>
          <p:nvPr/>
        </p:nvSpPr>
        <p:spPr bwMode="auto">
          <a:xfrm>
            <a:off x="2184400" y="4681538"/>
            <a:ext cx="3048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Line 29"/>
          <p:cNvSpPr>
            <a:spLocks noChangeShapeType="1"/>
          </p:cNvSpPr>
          <p:nvPr/>
        </p:nvSpPr>
        <p:spPr bwMode="auto">
          <a:xfrm>
            <a:off x="2184400" y="5214938"/>
            <a:ext cx="3048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Line 30"/>
          <p:cNvSpPr>
            <a:spLocks noChangeShapeType="1"/>
          </p:cNvSpPr>
          <p:nvPr/>
        </p:nvSpPr>
        <p:spPr bwMode="auto">
          <a:xfrm>
            <a:off x="6604000" y="4148138"/>
            <a:ext cx="3048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Line 31"/>
          <p:cNvSpPr>
            <a:spLocks noChangeShapeType="1"/>
          </p:cNvSpPr>
          <p:nvPr/>
        </p:nvSpPr>
        <p:spPr bwMode="auto">
          <a:xfrm>
            <a:off x="6604000" y="4681538"/>
            <a:ext cx="3048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Line 32"/>
          <p:cNvSpPr>
            <a:spLocks noChangeShapeType="1"/>
          </p:cNvSpPr>
          <p:nvPr/>
        </p:nvSpPr>
        <p:spPr bwMode="auto">
          <a:xfrm>
            <a:off x="6604000" y="5214938"/>
            <a:ext cx="3048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Line 33"/>
          <p:cNvSpPr>
            <a:spLocks noChangeShapeType="1"/>
          </p:cNvSpPr>
          <p:nvPr/>
        </p:nvSpPr>
        <p:spPr bwMode="auto">
          <a:xfrm>
            <a:off x="1379548" y="5830887"/>
            <a:ext cx="154462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Line 34"/>
          <p:cNvSpPr>
            <a:spLocks noChangeShapeType="1"/>
          </p:cNvSpPr>
          <p:nvPr/>
        </p:nvSpPr>
        <p:spPr bwMode="auto">
          <a:xfrm flipV="1">
            <a:off x="3870324" y="5813426"/>
            <a:ext cx="1357311" cy="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Line 35"/>
          <p:cNvSpPr>
            <a:spLocks noChangeShapeType="1"/>
          </p:cNvSpPr>
          <p:nvPr/>
        </p:nvSpPr>
        <p:spPr bwMode="auto">
          <a:xfrm>
            <a:off x="6169022" y="5813426"/>
            <a:ext cx="1566848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Line 36"/>
          <p:cNvSpPr>
            <a:spLocks noChangeShapeType="1"/>
          </p:cNvSpPr>
          <p:nvPr/>
        </p:nvSpPr>
        <p:spPr bwMode="auto">
          <a:xfrm flipV="1">
            <a:off x="1379548" y="5519738"/>
            <a:ext cx="0" cy="3048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" name="Line 37"/>
          <p:cNvSpPr>
            <a:spLocks noChangeShapeType="1"/>
          </p:cNvSpPr>
          <p:nvPr/>
        </p:nvSpPr>
        <p:spPr bwMode="auto">
          <a:xfrm flipV="1">
            <a:off x="2924175" y="5508626"/>
            <a:ext cx="0" cy="32861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4" name="Line 38"/>
          <p:cNvSpPr>
            <a:spLocks noChangeShapeType="1"/>
          </p:cNvSpPr>
          <p:nvPr/>
        </p:nvSpPr>
        <p:spPr bwMode="auto">
          <a:xfrm flipV="1">
            <a:off x="3870325" y="5519738"/>
            <a:ext cx="0" cy="3048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" name="Line 39"/>
          <p:cNvSpPr>
            <a:spLocks noChangeShapeType="1"/>
          </p:cNvSpPr>
          <p:nvPr/>
        </p:nvSpPr>
        <p:spPr bwMode="auto">
          <a:xfrm flipV="1">
            <a:off x="5227638" y="5508626"/>
            <a:ext cx="0" cy="3048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6" name="Line 40"/>
          <p:cNvSpPr>
            <a:spLocks noChangeShapeType="1"/>
          </p:cNvSpPr>
          <p:nvPr/>
        </p:nvSpPr>
        <p:spPr bwMode="auto">
          <a:xfrm flipV="1">
            <a:off x="6169025" y="5508626"/>
            <a:ext cx="0" cy="3048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" name="Text Box 42"/>
          <p:cNvSpPr txBox="1">
            <a:spLocks noChangeArrowheads="1"/>
          </p:cNvSpPr>
          <p:nvPr/>
        </p:nvSpPr>
        <p:spPr bwMode="auto">
          <a:xfrm>
            <a:off x="2901950" y="2868613"/>
            <a:ext cx="326243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0" lang="zh-CN" altLang="en-US" sz="2000" i="1" dirty="0">
                <a:solidFill>
                  <a:srgbClr val="FF0000"/>
                </a:solidFill>
                <a:ea typeface="宋体" panose="02010600030101010101" pitchFamily="2" charset="-122"/>
              </a:rPr>
              <a:t>对等层通信，执行相关协议</a:t>
            </a:r>
            <a:endParaRPr kumimoji="0" lang="en-US" altLang="zh-CN" sz="2000" i="1" dirty="0">
              <a:solidFill>
                <a:srgbClr val="FF0000"/>
              </a:solidFill>
              <a:ea typeface="宋体" panose="02010600030101010101" pitchFamily="2" charset="-122"/>
            </a:endParaRPr>
          </a:p>
        </p:txBody>
      </p:sp>
      <p:sp>
        <p:nvSpPr>
          <p:cNvPr id="78" name="Text Box 46"/>
          <p:cNvSpPr txBox="1">
            <a:spLocks noChangeArrowheads="1"/>
          </p:cNvSpPr>
          <p:nvPr/>
        </p:nvSpPr>
        <p:spPr bwMode="auto">
          <a:xfrm>
            <a:off x="2924175" y="3524250"/>
            <a:ext cx="95410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zh-CN" altLang="en-US" sz="2000" dirty="0">
                <a:solidFill>
                  <a:srgbClr val="000099"/>
                </a:solidFill>
                <a:ea typeface="宋体" panose="02010600030101010101" pitchFamily="2" charset="-122"/>
              </a:rPr>
              <a:t>路由器</a:t>
            </a:r>
            <a:endParaRPr kumimoji="0" lang="en-US" altLang="zh-CN" sz="2000" dirty="0">
              <a:solidFill>
                <a:srgbClr val="000099"/>
              </a:solidFill>
              <a:ea typeface="宋体" panose="02010600030101010101" pitchFamily="2" charset="-122"/>
            </a:endParaRPr>
          </a:p>
        </p:txBody>
      </p:sp>
      <p:sp>
        <p:nvSpPr>
          <p:cNvPr id="79" name="Line 64"/>
          <p:cNvSpPr>
            <a:spLocks noChangeShapeType="1"/>
          </p:cNvSpPr>
          <p:nvPr/>
        </p:nvSpPr>
        <p:spPr bwMode="auto">
          <a:xfrm flipV="1">
            <a:off x="4197350" y="2563814"/>
            <a:ext cx="360362" cy="322261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0" name="Line 65"/>
          <p:cNvSpPr>
            <a:spLocks noChangeShapeType="1"/>
          </p:cNvSpPr>
          <p:nvPr/>
        </p:nvSpPr>
        <p:spPr bwMode="auto">
          <a:xfrm>
            <a:off x="4197350" y="3206750"/>
            <a:ext cx="215900" cy="409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" name="Rectangle 9"/>
          <p:cNvSpPr>
            <a:spLocks noChangeArrowheads="1"/>
          </p:cNvSpPr>
          <p:nvPr/>
        </p:nvSpPr>
        <p:spPr bwMode="auto">
          <a:xfrm>
            <a:off x="525472" y="1797050"/>
            <a:ext cx="1676400" cy="1589088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kumimoji="0" lang="zh-CN" altLang="en-US" sz="2000" dirty="0">
                <a:ea typeface="宋体" panose="02010600030101010101" pitchFamily="2" charset="-122"/>
              </a:rPr>
              <a:t>应用层</a:t>
            </a:r>
            <a:endParaRPr kumimoji="0" lang="en-US" altLang="zh-CN" sz="2000" dirty="0">
              <a:ea typeface="宋体" panose="02010600030101010101" pitchFamily="2" charset="-122"/>
            </a:endParaRPr>
          </a:p>
        </p:txBody>
      </p:sp>
      <p:sp>
        <p:nvSpPr>
          <p:cNvPr id="82" name="Rectangle 11"/>
          <p:cNvSpPr>
            <a:spLocks noChangeArrowheads="1"/>
          </p:cNvSpPr>
          <p:nvPr/>
        </p:nvSpPr>
        <p:spPr bwMode="auto">
          <a:xfrm>
            <a:off x="525472" y="3386138"/>
            <a:ext cx="1676400" cy="5334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kumimoji="0" lang="zh-CN" altLang="en-US" sz="2000" dirty="0">
                <a:ea typeface="宋体" panose="02010600030101010101" pitchFamily="2" charset="-122"/>
              </a:rPr>
              <a:t>传输层</a:t>
            </a:r>
            <a:endParaRPr kumimoji="0" lang="en-US" altLang="zh-CN" sz="2000" dirty="0">
              <a:ea typeface="宋体" panose="02010600030101010101" pitchFamily="2" charset="-122"/>
            </a:endParaRPr>
          </a:p>
        </p:txBody>
      </p:sp>
      <p:sp>
        <p:nvSpPr>
          <p:cNvPr id="83" name="Rectangle 12"/>
          <p:cNvSpPr>
            <a:spLocks noChangeArrowheads="1"/>
          </p:cNvSpPr>
          <p:nvPr/>
        </p:nvSpPr>
        <p:spPr bwMode="auto">
          <a:xfrm>
            <a:off x="525472" y="3919538"/>
            <a:ext cx="1676400" cy="5334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9pPr>
          </a:lstStyle>
          <a:p>
            <a:pPr algn="ctr">
              <a:spcBef>
                <a:spcPct val="0"/>
              </a:spcBef>
              <a:buNone/>
            </a:pPr>
            <a:r>
              <a:rPr lang="zh-CN" altLang="en-US" sz="2000" dirty="0">
                <a:ea typeface="宋体" panose="02010600030101010101" pitchFamily="2" charset="-122"/>
              </a:rPr>
              <a:t>网络层</a:t>
            </a:r>
            <a:endParaRPr lang="en-US" altLang="zh-CN" sz="2000" dirty="0">
              <a:ea typeface="宋体" panose="02010600030101010101" pitchFamily="2" charset="-122"/>
            </a:endParaRPr>
          </a:p>
        </p:txBody>
      </p:sp>
      <p:sp>
        <p:nvSpPr>
          <p:cNvPr id="84" name="Rectangle 13"/>
          <p:cNvSpPr>
            <a:spLocks noChangeArrowheads="1"/>
          </p:cNvSpPr>
          <p:nvPr/>
        </p:nvSpPr>
        <p:spPr bwMode="auto">
          <a:xfrm>
            <a:off x="525472" y="4452938"/>
            <a:ext cx="1676400" cy="106680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9pPr>
          </a:lstStyle>
          <a:p>
            <a:pPr algn="ctr">
              <a:spcBef>
                <a:spcPct val="0"/>
              </a:spcBef>
              <a:buNone/>
            </a:pPr>
            <a:r>
              <a:rPr lang="zh-CN" altLang="en-US" sz="2000" dirty="0">
                <a:ea typeface="宋体" panose="02010600030101010101" pitchFamily="2" charset="-122"/>
              </a:rPr>
              <a:t>接口层</a:t>
            </a:r>
            <a:endParaRPr lang="en-US" altLang="zh-CN" sz="2000" dirty="0">
              <a:ea typeface="宋体" panose="02010600030101010101" pitchFamily="2" charset="-122"/>
            </a:endParaRPr>
          </a:p>
        </p:txBody>
      </p:sp>
      <p:sp>
        <p:nvSpPr>
          <p:cNvPr id="85" name="Rectangle 9"/>
          <p:cNvSpPr>
            <a:spLocks noChangeArrowheads="1"/>
          </p:cNvSpPr>
          <p:nvPr/>
        </p:nvSpPr>
        <p:spPr bwMode="auto">
          <a:xfrm>
            <a:off x="6892916" y="1800225"/>
            <a:ext cx="1676400" cy="1589088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kumimoji="0" lang="zh-CN" altLang="en-US" sz="2000" dirty="0">
                <a:ea typeface="宋体" panose="02010600030101010101" pitchFamily="2" charset="-122"/>
              </a:rPr>
              <a:t>应用层</a:t>
            </a:r>
            <a:endParaRPr kumimoji="0" lang="en-US" altLang="zh-CN" sz="2000" dirty="0">
              <a:ea typeface="宋体" panose="02010600030101010101" pitchFamily="2" charset="-122"/>
            </a:endParaRPr>
          </a:p>
        </p:txBody>
      </p:sp>
      <p:sp>
        <p:nvSpPr>
          <p:cNvPr id="86" name="Rectangle 11"/>
          <p:cNvSpPr>
            <a:spLocks noChangeArrowheads="1"/>
          </p:cNvSpPr>
          <p:nvPr/>
        </p:nvSpPr>
        <p:spPr bwMode="auto">
          <a:xfrm>
            <a:off x="6892916" y="3389313"/>
            <a:ext cx="1676400" cy="5334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kumimoji="0" lang="zh-CN" altLang="en-US" sz="2000" dirty="0">
                <a:ea typeface="宋体" panose="02010600030101010101" pitchFamily="2" charset="-122"/>
              </a:rPr>
              <a:t>传输层</a:t>
            </a:r>
            <a:endParaRPr kumimoji="0" lang="en-US" altLang="zh-CN" sz="2000" dirty="0">
              <a:ea typeface="宋体" panose="02010600030101010101" pitchFamily="2" charset="-122"/>
            </a:endParaRPr>
          </a:p>
        </p:txBody>
      </p:sp>
      <p:sp>
        <p:nvSpPr>
          <p:cNvPr id="87" name="Rectangle 12"/>
          <p:cNvSpPr>
            <a:spLocks noChangeArrowheads="1"/>
          </p:cNvSpPr>
          <p:nvPr/>
        </p:nvSpPr>
        <p:spPr bwMode="auto">
          <a:xfrm>
            <a:off x="6892916" y="3922713"/>
            <a:ext cx="1676400" cy="5334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9pPr>
          </a:lstStyle>
          <a:p>
            <a:pPr algn="ctr">
              <a:spcBef>
                <a:spcPct val="0"/>
              </a:spcBef>
              <a:buNone/>
            </a:pPr>
            <a:r>
              <a:rPr lang="zh-CN" altLang="en-US" sz="2000" dirty="0">
                <a:ea typeface="宋体" panose="02010600030101010101" pitchFamily="2" charset="-122"/>
              </a:rPr>
              <a:t>网络层</a:t>
            </a:r>
            <a:endParaRPr lang="en-US" altLang="zh-CN" sz="2000" dirty="0">
              <a:ea typeface="宋体" panose="02010600030101010101" pitchFamily="2" charset="-122"/>
            </a:endParaRPr>
          </a:p>
        </p:txBody>
      </p:sp>
      <p:sp>
        <p:nvSpPr>
          <p:cNvPr id="88" name="Rectangle 13"/>
          <p:cNvSpPr>
            <a:spLocks noChangeArrowheads="1"/>
          </p:cNvSpPr>
          <p:nvPr/>
        </p:nvSpPr>
        <p:spPr bwMode="auto">
          <a:xfrm>
            <a:off x="6892916" y="4456113"/>
            <a:ext cx="1676400" cy="1066800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9pPr>
          </a:lstStyle>
          <a:p>
            <a:pPr algn="ctr">
              <a:spcBef>
                <a:spcPct val="0"/>
              </a:spcBef>
              <a:buNone/>
            </a:pPr>
            <a:r>
              <a:rPr lang="zh-CN" altLang="en-US" sz="2000" dirty="0">
                <a:ea typeface="宋体" panose="02010600030101010101" pitchFamily="2" charset="-122"/>
              </a:rPr>
              <a:t>接口层</a:t>
            </a:r>
            <a:endParaRPr lang="en-US" altLang="zh-CN" sz="2000" dirty="0">
              <a:ea typeface="宋体" panose="02010600030101010101" pitchFamily="2" charset="-122"/>
            </a:endParaRPr>
          </a:p>
        </p:txBody>
      </p:sp>
      <p:sp>
        <p:nvSpPr>
          <p:cNvPr id="89" name="Line 40"/>
          <p:cNvSpPr>
            <a:spLocks noChangeShapeType="1"/>
          </p:cNvSpPr>
          <p:nvPr/>
        </p:nvSpPr>
        <p:spPr bwMode="auto">
          <a:xfrm flipV="1">
            <a:off x="7737475" y="5519738"/>
            <a:ext cx="0" cy="3048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97" name="组合 96"/>
          <p:cNvGrpSpPr/>
          <p:nvPr/>
        </p:nvGrpSpPr>
        <p:grpSpPr>
          <a:xfrm>
            <a:off x="4327651" y="4153695"/>
            <a:ext cx="433189" cy="1066800"/>
            <a:chOff x="4668856" y="4067970"/>
            <a:chExt cx="304800" cy="1066800"/>
          </a:xfrm>
        </p:grpSpPr>
        <p:sp>
          <p:nvSpPr>
            <p:cNvPr id="98" name="Line 30"/>
            <p:cNvSpPr>
              <a:spLocks noChangeShapeType="1"/>
            </p:cNvSpPr>
            <p:nvPr/>
          </p:nvSpPr>
          <p:spPr bwMode="auto">
            <a:xfrm>
              <a:off x="4668856" y="4067970"/>
              <a:ext cx="304800" cy="0"/>
            </a:xfrm>
            <a:prstGeom prst="line">
              <a:avLst/>
            </a:prstGeom>
            <a:noFill/>
            <a:ln w="19050">
              <a:solidFill>
                <a:schemeClr val="bg2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" name="Line 31"/>
            <p:cNvSpPr>
              <a:spLocks noChangeShapeType="1"/>
            </p:cNvSpPr>
            <p:nvPr/>
          </p:nvSpPr>
          <p:spPr bwMode="auto">
            <a:xfrm>
              <a:off x="4668856" y="4601370"/>
              <a:ext cx="304800" cy="0"/>
            </a:xfrm>
            <a:prstGeom prst="line">
              <a:avLst/>
            </a:prstGeom>
            <a:noFill/>
            <a:ln w="19050">
              <a:solidFill>
                <a:schemeClr val="bg2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" name="Line 32"/>
            <p:cNvSpPr>
              <a:spLocks noChangeShapeType="1"/>
            </p:cNvSpPr>
            <p:nvPr/>
          </p:nvSpPr>
          <p:spPr bwMode="auto">
            <a:xfrm>
              <a:off x="4668856" y="5134770"/>
              <a:ext cx="304800" cy="0"/>
            </a:xfrm>
            <a:prstGeom prst="line">
              <a:avLst/>
            </a:prstGeom>
            <a:noFill/>
            <a:ln w="19050">
              <a:solidFill>
                <a:schemeClr val="bg2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08" name="Rectangle 12"/>
          <p:cNvSpPr>
            <a:spLocks noChangeArrowheads="1"/>
          </p:cNvSpPr>
          <p:nvPr/>
        </p:nvSpPr>
        <p:spPr bwMode="auto">
          <a:xfrm>
            <a:off x="2486109" y="3919538"/>
            <a:ext cx="1844633" cy="5334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9pPr>
          </a:lstStyle>
          <a:p>
            <a:pPr algn="ctr">
              <a:spcBef>
                <a:spcPct val="0"/>
              </a:spcBef>
              <a:buNone/>
            </a:pPr>
            <a:r>
              <a:rPr lang="zh-CN" altLang="en-US" sz="2000" dirty="0">
                <a:ea typeface="宋体" panose="02010600030101010101" pitchFamily="2" charset="-122"/>
              </a:rPr>
              <a:t>网络层</a:t>
            </a:r>
            <a:endParaRPr lang="en-US" altLang="zh-CN" sz="2000" dirty="0">
              <a:ea typeface="宋体" panose="02010600030101010101" pitchFamily="2" charset="-122"/>
            </a:endParaRPr>
          </a:p>
        </p:txBody>
      </p:sp>
      <p:sp>
        <p:nvSpPr>
          <p:cNvPr id="109" name="Rectangle 13"/>
          <p:cNvSpPr>
            <a:spLocks noChangeArrowheads="1"/>
          </p:cNvSpPr>
          <p:nvPr/>
        </p:nvSpPr>
        <p:spPr bwMode="auto">
          <a:xfrm>
            <a:off x="2486110" y="4452938"/>
            <a:ext cx="928692" cy="106680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9pPr>
          </a:lstStyle>
          <a:p>
            <a:pPr algn="ctr">
              <a:spcBef>
                <a:spcPct val="0"/>
              </a:spcBef>
              <a:buNone/>
            </a:pPr>
            <a:r>
              <a:rPr lang="zh-CN" altLang="en-US" sz="2000" dirty="0">
                <a:ea typeface="宋体" panose="02010600030101010101" pitchFamily="2" charset="-122"/>
              </a:rPr>
              <a:t>接口层</a:t>
            </a:r>
            <a:endParaRPr lang="en-US" altLang="zh-CN" sz="2000" dirty="0">
              <a:ea typeface="宋体" panose="02010600030101010101" pitchFamily="2" charset="-122"/>
            </a:endParaRPr>
          </a:p>
        </p:txBody>
      </p:sp>
      <p:sp>
        <p:nvSpPr>
          <p:cNvPr id="112" name="Rectangle 13"/>
          <p:cNvSpPr>
            <a:spLocks noChangeArrowheads="1"/>
          </p:cNvSpPr>
          <p:nvPr/>
        </p:nvSpPr>
        <p:spPr bwMode="auto">
          <a:xfrm>
            <a:off x="3403667" y="4452938"/>
            <a:ext cx="928692" cy="10668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9pPr>
          </a:lstStyle>
          <a:p>
            <a:pPr algn="ctr">
              <a:spcBef>
                <a:spcPct val="0"/>
              </a:spcBef>
              <a:buNone/>
            </a:pPr>
            <a:r>
              <a:rPr lang="zh-CN" altLang="en-US" sz="2000" dirty="0">
                <a:ea typeface="宋体" panose="02010600030101010101" pitchFamily="2" charset="-122"/>
              </a:rPr>
              <a:t>接口层</a:t>
            </a:r>
            <a:endParaRPr lang="en-US" altLang="zh-CN" sz="2000" dirty="0">
              <a:ea typeface="宋体" panose="02010600030101010101" pitchFamily="2" charset="-122"/>
            </a:endParaRPr>
          </a:p>
        </p:txBody>
      </p:sp>
      <p:sp>
        <p:nvSpPr>
          <p:cNvPr id="113" name="Rectangle 12"/>
          <p:cNvSpPr>
            <a:spLocks noChangeArrowheads="1"/>
          </p:cNvSpPr>
          <p:nvPr/>
        </p:nvSpPr>
        <p:spPr bwMode="auto">
          <a:xfrm>
            <a:off x="4762458" y="3922714"/>
            <a:ext cx="1844633" cy="5334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9pPr>
          </a:lstStyle>
          <a:p>
            <a:pPr algn="ctr">
              <a:spcBef>
                <a:spcPct val="0"/>
              </a:spcBef>
              <a:buNone/>
            </a:pPr>
            <a:r>
              <a:rPr lang="zh-CN" altLang="en-US" sz="2000" dirty="0">
                <a:ea typeface="宋体" panose="02010600030101010101" pitchFamily="2" charset="-122"/>
              </a:rPr>
              <a:t>网络层</a:t>
            </a:r>
            <a:endParaRPr lang="en-US" altLang="zh-CN" sz="2000" dirty="0">
              <a:ea typeface="宋体" panose="02010600030101010101" pitchFamily="2" charset="-122"/>
            </a:endParaRPr>
          </a:p>
        </p:txBody>
      </p:sp>
      <p:sp>
        <p:nvSpPr>
          <p:cNvPr id="114" name="Rectangle 13"/>
          <p:cNvSpPr>
            <a:spLocks noChangeArrowheads="1"/>
          </p:cNvSpPr>
          <p:nvPr/>
        </p:nvSpPr>
        <p:spPr bwMode="auto">
          <a:xfrm>
            <a:off x="4762459" y="4456114"/>
            <a:ext cx="928692" cy="10668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9pPr>
          </a:lstStyle>
          <a:p>
            <a:pPr algn="ctr">
              <a:spcBef>
                <a:spcPct val="0"/>
              </a:spcBef>
              <a:buNone/>
            </a:pPr>
            <a:r>
              <a:rPr lang="zh-CN" altLang="en-US" sz="2000" dirty="0">
                <a:ea typeface="宋体" panose="02010600030101010101" pitchFamily="2" charset="-122"/>
              </a:rPr>
              <a:t>接口层</a:t>
            </a:r>
            <a:endParaRPr lang="en-US" altLang="zh-CN" sz="2000" dirty="0">
              <a:ea typeface="宋体" panose="02010600030101010101" pitchFamily="2" charset="-122"/>
            </a:endParaRPr>
          </a:p>
        </p:txBody>
      </p:sp>
      <p:sp>
        <p:nvSpPr>
          <p:cNvPr id="115" name="Rectangle 13"/>
          <p:cNvSpPr>
            <a:spLocks noChangeArrowheads="1"/>
          </p:cNvSpPr>
          <p:nvPr/>
        </p:nvSpPr>
        <p:spPr bwMode="auto">
          <a:xfrm>
            <a:off x="5680016" y="4456114"/>
            <a:ext cx="928692" cy="1066800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9pPr>
          </a:lstStyle>
          <a:p>
            <a:pPr algn="ctr">
              <a:spcBef>
                <a:spcPct val="0"/>
              </a:spcBef>
              <a:buNone/>
            </a:pPr>
            <a:r>
              <a:rPr lang="zh-CN" altLang="en-US" sz="2000" dirty="0">
                <a:ea typeface="宋体" panose="02010600030101010101" pitchFamily="2" charset="-122"/>
              </a:rPr>
              <a:t>接口层</a:t>
            </a:r>
            <a:endParaRPr lang="en-US" altLang="zh-CN" sz="2000" dirty="0">
              <a:ea typeface="宋体" panose="02010600030101010101" pitchFamily="2" charset="-122"/>
            </a:endParaRPr>
          </a:p>
        </p:txBody>
      </p:sp>
      <p:sp>
        <p:nvSpPr>
          <p:cNvPr id="116" name="Text Box 46"/>
          <p:cNvSpPr txBox="1">
            <a:spLocks noChangeArrowheads="1"/>
          </p:cNvSpPr>
          <p:nvPr/>
        </p:nvSpPr>
        <p:spPr bwMode="auto">
          <a:xfrm>
            <a:off x="5197390" y="3540068"/>
            <a:ext cx="95410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zh-CN" altLang="en-US" sz="2000" dirty="0">
                <a:solidFill>
                  <a:srgbClr val="000099"/>
                </a:solidFill>
                <a:ea typeface="宋体" panose="02010600030101010101" pitchFamily="2" charset="-122"/>
              </a:rPr>
              <a:t>路由器</a:t>
            </a:r>
            <a:endParaRPr kumimoji="0" lang="en-US" altLang="zh-CN" sz="2000" dirty="0">
              <a:solidFill>
                <a:srgbClr val="000099"/>
              </a:solidFill>
              <a:ea typeface="宋体" panose="02010600030101010101" pitchFamily="2" charset="-122"/>
            </a:endParaRPr>
          </a:p>
        </p:txBody>
      </p:sp>
      <p:sp>
        <p:nvSpPr>
          <p:cNvPr id="117" name="Text Box 42"/>
          <p:cNvSpPr txBox="1">
            <a:spLocks noChangeArrowheads="1"/>
          </p:cNvSpPr>
          <p:nvPr/>
        </p:nvSpPr>
        <p:spPr bwMode="auto">
          <a:xfrm>
            <a:off x="601437" y="1314370"/>
            <a:ext cx="15178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kumimoji="0" lang="zh-CN" altLang="en-US" sz="2000" dirty="0">
                <a:solidFill>
                  <a:schemeClr val="accent1">
                    <a:lumMod val="75000"/>
                  </a:schemeClr>
                </a:solidFill>
                <a:ea typeface="宋体" panose="02010600030101010101" pitchFamily="2" charset="-122"/>
              </a:rPr>
              <a:t>主机</a:t>
            </a:r>
            <a:r>
              <a:rPr kumimoji="0" lang="en-US" altLang="zh-CN" sz="2000" dirty="0">
                <a:solidFill>
                  <a:schemeClr val="accent1">
                    <a:lumMod val="75000"/>
                  </a:schemeClr>
                </a:solidFill>
                <a:ea typeface="宋体" panose="02010600030101010101" pitchFamily="2" charset="-122"/>
              </a:rPr>
              <a:t>A</a:t>
            </a:r>
          </a:p>
        </p:txBody>
      </p:sp>
      <p:sp>
        <p:nvSpPr>
          <p:cNvPr id="118" name="Text Box 42"/>
          <p:cNvSpPr txBox="1">
            <a:spLocks noChangeArrowheads="1"/>
          </p:cNvSpPr>
          <p:nvPr/>
        </p:nvSpPr>
        <p:spPr bwMode="auto">
          <a:xfrm>
            <a:off x="6952446" y="1323820"/>
            <a:ext cx="15178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Gulim" pitchFamily="34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kumimoji="0" lang="zh-CN" altLang="en-US" sz="2000" dirty="0">
                <a:solidFill>
                  <a:schemeClr val="accent1">
                    <a:lumMod val="75000"/>
                  </a:schemeClr>
                </a:solidFill>
                <a:ea typeface="宋体" panose="02010600030101010101" pitchFamily="2" charset="-122"/>
              </a:rPr>
              <a:t>主机</a:t>
            </a:r>
            <a:r>
              <a:rPr kumimoji="0" lang="en-US" altLang="zh-CN" sz="2000" dirty="0">
                <a:solidFill>
                  <a:schemeClr val="accent1">
                    <a:lumMod val="75000"/>
                  </a:schemeClr>
                </a:solidFill>
                <a:ea typeface="宋体" panose="02010600030101010101" pitchFamily="2" charset="-122"/>
              </a:rPr>
              <a:t>B</a:t>
            </a:r>
          </a:p>
        </p:txBody>
      </p:sp>
      <p:sp>
        <p:nvSpPr>
          <p:cNvPr id="120" name="矩形 119"/>
          <p:cNvSpPr/>
          <p:nvPr/>
        </p:nvSpPr>
        <p:spPr bwMode="auto">
          <a:xfrm>
            <a:off x="496766" y="3926934"/>
            <a:ext cx="8094958" cy="540836"/>
          </a:xfrm>
          <a:prstGeom prst="rect">
            <a:avLst/>
          </a:prstGeom>
          <a:solidFill>
            <a:schemeClr val="accent6">
              <a:lumMod val="75000"/>
              <a:alpha val="32000"/>
            </a:schemeClr>
          </a:solidFill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/>
          <a:lstStyle/>
          <a:p>
            <a:pPr marL="342900" marR="0" indent="-342900" algn="ctr" defTabSz="914400" rtl="0" eaLnBrk="1" fontAlgn="base" latinLnBrk="0" hangingPunct="1">
              <a:lnSpc>
                <a:spcPct val="120000"/>
              </a:lnSpc>
              <a:spcBef>
                <a:spcPct val="10000"/>
              </a:spcBef>
              <a:spcAft>
                <a:spcPct val="0"/>
              </a:spcAft>
              <a:buClr>
                <a:schemeClr val="tx1"/>
              </a:buClr>
              <a:buSzTx/>
              <a:buFont typeface="Symbol" panose="05050102010706020507" pitchFamily="18" charset="2"/>
              <a:buBlip>
                <a:blip r:embed="rId3"/>
              </a:buBlip>
            </a:pPr>
            <a:endParaRPr kumimoji="1" lang="zh-CN" altLang="en-US" sz="2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3" name="矩形 2"/>
          <p:cNvSpPr/>
          <p:nvPr/>
        </p:nvSpPr>
        <p:spPr bwMode="auto">
          <a:xfrm>
            <a:off x="677342" y="3332173"/>
            <a:ext cx="222250" cy="114298"/>
          </a:xfrm>
          <a:prstGeom prst="rect">
            <a:avLst/>
          </a:prstGeom>
          <a:solidFill>
            <a:schemeClr val="accent2">
              <a:lumMod val="7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/>
          <a:lstStyle/>
          <a:p>
            <a:pPr marL="342900" marR="0" indent="-342900" algn="ctr" defTabSz="914400" rtl="0" eaLnBrk="1" fontAlgn="base" latinLnBrk="0" hangingPunct="1">
              <a:lnSpc>
                <a:spcPct val="120000"/>
              </a:lnSpc>
              <a:spcBef>
                <a:spcPct val="10000"/>
              </a:spcBef>
              <a:spcAft>
                <a:spcPct val="0"/>
              </a:spcAft>
              <a:buClr>
                <a:schemeClr val="tx1"/>
              </a:buClr>
              <a:buSzTx/>
              <a:buFont typeface="Symbol" panose="05050102010706020507" pitchFamily="18" charset="2"/>
              <a:buBlip>
                <a:blip r:embed="rId3"/>
              </a:buBlip>
            </a:pPr>
            <a:endParaRPr kumimoji="1" lang="zh-CN" altLang="en-US" sz="2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4" name="矩形 3"/>
          <p:cNvSpPr/>
          <p:nvPr/>
        </p:nvSpPr>
        <p:spPr bwMode="auto">
          <a:xfrm>
            <a:off x="1422827" y="3329984"/>
            <a:ext cx="222250" cy="114298"/>
          </a:xfrm>
          <a:prstGeom prst="rect">
            <a:avLst/>
          </a:prstGeom>
          <a:solidFill>
            <a:schemeClr val="accent2">
              <a:lumMod val="7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/>
          <a:lstStyle/>
          <a:p>
            <a:pPr marL="342900" indent="-342900" algn="ctr" fontAlgn="base">
              <a:lnSpc>
                <a:spcPct val="120000"/>
              </a:lnSpc>
              <a:spcBef>
                <a:spcPct val="10000"/>
              </a:spcBef>
              <a:spcAft>
                <a:spcPct val="0"/>
              </a:spcAft>
              <a:buClr>
                <a:schemeClr val="tx1"/>
              </a:buClr>
              <a:buBlip>
                <a:blip r:embed="rId3"/>
              </a:buBlip>
            </a:pPr>
            <a:endParaRPr kumimoji="1" lang="zh-CN" altLang="en-US" sz="28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5" name="矩形 4"/>
          <p:cNvSpPr/>
          <p:nvPr/>
        </p:nvSpPr>
        <p:spPr bwMode="auto">
          <a:xfrm>
            <a:off x="1800671" y="3327411"/>
            <a:ext cx="222250" cy="114298"/>
          </a:xfrm>
          <a:prstGeom prst="rect">
            <a:avLst/>
          </a:prstGeom>
          <a:solidFill>
            <a:schemeClr val="accent2">
              <a:lumMod val="7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/>
          <a:lstStyle/>
          <a:p>
            <a:pPr marL="342900" indent="-342900" algn="ctr" fontAlgn="base">
              <a:lnSpc>
                <a:spcPct val="120000"/>
              </a:lnSpc>
              <a:spcBef>
                <a:spcPct val="10000"/>
              </a:spcBef>
              <a:spcAft>
                <a:spcPct val="0"/>
              </a:spcAft>
              <a:buClr>
                <a:schemeClr val="tx1"/>
              </a:buClr>
              <a:buBlip>
                <a:blip r:embed="rId3"/>
              </a:buBlip>
            </a:pPr>
            <a:endParaRPr kumimoji="1" lang="zh-CN" altLang="en-US" sz="28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6" name="矩形 5"/>
          <p:cNvSpPr/>
          <p:nvPr/>
        </p:nvSpPr>
        <p:spPr bwMode="auto">
          <a:xfrm>
            <a:off x="1052940" y="3327411"/>
            <a:ext cx="222250" cy="114298"/>
          </a:xfrm>
          <a:prstGeom prst="rect">
            <a:avLst/>
          </a:prstGeom>
          <a:solidFill>
            <a:schemeClr val="accent2">
              <a:lumMod val="7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/>
          <a:lstStyle/>
          <a:p>
            <a:pPr marL="342900" indent="-342900" algn="ctr" fontAlgn="base">
              <a:lnSpc>
                <a:spcPct val="120000"/>
              </a:lnSpc>
              <a:spcBef>
                <a:spcPct val="10000"/>
              </a:spcBef>
              <a:spcAft>
                <a:spcPct val="0"/>
              </a:spcAft>
              <a:buClr>
                <a:schemeClr val="tx1"/>
              </a:buClr>
              <a:buBlip>
                <a:blip r:embed="rId3"/>
              </a:buBlip>
            </a:pPr>
            <a:endParaRPr kumimoji="1" lang="zh-CN" altLang="en-US" sz="28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7" name="矩形 6"/>
          <p:cNvSpPr/>
          <p:nvPr/>
        </p:nvSpPr>
        <p:spPr bwMode="auto">
          <a:xfrm>
            <a:off x="7066875" y="3330195"/>
            <a:ext cx="222250" cy="114298"/>
          </a:xfrm>
          <a:prstGeom prst="rect">
            <a:avLst/>
          </a:prstGeom>
          <a:solidFill>
            <a:schemeClr val="accent2">
              <a:lumMod val="7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/>
          <a:lstStyle/>
          <a:p>
            <a:pPr marL="342900" indent="-342900" algn="ctr" fontAlgn="base">
              <a:lnSpc>
                <a:spcPct val="120000"/>
              </a:lnSpc>
              <a:spcBef>
                <a:spcPct val="10000"/>
              </a:spcBef>
              <a:spcAft>
                <a:spcPct val="0"/>
              </a:spcAft>
              <a:buClr>
                <a:schemeClr val="tx1"/>
              </a:buClr>
              <a:buBlip>
                <a:blip r:embed="rId3"/>
              </a:buBlip>
            </a:pPr>
            <a:endParaRPr kumimoji="1" lang="zh-CN" altLang="en-US" sz="28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8" name="矩形 7"/>
          <p:cNvSpPr/>
          <p:nvPr/>
        </p:nvSpPr>
        <p:spPr bwMode="auto">
          <a:xfrm>
            <a:off x="7812360" y="3328006"/>
            <a:ext cx="222250" cy="114298"/>
          </a:xfrm>
          <a:prstGeom prst="rect">
            <a:avLst/>
          </a:prstGeom>
          <a:solidFill>
            <a:schemeClr val="accent2">
              <a:lumMod val="7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/>
          <a:lstStyle/>
          <a:p>
            <a:pPr marL="342900" indent="-342900" algn="ctr" fontAlgn="base">
              <a:lnSpc>
                <a:spcPct val="120000"/>
              </a:lnSpc>
              <a:spcBef>
                <a:spcPct val="10000"/>
              </a:spcBef>
              <a:spcAft>
                <a:spcPct val="0"/>
              </a:spcAft>
              <a:buClr>
                <a:schemeClr val="tx1"/>
              </a:buClr>
              <a:buBlip>
                <a:blip r:embed="rId3"/>
              </a:buBlip>
            </a:pPr>
            <a:endParaRPr kumimoji="1" lang="zh-CN" altLang="en-US" sz="28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9" name="矩形 8"/>
          <p:cNvSpPr/>
          <p:nvPr/>
        </p:nvSpPr>
        <p:spPr bwMode="auto">
          <a:xfrm>
            <a:off x="8190204" y="3325433"/>
            <a:ext cx="222250" cy="114298"/>
          </a:xfrm>
          <a:prstGeom prst="rect">
            <a:avLst/>
          </a:prstGeom>
          <a:solidFill>
            <a:schemeClr val="accent2">
              <a:lumMod val="7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/>
          <a:lstStyle/>
          <a:p>
            <a:pPr marL="342900" indent="-342900" algn="ctr" fontAlgn="base">
              <a:lnSpc>
                <a:spcPct val="120000"/>
              </a:lnSpc>
              <a:spcBef>
                <a:spcPct val="10000"/>
              </a:spcBef>
              <a:spcAft>
                <a:spcPct val="0"/>
              </a:spcAft>
              <a:buClr>
                <a:schemeClr val="tx1"/>
              </a:buClr>
              <a:buBlip>
                <a:blip r:embed="rId3"/>
              </a:buBlip>
            </a:pPr>
            <a:endParaRPr kumimoji="1" lang="zh-CN" altLang="en-US" sz="28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0" name="矩形 9"/>
          <p:cNvSpPr/>
          <p:nvPr/>
        </p:nvSpPr>
        <p:spPr bwMode="auto">
          <a:xfrm>
            <a:off x="7442473" y="3325433"/>
            <a:ext cx="222250" cy="114298"/>
          </a:xfrm>
          <a:prstGeom prst="rect">
            <a:avLst/>
          </a:prstGeom>
          <a:solidFill>
            <a:schemeClr val="accent2">
              <a:lumMod val="7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/>
          <a:lstStyle/>
          <a:p>
            <a:pPr marL="342900" indent="-342900" algn="ctr" fontAlgn="base">
              <a:lnSpc>
                <a:spcPct val="120000"/>
              </a:lnSpc>
              <a:spcBef>
                <a:spcPct val="10000"/>
              </a:spcBef>
              <a:spcAft>
                <a:spcPct val="0"/>
              </a:spcAft>
              <a:buClr>
                <a:schemeClr val="tx1"/>
              </a:buClr>
              <a:buBlip>
                <a:blip r:embed="rId3"/>
              </a:buBlip>
            </a:pPr>
            <a:endParaRPr kumimoji="1" lang="zh-CN" altLang="en-US" sz="28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2388658" y="6103938"/>
            <a:ext cx="3877985" cy="36933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txBody>
          <a:bodyPr wrap="none">
            <a:spAutoFit/>
          </a:bodyPr>
          <a:lstStyle/>
          <a:p>
            <a:pPr algn="ctr">
              <a:spcBef>
                <a:spcPct val="0"/>
              </a:spcBef>
              <a:buNone/>
            </a:pPr>
            <a:r>
              <a:rPr lang="zh-CN" altLang="en-US" dirty="0">
                <a:ea typeface="宋体" panose="02010600030101010101" pitchFamily="2" charset="-122"/>
              </a:rPr>
              <a:t>接口层通常包括数据链路层和物理层</a:t>
            </a:r>
            <a:endParaRPr lang="en-US" altLang="zh-CN" dirty="0">
              <a:ea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3" name="Freeform 1285"/>
          <p:cNvSpPr/>
          <p:nvPr/>
        </p:nvSpPr>
        <p:spPr bwMode="auto">
          <a:xfrm>
            <a:off x="6619869" y="3516313"/>
            <a:ext cx="1314450" cy="674687"/>
          </a:xfrm>
          <a:custGeom>
            <a:avLst/>
            <a:gdLst>
              <a:gd name="T0" fmla="*/ 2147483647 w 828"/>
              <a:gd name="T1" fmla="*/ 2147483647 h 425"/>
              <a:gd name="T2" fmla="*/ 2147483647 w 828"/>
              <a:gd name="T3" fmla="*/ 2147483647 h 425"/>
              <a:gd name="T4" fmla="*/ 2147483647 w 828"/>
              <a:gd name="T5" fmla="*/ 2147483647 h 425"/>
              <a:gd name="T6" fmla="*/ 2147483647 w 828"/>
              <a:gd name="T7" fmla="*/ 2147483647 h 425"/>
              <a:gd name="T8" fmla="*/ 2147483647 w 828"/>
              <a:gd name="T9" fmla="*/ 2147483647 h 425"/>
              <a:gd name="T10" fmla="*/ 2147483647 w 828"/>
              <a:gd name="T11" fmla="*/ 2147483647 h 425"/>
              <a:gd name="T12" fmla="*/ 2147483647 w 828"/>
              <a:gd name="T13" fmla="*/ 2147483647 h 425"/>
              <a:gd name="T14" fmla="*/ 2147483647 w 828"/>
              <a:gd name="T15" fmla="*/ 2147483647 h 425"/>
              <a:gd name="T16" fmla="*/ 2147483647 w 828"/>
              <a:gd name="T17" fmla="*/ 2147483647 h 425"/>
              <a:gd name="T18" fmla="*/ 2147483647 w 828"/>
              <a:gd name="T19" fmla="*/ 2147483647 h 425"/>
              <a:gd name="T20" fmla="*/ 2147483647 w 828"/>
              <a:gd name="T21" fmla="*/ 2147483647 h 425"/>
              <a:gd name="T22" fmla="*/ 2147483647 w 828"/>
              <a:gd name="T23" fmla="*/ 2147483647 h 42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828"/>
              <a:gd name="T37" fmla="*/ 0 h 425"/>
              <a:gd name="T38" fmla="*/ 828 w 828"/>
              <a:gd name="T39" fmla="*/ 425 h 42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828" h="425">
                <a:moveTo>
                  <a:pt x="382" y="30"/>
                </a:moveTo>
                <a:cubicBezTo>
                  <a:pt x="350" y="29"/>
                  <a:pt x="413" y="30"/>
                  <a:pt x="370" y="30"/>
                </a:cubicBezTo>
                <a:cubicBezTo>
                  <a:pt x="327" y="30"/>
                  <a:pt x="187" y="16"/>
                  <a:pt x="126" y="32"/>
                </a:cubicBezTo>
                <a:cubicBezTo>
                  <a:pt x="65" y="48"/>
                  <a:pt x="12" y="86"/>
                  <a:pt x="6" y="126"/>
                </a:cubicBezTo>
                <a:cubicBezTo>
                  <a:pt x="0" y="166"/>
                  <a:pt x="44" y="231"/>
                  <a:pt x="92" y="274"/>
                </a:cubicBezTo>
                <a:cubicBezTo>
                  <a:pt x="140" y="317"/>
                  <a:pt x="217" y="360"/>
                  <a:pt x="292" y="384"/>
                </a:cubicBezTo>
                <a:cubicBezTo>
                  <a:pt x="367" y="408"/>
                  <a:pt x="472" y="425"/>
                  <a:pt x="540" y="416"/>
                </a:cubicBezTo>
                <a:cubicBezTo>
                  <a:pt x="608" y="407"/>
                  <a:pt x="659" y="371"/>
                  <a:pt x="698" y="330"/>
                </a:cubicBezTo>
                <a:cubicBezTo>
                  <a:pt x="737" y="289"/>
                  <a:pt x="760" y="221"/>
                  <a:pt x="776" y="170"/>
                </a:cubicBezTo>
                <a:cubicBezTo>
                  <a:pt x="792" y="119"/>
                  <a:pt x="828" y="44"/>
                  <a:pt x="792" y="22"/>
                </a:cubicBezTo>
                <a:cubicBezTo>
                  <a:pt x="756" y="0"/>
                  <a:pt x="630" y="37"/>
                  <a:pt x="560" y="38"/>
                </a:cubicBezTo>
                <a:cubicBezTo>
                  <a:pt x="490" y="39"/>
                  <a:pt x="414" y="31"/>
                  <a:pt x="382" y="30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34" name="Freeform 1286"/>
          <p:cNvSpPr/>
          <p:nvPr/>
        </p:nvSpPr>
        <p:spPr bwMode="auto">
          <a:xfrm>
            <a:off x="6638919" y="1990725"/>
            <a:ext cx="1730375" cy="1125538"/>
          </a:xfrm>
          <a:custGeom>
            <a:avLst/>
            <a:gdLst>
              <a:gd name="T0" fmla="*/ 2147483647 w 765"/>
              <a:gd name="T1" fmla="*/ 2147483647 h 459"/>
              <a:gd name="T2" fmla="*/ 2147483647 w 765"/>
              <a:gd name="T3" fmla="*/ 2147483647 h 459"/>
              <a:gd name="T4" fmla="*/ 2147483647 w 765"/>
              <a:gd name="T5" fmla="*/ 2147483647 h 459"/>
              <a:gd name="T6" fmla="*/ 2147483647 w 765"/>
              <a:gd name="T7" fmla="*/ 2147483647 h 459"/>
              <a:gd name="T8" fmla="*/ 2147483647 w 765"/>
              <a:gd name="T9" fmla="*/ 2147483647 h 459"/>
              <a:gd name="T10" fmla="*/ 2147483647 w 765"/>
              <a:gd name="T11" fmla="*/ 2147483647 h 459"/>
              <a:gd name="T12" fmla="*/ 2147483647 w 765"/>
              <a:gd name="T13" fmla="*/ 2147483647 h 459"/>
              <a:gd name="T14" fmla="*/ 2147483647 w 765"/>
              <a:gd name="T15" fmla="*/ 2147483647 h 459"/>
              <a:gd name="T16" fmla="*/ 2147483647 w 765"/>
              <a:gd name="T17" fmla="*/ 2147483647 h 459"/>
              <a:gd name="T18" fmla="*/ 2147483647 w 765"/>
              <a:gd name="T19" fmla="*/ 2147483647 h 459"/>
              <a:gd name="T20" fmla="*/ 2147483647 w 765"/>
              <a:gd name="T21" fmla="*/ 2147483647 h 459"/>
              <a:gd name="T22" fmla="*/ 2147483647 w 765"/>
              <a:gd name="T23" fmla="*/ 2147483647 h 45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765"/>
              <a:gd name="T37" fmla="*/ 0 h 459"/>
              <a:gd name="T38" fmla="*/ 765 w 765"/>
              <a:gd name="T39" fmla="*/ 459 h 459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765" h="459">
                <a:moveTo>
                  <a:pt x="424" y="10"/>
                </a:moveTo>
                <a:cubicBezTo>
                  <a:pt x="362" y="16"/>
                  <a:pt x="343" y="55"/>
                  <a:pt x="288" y="70"/>
                </a:cubicBezTo>
                <a:cubicBezTo>
                  <a:pt x="233" y="85"/>
                  <a:pt x="142" y="56"/>
                  <a:pt x="96" y="100"/>
                </a:cubicBezTo>
                <a:cubicBezTo>
                  <a:pt x="50" y="144"/>
                  <a:pt x="0" y="279"/>
                  <a:pt x="14" y="336"/>
                </a:cubicBezTo>
                <a:cubicBezTo>
                  <a:pt x="28" y="393"/>
                  <a:pt x="125" y="429"/>
                  <a:pt x="180" y="444"/>
                </a:cubicBezTo>
                <a:cubicBezTo>
                  <a:pt x="235" y="459"/>
                  <a:pt x="279" y="426"/>
                  <a:pt x="346" y="426"/>
                </a:cubicBezTo>
                <a:cubicBezTo>
                  <a:pt x="413" y="426"/>
                  <a:pt x="525" y="443"/>
                  <a:pt x="584" y="444"/>
                </a:cubicBezTo>
                <a:cubicBezTo>
                  <a:pt x="643" y="445"/>
                  <a:pt x="670" y="446"/>
                  <a:pt x="698" y="434"/>
                </a:cubicBezTo>
                <a:cubicBezTo>
                  <a:pt x="726" y="422"/>
                  <a:pt x="743" y="418"/>
                  <a:pt x="752" y="372"/>
                </a:cubicBezTo>
                <a:cubicBezTo>
                  <a:pt x="761" y="326"/>
                  <a:pt x="765" y="214"/>
                  <a:pt x="750" y="158"/>
                </a:cubicBezTo>
                <a:cubicBezTo>
                  <a:pt x="735" y="102"/>
                  <a:pt x="716" y="58"/>
                  <a:pt x="662" y="34"/>
                </a:cubicBezTo>
                <a:cubicBezTo>
                  <a:pt x="608" y="10"/>
                  <a:pt x="505" y="0"/>
                  <a:pt x="424" y="10"/>
                </a:cubicBezTo>
                <a:close/>
              </a:path>
            </a:pathLst>
          </a:custGeom>
          <a:gradFill rotWithShape="1">
            <a:gsLst>
              <a:gs pos="0">
                <a:srgbClr val="00CCFF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35" name="Freeform 1287"/>
          <p:cNvSpPr/>
          <p:nvPr/>
        </p:nvSpPr>
        <p:spPr bwMode="auto">
          <a:xfrm>
            <a:off x="4818056" y="1698625"/>
            <a:ext cx="1736725" cy="1071563"/>
          </a:xfrm>
          <a:custGeom>
            <a:avLst/>
            <a:gdLst>
              <a:gd name="T0" fmla="*/ 2147483647 w 1036"/>
              <a:gd name="T1" fmla="*/ 2147483647 h 675"/>
              <a:gd name="T2" fmla="*/ 2147483647 w 1036"/>
              <a:gd name="T3" fmla="*/ 2147483647 h 675"/>
              <a:gd name="T4" fmla="*/ 2147483647 w 1036"/>
              <a:gd name="T5" fmla="*/ 2147483647 h 675"/>
              <a:gd name="T6" fmla="*/ 2147483647 w 1036"/>
              <a:gd name="T7" fmla="*/ 2147483647 h 675"/>
              <a:gd name="T8" fmla="*/ 2147483647 w 1036"/>
              <a:gd name="T9" fmla="*/ 2147483647 h 675"/>
              <a:gd name="T10" fmla="*/ 2147483647 w 1036"/>
              <a:gd name="T11" fmla="*/ 2147483647 h 675"/>
              <a:gd name="T12" fmla="*/ 2147483647 w 1036"/>
              <a:gd name="T13" fmla="*/ 2147483647 h 675"/>
              <a:gd name="T14" fmla="*/ 2147483647 w 1036"/>
              <a:gd name="T15" fmla="*/ 2147483647 h 675"/>
              <a:gd name="T16" fmla="*/ 2147483647 w 1036"/>
              <a:gd name="T17" fmla="*/ 2147483647 h 675"/>
              <a:gd name="T18" fmla="*/ 2147483647 w 1036"/>
              <a:gd name="T19" fmla="*/ 2147483647 h 675"/>
              <a:gd name="T20" fmla="*/ 2147483647 w 1036"/>
              <a:gd name="T21" fmla="*/ 2147483647 h 675"/>
              <a:gd name="T22" fmla="*/ 2147483647 w 1036"/>
              <a:gd name="T23" fmla="*/ 2147483647 h 675"/>
              <a:gd name="T24" fmla="*/ 2147483647 w 1036"/>
              <a:gd name="T25" fmla="*/ 2147483647 h 675"/>
              <a:gd name="T26" fmla="*/ 2147483647 w 1036"/>
              <a:gd name="T27" fmla="*/ 2147483647 h 675"/>
              <a:gd name="T28" fmla="*/ 2147483647 w 1036"/>
              <a:gd name="T29" fmla="*/ 2147483647 h 675"/>
              <a:gd name="T30" fmla="*/ 2147483647 w 1036"/>
              <a:gd name="T31" fmla="*/ 2147483647 h 675"/>
              <a:gd name="T32" fmla="*/ 2147483647 w 1036"/>
              <a:gd name="T33" fmla="*/ 2147483647 h 675"/>
              <a:gd name="T34" fmla="*/ 2147483647 w 1036"/>
              <a:gd name="T35" fmla="*/ 2147483647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endParaRPr lang="zh-CN" altLang="en-US" sz="900"/>
          </a:p>
        </p:txBody>
      </p:sp>
      <p:grpSp>
        <p:nvGrpSpPr>
          <p:cNvPr id="44036" name="Group 1288"/>
          <p:cNvGrpSpPr/>
          <p:nvPr/>
        </p:nvGrpSpPr>
        <p:grpSpPr bwMode="auto">
          <a:xfrm>
            <a:off x="4894256" y="2963863"/>
            <a:ext cx="1458913" cy="933450"/>
            <a:chOff x="2889" y="1631"/>
            <a:chExt cx="980" cy="743"/>
          </a:xfrm>
        </p:grpSpPr>
        <p:sp>
          <p:nvSpPr>
            <p:cNvPr id="44654" name="Rectangle 1289"/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/>
            </a:p>
          </p:txBody>
        </p:sp>
        <p:sp>
          <p:nvSpPr>
            <p:cNvPr id="44655" name="AutoShape 1290"/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900">
                <a:solidFill>
                  <a:srgbClr val="00CCFF"/>
                </a:solidFill>
              </a:endParaRPr>
            </a:p>
          </p:txBody>
        </p:sp>
      </p:grpSp>
      <p:sp>
        <p:nvSpPr>
          <p:cNvPr id="44037" name="Line 1291"/>
          <p:cNvSpPr>
            <a:spLocks noChangeShapeType="1"/>
          </p:cNvSpPr>
          <p:nvPr/>
        </p:nvSpPr>
        <p:spPr bwMode="auto">
          <a:xfrm>
            <a:off x="7011981" y="3802063"/>
            <a:ext cx="163513" cy="1206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38" name="Line 1292"/>
          <p:cNvSpPr>
            <a:spLocks noChangeShapeType="1"/>
          </p:cNvSpPr>
          <p:nvPr/>
        </p:nvSpPr>
        <p:spPr bwMode="auto">
          <a:xfrm>
            <a:off x="7108819" y="3722688"/>
            <a:ext cx="279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39" name="Line 1293"/>
          <p:cNvSpPr>
            <a:spLocks noChangeShapeType="1"/>
          </p:cNvSpPr>
          <p:nvPr/>
        </p:nvSpPr>
        <p:spPr bwMode="auto">
          <a:xfrm flipV="1">
            <a:off x="7345356" y="3808413"/>
            <a:ext cx="134938" cy="1047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40" name="Line 1294"/>
          <p:cNvSpPr>
            <a:spLocks noChangeShapeType="1"/>
          </p:cNvSpPr>
          <p:nvPr/>
        </p:nvSpPr>
        <p:spPr bwMode="auto">
          <a:xfrm>
            <a:off x="6043606" y="3729038"/>
            <a:ext cx="6794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41" name="Line 1295"/>
          <p:cNvSpPr>
            <a:spLocks noChangeShapeType="1"/>
          </p:cNvSpPr>
          <p:nvPr/>
        </p:nvSpPr>
        <p:spPr bwMode="auto">
          <a:xfrm>
            <a:off x="6338881" y="2576513"/>
            <a:ext cx="509588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42" name="Line 1296"/>
          <p:cNvSpPr>
            <a:spLocks noChangeShapeType="1"/>
          </p:cNvSpPr>
          <p:nvPr/>
        </p:nvSpPr>
        <p:spPr bwMode="auto">
          <a:xfrm>
            <a:off x="5905494" y="2392363"/>
            <a:ext cx="152400" cy="952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43" name="Freeform 1297"/>
          <p:cNvSpPr/>
          <p:nvPr/>
        </p:nvSpPr>
        <p:spPr bwMode="auto">
          <a:xfrm>
            <a:off x="5113331" y="4367213"/>
            <a:ext cx="3079750" cy="1665287"/>
          </a:xfrm>
          <a:custGeom>
            <a:avLst/>
            <a:gdLst>
              <a:gd name="T0" fmla="*/ 2147483647 w 1940"/>
              <a:gd name="T1" fmla="*/ 2147483647 h 1049"/>
              <a:gd name="T2" fmla="*/ 2147483647 w 1940"/>
              <a:gd name="T3" fmla="*/ 2147483647 h 1049"/>
              <a:gd name="T4" fmla="*/ 2147483647 w 1940"/>
              <a:gd name="T5" fmla="*/ 2147483647 h 1049"/>
              <a:gd name="T6" fmla="*/ 2147483647 w 1940"/>
              <a:gd name="T7" fmla="*/ 2147483647 h 1049"/>
              <a:gd name="T8" fmla="*/ 2147483647 w 1940"/>
              <a:gd name="T9" fmla="*/ 2147483647 h 1049"/>
              <a:gd name="T10" fmla="*/ 2147483647 w 1940"/>
              <a:gd name="T11" fmla="*/ 2147483647 h 1049"/>
              <a:gd name="T12" fmla="*/ 2147483647 w 1940"/>
              <a:gd name="T13" fmla="*/ 2147483647 h 1049"/>
              <a:gd name="T14" fmla="*/ 2147483647 w 1940"/>
              <a:gd name="T15" fmla="*/ 2147483647 h 1049"/>
              <a:gd name="T16" fmla="*/ 2147483647 w 1940"/>
              <a:gd name="T17" fmla="*/ 2147483647 h 1049"/>
              <a:gd name="T18" fmla="*/ 2147483647 w 1940"/>
              <a:gd name="T19" fmla="*/ 2147483647 h 1049"/>
              <a:gd name="T20" fmla="*/ 2147483647 w 1940"/>
              <a:gd name="T21" fmla="*/ 2147483647 h 1049"/>
              <a:gd name="T22" fmla="*/ 2147483647 w 1940"/>
              <a:gd name="T23" fmla="*/ 2147483647 h 1049"/>
              <a:gd name="T24" fmla="*/ 2147483647 w 1940"/>
              <a:gd name="T25" fmla="*/ 2147483647 h 1049"/>
              <a:gd name="T26" fmla="*/ 2147483647 w 1940"/>
              <a:gd name="T27" fmla="*/ 2147483647 h 1049"/>
              <a:gd name="T28" fmla="*/ 2147483647 w 1940"/>
              <a:gd name="T29" fmla="*/ 2147483647 h 1049"/>
              <a:gd name="T30" fmla="*/ 2147483647 w 1940"/>
              <a:gd name="T31" fmla="*/ 2147483647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44" name="Line 1298"/>
          <p:cNvSpPr>
            <a:spLocks noChangeShapeType="1"/>
          </p:cNvSpPr>
          <p:nvPr/>
        </p:nvSpPr>
        <p:spPr bwMode="auto">
          <a:xfrm rot="16200000" flipV="1">
            <a:off x="7412825" y="5239544"/>
            <a:ext cx="474662" cy="6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 sz="900"/>
          </a:p>
        </p:txBody>
      </p:sp>
      <p:sp>
        <p:nvSpPr>
          <p:cNvPr id="44045" name="Line 1299"/>
          <p:cNvSpPr>
            <a:spLocks noChangeShapeType="1"/>
          </p:cNvSpPr>
          <p:nvPr/>
        </p:nvSpPr>
        <p:spPr bwMode="auto">
          <a:xfrm rot="5400000" flipV="1">
            <a:off x="7607294" y="5429250"/>
            <a:ext cx="3175" cy="85725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 sz="900"/>
          </a:p>
        </p:txBody>
      </p:sp>
      <p:sp>
        <p:nvSpPr>
          <p:cNvPr id="44046" name="Line 1300"/>
          <p:cNvSpPr>
            <a:spLocks noChangeShapeType="1"/>
          </p:cNvSpPr>
          <p:nvPr/>
        </p:nvSpPr>
        <p:spPr bwMode="auto">
          <a:xfrm rot="16200000" flipH="1">
            <a:off x="7715243" y="5027613"/>
            <a:ext cx="193675" cy="76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 sz="900"/>
          </a:p>
        </p:txBody>
      </p:sp>
      <p:sp>
        <p:nvSpPr>
          <p:cNvPr id="44047" name="Line 1301"/>
          <p:cNvSpPr>
            <a:spLocks noChangeShapeType="1"/>
          </p:cNvSpPr>
          <p:nvPr/>
        </p:nvSpPr>
        <p:spPr bwMode="auto">
          <a:xfrm>
            <a:off x="6973881" y="4686300"/>
            <a:ext cx="390525" cy="184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48" name="Line 1302"/>
          <p:cNvSpPr>
            <a:spLocks noChangeShapeType="1"/>
          </p:cNvSpPr>
          <p:nvPr/>
        </p:nvSpPr>
        <p:spPr bwMode="auto">
          <a:xfrm flipV="1">
            <a:off x="6353169" y="4673600"/>
            <a:ext cx="322262" cy="1984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49" name="Line 1303"/>
          <p:cNvSpPr>
            <a:spLocks noChangeShapeType="1"/>
          </p:cNvSpPr>
          <p:nvPr/>
        </p:nvSpPr>
        <p:spPr bwMode="auto">
          <a:xfrm flipV="1">
            <a:off x="6396031" y="4965700"/>
            <a:ext cx="9715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50" name="Line 1305"/>
          <p:cNvSpPr>
            <a:spLocks noChangeShapeType="1"/>
          </p:cNvSpPr>
          <p:nvPr/>
        </p:nvSpPr>
        <p:spPr bwMode="auto">
          <a:xfrm>
            <a:off x="5716581" y="4762500"/>
            <a:ext cx="233363" cy="952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51" name="Line 1306"/>
          <p:cNvSpPr>
            <a:spLocks noChangeShapeType="1"/>
          </p:cNvSpPr>
          <p:nvPr/>
        </p:nvSpPr>
        <p:spPr bwMode="auto">
          <a:xfrm flipV="1">
            <a:off x="5457819" y="4999038"/>
            <a:ext cx="403225" cy="1000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52" name="Line 1309"/>
          <p:cNvSpPr>
            <a:spLocks noChangeShapeType="1"/>
          </p:cNvSpPr>
          <p:nvPr/>
        </p:nvSpPr>
        <p:spPr bwMode="auto">
          <a:xfrm flipH="1">
            <a:off x="5883269" y="5054600"/>
            <a:ext cx="177800" cy="203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53" name="Line 1310"/>
          <p:cNvSpPr>
            <a:spLocks noChangeShapeType="1"/>
          </p:cNvSpPr>
          <p:nvPr/>
        </p:nvSpPr>
        <p:spPr bwMode="auto">
          <a:xfrm flipH="1" flipV="1">
            <a:off x="6276969" y="5038725"/>
            <a:ext cx="1587" cy="2206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54" name="Line 1311"/>
          <p:cNvSpPr>
            <a:spLocks noChangeShapeType="1"/>
          </p:cNvSpPr>
          <p:nvPr/>
        </p:nvSpPr>
        <p:spPr bwMode="auto">
          <a:xfrm>
            <a:off x="6359519" y="5041900"/>
            <a:ext cx="503237" cy="2698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55" name="Line 1313"/>
          <p:cNvSpPr>
            <a:spLocks noChangeShapeType="1"/>
          </p:cNvSpPr>
          <p:nvPr/>
        </p:nvSpPr>
        <p:spPr bwMode="auto">
          <a:xfrm>
            <a:off x="5897556" y="3511550"/>
            <a:ext cx="0" cy="131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56" name="Line 1314"/>
          <p:cNvSpPr>
            <a:spLocks noChangeShapeType="1"/>
          </p:cNvSpPr>
          <p:nvPr/>
        </p:nvSpPr>
        <p:spPr bwMode="auto">
          <a:xfrm flipV="1">
            <a:off x="7192956" y="2481263"/>
            <a:ext cx="123825" cy="873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57" name="Line 1315"/>
          <p:cNvSpPr>
            <a:spLocks noChangeShapeType="1"/>
          </p:cNvSpPr>
          <p:nvPr/>
        </p:nvSpPr>
        <p:spPr bwMode="auto">
          <a:xfrm>
            <a:off x="7021506" y="2654300"/>
            <a:ext cx="0" cy="82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58" name="Line 1316"/>
          <p:cNvSpPr>
            <a:spLocks noChangeShapeType="1"/>
          </p:cNvSpPr>
          <p:nvPr/>
        </p:nvSpPr>
        <p:spPr bwMode="auto">
          <a:xfrm flipV="1">
            <a:off x="7192956" y="2551113"/>
            <a:ext cx="263525" cy="288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59" name="Line 1317"/>
          <p:cNvSpPr>
            <a:spLocks noChangeShapeType="1"/>
          </p:cNvSpPr>
          <p:nvPr/>
        </p:nvSpPr>
        <p:spPr bwMode="auto">
          <a:xfrm>
            <a:off x="7558081" y="2549525"/>
            <a:ext cx="0" cy="196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60" name="Line 1318"/>
          <p:cNvSpPr>
            <a:spLocks noChangeShapeType="1"/>
          </p:cNvSpPr>
          <p:nvPr/>
        </p:nvSpPr>
        <p:spPr bwMode="auto">
          <a:xfrm>
            <a:off x="7212006" y="2855913"/>
            <a:ext cx="1889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61" name="Line 1319"/>
          <p:cNvSpPr>
            <a:spLocks noChangeShapeType="1"/>
          </p:cNvSpPr>
          <p:nvPr/>
        </p:nvSpPr>
        <p:spPr bwMode="auto">
          <a:xfrm flipV="1">
            <a:off x="5507031" y="3722688"/>
            <a:ext cx="168275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62" name="Line 1320"/>
          <p:cNvSpPr>
            <a:spLocks noChangeShapeType="1"/>
          </p:cNvSpPr>
          <p:nvPr/>
        </p:nvSpPr>
        <p:spPr bwMode="auto">
          <a:xfrm>
            <a:off x="7766044" y="2846388"/>
            <a:ext cx="177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63" name="Line 1321"/>
          <p:cNvSpPr>
            <a:spLocks noChangeShapeType="1"/>
          </p:cNvSpPr>
          <p:nvPr/>
        </p:nvSpPr>
        <p:spPr bwMode="auto">
          <a:xfrm flipH="1">
            <a:off x="6911969" y="2922588"/>
            <a:ext cx="98425" cy="704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64" name="Line 1322"/>
          <p:cNvSpPr>
            <a:spLocks noChangeShapeType="1"/>
          </p:cNvSpPr>
          <p:nvPr/>
        </p:nvSpPr>
        <p:spPr bwMode="auto">
          <a:xfrm flipH="1">
            <a:off x="7504106" y="2922588"/>
            <a:ext cx="111125" cy="7270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900"/>
          </a:p>
        </p:txBody>
      </p:sp>
      <p:sp>
        <p:nvSpPr>
          <p:cNvPr id="44065" name="Line 1323"/>
          <p:cNvSpPr>
            <a:spLocks noChangeShapeType="1"/>
          </p:cNvSpPr>
          <p:nvPr/>
        </p:nvSpPr>
        <p:spPr bwMode="auto">
          <a:xfrm flipV="1">
            <a:off x="6888156" y="4064000"/>
            <a:ext cx="227013" cy="436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900"/>
          </a:p>
        </p:txBody>
      </p:sp>
      <p:grpSp>
        <p:nvGrpSpPr>
          <p:cNvPr id="44066" name="Group 1324"/>
          <p:cNvGrpSpPr/>
          <p:nvPr/>
        </p:nvGrpSpPr>
        <p:grpSpPr bwMode="auto">
          <a:xfrm flipH="1">
            <a:off x="5391144" y="4522788"/>
            <a:ext cx="414337" cy="373062"/>
            <a:chOff x="2839" y="3501"/>
            <a:chExt cx="755" cy="803"/>
          </a:xfrm>
        </p:grpSpPr>
        <p:pic>
          <p:nvPicPr>
            <p:cNvPr id="44652" name="Picture 1325" descr="desktop_computer_stylized_medium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653" name="Freeform 1326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zh-CN" altLang="en-US" sz="900"/>
            </a:p>
          </p:txBody>
        </p:sp>
      </p:grpSp>
      <p:grpSp>
        <p:nvGrpSpPr>
          <p:cNvPr id="44067" name="Group 1327"/>
          <p:cNvGrpSpPr/>
          <p:nvPr/>
        </p:nvGrpSpPr>
        <p:grpSpPr bwMode="auto">
          <a:xfrm flipH="1">
            <a:off x="5073644" y="4943475"/>
            <a:ext cx="482600" cy="406400"/>
            <a:chOff x="2839" y="3501"/>
            <a:chExt cx="755" cy="803"/>
          </a:xfrm>
        </p:grpSpPr>
        <p:pic>
          <p:nvPicPr>
            <p:cNvPr id="44650" name="Picture 1328" descr="desktop_computer_stylized_medium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651" name="Freeform 1329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zh-CN" altLang="en-US" sz="900"/>
            </a:p>
          </p:txBody>
        </p:sp>
      </p:grpSp>
      <p:grpSp>
        <p:nvGrpSpPr>
          <p:cNvPr id="44068" name="Group 1330"/>
          <p:cNvGrpSpPr/>
          <p:nvPr/>
        </p:nvGrpSpPr>
        <p:grpSpPr bwMode="auto">
          <a:xfrm flipH="1">
            <a:off x="5551481" y="5245100"/>
            <a:ext cx="427038" cy="349250"/>
            <a:chOff x="2839" y="3501"/>
            <a:chExt cx="755" cy="803"/>
          </a:xfrm>
        </p:grpSpPr>
        <p:pic>
          <p:nvPicPr>
            <p:cNvPr id="44648" name="Picture 1331" descr="desktop_computer_stylized_medium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649" name="Freeform 133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zh-CN" altLang="en-US" sz="900"/>
            </a:p>
          </p:txBody>
        </p:sp>
      </p:grpSp>
      <p:grpSp>
        <p:nvGrpSpPr>
          <p:cNvPr id="44069" name="Group 1333"/>
          <p:cNvGrpSpPr/>
          <p:nvPr/>
        </p:nvGrpSpPr>
        <p:grpSpPr bwMode="auto">
          <a:xfrm>
            <a:off x="6165844" y="5227638"/>
            <a:ext cx="427037" cy="350837"/>
            <a:chOff x="2839" y="3501"/>
            <a:chExt cx="755" cy="803"/>
          </a:xfrm>
        </p:grpSpPr>
        <p:pic>
          <p:nvPicPr>
            <p:cNvPr id="44646" name="Picture 1334" descr="desktop_computer_stylized_medium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647" name="Freeform 1335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zh-CN" altLang="en-US" sz="900"/>
            </a:p>
          </p:txBody>
        </p:sp>
      </p:grpSp>
      <p:pic>
        <p:nvPicPr>
          <p:cNvPr id="44070" name="Picture 1336" descr="car_icon_small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57881" y="1709738"/>
            <a:ext cx="849313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4071" name="Group 1337"/>
          <p:cNvGrpSpPr/>
          <p:nvPr/>
        </p:nvGrpSpPr>
        <p:grpSpPr bwMode="auto">
          <a:xfrm>
            <a:off x="5229219" y="1535113"/>
            <a:ext cx="415925" cy="385762"/>
            <a:chOff x="2751" y="1851"/>
            <a:chExt cx="462" cy="478"/>
          </a:xfrm>
        </p:grpSpPr>
        <p:pic>
          <p:nvPicPr>
            <p:cNvPr id="44644" name="Picture 1338" descr="iphone_stylized_small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645" name="Picture 1339" descr="antenna_radiation_stylize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4072" name="Group 1340"/>
          <p:cNvGrpSpPr/>
          <p:nvPr/>
        </p:nvGrpSpPr>
        <p:grpSpPr bwMode="auto">
          <a:xfrm>
            <a:off x="7305669" y="2384425"/>
            <a:ext cx="390525" cy="169863"/>
            <a:chOff x="4650" y="1129"/>
            <a:chExt cx="246" cy="95"/>
          </a:xfrm>
        </p:grpSpPr>
        <p:sp>
          <p:nvSpPr>
            <p:cNvPr id="44636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37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38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639" name="Group 1344"/>
            <p:cNvGrpSpPr/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642" name="Freeform 1345"/>
              <p:cNvSpPr/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643" name="Freeform 1346"/>
              <p:cNvSpPr/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</p:grpSp>
        <p:sp>
          <p:nvSpPr>
            <p:cNvPr id="44640" name="Line 1347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641" name="Line 1348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</p:grpSp>
      <p:grpSp>
        <p:nvGrpSpPr>
          <p:cNvPr id="44073" name="Group 1349"/>
          <p:cNvGrpSpPr/>
          <p:nvPr/>
        </p:nvGrpSpPr>
        <p:grpSpPr bwMode="auto">
          <a:xfrm>
            <a:off x="7378694" y="2746375"/>
            <a:ext cx="390525" cy="176213"/>
            <a:chOff x="4650" y="1129"/>
            <a:chExt cx="246" cy="95"/>
          </a:xfrm>
        </p:grpSpPr>
        <p:sp>
          <p:nvSpPr>
            <p:cNvPr id="44628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29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30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631" name="Group 1353"/>
            <p:cNvGrpSpPr/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634" name="Freeform 1354"/>
              <p:cNvSpPr/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635" name="Freeform 1355"/>
              <p:cNvSpPr/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</p:grpSp>
        <p:sp>
          <p:nvSpPr>
            <p:cNvPr id="44632" name="Line 1356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633" name="Line 1357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</p:grpSp>
      <p:grpSp>
        <p:nvGrpSpPr>
          <p:cNvPr id="44074" name="Group 1358"/>
          <p:cNvGrpSpPr/>
          <p:nvPr/>
        </p:nvGrpSpPr>
        <p:grpSpPr bwMode="auto">
          <a:xfrm>
            <a:off x="6819894" y="2482850"/>
            <a:ext cx="390525" cy="169863"/>
            <a:chOff x="4650" y="1129"/>
            <a:chExt cx="246" cy="95"/>
          </a:xfrm>
        </p:grpSpPr>
        <p:sp>
          <p:nvSpPr>
            <p:cNvPr id="44620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21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22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623" name="Group 1362"/>
            <p:cNvGrpSpPr/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626" name="Freeform 1363"/>
              <p:cNvSpPr/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627" name="Freeform 1364"/>
              <p:cNvSpPr/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</p:grpSp>
        <p:sp>
          <p:nvSpPr>
            <p:cNvPr id="44624" name="Line 1365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625" name="Line 1366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</p:grpSp>
      <p:grpSp>
        <p:nvGrpSpPr>
          <p:cNvPr id="44075" name="Group 1367"/>
          <p:cNvGrpSpPr/>
          <p:nvPr/>
        </p:nvGrpSpPr>
        <p:grpSpPr bwMode="auto">
          <a:xfrm>
            <a:off x="6831006" y="2746375"/>
            <a:ext cx="390525" cy="169863"/>
            <a:chOff x="4650" y="1129"/>
            <a:chExt cx="246" cy="95"/>
          </a:xfrm>
        </p:grpSpPr>
        <p:sp>
          <p:nvSpPr>
            <p:cNvPr id="44612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13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14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615" name="Group 1371"/>
            <p:cNvGrpSpPr/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618" name="Freeform 1372"/>
              <p:cNvSpPr/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619" name="Freeform 1373"/>
              <p:cNvSpPr/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</p:grpSp>
        <p:sp>
          <p:nvSpPr>
            <p:cNvPr id="44616" name="Line 1374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617" name="Line 1375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</p:grpSp>
      <p:sp>
        <p:nvSpPr>
          <p:cNvPr id="44076" name="Line 1376"/>
          <p:cNvSpPr>
            <a:spLocks noChangeShapeType="1"/>
          </p:cNvSpPr>
          <p:nvPr/>
        </p:nvSpPr>
        <p:spPr bwMode="auto">
          <a:xfrm>
            <a:off x="7961306" y="2844800"/>
            <a:ext cx="177800" cy="0"/>
          </a:xfrm>
          <a:prstGeom prst="line">
            <a:avLst/>
          </a:prstGeom>
          <a:noFill/>
          <a:ln w="9525">
            <a:solidFill>
              <a:schemeClr val="bg2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900"/>
          </a:p>
        </p:txBody>
      </p:sp>
      <p:grpSp>
        <p:nvGrpSpPr>
          <p:cNvPr id="44077" name="Group 1377"/>
          <p:cNvGrpSpPr/>
          <p:nvPr/>
        </p:nvGrpSpPr>
        <p:grpSpPr bwMode="auto">
          <a:xfrm>
            <a:off x="7016744" y="3900488"/>
            <a:ext cx="485775" cy="203200"/>
            <a:chOff x="4650" y="1129"/>
            <a:chExt cx="246" cy="95"/>
          </a:xfrm>
        </p:grpSpPr>
        <p:sp>
          <p:nvSpPr>
            <p:cNvPr id="44604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05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06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607" name="Group 1381"/>
            <p:cNvGrpSpPr/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610" name="Freeform 1382"/>
              <p:cNvSpPr/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611" name="Freeform 1383"/>
              <p:cNvSpPr/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</p:grpSp>
        <p:sp>
          <p:nvSpPr>
            <p:cNvPr id="44608" name="Line 1384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609" name="Line 1385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</p:grpSp>
      <p:grpSp>
        <p:nvGrpSpPr>
          <p:cNvPr id="44078" name="Group 1386"/>
          <p:cNvGrpSpPr/>
          <p:nvPr/>
        </p:nvGrpSpPr>
        <p:grpSpPr bwMode="auto">
          <a:xfrm>
            <a:off x="6697656" y="3619500"/>
            <a:ext cx="485775" cy="203200"/>
            <a:chOff x="4650" y="1129"/>
            <a:chExt cx="246" cy="95"/>
          </a:xfrm>
        </p:grpSpPr>
        <p:sp>
          <p:nvSpPr>
            <p:cNvPr id="44596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97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98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599" name="Group 1390"/>
            <p:cNvGrpSpPr/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602" name="Freeform 1391"/>
              <p:cNvSpPr/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603" name="Freeform 1392"/>
              <p:cNvSpPr/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</p:grpSp>
        <p:sp>
          <p:nvSpPr>
            <p:cNvPr id="44600" name="Line 1393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601" name="Line 1394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</p:grpSp>
      <p:grpSp>
        <p:nvGrpSpPr>
          <p:cNvPr id="44079" name="Group 1395"/>
          <p:cNvGrpSpPr/>
          <p:nvPr/>
        </p:nvGrpSpPr>
        <p:grpSpPr bwMode="auto">
          <a:xfrm>
            <a:off x="7359644" y="3632200"/>
            <a:ext cx="485775" cy="203200"/>
            <a:chOff x="4650" y="1129"/>
            <a:chExt cx="246" cy="95"/>
          </a:xfrm>
        </p:grpSpPr>
        <p:sp>
          <p:nvSpPr>
            <p:cNvPr id="44588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89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90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591" name="Group 1399"/>
            <p:cNvGrpSpPr/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594" name="Freeform 1400"/>
              <p:cNvSpPr/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595" name="Freeform 1401"/>
              <p:cNvSpPr/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</p:grpSp>
        <p:sp>
          <p:nvSpPr>
            <p:cNvPr id="44592" name="Line 1402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593" name="Line 1403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</p:grpSp>
      <p:grpSp>
        <p:nvGrpSpPr>
          <p:cNvPr id="44080" name="Group 1404"/>
          <p:cNvGrpSpPr/>
          <p:nvPr/>
        </p:nvGrpSpPr>
        <p:grpSpPr bwMode="auto">
          <a:xfrm>
            <a:off x="6578594" y="4494213"/>
            <a:ext cx="619125" cy="242887"/>
            <a:chOff x="4650" y="1129"/>
            <a:chExt cx="246" cy="95"/>
          </a:xfrm>
        </p:grpSpPr>
        <p:sp>
          <p:nvSpPr>
            <p:cNvPr id="44580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81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82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583" name="Group 1408"/>
            <p:cNvGrpSpPr/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586" name="Freeform 1409"/>
              <p:cNvSpPr/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587" name="Freeform 1410"/>
              <p:cNvSpPr/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</p:grpSp>
        <p:sp>
          <p:nvSpPr>
            <p:cNvPr id="44584" name="Line 1411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585" name="Line 1412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</p:grpSp>
      <p:grpSp>
        <p:nvGrpSpPr>
          <p:cNvPr id="44081" name="Group 1413"/>
          <p:cNvGrpSpPr/>
          <p:nvPr/>
        </p:nvGrpSpPr>
        <p:grpSpPr bwMode="auto">
          <a:xfrm>
            <a:off x="7212006" y="4792663"/>
            <a:ext cx="619125" cy="242887"/>
            <a:chOff x="4650" y="1129"/>
            <a:chExt cx="246" cy="95"/>
          </a:xfrm>
        </p:grpSpPr>
        <p:sp>
          <p:nvSpPr>
            <p:cNvPr id="44572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73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74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575" name="Group 1417"/>
            <p:cNvGrpSpPr/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578" name="Freeform 1418"/>
              <p:cNvSpPr/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579" name="Freeform 1419"/>
              <p:cNvSpPr/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</p:grpSp>
        <p:sp>
          <p:nvSpPr>
            <p:cNvPr id="44576" name="Line 1420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577" name="Line 1421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</p:grpSp>
      <p:grpSp>
        <p:nvGrpSpPr>
          <p:cNvPr id="44082" name="Group 1422"/>
          <p:cNvGrpSpPr/>
          <p:nvPr/>
        </p:nvGrpSpPr>
        <p:grpSpPr bwMode="auto">
          <a:xfrm>
            <a:off x="5862631" y="4837113"/>
            <a:ext cx="619125" cy="242887"/>
            <a:chOff x="4650" y="1129"/>
            <a:chExt cx="246" cy="95"/>
          </a:xfrm>
        </p:grpSpPr>
        <p:sp>
          <p:nvSpPr>
            <p:cNvPr id="44564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65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66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567" name="Group 1426"/>
            <p:cNvGrpSpPr/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570" name="Freeform 1427"/>
              <p:cNvSpPr/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571" name="Freeform 1428"/>
              <p:cNvSpPr/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</p:grpSp>
        <p:sp>
          <p:nvSpPr>
            <p:cNvPr id="44568" name="Line 1429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569" name="Line 1430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</p:grpSp>
      <p:grpSp>
        <p:nvGrpSpPr>
          <p:cNvPr id="44083" name="Group 1431"/>
          <p:cNvGrpSpPr/>
          <p:nvPr/>
        </p:nvGrpSpPr>
        <p:grpSpPr bwMode="auto">
          <a:xfrm>
            <a:off x="5668956" y="3629025"/>
            <a:ext cx="390525" cy="169863"/>
            <a:chOff x="4650" y="1129"/>
            <a:chExt cx="246" cy="95"/>
          </a:xfrm>
        </p:grpSpPr>
        <p:sp>
          <p:nvSpPr>
            <p:cNvPr id="44556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57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58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559" name="Group 1435"/>
            <p:cNvGrpSpPr/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562" name="Freeform 1436"/>
              <p:cNvSpPr/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563" name="Freeform 1437"/>
              <p:cNvSpPr/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</p:grpSp>
        <p:sp>
          <p:nvSpPr>
            <p:cNvPr id="44560" name="Line 1438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561" name="Line 1439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</p:grpSp>
      <p:grpSp>
        <p:nvGrpSpPr>
          <p:cNvPr id="44084" name="Group 1440"/>
          <p:cNvGrpSpPr/>
          <p:nvPr/>
        </p:nvGrpSpPr>
        <p:grpSpPr bwMode="auto">
          <a:xfrm>
            <a:off x="5968994" y="2476500"/>
            <a:ext cx="390525" cy="169863"/>
            <a:chOff x="4650" y="1129"/>
            <a:chExt cx="246" cy="95"/>
          </a:xfrm>
        </p:grpSpPr>
        <p:sp>
          <p:nvSpPr>
            <p:cNvPr id="44548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49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50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551" name="Group 1444"/>
            <p:cNvGrpSpPr/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554" name="Freeform 1445"/>
              <p:cNvSpPr/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555" name="Freeform 1446"/>
              <p:cNvSpPr/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</p:grpSp>
        <p:sp>
          <p:nvSpPr>
            <p:cNvPr id="44552" name="Line 1447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553" name="Line 1448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</p:grpSp>
      <p:grpSp>
        <p:nvGrpSpPr>
          <p:cNvPr id="44085" name="Group 1449"/>
          <p:cNvGrpSpPr/>
          <p:nvPr/>
        </p:nvGrpSpPr>
        <p:grpSpPr bwMode="auto">
          <a:xfrm>
            <a:off x="5227631" y="3489325"/>
            <a:ext cx="506413" cy="352425"/>
            <a:chOff x="2967" y="478"/>
            <a:chExt cx="788" cy="625"/>
          </a:xfrm>
        </p:grpSpPr>
        <p:pic>
          <p:nvPicPr>
            <p:cNvPr id="44546" name="Picture 1450" descr="access_point_stylized_small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547" name="Picture 1451" descr="antenna_radiation_stylized"/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4086" name="Group 1452"/>
          <p:cNvGrpSpPr/>
          <p:nvPr/>
        </p:nvGrpSpPr>
        <p:grpSpPr bwMode="auto">
          <a:xfrm>
            <a:off x="6748456" y="4992688"/>
            <a:ext cx="563563" cy="420687"/>
            <a:chOff x="2967" y="478"/>
            <a:chExt cx="788" cy="625"/>
          </a:xfrm>
        </p:grpSpPr>
        <p:pic>
          <p:nvPicPr>
            <p:cNvPr id="44544" name="Picture 1453" descr="access_point_stylized_small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545" name="Picture 1454" descr="antenna_radiation_stylized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4087" name="Group 1455"/>
          <p:cNvGrpSpPr/>
          <p:nvPr/>
        </p:nvGrpSpPr>
        <p:grpSpPr bwMode="auto">
          <a:xfrm>
            <a:off x="5676894" y="1833563"/>
            <a:ext cx="457200" cy="631825"/>
            <a:chOff x="742" y="2409"/>
            <a:chExt cx="576" cy="881"/>
          </a:xfrm>
        </p:grpSpPr>
        <p:grpSp>
          <p:nvGrpSpPr>
            <p:cNvPr id="44526" name="Group 1456"/>
            <p:cNvGrpSpPr/>
            <p:nvPr/>
          </p:nvGrpSpPr>
          <p:grpSpPr bwMode="auto">
            <a:xfrm>
              <a:off x="832" y="2643"/>
              <a:ext cx="376" cy="647"/>
              <a:chOff x="3130" y="3288"/>
              <a:chExt cx="410" cy="742"/>
            </a:xfrm>
          </p:grpSpPr>
          <p:sp>
            <p:nvSpPr>
              <p:cNvPr id="44529" name="Line 270"/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sz="900"/>
              </a:p>
            </p:txBody>
          </p:sp>
          <p:sp>
            <p:nvSpPr>
              <p:cNvPr id="44530" name="Line 271"/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sz="900"/>
              </a:p>
            </p:txBody>
          </p:sp>
          <p:sp>
            <p:nvSpPr>
              <p:cNvPr id="44531" name="Line 272"/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sz="900"/>
              </a:p>
            </p:txBody>
          </p:sp>
          <p:sp>
            <p:nvSpPr>
              <p:cNvPr id="44532" name="Line 273"/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sz="900"/>
              </a:p>
            </p:txBody>
          </p:sp>
          <p:sp>
            <p:nvSpPr>
              <p:cNvPr id="44533" name="Line 274"/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sz="900"/>
              </a:p>
            </p:txBody>
          </p:sp>
          <p:sp>
            <p:nvSpPr>
              <p:cNvPr id="44534" name="Line 275"/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sz="900"/>
              </a:p>
            </p:txBody>
          </p:sp>
          <p:sp>
            <p:nvSpPr>
              <p:cNvPr id="44535" name="Line 276"/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sz="900"/>
              </a:p>
            </p:txBody>
          </p:sp>
          <p:sp>
            <p:nvSpPr>
              <p:cNvPr id="44536" name="Line 277"/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sz="900"/>
              </a:p>
            </p:txBody>
          </p:sp>
          <p:sp>
            <p:nvSpPr>
              <p:cNvPr id="44537" name="Line 278"/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sz="900"/>
              </a:p>
            </p:txBody>
          </p:sp>
          <p:sp>
            <p:nvSpPr>
              <p:cNvPr id="44538" name="Line 279"/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sz="900"/>
              </a:p>
            </p:txBody>
          </p:sp>
          <p:sp>
            <p:nvSpPr>
              <p:cNvPr id="44539" name="Line 280"/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sz="900"/>
              </a:p>
            </p:txBody>
          </p:sp>
          <p:sp>
            <p:nvSpPr>
              <p:cNvPr id="44540" name="Line 281"/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sz="900"/>
              </a:p>
            </p:txBody>
          </p:sp>
          <p:sp>
            <p:nvSpPr>
              <p:cNvPr id="44541" name="Line 282"/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sz="900"/>
              </a:p>
            </p:txBody>
          </p:sp>
          <p:sp>
            <p:nvSpPr>
              <p:cNvPr id="44542" name="Line 283"/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sz="900"/>
              </a:p>
            </p:txBody>
          </p:sp>
          <p:sp>
            <p:nvSpPr>
              <p:cNvPr id="44543" name="Line 284"/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sz="900"/>
              </a:p>
            </p:txBody>
          </p:sp>
        </p:grpSp>
        <p:pic>
          <p:nvPicPr>
            <p:cNvPr id="44527" name="Picture 1472" descr="cell_tower_radiation copy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2" y="2409"/>
              <a:ext cx="576" cy="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528" name="Oval 1473"/>
            <p:cNvSpPr>
              <a:spLocks noChangeArrowheads="1"/>
            </p:cNvSpPr>
            <p:nvPr/>
          </p:nvSpPr>
          <p:spPr bwMode="auto">
            <a:xfrm>
              <a:off x="986" y="2597"/>
              <a:ext cx="66" cy="69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/>
            </a:p>
          </p:txBody>
        </p:sp>
      </p:grpSp>
      <p:grpSp>
        <p:nvGrpSpPr>
          <p:cNvPr id="44088" name="Group 1474"/>
          <p:cNvGrpSpPr/>
          <p:nvPr/>
        </p:nvGrpSpPr>
        <p:grpSpPr bwMode="auto">
          <a:xfrm>
            <a:off x="7856531" y="4991100"/>
            <a:ext cx="227013" cy="481013"/>
            <a:chOff x="4140" y="429"/>
            <a:chExt cx="1425" cy="2396"/>
          </a:xfrm>
        </p:grpSpPr>
        <p:sp>
          <p:nvSpPr>
            <p:cNvPr id="44494" name="Freeform 1475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95" name="Rectangle 1476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/>
            </a:p>
          </p:txBody>
        </p:sp>
        <p:sp>
          <p:nvSpPr>
            <p:cNvPr id="44496" name="Freeform 1477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97" name="Freeform 1478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98" name="Rectangle 1479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/>
            </a:p>
          </p:txBody>
        </p:sp>
        <p:grpSp>
          <p:nvGrpSpPr>
            <p:cNvPr id="44499" name="Group 1480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524" name="AutoShape 1481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525" name="AutoShape 1482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</p:grpSp>
        <p:sp>
          <p:nvSpPr>
            <p:cNvPr id="44500" name="Rectangle 1483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/>
            </a:p>
          </p:txBody>
        </p:sp>
        <p:grpSp>
          <p:nvGrpSpPr>
            <p:cNvPr id="44501" name="Group 1484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4522" name="AutoShape 1485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523" name="AutoShape 1486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</p:grpSp>
        <p:sp>
          <p:nvSpPr>
            <p:cNvPr id="44502" name="Rectangle 1487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/>
            </a:p>
          </p:txBody>
        </p:sp>
        <p:sp>
          <p:nvSpPr>
            <p:cNvPr id="44503" name="Rectangle 1488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/>
            </a:p>
          </p:txBody>
        </p:sp>
        <p:grpSp>
          <p:nvGrpSpPr>
            <p:cNvPr id="44504" name="Group 1489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4520" name="AutoShape 1490"/>
              <p:cNvSpPr>
                <a:spLocks noChangeArrowheads="1"/>
              </p:cNvSpPr>
              <p:nvPr/>
            </p:nvSpPr>
            <p:spPr bwMode="auto">
              <a:xfrm>
                <a:off x="618" y="2579"/>
                <a:ext cx="720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521" name="AutoShape 1491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</p:grpSp>
        <p:sp>
          <p:nvSpPr>
            <p:cNvPr id="44505" name="Freeform 1492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grpSp>
          <p:nvGrpSpPr>
            <p:cNvPr id="44506" name="Group 1493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518" name="AutoShape 1494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519" name="AutoShape 1495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</p:grpSp>
        <p:sp>
          <p:nvSpPr>
            <p:cNvPr id="44507" name="Rectangle 1496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/>
            </a:p>
          </p:txBody>
        </p:sp>
        <p:sp>
          <p:nvSpPr>
            <p:cNvPr id="44508" name="Freeform 1497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509" name="Freeform 1498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510" name="Oval 1499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/>
            </a:p>
          </p:txBody>
        </p:sp>
        <p:sp>
          <p:nvSpPr>
            <p:cNvPr id="44511" name="Freeform 1500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512" name="AutoShape 1501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/>
            </a:p>
          </p:txBody>
        </p:sp>
        <p:sp>
          <p:nvSpPr>
            <p:cNvPr id="44513" name="AutoShape 1502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/>
            </a:p>
          </p:txBody>
        </p:sp>
        <p:sp>
          <p:nvSpPr>
            <p:cNvPr id="44514" name="Oval 1503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/>
            </a:p>
          </p:txBody>
        </p:sp>
        <p:sp>
          <p:nvSpPr>
            <p:cNvPr id="44515" name="Oval 1504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zh-CN" altLang="zh-CN" sz="9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44516" name="Oval 1505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/>
            </a:p>
          </p:txBody>
        </p:sp>
        <p:sp>
          <p:nvSpPr>
            <p:cNvPr id="44517" name="Rectangle 1506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/>
            </a:p>
          </p:txBody>
        </p:sp>
      </p:grpSp>
      <p:grpSp>
        <p:nvGrpSpPr>
          <p:cNvPr id="44089" name="Group 1507"/>
          <p:cNvGrpSpPr/>
          <p:nvPr/>
        </p:nvGrpSpPr>
        <p:grpSpPr bwMode="auto">
          <a:xfrm>
            <a:off x="7540619" y="5292725"/>
            <a:ext cx="227012" cy="481013"/>
            <a:chOff x="4140" y="429"/>
            <a:chExt cx="1425" cy="2396"/>
          </a:xfrm>
        </p:grpSpPr>
        <p:sp>
          <p:nvSpPr>
            <p:cNvPr id="44462" name="Freeform 1508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63" name="Rectangle 1509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/>
            </a:p>
          </p:txBody>
        </p:sp>
        <p:sp>
          <p:nvSpPr>
            <p:cNvPr id="44464" name="Freeform 1510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65" name="Freeform 1511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66" name="Rectangle 1512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/>
            </a:p>
          </p:txBody>
        </p:sp>
        <p:grpSp>
          <p:nvGrpSpPr>
            <p:cNvPr id="44467" name="Group 1513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492" name="AutoShape 1514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493" name="AutoShape 1515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</p:grpSp>
        <p:sp>
          <p:nvSpPr>
            <p:cNvPr id="44468" name="Rectangle 1516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/>
            </a:p>
          </p:txBody>
        </p:sp>
        <p:grpSp>
          <p:nvGrpSpPr>
            <p:cNvPr id="44469" name="Group 1517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4490" name="AutoShape 1518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491" name="AutoShape 1519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</p:grpSp>
        <p:sp>
          <p:nvSpPr>
            <p:cNvPr id="44470" name="Rectangle 1520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/>
            </a:p>
          </p:txBody>
        </p:sp>
        <p:sp>
          <p:nvSpPr>
            <p:cNvPr id="44471" name="Rectangle 1521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/>
            </a:p>
          </p:txBody>
        </p:sp>
        <p:grpSp>
          <p:nvGrpSpPr>
            <p:cNvPr id="44472" name="Group 1522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4488" name="AutoShape 1523"/>
              <p:cNvSpPr>
                <a:spLocks noChangeArrowheads="1"/>
              </p:cNvSpPr>
              <p:nvPr/>
            </p:nvSpPr>
            <p:spPr bwMode="auto">
              <a:xfrm>
                <a:off x="618" y="2579"/>
                <a:ext cx="720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489" name="AutoShape 1524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</p:grpSp>
        <p:sp>
          <p:nvSpPr>
            <p:cNvPr id="44473" name="Freeform 1525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grpSp>
          <p:nvGrpSpPr>
            <p:cNvPr id="44474" name="Group 1526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486" name="AutoShape 1527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487" name="AutoShape 1528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</p:grpSp>
        <p:sp>
          <p:nvSpPr>
            <p:cNvPr id="44475" name="Rectangle 1529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/>
            </a:p>
          </p:txBody>
        </p:sp>
        <p:sp>
          <p:nvSpPr>
            <p:cNvPr id="44476" name="Freeform 1530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77" name="Freeform 1531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78" name="Oval 1532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/>
            </a:p>
          </p:txBody>
        </p:sp>
        <p:sp>
          <p:nvSpPr>
            <p:cNvPr id="44479" name="Freeform 1533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80" name="AutoShape 1534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/>
            </a:p>
          </p:txBody>
        </p:sp>
        <p:sp>
          <p:nvSpPr>
            <p:cNvPr id="44481" name="AutoShape 1535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/>
            </a:p>
          </p:txBody>
        </p:sp>
        <p:sp>
          <p:nvSpPr>
            <p:cNvPr id="44482" name="Oval 1536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/>
            </a:p>
          </p:txBody>
        </p:sp>
        <p:sp>
          <p:nvSpPr>
            <p:cNvPr id="44483" name="Oval 1537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zh-CN" altLang="zh-CN" sz="9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44484" name="Oval 1538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/>
            </a:p>
          </p:txBody>
        </p:sp>
        <p:sp>
          <p:nvSpPr>
            <p:cNvPr id="44485" name="Rectangle 1539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900"/>
            </a:p>
          </p:txBody>
        </p:sp>
      </p:grpSp>
      <p:grpSp>
        <p:nvGrpSpPr>
          <p:cNvPr id="44090" name="Group 1540"/>
          <p:cNvGrpSpPr/>
          <p:nvPr/>
        </p:nvGrpSpPr>
        <p:grpSpPr bwMode="auto">
          <a:xfrm>
            <a:off x="4918069" y="2032000"/>
            <a:ext cx="534987" cy="407988"/>
            <a:chOff x="877" y="1008"/>
            <a:chExt cx="2747" cy="2591"/>
          </a:xfrm>
        </p:grpSpPr>
        <p:pic>
          <p:nvPicPr>
            <p:cNvPr id="44439" name="Picture 1541" descr="antenna_stylized"/>
            <p:cNvPicPr>
              <a:picLocks noChangeAspect="1" noChangeArrowheads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440" name="Picture 1542" descr="laptop_keyboar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441" name="Freeform 1543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sz="900"/>
            </a:p>
          </p:txBody>
        </p:sp>
        <p:pic>
          <p:nvPicPr>
            <p:cNvPr id="44442" name="Picture 1544" descr="screen"/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443" name="Freeform 1545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44" name="Freeform 1546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45" name="Freeform 1547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46" name="Freeform 1548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47" name="Freeform 1549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48" name="Freeform 1550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grpSp>
          <p:nvGrpSpPr>
            <p:cNvPr id="44449" name="Group 1551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4456" name="Freeform 1552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457" name="Freeform 1553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458" name="Freeform 1554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459" name="Freeform 1555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460" name="Freeform 1556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461" name="Freeform 1557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</p:grpSp>
        <p:sp>
          <p:nvSpPr>
            <p:cNvPr id="44450" name="Freeform 1558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51" name="Freeform 1559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52" name="Freeform 1560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53" name="Freeform 1561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54" name="Freeform 1562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55" name="Freeform 1563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</p:grpSp>
      <p:grpSp>
        <p:nvGrpSpPr>
          <p:cNvPr id="44091" name="Group 1564"/>
          <p:cNvGrpSpPr/>
          <p:nvPr/>
        </p:nvGrpSpPr>
        <p:grpSpPr bwMode="auto">
          <a:xfrm>
            <a:off x="6488106" y="5475288"/>
            <a:ext cx="474663" cy="407987"/>
            <a:chOff x="877" y="1008"/>
            <a:chExt cx="2747" cy="2591"/>
          </a:xfrm>
        </p:grpSpPr>
        <p:pic>
          <p:nvPicPr>
            <p:cNvPr id="44416" name="Picture 1565" descr="antenna_stylize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417" name="Picture 1566" descr="laptop_keyboard"/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418" name="Freeform 1567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sz="900"/>
            </a:p>
          </p:txBody>
        </p:sp>
        <p:pic>
          <p:nvPicPr>
            <p:cNvPr id="44419" name="Picture 1568" descr="screen"/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420" name="Freeform 1569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21" name="Freeform 1570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22" name="Freeform 1571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23" name="Freeform 1572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24" name="Freeform 1573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25" name="Freeform 1574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grpSp>
          <p:nvGrpSpPr>
            <p:cNvPr id="44426" name="Group 1575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4433" name="Freeform 1576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434" name="Freeform 1577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435" name="Freeform 1578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436" name="Freeform 1579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437" name="Freeform 1580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438" name="Freeform 1581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</p:grpSp>
        <p:sp>
          <p:nvSpPr>
            <p:cNvPr id="44427" name="Freeform 1582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28" name="Freeform 1583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29" name="Freeform 1584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30" name="Freeform 1585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31" name="Freeform 1586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32" name="Freeform 1587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</p:grpSp>
      <p:grpSp>
        <p:nvGrpSpPr>
          <p:cNvPr id="44092" name="Group 1588"/>
          <p:cNvGrpSpPr/>
          <p:nvPr/>
        </p:nvGrpSpPr>
        <p:grpSpPr bwMode="auto">
          <a:xfrm>
            <a:off x="5176831" y="3030538"/>
            <a:ext cx="444500" cy="407987"/>
            <a:chOff x="877" y="1008"/>
            <a:chExt cx="2747" cy="2591"/>
          </a:xfrm>
        </p:grpSpPr>
        <p:pic>
          <p:nvPicPr>
            <p:cNvPr id="44393" name="Picture 1589" descr="antenna_stylized"/>
            <p:cNvPicPr>
              <a:picLocks noChangeAspect="1" noChangeArrowheads="1"/>
            </p:cNvPicPr>
            <p:nvPr/>
          </p:nvPicPr>
          <p:blipFill>
            <a:blip r:embed="rId2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394" name="Picture 1590" descr="laptop_keyboard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395" name="Freeform 1591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sz="900"/>
            </a:p>
          </p:txBody>
        </p:sp>
        <p:pic>
          <p:nvPicPr>
            <p:cNvPr id="44396" name="Picture 1592" descr="screen"/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397" name="Freeform 1593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398" name="Freeform 1594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399" name="Freeform 1595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00" name="Freeform 1596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01" name="Freeform 1597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02" name="Freeform 1598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grpSp>
          <p:nvGrpSpPr>
            <p:cNvPr id="44403" name="Group 1599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4410" name="Freeform 1600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411" name="Freeform 1601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412" name="Freeform 1602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413" name="Freeform 1603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414" name="Freeform 1604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415" name="Freeform 1605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</p:grpSp>
        <p:sp>
          <p:nvSpPr>
            <p:cNvPr id="44404" name="Freeform 1606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05" name="Freeform 1607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06" name="Freeform 1608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07" name="Freeform 1609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08" name="Freeform 1610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409" name="Freeform 1611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</p:grpSp>
      <p:grpSp>
        <p:nvGrpSpPr>
          <p:cNvPr id="44093" name="Group 1612"/>
          <p:cNvGrpSpPr/>
          <p:nvPr/>
        </p:nvGrpSpPr>
        <p:grpSpPr bwMode="auto">
          <a:xfrm flipH="1">
            <a:off x="5556244" y="3211513"/>
            <a:ext cx="414337" cy="373062"/>
            <a:chOff x="2839" y="3501"/>
            <a:chExt cx="755" cy="803"/>
          </a:xfrm>
        </p:grpSpPr>
        <p:pic>
          <p:nvPicPr>
            <p:cNvPr id="44391" name="Picture 1613" descr="desktop_computer_stylized_medium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392" name="Freeform 1614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zh-CN" altLang="en-US" sz="900"/>
            </a:p>
          </p:txBody>
        </p:sp>
      </p:grpSp>
      <p:grpSp>
        <p:nvGrpSpPr>
          <p:cNvPr id="44094" name="Group 1615"/>
          <p:cNvGrpSpPr/>
          <p:nvPr/>
        </p:nvGrpSpPr>
        <p:grpSpPr bwMode="auto">
          <a:xfrm>
            <a:off x="6923081" y="5411788"/>
            <a:ext cx="474663" cy="407987"/>
            <a:chOff x="877" y="1008"/>
            <a:chExt cx="2747" cy="2591"/>
          </a:xfrm>
        </p:grpSpPr>
        <p:pic>
          <p:nvPicPr>
            <p:cNvPr id="44368" name="Picture 1616" descr="antenna_stylize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369" name="Picture 1617" descr="laptop_keyboard"/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370" name="Freeform 1618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sz="900"/>
            </a:p>
          </p:txBody>
        </p:sp>
        <p:pic>
          <p:nvPicPr>
            <p:cNvPr id="44371" name="Picture 1619" descr="screen"/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372" name="Freeform 1620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373" name="Freeform 1621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374" name="Freeform 1622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375" name="Freeform 1623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376" name="Freeform 1624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377" name="Freeform 1625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grpSp>
          <p:nvGrpSpPr>
            <p:cNvPr id="44378" name="Group 1626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4385" name="Freeform 1627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386" name="Freeform 1628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387" name="Freeform 1629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388" name="Freeform 1630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389" name="Freeform 1631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  <p:sp>
            <p:nvSpPr>
              <p:cNvPr id="44390" name="Freeform 1632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900"/>
              </a:p>
            </p:txBody>
          </p:sp>
        </p:grpSp>
        <p:sp>
          <p:nvSpPr>
            <p:cNvPr id="44379" name="Freeform 1633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380" name="Freeform 1634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381" name="Freeform 1635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382" name="Freeform 1636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383" name="Freeform 1637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384" name="Freeform 1638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</p:grpSp>
      <p:sp>
        <p:nvSpPr>
          <p:cNvPr id="4409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09635" y="1592411"/>
            <a:ext cx="4260248" cy="4296977"/>
          </a:xfrm>
        </p:spPr>
        <p:txBody>
          <a:bodyPr>
            <a:noAutofit/>
          </a:bodyPr>
          <a:lstStyle/>
          <a:p>
            <a:pPr marL="360680" indent="-360680">
              <a:lnSpc>
                <a:spcPts val="3500"/>
              </a:lnSpc>
              <a:spcBef>
                <a:spcPts val="600"/>
              </a:spcBef>
              <a:buClr>
                <a:srgbClr val="FF0000"/>
              </a:buClr>
              <a:buSzPct val="90000"/>
              <a:buFont typeface="Wingdings" panose="05000000000000000000" pitchFamily="2" charset="2"/>
              <a:buChar char="n"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网络层在每台主机和路由器中实现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60680" indent="-360680">
              <a:lnSpc>
                <a:spcPts val="3500"/>
              </a:lnSpc>
              <a:spcBef>
                <a:spcPts val="600"/>
              </a:spcBef>
              <a:buClr>
                <a:srgbClr val="FF0000"/>
              </a:buClr>
              <a:buSzPct val="90000"/>
              <a:buFont typeface="Wingdings" panose="05000000000000000000" pitchFamily="2" charset="2"/>
              <a:buChar char="n"/>
            </a:pPr>
            <a:r>
              <a:rPr lang="zh-CN" altLang="en-US" sz="2400" b="1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发送端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：将传输层数据单元封装在数据包中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60680" indent="-360680">
              <a:lnSpc>
                <a:spcPts val="3500"/>
              </a:lnSpc>
              <a:spcBef>
                <a:spcPts val="600"/>
              </a:spcBef>
              <a:buClr>
                <a:srgbClr val="FF0000"/>
              </a:buClr>
              <a:buSzPct val="90000"/>
              <a:buFont typeface="Wingdings" panose="05000000000000000000" pitchFamily="2" charset="2"/>
              <a:buChar char="n"/>
            </a:pPr>
            <a:r>
              <a:rPr lang="zh-CN" altLang="en-US" sz="2400" b="1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接收端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：解析接收的数据包中，取出传输层数据单元，交付给传输层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60680" indent="-360680">
              <a:lnSpc>
                <a:spcPts val="3500"/>
              </a:lnSpc>
              <a:spcBef>
                <a:spcPts val="600"/>
              </a:spcBef>
              <a:buClr>
                <a:srgbClr val="FF0000"/>
              </a:buClr>
              <a:buSzPct val="90000"/>
              <a:buFont typeface="Wingdings" panose="05000000000000000000" pitchFamily="2" charset="2"/>
              <a:buChar char="n"/>
            </a:pPr>
            <a:r>
              <a:rPr lang="zh-CN" altLang="en-US" sz="2400" b="1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路由器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：检查数据包的首部，转发数据包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19767" name="Group 1046"/>
          <p:cNvGrpSpPr/>
          <p:nvPr/>
        </p:nvGrpSpPr>
        <p:grpSpPr bwMode="auto">
          <a:xfrm>
            <a:off x="5272081" y="1141413"/>
            <a:ext cx="1047750" cy="996950"/>
            <a:chOff x="3402" y="719"/>
            <a:chExt cx="660" cy="628"/>
          </a:xfrm>
        </p:grpSpPr>
        <p:sp>
          <p:nvSpPr>
            <p:cNvPr id="44358" name="Freeform 1030"/>
            <p:cNvSpPr/>
            <p:nvPr/>
          </p:nvSpPr>
          <p:spPr bwMode="auto">
            <a:xfrm>
              <a:off x="3402" y="753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grpSp>
          <p:nvGrpSpPr>
            <p:cNvPr id="44359" name="Group 310"/>
            <p:cNvGrpSpPr/>
            <p:nvPr/>
          </p:nvGrpSpPr>
          <p:grpSpPr bwMode="auto">
            <a:xfrm>
              <a:off x="3549" y="719"/>
              <a:ext cx="513" cy="552"/>
              <a:chOff x="2956" y="969"/>
              <a:chExt cx="513" cy="552"/>
            </a:xfrm>
          </p:grpSpPr>
          <p:sp>
            <p:nvSpPr>
              <p:cNvPr id="44360" name="Rectangle 311"/>
              <p:cNvSpPr>
                <a:spLocks noChangeArrowheads="1"/>
              </p:cNvSpPr>
              <p:nvPr/>
            </p:nvSpPr>
            <p:spPr bwMode="auto">
              <a:xfrm>
                <a:off x="3018" y="969"/>
                <a:ext cx="426" cy="48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361" name="Rectangle 312"/>
              <p:cNvSpPr>
                <a:spLocks noChangeArrowheads="1"/>
              </p:cNvSpPr>
              <p:nvPr/>
            </p:nvSpPr>
            <p:spPr bwMode="auto">
              <a:xfrm>
                <a:off x="2997" y="984"/>
                <a:ext cx="435" cy="50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362" name="Rectangle 313"/>
              <p:cNvSpPr>
                <a:spLocks noChangeArrowheads="1"/>
              </p:cNvSpPr>
              <p:nvPr/>
            </p:nvSpPr>
            <p:spPr bwMode="auto">
              <a:xfrm>
                <a:off x="3000" y="1185"/>
                <a:ext cx="432" cy="108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363" name="Text Box 314"/>
              <p:cNvSpPr txBox="1">
                <a:spLocks noChangeArrowheads="1"/>
              </p:cNvSpPr>
              <p:nvPr/>
            </p:nvSpPr>
            <p:spPr bwMode="auto">
              <a:xfrm>
                <a:off x="2956" y="978"/>
                <a:ext cx="513" cy="5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zh-CN" altLang="en-US" sz="900" dirty="0"/>
                  <a:t>应用层</a:t>
                </a:r>
                <a:endParaRPr lang="en-US" altLang="zh-CN" sz="900" dirty="0"/>
              </a:p>
              <a:p>
                <a:pPr algn="ctr"/>
                <a:r>
                  <a:rPr lang="zh-CN" altLang="en-US" sz="900" dirty="0"/>
                  <a:t>传输层</a:t>
                </a:r>
                <a:endParaRPr lang="en-US" altLang="zh-CN" sz="900" dirty="0"/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>
                    <a:solidFill>
                      <a:schemeClr val="bg1"/>
                    </a:solidFill>
                  </a:rPr>
                  <a:t>网络层</a:t>
                </a:r>
                <a:endParaRPr lang="en-US" altLang="zh-CN" sz="900" dirty="0">
                  <a:solidFill>
                    <a:schemeClr val="bg1"/>
                  </a:solidFill>
                </a:endParaRPr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/>
                  <a:t>数据链路层</a:t>
                </a:r>
                <a:endParaRPr lang="en-US" altLang="zh-CN" sz="900" dirty="0"/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/>
                  <a:t>物理层</a:t>
                </a:r>
                <a:endParaRPr lang="en-US" altLang="zh-CN" sz="900" dirty="0"/>
              </a:p>
            </p:txBody>
          </p:sp>
          <p:sp>
            <p:nvSpPr>
              <p:cNvPr id="44364" name="Line 315"/>
              <p:cNvSpPr>
                <a:spLocks noChangeShapeType="1"/>
              </p:cNvSpPr>
              <p:nvPr/>
            </p:nvSpPr>
            <p:spPr bwMode="auto">
              <a:xfrm>
                <a:off x="2997" y="119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365" name="Line 316"/>
              <p:cNvSpPr>
                <a:spLocks noChangeShapeType="1"/>
              </p:cNvSpPr>
              <p:nvPr/>
            </p:nvSpPr>
            <p:spPr bwMode="auto">
              <a:xfrm>
                <a:off x="3003" y="1290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366" name="Line 317"/>
              <p:cNvSpPr>
                <a:spLocks noChangeShapeType="1"/>
              </p:cNvSpPr>
              <p:nvPr/>
            </p:nvSpPr>
            <p:spPr bwMode="auto">
              <a:xfrm>
                <a:off x="3003" y="137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367" name="Line 318"/>
              <p:cNvSpPr>
                <a:spLocks noChangeShapeType="1"/>
              </p:cNvSpPr>
              <p:nvPr/>
            </p:nvSpPr>
            <p:spPr bwMode="auto">
              <a:xfrm>
                <a:off x="3003" y="1092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</p:grpSp>
      </p:grpSp>
      <p:grpSp>
        <p:nvGrpSpPr>
          <p:cNvPr id="19769" name="Group 1047"/>
          <p:cNvGrpSpPr/>
          <p:nvPr/>
        </p:nvGrpSpPr>
        <p:grpSpPr bwMode="auto">
          <a:xfrm>
            <a:off x="7967656" y="4148138"/>
            <a:ext cx="1047750" cy="996950"/>
            <a:chOff x="3402" y="719"/>
            <a:chExt cx="660" cy="628"/>
          </a:xfrm>
        </p:grpSpPr>
        <p:sp>
          <p:nvSpPr>
            <p:cNvPr id="44348" name="Freeform 1048"/>
            <p:cNvSpPr/>
            <p:nvPr/>
          </p:nvSpPr>
          <p:spPr bwMode="auto">
            <a:xfrm>
              <a:off x="3402" y="753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900"/>
            </a:p>
          </p:txBody>
        </p:sp>
        <p:grpSp>
          <p:nvGrpSpPr>
            <p:cNvPr id="44349" name="Group 1049"/>
            <p:cNvGrpSpPr/>
            <p:nvPr/>
          </p:nvGrpSpPr>
          <p:grpSpPr bwMode="auto">
            <a:xfrm>
              <a:off x="3549" y="719"/>
              <a:ext cx="513" cy="552"/>
              <a:chOff x="2956" y="969"/>
              <a:chExt cx="513" cy="552"/>
            </a:xfrm>
          </p:grpSpPr>
          <p:sp>
            <p:nvSpPr>
              <p:cNvPr id="44350" name="Rectangle 1050"/>
              <p:cNvSpPr>
                <a:spLocks noChangeArrowheads="1"/>
              </p:cNvSpPr>
              <p:nvPr/>
            </p:nvSpPr>
            <p:spPr bwMode="auto">
              <a:xfrm>
                <a:off x="3018" y="969"/>
                <a:ext cx="426" cy="48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351" name="Rectangle 1051"/>
              <p:cNvSpPr>
                <a:spLocks noChangeArrowheads="1"/>
              </p:cNvSpPr>
              <p:nvPr/>
            </p:nvSpPr>
            <p:spPr bwMode="auto">
              <a:xfrm>
                <a:off x="2997" y="984"/>
                <a:ext cx="435" cy="50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352" name="Rectangle 1052"/>
              <p:cNvSpPr>
                <a:spLocks noChangeArrowheads="1"/>
              </p:cNvSpPr>
              <p:nvPr/>
            </p:nvSpPr>
            <p:spPr bwMode="auto">
              <a:xfrm>
                <a:off x="3000" y="1185"/>
                <a:ext cx="432" cy="108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353" name="Text Box 1053"/>
              <p:cNvSpPr txBox="1">
                <a:spLocks noChangeArrowheads="1"/>
              </p:cNvSpPr>
              <p:nvPr/>
            </p:nvSpPr>
            <p:spPr bwMode="auto">
              <a:xfrm>
                <a:off x="2956" y="978"/>
                <a:ext cx="513" cy="5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zh-CN" altLang="en-US" sz="900" dirty="0"/>
                  <a:t>应用层</a:t>
                </a:r>
                <a:endParaRPr lang="en-US" altLang="zh-CN" sz="900" dirty="0"/>
              </a:p>
              <a:p>
                <a:pPr algn="ctr"/>
                <a:r>
                  <a:rPr lang="zh-CN" altLang="en-US" sz="900" dirty="0"/>
                  <a:t>传输层</a:t>
                </a:r>
                <a:endParaRPr lang="en-US" altLang="zh-CN" sz="900" dirty="0"/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>
                    <a:solidFill>
                      <a:schemeClr val="bg1"/>
                    </a:solidFill>
                  </a:rPr>
                  <a:t>网络层</a:t>
                </a:r>
                <a:endParaRPr lang="en-US" altLang="zh-CN" sz="900" dirty="0">
                  <a:solidFill>
                    <a:schemeClr val="bg1"/>
                  </a:solidFill>
                </a:endParaRPr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/>
                  <a:t>数据链路层</a:t>
                </a:r>
                <a:endParaRPr lang="en-US" altLang="zh-CN" sz="900" dirty="0"/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/>
                  <a:t>物理层</a:t>
                </a:r>
                <a:endParaRPr lang="en-US" altLang="zh-CN" sz="900" dirty="0"/>
              </a:p>
            </p:txBody>
          </p:sp>
          <p:sp>
            <p:nvSpPr>
              <p:cNvPr id="44354" name="Line 1054"/>
              <p:cNvSpPr>
                <a:spLocks noChangeShapeType="1"/>
              </p:cNvSpPr>
              <p:nvPr/>
            </p:nvSpPr>
            <p:spPr bwMode="auto">
              <a:xfrm>
                <a:off x="2997" y="119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355" name="Line 1055"/>
              <p:cNvSpPr>
                <a:spLocks noChangeShapeType="1"/>
              </p:cNvSpPr>
              <p:nvPr/>
            </p:nvSpPr>
            <p:spPr bwMode="auto">
              <a:xfrm>
                <a:off x="3003" y="1290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356" name="Line 1056"/>
              <p:cNvSpPr>
                <a:spLocks noChangeShapeType="1"/>
              </p:cNvSpPr>
              <p:nvPr/>
            </p:nvSpPr>
            <p:spPr bwMode="auto">
              <a:xfrm>
                <a:off x="3003" y="137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357" name="Line 1057"/>
              <p:cNvSpPr>
                <a:spLocks noChangeShapeType="1"/>
              </p:cNvSpPr>
              <p:nvPr/>
            </p:nvSpPr>
            <p:spPr bwMode="auto">
              <a:xfrm>
                <a:off x="3003" y="1092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</p:grpSp>
      </p:grpSp>
      <p:grpSp>
        <p:nvGrpSpPr>
          <p:cNvPr id="19771" name="Group 1278"/>
          <p:cNvGrpSpPr/>
          <p:nvPr/>
        </p:nvGrpSpPr>
        <p:grpSpPr bwMode="auto">
          <a:xfrm>
            <a:off x="5724519" y="1739903"/>
            <a:ext cx="2546350" cy="3475040"/>
            <a:chOff x="3674" y="1133"/>
            <a:chExt cx="1604" cy="2189"/>
          </a:xfrm>
        </p:grpSpPr>
        <p:grpSp>
          <p:nvGrpSpPr>
            <p:cNvPr id="44106" name="Group 433"/>
            <p:cNvGrpSpPr/>
            <p:nvPr/>
          </p:nvGrpSpPr>
          <p:grpSpPr bwMode="auto">
            <a:xfrm>
              <a:off x="3701" y="1305"/>
              <a:ext cx="513" cy="456"/>
              <a:chOff x="3937" y="633"/>
              <a:chExt cx="513" cy="456"/>
            </a:xfrm>
          </p:grpSpPr>
          <p:sp>
            <p:nvSpPr>
              <p:cNvPr id="44327" name="Line 434"/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328" name="Line 435"/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329" name="Oval 436"/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330" name="Line 437"/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331" name="Line 438"/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332" name="Rectangle 439"/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900"/>
              </a:p>
            </p:txBody>
          </p:sp>
          <p:sp>
            <p:nvSpPr>
              <p:cNvPr id="44333" name="Oval 440"/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grpSp>
            <p:nvGrpSpPr>
              <p:cNvPr id="44334" name="Group 441"/>
              <p:cNvGrpSpPr/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345" name="Line 442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346" name="Line 443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347" name="Line 444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</p:grpSp>
          <p:grpSp>
            <p:nvGrpSpPr>
              <p:cNvPr id="44335" name="Group 445"/>
              <p:cNvGrpSpPr/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342" name="Line 446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343" name="Line 447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344" name="Line 448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</p:grpSp>
          <p:sp>
            <p:nvSpPr>
              <p:cNvPr id="44336" name="Rectangle 449"/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337" name="Rectangle 450"/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338" name="Line 451"/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339" name="Line 452"/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340" name="Rectangle 453"/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900">
                  <a:solidFill>
                    <a:srgbClr val="CC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4341" name="Text Box 454"/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zh-CN" sz="900" dirty="0"/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>
                    <a:solidFill>
                      <a:schemeClr val="bg1"/>
                    </a:solidFill>
                  </a:rPr>
                  <a:t>网络层</a:t>
                </a:r>
                <a:endParaRPr lang="en-US" altLang="zh-CN" sz="900" dirty="0">
                  <a:solidFill>
                    <a:schemeClr val="bg1"/>
                  </a:solidFill>
                </a:endParaRPr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/>
                  <a:t>数据链路层</a:t>
                </a:r>
                <a:endParaRPr lang="en-US" altLang="zh-CN" sz="900" dirty="0"/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/>
                  <a:t>物理层</a:t>
                </a:r>
                <a:endParaRPr lang="en-US" altLang="zh-CN" sz="900" dirty="0"/>
              </a:p>
            </p:txBody>
          </p:sp>
        </p:grpSp>
        <p:grpSp>
          <p:nvGrpSpPr>
            <p:cNvPr id="44107" name="Group 1058"/>
            <p:cNvGrpSpPr/>
            <p:nvPr/>
          </p:nvGrpSpPr>
          <p:grpSpPr bwMode="auto">
            <a:xfrm>
              <a:off x="4207" y="1532"/>
              <a:ext cx="513" cy="456"/>
              <a:chOff x="3937" y="633"/>
              <a:chExt cx="513" cy="456"/>
            </a:xfrm>
          </p:grpSpPr>
          <p:sp>
            <p:nvSpPr>
              <p:cNvPr id="44306" name="Line 1059"/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307" name="Line 1060"/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308" name="Oval 1061"/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309" name="Line 1062"/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310" name="Line 1063"/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311" name="Rectangle 1064"/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900"/>
              </a:p>
            </p:txBody>
          </p:sp>
          <p:sp>
            <p:nvSpPr>
              <p:cNvPr id="44312" name="Oval 1065"/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grpSp>
            <p:nvGrpSpPr>
              <p:cNvPr id="44313" name="Group 1066"/>
              <p:cNvGrpSpPr/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324" name="Line 1067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325" name="Line 1068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326" name="Line 1069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</p:grpSp>
          <p:grpSp>
            <p:nvGrpSpPr>
              <p:cNvPr id="44314" name="Group 1070"/>
              <p:cNvGrpSpPr/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321" name="Line 1071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322" name="Line 1072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323" name="Line 1073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</p:grpSp>
          <p:sp>
            <p:nvSpPr>
              <p:cNvPr id="44315" name="Rectangle 1074"/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316" name="Rectangle 1075"/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317" name="Line 1076"/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318" name="Line 1077"/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319" name="Rectangle 1078"/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320" name="Text Box 1079"/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zh-CN" sz="900" dirty="0"/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>
                    <a:solidFill>
                      <a:schemeClr val="bg1"/>
                    </a:solidFill>
                  </a:rPr>
                  <a:t>网络层</a:t>
                </a:r>
                <a:endParaRPr lang="en-US" altLang="zh-CN" sz="900" dirty="0">
                  <a:solidFill>
                    <a:schemeClr val="bg1"/>
                  </a:solidFill>
                </a:endParaRPr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/>
                  <a:t>数据链路层</a:t>
                </a:r>
                <a:endParaRPr lang="en-US" altLang="zh-CN" sz="900" dirty="0"/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/>
                  <a:t>物理层</a:t>
                </a:r>
                <a:endParaRPr lang="en-US" altLang="zh-CN" sz="900" dirty="0"/>
              </a:p>
            </p:txBody>
          </p:sp>
        </p:grpSp>
        <p:grpSp>
          <p:nvGrpSpPr>
            <p:cNvPr id="44108" name="Group 1080"/>
            <p:cNvGrpSpPr/>
            <p:nvPr/>
          </p:nvGrpSpPr>
          <p:grpSpPr bwMode="auto">
            <a:xfrm>
              <a:off x="4661" y="1133"/>
              <a:ext cx="513" cy="465"/>
              <a:chOff x="3937" y="618"/>
              <a:chExt cx="513" cy="465"/>
            </a:xfrm>
          </p:grpSpPr>
          <p:sp>
            <p:nvSpPr>
              <p:cNvPr id="44285" name="Line 1081"/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86" name="Line 1082"/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87" name="Oval 1083"/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288" name="Line 1084"/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89" name="Line 1085"/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90" name="Rectangle 1086"/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900"/>
              </a:p>
            </p:txBody>
          </p:sp>
          <p:sp>
            <p:nvSpPr>
              <p:cNvPr id="44291" name="Oval 1087"/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grpSp>
            <p:nvGrpSpPr>
              <p:cNvPr id="44292" name="Group 1088"/>
              <p:cNvGrpSpPr/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30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304" name="Line 1090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305" name="Line 1091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</p:grpSp>
          <p:grpSp>
            <p:nvGrpSpPr>
              <p:cNvPr id="44293" name="Group 1092"/>
              <p:cNvGrpSpPr/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300" name="Line 1093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301" name="Line 1094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302" name="Line 1095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</p:grpSp>
          <p:sp>
            <p:nvSpPr>
              <p:cNvPr id="44294" name="Rectangle 1096"/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295" name="Rectangle 1097"/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296" name="Line 1098"/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97" name="Line 1099"/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98" name="Rectangle 1100"/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299" name="Text Box 1101"/>
              <p:cNvSpPr txBox="1">
                <a:spLocks noChangeArrowheads="1"/>
              </p:cNvSpPr>
              <p:nvPr/>
            </p:nvSpPr>
            <p:spPr bwMode="auto">
              <a:xfrm>
                <a:off x="3937" y="618"/>
                <a:ext cx="513" cy="4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zh-CN" sz="900" dirty="0"/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>
                    <a:solidFill>
                      <a:schemeClr val="bg1"/>
                    </a:solidFill>
                  </a:rPr>
                  <a:t>网络层</a:t>
                </a:r>
                <a:endParaRPr lang="en-US" altLang="zh-CN" sz="900" dirty="0">
                  <a:solidFill>
                    <a:schemeClr val="bg1"/>
                  </a:solidFill>
                </a:endParaRPr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/>
                  <a:t>数据链路层</a:t>
                </a:r>
                <a:endParaRPr lang="en-US" altLang="zh-CN" sz="900" dirty="0"/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/>
                  <a:t>物理层</a:t>
                </a:r>
                <a:endParaRPr lang="en-US" altLang="zh-CN" sz="900" dirty="0"/>
              </a:p>
            </p:txBody>
          </p:sp>
        </p:grpSp>
        <p:grpSp>
          <p:nvGrpSpPr>
            <p:cNvPr id="44109" name="Group 1102"/>
            <p:cNvGrpSpPr/>
            <p:nvPr/>
          </p:nvGrpSpPr>
          <p:grpSpPr bwMode="auto">
            <a:xfrm>
              <a:off x="4702" y="1523"/>
              <a:ext cx="513" cy="456"/>
              <a:chOff x="3937" y="633"/>
              <a:chExt cx="513" cy="456"/>
            </a:xfrm>
          </p:grpSpPr>
          <p:sp>
            <p:nvSpPr>
              <p:cNvPr id="44264" name="Line 1103"/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65" name="Line 1104"/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66" name="Oval 1105"/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267" name="Line 1106"/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68" name="Line 1107"/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69" name="Rectangle 1108"/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900"/>
              </a:p>
            </p:txBody>
          </p:sp>
          <p:sp>
            <p:nvSpPr>
              <p:cNvPr id="44270" name="Oval 1109"/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grpSp>
            <p:nvGrpSpPr>
              <p:cNvPr id="44271" name="Group 1110"/>
              <p:cNvGrpSpPr/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282" name="Line 1111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283" name="Line 1112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284" name="Line 1113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</p:grpSp>
          <p:grpSp>
            <p:nvGrpSpPr>
              <p:cNvPr id="44272" name="Group 1114"/>
              <p:cNvGrpSpPr/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279" name="Line 1115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280" name="Line 1116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281" name="Line 1117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</p:grpSp>
          <p:sp>
            <p:nvSpPr>
              <p:cNvPr id="44273" name="Rectangle 1118"/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274" name="Rectangle 1119"/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275" name="Line 1120"/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76" name="Line 1121"/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77" name="Rectangle 1122"/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278" name="Text Box 1123"/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zh-CN" sz="900" dirty="0"/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>
                    <a:solidFill>
                      <a:schemeClr val="bg1"/>
                    </a:solidFill>
                  </a:rPr>
                  <a:t>网络层</a:t>
                </a:r>
                <a:endParaRPr lang="en-US" altLang="zh-CN" sz="900" dirty="0">
                  <a:solidFill>
                    <a:schemeClr val="bg1"/>
                  </a:solidFill>
                </a:endParaRPr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/>
                  <a:t>数据链路层</a:t>
                </a:r>
                <a:endParaRPr lang="en-US" altLang="zh-CN" sz="900" dirty="0"/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/>
                  <a:t>物理层</a:t>
                </a:r>
                <a:endParaRPr lang="en-US" altLang="zh-CN" sz="900" dirty="0"/>
              </a:p>
            </p:txBody>
          </p:sp>
        </p:grpSp>
        <p:grpSp>
          <p:nvGrpSpPr>
            <p:cNvPr id="44110" name="Group 1124"/>
            <p:cNvGrpSpPr/>
            <p:nvPr/>
          </p:nvGrpSpPr>
          <p:grpSpPr bwMode="auto">
            <a:xfrm>
              <a:off x="4197" y="1139"/>
              <a:ext cx="513" cy="465"/>
              <a:chOff x="3937" y="615"/>
              <a:chExt cx="513" cy="465"/>
            </a:xfrm>
          </p:grpSpPr>
          <p:sp>
            <p:nvSpPr>
              <p:cNvPr id="44243" name="Line 1125"/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44" name="Line 1126"/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45" name="Oval 1127"/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246" name="Line 1128"/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47" name="Line 1129"/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48" name="Rectangle 1130"/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900"/>
              </a:p>
            </p:txBody>
          </p:sp>
          <p:sp>
            <p:nvSpPr>
              <p:cNvPr id="44249" name="Oval 1131"/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grpSp>
            <p:nvGrpSpPr>
              <p:cNvPr id="44250" name="Group 1132"/>
              <p:cNvGrpSpPr/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261" name="Line 1133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262" name="Line 1134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263" name="Line 1135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</p:grpSp>
          <p:grpSp>
            <p:nvGrpSpPr>
              <p:cNvPr id="44251" name="Group 1136"/>
              <p:cNvGrpSpPr/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258" name="Line 1137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259" name="Line 1138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260" name="Line 1139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</p:grpSp>
          <p:sp>
            <p:nvSpPr>
              <p:cNvPr id="44252" name="Rectangle 1140"/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253" name="Rectangle 1141"/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254" name="Line 1142"/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55" name="Line 1143"/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56" name="Rectangle 1144"/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257" name="Text Box 1145"/>
              <p:cNvSpPr txBox="1">
                <a:spLocks noChangeArrowheads="1"/>
              </p:cNvSpPr>
              <p:nvPr/>
            </p:nvSpPr>
            <p:spPr bwMode="auto">
              <a:xfrm>
                <a:off x="3937" y="615"/>
                <a:ext cx="513" cy="4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zh-CN" sz="900" dirty="0"/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>
                    <a:solidFill>
                      <a:schemeClr val="bg1"/>
                    </a:solidFill>
                  </a:rPr>
                  <a:t>网络层</a:t>
                </a:r>
                <a:endParaRPr lang="en-US" altLang="zh-CN" sz="900" dirty="0">
                  <a:solidFill>
                    <a:schemeClr val="bg1"/>
                  </a:solidFill>
                </a:endParaRPr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/>
                  <a:t>数据链路层</a:t>
                </a:r>
                <a:endParaRPr lang="en-US" altLang="zh-CN" sz="900" dirty="0"/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/>
                  <a:t>物理层</a:t>
                </a:r>
                <a:endParaRPr lang="en-US" altLang="zh-CN" sz="900" dirty="0"/>
              </a:p>
            </p:txBody>
          </p:sp>
        </p:grpSp>
        <p:grpSp>
          <p:nvGrpSpPr>
            <p:cNvPr id="44111" name="Group 1146"/>
            <p:cNvGrpSpPr/>
            <p:nvPr/>
          </p:nvGrpSpPr>
          <p:grpSpPr bwMode="auto">
            <a:xfrm>
              <a:off x="4389" y="2239"/>
              <a:ext cx="513" cy="456"/>
              <a:chOff x="3937" y="633"/>
              <a:chExt cx="513" cy="456"/>
            </a:xfrm>
          </p:grpSpPr>
          <p:sp>
            <p:nvSpPr>
              <p:cNvPr id="44222" name="Line 1147"/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23" name="Line 1148"/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24" name="Oval 1149"/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225" name="Line 1150"/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26" name="Line 1151"/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27" name="Rectangle 1152"/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900"/>
              </a:p>
            </p:txBody>
          </p:sp>
          <p:sp>
            <p:nvSpPr>
              <p:cNvPr id="44228" name="Oval 1153"/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grpSp>
            <p:nvGrpSpPr>
              <p:cNvPr id="44229" name="Group 1154"/>
              <p:cNvGrpSpPr/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240" name="Line 1155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241" name="Line 1156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242" name="Line 1157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</p:grpSp>
          <p:grpSp>
            <p:nvGrpSpPr>
              <p:cNvPr id="44230" name="Group 1158"/>
              <p:cNvGrpSpPr/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237" name="Line 1159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238" name="Line 1160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239" name="Line 1161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</p:grpSp>
          <p:sp>
            <p:nvSpPr>
              <p:cNvPr id="44231" name="Rectangle 1162"/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232" name="Rectangle 1163"/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233" name="Line 1164"/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34" name="Line 1165"/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35" name="Rectangle 1166"/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236" name="Text Box 1167"/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zh-CN" sz="900" dirty="0"/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>
                    <a:solidFill>
                      <a:schemeClr val="bg1"/>
                    </a:solidFill>
                  </a:rPr>
                  <a:t>网络层</a:t>
                </a:r>
                <a:endParaRPr lang="en-US" altLang="zh-CN" sz="900" dirty="0">
                  <a:solidFill>
                    <a:schemeClr val="bg1"/>
                  </a:solidFill>
                </a:endParaRPr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/>
                  <a:t>数据链路层</a:t>
                </a:r>
                <a:endParaRPr lang="en-US" altLang="zh-CN" sz="900" dirty="0"/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/>
                  <a:t>物理层</a:t>
                </a:r>
                <a:endParaRPr lang="en-US" altLang="zh-CN" sz="900" dirty="0"/>
              </a:p>
            </p:txBody>
          </p:sp>
        </p:grpSp>
        <p:grpSp>
          <p:nvGrpSpPr>
            <p:cNvPr id="44112" name="Group 1168"/>
            <p:cNvGrpSpPr/>
            <p:nvPr/>
          </p:nvGrpSpPr>
          <p:grpSpPr bwMode="auto">
            <a:xfrm>
              <a:off x="4765" y="1995"/>
              <a:ext cx="513" cy="456"/>
              <a:chOff x="3937" y="633"/>
              <a:chExt cx="513" cy="456"/>
            </a:xfrm>
          </p:grpSpPr>
          <p:sp>
            <p:nvSpPr>
              <p:cNvPr id="44201" name="Line 1169"/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02" name="Line 1170"/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03" name="Oval 1171"/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204" name="Line 1172"/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05" name="Line 1173"/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06" name="Rectangle 1174"/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900"/>
              </a:p>
            </p:txBody>
          </p:sp>
          <p:sp>
            <p:nvSpPr>
              <p:cNvPr id="44207" name="Oval 1175"/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grpSp>
            <p:nvGrpSpPr>
              <p:cNvPr id="44208" name="Group 1176"/>
              <p:cNvGrpSpPr/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219" name="Line 1177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220" name="Line 1178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221" name="Line 1179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</p:grpSp>
          <p:grpSp>
            <p:nvGrpSpPr>
              <p:cNvPr id="44209" name="Group 1180"/>
              <p:cNvGrpSpPr/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216" name="Line 1181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217" name="Line 1182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218" name="Line 1183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</p:grpSp>
          <p:sp>
            <p:nvSpPr>
              <p:cNvPr id="44210" name="Rectangle 1184"/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211" name="Rectangle 1185"/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212" name="Line 1186"/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13" name="Line 1187"/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214" name="Rectangle 1188"/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215" name="Text Box 1189"/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zh-CN" sz="900" dirty="0"/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>
                    <a:solidFill>
                      <a:schemeClr val="bg1"/>
                    </a:solidFill>
                  </a:rPr>
                  <a:t>网络层</a:t>
                </a:r>
                <a:endParaRPr lang="en-US" altLang="zh-CN" sz="900" dirty="0">
                  <a:solidFill>
                    <a:schemeClr val="bg1"/>
                  </a:solidFill>
                </a:endParaRPr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/>
                  <a:t>数据链路层</a:t>
                </a:r>
                <a:endParaRPr lang="en-US" altLang="zh-CN" sz="900" dirty="0"/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/>
                  <a:t>物理层</a:t>
                </a:r>
                <a:endParaRPr lang="en-US" altLang="zh-CN" sz="900" dirty="0"/>
              </a:p>
            </p:txBody>
          </p:sp>
        </p:grpSp>
        <p:grpSp>
          <p:nvGrpSpPr>
            <p:cNvPr id="44113" name="Group 1190"/>
            <p:cNvGrpSpPr/>
            <p:nvPr/>
          </p:nvGrpSpPr>
          <p:grpSpPr bwMode="auto">
            <a:xfrm>
              <a:off x="4128" y="2003"/>
              <a:ext cx="513" cy="456"/>
              <a:chOff x="3937" y="633"/>
              <a:chExt cx="513" cy="456"/>
            </a:xfrm>
          </p:grpSpPr>
          <p:sp>
            <p:nvSpPr>
              <p:cNvPr id="44180" name="Line 1191"/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181" name="Line 1192"/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182" name="Oval 1193"/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183" name="Line 1194"/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184" name="Line 1195"/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185" name="Rectangle 1196"/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900"/>
              </a:p>
            </p:txBody>
          </p:sp>
          <p:sp>
            <p:nvSpPr>
              <p:cNvPr id="44186" name="Oval 1197"/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grpSp>
            <p:nvGrpSpPr>
              <p:cNvPr id="44187" name="Group 1198"/>
              <p:cNvGrpSpPr/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198" name="Line 1199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199" name="Line 1200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200" name="Line 1201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</p:grpSp>
          <p:grpSp>
            <p:nvGrpSpPr>
              <p:cNvPr id="44188" name="Group 1202"/>
              <p:cNvGrpSpPr/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195" name="Line 1203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196" name="Line 1204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197" name="Line 1205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</p:grpSp>
          <p:sp>
            <p:nvSpPr>
              <p:cNvPr id="44189" name="Rectangle 1206"/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190" name="Rectangle 1207"/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191" name="Line 1208"/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192" name="Line 1209"/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193" name="Rectangle 1210"/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194" name="Text Box 1211"/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zh-CN" sz="900" dirty="0"/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>
                    <a:solidFill>
                      <a:schemeClr val="bg1"/>
                    </a:solidFill>
                  </a:rPr>
                  <a:t>网络层</a:t>
                </a:r>
                <a:endParaRPr lang="en-US" altLang="zh-CN" sz="900" dirty="0">
                  <a:solidFill>
                    <a:schemeClr val="bg1"/>
                  </a:solidFill>
                </a:endParaRPr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/>
                  <a:t>数据链路层</a:t>
                </a:r>
                <a:endParaRPr lang="en-US" altLang="zh-CN" sz="900" dirty="0"/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/>
                  <a:t>物理层</a:t>
                </a:r>
                <a:endParaRPr lang="en-US" altLang="zh-CN" sz="900" dirty="0"/>
              </a:p>
            </p:txBody>
          </p:sp>
        </p:grpSp>
        <p:grpSp>
          <p:nvGrpSpPr>
            <p:cNvPr id="44114" name="Group 1212"/>
            <p:cNvGrpSpPr/>
            <p:nvPr/>
          </p:nvGrpSpPr>
          <p:grpSpPr bwMode="auto">
            <a:xfrm>
              <a:off x="4608" y="2771"/>
              <a:ext cx="513" cy="456"/>
              <a:chOff x="3937" y="633"/>
              <a:chExt cx="513" cy="456"/>
            </a:xfrm>
          </p:grpSpPr>
          <p:sp>
            <p:nvSpPr>
              <p:cNvPr id="44159" name="Line 1213"/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160" name="Line 1214"/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161" name="Oval 1215"/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162" name="Line 1216"/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163" name="Line 1217"/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164" name="Rectangle 1218"/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900"/>
              </a:p>
            </p:txBody>
          </p:sp>
          <p:sp>
            <p:nvSpPr>
              <p:cNvPr id="44165" name="Oval 1219"/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grpSp>
            <p:nvGrpSpPr>
              <p:cNvPr id="44166" name="Group 1220"/>
              <p:cNvGrpSpPr/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177" name="Line 1221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178" name="Line 1222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179" name="Line 1223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</p:grpSp>
          <p:grpSp>
            <p:nvGrpSpPr>
              <p:cNvPr id="44167" name="Group 1224"/>
              <p:cNvGrpSpPr/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174" name="Line 1225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175" name="Line 1226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176" name="Line 1227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</p:grpSp>
          <p:sp>
            <p:nvSpPr>
              <p:cNvPr id="44168" name="Rectangle 1228"/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169" name="Rectangle 1229"/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170" name="Line 1230"/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171" name="Line 1231"/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172" name="Rectangle 1232"/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173" name="Text Box 1233"/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zh-CN" sz="900" dirty="0"/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>
                    <a:solidFill>
                      <a:schemeClr val="bg1"/>
                    </a:solidFill>
                  </a:rPr>
                  <a:t>网络层</a:t>
                </a:r>
                <a:endParaRPr lang="en-US" altLang="zh-CN" sz="900" dirty="0">
                  <a:solidFill>
                    <a:schemeClr val="bg1"/>
                  </a:solidFill>
                </a:endParaRPr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/>
                  <a:t>数据链路层</a:t>
                </a:r>
                <a:endParaRPr lang="en-US" altLang="zh-CN" sz="900" dirty="0"/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/>
                  <a:t>物理层</a:t>
                </a:r>
                <a:endParaRPr lang="en-US" altLang="zh-CN" sz="900" dirty="0"/>
              </a:p>
            </p:txBody>
          </p:sp>
        </p:grpSp>
        <p:grpSp>
          <p:nvGrpSpPr>
            <p:cNvPr id="44115" name="Group 1234"/>
            <p:cNvGrpSpPr/>
            <p:nvPr/>
          </p:nvGrpSpPr>
          <p:grpSpPr bwMode="auto">
            <a:xfrm>
              <a:off x="4119" y="2640"/>
              <a:ext cx="513" cy="456"/>
              <a:chOff x="3937" y="633"/>
              <a:chExt cx="513" cy="456"/>
            </a:xfrm>
          </p:grpSpPr>
          <p:sp>
            <p:nvSpPr>
              <p:cNvPr id="44138" name="Line 1235"/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139" name="Line 1236"/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140" name="Oval 1237"/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141" name="Line 1238"/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142" name="Line 1239"/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143" name="Rectangle 1240"/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900"/>
              </a:p>
            </p:txBody>
          </p:sp>
          <p:sp>
            <p:nvSpPr>
              <p:cNvPr id="44144" name="Oval 1241"/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grpSp>
            <p:nvGrpSpPr>
              <p:cNvPr id="44145" name="Group 1242"/>
              <p:cNvGrpSpPr/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156" name="Line 1243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157" name="Line 1244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158" name="Line 1245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</p:grpSp>
          <p:grpSp>
            <p:nvGrpSpPr>
              <p:cNvPr id="44146" name="Group 1246"/>
              <p:cNvGrpSpPr/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153" name="Line 1247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154" name="Line 1248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155" name="Line 1249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</p:grpSp>
          <p:sp>
            <p:nvSpPr>
              <p:cNvPr id="44147" name="Rectangle 1250"/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148" name="Rectangle 1251"/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149" name="Line 1252"/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150" name="Line 1253"/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151" name="Rectangle 1254"/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152" name="Text Box 1255"/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zh-CN" sz="900" dirty="0"/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>
                    <a:solidFill>
                      <a:schemeClr val="bg1"/>
                    </a:solidFill>
                  </a:rPr>
                  <a:t>网络层</a:t>
                </a:r>
                <a:endParaRPr lang="en-US" altLang="zh-CN" sz="900" dirty="0">
                  <a:solidFill>
                    <a:schemeClr val="bg1"/>
                  </a:solidFill>
                </a:endParaRPr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/>
                  <a:t>数据链路层</a:t>
                </a:r>
                <a:endParaRPr lang="en-US" altLang="zh-CN" sz="900" dirty="0"/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/>
                  <a:t>物理层</a:t>
                </a:r>
                <a:endParaRPr lang="en-US" altLang="zh-CN" sz="900" dirty="0"/>
              </a:p>
            </p:txBody>
          </p:sp>
        </p:grpSp>
        <p:grpSp>
          <p:nvGrpSpPr>
            <p:cNvPr id="44116" name="Group 1256"/>
            <p:cNvGrpSpPr/>
            <p:nvPr/>
          </p:nvGrpSpPr>
          <p:grpSpPr bwMode="auto">
            <a:xfrm>
              <a:off x="3674" y="2866"/>
              <a:ext cx="513" cy="456"/>
              <a:chOff x="3937" y="633"/>
              <a:chExt cx="513" cy="456"/>
            </a:xfrm>
          </p:grpSpPr>
          <p:sp>
            <p:nvSpPr>
              <p:cNvPr id="44117" name="Line 1257"/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118" name="Line 1258"/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119" name="Oval 1259"/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120" name="Line 1260"/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121" name="Line 1261"/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122" name="Rectangle 1262"/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900"/>
              </a:p>
            </p:txBody>
          </p:sp>
          <p:sp>
            <p:nvSpPr>
              <p:cNvPr id="44123" name="Oval 1263"/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grpSp>
            <p:nvGrpSpPr>
              <p:cNvPr id="44124" name="Group 1264"/>
              <p:cNvGrpSpPr/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135" name="Line 1265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136" name="Line 1266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137" name="Line 1267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</p:grpSp>
          <p:grpSp>
            <p:nvGrpSpPr>
              <p:cNvPr id="44125" name="Group 1268"/>
              <p:cNvGrpSpPr/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132" name="Line 1269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133" name="Line 1270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  <p:sp>
              <p:nvSpPr>
                <p:cNvPr id="44134" name="Line 1271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sz="900"/>
                </a:p>
              </p:txBody>
            </p:sp>
          </p:grpSp>
          <p:sp>
            <p:nvSpPr>
              <p:cNvPr id="44126" name="Rectangle 1272"/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127" name="Rectangle 1273"/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128" name="Line 1274"/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129" name="Line 1275"/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900"/>
              </a:p>
            </p:txBody>
          </p:sp>
          <p:sp>
            <p:nvSpPr>
              <p:cNvPr id="44130" name="Rectangle 1276"/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900"/>
              </a:p>
            </p:txBody>
          </p:sp>
          <p:sp>
            <p:nvSpPr>
              <p:cNvPr id="44131" name="Text Box 1277"/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zh-CN" sz="900" dirty="0"/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>
                    <a:solidFill>
                      <a:schemeClr val="bg1"/>
                    </a:solidFill>
                  </a:rPr>
                  <a:t>网络层</a:t>
                </a:r>
                <a:endParaRPr lang="en-US" altLang="zh-CN" sz="900" dirty="0">
                  <a:solidFill>
                    <a:schemeClr val="bg1"/>
                  </a:solidFill>
                </a:endParaRPr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/>
                  <a:t>数据链路层</a:t>
                </a:r>
                <a:endParaRPr lang="en-US" altLang="zh-CN" sz="900" dirty="0"/>
              </a:p>
              <a:p>
                <a:pPr algn="ctr">
                  <a:spcBef>
                    <a:spcPts val="150"/>
                  </a:spcBef>
                </a:pPr>
                <a:r>
                  <a:rPr lang="zh-CN" altLang="en-US" sz="900" dirty="0"/>
                  <a:t>物理层</a:t>
                </a:r>
                <a:endParaRPr lang="en-US" altLang="zh-CN" sz="900" dirty="0"/>
              </a:p>
            </p:txBody>
          </p:sp>
        </p:grpSp>
      </p:grpSp>
      <p:sp>
        <p:nvSpPr>
          <p:cNvPr id="632064" name="Rectangle 1280"/>
          <p:cNvSpPr>
            <a:spLocks noChangeArrowheads="1"/>
          </p:cNvSpPr>
          <p:nvPr/>
        </p:nvSpPr>
        <p:spPr bwMode="auto">
          <a:xfrm>
            <a:off x="5592756" y="858838"/>
            <a:ext cx="388938" cy="13811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900"/>
          </a:p>
        </p:txBody>
      </p:sp>
      <p:sp>
        <p:nvSpPr>
          <p:cNvPr id="632065" name="Rectangle 1281"/>
          <p:cNvSpPr>
            <a:spLocks noChangeArrowheads="1"/>
          </p:cNvSpPr>
          <p:nvPr/>
        </p:nvSpPr>
        <p:spPr bwMode="auto">
          <a:xfrm>
            <a:off x="5522906" y="1509713"/>
            <a:ext cx="596900" cy="13811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900"/>
          </a:p>
        </p:txBody>
      </p:sp>
      <p:sp>
        <p:nvSpPr>
          <p:cNvPr id="632066" name="Rectangle 1282"/>
          <p:cNvSpPr>
            <a:spLocks noChangeArrowheads="1"/>
          </p:cNvSpPr>
          <p:nvPr/>
        </p:nvSpPr>
        <p:spPr bwMode="auto">
          <a:xfrm>
            <a:off x="8348656" y="4487863"/>
            <a:ext cx="388938" cy="13811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900"/>
          </a:p>
        </p:txBody>
      </p:sp>
      <p:sp>
        <p:nvSpPr>
          <p:cNvPr id="625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4.1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网络层功能</a:t>
            </a:r>
          </a:p>
        </p:txBody>
      </p:sp>
      <p:sp>
        <p:nvSpPr>
          <p:cNvPr id="626" name="Rectangle 2"/>
          <p:cNvSpPr>
            <a:spLocks noGrp="1" noChangeArrowheads="1"/>
          </p:cNvSpPr>
          <p:nvPr>
            <p:ph type="title"/>
          </p:nvPr>
        </p:nvSpPr>
        <p:spPr>
          <a:xfrm>
            <a:off x="309635" y="601079"/>
            <a:ext cx="8427959" cy="791741"/>
          </a:xfrm>
        </p:spPr>
        <p:txBody>
          <a:bodyPr>
            <a:normAutofit/>
          </a:bodyPr>
          <a:lstStyle/>
          <a:p>
            <a:pPr>
              <a:lnSpc>
                <a:spcPct val="120000"/>
              </a:lnSpc>
            </a:pP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网络层功能部署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9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9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19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42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44 0.01227 L 0.00382 0.0949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6320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" y="412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" presetClass="exit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000"/>
                            </p:stCondLst>
                            <p:childTnLst>
                              <p:par>
                                <p:cTn id="2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0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1.48148E-6 L 2.5E-6 0.07269 L 0.02726 0.18982 L 0.02726 0.1132 L 0.07118 0.11112 L 0.07257 0.18982 L 0.11667 0.14144 L 0.11667 0.07871 L 0.16059 0.07686 L 0.10903 0.23426 L 0.11511 0.15949 L 0.1559 0.15949 L 0.15747 0.23635 L 0.1059 0.34537 L 0.10295 0.27061 L 0.14236 0.26875 L 0.14688 0.39584 L 0.1559 0.3213 L 0.19236 0.31922 L 0.19688 0.39792 L 0.1059 0.49908 L 0.1059 0.41621 L 0.14236 0.41621 L 0.14236 0.49699 L 0.18785 0.53542 L 0.18785 0.44653 L 0.2257 0.44653 L 0.22865 0.52732 L 0.31198 0.50301 L 0.31198 0.43843 " pathEditMode="relative" ptsTypes="AAAAAAAAAAAAAAAAAAAAAAAAAAAAAA">
                                      <p:cBhvr>
                                        <p:cTn id="31" dur="5000" fill="hold"/>
                                        <p:tgtEl>
                                          <p:spTgt spid="6320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7000"/>
                            </p:stCondLst>
                            <p:childTnLst>
                              <p:par>
                                <p:cTn id="33" presetID="1" presetClass="exit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7000"/>
                            </p:stCondLst>
                            <p:childTnLst>
                              <p:par>
                                <p:cTn id="3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7000"/>
                            </p:stCondLst>
                            <p:childTnLst>
                              <p:par>
                                <p:cTn id="39" presetID="1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7000"/>
                            </p:stCondLst>
                            <p:childTnLst>
                              <p:par>
                                <p:cTn id="42" presetID="42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05556E-6 0 L -0.00156 -0.07106 " pathEditMode="relative" rAng="0" ptsTypes="AA">
                                      <p:cBhvr>
                                        <p:cTn id="43" dur="2000" fill="hold"/>
                                        <p:tgtEl>
                                          <p:spTgt spid="6320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7" y="-356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2064" grpId="0" animBg="1"/>
      <p:bldP spid="632064" grpId="1" animBg="1"/>
      <p:bldP spid="632064" grpId="2" animBg="1"/>
      <p:bldP spid="632065" grpId="0" animBg="1"/>
      <p:bldP spid="632065" grpId="1" animBg="1"/>
      <p:bldP spid="632065" grpId="2" animBg="1"/>
      <p:bldP spid="632066" grpId="0" animBg="1"/>
      <p:bldP spid="632066" grpId="1" animBg="1"/>
      <p:bldP spid="632066" grpId="2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/>
          <p:cNvSpPr>
            <a:spLocks noGrp="1" noChangeArrowheads="1"/>
          </p:cNvSpPr>
          <p:nvPr>
            <p:ph type="title"/>
          </p:nvPr>
        </p:nvSpPr>
        <p:spPr>
          <a:xfrm>
            <a:off x="346847" y="649664"/>
            <a:ext cx="8350229" cy="635542"/>
          </a:xfrm>
        </p:spPr>
        <p:txBody>
          <a:bodyPr>
            <a:normAutofit/>
          </a:bodyPr>
          <a:lstStyle/>
          <a:p>
            <a:pPr>
              <a:lnSpc>
                <a:spcPct val="120000"/>
              </a:lnSpc>
            </a:pP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网络层关键功能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024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80164" y="1536699"/>
            <a:ext cx="3948111" cy="3990307"/>
          </a:xfrm>
        </p:spPr>
        <p:txBody>
          <a:bodyPr>
            <a:noAutofit/>
          </a:bodyPr>
          <a:lstStyle/>
          <a:p>
            <a:pPr marL="360680" indent="-360680">
              <a:lnSpc>
                <a:spcPct val="130000"/>
              </a:lnSpc>
              <a:spcBef>
                <a:spcPts val="600"/>
              </a:spcBef>
              <a:buClr>
                <a:srgbClr val="FF0000"/>
              </a:buClr>
              <a:buSzPct val="80000"/>
              <a:buFont typeface="Wingdings" panose="05000000000000000000" pitchFamily="2" charset="2"/>
              <a:buChar char="n"/>
            </a:pPr>
            <a:r>
              <a:rPr lang="zh-CN" altLang="en-US" sz="2400" b="1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路由（控制面）</a:t>
            </a:r>
            <a:r>
              <a:rPr lang="en-US" altLang="zh-CN" sz="2400" b="1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:</a:t>
            </a:r>
            <a:r>
              <a:rPr lang="en-US" altLang="zh-CN" sz="24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决定数据包从源主机到目的主机的传输路径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</a:p>
          <a:p>
            <a:pPr lvl="1">
              <a:lnSpc>
                <a:spcPct val="130000"/>
              </a:lnSpc>
              <a:spcBef>
                <a:spcPts val="600"/>
              </a:spcBef>
              <a:buFont typeface="Symbol" panose="05050102010706020507" pitchFamily="18" charset="2"/>
              <a:buBlip>
                <a:blip r:embed="rId3"/>
              </a:buBlip>
            </a:pP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核心：路由算法与路由协议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60680" indent="-360680">
              <a:lnSpc>
                <a:spcPct val="130000"/>
              </a:lnSpc>
              <a:spcBef>
                <a:spcPts val="600"/>
              </a:spcBef>
              <a:buClr>
                <a:srgbClr val="FF0000"/>
              </a:buClr>
              <a:buSzPct val="80000"/>
              <a:buFont typeface="Wingdings" panose="05000000000000000000" pitchFamily="2" charset="2"/>
              <a:buChar char="n"/>
            </a:pPr>
            <a:r>
              <a:rPr lang="zh-CN" altLang="en-US" sz="2400" b="1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转发（数据面）</a:t>
            </a:r>
            <a:r>
              <a:rPr lang="en-US" altLang="zh-CN" sz="24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: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将数据包从路由器的输入接口送到输出接口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0244" name="灯片编号占位符 5"/>
          <p:cNvSpPr txBox="1">
            <a:spLocks noChangeArrowheads="1"/>
          </p:cNvSpPr>
          <p:nvPr/>
        </p:nvSpPr>
        <p:spPr bwMode="auto">
          <a:xfrm>
            <a:off x="6877050" y="188913"/>
            <a:ext cx="21336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3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fld id="{AE9787A4-99B6-48BB-A770-350A7804CD6C}" type="slidenum">
              <a:rPr lang="en-US" altLang="zh-CN" sz="1400"/>
              <a:t>5</a:t>
            </a:fld>
            <a:endParaRPr lang="en-US" altLang="zh-CN" sz="1400"/>
          </a:p>
        </p:txBody>
      </p:sp>
      <p:sp>
        <p:nvSpPr>
          <p:cNvPr id="6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4.1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网络层功能</a:t>
            </a:r>
          </a:p>
        </p:txBody>
      </p:sp>
      <p:grpSp>
        <p:nvGrpSpPr>
          <p:cNvPr id="7" name="Group 166"/>
          <p:cNvGrpSpPr/>
          <p:nvPr/>
        </p:nvGrpSpPr>
        <p:grpSpPr bwMode="auto">
          <a:xfrm>
            <a:off x="4164762" y="1229643"/>
            <a:ext cx="4783138" cy="5111750"/>
            <a:chOff x="869" y="213"/>
            <a:chExt cx="3013" cy="3220"/>
          </a:xfrm>
        </p:grpSpPr>
        <p:sp>
          <p:nvSpPr>
            <p:cNvPr id="8" name="Freeform 2"/>
            <p:cNvSpPr/>
            <p:nvPr/>
          </p:nvSpPr>
          <p:spPr bwMode="auto">
            <a:xfrm>
              <a:off x="2031" y="2058"/>
              <a:ext cx="1794" cy="933"/>
            </a:xfrm>
            <a:custGeom>
              <a:avLst/>
              <a:gdLst>
                <a:gd name="T0" fmla="*/ 6 w 1794"/>
                <a:gd name="T1" fmla="*/ 483 h 933"/>
                <a:gd name="T2" fmla="*/ 108 w 1794"/>
                <a:gd name="T3" fmla="*/ 125 h 933"/>
                <a:gd name="T4" fmla="*/ 559 w 1794"/>
                <a:gd name="T5" fmla="*/ 100 h 933"/>
                <a:gd name="T6" fmla="*/ 1128 w 1794"/>
                <a:gd name="T7" fmla="*/ 29 h 933"/>
                <a:gd name="T8" fmla="*/ 1716 w 1794"/>
                <a:gd name="T9" fmla="*/ 275 h 933"/>
                <a:gd name="T10" fmla="*/ 1596 w 1794"/>
                <a:gd name="T11" fmla="*/ 827 h 933"/>
                <a:gd name="T12" fmla="*/ 1380 w 1794"/>
                <a:gd name="T13" fmla="*/ 911 h 933"/>
                <a:gd name="T14" fmla="*/ 840 w 1794"/>
                <a:gd name="T15" fmla="*/ 929 h 933"/>
                <a:gd name="T16" fmla="*/ 414 w 1794"/>
                <a:gd name="T17" fmla="*/ 911 h 933"/>
                <a:gd name="T18" fmla="*/ 143 w 1794"/>
                <a:gd name="T19" fmla="*/ 832 h 933"/>
                <a:gd name="T20" fmla="*/ 6 w 1794"/>
                <a:gd name="T21" fmla="*/ 483 h 9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94"/>
                <a:gd name="T34" fmla="*/ 0 h 933"/>
                <a:gd name="T35" fmla="*/ 1794 w 1794"/>
                <a:gd name="T36" fmla="*/ 933 h 93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94" h="933">
                  <a:moveTo>
                    <a:pt x="6" y="483"/>
                  </a:moveTo>
                  <a:cubicBezTo>
                    <a:pt x="0" y="365"/>
                    <a:pt x="16" y="189"/>
                    <a:pt x="108" y="125"/>
                  </a:cubicBezTo>
                  <a:cubicBezTo>
                    <a:pt x="200" y="61"/>
                    <a:pt x="389" y="116"/>
                    <a:pt x="559" y="100"/>
                  </a:cubicBezTo>
                  <a:cubicBezTo>
                    <a:pt x="729" y="84"/>
                    <a:pt x="935" y="0"/>
                    <a:pt x="1128" y="29"/>
                  </a:cubicBezTo>
                  <a:cubicBezTo>
                    <a:pt x="1321" y="58"/>
                    <a:pt x="1638" y="142"/>
                    <a:pt x="1716" y="275"/>
                  </a:cubicBezTo>
                  <a:cubicBezTo>
                    <a:pt x="1794" y="408"/>
                    <a:pt x="1652" y="721"/>
                    <a:pt x="1596" y="827"/>
                  </a:cubicBezTo>
                  <a:cubicBezTo>
                    <a:pt x="1540" y="933"/>
                    <a:pt x="1506" y="894"/>
                    <a:pt x="1380" y="911"/>
                  </a:cubicBezTo>
                  <a:cubicBezTo>
                    <a:pt x="1254" y="928"/>
                    <a:pt x="1001" y="929"/>
                    <a:pt x="840" y="929"/>
                  </a:cubicBezTo>
                  <a:cubicBezTo>
                    <a:pt x="679" y="929"/>
                    <a:pt x="530" y="927"/>
                    <a:pt x="414" y="911"/>
                  </a:cubicBezTo>
                  <a:cubicBezTo>
                    <a:pt x="298" y="895"/>
                    <a:pt x="211" y="903"/>
                    <a:pt x="143" y="832"/>
                  </a:cubicBezTo>
                  <a:cubicBezTo>
                    <a:pt x="75" y="761"/>
                    <a:pt x="4" y="624"/>
                    <a:pt x="6" y="483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" name="Freeform 3"/>
            <p:cNvSpPr/>
            <p:nvPr/>
          </p:nvSpPr>
          <p:spPr bwMode="auto">
            <a:xfrm>
              <a:off x="1090" y="1594"/>
              <a:ext cx="1443" cy="816"/>
            </a:xfrm>
            <a:custGeom>
              <a:avLst/>
              <a:gdLst>
                <a:gd name="T0" fmla="*/ 0 w 1443"/>
                <a:gd name="T1" fmla="*/ 0 h 816"/>
                <a:gd name="T2" fmla="*/ 1076 w 1443"/>
                <a:gd name="T3" fmla="*/ 782 h 816"/>
                <a:gd name="T4" fmla="*/ 1320 w 1443"/>
                <a:gd name="T5" fmla="*/ 788 h 816"/>
                <a:gd name="T6" fmla="*/ 1443 w 1443"/>
                <a:gd name="T7" fmla="*/ 5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" name="Rectangle 4"/>
            <p:cNvSpPr>
              <a:spLocks noChangeArrowheads="1"/>
            </p:cNvSpPr>
            <p:nvPr/>
          </p:nvSpPr>
          <p:spPr bwMode="auto">
            <a:xfrm>
              <a:off x="1084" y="213"/>
              <a:ext cx="1460" cy="1386"/>
            </a:xfrm>
            <a:prstGeom prst="rect">
              <a:avLst/>
            </a:prstGeom>
            <a:solidFill>
              <a:schemeClr val="accent1"/>
            </a:solidFill>
            <a:ln w="19050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3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1" name="Oval 5"/>
            <p:cNvSpPr>
              <a:spLocks noChangeArrowheads="1"/>
            </p:cNvSpPr>
            <p:nvPr/>
          </p:nvSpPr>
          <p:spPr bwMode="auto">
            <a:xfrm>
              <a:off x="1163" y="258"/>
              <a:ext cx="1320" cy="28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3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2" name="Freeform 6"/>
            <p:cNvSpPr/>
            <p:nvPr/>
          </p:nvSpPr>
          <p:spPr bwMode="auto">
            <a:xfrm>
              <a:off x="2433" y="2249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13" name="Group 7"/>
            <p:cNvGrpSpPr/>
            <p:nvPr/>
          </p:nvGrpSpPr>
          <p:grpSpPr bwMode="auto">
            <a:xfrm>
              <a:off x="2122" y="2359"/>
              <a:ext cx="316" cy="147"/>
              <a:chOff x="3600" y="219"/>
              <a:chExt cx="360" cy="175"/>
            </a:xfrm>
          </p:grpSpPr>
          <p:sp>
            <p:nvSpPr>
              <p:cNvPr id="158" name="Oval 8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159" name="Line 9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60" name="Line 10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61" name="Rectangle 11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400"/>
              </a:p>
            </p:txBody>
          </p:sp>
          <p:sp>
            <p:nvSpPr>
              <p:cNvPr id="162" name="Oval 12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grpSp>
            <p:nvGrpSpPr>
              <p:cNvPr id="163" name="Group 13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168" name="Line 14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69" name="Line 15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70" name="Line 16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64" name="Group 17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165" name="Line 18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66" name="Line 19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67" name="Line 20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4" name="Group 21"/>
            <p:cNvGrpSpPr/>
            <p:nvPr/>
          </p:nvGrpSpPr>
          <p:grpSpPr bwMode="auto">
            <a:xfrm>
              <a:off x="2344" y="2761"/>
              <a:ext cx="316" cy="147"/>
              <a:chOff x="3600" y="219"/>
              <a:chExt cx="360" cy="175"/>
            </a:xfrm>
          </p:grpSpPr>
          <p:sp>
            <p:nvSpPr>
              <p:cNvPr id="145" name="Oval 22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146" name="Line 23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47" name="Line 24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48" name="Rectangle 25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400"/>
              </a:p>
            </p:txBody>
          </p:sp>
          <p:sp>
            <p:nvSpPr>
              <p:cNvPr id="149" name="Oval 26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grpSp>
            <p:nvGrpSpPr>
              <p:cNvPr id="150" name="Group 27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155" name="Line 28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6" name="Line 29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7" name="Line 30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51" name="Group 31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152" name="Line 32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3" name="Line 33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4" name="Line 34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5" name="Group 35"/>
            <p:cNvGrpSpPr/>
            <p:nvPr/>
          </p:nvGrpSpPr>
          <p:grpSpPr bwMode="auto">
            <a:xfrm>
              <a:off x="2769" y="2167"/>
              <a:ext cx="316" cy="147"/>
              <a:chOff x="3600" y="219"/>
              <a:chExt cx="360" cy="175"/>
            </a:xfrm>
          </p:grpSpPr>
          <p:sp>
            <p:nvSpPr>
              <p:cNvPr id="132" name="Oval 36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133" name="Line 37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34" name="Line 38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35" name="Rectangle 39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400"/>
              </a:p>
            </p:txBody>
          </p:sp>
          <p:sp>
            <p:nvSpPr>
              <p:cNvPr id="136" name="Oval 40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grpSp>
            <p:nvGrpSpPr>
              <p:cNvPr id="137" name="Group 41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142" name="Line 42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43" name="Line 43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44" name="Line 44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8" name="Group 45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139" name="Line 46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40" name="Line 47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41" name="Line 48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6" name="Group 49"/>
            <p:cNvGrpSpPr/>
            <p:nvPr/>
          </p:nvGrpSpPr>
          <p:grpSpPr bwMode="auto">
            <a:xfrm>
              <a:off x="2720" y="2586"/>
              <a:ext cx="315" cy="147"/>
              <a:chOff x="3600" y="219"/>
              <a:chExt cx="360" cy="175"/>
            </a:xfrm>
          </p:grpSpPr>
          <p:sp>
            <p:nvSpPr>
              <p:cNvPr id="119" name="Oval 50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120" name="Line 51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1" name="Line 52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22" name="Rectangle 53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400"/>
              </a:p>
            </p:txBody>
          </p:sp>
          <p:sp>
            <p:nvSpPr>
              <p:cNvPr id="123" name="Oval 54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grpSp>
            <p:nvGrpSpPr>
              <p:cNvPr id="124" name="Group 55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129" name="Line 56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30" name="Line 57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31" name="Line 58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25" name="Group 59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126" name="Line 60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7" name="Line 61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28" name="Line 62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7" name="Group 63"/>
            <p:cNvGrpSpPr/>
            <p:nvPr/>
          </p:nvGrpSpPr>
          <p:grpSpPr bwMode="auto">
            <a:xfrm>
              <a:off x="3120" y="2773"/>
              <a:ext cx="316" cy="147"/>
              <a:chOff x="3600" y="219"/>
              <a:chExt cx="360" cy="175"/>
            </a:xfrm>
          </p:grpSpPr>
          <p:sp>
            <p:nvSpPr>
              <p:cNvPr id="106" name="Oval 64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107" name="Line 65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08" name="Line 66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09" name="Rectangle 67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400"/>
              </a:p>
            </p:txBody>
          </p:sp>
          <p:sp>
            <p:nvSpPr>
              <p:cNvPr id="110" name="Oval 68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grpSp>
            <p:nvGrpSpPr>
              <p:cNvPr id="111" name="Group 69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116" name="Line 70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17" name="Line 71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18" name="Line 72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12" name="Group 73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113" name="Line 74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14" name="Line 75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15" name="Line 76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8" name="Group 77"/>
            <p:cNvGrpSpPr/>
            <p:nvPr/>
          </p:nvGrpSpPr>
          <p:grpSpPr bwMode="auto">
            <a:xfrm>
              <a:off x="3400" y="2360"/>
              <a:ext cx="316" cy="147"/>
              <a:chOff x="3600" y="219"/>
              <a:chExt cx="360" cy="175"/>
            </a:xfrm>
          </p:grpSpPr>
          <p:sp>
            <p:nvSpPr>
              <p:cNvPr id="93" name="Oval 78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94" name="Line 79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95" name="Line 80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96" name="Rectangle 81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400"/>
              </a:p>
            </p:txBody>
          </p:sp>
          <p:sp>
            <p:nvSpPr>
              <p:cNvPr id="97" name="Oval 82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grpSp>
            <p:nvGrpSpPr>
              <p:cNvPr id="98" name="Group 83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103" name="Line 84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04" name="Line 85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05" name="Line 86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99" name="Group 87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100" name="Line 88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01" name="Line 89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02" name="Line 90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9" name="Freeform 91"/>
            <p:cNvSpPr/>
            <p:nvPr/>
          </p:nvSpPr>
          <p:spPr bwMode="auto">
            <a:xfrm>
              <a:off x="3089" y="2245"/>
              <a:ext cx="318" cy="194"/>
            </a:xfrm>
            <a:custGeom>
              <a:avLst/>
              <a:gdLst>
                <a:gd name="T0" fmla="*/ 0 w 318"/>
                <a:gd name="T1" fmla="*/ 0 h 194"/>
                <a:gd name="T2" fmla="*/ 318 w 318"/>
                <a:gd name="T3" fmla="*/ 194 h 194"/>
                <a:gd name="T4" fmla="*/ 0 60000 65536"/>
                <a:gd name="T5" fmla="*/ 0 60000 65536"/>
                <a:gd name="T6" fmla="*/ 0 w 318"/>
                <a:gd name="T7" fmla="*/ 0 h 194"/>
                <a:gd name="T8" fmla="*/ 318 w 318"/>
                <a:gd name="T9" fmla="*/ 194 h 19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18" h="194">
                  <a:moveTo>
                    <a:pt x="0" y="0"/>
                  </a:moveTo>
                  <a:lnTo>
                    <a:pt x="318" y="194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0" name="Freeform 92"/>
            <p:cNvSpPr/>
            <p:nvPr/>
          </p:nvSpPr>
          <p:spPr bwMode="auto">
            <a:xfrm>
              <a:off x="2418" y="2492"/>
              <a:ext cx="303" cy="150"/>
            </a:xfrm>
            <a:custGeom>
              <a:avLst/>
              <a:gdLst>
                <a:gd name="T0" fmla="*/ 0 w 294"/>
                <a:gd name="T1" fmla="*/ 0 h 174"/>
                <a:gd name="T2" fmla="*/ 570 w 294"/>
                <a:gd name="T3" fmla="*/ 7 h 174"/>
                <a:gd name="T4" fmla="*/ 0 60000 65536"/>
                <a:gd name="T5" fmla="*/ 0 60000 65536"/>
                <a:gd name="T6" fmla="*/ 0 w 294"/>
                <a:gd name="T7" fmla="*/ 0 h 174"/>
                <a:gd name="T8" fmla="*/ 294 w 294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94" h="174">
                  <a:moveTo>
                    <a:pt x="0" y="0"/>
                  </a:moveTo>
                  <a:lnTo>
                    <a:pt x="294" y="174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1" name="Freeform 93"/>
            <p:cNvSpPr/>
            <p:nvPr/>
          </p:nvSpPr>
          <p:spPr bwMode="auto">
            <a:xfrm>
              <a:off x="3015" y="2477"/>
              <a:ext cx="396" cy="156"/>
            </a:xfrm>
            <a:custGeom>
              <a:avLst/>
              <a:gdLst>
                <a:gd name="T0" fmla="*/ 0 w 378"/>
                <a:gd name="T1" fmla="*/ 16 h 174"/>
                <a:gd name="T2" fmla="*/ 1056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2" name="Freeform 94"/>
            <p:cNvSpPr/>
            <p:nvPr/>
          </p:nvSpPr>
          <p:spPr bwMode="auto">
            <a:xfrm>
              <a:off x="3435" y="2511"/>
              <a:ext cx="130" cy="320"/>
            </a:xfrm>
            <a:custGeom>
              <a:avLst/>
              <a:gdLst>
                <a:gd name="T0" fmla="*/ 0 w 118"/>
                <a:gd name="T1" fmla="*/ 1 h 500"/>
                <a:gd name="T2" fmla="*/ 1003 w 118"/>
                <a:gd name="T3" fmla="*/ 0 h 500"/>
                <a:gd name="T4" fmla="*/ 0 60000 65536"/>
                <a:gd name="T5" fmla="*/ 0 60000 65536"/>
                <a:gd name="T6" fmla="*/ 0 w 118"/>
                <a:gd name="T7" fmla="*/ 0 h 500"/>
                <a:gd name="T8" fmla="*/ 118 w 118"/>
                <a:gd name="T9" fmla="*/ 500 h 50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8" h="500">
                  <a:moveTo>
                    <a:pt x="0" y="500"/>
                  </a:moveTo>
                  <a:lnTo>
                    <a:pt x="11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3" name="Freeform 95"/>
            <p:cNvSpPr/>
            <p:nvPr/>
          </p:nvSpPr>
          <p:spPr bwMode="auto">
            <a:xfrm>
              <a:off x="2657" y="2847"/>
              <a:ext cx="464" cy="47"/>
            </a:xfrm>
            <a:custGeom>
              <a:avLst/>
              <a:gdLst>
                <a:gd name="T0" fmla="*/ 53780 w 370"/>
                <a:gd name="T1" fmla="*/ 149780 h 32"/>
                <a:gd name="T2" fmla="*/ 0 w 370"/>
                <a:gd name="T3" fmla="*/ 0 h 32"/>
                <a:gd name="T4" fmla="*/ 0 60000 65536"/>
                <a:gd name="T5" fmla="*/ 0 60000 65536"/>
                <a:gd name="T6" fmla="*/ 0 w 370"/>
                <a:gd name="T7" fmla="*/ 0 h 32"/>
                <a:gd name="T8" fmla="*/ 370 w 370"/>
                <a:gd name="T9" fmla="*/ 32 h 3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0" h="32">
                  <a:moveTo>
                    <a:pt x="370" y="32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4" name="Freeform 96"/>
            <p:cNvSpPr/>
            <p:nvPr/>
          </p:nvSpPr>
          <p:spPr bwMode="auto">
            <a:xfrm>
              <a:off x="2319" y="2507"/>
              <a:ext cx="122" cy="268"/>
            </a:xfrm>
            <a:custGeom>
              <a:avLst/>
              <a:gdLst>
                <a:gd name="T0" fmla="*/ 1 w 176"/>
                <a:gd name="T1" fmla="*/ 1 h 412"/>
                <a:gd name="T2" fmla="*/ 1 w 176"/>
                <a:gd name="T3" fmla="*/ 1 h 412"/>
                <a:gd name="T4" fmla="*/ 0 w 176"/>
                <a:gd name="T5" fmla="*/ 0 h 412"/>
                <a:gd name="T6" fmla="*/ 0 60000 65536"/>
                <a:gd name="T7" fmla="*/ 0 60000 65536"/>
                <a:gd name="T8" fmla="*/ 0 60000 65536"/>
                <a:gd name="T9" fmla="*/ 0 w 176"/>
                <a:gd name="T10" fmla="*/ 0 h 412"/>
                <a:gd name="T11" fmla="*/ 176 w 176"/>
                <a:gd name="T12" fmla="*/ 412 h 4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6" h="412">
                  <a:moveTo>
                    <a:pt x="162" y="408"/>
                  </a:moveTo>
                  <a:lnTo>
                    <a:pt x="176" y="412"/>
                  </a:ln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5" name="Rectangle 97"/>
            <p:cNvSpPr>
              <a:spLocks noChangeArrowheads="1"/>
            </p:cNvSpPr>
            <p:nvPr/>
          </p:nvSpPr>
          <p:spPr bwMode="auto">
            <a:xfrm>
              <a:off x="1128" y="2264"/>
              <a:ext cx="728" cy="15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3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26" name="Rectangle 98"/>
            <p:cNvSpPr>
              <a:spLocks noChangeArrowheads="1"/>
            </p:cNvSpPr>
            <p:nvPr/>
          </p:nvSpPr>
          <p:spPr bwMode="auto">
            <a:xfrm>
              <a:off x="1113" y="2279"/>
              <a:ext cx="723" cy="15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3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27" name="Line 99"/>
            <p:cNvSpPr>
              <a:spLocks noChangeShapeType="1"/>
            </p:cNvSpPr>
            <p:nvPr/>
          </p:nvSpPr>
          <p:spPr bwMode="auto">
            <a:xfrm>
              <a:off x="1759" y="2362"/>
              <a:ext cx="266" cy="0"/>
            </a:xfrm>
            <a:prstGeom prst="line">
              <a:avLst/>
            </a:prstGeom>
            <a:noFill/>
            <a:ln w="9525">
              <a:solidFill>
                <a:schemeClr val="accent2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8" name="Text Box 100"/>
            <p:cNvSpPr txBox="1">
              <a:spLocks noChangeArrowheads="1"/>
            </p:cNvSpPr>
            <p:nvPr/>
          </p:nvSpPr>
          <p:spPr bwMode="auto">
            <a:xfrm>
              <a:off x="2394" y="2183"/>
              <a:ext cx="188" cy="2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3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1</a:t>
              </a:r>
            </a:p>
          </p:txBody>
        </p:sp>
        <p:sp>
          <p:nvSpPr>
            <p:cNvPr id="29" name="Text Box 101"/>
            <p:cNvSpPr txBox="1">
              <a:spLocks noChangeArrowheads="1"/>
            </p:cNvSpPr>
            <p:nvPr/>
          </p:nvSpPr>
          <p:spPr bwMode="auto">
            <a:xfrm>
              <a:off x="2335" y="2459"/>
              <a:ext cx="188" cy="2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3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2</a:t>
              </a:r>
            </a:p>
          </p:txBody>
        </p:sp>
        <p:sp>
          <p:nvSpPr>
            <p:cNvPr id="30" name="Text Box 102"/>
            <p:cNvSpPr txBox="1">
              <a:spLocks noChangeArrowheads="1"/>
            </p:cNvSpPr>
            <p:nvPr/>
          </p:nvSpPr>
          <p:spPr bwMode="auto">
            <a:xfrm>
              <a:off x="2177" y="2505"/>
              <a:ext cx="188" cy="2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3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3</a:t>
              </a:r>
            </a:p>
          </p:txBody>
        </p:sp>
        <p:sp>
          <p:nvSpPr>
            <p:cNvPr id="31" name="Rectangle 104"/>
            <p:cNvSpPr>
              <a:spLocks noChangeArrowheads="1"/>
            </p:cNvSpPr>
            <p:nvPr/>
          </p:nvSpPr>
          <p:spPr bwMode="auto">
            <a:xfrm>
              <a:off x="1509" y="2281"/>
              <a:ext cx="269" cy="151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3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32" name="Text Box 105"/>
            <p:cNvSpPr txBox="1">
              <a:spLocks noChangeArrowheads="1"/>
            </p:cNvSpPr>
            <p:nvPr/>
          </p:nvSpPr>
          <p:spPr bwMode="auto">
            <a:xfrm>
              <a:off x="1485" y="2264"/>
              <a:ext cx="316" cy="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3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200">
                  <a:latin typeface="Arial" panose="020B0604020202020204" pitchFamily="34" charset="0"/>
                </a:rPr>
                <a:t>0111</a:t>
              </a:r>
            </a:p>
          </p:txBody>
        </p:sp>
        <p:sp>
          <p:nvSpPr>
            <p:cNvPr id="33" name="Text Box 106"/>
            <p:cNvSpPr txBox="1">
              <a:spLocks noChangeArrowheads="1"/>
            </p:cNvSpPr>
            <p:nvPr/>
          </p:nvSpPr>
          <p:spPr bwMode="auto">
            <a:xfrm>
              <a:off x="869" y="2836"/>
              <a:ext cx="1150" cy="4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3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zh-CN" altLang="en-US" sz="1600" dirty="0">
                  <a:latin typeface="Arial" panose="020B0604020202020204" pitchFamily="34" charset="0"/>
                </a:rPr>
                <a:t>到达的数据包首部</a:t>
              </a:r>
              <a:endParaRPr lang="en-US" altLang="zh-CN" sz="1600" dirty="0">
                <a:latin typeface="Arial" panose="020B0604020202020204" pitchFamily="34" charset="0"/>
              </a:endParaRPr>
            </a:p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zh-CN" altLang="en-US" sz="1600" dirty="0">
                  <a:latin typeface="Arial" panose="020B0604020202020204" pitchFamily="34" charset="0"/>
                </a:rPr>
                <a:t>寻址信息</a:t>
              </a:r>
              <a:endParaRPr lang="en-US" altLang="zh-CN" sz="1600" dirty="0">
                <a:latin typeface="Arial" panose="020B0604020202020204" pitchFamily="34" charset="0"/>
              </a:endParaRPr>
            </a:p>
          </p:txBody>
        </p:sp>
        <p:sp>
          <p:nvSpPr>
            <p:cNvPr id="34" name="Line 107"/>
            <p:cNvSpPr>
              <a:spLocks noChangeShapeType="1"/>
            </p:cNvSpPr>
            <p:nvPr/>
          </p:nvSpPr>
          <p:spPr bwMode="auto">
            <a:xfrm flipH="1" flipV="1">
              <a:off x="1090" y="2452"/>
              <a:ext cx="1026" cy="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" name="Text Box 108"/>
            <p:cNvSpPr txBox="1">
              <a:spLocks noChangeArrowheads="1"/>
            </p:cNvSpPr>
            <p:nvPr/>
          </p:nvSpPr>
          <p:spPr bwMode="auto">
            <a:xfrm>
              <a:off x="1233" y="292"/>
              <a:ext cx="1174" cy="2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3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zh-CN" altLang="en-US" sz="1400" dirty="0">
                  <a:latin typeface="Arial" panose="020B0604020202020204" pitchFamily="34" charset="0"/>
                </a:rPr>
                <a:t>路由算法</a:t>
              </a:r>
              <a:endParaRPr lang="en-US" altLang="zh-CN" sz="1400" dirty="0">
                <a:latin typeface="Arial" panose="020B0604020202020204" pitchFamily="34" charset="0"/>
              </a:endParaRPr>
            </a:p>
          </p:txBody>
        </p:sp>
        <p:sp>
          <p:nvSpPr>
            <p:cNvPr id="36" name="Rectangle 109"/>
            <p:cNvSpPr>
              <a:spLocks noChangeArrowheads="1"/>
            </p:cNvSpPr>
            <p:nvPr/>
          </p:nvSpPr>
          <p:spPr bwMode="auto">
            <a:xfrm>
              <a:off x="1197" y="732"/>
              <a:ext cx="1263" cy="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3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37" name="Text Box 110"/>
            <p:cNvSpPr txBox="1">
              <a:spLocks noChangeArrowheads="1"/>
            </p:cNvSpPr>
            <p:nvPr/>
          </p:nvSpPr>
          <p:spPr bwMode="auto">
            <a:xfrm>
              <a:off x="1606" y="696"/>
              <a:ext cx="456" cy="2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3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zh-CN" altLang="en-US" sz="1400" dirty="0">
                  <a:latin typeface="Arial" panose="020B0604020202020204" pitchFamily="34" charset="0"/>
                </a:rPr>
                <a:t>转发表</a:t>
              </a:r>
              <a:endParaRPr lang="en-US" altLang="zh-CN" sz="1400" dirty="0">
                <a:latin typeface="Arial" panose="020B0604020202020204" pitchFamily="34" charset="0"/>
              </a:endParaRPr>
            </a:p>
          </p:txBody>
        </p:sp>
        <p:sp>
          <p:nvSpPr>
            <p:cNvPr id="38" name="Text Box 111"/>
            <p:cNvSpPr txBox="1">
              <a:spLocks noChangeArrowheads="1"/>
            </p:cNvSpPr>
            <p:nvPr/>
          </p:nvSpPr>
          <p:spPr bwMode="auto">
            <a:xfrm>
              <a:off x="1150" y="846"/>
              <a:ext cx="788" cy="2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3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zh-CN" altLang="en-US" sz="1400" dirty="0">
                  <a:latin typeface="Arial" panose="020B0604020202020204" pitchFamily="34" charset="0"/>
                </a:rPr>
                <a:t>首部寻址信息</a:t>
              </a:r>
              <a:endParaRPr lang="en-US" altLang="zh-CN" sz="1400" dirty="0">
                <a:latin typeface="Arial" panose="020B0604020202020204" pitchFamily="34" charset="0"/>
              </a:endParaRPr>
            </a:p>
          </p:txBody>
        </p:sp>
        <p:sp>
          <p:nvSpPr>
            <p:cNvPr id="39" name="Text Box 112"/>
            <p:cNvSpPr txBox="1">
              <a:spLocks noChangeArrowheads="1"/>
            </p:cNvSpPr>
            <p:nvPr/>
          </p:nvSpPr>
          <p:spPr bwMode="auto">
            <a:xfrm>
              <a:off x="1846" y="844"/>
              <a:ext cx="656" cy="2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3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zh-CN" altLang="en-US" sz="1400" dirty="0">
                  <a:latin typeface="Arial" panose="020B0604020202020204" pitchFamily="34" charset="0"/>
                </a:rPr>
                <a:t>输出链路</a:t>
              </a:r>
              <a:endParaRPr lang="en-US" altLang="zh-CN" sz="1400" dirty="0">
                <a:latin typeface="Arial" panose="020B0604020202020204" pitchFamily="34" charset="0"/>
              </a:endParaRPr>
            </a:p>
          </p:txBody>
        </p:sp>
        <p:sp>
          <p:nvSpPr>
            <p:cNvPr id="40" name="Line 113"/>
            <p:cNvSpPr>
              <a:spLocks noChangeShapeType="1"/>
            </p:cNvSpPr>
            <p:nvPr/>
          </p:nvSpPr>
          <p:spPr bwMode="auto">
            <a:xfrm>
              <a:off x="1908" y="866"/>
              <a:ext cx="5" cy="6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" name="Text Box 114"/>
            <p:cNvSpPr txBox="1">
              <a:spLocks noChangeArrowheads="1"/>
            </p:cNvSpPr>
            <p:nvPr/>
          </p:nvSpPr>
          <p:spPr bwMode="auto">
            <a:xfrm>
              <a:off x="1369" y="1037"/>
              <a:ext cx="408" cy="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3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r" eaLnBrk="1" hangingPunct="1">
                <a:spcBef>
                  <a:spcPct val="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200" dirty="0">
                  <a:latin typeface="Arial" panose="020B0604020202020204" pitchFamily="34" charset="0"/>
                </a:rPr>
                <a:t>0100</a:t>
              </a:r>
            </a:p>
            <a:p>
              <a:pPr algn="r" eaLnBrk="1" hangingPunct="1">
                <a:spcBef>
                  <a:spcPct val="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200" dirty="0">
                  <a:latin typeface="Arial" panose="020B0604020202020204" pitchFamily="34" charset="0"/>
                </a:rPr>
                <a:t>0101</a:t>
              </a:r>
            </a:p>
            <a:p>
              <a:pPr algn="r" eaLnBrk="1" hangingPunct="1">
                <a:spcBef>
                  <a:spcPct val="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200" dirty="0">
                  <a:latin typeface="Arial" panose="020B0604020202020204" pitchFamily="34" charset="0"/>
                </a:rPr>
                <a:t>0111</a:t>
              </a:r>
            </a:p>
            <a:p>
              <a:pPr algn="r" eaLnBrk="1" hangingPunct="1">
                <a:spcBef>
                  <a:spcPct val="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200" dirty="0">
                  <a:latin typeface="Arial" panose="020B0604020202020204" pitchFamily="34" charset="0"/>
                </a:rPr>
                <a:t>1001</a:t>
              </a:r>
            </a:p>
          </p:txBody>
        </p:sp>
        <p:sp>
          <p:nvSpPr>
            <p:cNvPr id="42" name="Text Box 115"/>
            <p:cNvSpPr txBox="1">
              <a:spLocks noChangeArrowheads="1"/>
            </p:cNvSpPr>
            <p:nvPr/>
          </p:nvSpPr>
          <p:spPr bwMode="auto">
            <a:xfrm>
              <a:off x="2050" y="1029"/>
              <a:ext cx="170" cy="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3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200">
                  <a:latin typeface="Arial" panose="020B0604020202020204" pitchFamily="34" charset="0"/>
                </a:rPr>
                <a:t>3</a:t>
              </a:r>
            </a:p>
            <a:p>
              <a:pPr algn="ctr" eaLnBrk="1" hangingPunct="1">
                <a:spcBef>
                  <a:spcPct val="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200">
                  <a:latin typeface="Arial" panose="020B0604020202020204" pitchFamily="34" charset="0"/>
                </a:rPr>
                <a:t>2</a:t>
              </a:r>
            </a:p>
            <a:p>
              <a:pPr algn="ctr" eaLnBrk="1" hangingPunct="1">
                <a:spcBef>
                  <a:spcPct val="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200">
                  <a:latin typeface="Arial" panose="020B0604020202020204" pitchFamily="34" charset="0"/>
                </a:rPr>
                <a:t>2</a:t>
              </a:r>
            </a:p>
            <a:p>
              <a:pPr algn="ctr" eaLnBrk="1" hangingPunct="1">
                <a:spcBef>
                  <a:spcPct val="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200">
                  <a:latin typeface="Arial" panose="020B0604020202020204" pitchFamily="34" charset="0"/>
                </a:rPr>
                <a:t>1</a:t>
              </a:r>
            </a:p>
          </p:txBody>
        </p:sp>
        <p:sp>
          <p:nvSpPr>
            <p:cNvPr id="43" name="Line 116"/>
            <p:cNvSpPr>
              <a:spLocks noChangeShapeType="1"/>
            </p:cNvSpPr>
            <p:nvPr/>
          </p:nvSpPr>
          <p:spPr bwMode="auto">
            <a:xfrm>
              <a:off x="1197" y="1028"/>
              <a:ext cx="12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" name="Line 117"/>
            <p:cNvSpPr>
              <a:spLocks noChangeShapeType="1"/>
            </p:cNvSpPr>
            <p:nvPr/>
          </p:nvSpPr>
          <p:spPr bwMode="auto">
            <a:xfrm>
              <a:off x="1192" y="872"/>
              <a:ext cx="12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" name="AutoShape 118"/>
            <p:cNvSpPr>
              <a:spLocks noChangeArrowheads="1"/>
            </p:cNvSpPr>
            <p:nvPr/>
          </p:nvSpPr>
          <p:spPr bwMode="auto">
            <a:xfrm rot="5400000">
              <a:off x="1763" y="548"/>
              <a:ext cx="151" cy="172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3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46" name="Line 119"/>
            <p:cNvSpPr>
              <a:spLocks noChangeShapeType="1"/>
            </p:cNvSpPr>
            <p:nvPr/>
          </p:nvSpPr>
          <p:spPr bwMode="auto">
            <a:xfrm flipV="1">
              <a:off x="1454" y="2432"/>
              <a:ext cx="150" cy="3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" name="Freeform 120"/>
            <p:cNvSpPr/>
            <p:nvPr/>
          </p:nvSpPr>
          <p:spPr bwMode="auto">
            <a:xfrm>
              <a:off x="2047" y="2395"/>
              <a:ext cx="554" cy="167"/>
            </a:xfrm>
            <a:custGeom>
              <a:avLst/>
              <a:gdLst>
                <a:gd name="T0" fmla="*/ 0 w 554"/>
                <a:gd name="T1" fmla="*/ 10 h 167"/>
                <a:gd name="T2" fmla="*/ 324 w 554"/>
                <a:gd name="T3" fmla="*/ 26 h 167"/>
                <a:gd name="T4" fmla="*/ 554 w 554"/>
                <a:gd name="T5" fmla="*/ 16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>
              <a:solidFill>
                <a:srgbClr val="FF33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" name="Freeform 121"/>
            <p:cNvSpPr/>
            <p:nvPr/>
          </p:nvSpPr>
          <p:spPr bwMode="auto">
            <a:xfrm flipH="1">
              <a:off x="3518" y="2127"/>
              <a:ext cx="364" cy="234"/>
            </a:xfrm>
            <a:custGeom>
              <a:avLst/>
              <a:gdLst>
                <a:gd name="T0" fmla="*/ 0 w 1443"/>
                <a:gd name="T1" fmla="*/ 0 h 816"/>
                <a:gd name="T2" fmla="*/ 0 w 1443"/>
                <a:gd name="T3" fmla="*/ 0 h 816"/>
                <a:gd name="T4" fmla="*/ 0 w 1443"/>
                <a:gd name="T5" fmla="*/ 0 h 816"/>
                <a:gd name="T6" fmla="*/ 0 w 1443"/>
                <a:gd name="T7" fmla="*/ 0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" name="Freeform 122"/>
            <p:cNvSpPr/>
            <p:nvPr/>
          </p:nvSpPr>
          <p:spPr bwMode="auto">
            <a:xfrm flipH="1">
              <a:off x="2881" y="1948"/>
              <a:ext cx="364" cy="234"/>
            </a:xfrm>
            <a:custGeom>
              <a:avLst/>
              <a:gdLst>
                <a:gd name="T0" fmla="*/ 0 w 1443"/>
                <a:gd name="T1" fmla="*/ 0 h 816"/>
                <a:gd name="T2" fmla="*/ 0 w 1443"/>
                <a:gd name="T3" fmla="*/ 0 h 816"/>
                <a:gd name="T4" fmla="*/ 0 w 1443"/>
                <a:gd name="T5" fmla="*/ 0 h 816"/>
                <a:gd name="T6" fmla="*/ 0 w 1443"/>
                <a:gd name="T7" fmla="*/ 0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0" name="Freeform 123"/>
            <p:cNvSpPr/>
            <p:nvPr/>
          </p:nvSpPr>
          <p:spPr bwMode="auto">
            <a:xfrm flipH="1" flipV="1">
              <a:off x="3302" y="2922"/>
              <a:ext cx="342" cy="234"/>
            </a:xfrm>
            <a:custGeom>
              <a:avLst/>
              <a:gdLst>
                <a:gd name="T0" fmla="*/ 0 w 1443"/>
                <a:gd name="T1" fmla="*/ 0 h 816"/>
                <a:gd name="T2" fmla="*/ 0 w 1443"/>
                <a:gd name="T3" fmla="*/ 0 h 816"/>
                <a:gd name="T4" fmla="*/ 0 w 1443"/>
                <a:gd name="T5" fmla="*/ 0 h 816"/>
                <a:gd name="T6" fmla="*/ 0 w 1443"/>
                <a:gd name="T7" fmla="*/ 0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" name="Freeform 124"/>
            <p:cNvSpPr/>
            <p:nvPr/>
          </p:nvSpPr>
          <p:spPr bwMode="auto">
            <a:xfrm flipH="1" flipV="1">
              <a:off x="2452" y="2912"/>
              <a:ext cx="342" cy="234"/>
            </a:xfrm>
            <a:custGeom>
              <a:avLst/>
              <a:gdLst>
                <a:gd name="T0" fmla="*/ 0 w 1443"/>
                <a:gd name="T1" fmla="*/ 0 h 816"/>
                <a:gd name="T2" fmla="*/ 0 w 1443"/>
                <a:gd name="T3" fmla="*/ 0 h 816"/>
                <a:gd name="T4" fmla="*/ 0 w 1443"/>
                <a:gd name="T5" fmla="*/ 0 h 816"/>
                <a:gd name="T6" fmla="*/ 0 w 1443"/>
                <a:gd name="T7" fmla="*/ 0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" name="Freeform 125"/>
            <p:cNvSpPr/>
            <p:nvPr/>
          </p:nvSpPr>
          <p:spPr bwMode="auto">
            <a:xfrm flipH="1" flipV="1">
              <a:off x="2855" y="2728"/>
              <a:ext cx="342" cy="285"/>
            </a:xfrm>
            <a:custGeom>
              <a:avLst/>
              <a:gdLst>
                <a:gd name="T0" fmla="*/ 0 w 1443"/>
                <a:gd name="T1" fmla="*/ 0 h 816"/>
                <a:gd name="T2" fmla="*/ 0 w 1443"/>
                <a:gd name="T3" fmla="*/ 0 h 816"/>
                <a:gd name="T4" fmla="*/ 0 w 1443"/>
                <a:gd name="T5" fmla="*/ 0 h 816"/>
                <a:gd name="T6" fmla="*/ 0 w 1443"/>
                <a:gd name="T7" fmla="*/ 0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53" name="Group 126"/>
            <p:cNvGrpSpPr/>
            <p:nvPr/>
          </p:nvGrpSpPr>
          <p:grpSpPr bwMode="auto">
            <a:xfrm>
              <a:off x="2886" y="1668"/>
              <a:ext cx="347" cy="285"/>
              <a:chOff x="2886" y="1668"/>
              <a:chExt cx="347" cy="285"/>
            </a:xfrm>
          </p:grpSpPr>
          <p:sp>
            <p:nvSpPr>
              <p:cNvPr id="86" name="Rectangle 127"/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87" name="Oval 128"/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88" name="Rectangle 129"/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89" name="Line 130"/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0" name="Line 131"/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1" name="Line 132"/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" name="AutoShape 133"/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</p:grpSp>
        <p:grpSp>
          <p:nvGrpSpPr>
            <p:cNvPr id="54" name="Group 134"/>
            <p:cNvGrpSpPr/>
            <p:nvPr/>
          </p:nvGrpSpPr>
          <p:grpSpPr bwMode="auto">
            <a:xfrm>
              <a:off x="3524" y="1840"/>
              <a:ext cx="347" cy="285"/>
              <a:chOff x="2886" y="1668"/>
              <a:chExt cx="347" cy="285"/>
            </a:xfrm>
          </p:grpSpPr>
          <p:sp>
            <p:nvSpPr>
              <p:cNvPr id="79" name="Rectangle 135"/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80" name="Oval 136"/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81" name="Rectangle 137"/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82" name="Line 138"/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" name="Line 139"/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" name="Line 140"/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" name="AutoShape 141"/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</p:grpSp>
        <p:grpSp>
          <p:nvGrpSpPr>
            <p:cNvPr id="55" name="Group 142"/>
            <p:cNvGrpSpPr/>
            <p:nvPr/>
          </p:nvGrpSpPr>
          <p:grpSpPr bwMode="auto">
            <a:xfrm>
              <a:off x="3291" y="3148"/>
              <a:ext cx="347" cy="285"/>
              <a:chOff x="2886" y="1668"/>
              <a:chExt cx="347" cy="285"/>
            </a:xfrm>
          </p:grpSpPr>
          <p:sp>
            <p:nvSpPr>
              <p:cNvPr id="72" name="Rectangle 143"/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73" name="Oval 144"/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74" name="Rectangle 145"/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75" name="Line 146"/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" name="Line 147"/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7" name="Line 148"/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8" name="AutoShape 149"/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</p:grpSp>
        <p:grpSp>
          <p:nvGrpSpPr>
            <p:cNvPr id="56" name="Group 150"/>
            <p:cNvGrpSpPr/>
            <p:nvPr/>
          </p:nvGrpSpPr>
          <p:grpSpPr bwMode="auto">
            <a:xfrm>
              <a:off x="2853" y="3010"/>
              <a:ext cx="347" cy="285"/>
              <a:chOff x="2886" y="1668"/>
              <a:chExt cx="347" cy="285"/>
            </a:xfrm>
          </p:grpSpPr>
          <p:sp>
            <p:nvSpPr>
              <p:cNvPr id="65" name="Rectangle 151"/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66" name="Oval 152"/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67" name="Rectangle 153"/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68" name="Line 154"/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" name="Line 155"/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" name="Line 156"/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1" name="AutoShape 157"/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</p:grpSp>
        <p:grpSp>
          <p:nvGrpSpPr>
            <p:cNvPr id="57" name="Group 158"/>
            <p:cNvGrpSpPr/>
            <p:nvPr/>
          </p:nvGrpSpPr>
          <p:grpSpPr bwMode="auto">
            <a:xfrm>
              <a:off x="2440" y="3131"/>
              <a:ext cx="347" cy="285"/>
              <a:chOff x="2886" y="1668"/>
              <a:chExt cx="347" cy="285"/>
            </a:xfrm>
          </p:grpSpPr>
          <p:sp>
            <p:nvSpPr>
              <p:cNvPr id="58" name="Rectangle 159"/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59" name="Oval 160"/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60" name="Rectangle 161"/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61" name="Line 162"/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" name="Line 163"/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" name="Line 164"/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" name="AutoShape 165"/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3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</p:grp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Freeform 2"/>
          <p:cNvSpPr/>
          <p:nvPr/>
        </p:nvSpPr>
        <p:spPr bwMode="auto">
          <a:xfrm>
            <a:off x="2817721" y="5347548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cxnSp>
        <p:nvCxnSpPr>
          <p:cNvPr id="148" name="Straight Connector 147"/>
          <p:cNvCxnSpPr/>
          <p:nvPr/>
        </p:nvCxnSpPr>
        <p:spPr>
          <a:xfrm flipV="1">
            <a:off x="3447958" y="5499948"/>
            <a:ext cx="1316038" cy="13176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Straight Connector 149"/>
          <p:cNvCxnSpPr/>
          <p:nvPr/>
        </p:nvCxnSpPr>
        <p:spPr>
          <a:xfrm>
            <a:off x="3336833" y="5685685"/>
            <a:ext cx="2259013" cy="300038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Straight Connector 152"/>
          <p:cNvCxnSpPr/>
          <p:nvPr/>
        </p:nvCxnSpPr>
        <p:spPr>
          <a:xfrm>
            <a:off x="3349533" y="5792048"/>
            <a:ext cx="714375" cy="27463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Straight Connector 156"/>
          <p:cNvCxnSpPr/>
          <p:nvPr/>
        </p:nvCxnSpPr>
        <p:spPr>
          <a:xfrm flipV="1">
            <a:off x="4367121" y="5985723"/>
            <a:ext cx="1247775" cy="8096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Straight Connector 158"/>
          <p:cNvCxnSpPr/>
          <p:nvPr/>
        </p:nvCxnSpPr>
        <p:spPr>
          <a:xfrm>
            <a:off x="5027521" y="5531698"/>
            <a:ext cx="1057275" cy="12382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Straight Connector 160"/>
          <p:cNvCxnSpPr/>
          <p:nvPr/>
        </p:nvCxnSpPr>
        <p:spPr>
          <a:xfrm flipV="1">
            <a:off x="4311558" y="5685685"/>
            <a:ext cx="1790700" cy="300038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Straight Connector 162"/>
          <p:cNvCxnSpPr/>
          <p:nvPr/>
        </p:nvCxnSpPr>
        <p:spPr>
          <a:xfrm flipV="1">
            <a:off x="5638708" y="5714260"/>
            <a:ext cx="588963" cy="271463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Straight Connector 164"/>
          <p:cNvCxnSpPr/>
          <p:nvPr/>
        </p:nvCxnSpPr>
        <p:spPr>
          <a:xfrm>
            <a:off x="4781458" y="5499948"/>
            <a:ext cx="814388" cy="40005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47115" name="Group 7"/>
          <p:cNvGrpSpPr/>
          <p:nvPr/>
        </p:nvGrpSpPr>
        <p:grpSpPr bwMode="auto">
          <a:xfrm>
            <a:off x="3906746" y="5925398"/>
            <a:ext cx="563562" cy="293687"/>
            <a:chOff x="1871277" y="1576300"/>
            <a:chExt cx="1128371" cy="437861"/>
          </a:xfrm>
        </p:grpSpPr>
        <p:sp>
          <p:nvSpPr>
            <p:cNvPr id="318" name="Oval 317"/>
            <p:cNvSpPr>
              <a:spLocks noChangeArrowheads="1"/>
            </p:cNvSpPr>
            <p:nvPr/>
          </p:nvSpPr>
          <p:spPr bwMode="auto">
            <a:xfrm flipV="1">
              <a:off x="1874455" y="1694641"/>
              <a:ext cx="1125193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19" name="Rectangle 318"/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20" name="Oval 319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3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24" name="Freeform 323"/>
            <p:cNvSpPr/>
            <p:nvPr/>
          </p:nvSpPr>
          <p:spPr bwMode="auto">
            <a:xfrm>
              <a:off x="2160521" y="1673339"/>
              <a:ext cx="546704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-1" fmla="*/ 1486231 w 2944854"/>
                <a:gd name="connsiteY0-2" fmla="*/ 727041 h 1316375"/>
                <a:gd name="connsiteX1-3" fmla="*/ 257675 w 2944854"/>
                <a:gd name="connsiteY1-4" fmla="*/ 1302232 h 1316375"/>
                <a:gd name="connsiteX2-5" fmla="*/ 0 w 2944854"/>
                <a:gd name="connsiteY2-6" fmla="*/ 1228607 h 1316375"/>
                <a:gd name="connsiteX3-7" fmla="*/ 911064 w 2944854"/>
                <a:gd name="connsiteY3-8" fmla="*/ 837478 h 1316375"/>
                <a:gd name="connsiteX4-9" fmla="*/ 883456 w 2944854"/>
                <a:gd name="connsiteY4-10" fmla="*/ 450949 h 1316375"/>
                <a:gd name="connsiteX5-11" fmla="*/ 161047 w 2944854"/>
                <a:gd name="connsiteY5-12" fmla="*/ 119640 h 1316375"/>
                <a:gd name="connsiteX6-13" fmla="*/ 404917 w 2944854"/>
                <a:gd name="connsiteY6-14" fmla="*/ 50617 h 1316375"/>
                <a:gd name="connsiteX7-15" fmla="*/ 1477028 w 2944854"/>
                <a:gd name="connsiteY7-16" fmla="*/ 501566 h 1316375"/>
                <a:gd name="connsiteX8-17" fmla="*/ 2572146 w 2944854"/>
                <a:gd name="connsiteY8-18" fmla="*/ 0 h 1316375"/>
                <a:gd name="connsiteX9-19" fmla="*/ 2875834 w 2944854"/>
                <a:gd name="connsiteY9-20" fmla="*/ 96632 h 1316375"/>
                <a:gd name="connsiteX10-21" fmla="*/ 2079803 w 2944854"/>
                <a:gd name="connsiteY10-22" fmla="*/ 432543 h 1316375"/>
                <a:gd name="connsiteX11-23" fmla="*/ 2240850 w 2944854"/>
                <a:gd name="connsiteY11-24" fmla="*/ 920305 h 1316375"/>
                <a:gd name="connsiteX12-25" fmla="*/ 2944854 w 2944854"/>
                <a:gd name="connsiteY12-26" fmla="*/ 1228607 h 1316375"/>
                <a:gd name="connsiteX13-27" fmla="*/ 2756623 w 2944854"/>
                <a:gd name="connsiteY13-28" fmla="*/ 1316375 h 1316375"/>
                <a:gd name="connsiteX14-29" fmla="*/ 1486231 w 2944854"/>
                <a:gd name="connsiteY14-30" fmla="*/ 727041 h 1316375"/>
                <a:gd name="connsiteX0-31" fmla="*/ 1486231 w 3024520"/>
                <a:gd name="connsiteY0-32" fmla="*/ 727041 h 1316375"/>
                <a:gd name="connsiteX1-33" fmla="*/ 257675 w 3024520"/>
                <a:gd name="connsiteY1-34" fmla="*/ 1302232 h 1316375"/>
                <a:gd name="connsiteX2-35" fmla="*/ 0 w 3024520"/>
                <a:gd name="connsiteY2-36" fmla="*/ 1228607 h 1316375"/>
                <a:gd name="connsiteX3-37" fmla="*/ 911064 w 3024520"/>
                <a:gd name="connsiteY3-38" fmla="*/ 837478 h 1316375"/>
                <a:gd name="connsiteX4-39" fmla="*/ 883456 w 3024520"/>
                <a:gd name="connsiteY4-40" fmla="*/ 450949 h 1316375"/>
                <a:gd name="connsiteX5-41" fmla="*/ 161047 w 3024520"/>
                <a:gd name="connsiteY5-42" fmla="*/ 119640 h 1316375"/>
                <a:gd name="connsiteX6-43" fmla="*/ 404917 w 3024520"/>
                <a:gd name="connsiteY6-44" fmla="*/ 50617 h 1316375"/>
                <a:gd name="connsiteX7-45" fmla="*/ 1477028 w 3024520"/>
                <a:gd name="connsiteY7-46" fmla="*/ 501566 h 1316375"/>
                <a:gd name="connsiteX8-47" fmla="*/ 2572146 w 3024520"/>
                <a:gd name="connsiteY8-48" fmla="*/ 0 h 1316375"/>
                <a:gd name="connsiteX9-49" fmla="*/ 2875834 w 3024520"/>
                <a:gd name="connsiteY9-50" fmla="*/ 96632 h 1316375"/>
                <a:gd name="connsiteX10-51" fmla="*/ 2079803 w 3024520"/>
                <a:gd name="connsiteY10-52" fmla="*/ 432543 h 1316375"/>
                <a:gd name="connsiteX11-53" fmla="*/ 2240850 w 3024520"/>
                <a:gd name="connsiteY11-54" fmla="*/ 920305 h 1316375"/>
                <a:gd name="connsiteX12-55" fmla="*/ 3024520 w 3024520"/>
                <a:gd name="connsiteY12-56" fmla="*/ 1228607 h 1316375"/>
                <a:gd name="connsiteX13-57" fmla="*/ 2756623 w 3024520"/>
                <a:gd name="connsiteY13-58" fmla="*/ 1316375 h 1316375"/>
                <a:gd name="connsiteX14-59" fmla="*/ 1486231 w 3024520"/>
                <a:gd name="connsiteY14-60" fmla="*/ 727041 h 1316375"/>
                <a:gd name="connsiteX0-61" fmla="*/ 1537780 w 3076069"/>
                <a:gd name="connsiteY0-62" fmla="*/ 727041 h 1316375"/>
                <a:gd name="connsiteX1-63" fmla="*/ 309224 w 3076069"/>
                <a:gd name="connsiteY1-64" fmla="*/ 1302232 h 1316375"/>
                <a:gd name="connsiteX2-65" fmla="*/ 0 w 3076069"/>
                <a:gd name="connsiteY2-66" fmla="*/ 1228607 h 1316375"/>
                <a:gd name="connsiteX3-67" fmla="*/ 962613 w 3076069"/>
                <a:gd name="connsiteY3-68" fmla="*/ 837478 h 1316375"/>
                <a:gd name="connsiteX4-69" fmla="*/ 935005 w 3076069"/>
                <a:gd name="connsiteY4-70" fmla="*/ 450949 h 1316375"/>
                <a:gd name="connsiteX5-71" fmla="*/ 212596 w 3076069"/>
                <a:gd name="connsiteY5-72" fmla="*/ 119640 h 1316375"/>
                <a:gd name="connsiteX6-73" fmla="*/ 456466 w 3076069"/>
                <a:gd name="connsiteY6-74" fmla="*/ 50617 h 1316375"/>
                <a:gd name="connsiteX7-75" fmla="*/ 1528577 w 3076069"/>
                <a:gd name="connsiteY7-76" fmla="*/ 501566 h 1316375"/>
                <a:gd name="connsiteX8-77" fmla="*/ 2623695 w 3076069"/>
                <a:gd name="connsiteY8-78" fmla="*/ 0 h 1316375"/>
                <a:gd name="connsiteX9-79" fmla="*/ 2927383 w 3076069"/>
                <a:gd name="connsiteY9-80" fmla="*/ 96632 h 1316375"/>
                <a:gd name="connsiteX10-81" fmla="*/ 2131352 w 3076069"/>
                <a:gd name="connsiteY10-82" fmla="*/ 432543 h 1316375"/>
                <a:gd name="connsiteX11-83" fmla="*/ 2292399 w 3076069"/>
                <a:gd name="connsiteY11-84" fmla="*/ 920305 h 1316375"/>
                <a:gd name="connsiteX12-85" fmla="*/ 3076069 w 3076069"/>
                <a:gd name="connsiteY12-86" fmla="*/ 1228607 h 1316375"/>
                <a:gd name="connsiteX13-87" fmla="*/ 2808172 w 3076069"/>
                <a:gd name="connsiteY13-88" fmla="*/ 1316375 h 1316375"/>
                <a:gd name="connsiteX14-89" fmla="*/ 1537780 w 3076069"/>
                <a:gd name="connsiteY14-90" fmla="*/ 727041 h 1316375"/>
                <a:gd name="connsiteX0-91" fmla="*/ 1537780 w 3076069"/>
                <a:gd name="connsiteY0-92" fmla="*/ 727041 h 1321259"/>
                <a:gd name="connsiteX1-93" fmla="*/ 313981 w 3076069"/>
                <a:gd name="connsiteY1-94" fmla="*/ 1321259 h 1321259"/>
                <a:gd name="connsiteX2-95" fmla="*/ 0 w 3076069"/>
                <a:gd name="connsiteY2-96" fmla="*/ 1228607 h 1321259"/>
                <a:gd name="connsiteX3-97" fmla="*/ 962613 w 3076069"/>
                <a:gd name="connsiteY3-98" fmla="*/ 837478 h 1321259"/>
                <a:gd name="connsiteX4-99" fmla="*/ 935005 w 3076069"/>
                <a:gd name="connsiteY4-100" fmla="*/ 450949 h 1321259"/>
                <a:gd name="connsiteX5-101" fmla="*/ 212596 w 3076069"/>
                <a:gd name="connsiteY5-102" fmla="*/ 119640 h 1321259"/>
                <a:gd name="connsiteX6-103" fmla="*/ 456466 w 3076069"/>
                <a:gd name="connsiteY6-104" fmla="*/ 50617 h 1321259"/>
                <a:gd name="connsiteX7-105" fmla="*/ 1528577 w 3076069"/>
                <a:gd name="connsiteY7-106" fmla="*/ 501566 h 1321259"/>
                <a:gd name="connsiteX8-107" fmla="*/ 2623695 w 3076069"/>
                <a:gd name="connsiteY8-108" fmla="*/ 0 h 1321259"/>
                <a:gd name="connsiteX9-109" fmla="*/ 2927383 w 3076069"/>
                <a:gd name="connsiteY9-110" fmla="*/ 96632 h 1321259"/>
                <a:gd name="connsiteX10-111" fmla="*/ 2131352 w 3076069"/>
                <a:gd name="connsiteY10-112" fmla="*/ 432543 h 1321259"/>
                <a:gd name="connsiteX11-113" fmla="*/ 2292399 w 3076069"/>
                <a:gd name="connsiteY11-114" fmla="*/ 920305 h 1321259"/>
                <a:gd name="connsiteX12-115" fmla="*/ 3076069 w 3076069"/>
                <a:gd name="connsiteY12-116" fmla="*/ 1228607 h 1321259"/>
                <a:gd name="connsiteX13-117" fmla="*/ 2808172 w 3076069"/>
                <a:gd name="connsiteY13-118" fmla="*/ 1316375 h 1321259"/>
                <a:gd name="connsiteX14-119" fmla="*/ 1537780 w 3076069"/>
                <a:gd name="connsiteY14-120" fmla="*/ 727041 h 1321259"/>
                <a:gd name="connsiteX0-121" fmla="*/ 1537780 w 3076069"/>
                <a:gd name="connsiteY0-122" fmla="*/ 750825 h 1321259"/>
                <a:gd name="connsiteX1-123" fmla="*/ 313981 w 3076069"/>
                <a:gd name="connsiteY1-124" fmla="*/ 1321259 h 1321259"/>
                <a:gd name="connsiteX2-125" fmla="*/ 0 w 3076069"/>
                <a:gd name="connsiteY2-126" fmla="*/ 1228607 h 1321259"/>
                <a:gd name="connsiteX3-127" fmla="*/ 962613 w 3076069"/>
                <a:gd name="connsiteY3-128" fmla="*/ 837478 h 1321259"/>
                <a:gd name="connsiteX4-129" fmla="*/ 935005 w 3076069"/>
                <a:gd name="connsiteY4-130" fmla="*/ 450949 h 1321259"/>
                <a:gd name="connsiteX5-131" fmla="*/ 212596 w 3076069"/>
                <a:gd name="connsiteY5-132" fmla="*/ 119640 h 1321259"/>
                <a:gd name="connsiteX6-133" fmla="*/ 456466 w 3076069"/>
                <a:gd name="connsiteY6-134" fmla="*/ 50617 h 1321259"/>
                <a:gd name="connsiteX7-135" fmla="*/ 1528577 w 3076069"/>
                <a:gd name="connsiteY7-136" fmla="*/ 501566 h 1321259"/>
                <a:gd name="connsiteX8-137" fmla="*/ 2623695 w 3076069"/>
                <a:gd name="connsiteY8-138" fmla="*/ 0 h 1321259"/>
                <a:gd name="connsiteX9-139" fmla="*/ 2927383 w 3076069"/>
                <a:gd name="connsiteY9-140" fmla="*/ 96632 h 1321259"/>
                <a:gd name="connsiteX10-141" fmla="*/ 2131352 w 3076069"/>
                <a:gd name="connsiteY10-142" fmla="*/ 432543 h 1321259"/>
                <a:gd name="connsiteX11-143" fmla="*/ 2292399 w 3076069"/>
                <a:gd name="connsiteY11-144" fmla="*/ 920305 h 1321259"/>
                <a:gd name="connsiteX12-145" fmla="*/ 3076069 w 3076069"/>
                <a:gd name="connsiteY12-146" fmla="*/ 1228607 h 1321259"/>
                <a:gd name="connsiteX13-147" fmla="*/ 2808172 w 3076069"/>
                <a:gd name="connsiteY13-148" fmla="*/ 1316375 h 1321259"/>
                <a:gd name="connsiteX14-149" fmla="*/ 1537780 w 3076069"/>
                <a:gd name="connsiteY14-150" fmla="*/ 750825 h 132125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25" name="Freeform 324"/>
            <p:cNvSpPr/>
            <p:nvPr/>
          </p:nvSpPr>
          <p:spPr bwMode="auto">
            <a:xfrm>
              <a:off x="2103307" y="1633104"/>
              <a:ext cx="661131" cy="111240"/>
            </a:xfrm>
            <a:custGeom>
              <a:avLst/>
              <a:gdLst>
                <a:gd name="T0" fmla="*/ 0 w 3723451"/>
                <a:gd name="T1" fmla="*/ 27215 h 932950"/>
                <a:gd name="T2" fmla="*/ 116331 w 3723451"/>
                <a:gd name="T3" fmla="*/ 321 h 932950"/>
                <a:gd name="T4" fmla="*/ 329509 w 3723451"/>
                <a:gd name="T5" fmla="*/ 62069 h 932950"/>
                <a:gd name="T6" fmla="*/ 532884 w 3723451"/>
                <a:gd name="T7" fmla="*/ 0 h 932950"/>
                <a:gd name="T8" fmla="*/ 661131 w 3723451"/>
                <a:gd name="T9" fmla="*/ 24699 h 932950"/>
                <a:gd name="T10" fmla="*/ 565716 w 3723451"/>
                <a:gd name="T11" fmla="*/ 55071 h 932950"/>
                <a:gd name="T12" fmla="*/ 534996 w 3723451"/>
                <a:gd name="T13" fmla="*/ 46883 h 932950"/>
                <a:gd name="T14" fmla="*/ 333255 w 3723451"/>
                <a:gd name="T15" fmla="*/ 111240 h 932950"/>
                <a:gd name="T16" fmla="*/ 126353 w 3723451"/>
                <a:gd name="T17" fmla="*/ 49250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326" name="Freeform 325"/>
            <p:cNvSpPr/>
            <p:nvPr/>
          </p:nvSpPr>
          <p:spPr bwMode="auto">
            <a:xfrm>
              <a:off x="2538765" y="1727776"/>
              <a:ext cx="241567" cy="97039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39 h 809868"/>
                <a:gd name="T6" fmla="*/ 813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327" name="Freeform 326"/>
            <p:cNvSpPr/>
            <p:nvPr/>
          </p:nvSpPr>
          <p:spPr bwMode="auto">
            <a:xfrm>
              <a:off x="2090593" y="1730143"/>
              <a:ext cx="238389" cy="97040"/>
            </a:xfrm>
            <a:custGeom>
              <a:avLst/>
              <a:gdLst>
                <a:gd name="T0" fmla="*/ 235135 w 1348191"/>
                <a:gd name="T1" fmla="*/ 0 h 791462"/>
                <a:gd name="T2" fmla="*/ 238389 w 1348191"/>
                <a:gd name="T3" fmla="*/ 46827 h 791462"/>
                <a:gd name="T4" fmla="*/ 86243 w 1348191"/>
                <a:gd name="T5" fmla="*/ 97040 h 791462"/>
                <a:gd name="T6" fmla="*/ 0 w 1348191"/>
                <a:gd name="T7" fmla="*/ 75037 h 791462"/>
                <a:gd name="T8" fmla="*/ 235135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cxnSp>
          <p:nvCxnSpPr>
            <p:cNvPr id="322" name="Straight Connector 321"/>
            <p:cNvCxnSpPr>
              <a:cxnSpLocks noChangeShapeType="1"/>
              <a:endCxn id="320" idx="2"/>
            </p:cNvCxnSpPr>
            <p:nvPr/>
          </p:nvCxnSpPr>
          <p:spPr bwMode="auto">
            <a:xfrm flipH="1" flipV="1">
              <a:off x="1871277" y="1737244"/>
              <a:ext cx="3178" cy="123075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3" name="Straight Connector 322"/>
            <p:cNvCxnSpPr>
              <a:cxnSpLocks noChangeShapeType="1"/>
            </p:cNvCxnSpPr>
            <p:nvPr/>
          </p:nvCxnSpPr>
          <p:spPr bwMode="auto">
            <a:xfrm flipH="1" flipV="1">
              <a:off x="2996470" y="1734876"/>
              <a:ext cx="3178" cy="123075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7116" name="Group 327"/>
          <p:cNvGrpSpPr/>
          <p:nvPr/>
        </p:nvGrpSpPr>
        <p:grpSpPr bwMode="auto">
          <a:xfrm>
            <a:off x="4602071" y="5384060"/>
            <a:ext cx="565150" cy="292100"/>
            <a:chOff x="1871277" y="1576300"/>
            <a:chExt cx="1128371" cy="437861"/>
          </a:xfrm>
        </p:grpSpPr>
        <p:sp>
          <p:nvSpPr>
            <p:cNvPr id="329" name="Oval 328"/>
            <p:cNvSpPr>
              <a:spLocks noChangeArrowheads="1"/>
            </p:cNvSpPr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30" name="Rectangle 329"/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31" name="Oval 330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32" name="Freeform 331"/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-1" fmla="*/ 1486231 w 2944854"/>
                <a:gd name="connsiteY0-2" fmla="*/ 727041 h 1316375"/>
                <a:gd name="connsiteX1-3" fmla="*/ 257675 w 2944854"/>
                <a:gd name="connsiteY1-4" fmla="*/ 1302232 h 1316375"/>
                <a:gd name="connsiteX2-5" fmla="*/ 0 w 2944854"/>
                <a:gd name="connsiteY2-6" fmla="*/ 1228607 h 1316375"/>
                <a:gd name="connsiteX3-7" fmla="*/ 911064 w 2944854"/>
                <a:gd name="connsiteY3-8" fmla="*/ 837478 h 1316375"/>
                <a:gd name="connsiteX4-9" fmla="*/ 883456 w 2944854"/>
                <a:gd name="connsiteY4-10" fmla="*/ 450949 h 1316375"/>
                <a:gd name="connsiteX5-11" fmla="*/ 161047 w 2944854"/>
                <a:gd name="connsiteY5-12" fmla="*/ 119640 h 1316375"/>
                <a:gd name="connsiteX6-13" fmla="*/ 404917 w 2944854"/>
                <a:gd name="connsiteY6-14" fmla="*/ 50617 h 1316375"/>
                <a:gd name="connsiteX7-15" fmla="*/ 1477028 w 2944854"/>
                <a:gd name="connsiteY7-16" fmla="*/ 501566 h 1316375"/>
                <a:gd name="connsiteX8-17" fmla="*/ 2572146 w 2944854"/>
                <a:gd name="connsiteY8-18" fmla="*/ 0 h 1316375"/>
                <a:gd name="connsiteX9-19" fmla="*/ 2875834 w 2944854"/>
                <a:gd name="connsiteY9-20" fmla="*/ 96632 h 1316375"/>
                <a:gd name="connsiteX10-21" fmla="*/ 2079803 w 2944854"/>
                <a:gd name="connsiteY10-22" fmla="*/ 432543 h 1316375"/>
                <a:gd name="connsiteX11-23" fmla="*/ 2240850 w 2944854"/>
                <a:gd name="connsiteY11-24" fmla="*/ 920305 h 1316375"/>
                <a:gd name="connsiteX12-25" fmla="*/ 2944854 w 2944854"/>
                <a:gd name="connsiteY12-26" fmla="*/ 1228607 h 1316375"/>
                <a:gd name="connsiteX13-27" fmla="*/ 2756623 w 2944854"/>
                <a:gd name="connsiteY13-28" fmla="*/ 1316375 h 1316375"/>
                <a:gd name="connsiteX14-29" fmla="*/ 1486231 w 2944854"/>
                <a:gd name="connsiteY14-30" fmla="*/ 727041 h 1316375"/>
                <a:gd name="connsiteX0-31" fmla="*/ 1486231 w 3024520"/>
                <a:gd name="connsiteY0-32" fmla="*/ 727041 h 1316375"/>
                <a:gd name="connsiteX1-33" fmla="*/ 257675 w 3024520"/>
                <a:gd name="connsiteY1-34" fmla="*/ 1302232 h 1316375"/>
                <a:gd name="connsiteX2-35" fmla="*/ 0 w 3024520"/>
                <a:gd name="connsiteY2-36" fmla="*/ 1228607 h 1316375"/>
                <a:gd name="connsiteX3-37" fmla="*/ 911064 w 3024520"/>
                <a:gd name="connsiteY3-38" fmla="*/ 837478 h 1316375"/>
                <a:gd name="connsiteX4-39" fmla="*/ 883456 w 3024520"/>
                <a:gd name="connsiteY4-40" fmla="*/ 450949 h 1316375"/>
                <a:gd name="connsiteX5-41" fmla="*/ 161047 w 3024520"/>
                <a:gd name="connsiteY5-42" fmla="*/ 119640 h 1316375"/>
                <a:gd name="connsiteX6-43" fmla="*/ 404917 w 3024520"/>
                <a:gd name="connsiteY6-44" fmla="*/ 50617 h 1316375"/>
                <a:gd name="connsiteX7-45" fmla="*/ 1477028 w 3024520"/>
                <a:gd name="connsiteY7-46" fmla="*/ 501566 h 1316375"/>
                <a:gd name="connsiteX8-47" fmla="*/ 2572146 w 3024520"/>
                <a:gd name="connsiteY8-48" fmla="*/ 0 h 1316375"/>
                <a:gd name="connsiteX9-49" fmla="*/ 2875834 w 3024520"/>
                <a:gd name="connsiteY9-50" fmla="*/ 96632 h 1316375"/>
                <a:gd name="connsiteX10-51" fmla="*/ 2079803 w 3024520"/>
                <a:gd name="connsiteY10-52" fmla="*/ 432543 h 1316375"/>
                <a:gd name="connsiteX11-53" fmla="*/ 2240850 w 3024520"/>
                <a:gd name="connsiteY11-54" fmla="*/ 920305 h 1316375"/>
                <a:gd name="connsiteX12-55" fmla="*/ 3024520 w 3024520"/>
                <a:gd name="connsiteY12-56" fmla="*/ 1228607 h 1316375"/>
                <a:gd name="connsiteX13-57" fmla="*/ 2756623 w 3024520"/>
                <a:gd name="connsiteY13-58" fmla="*/ 1316375 h 1316375"/>
                <a:gd name="connsiteX14-59" fmla="*/ 1486231 w 3024520"/>
                <a:gd name="connsiteY14-60" fmla="*/ 727041 h 1316375"/>
                <a:gd name="connsiteX0-61" fmla="*/ 1537780 w 3076069"/>
                <a:gd name="connsiteY0-62" fmla="*/ 727041 h 1316375"/>
                <a:gd name="connsiteX1-63" fmla="*/ 309224 w 3076069"/>
                <a:gd name="connsiteY1-64" fmla="*/ 1302232 h 1316375"/>
                <a:gd name="connsiteX2-65" fmla="*/ 0 w 3076069"/>
                <a:gd name="connsiteY2-66" fmla="*/ 1228607 h 1316375"/>
                <a:gd name="connsiteX3-67" fmla="*/ 962613 w 3076069"/>
                <a:gd name="connsiteY3-68" fmla="*/ 837478 h 1316375"/>
                <a:gd name="connsiteX4-69" fmla="*/ 935005 w 3076069"/>
                <a:gd name="connsiteY4-70" fmla="*/ 450949 h 1316375"/>
                <a:gd name="connsiteX5-71" fmla="*/ 212596 w 3076069"/>
                <a:gd name="connsiteY5-72" fmla="*/ 119640 h 1316375"/>
                <a:gd name="connsiteX6-73" fmla="*/ 456466 w 3076069"/>
                <a:gd name="connsiteY6-74" fmla="*/ 50617 h 1316375"/>
                <a:gd name="connsiteX7-75" fmla="*/ 1528577 w 3076069"/>
                <a:gd name="connsiteY7-76" fmla="*/ 501566 h 1316375"/>
                <a:gd name="connsiteX8-77" fmla="*/ 2623695 w 3076069"/>
                <a:gd name="connsiteY8-78" fmla="*/ 0 h 1316375"/>
                <a:gd name="connsiteX9-79" fmla="*/ 2927383 w 3076069"/>
                <a:gd name="connsiteY9-80" fmla="*/ 96632 h 1316375"/>
                <a:gd name="connsiteX10-81" fmla="*/ 2131352 w 3076069"/>
                <a:gd name="connsiteY10-82" fmla="*/ 432543 h 1316375"/>
                <a:gd name="connsiteX11-83" fmla="*/ 2292399 w 3076069"/>
                <a:gd name="connsiteY11-84" fmla="*/ 920305 h 1316375"/>
                <a:gd name="connsiteX12-85" fmla="*/ 3076069 w 3076069"/>
                <a:gd name="connsiteY12-86" fmla="*/ 1228607 h 1316375"/>
                <a:gd name="connsiteX13-87" fmla="*/ 2808172 w 3076069"/>
                <a:gd name="connsiteY13-88" fmla="*/ 1316375 h 1316375"/>
                <a:gd name="connsiteX14-89" fmla="*/ 1537780 w 3076069"/>
                <a:gd name="connsiteY14-90" fmla="*/ 727041 h 1316375"/>
                <a:gd name="connsiteX0-91" fmla="*/ 1537780 w 3076069"/>
                <a:gd name="connsiteY0-92" fmla="*/ 727041 h 1321259"/>
                <a:gd name="connsiteX1-93" fmla="*/ 313981 w 3076069"/>
                <a:gd name="connsiteY1-94" fmla="*/ 1321259 h 1321259"/>
                <a:gd name="connsiteX2-95" fmla="*/ 0 w 3076069"/>
                <a:gd name="connsiteY2-96" fmla="*/ 1228607 h 1321259"/>
                <a:gd name="connsiteX3-97" fmla="*/ 962613 w 3076069"/>
                <a:gd name="connsiteY3-98" fmla="*/ 837478 h 1321259"/>
                <a:gd name="connsiteX4-99" fmla="*/ 935005 w 3076069"/>
                <a:gd name="connsiteY4-100" fmla="*/ 450949 h 1321259"/>
                <a:gd name="connsiteX5-101" fmla="*/ 212596 w 3076069"/>
                <a:gd name="connsiteY5-102" fmla="*/ 119640 h 1321259"/>
                <a:gd name="connsiteX6-103" fmla="*/ 456466 w 3076069"/>
                <a:gd name="connsiteY6-104" fmla="*/ 50617 h 1321259"/>
                <a:gd name="connsiteX7-105" fmla="*/ 1528577 w 3076069"/>
                <a:gd name="connsiteY7-106" fmla="*/ 501566 h 1321259"/>
                <a:gd name="connsiteX8-107" fmla="*/ 2623695 w 3076069"/>
                <a:gd name="connsiteY8-108" fmla="*/ 0 h 1321259"/>
                <a:gd name="connsiteX9-109" fmla="*/ 2927383 w 3076069"/>
                <a:gd name="connsiteY9-110" fmla="*/ 96632 h 1321259"/>
                <a:gd name="connsiteX10-111" fmla="*/ 2131352 w 3076069"/>
                <a:gd name="connsiteY10-112" fmla="*/ 432543 h 1321259"/>
                <a:gd name="connsiteX11-113" fmla="*/ 2292399 w 3076069"/>
                <a:gd name="connsiteY11-114" fmla="*/ 920305 h 1321259"/>
                <a:gd name="connsiteX12-115" fmla="*/ 3076069 w 3076069"/>
                <a:gd name="connsiteY12-116" fmla="*/ 1228607 h 1321259"/>
                <a:gd name="connsiteX13-117" fmla="*/ 2808172 w 3076069"/>
                <a:gd name="connsiteY13-118" fmla="*/ 1316375 h 1321259"/>
                <a:gd name="connsiteX14-119" fmla="*/ 1537780 w 3076069"/>
                <a:gd name="connsiteY14-120" fmla="*/ 727041 h 1321259"/>
                <a:gd name="connsiteX0-121" fmla="*/ 1537780 w 3076069"/>
                <a:gd name="connsiteY0-122" fmla="*/ 750825 h 1321259"/>
                <a:gd name="connsiteX1-123" fmla="*/ 313981 w 3076069"/>
                <a:gd name="connsiteY1-124" fmla="*/ 1321259 h 1321259"/>
                <a:gd name="connsiteX2-125" fmla="*/ 0 w 3076069"/>
                <a:gd name="connsiteY2-126" fmla="*/ 1228607 h 1321259"/>
                <a:gd name="connsiteX3-127" fmla="*/ 962613 w 3076069"/>
                <a:gd name="connsiteY3-128" fmla="*/ 837478 h 1321259"/>
                <a:gd name="connsiteX4-129" fmla="*/ 935005 w 3076069"/>
                <a:gd name="connsiteY4-130" fmla="*/ 450949 h 1321259"/>
                <a:gd name="connsiteX5-131" fmla="*/ 212596 w 3076069"/>
                <a:gd name="connsiteY5-132" fmla="*/ 119640 h 1321259"/>
                <a:gd name="connsiteX6-133" fmla="*/ 456466 w 3076069"/>
                <a:gd name="connsiteY6-134" fmla="*/ 50617 h 1321259"/>
                <a:gd name="connsiteX7-135" fmla="*/ 1528577 w 3076069"/>
                <a:gd name="connsiteY7-136" fmla="*/ 501566 h 1321259"/>
                <a:gd name="connsiteX8-137" fmla="*/ 2623695 w 3076069"/>
                <a:gd name="connsiteY8-138" fmla="*/ 0 h 1321259"/>
                <a:gd name="connsiteX9-139" fmla="*/ 2927383 w 3076069"/>
                <a:gd name="connsiteY9-140" fmla="*/ 96632 h 1321259"/>
                <a:gd name="connsiteX10-141" fmla="*/ 2131352 w 3076069"/>
                <a:gd name="connsiteY10-142" fmla="*/ 432543 h 1321259"/>
                <a:gd name="connsiteX11-143" fmla="*/ 2292399 w 3076069"/>
                <a:gd name="connsiteY11-144" fmla="*/ 920305 h 1321259"/>
                <a:gd name="connsiteX12-145" fmla="*/ 3076069 w 3076069"/>
                <a:gd name="connsiteY12-146" fmla="*/ 1228607 h 1321259"/>
                <a:gd name="connsiteX13-147" fmla="*/ 2808172 w 3076069"/>
                <a:gd name="connsiteY13-148" fmla="*/ 1316375 h 1321259"/>
                <a:gd name="connsiteX14-149" fmla="*/ 1537780 w 3076069"/>
                <a:gd name="connsiteY14-150" fmla="*/ 750825 h 132125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33" name="Freeform 332"/>
            <p:cNvSpPr/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T0" fmla="*/ 0 w 3723451"/>
                <a:gd name="T1" fmla="*/ 27363 h 932950"/>
                <a:gd name="T2" fmla="*/ 116562 w 3723451"/>
                <a:gd name="T3" fmla="*/ 322 h 932950"/>
                <a:gd name="T4" fmla="*/ 330164 w 3723451"/>
                <a:gd name="T5" fmla="*/ 62407 h 932950"/>
                <a:gd name="T6" fmla="*/ 533943 w 3723451"/>
                <a:gd name="T7" fmla="*/ 0 h 932950"/>
                <a:gd name="T8" fmla="*/ 662444 w 3723451"/>
                <a:gd name="T9" fmla="*/ 24834 h 932950"/>
                <a:gd name="T10" fmla="*/ 566839 w 3723451"/>
                <a:gd name="T11" fmla="*/ 55371 h 932950"/>
                <a:gd name="T12" fmla="*/ 536059 w 3723451"/>
                <a:gd name="T13" fmla="*/ 47138 h 932950"/>
                <a:gd name="T14" fmla="*/ 333917 w 3723451"/>
                <a:gd name="T15" fmla="*/ 111846 h 932950"/>
                <a:gd name="T16" fmla="*/ 126604 w 3723451"/>
                <a:gd name="T17" fmla="*/ 49519 h 932950"/>
                <a:gd name="T18" fmla="*/ 93086 w 3723451"/>
                <a:gd name="T19" fmla="*/ 56246 h 932950"/>
                <a:gd name="T20" fmla="*/ 0 w 3723451"/>
                <a:gd name="T21" fmla="*/ 27363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334" name="Freeform 333"/>
            <p:cNvSpPr/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5393 h 809868"/>
                <a:gd name="T4" fmla="*/ 154487 w 1366596"/>
                <a:gd name="T5" fmla="*/ 97568 h 809868"/>
                <a:gd name="T6" fmla="*/ 822 w 1366596"/>
                <a:gd name="T7" fmla="*/ 5155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335" name="Freeform 334"/>
            <p:cNvSpPr/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5933 h 791462"/>
                <a:gd name="T4" fmla="*/ 87147 w 1348191"/>
                <a:gd name="T5" fmla="*/ 95187 h 791462"/>
                <a:gd name="T6" fmla="*/ 0 w 1348191"/>
                <a:gd name="T7" fmla="*/ 73604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cxnSp>
          <p:nvCxnSpPr>
            <p:cNvPr id="336" name="Straight Connector 335"/>
            <p:cNvCxnSpPr>
              <a:cxnSpLocks noChangeShapeType="1"/>
              <a:endCxn id="331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37" name="Straight Connector 336"/>
            <p:cNvCxnSpPr>
              <a:cxnSpLocks noChangeShapeType="1"/>
            </p:cNvCxnSpPr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7117" name="Group 337"/>
          <p:cNvGrpSpPr/>
          <p:nvPr/>
        </p:nvGrpSpPr>
        <p:grpSpPr bwMode="auto">
          <a:xfrm>
            <a:off x="5245008" y="5838085"/>
            <a:ext cx="563563" cy="293688"/>
            <a:chOff x="1871277" y="1576300"/>
            <a:chExt cx="1128371" cy="437861"/>
          </a:xfrm>
        </p:grpSpPr>
        <p:sp>
          <p:nvSpPr>
            <p:cNvPr id="339" name="Oval 338"/>
            <p:cNvSpPr>
              <a:spLocks noChangeArrowheads="1"/>
            </p:cNvSpPr>
            <p:nvPr/>
          </p:nvSpPr>
          <p:spPr bwMode="auto">
            <a:xfrm flipV="1">
              <a:off x="1874457" y="1694641"/>
              <a:ext cx="1125191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40" name="Rectangle 339"/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41" name="Oval 340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1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42" name="Freeform 341"/>
            <p:cNvSpPr/>
            <p:nvPr/>
          </p:nvSpPr>
          <p:spPr bwMode="auto">
            <a:xfrm>
              <a:off x="2160522" y="1673340"/>
              <a:ext cx="546703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-1" fmla="*/ 1486231 w 2944854"/>
                <a:gd name="connsiteY0-2" fmla="*/ 727041 h 1316375"/>
                <a:gd name="connsiteX1-3" fmla="*/ 257675 w 2944854"/>
                <a:gd name="connsiteY1-4" fmla="*/ 1302232 h 1316375"/>
                <a:gd name="connsiteX2-5" fmla="*/ 0 w 2944854"/>
                <a:gd name="connsiteY2-6" fmla="*/ 1228607 h 1316375"/>
                <a:gd name="connsiteX3-7" fmla="*/ 911064 w 2944854"/>
                <a:gd name="connsiteY3-8" fmla="*/ 837478 h 1316375"/>
                <a:gd name="connsiteX4-9" fmla="*/ 883456 w 2944854"/>
                <a:gd name="connsiteY4-10" fmla="*/ 450949 h 1316375"/>
                <a:gd name="connsiteX5-11" fmla="*/ 161047 w 2944854"/>
                <a:gd name="connsiteY5-12" fmla="*/ 119640 h 1316375"/>
                <a:gd name="connsiteX6-13" fmla="*/ 404917 w 2944854"/>
                <a:gd name="connsiteY6-14" fmla="*/ 50617 h 1316375"/>
                <a:gd name="connsiteX7-15" fmla="*/ 1477028 w 2944854"/>
                <a:gd name="connsiteY7-16" fmla="*/ 501566 h 1316375"/>
                <a:gd name="connsiteX8-17" fmla="*/ 2572146 w 2944854"/>
                <a:gd name="connsiteY8-18" fmla="*/ 0 h 1316375"/>
                <a:gd name="connsiteX9-19" fmla="*/ 2875834 w 2944854"/>
                <a:gd name="connsiteY9-20" fmla="*/ 96632 h 1316375"/>
                <a:gd name="connsiteX10-21" fmla="*/ 2079803 w 2944854"/>
                <a:gd name="connsiteY10-22" fmla="*/ 432543 h 1316375"/>
                <a:gd name="connsiteX11-23" fmla="*/ 2240850 w 2944854"/>
                <a:gd name="connsiteY11-24" fmla="*/ 920305 h 1316375"/>
                <a:gd name="connsiteX12-25" fmla="*/ 2944854 w 2944854"/>
                <a:gd name="connsiteY12-26" fmla="*/ 1228607 h 1316375"/>
                <a:gd name="connsiteX13-27" fmla="*/ 2756623 w 2944854"/>
                <a:gd name="connsiteY13-28" fmla="*/ 1316375 h 1316375"/>
                <a:gd name="connsiteX14-29" fmla="*/ 1486231 w 2944854"/>
                <a:gd name="connsiteY14-30" fmla="*/ 727041 h 1316375"/>
                <a:gd name="connsiteX0-31" fmla="*/ 1486231 w 3024520"/>
                <a:gd name="connsiteY0-32" fmla="*/ 727041 h 1316375"/>
                <a:gd name="connsiteX1-33" fmla="*/ 257675 w 3024520"/>
                <a:gd name="connsiteY1-34" fmla="*/ 1302232 h 1316375"/>
                <a:gd name="connsiteX2-35" fmla="*/ 0 w 3024520"/>
                <a:gd name="connsiteY2-36" fmla="*/ 1228607 h 1316375"/>
                <a:gd name="connsiteX3-37" fmla="*/ 911064 w 3024520"/>
                <a:gd name="connsiteY3-38" fmla="*/ 837478 h 1316375"/>
                <a:gd name="connsiteX4-39" fmla="*/ 883456 w 3024520"/>
                <a:gd name="connsiteY4-40" fmla="*/ 450949 h 1316375"/>
                <a:gd name="connsiteX5-41" fmla="*/ 161047 w 3024520"/>
                <a:gd name="connsiteY5-42" fmla="*/ 119640 h 1316375"/>
                <a:gd name="connsiteX6-43" fmla="*/ 404917 w 3024520"/>
                <a:gd name="connsiteY6-44" fmla="*/ 50617 h 1316375"/>
                <a:gd name="connsiteX7-45" fmla="*/ 1477028 w 3024520"/>
                <a:gd name="connsiteY7-46" fmla="*/ 501566 h 1316375"/>
                <a:gd name="connsiteX8-47" fmla="*/ 2572146 w 3024520"/>
                <a:gd name="connsiteY8-48" fmla="*/ 0 h 1316375"/>
                <a:gd name="connsiteX9-49" fmla="*/ 2875834 w 3024520"/>
                <a:gd name="connsiteY9-50" fmla="*/ 96632 h 1316375"/>
                <a:gd name="connsiteX10-51" fmla="*/ 2079803 w 3024520"/>
                <a:gd name="connsiteY10-52" fmla="*/ 432543 h 1316375"/>
                <a:gd name="connsiteX11-53" fmla="*/ 2240850 w 3024520"/>
                <a:gd name="connsiteY11-54" fmla="*/ 920305 h 1316375"/>
                <a:gd name="connsiteX12-55" fmla="*/ 3024520 w 3024520"/>
                <a:gd name="connsiteY12-56" fmla="*/ 1228607 h 1316375"/>
                <a:gd name="connsiteX13-57" fmla="*/ 2756623 w 3024520"/>
                <a:gd name="connsiteY13-58" fmla="*/ 1316375 h 1316375"/>
                <a:gd name="connsiteX14-59" fmla="*/ 1486231 w 3024520"/>
                <a:gd name="connsiteY14-60" fmla="*/ 727041 h 1316375"/>
                <a:gd name="connsiteX0-61" fmla="*/ 1537780 w 3076069"/>
                <a:gd name="connsiteY0-62" fmla="*/ 727041 h 1316375"/>
                <a:gd name="connsiteX1-63" fmla="*/ 309224 w 3076069"/>
                <a:gd name="connsiteY1-64" fmla="*/ 1302232 h 1316375"/>
                <a:gd name="connsiteX2-65" fmla="*/ 0 w 3076069"/>
                <a:gd name="connsiteY2-66" fmla="*/ 1228607 h 1316375"/>
                <a:gd name="connsiteX3-67" fmla="*/ 962613 w 3076069"/>
                <a:gd name="connsiteY3-68" fmla="*/ 837478 h 1316375"/>
                <a:gd name="connsiteX4-69" fmla="*/ 935005 w 3076069"/>
                <a:gd name="connsiteY4-70" fmla="*/ 450949 h 1316375"/>
                <a:gd name="connsiteX5-71" fmla="*/ 212596 w 3076069"/>
                <a:gd name="connsiteY5-72" fmla="*/ 119640 h 1316375"/>
                <a:gd name="connsiteX6-73" fmla="*/ 456466 w 3076069"/>
                <a:gd name="connsiteY6-74" fmla="*/ 50617 h 1316375"/>
                <a:gd name="connsiteX7-75" fmla="*/ 1528577 w 3076069"/>
                <a:gd name="connsiteY7-76" fmla="*/ 501566 h 1316375"/>
                <a:gd name="connsiteX8-77" fmla="*/ 2623695 w 3076069"/>
                <a:gd name="connsiteY8-78" fmla="*/ 0 h 1316375"/>
                <a:gd name="connsiteX9-79" fmla="*/ 2927383 w 3076069"/>
                <a:gd name="connsiteY9-80" fmla="*/ 96632 h 1316375"/>
                <a:gd name="connsiteX10-81" fmla="*/ 2131352 w 3076069"/>
                <a:gd name="connsiteY10-82" fmla="*/ 432543 h 1316375"/>
                <a:gd name="connsiteX11-83" fmla="*/ 2292399 w 3076069"/>
                <a:gd name="connsiteY11-84" fmla="*/ 920305 h 1316375"/>
                <a:gd name="connsiteX12-85" fmla="*/ 3076069 w 3076069"/>
                <a:gd name="connsiteY12-86" fmla="*/ 1228607 h 1316375"/>
                <a:gd name="connsiteX13-87" fmla="*/ 2808172 w 3076069"/>
                <a:gd name="connsiteY13-88" fmla="*/ 1316375 h 1316375"/>
                <a:gd name="connsiteX14-89" fmla="*/ 1537780 w 3076069"/>
                <a:gd name="connsiteY14-90" fmla="*/ 727041 h 1316375"/>
                <a:gd name="connsiteX0-91" fmla="*/ 1537780 w 3076069"/>
                <a:gd name="connsiteY0-92" fmla="*/ 727041 h 1321259"/>
                <a:gd name="connsiteX1-93" fmla="*/ 313981 w 3076069"/>
                <a:gd name="connsiteY1-94" fmla="*/ 1321259 h 1321259"/>
                <a:gd name="connsiteX2-95" fmla="*/ 0 w 3076069"/>
                <a:gd name="connsiteY2-96" fmla="*/ 1228607 h 1321259"/>
                <a:gd name="connsiteX3-97" fmla="*/ 962613 w 3076069"/>
                <a:gd name="connsiteY3-98" fmla="*/ 837478 h 1321259"/>
                <a:gd name="connsiteX4-99" fmla="*/ 935005 w 3076069"/>
                <a:gd name="connsiteY4-100" fmla="*/ 450949 h 1321259"/>
                <a:gd name="connsiteX5-101" fmla="*/ 212596 w 3076069"/>
                <a:gd name="connsiteY5-102" fmla="*/ 119640 h 1321259"/>
                <a:gd name="connsiteX6-103" fmla="*/ 456466 w 3076069"/>
                <a:gd name="connsiteY6-104" fmla="*/ 50617 h 1321259"/>
                <a:gd name="connsiteX7-105" fmla="*/ 1528577 w 3076069"/>
                <a:gd name="connsiteY7-106" fmla="*/ 501566 h 1321259"/>
                <a:gd name="connsiteX8-107" fmla="*/ 2623695 w 3076069"/>
                <a:gd name="connsiteY8-108" fmla="*/ 0 h 1321259"/>
                <a:gd name="connsiteX9-109" fmla="*/ 2927383 w 3076069"/>
                <a:gd name="connsiteY9-110" fmla="*/ 96632 h 1321259"/>
                <a:gd name="connsiteX10-111" fmla="*/ 2131352 w 3076069"/>
                <a:gd name="connsiteY10-112" fmla="*/ 432543 h 1321259"/>
                <a:gd name="connsiteX11-113" fmla="*/ 2292399 w 3076069"/>
                <a:gd name="connsiteY11-114" fmla="*/ 920305 h 1321259"/>
                <a:gd name="connsiteX12-115" fmla="*/ 3076069 w 3076069"/>
                <a:gd name="connsiteY12-116" fmla="*/ 1228607 h 1321259"/>
                <a:gd name="connsiteX13-117" fmla="*/ 2808172 w 3076069"/>
                <a:gd name="connsiteY13-118" fmla="*/ 1316375 h 1321259"/>
                <a:gd name="connsiteX14-119" fmla="*/ 1537780 w 3076069"/>
                <a:gd name="connsiteY14-120" fmla="*/ 727041 h 1321259"/>
                <a:gd name="connsiteX0-121" fmla="*/ 1537780 w 3076069"/>
                <a:gd name="connsiteY0-122" fmla="*/ 750825 h 1321259"/>
                <a:gd name="connsiteX1-123" fmla="*/ 313981 w 3076069"/>
                <a:gd name="connsiteY1-124" fmla="*/ 1321259 h 1321259"/>
                <a:gd name="connsiteX2-125" fmla="*/ 0 w 3076069"/>
                <a:gd name="connsiteY2-126" fmla="*/ 1228607 h 1321259"/>
                <a:gd name="connsiteX3-127" fmla="*/ 962613 w 3076069"/>
                <a:gd name="connsiteY3-128" fmla="*/ 837478 h 1321259"/>
                <a:gd name="connsiteX4-129" fmla="*/ 935005 w 3076069"/>
                <a:gd name="connsiteY4-130" fmla="*/ 450949 h 1321259"/>
                <a:gd name="connsiteX5-131" fmla="*/ 212596 w 3076069"/>
                <a:gd name="connsiteY5-132" fmla="*/ 119640 h 1321259"/>
                <a:gd name="connsiteX6-133" fmla="*/ 456466 w 3076069"/>
                <a:gd name="connsiteY6-134" fmla="*/ 50617 h 1321259"/>
                <a:gd name="connsiteX7-135" fmla="*/ 1528577 w 3076069"/>
                <a:gd name="connsiteY7-136" fmla="*/ 501566 h 1321259"/>
                <a:gd name="connsiteX8-137" fmla="*/ 2623695 w 3076069"/>
                <a:gd name="connsiteY8-138" fmla="*/ 0 h 1321259"/>
                <a:gd name="connsiteX9-139" fmla="*/ 2927383 w 3076069"/>
                <a:gd name="connsiteY9-140" fmla="*/ 96632 h 1321259"/>
                <a:gd name="connsiteX10-141" fmla="*/ 2131352 w 3076069"/>
                <a:gd name="connsiteY10-142" fmla="*/ 432543 h 1321259"/>
                <a:gd name="connsiteX11-143" fmla="*/ 2292399 w 3076069"/>
                <a:gd name="connsiteY11-144" fmla="*/ 920305 h 1321259"/>
                <a:gd name="connsiteX12-145" fmla="*/ 3076069 w 3076069"/>
                <a:gd name="connsiteY12-146" fmla="*/ 1228607 h 1321259"/>
                <a:gd name="connsiteX13-147" fmla="*/ 2808172 w 3076069"/>
                <a:gd name="connsiteY13-148" fmla="*/ 1316375 h 1321259"/>
                <a:gd name="connsiteX14-149" fmla="*/ 1537780 w 3076069"/>
                <a:gd name="connsiteY14-150" fmla="*/ 750825 h 132125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43" name="Freeform 342"/>
            <p:cNvSpPr/>
            <p:nvPr/>
          </p:nvSpPr>
          <p:spPr bwMode="auto">
            <a:xfrm>
              <a:off x="2103309" y="1633103"/>
              <a:ext cx="661129" cy="111241"/>
            </a:xfrm>
            <a:custGeom>
              <a:avLst/>
              <a:gdLst>
                <a:gd name="T0" fmla="*/ 0 w 3723451"/>
                <a:gd name="T1" fmla="*/ 27215 h 932950"/>
                <a:gd name="T2" fmla="*/ 116330 w 3723451"/>
                <a:gd name="T3" fmla="*/ 321 h 932950"/>
                <a:gd name="T4" fmla="*/ 329508 w 3723451"/>
                <a:gd name="T5" fmla="*/ 62070 h 932950"/>
                <a:gd name="T6" fmla="*/ 532883 w 3723451"/>
                <a:gd name="T7" fmla="*/ 0 h 932950"/>
                <a:gd name="T8" fmla="*/ 661129 w 3723451"/>
                <a:gd name="T9" fmla="*/ 24700 h 932950"/>
                <a:gd name="T10" fmla="*/ 565714 w 3723451"/>
                <a:gd name="T11" fmla="*/ 55072 h 932950"/>
                <a:gd name="T12" fmla="*/ 534995 w 3723451"/>
                <a:gd name="T13" fmla="*/ 46883 h 932950"/>
                <a:gd name="T14" fmla="*/ 333254 w 3723451"/>
                <a:gd name="T15" fmla="*/ 111241 h 932950"/>
                <a:gd name="T16" fmla="*/ 126353 w 3723451"/>
                <a:gd name="T17" fmla="*/ 49251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344" name="Freeform 343"/>
            <p:cNvSpPr/>
            <p:nvPr/>
          </p:nvSpPr>
          <p:spPr bwMode="auto">
            <a:xfrm>
              <a:off x="2538763" y="1727776"/>
              <a:ext cx="241567" cy="97040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40 h 809868"/>
                <a:gd name="T6" fmla="*/ 813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345" name="Freeform 344"/>
            <p:cNvSpPr/>
            <p:nvPr/>
          </p:nvSpPr>
          <p:spPr bwMode="auto">
            <a:xfrm>
              <a:off x="2090595" y="1730144"/>
              <a:ext cx="238387" cy="97039"/>
            </a:xfrm>
            <a:custGeom>
              <a:avLst/>
              <a:gdLst>
                <a:gd name="T0" fmla="*/ 235133 w 1348191"/>
                <a:gd name="T1" fmla="*/ 0 h 791462"/>
                <a:gd name="T2" fmla="*/ 238387 w 1348191"/>
                <a:gd name="T3" fmla="*/ 46827 h 791462"/>
                <a:gd name="T4" fmla="*/ 86242 w 1348191"/>
                <a:gd name="T5" fmla="*/ 97039 h 791462"/>
                <a:gd name="T6" fmla="*/ 0 w 1348191"/>
                <a:gd name="T7" fmla="*/ 75036 h 791462"/>
                <a:gd name="T8" fmla="*/ 23513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cxnSp>
          <p:nvCxnSpPr>
            <p:cNvPr id="346" name="Straight Connector 345"/>
            <p:cNvCxnSpPr>
              <a:cxnSpLocks noChangeShapeType="1"/>
              <a:endCxn id="341" idx="2"/>
            </p:cNvCxnSpPr>
            <p:nvPr/>
          </p:nvCxnSpPr>
          <p:spPr bwMode="auto">
            <a:xfrm flipH="1" flipV="1">
              <a:off x="1871277" y="1737243"/>
              <a:ext cx="3180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47" name="Straight Connector 346"/>
            <p:cNvCxnSpPr>
              <a:cxnSpLocks noChangeShapeType="1"/>
            </p:cNvCxnSpPr>
            <p:nvPr/>
          </p:nvCxnSpPr>
          <p:spPr bwMode="auto">
            <a:xfrm flipH="1" flipV="1">
              <a:off x="2996468" y="1734877"/>
              <a:ext cx="3180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7118" name="Group 347"/>
          <p:cNvGrpSpPr/>
          <p:nvPr/>
        </p:nvGrpSpPr>
        <p:grpSpPr bwMode="auto">
          <a:xfrm>
            <a:off x="5967321" y="5523760"/>
            <a:ext cx="565150" cy="293688"/>
            <a:chOff x="1871277" y="1576300"/>
            <a:chExt cx="1128371" cy="437861"/>
          </a:xfrm>
        </p:grpSpPr>
        <p:sp>
          <p:nvSpPr>
            <p:cNvPr id="349" name="Oval 348"/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50" name="Rectangle 349"/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51" name="Oval 350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52" name="Freeform 351"/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-1" fmla="*/ 1486231 w 2944854"/>
                <a:gd name="connsiteY0-2" fmla="*/ 727041 h 1316375"/>
                <a:gd name="connsiteX1-3" fmla="*/ 257675 w 2944854"/>
                <a:gd name="connsiteY1-4" fmla="*/ 1302232 h 1316375"/>
                <a:gd name="connsiteX2-5" fmla="*/ 0 w 2944854"/>
                <a:gd name="connsiteY2-6" fmla="*/ 1228607 h 1316375"/>
                <a:gd name="connsiteX3-7" fmla="*/ 911064 w 2944854"/>
                <a:gd name="connsiteY3-8" fmla="*/ 837478 h 1316375"/>
                <a:gd name="connsiteX4-9" fmla="*/ 883456 w 2944854"/>
                <a:gd name="connsiteY4-10" fmla="*/ 450949 h 1316375"/>
                <a:gd name="connsiteX5-11" fmla="*/ 161047 w 2944854"/>
                <a:gd name="connsiteY5-12" fmla="*/ 119640 h 1316375"/>
                <a:gd name="connsiteX6-13" fmla="*/ 404917 w 2944854"/>
                <a:gd name="connsiteY6-14" fmla="*/ 50617 h 1316375"/>
                <a:gd name="connsiteX7-15" fmla="*/ 1477028 w 2944854"/>
                <a:gd name="connsiteY7-16" fmla="*/ 501566 h 1316375"/>
                <a:gd name="connsiteX8-17" fmla="*/ 2572146 w 2944854"/>
                <a:gd name="connsiteY8-18" fmla="*/ 0 h 1316375"/>
                <a:gd name="connsiteX9-19" fmla="*/ 2875834 w 2944854"/>
                <a:gd name="connsiteY9-20" fmla="*/ 96632 h 1316375"/>
                <a:gd name="connsiteX10-21" fmla="*/ 2079803 w 2944854"/>
                <a:gd name="connsiteY10-22" fmla="*/ 432543 h 1316375"/>
                <a:gd name="connsiteX11-23" fmla="*/ 2240850 w 2944854"/>
                <a:gd name="connsiteY11-24" fmla="*/ 920305 h 1316375"/>
                <a:gd name="connsiteX12-25" fmla="*/ 2944854 w 2944854"/>
                <a:gd name="connsiteY12-26" fmla="*/ 1228607 h 1316375"/>
                <a:gd name="connsiteX13-27" fmla="*/ 2756623 w 2944854"/>
                <a:gd name="connsiteY13-28" fmla="*/ 1316375 h 1316375"/>
                <a:gd name="connsiteX14-29" fmla="*/ 1486231 w 2944854"/>
                <a:gd name="connsiteY14-30" fmla="*/ 727041 h 1316375"/>
                <a:gd name="connsiteX0-31" fmla="*/ 1486231 w 3024520"/>
                <a:gd name="connsiteY0-32" fmla="*/ 727041 h 1316375"/>
                <a:gd name="connsiteX1-33" fmla="*/ 257675 w 3024520"/>
                <a:gd name="connsiteY1-34" fmla="*/ 1302232 h 1316375"/>
                <a:gd name="connsiteX2-35" fmla="*/ 0 w 3024520"/>
                <a:gd name="connsiteY2-36" fmla="*/ 1228607 h 1316375"/>
                <a:gd name="connsiteX3-37" fmla="*/ 911064 w 3024520"/>
                <a:gd name="connsiteY3-38" fmla="*/ 837478 h 1316375"/>
                <a:gd name="connsiteX4-39" fmla="*/ 883456 w 3024520"/>
                <a:gd name="connsiteY4-40" fmla="*/ 450949 h 1316375"/>
                <a:gd name="connsiteX5-41" fmla="*/ 161047 w 3024520"/>
                <a:gd name="connsiteY5-42" fmla="*/ 119640 h 1316375"/>
                <a:gd name="connsiteX6-43" fmla="*/ 404917 w 3024520"/>
                <a:gd name="connsiteY6-44" fmla="*/ 50617 h 1316375"/>
                <a:gd name="connsiteX7-45" fmla="*/ 1477028 w 3024520"/>
                <a:gd name="connsiteY7-46" fmla="*/ 501566 h 1316375"/>
                <a:gd name="connsiteX8-47" fmla="*/ 2572146 w 3024520"/>
                <a:gd name="connsiteY8-48" fmla="*/ 0 h 1316375"/>
                <a:gd name="connsiteX9-49" fmla="*/ 2875834 w 3024520"/>
                <a:gd name="connsiteY9-50" fmla="*/ 96632 h 1316375"/>
                <a:gd name="connsiteX10-51" fmla="*/ 2079803 w 3024520"/>
                <a:gd name="connsiteY10-52" fmla="*/ 432543 h 1316375"/>
                <a:gd name="connsiteX11-53" fmla="*/ 2240850 w 3024520"/>
                <a:gd name="connsiteY11-54" fmla="*/ 920305 h 1316375"/>
                <a:gd name="connsiteX12-55" fmla="*/ 3024520 w 3024520"/>
                <a:gd name="connsiteY12-56" fmla="*/ 1228607 h 1316375"/>
                <a:gd name="connsiteX13-57" fmla="*/ 2756623 w 3024520"/>
                <a:gd name="connsiteY13-58" fmla="*/ 1316375 h 1316375"/>
                <a:gd name="connsiteX14-59" fmla="*/ 1486231 w 3024520"/>
                <a:gd name="connsiteY14-60" fmla="*/ 727041 h 1316375"/>
                <a:gd name="connsiteX0-61" fmla="*/ 1537780 w 3076069"/>
                <a:gd name="connsiteY0-62" fmla="*/ 727041 h 1316375"/>
                <a:gd name="connsiteX1-63" fmla="*/ 309224 w 3076069"/>
                <a:gd name="connsiteY1-64" fmla="*/ 1302232 h 1316375"/>
                <a:gd name="connsiteX2-65" fmla="*/ 0 w 3076069"/>
                <a:gd name="connsiteY2-66" fmla="*/ 1228607 h 1316375"/>
                <a:gd name="connsiteX3-67" fmla="*/ 962613 w 3076069"/>
                <a:gd name="connsiteY3-68" fmla="*/ 837478 h 1316375"/>
                <a:gd name="connsiteX4-69" fmla="*/ 935005 w 3076069"/>
                <a:gd name="connsiteY4-70" fmla="*/ 450949 h 1316375"/>
                <a:gd name="connsiteX5-71" fmla="*/ 212596 w 3076069"/>
                <a:gd name="connsiteY5-72" fmla="*/ 119640 h 1316375"/>
                <a:gd name="connsiteX6-73" fmla="*/ 456466 w 3076069"/>
                <a:gd name="connsiteY6-74" fmla="*/ 50617 h 1316375"/>
                <a:gd name="connsiteX7-75" fmla="*/ 1528577 w 3076069"/>
                <a:gd name="connsiteY7-76" fmla="*/ 501566 h 1316375"/>
                <a:gd name="connsiteX8-77" fmla="*/ 2623695 w 3076069"/>
                <a:gd name="connsiteY8-78" fmla="*/ 0 h 1316375"/>
                <a:gd name="connsiteX9-79" fmla="*/ 2927383 w 3076069"/>
                <a:gd name="connsiteY9-80" fmla="*/ 96632 h 1316375"/>
                <a:gd name="connsiteX10-81" fmla="*/ 2131352 w 3076069"/>
                <a:gd name="connsiteY10-82" fmla="*/ 432543 h 1316375"/>
                <a:gd name="connsiteX11-83" fmla="*/ 2292399 w 3076069"/>
                <a:gd name="connsiteY11-84" fmla="*/ 920305 h 1316375"/>
                <a:gd name="connsiteX12-85" fmla="*/ 3076069 w 3076069"/>
                <a:gd name="connsiteY12-86" fmla="*/ 1228607 h 1316375"/>
                <a:gd name="connsiteX13-87" fmla="*/ 2808172 w 3076069"/>
                <a:gd name="connsiteY13-88" fmla="*/ 1316375 h 1316375"/>
                <a:gd name="connsiteX14-89" fmla="*/ 1537780 w 3076069"/>
                <a:gd name="connsiteY14-90" fmla="*/ 727041 h 1316375"/>
                <a:gd name="connsiteX0-91" fmla="*/ 1537780 w 3076069"/>
                <a:gd name="connsiteY0-92" fmla="*/ 727041 h 1321259"/>
                <a:gd name="connsiteX1-93" fmla="*/ 313981 w 3076069"/>
                <a:gd name="connsiteY1-94" fmla="*/ 1321259 h 1321259"/>
                <a:gd name="connsiteX2-95" fmla="*/ 0 w 3076069"/>
                <a:gd name="connsiteY2-96" fmla="*/ 1228607 h 1321259"/>
                <a:gd name="connsiteX3-97" fmla="*/ 962613 w 3076069"/>
                <a:gd name="connsiteY3-98" fmla="*/ 837478 h 1321259"/>
                <a:gd name="connsiteX4-99" fmla="*/ 935005 w 3076069"/>
                <a:gd name="connsiteY4-100" fmla="*/ 450949 h 1321259"/>
                <a:gd name="connsiteX5-101" fmla="*/ 212596 w 3076069"/>
                <a:gd name="connsiteY5-102" fmla="*/ 119640 h 1321259"/>
                <a:gd name="connsiteX6-103" fmla="*/ 456466 w 3076069"/>
                <a:gd name="connsiteY6-104" fmla="*/ 50617 h 1321259"/>
                <a:gd name="connsiteX7-105" fmla="*/ 1528577 w 3076069"/>
                <a:gd name="connsiteY7-106" fmla="*/ 501566 h 1321259"/>
                <a:gd name="connsiteX8-107" fmla="*/ 2623695 w 3076069"/>
                <a:gd name="connsiteY8-108" fmla="*/ 0 h 1321259"/>
                <a:gd name="connsiteX9-109" fmla="*/ 2927383 w 3076069"/>
                <a:gd name="connsiteY9-110" fmla="*/ 96632 h 1321259"/>
                <a:gd name="connsiteX10-111" fmla="*/ 2131352 w 3076069"/>
                <a:gd name="connsiteY10-112" fmla="*/ 432543 h 1321259"/>
                <a:gd name="connsiteX11-113" fmla="*/ 2292399 w 3076069"/>
                <a:gd name="connsiteY11-114" fmla="*/ 920305 h 1321259"/>
                <a:gd name="connsiteX12-115" fmla="*/ 3076069 w 3076069"/>
                <a:gd name="connsiteY12-116" fmla="*/ 1228607 h 1321259"/>
                <a:gd name="connsiteX13-117" fmla="*/ 2808172 w 3076069"/>
                <a:gd name="connsiteY13-118" fmla="*/ 1316375 h 1321259"/>
                <a:gd name="connsiteX14-119" fmla="*/ 1537780 w 3076069"/>
                <a:gd name="connsiteY14-120" fmla="*/ 727041 h 1321259"/>
                <a:gd name="connsiteX0-121" fmla="*/ 1537780 w 3076069"/>
                <a:gd name="connsiteY0-122" fmla="*/ 750825 h 1321259"/>
                <a:gd name="connsiteX1-123" fmla="*/ 313981 w 3076069"/>
                <a:gd name="connsiteY1-124" fmla="*/ 1321259 h 1321259"/>
                <a:gd name="connsiteX2-125" fmla="*/ 0 w 3076069"/>
                <a:gd name="connsiteY2-126" fmla="*/ 1228607 h 1321259"/>
                <a:gd name="connsiteX3-127" fmla="*/ 962613 w 3076069"/>
                <a:gd name="connsiteY3-128" fmla="*/ 837478 h 1321259"/>
                <a:gd name="connsiteX4-129" fmla="*/ 935005 w 3076069"/>
                <a:gd name="connsiteY4-130" fmla="*/ 450949 h 1321259"/>
                <a:gd name="connsiteX5-131" fmla="*/ 212596 w 3076069"/>
                <a:gd name="connsiteY5-132" fmla="*/ 119640 h 1321259"/>
                <a:gd name="connsiteX6-133" fmla="*/ 456466 w 3076069"/>
                <a:gd name="connsiteY6-134" fmla="*/ 50617 h 1321259"/>
                <a:gd name="connsiteX7-135" fmla="*/ 1528577 w 3076069"/>
                <a:gd name="connsiteY7-136" fmla="*/ 501566 h 1321259"/>
                <a:gd name="connsiteX8-137" fmla="*/ 2623695 w 3076069"/>
                <a:gd name="connsiteY8-138" fmla="*/ 0 h 1321259"/>
                <a:gd name="connsiteX9-139" fmla="*/ 2927383 w 3076069"/>
                <a:gd name="connsiteY9-140" fmla="*/ 96632 h 1321259"/>
                <a:gd name="connsiteX10-141" fmla="*/ 2131352 w 3076069"/>
                <a:gd name="connsiteY10-142" fmla="*/ 432543 h 1321259"/>
                <a:gd name="connsiteX11-143" fmla="*/ 2292399 w 3076069"/>
                <a:gd name="connsiteY11-144" fmla="*/ 920305 h 1321259"/>
                <a:gd name="connsiteX12-145" fmla="*/ 3076069 w 3076069"/>
                <a:gd name="connsiteY12-146" fmla="*/ 1228607 h 1321259"/>
                <a:gd name="connsiteX13-147" fmla="*/ 2808172 w 3076069"/>
                <a:gd name="connsiteY13-148" fmla="*/ 1316375 h 1321259"/>
                <a:gd name="connsiteX14-149" fmla="*/ 1537780 w 3076069"/>
                <a:gd name="connsiteY14-150" fmla="*/ 750825 h 132125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53" name="Freeform 352"/>
            <p:cNvSpPr/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354" name="Freeform 353"/>
            <p:cNvSpPr/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355" name="Freeform 354"/>
            <p:cNvSpPr/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cxnSp>
          <p:nvCxnSpPr>
            <p:cNvPr id="356" name="Straight Connector 355"/>
            <p:cNvCxnSpPr>
              <a:cxnSpLocks noChangeShapeType="1"/>
              <a:endCxn id="351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57" name="Straight Connector 356"/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4" name="Group 23"/>
          <p:cNvGrpSpPr/>
          <p:nvPr/>
        </p:nvGrpSpPr>
        <p:grpSpPr bwMode="auto">
          <a:xfrm>
            <a:off x="1982696" y="2240810"/>
            <a:ext cx="5270500" cy="3805238"/>
            <a:chOff x="1757805" y="2331054"/>
            <a:chExt cx="5270058" cy="3804634"/>
          </a:xfrm>
        </p:grpSpPr>
        <p:sp>
          <p:nvSpPr>
            <p:cNvPr id="268" name="Freeform 267"/>
            <p:cNvSpPr/>
            <p:nvPr/>
          </p:nvSpPr>
          <p:spPr>
            <a:xfrm>
              <a:off x="1776853" y="4829382"/>
              <a:ext cx="1220685" cy="920604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-1" fmla="*/ 139870 w 1040633"/>
                <a:gd name="connsiteY0-2" fmla="*/ 1191723 h 1219697"/>
                <a:gd name="connsiteX1-3" fmla="*/ 0 w 1040633"/>
                <a:gd name="connsiteY1-4" fmla="*/ 0 h 1219697"/>
                <a:gd name="connsiteX2-5" fmla="*/ 1040633 w 1040633"/>
                <a:gd name="connsiteY2-6" fmla="*/ 16785 h 1219697"/>
                <a:gd name="connsiteX3-7" fmla="*/ 833625 w 1040633"/>
                <a:gd name="connsiteY3-8" fmla="*/ 1219697 h 1219697"/>
                <a:gd name="connsiteX4-9" fmla="*/ 139870 w 1040633"/>
                <a:gd name="connsiteY4-10" fmla="*/ 1191723 h 1219697"/>
                <a:gd name="connsiteX0-11" fmla="*/ 139870 w 1040633"/>
                <a:gd name="connsiteY0-12" fmla="*/ 1191723 h 1219697"/>
                <a:gd name="connsiteX1-13" fmla="*/ 0 w 1040633"/>
                <a:gd name="connsiteY1-14" fmla="*/ 0 h 1219697"/>
                <a:gd name="connsiteX2-15" fmla="*/ 1040633 w 1040633"/>
                <a:gd name="connsiteY2-16" fmla="*/ 16785 h 1219697"/>
                <a:gd name="connsiteX3-17" fmla="*/ 833625 w 1040633"/>
                <a:gd name="connsiteY3-18" fmla="*/ 1219697 h 1219697"/>
                <a:gd name="connsiteX4-19" fmla="*/ 139870 w 1040633"/>
                <a:gd name="connsiteY4-20" fmla="*/ 1191723 h 1219697"/>
                <a:gd name="connsiteX0-21" fmla="*/ 139870 w 1040633"/>
                <a:gd name="connsiteY0-22" fmla="*/ 1191723 h 1219697"/>
                <a:gd name="connsiteX1-23" fmla="*/ 0 w 1040633"/>
                <a:gd name="connsiteY1-24" fmla="*/ 0 h 1219697"/>
                <a:gd name="connsiteX2-25" fmla="*/ 1040633 w 1040633"/>
                <a:gd name="connsiteY2-26" fmla="*/ 16785 h 1219697"/>
                <a:gd name="connsiteX3-27" fmla="*/ 833625 w 1040633"/>
                <a:gd name="connsiteY3-28" fmla="*/ 1219697 h 1219697"/>
                <a:gd name="connsiteX4-29" fmla="*/ 139870 w 1040633"/>
                <a:gd name="connsiteY4-30" fmla="*/ 1191723 h 1219697"/>
                <a:gd name="connsiteX0-31" fmla="*/ 139870 w 1040633"/>
                <a:gd name="connsiteY0-32" fmla="*/ 1191723 h 1219697"/>
                <a:gd name="connsiteX1-33" fmla="*/ 0 w 1040633"/>
                <a:gd name="connsiteY1-34" fmla="*/ 0 h 1219697"/>
                <a:gd name="connsiteX2-35" fmla="*/ 1040633 w 1040633"/>
                <a:gd name="connsiteY2-36" fmla="*/ 16785 h 1219697"/>
                <a:gd name="connsiteX3-37" fmla="*/ 833625 w 1040633"/>
                <a:gd name="connsiteY3-38" fmla="*/ 1219697 h 1219697"/>
                <a:gd name="connsiteX4-39" fmla="*/ 139870 w 1040633"/>
                <a:gd name="connsiteY4-40" fmla="*/ 1191723 h 1219697"/>
                <a:gd name="connsiteX0-41" fmla="*/ 139870 w 1040633"/>
                <a:gd name="connsiteY0-42" fmla="*/ 1191723 h 1219697"/>
                <a:gd name="connsiteX1-43" fmla="*/ 0 w 1040633"/>
                <a:gd name="connsiteY1-44" fmla="*/ 0 h 1219697"/>
                <a:gd name="connsiteX2-45" fmla="*/ 1040633 w 1040633"/>
                <a:gd name="connsiteY2-46" fmla="*/ 16785 h 1219697"/>
                <a:gd name="connsiteX3-47" fmla="*/ 833625 w 1040633"/>
                <a:gd name="connsiteY3-48" fmla="*/ 1219697 h 1219697"/>
                <a:gd name="connsiteX4-49" fmla="*/ 418712 w 1040633"/>
                <a:gd name="connsiteY4-50" fmla="*/ 1189324 h 1219697"/>
                <a:gd name="connsiteX5" fmla="*/ 139870 w 1040633"/>
                <a:gd name="connsiteY5" fmla="*/ 1191723 h 1219697"/>
                <a:gd name="connsiteX0-51" fmla="*/ 139870 w 1040633"/>
                <a:gd name="connsiteY0-52" fmla="*/ 1191723 h 1355926"/>
                <a:gd name="connsiteX1-53" fmla="*/ 0 w 1040633"/>
                <a:gd name="connsiteY1-54" fmla="*/ 0 h 1355926"/>
                <a:gd name="connsiteX2-55" fmla="*/ 1040633 w 1040633"/>
                <a:gd name="connsiteY2-56" fmla="*/ 16785 h 1355926"/>
                <a:gd name="connsiteX3-57" fmla="*/ 833625 w 1040633"/>
                <a:gd name="connsiteY3-58" fmla="*/ 1219697 h 1355926"/>
                <a:gd name="connsiteX4-59" fmla="*/ 139870 w 1040633"/>
                <a:gd name="connsiteY4-60" fmla="*/ 1191723 h 1355926"/>
                <a:gd name="connsiteX0-61" fmla="*/ 139870 w 1040633"/>
                <a:gd name="connsiteY0-62" fmla="*/ 1191723 h 1289901"/>
                <a:gd name="connsiteX1-63" fmla="*/ 0 w 1040633"/>
                <a:gd name="connsiteY1-64" fmla="*/ 0 h 1289901"/>
                <a:gd name="connsiteX2-65" fmla="*/ 1040633 w 1040633"/>
                <a:gd name="connsiteY2-66" fmla="*/ 16785 h 1289901"/>
                <a:gd name="connsiteX3-67" fmla="*/ 833625 w 1040633"/>
                <a:gd name="connsiteY3-68" fmla="*/ 1219697 h 1289901"/>
                <a:gd name="connsiteX4-69" fmla="*/ 139870 w 1040633"/>
                <a:gd name="connsiteY4-70" fmla="*/ 1191723 h 1289901"/>
                <a:gd name="connsiteX0-71" fmla="*/ 139870 w 1040633"/>
                <a:gd name="connsiteY0-72" fmla="*/ 1191723 h 1219697"/>
                <a:gd name="connsiteX1-73" fmla="*/ 0 w 1040633"/>
                <a:gd name="connsiteY1-74" fmla="*/ 0 h 1219697"/>
                <a:gd name="connsiteX2-75" fmla="*/ 1040633 w 1040633"/>
                <a:gd name="connsiteY2-76" fmla="*/ 16785 h 1219697"/>
                <a:gd name="connsiteX3-77" fmla="*/ 833625 w 1040633"/>
                <a:gd name="connsiteY3-78" fmla="*/ 1219697 h 1219697"/>
                <a:gd name="connsiteX4-79" fmla="*/ 139870 w 1040633"/>
                <a:gd name="connsiteY4-80" fmla="*/ 1191723 h 1219697"/>
                <a:gd name="connsiteX0-81" fmla="*/ 139870 w 1040633"/>
                <a:gd name="connsiteY0-82" fmla="*/ 1191723 h 1191723"/>
                <a:gd name="connsiteX1-83" fmla="*/ 0 w 1040633"/>
                <a:gd name="connsiteY1-84" fmla="*/ 0 h 1191723"/>
                <a:gd name="connsiteX2-85" fmla="*/ 1040633 w 1040633"/>
                <a:gd name="connsiteY2-86" fmla="*/ 16785 h 1191723"/>
                <a:gd name="connsiteX3-87" fmla="*/ 671988 w 1040633"/>
                <a:gd name="connsiteY3-88" fmla="*/ 1158121 h 1191723"/>
                <a:gd name="connsiteX4-89" fmla="*/ 139870 w 1040633"/>
                <a:gd name="connsiteY4-90" fmla="*/ 1191723 h 1191723"/>
                <a:gd name="connsiteX0-91" fmla="*/ 363082 w 1040633"/>
                <a:gd name="connsiteY0-92" fmla="*/ 1160935 h 1160935"/>
                <a:gd name="connsiteX1-93" fmla="*/ 0 w 1040633"/>
                <a:gd name="connsiteY1-94" fmla="*/ 0 h 1160935"/>
                <a:gd name="connsiteX2-95" fmla="*/ 1040633 w 1040633"/>
                <a:gd name="connsiteY2-96" fmla="*/ 16785 h 1160935"/>
                <a:gd name="connsiteX3-97" fmla="*/ 671988 w 1040633"/>
                <a:gd name="connsiteY3-98" fmla="*/ 1158121 h 1160935"/>
                <a:gd name="connsiteX4-99" fmla="*/ 363082 w 1040633"/>
                <a:gd name="connsiteY4-100" fmla="*/ 1160935 h 1160935"/>
                <a:gd name="connsiteX0-101" fmla="*/ 363082 w 1040633"/>
                <a:gd name="connsiteY0-102" fmla="*/ 1160935 h 1160935"/>
                <a:gd name="connsiteX1-103" fmla="*/ 0 w 1040633"/>
                <a:gd name="connsiteY1-104" fmla="*/ 0 h 1160935"/>
                <a:gd name="connsiteX2-105" fmla="*/ 1040633 w 1040633"/>
                <a:gd name="connsiteY2-106" fmla="*/ 16785 h 1160935"/>
                <a:gd name="connsiteX3-107" fmla="*/ 671988 w 1040633"/>
                <a:gd name="connsiteY3-108" fmla="*/ 1158121 h 1160935"/>
                <a:gd name="connsiteX4-109" fmla="*/ 363082 w 1040633"/>
                <a:gd name="connsiteY4-110" fmla="*/ 1160935 h 1160935"/>
                <a:gd name="connsiteX0-111" fmla="*/ 363082 w 1040633"/>
                <a:gd name="connsiteY0-112" fmla="*/ 1160935 h 1160935"/>
                <a:gd name="connsiteX1-113" fmla="*/ 0 w 1040633"/>
                <a:gd name="connsiteY1-114" fmla="*/ 0 h 1160935"/>
                <a:gd name="connsiteX2-115" fmla="*/ 1040633 w 1040633"/>
                <a:gd name="connsiteY2-116" fmla="*/ 16785 h 1160935"/>
                <a:gd name="connsiteX3-117" fmla="*/ 671988 w 1040633"/>
                <a:gd name="connsiteY3-118" fmla="*/ 1158121 h 1160935"/>
                <a:gd name="connsiteX4-119" fmla="*/ 363082 w 1040633"/>
                <a:gd name="connsiteY4-120" fmla="*/ 1160935 h 1160935"/>
                <a:gd name="connsiteX0-121" fmla="*/ 363082 w 1040633"/>
                <a:gd name="connsiteY0-122" fmla="*/ 1160935 h 1160935"/>
                <a:gd name="connsiteX1-123" fmla="*/ 0 w 1040633"/>
                <a:gd name="connsiteY1-124" fmla="*/ 0 h 1160935"/>
                <a:gd name="connsiteX2-125" fmla="*/ 1040633 w 1040633"/>
                <a:gd name="connsiteY2-126" fmla="*/ 16785 h 1160935"/>
                <a:gd name="connsiteX3-127" fmla="*/ 671988 w 1040633"/>
                <a:gd name="connsiteY3-128" fmla="*/ 1158121 h 1160935"/>
                <a:gd name="connsiteX4-129" fmla="*/ 363082 w 1040633"/>
                <a:gd name="connsiteY4-130" fmla="*/ 1160935 h 1160935"/>
                <a:gd name="connsiteX0-131" fmla="*/ 363082 w 1040633"/>
                <a:gd name="connsiteY0-132" fmla="*/ 1160935 h 1160935"/>
                <a:gd name="connsiteX1-133" fmla="*/ 0 w 1040633"/>
                <a:gd name="connsiteY1-134" fmla="*/ 0 h 1160935"/>
                <a:gd name="connsiteX2-135" fmla="*/ 1040633 w 1040633"/>
                <a:gd name="connsiteY2-136" fmla="*/ 16785 h 1160935"/>
                <a:gd name="connsiteX3-137" fmla="*/ 671988 w 1040633"/>
                <a:gd name="connsiteY3-138" fmla="*/ 1158121 h 1160935"/>
                <a:gd name="connsiteX4-139" fmla="*/ 363082 w 1040633"/>
                <a:gd name="connsiteY4-140" fmla="*/ 1160935 h 1160935"/>
                <a:gd name="connsiteX0-141" fmla="*/ 363082 w 1040633"/>
                <a:gd name="connsiteY0-142" fmla="*/ 1160935 h 1160935"/>
                <a:gd name="connsiteX1-143" fmla="*/ 0 w 1040633"/>
                <a:gd name="connsiteY1-144" fmla="*/ 0 h 1160935"/>
                <a:gd name="connsiteX2-145" fmla="*/ 1040633 w 1040633"/>
                <a:gd name="connsiteY2-146" fmla="*/ 16785 h 1160935"/>
                <a:gd name="connsiteX3-147" fmla="*/ 671988 w 1040633"/>
                <a:gd name="connsiteY3-148" fmla="*/ 1158121 h 1160935"/>
                <a:gd name="connsiteX4-149" fmla="*/ 363082 w 1040633"/>
                <a:gd name="connsiteY4-150" fmla="*/ 1160935 h 1160935"/>
                <a:gd name="connsiteX0-151" fmla="*/ 363082 w 1040633"/>
                <a:gd name="connsiteY0-152" fmla="*/ 1160935 h 1160935"/>
                <a:gd name="connsiteX1-153" fmla="*/ 0 w 1040633"/>
                <a:gd name="connsiteY1-154" fmla="*/ 0 h 1160935"/>
                <a:gd name="connsiteX2-155" fmla="*/ 1040633 w 1040633"/>
                <a:gd name="connsiteY2-156" fmla="*/ 16785 h 1160935"/>
                <a:gd name="connsiteX3-157" fmla="*/ 671988 w 1040633"/>
                <a:gd name="connsiteY3-158" fmla="*/ 1158121 h 1160935"/>
                <a:gd name="connsiteX4-159" fmla="*/ 363082 w 1040633"/>
                <a:gd name="connsiteY4-160" fmla="*/ 1160935 h 1160935"/>
                <a:gd name="connsiteX0-161" fmla="*/ 363082 w 1040633"/>
                <a:gd name="connsiteY0-162" fmla="*/ 1160935 h 1160935"/>
                <a:gd name="connsiteX1-163" fmla="*/ 0 w 1040633"/>
                <a:gd name="connsiteY1-164" fmla="*/ 0 h 1160935"/>
                <a:gd name="connsiteX2-165" fmla="*/ 1040633 w 1040633"/>
                <a:gd name="connsiteY2-166" fmla="*/ 16785 h 1160935"/>
                <a:gd name="connsiteX3-167" fmla="*/ 569478 w 1040633"/>
                <a:gd name="connsiteY3-168" fmla="*/ 1158121 h 1160935"/>
                <a:gd name="connsiteX4-169" fmla="*/ 363082 w 1040633"/>
                <a:gd name="connsiteY4-170" fmla="*/ 1160935 h 1160935"/>
                <a:gd name="connsiteX0-171" fmla="*/ 363082 w 1040633"/>
                <a:gd name="connsiteY0-172" fmla="*/ 1160935 h 1160935"/>
                <a:gd name="connsiteX1-173" fmla="*/ 0 w 1040633"/>
                <a:gd name="connsiteY1-174" fmla="*/ 0 h 1160935"/>
                <a:gd name="connsiteX2-175" fmla="*/ 1040633 w 1040633"/>
                <a:gd name="connsiteY2-176" fmla="*/ 16785 h 1160935"/>
                <a:gd name="connsiteX3-177" fmla="*/ 569478 w 1040633"/>
                <a:gd name="connsiteY3-178" fmla="*/ 1158121 h 1160935"/>
                <a:gd name="connsiteX4-179" fmla="*/ 363082 w 1040633"/>
                <a:gd name="connsiteY4-180" fmla="*/ 1160935 h 1160935"/>
                <a:gd name="connsiteX0-181" fmla="*/ 448507 w 1040633"/>
                <a:gd name="connsiteY0-182" fmla="*/ 1160935 h 1160935"/>
                <a:gd name="connsiteX1-183" fmla="*/ 0 w 1040633"/>
                <a:gd name="connsiteY1-184" fmla="*/ 0 h 1160935"/>
                <a:gd name="connsiteX2-185" fmla="*/ 1040633 w 1040633"/>
                <a:gd name="connsiteY2-186" fmla="*/ 16785 h 1160935"/>
                <a:gd name="connsiteX3-187" fmla="*/ 569478 w 1040633"/>
                <a:gd name="connsiteY3-188" fmla="*/ 1158121 h 1160935"/>
                <a:gd name="connsiteX4-189" fmla="*/ 448507 w 1040633"/>
                <a:gd name="connsiteY4-190" fmla="*/ 1160935 h 1160935"/>
                <a:gd name="connsiteX0-191" fmla="*/ 448507 w 1040633"/>
                <a:gd name="connsiteY0-192" fmla="*/ 1160935 h 1160935"/>
                <a:gd name="connsiteX1-193" fmla="*/ 0 w 1040633"/>
                <a:gd name="connsiteY1-194" fmla="*/ 0 h 1160935"/>
                <a:gd name="connsiteX2-195" fmla="*/ 1040633 w 1040633"/>
                <a:gd name="connsiteY2-196" fmla="*/ 16785 h 1160935"/>
                <a:gd name="connsiteX3-197" fmla="*/ 569478 w 1040633"/>
                <a:gd name="connsiteY3-198" fmla="*/ 1158121 h 1160935"/>
                <a:gd name="connsiteX4-199" fmla="*/ 448507 w 1040633"/>
                <a:gd name="connsiteY4-200" fmla="*/ 1160935 h 1160935"/>
                <a:gd name="connsiteX0-201" fmla="*/ 448507 w 1040633"/>
                <a:gd name="connsiteY0-202" fmla="*/ 1160935 h 1160935"/>
                <a:gd name="connsiteX1-203" fmla="*/ 0 w 1040633"/>
                <a:gd name="connsiteY1-204" fmla="*/ 0 h 1160935"/>
                <a:gd name="connsiteX2-205" fmla="*/ 1040633 w 1040633"/>
                <a:gd name="connsiteY2-206" fmla="*/ 16785 h 1160935"/>
                <a:gd name="connsiteX3-207" fmla="*/ 569478 w 1040633"/>
                <a:gd name="connsiteY3-208" fmla="*/ 1158121 h 1160935"/>
                <a:gd name="connsiteX4-209" fmla="*/ 448507 w 1040633"/>
                <a:gd name="connsiteY4-210" fmla="*/ 1160935 h 1160935"/>
                <a:gd name="connsiteX0-211" fmla="*/ 448507 w 1325315"/>
                <a:gd name="connsiteY0-212" fmla="*/ 1160935 h 1160935"/>
                <a:gd name="connsiteX1-213" fmla="*/ 0 w 1325315"/>
                <a:gd name="connsiteY1-214" fmla="*/ 0 h 1160935"/>
                <a:gd name="connsiteX2-215" fmla="*/ 1040633 w 1325315"/>
                <a:gd name="connsiteY2-216" fmla="*/ 16785 h 1160935"/>
                <a:gd name="connsiteX3-217" fmla="*/ 1214315 w 1325315"/>
                <a:gd name="connsiteY3-218" fmla="*/ 1064597 h 1160935"/>
                <a:gd name="connsiteX4-219" fmla="*/ 448507 w 1325315"/>
                <a:gd name="connsiteY4-220" fmla="*/ 1160935 h 1160935"/>
                <a:gd name="connsiteX0-221" fmla="*/ 448507 w 1214315"/>
                <a:gd name="connsiteY0-222" fmla="*/ 1160935 h 1160935"/>
                <a:gd name="connsiteX1-223" fmla="*/ 0 w 1214315"/>
                <a:gd name="connsiteY1-224" fmla="*/ 0 h 1160935"/>
                <a:gd name="connsiteX2-225" fmla="*/ 1040633 w 1214315"/>
                <a:gd name="connsiteY2-226" fmla="*/ 16785 h 1160935"/>
                <a:gd name="connsiteX3-227" fmla="*/ 1214315 w 1214315"/>
                <a:gd name="connsiteY3-228" fmla="*/ 1064597 h 1160935"/>
                <a:gd name="connsiteX4-229" fmla="*/ 448507 w 1214315"/>
                <a:gd name="connsiteY4-230" fmla="*/ 1160935 h 1160935"/>
                <a:gd name="connsiteX0-231" fmla="*/ 448507 w 1214315"/>
                <a:gd name="connsiteY0-232" fmla="*/ 1160935 h 1160935"/>
                <a:gd name="connsiteX1-233" fmla="*/ 0 w 1214315"/>
                <a:gd name="connsiteY1-234" fmla="*/ 0 h 1160935"/>
                <a:gd name="connsiteX2-235" fmla="*/ 1040633 w 1214315"/>
                <a:gd name="connsiteY2-236" fmla="*/ 16785 h 1160935"/>
                <a:gd name="connsiteX3-237" fmla="*/ 1214315 w 1214315"/>
                <a:gd name="connsiteY3-238" fmla="*/ 1064597 h 1160935"/>
                <a:gd name="connsiteX4-239" fmla="*/ 448507 w 1214315"/>
                <a:gd name="connsiteY4-240" fmla="*/ 1160935 h 1160935"/>
                <a:gd name="connsiteX0-241" fmla="*/ 1053964 w 1214315"/>
                <a:gd name="connsiteY0-242" fmla="*/ 1136323 h 1136323"/>
                <a:gd name="connsiteX1-243" fmla="*/ 0 w 1214315"/>
                <a:gd name="connsiteY1-244" fmla="*/ 0 h 1136323"/>
                <a:gd name="connsiteX2-245" fmla="*/ 1040633 w 1214315"/>
                <a:gd name="connsiteY2-246" fmla="*/ 16785 h 1136323"/>
                <a:gd name="connsiteX3-247" fmla="*/ 1214315 w 1214315"/>
                <a:gd name="connsiteY3-248" fmla="*/ 1064597 h 1136323"/>
                <a:gd name="connsiteX4-249" fmla="*/ 1053964 w 1214315"/>
                <a:gd name="connsiteY4-250" fmla="*/ 1136323 h 1136323"/>
                <a:gd name="connsiteX0-251" fmla="*/ 1053964 w 1214315"/>
                <a:gd name="connsiteY0-252" fmla="*/ 1136323 h 1136323"/>
                <a:gd name="connsiteX1-253" fmla="*/ 0 w 1214315"/>
                <a:gd name="connsiteY1-254" fmla="*/ 0 h 1136323"/>
                <a:gd name="connsiteX2-255" fmla="*/ 1040633 w 1214315"/>
                <a:gd name="connsiteY2-256" fmla="*/ 16785 h 1136323"/>
                <a:gd name="connsiteX3-257" fmla="*/ 1214315 w 1214315"/>
                <a:gd name="connsiteY3-258" fmla="*/ 1064597 h 1136323"/>
                <a:gd name="connsiteX4-259" fmla="*/ 1053964 w 1214315"/>
                <a:gd name="connsiteY4-260" fmla="*/ 1136323 h 1136323"/>
                <a:gd name="connsiteX0-261" fmla="*/ 1053964 w 1214315"/>
                <a:gd name="connsiteY0-262" fmla="*/ 1136323 h 1136323"/>
                <a:gd name="connsiteX1-263" fmla="*/ 0 w 1214315"/>
                <a:gd name="connsiteY1-264" fmla="*/ 0 h 1136323"/>
                <a:gd name="connsiteX2-265" fmla="*/ 1040633 w 1214315"/>
                <a:gd name="connsiteY2-266" fmla="*/ 16785 h 1136323"/>
                <a:gd name="connsiteX3-267" fmla="*/ 1214315 w 1214315"/>
                <a:gd name="connsiteY3-268" fmla="*/ 1064597 h 1136323"/>
                <a:gd name="connsiteX4-269" fmla="*/ 1053964 w 1214315"/>
                <a:gd name="connsiteY4-270" fmla="*/ 1136323 h 1136323"/>
                <a:gd name="connsiteX0-271" fmla="*/ 1060159 w 1220510"/>
                <a:gd name="connsiteY0-272" fmla="*/ 1119627 h 1119627"/>
                <a:gd name="connsiteX1-273" fmla="*/ 0 w 1220510"/>
                <a:gd name="connsiteY1-274" fmla="*/ 249694 h 1119627"/>
                <a:gd name="connsiteX2-275" fmla="*/ 1046828 w 1220510"/>
                <a:gd name="connsiteY2-276" fmla="*/ 89 h 1119627"/>
                <a:gd name="connsiteX3-277" fmla="*/ 1220510 w 1220510"/>
                <a:gd name="connsiteY3-278" fmla="*/ 1047901 h 1119627"/>
                <a:gd name="connsiteX4-279" fmla="*/ 1060159 w 1220510"/>
                <a:gd name="connsiteY4-280" fmla="*/ 1119627 h 1119627"/>
                <a:gd name="connsiteX0-281" fmla="*/ 1060159 w 1220510"/>
                <a:gd name="connsiteY0-282" fmla="*/ 1119627 h 1119627"/>
                <a:gd name="connsiteX1-283" fmla="*/ 0 w 1220510"/>
                <a:gd name="connsiteY1-284" fmla="*/ 249694 h 1119627"/>
                <a:gd name="connsiteX2-285" fmla="*/ 1046828 w 1220510"/>
                <a:gd name="connsiteY2-286" fmla="*/ 89 h 1119627"/>
                <a:gd name="connsiteX3-287" fmla="*/ 1220510 w 1220510"/>
                <a:gd name="connsiteY3-288" fmla="*/ 1047901 h 1119627"/>
                <a:gd name="connsiteX4-289" fmla="*/ 1060159 w 1220510"/>
                <a:gd name="connsiteY4-290" fmla="*/ 1119627 h 1119627"/>
                <a:gd name="connsiteX0-291" fmla="*/ 1060159 w 1220510"/>
                <a:gd name="connsiteY0-292" fmla="*/ 1119627 h 1119627"/>
                <a:gd name="connsiteX1-293" fmla="*/ 0 w 1220510"/>
                <a:gd name="connsiteY1-294" fmla="*/ 249694 h 1119627"/>
                <a:gd name="connsiteX2-295" fmla="*/ 1046828 w 1220510"/>
                <a:gd name="connsiteY2-296" fmla="*/ 89 h 1119627"/>
                <a:gd name="connsiteX3-297" fmla="*/ 1220510 w 1220510"/>
                <a:gd name="connsiteY3-298" fmla="*/ 1047901 h 1119627"/>
                <a:gd name="connsiteX4-299" fmla="*/ 1060159 w 1220510"/>
                <a:gd name="connsiteY4-300" fmla="*/ 1119627 h 1119627"/>
                <a:gd name="connsiteX0-301" fmla="*/ 1060159 w 1220510"/>
                <a:gd name="connsiteY0-302" fmla="*/ 921649 h 921649"/>
                <a:gd name="connsiteX1-303" fmla="*/ 0 w 1220510"/>
                <a:gd name="connsiteY1-304" fmla="*/ 51716 h 921649"/>
                <a:gd name="connsiteX2-305" fmla="*/ 1059218 w 1220510"/>
                <a:gd name="connsiteY2-306" fmla="*/ 355 h 921649"/>
                <a:gd name="connsiteX3-307" fmla="*/ 1220510 w 1220510"/>
                <a:gd name="connsiteY3-308" fmla="*/ 849923 h 921649"/>
                <a:gd name="connsiteX4-309" fmla="*/ 1060159 w 1220510"/>
                <a:gd name="connsiteY4-310" fmla="*/ 921649 h 921649"/>
                <a:gd name="connsiteX0-311" fmla="*/ 1060159 w 1220510"/>
                <a:gd name="connsiteY0-312" fmla="*/ 921649 h 921649"/>
                <a:gd name="connsiteX1-313" fmla="*/ 0 w 1220510"/>
                <a:gd name="connsiteY1-314" fmla="*/ 51716 h 921649"/>
                <a:gd name="connsiteX2-315" fmla="*/ 1059218 w 1220510"/>
                <a:gd name="connsiteY2-316" fmla="*/ 355 h 921649"/>
                <a:gd name="connsiteX3-317" fmla="*/ 1220510 w 1220510"/>
                <a:gd name="connsiteY3-318" fmla="*/ 849923 h 921649"/>
                <a:gd name="connsiteX4-319" fmla="*/ 1060159 w 1220510"/>
                <a:gd name="connsiteY4-320" fmla="*/ 921649 h 921649"/>
                <a:gd name="connsiteX0-321" fmla="*/ 1060159 w 1220510"/>
                <a:gd name="connsiteY0-322" fmla="*/ 921649 h 921649"/>
                <a:gd name="connsiteX1-323" fmla="*/ 0 w 1220510"/>
                <a:gd name="connsiteY1-324" fmla="*/ 51716 h 921649"/>
                <a:gd name="connsiteX2-325" fmla="*/ 1059218 w 1220510"/>
                <a:gd name="connsiteY2-326" fmla="*/ 355 h 921649"/>
                <a:gd name="connsiteX3-327" fmla="*/ 1220510 w 1220510"/>
                <a:gd name="connsiteY3-328" fmla="*/ 849923 h 921649"/>
                <a:gd name="connsiteX4-329" fmla="*/ 1060159 w 1220510"/>
                <a:gd name="connsiteY4-330" fmla="*/ 921649 h 92164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1220510" h="921649">
                  <a:moveTo>
                    <a:pt x="1060159" y="921649"/>
                  </a:moveTo>
                  <a:cubicBezTo>
                    <a:pt x="166591" y="183345"/>
                    <a:pt x="908943" y="790884"/>
                    <a:pt x="0" y="51716"/>
                  </a:cubicBezTo>
                  <a:cubicBezTo>
                    <a:pt x="346878" y="57311"/>
                    <a:pt x="712340" y="-5240"/>
                    <a:pt x="1059218" y="355"/>
                  </a:cubicBezTo>
                  <a:cubicBezTo>
                    <a:pt x="1192967" y="751903"/>
                    <a:pt x="1090859" y="157699"/>
                    <a:pt x="1220510" y="849923"/>
                  </a:cubicBezTo>
                  <a:cubicBezTo>
                    <a:pt x="1126090" y="855456"/>
                    <a:pt x="1222187" y="863235"/>
                    <a:pt x="1060159" y="921649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2" name="Freeform 271"/>
            <p:cNvSpPr/>
            <p:nvPr/>
          </p:nvSpPr>
          <p:spPr>
            <a:xfrm>
              <a:off x="6102428" y="4916682"/>
              <a:ext cx="925435" cy="75711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-1" fmla="*/ 139870 w 1040633"/>
                <a:gd name="connsiteY0-2" fmla="*/ 1191723 h 1219697"/>
                <a:gd name="connsiteX1-3" fmla="*/ 0 w 1040633"/>
                <a:gd name="connsiteY1-4" fmla="*/ 0 h 1219697"/>
                <a:gd name="connsiteX2-5" fmla="*/ 1040633 w 1040633"/>
                <a:gd name="connsiteY2-6" fmla="*/ 16785 h 1219697"/>
                <a:gd name="connsiteX3-7" fmla="*/ 833625 w 1040633"/>
                <a:gd name="connsiteY3-8" fmla="*/ 1219697 h 1219697"/>
                <a:gd name="connsiteX4-9" fmla="*/ 139870 w 1040633"/>
                <a:gd name="connsiteY4-10" fmla="*/ 1191723 h 1219697"/>
                <a:gd name="connsiteX0-11" fmla="*/ 139870 w 1040633"/>
                <a:gd name="connsiteY0-12" fmla="*/ 1191723 h 1219697"/>
                <a:gd name="connsiteX1-13" fmla="*/ 0 w 1040633"/>
                <a:gd name="connsiteY1-14" fmla="*/ 0 h 1219697"/>
                <a:gd name="connsiteX2-15" fmla="*/ 1040633 w 1040633"/>
                <a:gd name="connsiteY2-16" fmla="*/ 16785 h 1219697"/>
                <a:gd name="connsiteX3-17" fmla="*/ 833625 w 1040633"/>
                <a:gd name="connsiteY3-18" fmla="*/ 1219697 h 1219697"/>
                <a:gd name="connsiteX4-19" fmla="*/ 139870 w 1040633"/>
                <a:gd name="connsiteY4-20" fmla="*/ 1191723 h 1219697"/>
                <a:gd name="connsiteX0-21" fmla="*/ 139870 w 1040633"/>
                <a:gd name="connsiteY0-22" fmla="*/ 1191723 h 1219697"/>
                <a:gd name="connsiteX1-23" fmla="*/ 0 w 1040633"/>
                <a:gd name="connsiteY1-24" fmla="*/ 0 h 1219697"/>
                <a:gd name="connsiteX2-25" fmla="*/ 1040633 w 1040633"/>
                <a:gd name="connsiteY2-26" fmla="*/ 16785 h 1219697"/>
                <a:gd name="connsiteX3-27" fmla="*/ 833625 w 1040633"/>
                <a:gd name="connsiteY3-28" fmla="*/ 1219697 h 1219697"/>
                <a:gd name="connsiteX4-29" fmla="*/ 139870 w 1040633"/>
                <a:gd name="connsiteY4-30" fmla="*/ 1191723 h 1219697"/>
                <a:gd name="connsiteX0-31" fmla="*/ 139870 w 1040633"/>
                <a:gd name="connsiteY0-32" fmla="*/ 1191723 h 1219697"/>
                <a:gd name="connsiteX1-33" fmla="*/ 0 w 1040633"/>
                <a:gd name="connsiteY1-34" fmla="*/ 0 h 1219697"/>
                <a:gd name="connsiteX2-35" fmla="*/ 1040633 w 1040633"/>
                <a:gd name="connsiteY2-36" fmla="*/ 16785 h 1219697"/>
                <a:gd name="connsiteX3-37" fmla="*/ 833625 w 1040633"/>
                <a:gd name="connsiteY3-38" fmla="*/ 1219697 h 1219697"/>
                <a:gd name="connsiteX4-39" fmla="*/ 139870 w 1040633"/>
                <a:gd name="connsiteY4-40" fmla="*/ 1191723 h 1219697"/>
                <a:gd name="connsiteX0-41" fmla="*/ 139870 w 1040633"/>
                <a:gd name="connsiteY0-42" fmla="*/ 1191723 h 1219697"/>
                <a:gd name="connsiteX1-43" fmla="*/ 0 w 1040633"/>
                <a:gd name="connsiteY1-44" fmla="*/ 0 h 1219697"/>
                <a:gd name="connsiteX2-45" fmla="*/ 1040633 w 1040633"/>
                <a:gd name="connsiteY2-46" fmla="*/ 16785 h 1219697"/>
                <a:gd name="connsiteX3-47" fmla="*/ 833625 w 1040633"/>
                <a:gd name="connsiteY3-48" fmla="*/ 1219697 h 1219697"/>
                <a:gd name="connsiteX4-49" fmla="*/ 418712 w 1040633"/>
                <a:gd name="connsiteY4-50" fmla="*/ 1189324 h 1219697"/>
                <a:gd name="connsiteX5" fmla="*/ 139870 w 1040633"/>
                <a:gd name="connsiteY5" fmla="*/ 1191723 h 1219697"/>
                <a:gd name="connsiteX0-51" fmla="*/ 139870 w 1040633"/>
                <a:gd name="connsiteY0-52" fmla="*/ 1191723 h 1355926"/>
                <a:gd name="connsiteX1-53" fmla="*/ 0 w 1040633"/>
                <a:gd name="connsiteY1-54" fmla="*/ 0 h 1355926"/>
                <a:gd name="connsiteX2-55" fmla="*/ 1040633 w 1040633"/>
                <a:gd name="connsiteY2-56" fmla="*/ 16785 h 1355926"/>
                <a:gd name="connsiteX3-57" fmla="*/ 833625 w 1040633"/>
                <a:gd name="connsiteY3-58" fmla="*/ 1219697 h 1355926"/>
                <a:gd name="connsiteX4-59" fmla="*/ 139870 w 1040633"/>
                <a:gd name="connsiteY4-60" fmla="*/ 1191723 h 1355926"/>
                <a:gd name="connsiteX0-61" fmla="*/ 139870 w 1040633"/>
                <a:gd name="connsiteY0-62" fmla="*/ 1191723 h 1289901"/>
                <a:gd name="connsiteX1-63" fmla="*/ 0 w 1040633"/>
                <a:gd name="connsiteY1-64" fmla="*/ 0 h 1289901"/>
                <a:gd name="connsiteX2-65" fmla="*/ 1040633 w 1040633"/>
                <a:gd name="connsiteY2-66" fmla="*/ 16785 h 1289901"/>
                <a:gd name="connsiteX3-67" fmla="*/ 833625 w 1040633"/>
                <a:gd name="connsiteY3-68" fmla="*/ 1219697 h 1289901"/>
                <a:gd name="connsiteX4-69" fmla="*/ 139870 w 1040633"/>
                <a:gd name="connsiteY4-70" fmla="*/ 1191723 h 1289901"/>
                <a:gd name="connsiteX0-71" fmla="*/ 139870 w 1040633"/>
                <a:gd name="connsiteY0-72" fmla="*/ 1191723 h 1219697"/>
                <a:gd name="connsiteX1-73" fmla="*/ 0 w 1040633"/>
                <a:gd name="connsiteY1-74" fmla="*/ 0 h 1219697"/>
                <a:gd name="connsiteX2-75" fmla="*/ 1040633 w 1040633"/>
                <a:gd name="connsiteY2-76" fmla="*/ 16785 h 1219697"/>
                <a:gd name="connsiteX3-77" fmla="*/ 833625 w 1040633"/>
                <a:gd name="connsiteY3-78" fmla="*/ 1219697 h 1219697"/>
                <a:gd name="connsiteX4-79" fmla="*/ 139870 w 1040633"/>
                <a:gd name="connsiteY4-80" fmla="*/ 1191723 h 1219697"/>
                <a:gd name="connsiteX0-81" fmla="*/ 139870 w 1040633"/>
                <a:gd name="connsiteY0-82" fmla="*/ 1191723 h 1191723"/>
                <a:gd name="connsiteX1-83" fmla="*/ 0 w 1040633"/>
                <a:gd name="connsiteY1-84" fmla="*/ 0 h 1191723"/>
                <a:gd name="connsiteX2-85" fmla="*/ 1040633 w 1040633"/>
                <a:gd name="connsiteY2-86" fmla="*/ 16785 h 1191723"/>
                <a:gd name="connsiteX3-87" fmla="*/ 671988 w 1040633"/>
                <a:gd name="connsiteY3-88" fmla="*/ 1158121 h 1191723"/>
                <a:gd name="connsiteX4-89" fmla="*/ 139870 w 1040633"/>
                <a:gd name="connsiteY4-90" fmla="*/ 1191723 h 1191723"/>
                <a:gd name="connsiteX0-91" fmla="*/ 363082 w 1040633"/>
                <a:gd name="connsiteY0-92" fmla="*/ 1160935 h 1160935"/>
                <a:gd name="connsiteX1-93" fmla="*/ 0 w 1040633"/>
                <a:gd name="connsiteY1-94" fmla="*/ 0 h 1160935"/>
                <a:gd name="connsiteX2-95" fmla="*/ 1040633 w 1040633"/>
                <a:gd name="connsiteY2-96" fmla="*/ 16785 h 1160935"/>
                <a:gd name="connsiteX3-97" fmla="*/ 671988 w 1040633"/>
                <a:gd name="connsiteY3-98" fmla="*/ 1158121 h 1160935"/>
                <a:gd name="connsiteX4-99" fmla="*/ 363082 w 1040633"/>
                <a:gd name="connsiteY4-100" fmla="*/ 1160935 h 1160935"/>
                <a:gd name="connsiteX0-101" fmla="*/ 363082 w 1040633"/>
                <a:gd name="connsiteY0-102" fmla="*/ 1160935 h 1160935"/>
                <a:gd name="connsiteX1-103" fmla="*/ 0 w 1040633"/>
                <a:gd name="connsiteY1-104" fmla="*/ 0 h 1160935"/>
                <a:gd name="connsiteX2-105" fmla="*/ 1040633 w 1040633"/>
                <a:gd name="connsiteY2-106" fmla="*/ 16785 h 1160935"/>
                <a:gd name="connsiteX3-107" fmla="*/ 671988 w 1040633"/>
                <a:gd name="connsiteY3-108" fmla="*/ 1158121 h 1160935"/>
                <a:gd name="connsiteX4-109" fmla="*/ 363082 w 1040633"/>
                <a:gd name="connsiteY4-110" fmla="*/ 1160935 h 1160935"/>
                <a:gd name="connsiteX0-111" fmla="*/ 363082 w 1040633"/>
                <a:gd name="connsiteY0-112" fmla="*/ 1160935 h 1160935"/>
                <a:gd name="connsiteX1-113" fmla="*/ 0 w 1040633"/>
                <a:gd name="connsiteY1-114" fmla="*/ 0 h 1160935"/>
                <a:gd name="connsiteX2-115" fmla="*/ 1040633 w 1040633"/>
                <a:gd name="connsiteY2-116" fmla="*/ 16785 h 1160935"/>
                <a:gd name="connsiteX3-117" fmla="*/ 671988 w 1040633"/>
                <a:gd name="connsiteY3-118" fmla="*/ 1158121 h 1160935"/>
                <a:gd name="connsiteX4-119" fmla="*/ 363082 w 1040633"/>
                <a:gd name="connsiteY4-120" fmla="*/ 1160935 h 1160935"/>
                <a:gd name="connsiteX0-121" fmla="*/ 363082 w 1040633"/>
                <a:gd name="connsiteY0-122" fmla="*/ 1160935 h 1160935"/>
                <a:gd name="connsiteX1-123" fmla="*/ 0 w 1040633"/>
                <a:gd name="connsiteY1-124" fmla="*/ 0 h 1160935"/>
                <a:gd name="connsiteX2-125" fmla="*/ 1040633 w 1040633"/>
                <a:gd name="connsiteY2-126" fmla="*/ 16785 h 1160935"/>
                <a:gd name="connsiteX3-127" fmla="*/ 671988 w 1040633"/>
                <a:gd name="connsiteY3-128" fmla="*/ 1158121 h 1160935"/>
                <a:gd name="connsiteX4-129" fmla="*/ 363082 w 1040633"/>
                <a:gd name="connsiteY4-130" fmla="*/ 1160935 h 1160935"/>
                <a:gd name="connsiteX0-131" fmla="*/ 363082 w 1040633"/>
                <a:gd name="connsiteY0-132" fmla="*/ 1160935 h 1160935"/>
                <a:gd name="connsiteX1-133" fmla="*/ 0 w 1040633"/>
                <a:gd name="connsiteY1-134" fmla="*/ 0 h 1160935"/>
                <a:gd name="connsiteX2-135" fmla="*/ 1040633 w 1040633"/>
                <a:gd name="connsiteY2-136" fmla="*/ 16785 h 1160935"/>
                <a:gd name="connsiteX3-137" fmla="*/ 671988 w 1040633"/>
                <a:gd name="connsiteY3-138" fmla="*/ 1158121 h 1160935"/>
                <a:gd name="connsiteX4-139" fmla="*/ 363082 w 1040633"/>
                <a:gd name="connsiteY4-140" fmla="*/ 1160935 h 1160935"/>
                <a:gd name="connsiteX0-141" fmla="*/ 363082 w 1040633"/>
                <a:gd name="connsiteY0-142" fmla="*/ 1160935 h 1160935"/>
                <a:gd name="connsiteX1-143" fmla="*/ 0 w 1040633"/>
                <a:gd name="connsiteY1-144" fmla="*/ 0 h 1160935"/>
                <a:gd name="connsiteX2-145" fmla="*/ 1040633 w 1040633"/>
                <a:gd name="connsiteY2-146" fmla="*/ 16785 h 1160935"/>
                <a:gd name="connsiteX3-147" fmla="*/ 671988 w 1040633"/>
                <a:gd name="connsiteY3-148" fmla="*/ 1158121 h 1160935"/>
                <a:gd name="connsiteX4-149" fmla="*/ 363082 w 1040633"/>
                <a:gd name="connsiteY4-150" fmla="*/ 1160935 h 1160935"/>
                <a:gd name="connsiteX0-151" fmla="*/ 363082 w 1040633"/>
                <a:gd name="connsiteY0-152" fmla="*/ 1160935 h 1160935"/>
                <a:gd name="connsiteX1-153" fmla="*/ 0 w 1040633"/>
                <a:gd name="connsiteY1-154" fmla="*/ 0 h 1160935"/>
                <a:gd name="connsiteX2-155" fmla="*/ 1040633 w 1040633"/>
                <a:gd name="connsiteY2-156" fmla="*/ 16785 h 1160935"/>
                <a:gd name="connsiteX3-157" fmla="*/ 671988 w 1040633"/>
                <a:gd name="connsiteY3-158" fmla="*/ 1158121 h 1160935"/>
                <a:gd name="connsiteX4-159" fmla="*/ 363082 w 1040633"/>
                <a:gd name="connsiteY4-160" fmla="*/ 1160935 h 1160935"/>
                <a:gd name="connsiteX0-161" fmla="*/ 363082 w 778664"/>
                <a:gd name="connsiteY0-162" fmla="*/ 1160935 h 1160935"/>
                <a:gd name="connsiteX1-163" fmla="*/ 0 w 778664"/>
                <a:gd name="connsiteY1-164" fmla="*/ 0 h 1160935"/>
                <a:gd name="connsiteX2-165" fmla="*/ 778664 w 778664"/>
                <a:gd name="connsiteY2-166" fmla="*/ 130682 h 1160935"/>
                <a:gd name="connsiteX3-167" fmla="*/ 671988 w 778664"/>
                <a:gd name="connsiteY3-168" fmla="*/ 1158121 h 1160935"/>
                <a:gd name="connsiteX4-169" fmla="*/ 363082 w 778664"/>
                <a:gd name="connsiteY4-170" fmla="*/ 1160935 h 1160935"/>
                <a:gd name="connsiteX0-171" fmla="*/ 363082 w 778664"/>
                <a:gd name="connsiteY0-172" fmla="*/ 1160935 h 1160935"/>
                <a:gd name="connsiteX1-173" fmla="*/ 0 w 778664"/>
                <a:gd name="connsiteY1-174" fmla="*/ 0 h 1160935"/>
                <a:gd name="connsiteX2-175" fmla="*/ 778664 w 778664"/>
                <a:gd name="connsiteY2-176" fmla="*/ 130682 h 1160935"/>
                <a:gd name="connsiteX3-177" fmla="*/ 694768 w 778664"/>
                <a:gd name="connsiteY3-178" fmla="*/ 1112562 h 1160935"/>
                <a:gd name="connsiteX4-179" fmla="*/ 363082 w 778664"/>
                <a:gd name="connsiteY4-180" fmla="*/ 1160935 h 1160935"/>
                <a:gd name="connsiteX0-181" fmla="*/ 363082 w 778664"/>
                <a:gd name="connsiteY0-182" fmla="*/ 1160935 h 1160935"/>
                <a:gd name="connsiteX1-183" fmla="*/ 0 w 778664"/>
                <a:gd name="connsiteY1-184" fmla="*/ 0 h 1160935"/>
                <a:gd name="connsiteX2-185" fmla="*/ 778664 w 778664"/>
                <a:gd name="connsiteY2-186" fmla="*/ 130682 h 1160935"/>
                <a:gd name="connsiteX3-187" fmla="*/ 694768 w 778664"/>
                <a:gd name="connsiteY3-188" fmla="*/ 1112562 h 1160935"/>
                <a:gd name="connsiteX4-189" fmla="*/ 363082 w 778664"/>
                <a:gd name="connsiteY4-190" fmla="*/ 1160935 h 1160935"/>
                <a:gd name="connsiteX0-191" fmla="*/ 397252 w 778664"/>
                <a:gd name="connsiteY0-192" fmla="*/ 1103987 h 1112562"/>
                <a:gd name="connsiteX1-193" fmla="*/ 0 w 778664"/>
                <a:gd name="connsiteY1-194" fmla="*/ 0 h 1112562"/>
                <a:gd name="connsiteX2-195" fmla="*/ 778664 w 778664"/>
                <a:gd name="connsiteY2-196" fmla="*/ 130682 h 1112562"/>
                <a:gd name="connsiteX3-197" fmla="*/ 694768 w 778664"/>
                <a:gd name="connsiteY3-198" fmla="*/ 1112562 h 1112562"/>
                <a:gd name="connsiteX4-199" fmla="*/ 397252 w 778664"/>
                <a:gd name="connsiteY4-200" fmla="*/ 1103987 h 1112562"/>
                <a:gd name="connsiteX0-201" fmla="*/ 397252 w 778664"/>
                <a:gd name="connsiteY0-202" fmla="*/ 1103987 h 1112562"/>
                <a:gd name="connsiteX1-203" fmla="*/ 0 w 778664"/>
                <a:gd name="connsiteY1-204" fmla="*/ 0 h 1112562"/>
                <a:gd name="connsiteX2-205" fmla="*/ 778664 w 778664"/>
                <a:gd name="connsiteY2-206" fmla="*/ 130682 h 1112562"/>
                <a:gd name="connsiteX3-207" fmla="*/ 694768 w 778664"/>
                <a:gd name="connsiteY3-208" fmla="*/ 1112562 h 1112562"/>
                <a:gd name="connsiteX4-209" fmla="*/ 397252 w 778664"/>
                <a:gd name="connsiteY4-210" fmla="*/ 1103987 h 1112562"/>
                <a:gd name="connsiteX0-211" fmla="*/ 397252 w 778664"/>
                <a:gd name="connsiteY0-212" fmla="*/ 1103987 h 1112562"/>
                <a:gd name="connsiteX1-213" fmla="*/ 0 w 778664"/>
                <a:gd name="connsiteY1-214" fmla="*/ 0 h 1112562"/>
                <a:gd name="connsiteX2-215" fmla="*/ 778664 w 778664"/>
                <a:gd name="connsiteY2-216" fmla="*/ 130682 h 1112562"/>
                <a:gd name="connsiteX3-217" fmla="*/ 694768 w 778664"/>
                <a:gd name="connsiteY3-218" fmla="*/ 1112562 h 1112562"/>
                <a:gd name="connsiteX4-219" fmla="*/ 397252 w 778664"/>
                <a:gd name="connsiteY4-220" fmla="*/ 1103987 h 1112562"/>
                <a:gd name="connsiteX0-221" fmla="*/ 123893 w 505305"/>
                <a:gd name="connsiteY0-222" fmla="*/ 973305 h 981880"/>
                <a:gd name="connsiteX1-223" fmla="*/ 0 w 505305"/>
                <a:gd name="connsiteY1-224" fmla="*/ 28773 h 981880"/>
                <a:gd name="connsiteX2-225" fmla="*/ 505305 w 505305"/>
                <a:gd name="connsiteY2-226" fmla="*/ 0 h 981880"/>
                <a:gd name="connsiteX3-227" fmla="*/ 421409 w 505305"/>
                <a:gd name="connsiteY3-228" fmla="*/ 981880 h 981880"/>
                <a:gd name="connsiteX4-229" fmla="*/ 123893 w 505305"/>
                <a:gd name="connsiteY4-230" fmla="*/ 973305 h 981880"/>
                <a:gd name="connsiteX0-231" fmla="*/ 123893 w 505305"/>
                <a:gd name="connsiteY0-232" fmla="*/ 973305 h 981880"/>
                <a:gd name="connsiteX1-233" fmla="*/ 0 w 505305"/>
                <a:gd name="connsiteY1-234" fmla="*/ 28773 h 981880"/>
                <a:gd name="connsiteX2-235" fmla="*/ 505305 w 505305"/>
                <a:gd name="connsiteY2-236" fmla="*/ 0 h 981880"/>
                <a:gd name="connsiteX3-237" fmla="*/ 421409 w 505305"/>
                <a:gd name="connsiteY3-238" fmla="*/ 981880 h 981880"/>
                <a:gd name="connsiteX4-239" fmla="*/ 123893 w 505305"/>
                <a:gd name="connsiteY4-240" fmla="*/ 973305 h 981880"/>
                <a:gd name="connsiteX0-241" fmla="*/ 123893 w 505305"/>
                <a:gd name="connsiteY0-242" fmla="*/ 973305 h 981880"/>
                <a:gd name="connsiteX1-243" fmla="*/ 0 w 505305"/>
                <a:gd name="connsiteY1-244" fmla="*/ 28773 h 981880"/>
                <a:gd name="connsiteX2-245" fmla="*/ 505305 w 505305"/>
                <a:gd name="connsiteY2-246" fmla="*/ 0 h 981880"/>
                <a:gd name="connsiteX3-247" fmla="*/ 421409 w 505305"/>
                <a:gd name="connsiteY3-248" fmla="*/ 981880 h 981880"/>
                <a:gd name="connsiteX4-249" fmla="*/ 123893 w 505305"/>
                <a:gd name="connsiteY4-250" fmla="*/ 973305 h 981880"/>
                <a:gd name="connsiteX0-251" fmla="*/ 123893 w 505305"/>
                <a:gd name="connsiteY0-252" fmla="*/ 973305 h 981880"/>
                <a:gd name="connsiteX1-253" fmla="*/ 0 w 505305"/>
                <a:gd name="connsiteY1-254" fmla="*/ 28773 h 981880"/>
                <a:gd name="connsiteX2-255" fmla="*/ 505305 w 505305"/>
                <a:gd name="connsiteY2-256" fmla="*/ 0 h 981880"/>
                <a:gd name="connsiteX3-257" fmla="*/ 421409 w 505305"/>
                <a:gd name="connsiteY3-258" fmla="*/ 981880 h 981880"/>
                <a:gd name="connsiteX4-259" fmla="*/ 123893 w 505305"/>
                <a:gd name="connsiteY4-260" fmla="*/ 973305 h 981880"/>
                <a:gd name="connsiteX0-261" fmla="*/ 118198 w 499610"/>
                <a:gd name="connsiteY0-262" fmla="*/ 973305 h 981880"/>
                <a:gd name="connsiteX1-263" fmla="*/ 0 w 499610"/>
                <a:gd name="connsiteY1-264" fmla="*/ 11688 h 981880"/>
                <a:gd name="connsiteX2-265" fmla="*/ 499610 w 499610"/>
                <a:gd name="connsiteY2-266" fmla="*/ 0 h 981880"/>
                <a:gd name="connsiteX3-267" fmla="*/ 415714 w 499610"/>
                <a:gd name="connsiteY3-268" fmla="*/ 981880 h 981880"/>
                <a:gd name="connsiteX4-269" fmla="*/ 118198 w 499610"/>
                <a:gd name="connsiteY4-270" fmla="*/ 973305 h 981880"/>
                <a:gd name="connsiteX0-271" fmla="*/ 118198 w 499610"/>
                <a:gd name="connsiteY0-272" fmla="*/ 973305 h 981880"/>
                <a:gd name="connsiteX1-273" fmla="*/ 0 w 499610"/>
                <a:gd name="connsiteY1-274" fmla="*/ 11688 h 981880"/>
                <a:gd name="connsiteX2-275" fmla="*/ 499610 w 499610"/>
                <a:gd name="connsiteY2-276" fmla="*/ 0 h 981880"/>
                <a:gd name="connsiteX3-277" fmla="*/ 415714 w 499610"/>
                <a:gd name="connsiteY3-278" fmla="*/ 981880 h 981880"/>
                <a:gd name="connsiteX4-279" fmla="*/ 118198 w 499610"/>
                <a:gd name="connsiteY4-280" fmla="*/ 973305 h 981880"/>
                <a:gd name="connsiteX0-281" fmla="*/ 118198 w 499610"/>
                <a:gd name="connsiteY0-282" fmla="*/ 973305 h 981880"/>
                <a:gd name="connsiteX1-283" fmla="*/ 0 w 499610"/>
                <a:gd name="connsiteY1-284" fmla="*/ 11688 h 981880"/>
                <a:gd name="connsiteX2-285" fmla="*/ 499610 w 499610"/>
                <a:gd name="connsiteY2-286" fmla="*/ 0 h 981880"/>
                <a:gd name="connsiteX3-287" fmla="*/ 415714 w 499610"/>
                <a:gd name="connsiteY3-288" fmla="*/ 981880 h 981880"/>
                <a:gd name="connsiteX4-289" fmla="*/ 118198 w 499610"/>
                <a:gd name="connsiteY4-290" fmla="*/ 973305 h 981880"/>
                <a:gd name="connsiteX0-291" fmla="*/ 118198 w 499610"/>
                <a:gd name="connsiteY0-292" fmla="*/ 973305 h 981880"/>
                <a:gd name="connsiteX1-293" fmla="*/ 0 w 499610"/>
                <a:gd name="connsiteY1-294" fmla="*/ 11688 h 981880"/>
                <a:gd name="connsiteX2-295" fmla="*/ 499610 w 499610"/>
                <a:gd name="connsiteY2-296" fmla="*/ 0 h 981880"/>
                <a:gd name="connsiteX3-297" fmla="*/ 415714 w 499610"/>
                <a:gd name="connsiteY3-298" fmla="*/ 981880 h 981880"/>
                <a:gd name="connsiteX4-299" fmla="*/ 118198 w 499610"/>
                <a:gd name="connsiteY4-300" fmla="*/ 973305 h 981880"/>
                <a:gd name="connsiteX0-301" fmla="*/ 118198 w 499610"/>
                <a:gd name="connsiteY0-302" fmla="*/ 973305 h 981880"/>
                <a:gd name="connsiteX1-303" fmla="*/ 0 w 499610"/>
                <a:gd name="connsiteY1-304" fmla="*/ 11688 h 981880"/>
                <a:gd name="connsiteX2-305" fmla="*/ 499610 w 499610"/>
                <a:gd name="connsiteY2-306" fmla="*/ 0 h 981880"/>
                <a:gd name="connsiteX3-307" fmla="*/ 415714 w 499610"/>
                <a:gd name="connsiteY3-308" fmla="*/ 981880 h 981880"/>
                <a:gd name="connsiteX4-309" fmla="*/ 118198 w 499610"/>
                <a:gd name="connsiteY4-310" fmla="*/ 973305 h 981880"/>
                <a:gd name="connsiteX0-311" fmla="*/ 118198 w 499610"/>
                <a:gd name="connsiteY0-312" fmla="*/ 973305 h 976186"/>
                <a:gd name="connsiteX1-313" fmla="*/ 0 w 499610"/>
                <a:gd name="connsiteY1-314" fmla="*/ 11688 h 976186"/>
                <a:gd name="connsiteX2-315" fmla="*/ 499610 w 499610"/>
                <a:gd name="connsiteY2-316" fmla="*/ 0 h 976186"/>
                <a:gd name="connsiteX3-317" fmla="*/ 273339 w 499610"/>
                <a:gd name="connsiteY3-318" fmla="*/ 976186 h 976186"/>
                <a:gd name="connsiteX4-319" fmla="*/ 118198 w 499610"/>
                <a:gd name="connsiteY4-320" fmla="*/ 973305 h 976186"/>
                <a:gd name="connsiteX0-321" fmla="*/ 118198 w 499610"/>
                <a:gd name="connsiteY0-322" fmla="*/ 973305 h 976186"/>
                <a:gd name="connsiteX1-323" fmla="*/ 0 w 499610"/>
                <a:gd name="connsiteY1-324" fmla="*/ 11688 h 976186"/>
                <a:gd name="connsiteX2-325" fmla="*/ 499610 w 499610"/>
                <a:gd name="connsiteY2-326" fmla="*/ 0 h 976186"/>
                <a:gd name="connsiteX3-327" fmla="*/ 273339 w 499610"/>
                <a:gd name="connsiteY3-328" fmla="*/ 976186 h 976186"/>
                <a:gd name="connsiteX4-329" fmla="*/ 118198 w 499610"/>
                <a:gd name="connsiteY4-330" fmla="*/ 973305 h 976186"/>
                <a:gd name="connsiteX0-331" fmla="*/ 197928 w 499610"/>
                <a:gd name="connsiteY0-332" fmla="*/ 973305 h 976186"/>
                <a:gd name="connsiteX1-333" fmla="*/ 0 w 499610"/>
                <a:gd name="connsiteY1-334" fmla="*/ 11688 h 976186"/>
                <a:gd name="connsiteX2-335" fmla="*/ 499610 w 499610"/>
                <a:gd name="connsiteY2-336" fmla="*/ 0 h 976186"/>
                <a:gd name="connsiteX3-337" fmla="*/ 273339 w 499610"/>
                <a:gd name="connsiteY3-338" fmla="*/ 976186 h 976186"/>
                <a:gd name="connsiteX4-339" fmla="*/ 197928 w 499610"/>
                <a:gd name="connsiteY4-340" fmla="*/ 973305 h 976186"/>
                <a:gd name="connsiteX0-341" fmla="*/ 197928 w 499610"/>
                <a:gd name="connsiteY0-342" fmla="*/ 973305 h 976186"/>
                <a:gd name="connsiteX1-343" fmla="*/ 0 w 499610"/>
                <a:gd name="connsiteY1-344" fmla="*/ 11688 h 976186"/>
                <a:gd name="connsiteX2-345" fmla="*/ 499610 w 499610"/>
                <a:gd name="connsiteY2-346" fmla="*/ 0 h 976186"/>
                <a:gd name="connsiteX3-347" fmla="*/ 273339 w 499610"/>
                <a:gd name="connsiteY3-348" fmla="*/ 976186 h 976186"/>
                <a:gd name="connsiteX4-349" fmla="*/ 197928 w 499610"/>
                <a:gd name="connsiteY4-350" fmla="*/ 973305 h 976186"/>
                <a:gd name="connsiteX0-351" fmla="*/ 197928 w 499610"/>
                <a:gd name="connsiteY0-352" fmla="*/ 973305 h 976186"/>
                <a:gd name="connsiteX1-353" fmla="*/ 0 w 499610"/>
                <a:gd name="connsiteY1-354" fmla="*/ 11688 h 976186"/>
                <a:gd name="connsiteX2-355" fmla="*/ 499610 w 499610"/>
                <a:gd name="connsiteY2-356" fmla="*/ 0 h 976186"/>
                <a:gd name="connsiteX3-357" fmla="*/ 273339 w 499610"/>
                <a:gd name="connsiteY3-358" fmla="*/ 976186 h 976186"/>
                <a:gd name="connsiteX4-359" fmla="*/ 197928 w 499610"/>
                <a:gd name="connsiteY4-360" fmla="*/ 973305 h 976186"/>
                <a:gd name="connsiteX0-361" fmla="*/ 197928 w 499610"/>
                <a:gd name="connsiteY0-362" fmla="*/ 973305 h 976186"/>
                <a:gd name="connsiteX1-363" fmla="*/ 0 w 499610"/>
                <a:gd name="connsiteY1-364" fmla="*/ 11688 h 976186"/>
                <a:gd name="connsiteX2-365" fmla="*/ 499610 w 499610"/>
                <a:gd name="connsiteY2-366" fmla="*/ 0 h 976186"/>
                <a:gd name="connsiteX3-367" fmla="*/ 273339 w 499610"/>
                <a:gd name="connsiteY3-368" fmla="*/ 976186 h 976186"/>
                <a:gd name="connsiteX4-369" fmla="*/ 197928 w 499610"/>
                <a:gd name="connsiteY4-370" fmla="*/ 973305 h 976186"/>
                <a:gd name="connsiteX0-371" fmla="*/ 23004 w 954755"/>
                <a:gd name="connsiteY0-372" fmla="*/ 943771 h 976186"/>
                <a:gd name="connsiteX1-373" fmla="*/ 455145 w 954755"/>
                <a:gd name="connsiteY1-374" fmla="*/ 11688 h 976186"/>
                <a:gd name="connsiteX2-375" fmla="*/ 954755 w 954755"/>
                <a:gd name="connsiteY2-376" fmla="*/ 0 h 976186"/>
                <a:gd name="connsiteX3-377" fmla="*/ 728484 w 954755"/>
                <a:gd name="connsiteY3-378" fmla="*/ 976186 h 976186"/>
                <a:gd name="connsiteX4-379" fmla="*/ 23004 w 954755"/>
                <a:gd name="connsiteY4-380" fmla="*/ 943771 h 976186"/>
                <a:gd name="connsiteX0-381" fmla="*/ 0 w 931751"/>
                <a:gd name="connsiteY0-382" fmla="*/ 943771 h 976186"/>
                <a:gd name="connsiteX1-383" fmla="*/ 432141 w 931751"/>
                <a:gd name="connsiteY1-384" fmla="*/ 11688 h 976186"/>
                <a:gd name="connsiteX2-385" fmla="*/ 931751 w 931751"/>
                <a:gd name="connsiteY2-386" fmla="*/ 0 h 976186"/>
                <a:gd name="connsiteX3-387" fmla="*/ 705480 w 931751"/>
                <a:gd name="connsiteY3-388" fmla="*/ 976186 h 976186"/>
                <a:gd name="connsiteX4-389" fmla="*/ 0 w 931751"/>
                <a:gd name="connsiteY4-390" fmla="*/ 943771 h 976186"/>
                <a:gd name="connsiteX0-391" fmla="*/ 0 w 931751"/>
                <a:gd name="connsiteY0-392" fmla="*/ 943771 h 976186"/>
                <a:gd name="connsiteX1-393" fmla="*/ 432141 w 931751"/>
                <a:gd name="connsiteY1-394" fmla="*/ 11688 h 976186"/>
                <a:gd name="connsiteX2-395" fmla="*/ 931751 w 931751"/>
                <a:gd name="connsiteY2-396" fmla="*/ 0 h 976186"/>
                <a:gd name="connsiteX3-397" fmla="*/ 705480 w 931751"/>
                <a:gd name="connsiteY3-398" fmla="*/ 976186 h 976186"/>
                <a:gd name="connsiteX4-399" fmla="*/ 0 w 931751"/>
                <a:gd name="connsiteY4-400" fmla="*/ 943771 h 976186"/>
                <a:gd name="connsiteX0-401" fmla="*/ 0 w 931751"/>
                <a:gd name="connsiteY0-402" fmla="*/ 943771 h 976186"/>
                <a:gd name="connsiteX1-403" fmla="*/ 432141 w 931751"/>
                <a:gd name="connsiteY1-404" fmla="*/ 11688 h 976186"/>
                <a:gd name="connsiteX2-405" fmla="*/ 931751 w 931751"/>
                <a:gd name="connsiteY2-406" fmla="*/ 0 h 976186"/>
                <a:gd name="connsiteX3-407" fmla="*/ 705480 w 931751"/>
                <a:gd name="connsiteY3-408" fmla="*/ 976186 h 976186"/>
                <a:gd name="connsiteX4-409" fmla="*/ 0 w 931751"/>
                <a:gd name="connsiteY4-410" fmla="*/ 943771 h 976186"/>
                <a:gd name="connsiteX0-411" fmla="*/ 0 w 931751"/>
                <a:gd name="connsiteY0-412" fmla="*/ 943771 h 966342"/>
                <a:gd name="connsiteX1-413" fmla="*/ 432141 w 931751"/>
                <a:gd name="connsiteY1-414" fmla="*/ 11688 h 966342"/>
                <a:gd name="connsiteX2-415" fmla="*/ 931751 w 931751"/>
                <a:gd name="connsiteY2-416" fmla="*/ 0 h 966342"/>
                <a:gd name="connsiteX3-417" fmla="*/ 183705 w 931751"/>
                <a:gd name="connsiteY3-418" fmla="*/ 966342 h 966342"/>
                <a:gd name="connsiteX4-419" fmla="*/ 0 w 931751"/>
                <a:gd name="connsiteY4-420" fmla="*/ 943771 h 966342"/>
                <a:gd name="connsiteX0-421" fmla="*/ 0 w 931751"/>
                <a:gd name="connsiteY0-422" fmla="*/ 943771 h 966342"/>
                <a:gd name="connsiteX1-423" fmla="*/ 432141 w 931751"/>
                <a:gd name="connsiteY1-424" fmla="*/ 11688 h 966342"/>
                <a:gd name="connsiteX2-425" fmla="*/ 931751 w 931751"/>
                <a:gd name="connsiteY2-426" fmla="*/ 0 h 966342"/>
                <a:gd name="connsiteX3-427" fmla="*/ 183705 w 931751"/>
                <a:gd name="connsiteY3-428" fmla="*/ 966342 h 966342"/>
                <a:gd name="connsiteX4-429" fmla="*/ 0 w 931751"/>
                <a:gd name="connsiteY4-430" fmla="*/ 943771 h 966342"/>
                <a:gd name="connsiteX0-431" fmla="*/ 0 w 931751"/>
                <a:gd name="connsiteY0-432" fmla="*/ 943771 h 966342"/>
                <a:gd name="connsiteX1-433" fmla="*/ 432141 w 931751"/>
                <a:gd name="connsiteY1-434" fmla="*/ 11688 h 966342"/>
                <a:gd name="connsiteX2-435" fmla="*/ 931751 w 931751"/>
                <a:gd name="connsiteY2-436" fmla="*/ 0 h 966342"/>
                <a:gd name="connsiteX3-437" fmla="*/ 183705 w 931751"/>
                <a:gd name="connsiteY3-438" fmla="*/ 966342 h 966342"/>
                <a:gd name="connsiteX4-439" fmla="*/ 0 w 931751"/>
                <a:gd name="connsiteY4-440" fmla="*/ 943771 h 966342"/>
                <a:gd name="connsiteX0-441" fmla="*/ 0 w 956363"/>
                <a:gd name="connsiteY0-442" fmla="*/ 932083 h 954654"/>
                <a:gd name="connsiteX1-443" fmla="*/ 432141 w 956363"/>
                <a:gd name="connsiteY1-444" fmla="*/ 0 h 954654"/>
                <a:gd name="connsiteX2-445" fmla="*/ 956363 w 956363"/>
                <a:gd name="connsiteY2-446" fmla="*/ 12924 h 954654"/>
                <a:gd name="connsiteX3-447" fmla="*/ 183705 w 956363"/>
                <a:gd name="connsiteY3-448" fmla="*/ 954654 h 954654"/>
                <a:gd name="connsiteX4-449" fmla="*/ 0 w 956363"/>
                <a:gd name="connsiteY4-450" fmla="*/ 932083 h 954654"/>
                <a:gd name="connsiteX0-451" fmla="*/ 0 w 956363"/>
                <a:gd name="connsiteY0-452" fmla="*/ 919226 h 941797"/>
                <a:gd name="connsiteX1-453" fmla="*/ 405840 w 956363"/>
                <a:gd name="connsiteY1-454" fmla="*/ 197551 h 941797"/>
                <a:gd name="connsiteX2-455" fmla="*/ 956363 w 956363"/>
                <a:gd name="connsiteY2-456" fmla="*/ 67 h 941797"/>
                <a:gd name="connsiteX3-457" fmla="*/ 183705 w 956363"/>
                <a:gd name="connsiteY3-458" fmla="*/ 941797 h 941797"/>
                <a:gd name="connsiteX4-459" fmla="*/ 0 w 956363"/>
                <a:gd name="connsiteY4-460" fmla="*/ 919226 h 941797"/>
                <a:gd name="connsiteX0-461" fmla="*/ 0 w 956363"/>
                <a:gd name="connsiteY0-462" fmla="*/ 919226 h 941797"/>
                <a:gd name="connsiteX1-463" fmla="*/ 405840 w 956363"/>
                <a:gd name="connsiteY1-464" fmla="*/ 197551 h 941797"/>
                <a:gd name="connsiteX2-465" fmla="*/ 956363 w 956363"/>
                <a:gd name="connsiteY2-466" fmla="*/ 67 h 941797"/>
                <a:gd name="connsiteX3-467" fmla="*/ 183705 w 956363"/>
                <a:gd name="connsiteY3-468" fmla="*/ 941797 h 941797"/>
                <a:gd name="connsiteX4-469" fmla="*/ 0 w 956363"/>
                <a:gd name="connsiteY4-470" fmla="*/ 919226 h 941797"/>
                <a:gd name="connsiteX0-471" fmla="*/ 0 w 956363"/>
                <a:gd name="connsiteY0-472" fmla="*/ 919226 h 941797"/>
                <a:gd name="connsiteX1-473" fmla="*/ 405840 w 956363"/>
                <a:gd name="connsiteY1-474" fmla="*/ 197551 h 941797"/>
                <a:gd name="connsiteX2-475" fmla="*/ 956363 w 956363"/>
                <a:gd name="connsiteY2-476" fmla="*/ 67 h 941797"/>
                <a:gd name="connsiteX3-477" fmla="*/ 183705 w 956363"/>
                <a:gd name="connsiteY3-478" fmla="*/ 941797 h 941797"/>
                <a:gd name="connsiteX4-479" fmla="*/ 0 w 956363"/>
                <a:gd name="connsiteY4-480" fmla="*/ 919226 h 941797"/>
                <a:gd name="connsiteX0-481" fmla="*/ 0 w 926304"/>
                <a:gd name="connsiteY0-482" fmla="*/ 735614 h 758185"/>
                <a:gd name="connsiteX1-483" fmla="*/ 405840 w 926304"/>
                <a:gd name="connsiteY1-484" fmla="*/ 13939 h 758185"/>
                <a:gd name="connsiteX2-485" fmla="*/ 926304 w 926304"/>
                <a:gd name="connsiteY2-486" fmla="*/ 563 h 758185"/>
                <a:gd name="connsiteX3-487" fmla="*/ 183705 w 926304"/>
                <a:gd name="connsiteY3-488" fmla="*/ 758185 h 758185"/>
                <a:gd name="connsiteX4-489" fmla="*/ 0 w 926304"/>
                <a:gd name="connsiteY4-490" fmla="*/ 735614 h 758185"/>
                <a:gd name="connsiteX0-491" fmla="*/ 0 w 926304"/>
                <a:gd name="connsiteY0-492" fmla="*/ 735614 h 758185"/>
                <a:gd name="connsiteX1-493" fmla="*/ 405840 w 926304"/>
                <a:gd name="connsiteY1-494" fmla="*/ 13939 h 758185"/>
                <a:gd name="connsiteX2-495" fmla="*/ 926304 w 926304"/>
                <a:gd name="connsiteY2-496" fmla="*/ 563 h 758185"/>
                <a:gd name="connsiteX3-497" fmla="*/ 183705 w 926304"/>
                <a:gd name="connsiteY3-498" fmla="*/ 758185 h 758185"/>
                <a:gd name="connsiteX4-499" fmla="*/ 0 w 926304"/>
                <a:gd name="connsiteY4-500" fmla="*/ 735614 h 758185"/>
                <a:gd name="connsiteX0-501" fmla="*/ 0 w 926304"/>
                <a:gd name="connsiteY0-502" fmla="*/ 735614 h 758185"/>
                <a:gd name="connsiteX1-503" fmla="*/ 405840 w 926304"/>
                <a:gd name="connsiteY1-504" fmla="*/ 13939 h 758185"/>
                <a:gd name="connsiteX2-505" fmla="*/ 926304 w 926304"/>
                <a:gd name="connsiteY2-506" fmla="*/ 563 h 758185"/>
                <a:gd name="connsiteX3-507" fmla="*/ 183705 w 926304"/>
                <a:gd name="connsiteY3-508" fmla="*/ 758185 h 758185"/>
                <a:gd name="connsiteX4-509" fmla="*/ 0 w 926304"/>
                <a:gd name="connsiteY4-510" fmla="*/ 735614 h 758185"/>
                <a:gd name="connsiteX0-511" fmla="*/ 0 w 926304"/>
                <a:gd name="connsiteY0-512" fmla="*/ 735614 h 758185"/>
                <a:gd name="connsiteX1-513" fmla="*/ 405840 w 926304"/>
                <a:gd name="connsiteY1-514" fmla="*/ 13939 h 758185"/>
                <a:gd name="connsiteX2-515" fmla="*/ 926304 w 926304"/>
                <a:gd name="connsiteY2-516" fmla="*/ 563 h 758185"/>
                <a:gd name="connsiteX3-517" fmla="*/ 183705 w 926304"/>
                <a:gd name="connsiteY3-518" fmla="*/ 758185 h 758185"/>
                <a:gd name="connsiteX4-519" fmla="*/ 0 w 926304"/>
                <a:gd name="connsiteY4-520" fmla="*/ 735614 h 75818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926304" h="758185">
                  <a:moveTo>
                    <a:pt x="0" y="735614"/>
                  </a:moveTo>
                  <a:cubicBezTo>
                    <a:pt x="309918" y="169731"/>
                    <a:pt x="59088" y="622691"/>
                    <a:pt x="405840" y="13939"/>
                  </a:cubicBezTo>
                  <a:cubicBezTo>
                    <a:pt x="580581" y="18247"/>
                    <a:pt x="751563" y="-3745"/>
                    <a:pt x="926304" y="563"/>
                  </a:cubicBezTo>
                  <a:cubicBezTo>
                    <a:pt x="312762" y="607705"/>
                    <a:pt x="474902" y="459041"/>
                    <a:pt x="183705" y="758185"/>
                  </a:cubicBezTo>
                  <a:cubicBezTo>
                    <a:pt x="49420" y="729549"/>
                    <a:pt x="196198" y="734148"/>
                    <a:pt x="0" y="735614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3" name="Freeform 272"/>
            <p:cNvSpPr/>
            <p:nvPr/>
          </p:nvSpPr>
          <p:spPr>
            <a:xfrm>
              <a:off x="5288109" y="4937315"/>
              <a:ext cx="725426" cy="1099963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-1" fmla="*/ 139870 w 1040633"/>
                <a:gd name="connsiteY0-2" fmla="*/ 1191723 h 1219697"/>
                <a:gd name="connsiteX1-3" fmla="*/ 0 w 1040633"/>
                <a:gd name="connsiteY1-4" fmla="*/ 0 h 1219697"/>
                <a:gd name="connsiteX2-5" fmla="*/ 1040633 w 1040633"/>
                <a:gd name="connsiteY2-6" fmla="*/ 16785 h 1219697"/>
                <a:gd name="connsiteX3-7" fmla="*/ 833625 w 1040633"/>
                <a:gd name="connsiteY3-8" fmla="*/ 1219697 h 1219697"/>
                <a:gd name="connsiteX4-9" fmla="*/ 139870 w 1040633"/>
                <a:gd name="connsiteY4-10" fmla="*/ 1191723 h 1219697"/>
                <a:gd name="connsiteX0-11" fmla="*/ 139870 w 1040633"/>
                <a:gd name="connsiteY0-12" fmla="*/ 1191723 h 1219697"/>
                <a:gd name="connsiteX1-13" fmla="*/ 0 w 1040633"/>
                <a:gd name="connsiteY1-14" fmla="*/ 0 h 1219697"/>
                <a:gd name="connsiteX2-15" fmla="*/ 1040633 w 1040633"/>
                <a:gd name="connsiteY2-16" fmla="*/ 16785 h 1219697"/>
                <a:gd name="connsiteX3-17" fmla="*/ 833625 w 1040633"/>
                <a:gd name="connsiteY3-18" fmla="*/ 1219697 h 1219697"/>
                <a:gd name="connsiteX4-19" fmla="*/ 139870 w 1040633"/>
                <a:gd name="connsiteY4-20" fmla="*/ 1191723 h 1219697"/>
                <a:gd name="connsiteX0-21" fmla="*/ 139870 w 1040633"/>
                <a:gd name="connsiteY0-22" fmla="*/ 1191723 h 1219697"/>
                <a:gd name="connsiteX1-23" fmla="*/ 0 w 1040633"/>
                <a:gd name="connsiteY1-24" fmla="*/ 0 h 1219697"/>
                <a:gd name="connsiteX2-25" fmla="*/ 1040633 w 1040633"/>
                <a:gd name="connsiteY2-26" fmla="*/ 16785 h 1219697"/>
                <a:gd name="connsiteX3-27" fmla="*/ 833625 w 1040633"/>
                <a:gd name="connsiteY3-28" fmla="*/ 1219697 h 1219697"/>
                <a:gd name="connsiteX4-29" fmla="*/ 139870 w 1040633"/>
                <a:gd name="connsiteY4-30" fmla="*/ 1191723 h 1219697"/>
                <a:gd name="connsiteX0-31" fmla="*/ 139870 w 1040633"/>
                <a:gd name="connsiteY0-32" fmla="*/ 1191723 h 1219697"/>
                <a:gd name="connsiteX1-33" fmla="*/ 0 w 1040633"/>
                <a:gd name="connsiteY1-34" fmla="*/ 0 h 1219697"/>
                <a:gd name="connsiteX2-35" fmla="*/ 1040633 w 1040633"/>
                <a:gd name="connsiteY2-36" fmla="*/ 16785 h 1219697"/>
                <a:gd name="connsiteX3-37" fmla="*/ 833625 w 1040633"/>
                <a:gd name="connsiteY3-38" fmla="*/ 1219697 h 1219697"/>
                <a:gd name="connsiteX4-39" fmla="*/ 139870 w 1040633"/>
                <a:gd name="connsiteY4-40" fmla="*/ 1191723 h 1219697"/>
                <a:gd name="connsiteX0-41" fmla="*/ 139870 w 1040633"/>
                <a:gd name="connsiteY0-42" fmla="*/ 1191723 h 1219697"/>
                <a:gd name="connsiteX1-43" fmla="*/ 0 w 1040633"/>
                <a:gd name="connsiteY1-44" fmla="*/ 0 h 1219697"/>
                <a:gd name="connsiteX2-45" fmla="*/ 1040633 w 1040633"/>
                <a:gd name="connsiteY2-46" fmla="*/ 16785 h 1219697"/>
                <a:gd name="connsiteX3-47" fmla="*/ 833625 w 1040633"/>
                <a:gd name="connsiteY3-48" fmla="*/ 1219697 h 1219697"/>
                <a:gd name="connsiteX4-49" fmla="*/ 418712 w 1040633"/>
                <a:gd name="connsiteY4-50" fmla="*/ 1189324 h 1219697"/>
                <a:gd name="connsiteX5" fmla="*/ 139870 w 1040633"/>
                <a:gd name="connsiteY5" fmla="*/ 1191723 h 1219697"/>
                <a:gd name="connsiteX0-51" fmla="*/ 139870 w 1040633"/>
                <a:gd name="connsiteY0-52" fmla="*/ 1191723 h 1355926"/>
                <a:gd name="connsiteX1-53" fmla="*/ 0 w 1040633"/>
                <a:gd name="connsiteY1-54" fmla="*/ 0 h 1355926"/>
                <a:gd name="connsiteX2-55" fmla="*/ 1040633 w 1040633"/>
                <a:gd name="connsiteY2-56" fmla="*/ 16785 h 1355926"/>
                <a:gd name="connsiteX3-57" fmla="*/ 833625 w 1040633"/>
                <a:gd name="connsiteY3-58" fmla="*/ 1219697 h 1355926"/>
                <a:gd name="connsiteX4-59" fmla="*/ 139870 w 1040633"/>
                <a:gd name="connsiteY4-60" fmla="*/ 1191723 h 1355926"/>
                <a:gd name="connsiteX0-61" fmla="*/ 139870 w 1040633"/>
                <a:gd name="connsiteY0-62" fmla="*/ 1191723 h 1289901"/>
                <a:gd name="connsiteX1-63" fmla="*/ 0 w 1040633"/>
                <a:gd name="connsiteY1-64" fmla="*/ 0 h 1289901"/>
                <a:gd name="connsiteX2-65" fmla="*/ 1040633 w 1040633"/>
                <a:gd name="connsiteY2-66" fmla="*/ 16785 h 1289901"/>
                <a:gd name="connsiteX3-67" fmla="*/ 833625 w 1040633"/>
                <a:gd name="connsiteY3-68" fmla="*/ 1219697 h 1289901"/>
                <a:gd name="connsiteX4-69" fmla="*/ 139870 w 1040633"/>
                <a:gd name="connsiteY4-70" fmla="*/ 1191723 h 1289901"/>
                <a:gd name="connsiteX0-71" fmla="*/ 139870 w 1040633"/>
                <a:gd name="connsiteY0-72" fmla="*/ 1191723 h 1219697"/>
                <a:gd name="connsiteX1-73" fmla="*/ 0 w 1040633"/>
                <a:gd name="connsiteY1-74" fmla="*/ 0 h 1219697"/>
                <a:gd name="connsiteX2-75" fmla="*/ 1040633 w 1040633"/>
                <a:gd name="connsiteY2-76" fmla="*/ 16785 h 1219697"/>
                <a:gd name="connsiteX3-77" fmla="*/ 833625 w 1040633"/>
                <a:gd name="connsiteY3-78" fmla="*/ 1219697 h 1219697"/>
                <a:gd name="connsiteX4-79" fmla="*/ 139870 w 1040633"/>
                <a:gd name="connsiteY4-80" fmla="*/ 1191723 h 1219697"/>
                <a:gd name="connsiteX0-81" fmla="*/ 139870 w 1040633"/>
                <a:gd name="connsiteY0-82" fmla="*/ 1191723 h 1191723"/>
                <a:gd name="connsiteX1-83" fmla="*/ 0 w 1040633"/>
                <a:gd name="connsiteY1-84" fmla="*/ 0 h 1191723"/>
                <a:gd name="connsiteX2-85" fmla="*/ 1040633 w 1040633"/>
                <a:gd name="connsiteY2-86" fmla="*/ 16785 h 1191723"/>
                <a:gd name="connsiteX3-87" fmla="*/ 671988 w 1040633"/>
                <a:gd name="connsiteY3-88" fmla="*/ 1158121 h 1191723"/>
                <a:gd name="connsiteX4-89" fmla="*/ 139870 w 1040633"/>
                <a:gd name="connsiteY4-90" fmla="*/ 1191723 h 1191723"/>
                <a:gd name="connsiteX0-91" fmla="*/ 363082 w 1040633"/>
                <a:gd name="connsiteY0-92" fmla="*/ 1160935 h 1160935"/>
                <a:gd name="connsiteX1-93" fmla="*/ 0 w 1040633"/>
                <a:gd name="connsiteY1-94" fmla="*/ 0 h 1160935"/>
                <a:gd name="connsiteX2-95" fmla="*/ 1040633 w 1040633"/>
                <a:gd name="connsiteY2-96" fmla="*/ 16785 h 1160935"/>
                <a:gd name="connsiteX3-97" fmla="*/ 671988 w 1040633"/>
                <a:gd name="connsiteY3-98" fmla="*/ 1158121 h 1160935"/>
                <a:gd name="connsiteX4-99" fmla="*/ 363082 w 1040633"/>
                <a:gd name="connsiteY4-100" fmla="*/ 1160935 h 1160935"/>
                <a:gd name="connsiteX0-101" fmla="*/ 363082 w 1040633"/>
                <a:gd name="connsiteY0-102" fmla="*/ 1160935 h 1160935"/>
                <a:gd name="connsiteX1-103" fmla="*/ 0 w 1040633"/>
                <a:gd name="connsiteY1-104" fmla="*/ 0 h 1160935"/>
                <a:gd name="connsiteX2-105" fmla="*/ 1040633 w 1040633"/>
                <a:gd name="connsiteY2-106" fmla="*/ 16785 h 1160935"/>
                <a:gd name="connsiteX3-107" fmla="*/ 671988 w 1040633"/>
                <a:gd name="connsiteY3-108" fmla="*/ 1158121 h 1160935"/>
                <a:gd name="connsiteX4-109" fmla="*/ 363082 w 1040633"/>
                <a:gd name="connsiteY4-110" fmla="*/ 1160935 h 1160935"/>
                <a:gd name="connsiteX0-111" fmla="*/ 363082 w 1040633"/>
                <a:gd name="connsiteY0-112" fmla="*/ 1160935 h 1160935"/>
                <a:gd name="connsiteX1-113" fmla="*/ 0 w 1040633"/>
                <a:gd name="connsiteY1-114" fmla="*/ 0 h 1160935"/>
                <a:gd name="connsiteX2-115" fmla="*/ 1040633 w 1040633"/>
                <a:gd name="connsiteY2-116" fmla="*/ 16785 h 1160935"/>
                <a:gd name="connsiteX3-117" fmla="*/ 671988 w 1040633"/>
                <a:gd name="connsiteY3-118" fmla="*/ 1158121 h 1160935"/>
                <a:gd name="connsiteX4-119" fmla="*/ 363082 w 1040633"/>
                <a:gd name="connsiteY4-120" fmla="*/ 1160935 h 1160935"/>
                <a:gd name="connsiteX0-121" fmla="*/ 363082 w 1040633"/>
                <a:gd name="connsiteY0-122" fmla="*/ 1160935 h 1160935"/>
                <a:gd name="connsiteX1-123" fmla="*/ 0 w 1040633"/>
                <a:gd name="connsiteY1-124" fmla="*/ 0 h 1160935"/>
                <a:gd name="connsiteX2-125" fmla="*/ 1040633 w 1040633"/>
                <a:gd name="connsiteY2-126" fmla="*/ 16785 h 1160935"/>
                <a:gd name="connsiteX3-127" fmla="*/ 671988 w 1040633"/>
                <a:gd name="connsiteY3-128" fmla="*/ 1158121 h 1160935"/>
                <a:gd name="connsiteX4-129" fmla="*/ 363082 w 1040633"/>
                <a:gd name="connsiteY4-130" fmla="*/ 1160935 h 1160935"/>
                <a:gd name="connsiteX0-131" fmla="*/ 363082 w 1040633"/>
                <a:gd name="connsiteY0-132" fmla="*/ 1160935 h 1160935"/>
                <a:gd name="connsiteX1-133" fmla="*/ 0 w 1040633"/>
                <a:gd name="connsiteY1-134" fmla="*/ 0 h 1160935"/>
                <a:gd name="connsiteX2-135" fmla="*/ 1040633 w 1040633"/>
                <a:gd name="connsiteY2-136" fmla="*/ 16785 h 1160935"/>
                <a:gd name="connsiteX3-137" fmla="*/ 671988 w 1040633"/>
                <a:gd name="connsiteY3-138" fmla="*/ 1158121 h 1160935"/>
                <a:gd name="connsiteX4-139" fmla="*/ 363082 w 1040633"/>
                <a:gd name="connsiteY4-140" fmla="*/ 1160935 h 1160935"/>
                <a:gd name="connsiteX0-141" fmla="*/ 363082 w 1040633"/>
                <a:gd name="connsiteY0-142" fmla="*/ 1160935 h 1160935"/>
                <a:gd name="connsiteX1-143" fmla="*/ 0 w 1040633"/>
                <a:gd name="connsiteY1-144" fmla="*/ 0 h 1160935"/>
                <a:gd name="connsiteX2-145" fmla="*/ 1040633 w 1040633"/>
                <a:gd name="connsiteY2-146" fmla="*/ 16785 h 1160935"/>
                <a:gd name="connsiteX3-147" fmla="*/ 671988 w 1040633"/>
                <a:gd name="connsiteY3-148" fmla="*/ 1158121 h 1160935"/>
                <a:gd name="connsiteX4-149" fmla="*/ 363082 w 1040633"/>
                <a:gd name="connsiteY4-150" fmla="*/ 1160935 h 1160935"/>
                <a:gd name="connsiteX0-151" fmla="*/ 363082 w 1040633"/>
                <a:gd name="connsiteY0-152" fmla="*/ 1160935 h 1160935"/>
                <a:gd name="connsiteX1-153" fmla="*/ 0 w 1040633"/>
                <a:gd name="connsiteY1-154" fmla="*/ 0 h 1160935"/>
                <a:gd name="connsiteX2-155" fmla="*/ 1040633 w 1040633"/>
                <a:gd name="connsiteY2-156" fmla="*/ 16785 h 1160935"/>
                <a:gd name="connsiteX3-157" fmla="*/ 671988 w 1040633"/>
                <a:gd name="connsiteY3-158" fmla="*/ 1158121 h 1160935"/>
                <a:gd name="connsiteX4-159" fmla="*/ 363082 w 1040633"/>
                <a:gd name="connsiteY4-160" fmla="*/ 1160935 h 1160935"/>
                <a:gd name="connsiteX0-161" fmla="*/ 363082 w 778664"/>
                <a:gd name="connsiteY0-162" fmla="*/ 1160935 h 1160935"/>
                <a:gd name="connsiteX1-163" fmla="*/ 0 w 778664"/>
                <a:gd name="connsiteY1-164" fmla="*/ 0 h 1160935"/>
                <a:gd name="connsiteX2-165" fmla="*/ 778664 w 778664"/>
                <a:gd name="connsiteY2-166" fmla="*/ 130682 h 1160935"/>
                <a:gd name="connsiteX3-167" fmla="*/ 671988 w 778664"/>
                <a:gd name="connsiteY3-168" fmla="*/ 1158121 h 1160935"/>
                <a:gd name="connsiteX4-169" fmla="*/ 363082 w 778664"/>
                <a:gd name="connsiteY4-170" fmla="*/ 1160935 h 1160935"/>
                <a:gd name="connsiteX0-171" fmla="*/ 363082 w 778664"/>
                <a:gd name="connsiteY0-172" fmla="*/ 1160935 h 1160935"/>
                <a:gd name="connsiteX1-173" fmla="*/ 0 w 778664"/>
                <a:gd name="connsiteY1-174" fmla="*/ 0 h 1160935"/>
                <a:gd name="connsiteX2-175" fmla="*/ 778664 w 778664"/>
                <a:gd name="connsiteY2-176" fmla="*/ 130682 h 1160935"/>
                <a:gd name="connsiteX3-177" fmla="*/ 694768 w 778664"/>
                <a:gd name="connsiteY3-178" fmla="*/ 1112562 h 1160935"/>
                <a:gd name="connsiteX4-179" fmla="*/ 363082 w 778664"/>
                <a:gd name="connsiteY4-180" fmla="*/ 1160935 h 1160935"/>
                <a:gd name="connsiteX0-181" fmla="*/ 363082 w 778664"/>
                <a:gd name="connsiteY0-182" fmla="*/ 1160935 h 1160935"/>
                <a:gd name="connsiteX1-183" fmla="*/ 0 w 778664"/>
                <a:gd name="connsiteY1-184" fmla="*/ 0 h 1160935"/>
                <a:gd name="connsiteX2-185" fmla="*/ 778664 w 778664"/>
                <a:gd name="connsiteY2-186" fmla="*/ 130682 h 1160935"/>
                <a:gd name="connsiteX3-187" fmla="*/ 694768 w 778664"/>
                <a:gd name="connsiteY3-188" fmla="*/ 1112562 h 1160935"/>
                <a:gd name="connsiteX4-189" fmla="*/ 363082 w 778664"/>
                <a:gd name="connsiteY4-190" fmla="*/ 1160935 h 1160935"/>
                <a:gd name="connsiteX0-191" fmla="*/ 397252 w 778664"/>
                <a:gd name="connsiteY0-192" fmla="*/ 1103987 h 1112562"/>
                <a:gd name="connsiteX1-193" fmla="*/ 0 w 778664"/>
                <a:gd name="connsiteY1-194" fmla="*/ 0 h 1112562"/>
                <a:gd name="connsiteX2-195" fmla="*/ 778664 w 778664"/>
                <a:gd name="connsiteY2-196" fmla="*/ 130682 h 1112562"/>
                <a:gd name="connsiteX3-197" fmla="*/ 694768 w 778664"/>
                <a:gd name="connsiteY3-198" fmla="*/ 1112562 h 1112562"/>
                <a:gd name="connsiteX4-199" fmla="*/ 397252 w 778664"/>
                <a:gd name="connsiteY4-200" fmla="*/ 1103987 h 1112562"/>
                <a:gd name="connsiteX0-201" fmla="*/ 397252 w 778664"/>
                <a:gd name="connsiteY0-202" fmla="*/ 1103987 h 1112562"/>
                <a:gd name="connsiteX1-203" fmla="*/ 0 w 778664"/>
                <a:gd name="connsiteY1-204" fmla="*/ 0 h 1112562"/>
                <a:gd name="connsiteX2-205" fmla="*/ 778664 w 778664"/>
                <a:gd name="connsiteY2-206" fmla="*/ 130682 h 1112562"/>
                <a:gd name="connsiteX3-207" fmla="*/ 694768 w 778664"/>
                <a:gd name="connsiteY3-208" fmla="*/ 1112562 h 1112562"/>
                <a:gd name="connsiteX4-209" fmla="*/ 397252 w 778664"/>
                <a:gd name="connsiteY4-210" fmla="*/ 1103987 h 1112562"/>
                <a:gd name="connsiteX0-211" fmla="*/ 397252 w 778664"/>
                <a:gd name="connsiteY0-212" fmla="*/ 1103987 h 1112562"/>
                <a:gd name="connsiteX1-213" fmla="*/ 0 w 778664"/>
                <a:gd name="connsiteY1-214" fmla="*/ 0 h 1112562"/>
                <a:gd name="connsiteX2-215" fmla="*/ 778664 w 778664"/>
                <a:gd name="connsiteY2-216" fmla="*/ 130682 h 1112562"/>
                <a:gd name="connsiteX3-217" fmla="*/ 694768 w 778664"/>
                <a:gd name="connsiteY3-218" fmla="*/ 1112562 h 1112562"/>
                <a:gd name="connsiteX4-219" fmla="*/ 397252 w 778664"/>
                <a:gd name="connsiteY4-220" fmla="*/ 1103987 h 1112562"/>
                <a:gd name="connsiteX0-221" fmla="*/ 123893 w 505305"/>
                <a:gd name="connsiteY0-222" fmla="*/ 973305 h 981880"/>
                <a:gd name="connsiteX1-223" fmla="*/ 0 w 505305"/>
                <a:gd name="connsiteY1-224" fmla="*/ 28773 h 981880"/>
                <a:gd name="connsiteX2-225" fmla="*/ 505305 w 505305"/>
                <a:gd name="connsiteY2-226" fmla="*/ 0 h 981880"/>
                <a:gd name="connsiteX3-227" fmla="*/ 421409 w 505305"/>
                <a:gd name="connsiteY3-228" fmla="*/ 981880 h 981880"/>
                <a:gd name="connsiteX4-229" fmla="*/ 123893 w 505305"/>
                <a:gd name="connsiteY4-230" fmla="*/ 973305 h 981880"/>
                <a:gd name="connsiteX0-231" fmla="*/ 123893 w 505305"/>
                <a:gd name="connsiteY0-232" fmla="*/ 973305 h 981880"/>
                <a:gd name="connsiteX1-233" fmla="*/ 0 w 505305"/>
                <a:gd name="connsiteY1-234" fmla="*/ 28773 h 981880"/>
                <a:gd name="connsiteX2-235" fmla="*/ 505305 w 505305"/>
                <a:gd name="connsiteY2-236" fmla="*/ 0 h 981880"/>
                <a:gd name="connsiteX3-237" fmla="*/ 421409 w 505305"/>
                <a:gd name="connsiteY3-238" fmla="*/ 981880 h 981880"/>
                <a:gd name="connsiteX4-239" fmla="*/ 123893 w 505305"/>
                <a:gd name="connsiteY4-240" fmla="*/ 973305 h 981880"/>
                <a:gd name="connsiteX0-241" fmla="*/ 123893 w 505305"/>
                <a:gd name="connsiteY0-242" fmla="*/ 973305 h 981880"/>
                <a:gd name="connsiteX1-243" fmla="*/ 0 w 505305"/>
                <a:gd name="connsiteY1-244" fmla="*/ 28773 h 981880"/>
                <a:gd name="connsiteX2-245" fmla="*/ 505305 w 505305"/>
                <a:gd name="connsiteY2-246" fmla="*/ 0 h 981880"/>
                <a:gd name="connsiteX3-247" fmla="*/ 421409 w 505305"/>
                <a:gd name="connsiteY3-248" fmla="*/ 981880 h 981880"/>
                <a:gd name="connsiteX4-249" fmla="*/ 123893 w 505305"/>
                <a:gd name="connsiteY4-250" fmla="*/ 973305 h 981880"/>
                <a:gd name="connsiteX0-251" fmla="*/ 123893 w 505305"/>
                <a:gd name="connsiteY0-252" fmla="*/ 973305 h 981880"/>
                <a:gd name="connsiteX1-253" fmla="*/ 0 w 505305"/>
                <a:gd name="connsiteY1-254" fmla="*/ 28773 h 981880"/>
                <a:gd name="connsiteX2-255" fmla="*/ 505305 w 505305"/>
                <a:gd name="connsiteY2-256" fmla="*/ 0 h 981880"/>
                <a:gd name="connsiteX3-257" fmla="*/ 421409 w 505305"/>
                <a:gd name="connsiteY3-258" fmla="*/ 981880 h 981880"/>
                <a:gd name="connsiteX4-259" fmla="*/ 123893 w 505305"/>
                <a:gd name="connsiteY4-260" fmla="*/ 973305 h 981880"/>
                <a:gd name="connsiteX0-261" fmla="*/ 118198 w 499610"/>
                <a:gd name="connsiteY0-262" fmla="*/ 973305 h 981880"/>
                <a:gd name="connsiteX1-263" fmla="*/ 0 w 499610"/>
                <a:gd name="connsiteY1-264" fmla="*/ 11688 h 981880"/>
                <a:gd name="connsiteX2-265" fmla="*/ 499610 w 499610"/>
                <a:gd name="connsiteY2-266" fmla="*/ 0 h 981880"/>
                <a:gd name="connsiteX3-267" fmla="*/ 415714 w 499610"/>
                <a:gd name="connsiteY3-268" fmla="*/ 981880 h 981880"/>
                <a:gd name="connsiteX4-269" fmla="*/ 118198 w 499610"/>
                <a:gd name="connsiteY4-270" fmla="*/ 973305 h 981880"/>
                <a:gd name="connsiteX0-271" fmla="*/ 118198 w 499610"/>
                <a:gd name="connsiteY0-272" fmla="*/ 973305 h 981880"/>
                <a:gd name="connsiteX1-273" fmla="*/ 0 w 499610"/>
                <a:gd name="connsiteY1-274" fmla="*/ 11688 h 981880"/>
                <a:gd name="connsiteX2-275" fmla="*/ 499610 w 499610"/>
                <a:gd name="connsiteY2-276" fmla="*/ 0 h 981880"/>
                <a:gd name="connsiteX3-277" fmla="*/ 415714 w 499610"/>
                <a:gd name="connsiteY3-278" fmla="*/ 981880 h 981880"/>
                <a:gd name="connsiteX4-279" fmla="*/ 118198 w 499610"/>
                <a:gd name="connsiteY4-280" fmla="*/ 973305 h 981880"/>
                <a:gd name="connsiteX0-281" fmla="*/ 118198 w 499610"/>
                <a:gd name="connsiteY0-282" fmla="*/ 973305 h 981880"/>
                <a:gd name="connsiteX1-283" fmla="*/ 0 w 499610"/>
                <a:gd name="connsiteY1-284" fmla="*/ 11688 h 981880"/>
                <a:gd name="connsiteX2-285" fmla="*/ 499610 w 499610"/>
                <a:gd name="connsiteY2-286" fmla="*/ 0 h 981880"/>
                <a:gd name="connsiteX3-287" fmla="*/ 415714 w 499610"/>
                <a:gd name="connsiteY3-288" fmla="*/ 981880 h 981880"/>
                <a:gd name="connsiteX4-289" fmla="*/ 118198 w 499610"/>
                <a:gd name="connsiteY4-290" fmla="*/ 973305 h 981880"/>
                <a:gd name="connsiteX0-291" fmla="*/ 118198 w 499610"/>
                <a:gd name="connsiteY0-292" fmla="*/ 973305 h 981880"/>
                <a:gd name="connsiteX1-293" fmla="*/ 0 w 499610"/>
                <a:gd name="connsiteY1-294" fmla="*/ 11688 h 981880"/>
                <a:gd name="connsiteX2-295" fmla="*/ 499610 w 499610"/>
                <a:gd name="connsiteY2-296" fmla="*/ 0 h 981880"/>
                <a:gd name="connsiteX3-297" fmla="*/ 415714 w 499610"/>
                <a:gd name="connsiteY3-298" fmla="*/ 981880 h 981880"/>
                <a:gd name="connsiteX4-299" fmla="*/ 118198 w 499610"/>
                <a:gd name="connsiteY4-300" fmla="*/ 973305 h 981880"/>
                <a:gd name="connsiteX0-301" fmla="*/ 118198 w 499610"/>
                <a:gd name="connsiteY0-302" fmla="*/ 973305 h 981880"/>
                <a:gd name="connsiteX1-303" fmla="*/ 0 w 499610"/>
                <a:gd name="connsiteY1-304" fmla="*/ 11688 h 981880"/>
                <a:gd name="connsiteX2-305" fmla="*/ 499610 w 499610"/>
                <a:gd name="connsiteY2-306" fmla="*/ 0 h 981880"/>
                <a:gd name="connsiteX3-307" fmla="*/ 415714 w 499610"/>
                <a:gd name="connsiteY3-308" fmla="*/ 981880 h 981880"/>
                <a:gd name="connsiteX4-309" fmla="*/ 118198 w 499610"/>
                <a:gd name="connsiteY4-310" fmla="*/ 973305 h 981880"/>
                <a:gd name="connsiteX0-311" fmla="*/ 118198 w 499610"/>
                <a:gd name="connsiteY0-312" fmla="*/ 973305 h 976186"/>
                <a:gd name="connsiteX1-313" fmla="*/ 0 w 499610"/>
                <a:gd name="connsiteY1-314" fmla="*/ 11688 h 976186"/>
                <a:gd name="connsiteX2-315" fmla="*/ 499610 w 499610"/>
                <a:gd name="connsiteY2-316" fmla="*/ 0 h 976186"/>
                <a:gd name="connsiteX3-317" fmla="*/ 273339 w 499610"/>
                <a:gd name="connsiteY3-318" fmla="*/ 976186 h 976186"/>
                <a:gd name="connsiteX4-319" fmla="*/ 118198 w 499610"/>
                <a:gd name="connsiteY4-320" fmla="*/ 973305 h 976186"/>
                <a:gd name="connsiteX0-321" fmla="*/ 118198 w 499610"/>
                <a:gd name="connsiteY0-322" fmla="*/ 973305 h 976186"/>
                <a:gd name="connsiteX1-323" fmla="*/ 0 w 499610"/>
                <a:gd name="connsiteY1-324" fmla="*/ 11688 h 976186"/>
                <a:gd name="connsiteX2-325" fmla="*/ 499610 w 499610"/>
                <a:gd name="connsiteY2-326" fmla="*/ 0 h 976186"/>
                <a:gd name="connsiteX3-327" fmla="*/ 273339 w 499610"/>
                <a:gd name="connsiteY3-328" fmla="*/ 976186 h 976186"/>
                <a:gd name="connsiteX4-329" fmla="*/ 118198 w 499610"/>
                <a:gd name="connsiteY4-330" fmla="*/ 973305 h 976186"/>
                <a:gd name="connsiteX0-331" fmla="*/ 197928 w 499610"/>
                <a:gd name="connsiteY0-332" fmla="*/ 973305 h 976186"/>
                <a:gd name="connsiteX1-333" fmla="*/ 0 w 499610"/>
                <a:gd name="connsiteY1-334" fmla="*/ 11688 h 976186"/>
                <a:gd name="connsiteX2-335" fmla="*/ 499610 w 499610"/>
                <a:gd name="connsiteY2-336" fmla="*/ 0 h 976186"/>
                <a:gd name="connsiteX3-337" fmla="*/ 273339 w 499610"/>
                <a:gd name="connsiteY3-338" fmla="*/ 976186 h 976186"/>
                <a:gd name="connsiteX4-339" fmla="*/ 197928 w 499610"/>
                <a:gd name="connsiteY4-340" fmla="*/ 973305 h 976186"/>
                <a:gd name="connsiteX0-341" fmla="*/ 197928 w 499610"/>
                <a:gd name="connsiteY0-342" fmla="*/ 973305 h 976186"/>
                <a:gd name="connsiteX1-343" fmla="*/ 0 w 499610"/>
                <a:gd name="connsiteY1-344" fmla="*/ 11688 h 976186"/>
                <a:gd name="connsiteX2-345" fmla="*/ 499610 w 499610"/>
                <a:gd name="connsiteY2-346" fmla="*/ 0 h 976186"/>
                <a:gd name="connsiteX3-347" fmla="*/ 273339 w 499610"/>
                <a:gd name="connsiteY3-348" fmla="*/ 976186 h 976186"/>
                <a:gd name="connsiteX4-349" fmla="*/ 197928 w 499610"/>
                <a:gd name="connsiteY4-350" fmla="*/ 973305 h 976186"/>
                <a:gd name="connsiteX0-351" fmla="*/ 197928 w 499610"/>
                <a:gd name="connsiteY0-352" fmla="*/ 973305 h 976186"/>
                <a:gd name="connsiteX1-353" fmla="*/ 0 w 499610"/>
                <a:gd name="connsiteY1-354" fmla="*/ 11688 h 976186"/>
                <a:gd name="connsiteX2-355" fmla="*/ 499610 w 499610"/>
                <a:gd name="connsiteY2-356" fmla="*/ 0 h 976186"/>
                <a:gd name="connsiteX3-357" fmla="*/ 273339 w 499610"/>
                <a:gd name="connsiteY3-358" fmla="*/ 976186 h 976186"/>
                <a:gd name="connsiteX4-359" fmla="*/ 197928 w 499610"/>
                <a:gd name="connsiteY4-360" fmla="*/ 973305 h 976186"/>
                <a:gd name="connsiteX0-361" fmla="*/ 197928 w 499610"/>
                <a:gd name="connsiteY0-362" fmla="*/ 973305 h 976186"/>
                <a:gd name="connsiteX1-363" fmla="*/ 0 w 499610"/>
                <a:gd name="connsiteY1-364" fmla="*/ 11688 h 976186"/>
                <a:gd name="connsiteX2-365" fmla="*/ 499610 w 499610"/>
                <a:gd name="connsiteY2-366" fmla="*/ 0 h 976186"/>
                <a:gd name="connsiteX3-367" fmla="*/ 273339 w 499610"/>
                <a:gd name="connsiteY3-368" fmla="*/ 976186 h 976186"/>
                <a:gd name="connsiteX4-369" fmla="*/ 197928 w 499610"/>
                <a:gd name="connsiteY4-370" fmla="*/ 973305 h 976186"/>
                <a:gd name="connsiteX0-371" fmla="*/ 27977 w 802211"/>
                <a:gd name="connsiteY0-372" fmla="*/ 815791 h 976186"/>
                <a:gd name="connsiteX1-373" fmla="*/ 302601 w 802211"/>
                <a:gd name="connsiteY1-374" fmla="*/ 11688 h 976186"/>
                <a:gd name="connsiteX2-375" fmla="*/ 802211 w 802211"/>
                <a:gd name="connsiteY2-376" fmla="*/ 0 h 976186"/>
                <a:gd name="connsiteX3-377" fmla="*/ 575940 w 802211"/>
                <a:gd name="connsiteY3-378" fmla="*/ 976186 h 976186"/>
                <a:gd name="connsiteX4-379" fmla="*/ 27977 w 802211"/>
                <a:gd name="connsiteY4-380" fmla="*/ 815791 h 976186"/>
                <a:gd name="connsiteX0-381" fmla="*/ 27977 w 802211"/>
                <a:gd name="connsiteY0-382" fmla="*/ 815791 h 815791"/>
                <a:gd name="connsiteX1-383" fmla="*/ 302601 w 802211"/>
                <a:gd name="connsiteY1-384" fmla="*/ 11688 h 815791"/>
                <a:gd name="connsiteX2-385" fmla="*/ 802211 w 802211"/>
                <a:gd name="connsiteY2-386" fmla="*/ 0 h 815791"/>
                <a:gd name="connsiteX3-387" fmla="*/ 236294 w 802211"/>
                <a:gd name="connsiteY3-388" fmla="*/ 808828 h 815791"/>
                <a:gd name="connsiteX4-389" fmla="*/ 27977 w 802211"/>
                <a:gd name="connsiteY4-390" fmla="*/ 815791 h 815791"/>
                <a:gd name="connsiteX0-391" fmla="*/ 27977 w 802211"/>
                <a:gd name="connsiteY0-392" fmla="*/ 815791 h 815791"/>
                <a:gd name="connsiteX1-393" fmla="*/ 302601 w 802211"/>
                <a:gd name="connsiteY1-394" fmla="*/ 11688 h 815791"/>
                <a:gd name="connsiteX2-395" fmla="*/ 802211 w 802211"/>
                <a:gd name="connsiteY2-396" fmla="*/ 0 h 815791"/>
                <a:gd name="connsiteX3-397" fmla="*/ 236294 w 802211"/>
                <a:gd name="connsiteY3-398" fmla="*/ 808828 h 815791"/>
                <a:gd name="connsiteX4-399" fmla="*/ 27977 w 802211"/>
                <a:gd name="connsiteY4-400" fmla="*/ 815791 h 815791"/>
                <a:gd name="connsiteX0-401" fmla="*/ 27977 w 802211"/>
                <a:gd name="connsiteY0-402" fmla="*/ 815791 h 815791"/>
                <a:gd name="connsiteX1-403" fmla="*/ 302601 w 802211"/>
                <a:gd name="connsiteY1-404" fmla="*/ 11688 h 815791"/>
                <a:gd name="connsiteX2-405" fmla="*/ 802211 w 802211"/>
                <a:gd name="connsiteY2-406" fmla="*/ 0 h 815791"/>
                <a:gd name="connsiteX3-407" fmla="*/ 236294 w 802211"/>
                <a:gd name="connsiteY3-408" fmla="*/ 808828 h 815791"/>
                <a:gd name="connsiteX4-409" fmla="*/ 27977 w 802211"/>
                <a:gd name="connsiteY4-410" fmla="*/ 815791 h 815791"/>
                <a:gd name="connsiteX0-411" fmla="*/ 27977 w 802211"/>
                <a:gd name="connsiteY0-412" fmla="*/ 828714 h 828714"/>
                <a:gd name="connsiteX1-413" fmla="*/ 302601 w 802211"/>
                <a:gd name="connsiteY1-414" fmla="*/ 0 h 828714"/>
                <a:gd name="connsiteX2-415" fmla="*/ 802211 w 802211"/>
                <a:gd name="connsiteY2-416" fmla="*/ 12923 h 828714"/>
                <a:gd name="connsiteX3-417" fmla="*/ 236294 w 802211"/>
                <a:gd name="connsiteY3-418" fmla="*/ 821751 h 828714"/>
                <a:gd name="connsiteX4-419" fmla="*/ 27977 w 802211"/>
                <a:gd name="connsiteY4-420" fmla="*/ 828714 h 828714"/>
                <a:gd name="connsiteX0-421" fmla="*/ 56213 w 830447"/>
                <a:gd name="connsiteY0-422" fmla="*/ 828714 h 828714"/>
                <a:gd name="connsiteX1-423" fmla="*/ 330837 w 830447"/>
                <a:gd name="connsiteY1-424" fmla="*/ 0 h 828714"/>
                <a:gd name="connsiteX2-425" fmla="*/ 830447 w 830447"/>
                <a:gd name="connsiteY2-426" fmla="*/ 12923 h 828714"/>
                <a:gd name="connsiteX3-427" fmla="*/ 264530 w 830447"/>
                <a:gd name="connsiteY3-428" fmla="*/ 821751 h 828714"/>
                <a:gd name="connsiteX4-429" fmla="*/ 56213 w 830447"/>
                <a:gd name="connsiteY4-430" fmla="*/ 828714 h 828714"/>
                <a:gd name="connsiteX0-431" fmla="*/ 64130 w 789139"/>
                <a:gd name="connsiteY0-432" fmla="*/ 794258 h 821751"/>
                <a:gd name="connsiteX1-433" fmla="*/ 289529 w 789139"/>
                <a:gd name="connsiteY1-434" fmla="*/ 0 h 821751"/>
                <a:gd name="connsiteX2-435" fmla="*/ 789139 w 789139"/>
                <a:gd name="connsiteY2-436" fmla="*/ 12923 h 821751"/>
                <a:gd name="connsiteX3-437" fmla="*/ 223222 w 789139"/>
                <a:gd name="connsiteY3-438" fmla="*/ 821751 h 821751"/>
                <a:gd name="connsiteX4-439" fmla="*/ 64130 w 789139"/>
                <a:gd name="connsiteY4-440" fmla="*/ 794258 h 821751"/>
                <a:gd name="connsiteX0-441" fmla="*/ 0 w 725009"/>
                <a:gd name="connsiteY0-442" fmla="*/ 794258 h 821751"/>
                <a:gd name="connsiteX1-443" fmla="*/ 225399 w 725009"/>
                <a:gd name="connsiteY1-444" fmla="*/ 0 h 821751"/>
                <a:gd name="connsiteX2-445" fmla="*/ 725009 w 725009"/>
                <a:gd name="connsiteY2-446" fmla="*/ 12923 h 821751"/>
                <a:gd name="connsiteX3-447" fmla="*/ 159092 w 725009"/>
                <a:gd name="connsiteY3-448" fmla="*/ 821751 h 821751"/>
                <a:gd name="connsiteX4-449" fmla="*/ 0 w 725009"/>
                <a:gd name="connsiteY4-450" fmla="*/ 794258 h 821751"/>
                <a:gd name="connsiteX0-451" fmla="*/ 0 w 725009"/>
                <a:gd name="connsiteY0-452" fmla="*/ 1203768 h 1231261"/>
                <a:gd name="connsiteX1-453" fmla="*/ 225399 w 725009"/>
                <a:gd name="connsiteY1-454" fmla="*/ 0 h 1231261"/>
                <a:gd name="connsiteX2-455" fmla="*/ 725009 w 725009"/>
                <a:gd name="connsiteY2-456" fmla="*/ 422433 h 1231261"/>
                <a:gd name="connsiteX3-457" fmla="*/ 159092 w 725009"/>
                <a:gd name="connsiteY3-458" fmla="*/ 1231261 h 1231261"/>
                <a:gd name="connsiteX4-459" fmla="*/ 0 w 725009"/>
                <a:gd name="connsiteY4-460" fmla="*/ 1203768 h 1231261"/>
                <a:gd name="connsiteX0-461" fmla="*/ 0 w 725009"/>
                <a:gd name="connsiteY0-462" fmla="*/ 1217334 h 1244827"/>
                <a:gd name="connsiteX1-463" fmla="*/ 225399 w 725009"/>
                <a:gd name="connsiteY1-464" fmla="*/ 13566 h 1244827"/>
                <a:gd name="connsiteX2-465" fmla="*/ 725009 w 725009"/>
                <a:gd name="connsiteY2-466" fmla="*/ 571 h 1244827"/>
                <a:gd name="connsiteX3-467" fmla="*/ 159092 w 725009"/>
                <a:gd name="connsiteY3-468" fmla="*/ 1244827 h 1244827"/>
                <a:gd name="connsiteX4-469" fmla="*/ 0 w 725009"/>
                <a:gd name="connsiteY4-470" fmla="*/ 1217334 h 1244827"/>
                <a:gd name="connsiteX0-471" fmla="*/ 0 w 725009"/>
                <a:gd name="connsiteY0-472" fmla="*/ 1217334 h 1244827"/>
                <a:gd name="connsiteX1-473" fmla="*/ 225399 w 725009"/>
                <a:gd name="connsiteY1-474" fmla="*/ 13566 h 1244827"/>
                <a:gd name="connsiteX2-475" fmla="*/ 725009 w 725009"/>
                <a:gd name="connsiteY2-476" fmla="*/ 571 h 1244827"/>
                <a:gd name="connsiteX3-477" fmla="*/ 159092 w 725009"/>
                <a:gd name="connsiteY3-478" fmla="*/ 1244827 h 1244827"/>
                <a:gd name="connsiteX4-479" fmla="*/ 0 w 725009"/>
                <a:gd name="connsiteY4-480" fmla="*/ 1217334 h 1244827"/>
                <a:gd name="connsiteX0-481" fmla="*/ 0 w 725009"/>
                <a:gd name="connsiteY0-482" fmla="*/ 1217334 h 1244827"/>
                <a:gd name="connsiteX1-483" fmla="*/ 225399 w 725009"/>
                <a:gd name="connsiteY1-484" fmla="*/ 13566 h 1244827"/>
                <a:gd name="connsiteX2-485" fmla="*/ 725009 w 725009"/>
                <a:gd name="connsiteY2-486" fmla="*/ 571 h 1244827"/>
                <a:gd name="connsiteX3-487" fmla="*/ 159092 w 725009"/>
                <a:gd name="connsiteY3-488" fmla="*/ 1244827 h 1244827"/>
                <a:gd name="connsiteX4-489" fmla="*/ 0 w 725009"/>
                <a:gd name="connsiteY4-490" fmla="*/ 1217334 h 1244827"/>
                <a:gd name="connsiteX0-491" fmla="*/ 0 w 725009"/>
                <a:gd name="connsiteY0-492" fmla="*/ 1217334 h 1244827"/>
                <a:gd name="connsiteX1-493" fmla="*/ 225399 w 725009"/>
                <a:gd name="connsiteY1-494" fmla="*/ 13566 h 1244827"/>
                <a:gd name="connsiteX2-495" fmla="*/ 725009 w 725009"/>
                <a:gd name="connsiteY2-496" fmla="*/ 571 h 1244827"/>
                <a:gd name="connsiteX3-497" fmla="*/ 159092 w 725009"/>
                <a:gd name="connsiteY3-498" fmla="*/ 1244827 h 1244827"/>
                <a:gd name="connsiteX4-499" fmla="*/ 0 w 725009"/>
                <a:gd name="connsiteY4-500" fmla="*/ 1217334 h 1244827"/>
                <a:gd name="connsiteX0-501" fmla="*/ 0 w 725009"/>
                <a:gd name="connsiteY0-502" fmla="*/ 1217334 h 1244827"/>
                <a:gd name="connsiteX1-503" fmla="*/ 225399 w 725009"/>
                <a:gd name="connsiteY1-504" fmla="*/ 13566 h 1244827"/>
                <a:gd name="connsiteX2-505" fmla="*/ 725009 w 725009"/>
                <a:gd name="connsiteY2-506" fmla="*/ 571 h 1244827"/>
                <a:gd name="connsiteX3-507" fmla="*/ 159092 w 725009"/>
                <a:gd name="connsiteY3-508" fmla="*/ 1244827 h 1244827"/>
                <a:gd name="connsiteX4-509" fmla="*/ 0 w 725009"/>
                <a:gd name="connsiteY4-510" fmla="*/ 1217334 h 1244827"/>
                <a:gd name="connsiteX0-511" fmla="*/ 0 w 725009"/>
                <a:gd name="connsiteY0-512" fmla="*/ 1217334 h 1244827"/>
                <a:gd name="connsiteX1-513" fmla="*/ 225399 w 725009"/>
                <a:gd name="connsiteY1-514" fmla="*/ 13566 h 1244827"/>
                <a:gd name="connsiteX2-515" fmla="*/ 725009 w 725009"/>
                <a:gd name="connsiteY2-516" fmla="*/ 571 h 1244827"/>
                <a:gd name="connsiteX3-517" fmla="*/ 159092 w 725009"/>
                <a:gd name="connsiteY3-518" fmla="*/ 1244827 h 1244827"/>
                <a:gd name="connsiteX4-519" fmla="*/ 0 w 725009"/>
                <a:gd name="connsiteY4-520" fmla="*/ 1217334 h 1244827"/>
                <a:gd name="connsiteX0-521" fmla="*/ 0 w 725009"/>
                <a:gd name="connsiteY0-522" fmla="*/ 1203768 h 1231261"/>
                <a:gd name="connsiteX1-523" fmla="*/ 225399 w 725009"/>
                <a:gd name="connsiteY1-524" fmla="*/ 0 h 1231261"/>
                <a:gd name="connsiteX2-525" fmla="*/ 725009 w 725009"/>
                <a:gd name="connsiteY2-526" fmla="*/ 129782 h 1231261"/>
                <a:gd name="connsiteX3-527" fmla="*/ 159092 w 725009"/>
                <a:gd name="connsiteY3-528" fmla="*/ 1231261 h 1231261"/>
                <a:gd name="connsiteX4-529" fmla="*/ 0 w 725009"/>
                <a:gd name="connsiteY4-530" fmla="*/ 1203768 h 1231261"/>
                <a:gd name="connsiteX0-531" fmla="*/ 0 w 725009"/>
                <a:gd name="connsiteY0-532" fmla="*/ 1203768 h 1231261"/>
                <a:gd name="connsiteX1-533" fmla="*/ 225399 w 725009"/>
                <a:gd name="connsiteY1-534" fmla="*/ 0 h 1231261"/>
                <a:gd name="connsiteX2-535" fmla="*/ 725009 w 725009"/>
                <a:gd name="connsiteY2-536" fmla="*/ 129782 h 1231261"/>
                <a:gd name="connsiteX3-537" fmla="*/ 159092 w 725009"/>
                <a:gd name="connsiteY3-538" fmla="*/ 1231261 h 1231261"/>
                <a:gd name="connsiteX4-539" fmla="*/ 0 w 725009"/>
                <a:gd name="connsiteY4-540" fmla="*/ 1203768 h 1231261"/>
                <a:gd name="connsiteX0-541" fmla="*/ 0 w 725009"/>
                <a:gd name="connsiteY0-542" fmla="*/ 1203768 h 1231261"/>
                <a:gd name="connsiteX1-543" fmla="*/ 225399 w 725009"/>
                <a:gd name="connsiteY1-544" fmla="*/ 0 h 1231261"/>
                <a:gd name="connsiteX2-545" fmla="*/ 725009 w 725009"/>
                <a:gd name="connsiteY2-546" fmla="*/ 129782 h 1231261"/>
                <a:gd name="connsiteX3-547" fmla="*/ 159092 w 725009"/>
                <a:gd name="connsiteY3-548" fmla="*/ 1231261 h 1231261"/>
                <a:gd name="connsiteX4-549" fmla="*/ 0 w 725009"/>
                <a:gd name="connsiteY4-550" fmla="*/ 1203768 h 1231261"/>
                <a:gd name="connsiteX0-551" fmla="*/ 0 w 725497"/>
                <a:gd name="connsiteY0-552" fmla="*/ 1279028 h 1306521"/>
                <a:gd name="connsiteX1-553" fmla="*/ 225399 w 725497"/>
                <a:gd name="connsiteY1-554" fmla="*/ 75260 h 1306521"/>
                <a:gd name="connsiteX2-555" fmla="*/ 396193 w 725497"/>
                <a:gd name="connsiteY2-556" fmla="*/ 156799 h 1306521"/>
                <a:gd name="connsiteX3-557" fmla="*/ 725009 w 725497"/>
                <a:gd name="connsiteY3-558" fmla="*/ 205042 h 1306521"/>
                <a:gd name="connsiteX4-559" fmla="*/ 159092 w 725497"/>
                <a:gd name="connsiteY4-560" fmla="*/ 1306521 h 1306521"/>
                <a:gd name="connsiteX5-561" fmla="*/ 0 w 725497"/>
                <a:gd name="connsiteY5-562" fmla="*/ 1279028 h 1306521"/>
                <a:gd name="connsiteX0-563" fmla="*/ 0 w 725239"/>
                <a:gd name="connsiteY0-564" fmla="*/ 1295668 h 1323161"/>
                <a:gd name="connsiteX1-565" fmla="*/ 225399 w 725239"/>
                <a:gd name="connsiteY1-566" fmla="*/ 91900 h 1323161"/>
                <a:gd name="connsiteX2-567" fmla="*/ 725009 w 725239"/>
                <a:gd name="connsiteY2-568" fmla="*/ 221682 h 1323161"/>
                <a:gd name="connsiteX3-569" fmla="*/ 159092 w 725239"/>
                <a:gd name="connsiteY3-570" fmla="*/ 1323161 h 1323161"/>
                <a:gd name="connsiteX4-571" fmla="*/ 0 w 725239"/>
                <a:gd name="connsiteY4-572" fmla="*/ 1295668 h 1323161"/>
                <a:gd name="connsiteX0-573" fmla="*/ 0 w 725221"/>
                <a:gd name="connsiteY0-574" fmla="*/ 1210552 h 1238045"/>
                <a:gd name="connsiteX1-575" fmla="*/ 191583 w 725221"/>
                <a:gd name="connsiteY1-576" fmla="*/ 153319 h 1238045"/>
                <a:gd name="connsiteX2-577" fmla="*/ 725009 w 725221"/>
                <a:gd name="connsiteY2-578" fmla="*/ 136566 h 1238045"/>
                <a:gd name="connsiteX3-579" fmla="*/ 159092 w 725221"/>
                <a:gd name="connsiteY3-580" fmla="*/ 1238045 h 1238045"/>
                <a:gd name="connsiteX4-581" fmla="*/ 0 w 725221"/>
                <a:gd name="connsiteY4-582" fmla="*/ 1210552 h 1238045"/>
                <a:gd name="connsiteX0-583" fmla="*/ 0 w 725305"/>
                <a:gd name="connsiteY0-584" fmla="*/ 1158512 h 1186005"/>
                <a:gd name="connsiteX1-585" fmla="*/ 191583 w 725305"/>
                <a:gd name="connsiteY1-586" fmla="*/ 101279 h 1186005"/>
                <a:gd name="connsiteX2-587" fmla="*/ 725009 w 725305"/>
                <a:gd name="connsiteY2-588" fmla="*/ 84526 h 1186005"/>
                <a:gd name="connsiteX3-589" fmla="*/ 159092 w 725305"/>
                <a:gd name="connsiteY3-590" fmla="*/ 1186005 h 1186005"/>
                <a:gd name="connsiteX4-591" fmla="*/ 0 w 725305"/>
                <a:gd name="connsiteY4-592" fmla="*/ 1158512 h 1186005"/>
                <a:gd name="connsiteX0-593" fmla="*/ 0 w 725009"/>
                <a:gd name="connsiteY0-594" fmla="*/ 1073986 h 1101479"/>
                <a:gd name="connsiteX1-595" fmla="*/ 191583 w 725009"/>
                <a:gd name="connsiteY1-596" fmla="*/ 16753 h 1101479"/>
                <a:gd name="connsiteX2-597" fmla="*/ 725009 w 725009"/>
                <a:gd name="connsiteY2-598" fmla="*/ 0 h 1101479"/>
                <a:gd name="connsiteX3-599" fmla="*/ 159092 w 725009"/>
                <a:gd name="connsiteY3-600" fmla="*/ 1101479 h 1101479"/>
                <a:gd name="connsiteX4-601" fmla="*/ 0 w 725009"/>
                <a:gd name="connsiteY4-602" fmla="*/ 1073986 h 1101479"/>
                <a:gd name="connsiteX0-603" fmla="*/ 0 w 725009"/>
                <a:gd name="connsiteY0-604" fmla="*/ 1073986 h 1101479"/>
                <a:gd name="connsiteX1-605" fmla="*/ 206612 w 725009"/>
                <a:gd name="connsiteY1-606" fmla="*/ 1724 h 1101479"/>
                <a:gd name="connsiteX2-607" fmla="*/ 725009 w 725009"/>
                <a:gd name="connsiteY2-608" fmla="*/ 0 h 1101479"/>
                <a:gd name="connsiteX3-609" fmla="*/ 159092 w 725009"/>
                <a:gd name="connsiteY3-610" fmla="*/ 1101479 h 1101479"/>
                <a:gd name="connsiteX4-611" fmla="*/ 0 w 725009"/>
                <a:gd name="connsiteY4-612" fmla="*/ 1073986 h 1101479"/>
                <a:gd name="connsiteX0-613" fmla="*/ 0 w 725009"/>
                <a:gd name="connsiteY0-614" fmla="*/ 1073986 h 1101479"/>
                <a:gd name="connsiteX1-615" fmla="*/ 206612 w 725009"/>
                <a:gd name="connsiteY1-616" fmla="*/ 1724 h 1101479"/>
                <a:gd name="connsiteX2-617" fmla="*/ 725009 w 725009"/>
                <a:gd name="connsiteY2-618" fmla="*/ 0 h 1101479"/>
                <a:gd name="connsiteX3-619" fmla="*/ 159092 w 725009"/>
                <a:gd name="connsiteY3-620" fmla="*/ 1101479 h 1101479"/>
                <a:gd name="connsiteX4-621" fmla="*/ 0 w 725009"/>
                <a:gd name="connsiteY4-622" fmla="*/ 1073986 h 1101479"/>
                <a:gd name="connsiteX0-623" fmla="*/ 0 w 725009"/>
                <a:gd name="connsiteY0-624" fmla="*/ 1073986 h 1101479"/>
                <a:gd name="connsiteX1-625" fmla="*/ 206612 w 725009"/>
                <a:gd name="connsiteY1-626" fmla="*/ 1724 h 1101479"/>
                <a:gd name="connsiteX2-627" fmla="*/ 725009 w 725009"/>
                <a:gd name="connsiteY2-628" fmla="*/ 0 h 1101479"/>
                <a:gd name="connsiteX3-629" fmla="*/ 159092 w 725009"/>
                <a:gd name="connsiteY3-630" fmla="*/ 1101479 h 1101479"/>
                <a:gd name="connsiteX4-631" fmla="*/ 0 w 725009"/>
                <a:gd name="connsiteY4-632" fmla="*/ 1073986 h 110147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725009" h="1101479">
                  <a:moveTo>
                    <a:pt x="0" y="1073986"/>
                  </a:moveTo>
                  <a:cubicBezTo>
                    <a:pt x="95638" y="589814"/>
                    <a:pt x="96800" y="618448"/>
                    <a:pt x="206612" y="1724"/>
                  </a:cubicBezTo>
                  <a:cubicBezTo>
                    <a:pt x="451440" y="14348"/>
                    <a:pt x="499346" y="35256"/>
                    <a:pt x="725009" y="0"/>
                  </a:cubicBezTo>
                  <a:cubicBezTo>
                    <a:pt x="326141" y="749497"/>
                    <a:pt x="642687" y="159790"/>
                    <a:pt x="159092" y="1101479"/>
                  </a:cubicBezTo>
                  <a:cubicBezTo>
                    <a:pt x="24807" y="1072843"/>
                    <a:pt x="92525" y="1088071"/>
                    <a:pt x="0" y="1073986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4" name="Freeform 273"/>
            <p:cNvSpPr/>
            <p:nvPr/>
          </p:nvSpPr>
          <p:spPr>
            <a:xfrm>
              <a:off x="4319817" y="4956362"/>
              <a:ext cx="514307" cy="57775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-1" fmla="*/ 139870 w 1040633"/>
                <a:gd name="connsiteY0-2" fmla="*/ 1191723 h 1219697"/>
                <a:gd name="connsiteX1-3" fmla="*/ 0 w 1040633"/>
                <a:gd name="connsiteY1-4" fmla="*/ 0 h 1219697"/>
                <a:gd name="connsiteX2-5" fmla="*/ 1040633 w 1040633"/>
                <a:gd name="connsiteY2-6" fmla="*/ 16785 h 1219697"/>
                <a:gd name="connsiteX3-7" fmla="*/ 833625 w 1040633"/>
                <a:gd name="connsiteY3-8" fmla="*/ 1219697 h 1219697"/>
                <a:gd name="connsiteX4-9" fmla="*/ 139870 w 1040633"/>
                <a:gd name="connsiteY4-10" fmla="*/ 1191723 h 1219697"/>
                <a:gd name="connsiteX0-11" fmla="*/ 139870 w 1040633"/>
                <a:gd name="connsiteY0-12" fmla="*/ 1191723 h 1219697"/>
                <a:gd name="connsiteX1-13" fmla="*/ 0 w 1040633"/>
                <a:gd name="connsiteY1-14" fmla="*/ 0 h 1219697"/>
                <a:gd name="connsiteX2-15" fmla="*/ 1040633 w 1040633"/>
                <a:gd name="connsiteY2-16" fmla="*/ 16785 h 1219697"/>
                <a:gd name="connsiteX3-17" fmla="*/ 833625 w 1040633"/>
                <a:gd name="connsiteY3-18" fmla="*/ 1219697 h 1219697"/>
                <a:gd name="connsiteX4-19" fmla="*/ 139870 w 1040633"/>
                <a:gd name="connsiteY4-20" fmla="*/ 1191723 h 1219697"/>
                <a:gd name="connsiteX0-21" fmla="*/ 139870 w 1040633"/>
                <a:gd name="connsiteY0-22" fmla="*/ 1191723 h 1219697"/>
                <a:gd name="connsiteX1-23" fmla="*/ 0 w 1040633"/>
                <a:gd name="connsiteY1-24" fmla="*/ 0 h 1219697"/>
                <a:gd name="connsiteX2-25" fmla="*/ 1040633 w 1040633"/>
                <a:gd name="connsiteY2-26" fmla="*/ 16785 h 1219697"/>
                <a:gd name="connsiteX3-27" fmla="*/ 833625 w 1040633"/>
                <a:gd name="connsiteY3-28" fmla="*/ 1219697 h 1219697"/>
                <a:gd name="connsiteX4-29" fmla="*/ 139870 w 1040633"/>
                <a:gd name="connsiteY4-30" fmla="*/ 1191723 h 1219697"/>
                <a:gd name="connsiteX0-31" fmla="*/ 139870 w 1040633"/>
                <a:gd name="connsiteY0-32" fmla="*/ 1191723 h 1219697"/>
                <a:gd name="connsiteX1-33" fmla="*/ 0 w 1040633"/>
                <a:gd name="connsiteY1-34" fmla="*/ 0 h 1219697"/>
                <a:gd name="connsiteX2-35" fmla="*/ 1040633 w 1040633"/>
                <a:gd name="connsiteY2-36" fmla="*/ 16785 h 1219697"/>
                <a:gd name="connsiteX3-37" fmla="*/ 833625 w 1040633"/>
                <a:gd name="connsiteY3-38" fmla="*/ 1219697 h 1219697"/>
                <a:gd name="connsiteX4-39" fmla="*/ 139870 w 1040633"/>
                <a:gd name="connsiteY4-40" fmla="*/ 1191723 h 1219697"/>
                <a:gd name="connsiteX0-41" fmla="*/ 139870 w 1040633"/>
                <a:gd name="connsiteY0-42" fmla="*/ 1191723 h 1219697"/>
                <a:gd name="connsiteX1-43" fmla="*/ 0 w 1040633"/>
                <a:gd name="connsiteY1-44" fmla="*/ 0 h 1219697"/>
                <a:gd name="connsiteX2-45" fmla="*/ 1040633 w 1040633"/>
                <a:gd name="connsiteY2-46" fmla="*/ 16785 h 1219697"/>
                <a:gd name="connsiteX3-47" fmla="*/ 833625 w 1040633"/>
                <a:gd name="connsiteY3-48" fmla="*/ 1219697 h 1219697"/>
                <a:gd name="connsiteX4-49" fmla="*/ 418712 w 1040633"/>
                <a:gd name="connsiteY4-50" fmla="*/ 1189324 h 1219697"/>
                <a:gd name="connsiteX5" fmla="*/ 139870 w 1040633"/>
                <a:gd name="connsiteY5" fmla="*/ 1191723 h 1219697"/>
                <a:gd name="connsiteX0-51" fmla="*/ 139870 w 1040633"/>
                <a:gd name="connsiteY0-52" fmla="*/ 1191723 h 1355926"/>
                <a:gd name="connsiteX1-53" fmla="*/ 0 w 1040633"/>
                <a:gd name="connsiteY1-54" fmla="*/ 0 h 1355926"/>
                <a:gd name="connsiteX2-55" fmla="*/ 1040633 w 1040633"/>
                <a:gd name="connsiteY2-56" fmla="*/ 16785 h 1355926"/>
                <a:gd name="connsiteX3-57" fmla="*/ 833625 w 1040633"/>
                <a:gd name="connsiteY3-58" fmla="*/ 1219697 h 1355926"/>
                <a:gd name="connsiteX4-59" fmla="*/ 139870 w 1040633"/>
                <a:gd name="connsiteY4-60" fmla="*/ 1191723 h 1355926"/>
                <a:gd name="connsiteX0-61" fmla="*/ 139870 w 1040633"/>
                <a:gd name="connsiteY0-62" fmla="*/ 1191723 h 1289901"/>
                <a:gd name="connsiteX1-63" fmla="*/ 0 w 1040633"/>
                <a:gd name="connsiteY1-64" fmla="*/ 0 h 1289901"/>
                <a:gd name="connsiteX2-65" fmla="*/ 1040633 w 1040633"/>
                <a:gd name="connsiteY2-66" fmla="*/ 16785 h 1289901"/>
                <a:gd name="connsiteX3-67" fmla="*/ 833625 w 1040633"/>
                <a:gd name="connsiteY3-68" fmla="*/ 1219697 h 1289901"/>
                <a:gd name="connsiteX4-69" fmla="*/ 139870 w 1040633"/>
                <a:gd name="connsiteY4-70" fmla="*/ 1191723 h 1289901"/>
                <a:gd name="connsiteX0-71" fmla="*/ 139870 w 1040633"/>
                <a:gd name="connsiteY0-72" fmla="*/ 1191723 h 1219697"/>
                <a:gd name="connsiteX1-73" fmla="*/ 0 w 1040633"/>
                <a:gd name="connsiteY1-74" fmla="*/ 0 h 1219697"/>
                <a:gd name="connsiteX2-75" fmla="*/ 1040633 w 1040633"/>
                <a:gd name="connsiteY2-76" fmla="*/ 16785 h 1219697"/>
                <a:gd name="connsiteX3-77" fmla="*/ 833625 w 1040633"/>
                <a:gd name="connsiteY3-78" fmla="*/ 1219697 h 1219697"/>
                <a:gd name="connsiteX4-79" fmla="*/ 139870 w 1040633"/>
                <a:gd name="connsiteY4-80" fmla="*/ 1191723 h 1219697"/>
                <a:gd name="connsiteX0-81" fmla="*/ 139870 w 1040633"/>
                <a:gd name="connsiteY0-82" fmla="*/ 1191723 h 1191723"/>
                <a:gd name="connsiteX1-83" fmla="*/ 0 w 1040633"/>
                <a:gd name="connsiteY1-84" fmla="*/ 0 h 1191723"/>
                <a:gd name="connsiteX2-85" fmla="*/ 1040633 w 1040633"/>
                <a:gd name="connsiteY2-86" fmla="*/ 16785 h 1191723"/>
                <a:gd name="connsiteX3-87" fmla="*/ 671988 w 1040633"/>
                <a:gd name="connsiteY3-88" fmla="*/ 1158121 h 1191723"/>
                <a:gd name="connsiteX4-89" fmla="*/ 139870 w 1040633"/>
                <a:gd name="connsiteY4-90" fmla="*/ 1191723 h 1191723"/>
                <a:gd name="connsiteX0-91" fmla="*/ 363082 w 1040633"/>
                <a:gd name="connsiteY0-92" fmla="*/ 1160935 h 1160935"/>
                <a:gd name="connsiteX1-93" fmla="*/ 0 w 1040633"/>
                <a:gd name="connsiteY1-94" fmla="*/ 0 h 1160935"/>
                <a:gd name="connsiteX2-95" fmla="*/ 1040633 w 1040633"/>
                <a:gd name="connsiteY2-96" fmla="*/ 16785 h 1160935"/>
                <a:gd name="connsiteX3-97" fmla="*/ 671988 w 1040633"/>
                <a:gd name="connsiteY3-98" fmla="*/ 1158121 h 1160935"/>
                <a:gd name="connsiteX4-99" fmla="*/ 363082 w 1040633"/>
                <a:gd name="connsiteY4-100" fmla="*/ 1160935 h 1160935"/>
                <a:gd name="connsiteX0-101" fmla="*/ 363082 w 1040633"/>
                <a:gd name="connsiteY0-102" fmla="*/ 1160935 h 1160935"/>
                <a:gd name="connsiteX1-103" fmla="*/ 0 w 1040633"/>
                <a:gd name="connsiteY1-104" fmla="*/ 0 h 1160935"/>
                <a:gd name="connsiteX2-105" fmla="*/ 1040633 w 1040633"/>
                <a:gd name="connsiteY2-106" fmla="*/ 16785 h 1160935"/>
                <a:gd name="connsiteX3-107" fmla="*/ 671988 w 1040633"/>
                <a:gd name="connsiteY3-108" fmla="*/ 1158121 h 1160935"/>
                <a:gd name="connsiteX4-109" fmla="*/ 363082 w 1040633"/>
                <a:gd name="connsiteY4-110" fmla="*/ 1160935 h 1160935"/>
                <a:gd name="connsiteX0-111" fmla="*/ 363082 w 1040633"/>
                <a:gd name="connsiteY0-112" fmla="*/ 1160935 h 1160935"/>
                <a:gd name="connsiteX1-113" fmla="*/ 0 w 1040633"/>
                <a:gd name="connsiteY1-114" fmla="*/ 0 h 1160935"/>
                <a:gd name="connsiteX2-115" fmla="*/ 1040633 w 1040633"/>
                <a:gd name="connsiteY2-116" fmla="*/ 16785 h 1160935"/>
                <a:gd name="connsiteX3-117" fmla="*/ 671988 w 1040633"/>
                <a:gd name="connsiteY3-118" fmla="*/ 1158121 h 1160935"/>
                <a:gd name="connsiteX4-119" fmla="*/ 363082 w 1040633"/>
                <a:gd name="connsiteY4-120" fmla="*/ 1160935 h 1160935"/>
                <a:gd name="connsiteX0-121" fmla="*/ 363082 w 1040633"/>
                <a:gd name="connsiteY0-122" fmla="*/ 1160935 h 1160935"/>
                <a:gd name="connsiteX1-123" fmla="*/ 0 w 1040633"/>
                <a:gd name="connsiteY1-124" fmla="*/ 0 h 1160935"/>
                <a:gd name="connsiteX2-125" fmla="*/ 1040633 w 1040633"/>
                <a:gd name="connsiteY2-126" fmla="*/ 16785 h 1160935"/>
                <a:gd name="connsiteX3-127" fmla="*/ 671988 w 1040633"/>
                <a:gd name="connsiteY3-128" fmla="*/ 1158121 h 1160935"/>
                <a:gd name="connsiteX4-129" fmla="*/ 363082 w 1040633"/>
                <a:gd name="connsiteY4-130" fmla="*/ 1160935 h 1160935"/>
                <a:gd name="connsiteX0-131" fmla="*/ 363082 w 1040633"/>
                <a:gd name="connsiteY0-132" fmla="*/ 1160935 h 1160935"/>
                <a:gd name="connsiteX1-133" fmla="*/ 0 w 1040633"/>
                <a:gd name="connsiteY1-134" fmla="*/ 0 h 1160935"/>
                <a:gd name="connsiteX2-135" fmla="*/ 1040633 w 1040633"/>
                <a:gd name="connsiteY2-136" fmla="*/ 16785 h 1160935"/>
                <a:gd name="connsiteX3-137" fmla="*/ 671988 w 1040633"/>
                <a:gd name="connsiteY3-138" fmla="*/ 1158121 h 1160935"/>
                <a:gd name="connsiteX4-139" fmla="*/ 363082 w 1040633"/>
                <a:gd name="connsiteY4-140" fmla="*/ 1160935 h 1160935"/>
                <a:gd name="connsiteX0-141" fmla="*/ 363082 w 1040633"/>
                <a:gd name="connsiteY0-142" fmla="*/ 1160935 h 1160935"/>
                <a:gd name="connsiteX1-143" fmla="*/ 0 w 1040633"/>
                <a:gd name="connsiteY1-144" fmla="*/ 0 h 1160935"/>
                <a:gd name="connsiteX2-145" fmla="*/ 1040633 w 1040633"/>
                <a:gd name="connsiteY2-146" fmla="*/ 16785 h 1160935"/>
                <a:gd name="connsiteX3-147" fmla="*/ 671988 w 1040633"/>
                <a:gd name="connsiteY3-148" fmla="*/ 1158121 h 1160935"/>
                <a:gd name="connsiteX4-149" fmla="*/ 363082 w 1040633"/>
                <a:gd name="connsiteY4-150" fmla="*/ 1160935 h 1160935"/>
                <a:gd name="connsiteX0-151" fmla="*/ 363082 w 1040633"/>
                <a:gd name="connsiteY0-152" fmla="*/ 1160935 h 1160935"/>
                <a:gd name="connsiteX1-153" fmla="*/ 0 w 1040633"/>
                <a:gd name="connsiteY1-154" fmla="*/ 0 h 1160935"/>
                <a:gd name="connsiteX2-155" fmla="*/ 1040633 w 1040633"/>
                <a:gd name="connsiteY2-156" fmla="*/ 16785 h 1160935"/>
                <a:gd name="connsiteX3-157" fmla="*/ 671988 w 1040633"/>
                <a:gd name="connsiteY3-158" fmla="*/ 1158121 h 1160935"/>
                <a:gd name="connsiteX4-159" fmla="*/ 363082 w 1040633"/>
                <a:gd name="connsiteY4-160" fmla="*/ 1160935 h 1160935"/>
                <a:gd name="connsiteX0-161" fmla="*/ 363082 w 778664"/>
                <a:gd name="connsiteY0-162" fmla="*/ 1160935 h 1160935"/>
                <a:gd name="connsiteX1-163" fmla="*/ 0 w 778664"/>
                <a:gd name="connsiteY1-164" fmla="*/ 0 h 1160935"/>
                <a:gd name="connsiteX2-165" fmla="*/ 778664 w 778664"/>
                <a:gd name="connsiteY2-166" fmla="*/ 130682 h 1160935"/>
                <a:gd name="connsiteX3-167" fmla="*/ 671988 w 778664"/>
                <a:gd name="connsiteY3-168" fmla="*/ 1158121 h 1160935"/>
                <a:gd name="connsiteX4-169" fmla="*/ 363082 w 778664"/>
                <a:gd name="connsiteY4-170" fmla="*/ 1160935 h 1160935"/>
                <a:gd name="connsiteX0-171" fmla="*/ 363082 w 778664"/>
                <a:gd name="connsiteY0-172" fmla="*/ 1160935 h 1160935"/>
                <a:gd name="connsiteX1-173" fmla="*/ 0 w 778664"/>
                <a:gd name="connsiteY1-174" fmla="*/ 0 h 1160935"/>
                <a:gd name="connsiteX2-175" fmla="*/ 778664 w 778664"/>
                <a:gd name="connsiteY2-176" fmla="*/ 130682 h 1160935"/>
                <a:gd name="connsiteX3-177" fmla="*/ 694768 w 778664"/>
                <a:gd name="connsiteY3-178" fmla="*/ 1112562 h 1160935"/>
                <a:gd name="connsiteX4-179" fmla="*/ 363082 w 778664"/>
                <a:gd name="connsiteY4-180" fmla="*/ 1160935 h 1160935"/>
                <a:gd name="connsiteX0-181" fmla="*/ 363082 w 778664"/>
                <a:gd name="connsiteY0-182" fmla="*/ 1160935 h 1160935"/>
                <a:gd name="connsiteX1-183" fmla="*/ 0 w 778664"/>
                <a:gd name="connsiteY1-184" fmla="*/ 0 h 1160935"/>
                <a:gd name="connsiteX2-185" fmla="*/ 778664 w 778664"/>
                <a:gd name="connsiteY2-186" fmla="*/ 130682 h 1160935"/>
                <a:gd name="connsiteX3-187" fmla="*/ 694768 w 778664"/>
                <a:gd name="connsiteY3-188" fmla="*/ 1112562 h 1160935"/>
                <a:gd name="connsiteX4-189" fmla="*/ 363082 w 778664"/>
                <a:gd name="connsiteY4-190" fmla="*/ 1160935 h 1160935"/>
                <a:gd name="connsiteX0-191" fmla="*/ 397252 w 778664"/>
                <a:gd name="connsiteY0-192" fmla="*/ 1103987 h 1112562"/>
                <a:gd name="connsiteX1-193" fmla="*/ 0 w 778664"/>
                <a:gd name="connsiteY1-194" fmla="*/ 0 h 1112562"/>
                <a:gd name="connsiteX2-195" fmla="*/ 778664 w 778664"/>
                <a:gd name="connsiteY2-196" fmla="*/ 130682 h 1112562"/>
                <a:gd name="connsiteX3-197" fmla="*/ 694768 w 778664"/>
                <a:gd name="connsiteY3-198" fmla="*/ 1112562 h 1112562"/>
                <a:gd name="connsiteX4-199" fmla="*/ 397252 w 778664"/>
                <a:gd name="connsiteY4-200" fmla="*/ 1103987 h 1112562"/>
                <a:gd name="connsiteX0-201" fmla="*/ 397252 w 778664"/>
                <a:gd name="connsiteY0-202" fmla="*/ 1103987 h 1112562"/>
                <a:gd name="connsiteX1-203" fmla="*/ 0 w 778664"/>
                <a:gd name="connsiteY1-204" fmla="*/ 0 h 1112562"/>
                <a:gd name="connsiteX2-205" fmla="*/ 778664 w 778664"/>
                <a:gd name="connsiteY2-206" fmla="*/ 130682 h 1112562"/>
                <a:gd name="connsiteX3-207" fmla="*/ 694768 w 778664"/>
                <a:gd name="connsiteY3-208" fmla="*/ 1112562 h 1112562"/>
                <a:gd name="connsiteX4-209" fmla="*/ 397252 w 778664"/>
                <a:gd name="connsiteY4-210" fmla="*/ 1103987 h 1112562"/>
                <a:gd name="connsiteX0-211" fmla="*/ 397252 w 778664"/>
                <a:gd name="connsiteY0-212" fmla="*/ 1103987 h 1112562"/>
                <a:gd name="connsiteX1-213" fmla="*/ 0 w 778664"/>
                <a:gd name="connsiteY1-214" fmla="*/ 0 h 1112562"/>
                <a:gd name="connsiteX2-215" fmla="*/ 778664 w 778664"/>
                <a:gd name="connsiteY2-216" fmla="*/ 130682 h 1112562"/>
                <a:gd name="connsiteX3-217" fmla="*/ 694768 w 778664"/>
                <a:gd name="connsiteY3-218" fmla="*/ 1112562 h 1112562"/>
                <a:gd name="connsiteX4-219" fmla="*/ 397252 w 778664"/>
                <a:gd name="connsiteY4-220" fmla="*/ 1103987 h 1112562"/>
                <a:gd name="connsiteX0-221" fmla="*/ 123893 w 505305"/>
                <a:gd name="connsiteY0-222" fmla="*/ 973305 h 981880"/>
                <a:gd name="connsiteX1-223" fmla="*/ 0 w 505305"/>
                <a:gd name="connsiteY1-224" fmla="*/ 28773 h 981880"/>
                <a:gd name="connsiteX2-225" fmla="*/ 505305 w 505305"/>
                <a:gd name="connsiteY2-226" fmla="*/ 0 h 981880"/>
                <a:gd name="connsiteX3-227" fmla="*/ 421409 w 505305"/>
                <a:gd name="connsiteY3-228" fmla="*/ 981880 h 981880"/>
                <a:gd name="connsiteX4-229" fmla="*/ 123893 w 505305"/>
                <a:gd name="connsiteY4-230" fmla="*/ 973305 h 981880"/>
                <a:gd name="connsiteX0-231" fmla="*/ 123893 w 505305"/>
                <a:gd name="connsiteY0-232" fmla="*/ 973305 h 981880"/>
                <a:gd name="connsiteX1-233" fmla="*/ 0 w 505305"/>
                <a:gd name="connsiteY1-234" fmla="*/ 28773 h 981880"/>
                <a:gd name="connsiteX2-235" fmla="*/ 505305 w 505305"/>
                <a:gd name="connsiteY2-236" fmla="*/ 0 h 981880"/>
                <a:gd name="connsiteX3-237" fmla="*/ 421409 w 505305"/>
                <a:gd name="connsiteY3-238" fmla="*/ 981880 h 981880"/>
                <a:gd name="connsiteX4-239" fmla="*/ 123893 w 505305"/>
                <a:gd name="connsiteY4-240" fmla="*/ 973305 h 981880"/>
                <a:gd name="connsiteX0-241" fmla="*/ 123893 w 505305"/>
                <a:gd name="connsiteY0-242" fmla="*/ 973305 h 981880"/>
                <a:gd name="connsiteX1-243" fmla="*/ 0 w 505305"/>
                <a:gd name="connsiteY1-244" fmla="*/ 28773 h 981880"/>
                <a:gd name="connsiteX2-245" fmla="*/ 505305 w 505305"/>
                <a:gd name="connsiteY2-246" fmla="*/ 0 h 981880"/>
                <a:gd name="connsiteX3-247" fmla="*/ 421409 w 505305"/>
                <a:gd name="connsiteY3-248" fmla="*/ 981880 h 981880"/>
                <a:gd name="connsiteX4-249" fmla="*/ 123893 w 505305"/>
                <a:gd name="connsiteY4-250" fmla="*/ 973305 h 981880"/>
                <a:gd name="connsiteX0-251" fmla="*/ 123893 w 505305"/>
                <a:gd name="connsiteY0-252" fmla="*/ 973305 h 981880"/>
                <a:gd name="connsiteX1-253" fmla="*/ 0 w 505305"/>
                <a:gd name="connsiteY1-254" fmla="*/ 28773 h 981880"/>
                <a:gd name="connsiteX2-255" fmla="*/ 505305 w 505305"/>
                <a:gd name="connsiteY2-256" fmla="*/ 0 h 981880"/>
                <a:gd name="connsiteX3-257" fmla="*/ 421409 w 505305"/>
                <a:gd name="connsiteY3-258" fmla="*/ 981880 h 981880"/>
                <a:gd name="connsiteX4-259" fmla="*/ 123893 w 505305"/>
                <a:gd name="connsiteY4-260" fmla="*/ 973305 h 981880"/>
                <a:gd name="connsiteX0-261" fmla="*/ 118198 w 499610"/>
                <a:gd name="connsiteY0-262" fmla="*/ 973305 h 981880"/>
                <a:gd name="connsiteX1-263" fmla="*/ 0 w 499610"/>
                <a:gd name="connsiteY1-264" fmla="*/ 11688 h 981880"/>
                <a:gd name="connsiteX2-265" fmla="*/ 499610 w 499610"/>
                <a:gd name="connsiteY2-266" fmla="*/ 0 h 981880"/>
                <a:gd name="connsiteX3-267" fmla="*/ 415714 w 499610"/>
                <a:gd name="connsiteY3-268" fmla="*/ 981880 h 981880"/>
                <a:gd name="connsiteX4-269" fmla="*/ 118198 w 499610"/>
                <a:gd name="connsiteY4-270" fmla="*/ 973305 h 981880"/>
                <a:gd name="connsiteX0-271" fmla="*/ 118198 w 499610"/>
                <a:gd name="connsiteY0-272" fmla="*/ 973305 h 981880"/>
                <a:gd name="connsiteX1-273" fmla="*/ 0 w 499610"/>
                <a:gd name="connsiteY1-274" fmla="*/ 11688 h 981880"/>
                <a:gd name="connsiteX2-275" fmla="*/ 499610 w 499610"/>
                <a:gd name="connsiteY2-276" fmla="*/ 0 h 981880"/>
                <a:gd name="connsiteX3-277" fmla="*/ 415714 w 499610"/>
                <a:gd name="connsiteY3-278" fmla="*/ 981880 h 981880"/>
                <a:gd name="connsiteX4-279" fmla="*/ 118198 w 499610"/>
                <a:gd name="connsiteY4-280" fmla="*/ 973305 h 981880"/>
                <a:gd name="connsiteX0-281" fmla="*/ 118198 w 499610"/>
                <a:gd name="connsiteY0-282" fmla="*/ 973305 h 981880"/>
                <a:gd name="connsiteX1-283" fmla="*/ 0 w 499610"/>
                <a:gd name="connsiteY1-284" fmla="*/ 11688 h 981880"/>
                <a:gd name="connsiteX2-285" fmla="*/ 499610 w 499610"/>
                <a:gd name="connsiteY2-286" fmla="*/ 0 h 981880"/>
                <a:gd name="connsiteX3-287" fmla="*/ 415714 w 499610"/>
                <a:gd name="connsiteY3-288" fmla="*/ 981880 h 981880"/>
                <a:gd name="connsiteX4-289" fmla="*/ 118198 w 499610"/>
                <a:gd name="connsiteY4-290" fmla="*/ 973305 h 981880"/>
                <a:gd name="connsiteX0-291" fmla="*/ 118198 w 499610"/>
                <a:gd name="connsiteY0-292" fmla="*/ 973305 h 981880"/>
                <a:gd name="connsiteX1-293" fmla="*/ 0 w 499610"/>
                <a:gd name="connsiteY1-294" fmla="*/ 11688 h 981880"/>
                <a:gd name="connsiteX2-295" fmla="*/ 499610 w 499610"/>
                <a:gd name="connsiteY2-296" fmla="*/ 0 h 981880"/>
                <a:gd name="connsiteX3-297" fmla="*/ 415714 w 499610"/>
                <a:gd name="connsiteY3-298" fmla="*/ 981880 h 981880"/>
                <a:gd name="connsiteX4-299" fmla="*/ 118198 w 499610"/>
                <a:gd name="connsiteY4-300" fmla="*/ 973305 h 981880"/>
                <a:gd name="connsiteX0-301" fmla="*/ 118198 w 499610"/>
                <a:gd name="connsiteY0-302" fmla="*/ 973305 h 981880"/>
                <a:gd name="connsiteX1-303" fmla="*/ 0 w 499610"/>
                <a:gd name="connsiteY1-304" fmla="*/ 11688 h 981880"/>
                <a:gd name="connsiteX2-305" fmla="*/ 499610 w 499610"/>
                <a:gd name="connsiteY2-306" fmla="*/ 0 h 981880"/>
                <a:gd name="connsiteX3-307" fmla="*/ 415714 w 499610"/>
                <a:gd name="connsiteY3-308" fmla="*/ 981880 h 981880"/>
                <a:gd name="connsiteX4-309" fmla="*/ 118198 w 499610"/>
                <a:gd name="connsiteY4-310" fmla="*/ 973305 h 981880"/>
                <a:gd name="connsiteX0-311" fmla="*/ 118198 w 499610"/>
                <a:gd name="connsiteY0-312" fmla="*/ 973305 h 976186"/>
                <a:gd name="connsiteX1-313" fmla="*/ 0 w 499610"/>
                <a:gd name="connsiteY1-314" fmla="*/ 11688 h 976186"/>
                <a:gd name="connsiteX2-315" fmla="*/ 499610 w 499610"/>
                <a:gd name="connsiteY2-316" fmla="*/ 0 h 976186"/>
                <a:gd name="connsiteX3-317" fmla="*/ 273339 w 499610"/>
                <a:gd name="connsiteY3-318" fmla="*/ 976186 h 976186"/>
                <a:gd name="connsiteX4-319" fmla="*/ 118198 w 499610"/>
                <a:gd name="connsiteY4-320" fmla="*/ 973305 h 976186"/>
                <a:gd name="connsiteX0-321" fmla="*/ 118198 w 499610"/>
                <a:gd name="connsiteY0-322" fmla="*/ 973305 h 976186"/>
                <a:gd name="connsiteX1-323" fmla="*/ 0 w 499610"/>
                <a:gd name="connsiteY1-324" fmla="*/ 11688 h 976186"/>
                <a:gd name="connsiteX2-325" fmla="*/ 499610 w 499610"/>
                <a:gd name="connsiteY2-326" fmla="*/ 0 h 976186"/>
                <a:gd name="connsiteX3-327" fmla="*/ 273339 w 499610"/>
                <a:gd name="connsiteY3-328" fmla="*/ 976186 h 976186"/>
                <a:gd name="connsiteX4-329" fmla="*/ 118198 w 499610"/>
                <a:gd name="connsiteY4-330" fmla="*/ 973305 h 976186"/>
                <a:gd name="connsiteX0-331" fmla="*/ 197928 w 499610"/>
                <a:gd name="connsiteY0-332" fmla="*/ 973305 h 976186"/>
                <a:gd name="connsiteX1-333" fmla="*/ 0 w 499610"/>
                <a:gd name="connsiteY1-334" fmla="*/ 11688 h 976186"/>
                <a:gd name="connsiteX2-335" fmla="*/ 499610 w 499610"/>
                <a:gd name="connsiteY2-336" fmla="*/ 0 h 976186"/>
                <a:gd name="connsiteX3-337" fmla="*/ 273339 w 499610"/>
                <a:gd name="connsiteY3-338" fmla="*/ 976186 h 976186"/>
                <a:gd name="connsiteX4-339" fmla="*/ 197928 w 499610"/>
                <a:gd name="connsiteY4-340" fmla="*/ 973305 h 976186"/>
                <a:gd name="connsiteX0-341" fmla="*/ 197928 w 499610"/>
                <a:gd name="connsiteY0-342" fmla="*/ 973305 h 976186"/>
                <a:gd name="connsiteX1-343" fmla="*/ 0 w 499610"/>
                <a:gd name="connsiteY1-344" fmla="*/ 11688 h 976186"/>
                <a:gd name="connsiteX2-345" fmla="*/ 499610 w 499610"/>
                <a:gd name="connsiteY2-346" fmla="*/ 0 h 976186"/>
                <a:gd name="connsiteX3-347" fmla="*/ 273339 w 499610"/>
                <a:gd name="connsiteY3-348" fmla="*/ 976186 h 976186"/>
                <a:gd name="connsiteX4-349" fmla="*/ 197928 w 499610"/>
                <a:gd name="connsiteY4-350" fmla="*/ 973305 h 976186"/>
                <a:gd name="connsiteX0-351" fmla="*/ 197928 w 499610"/>
                <a:gd name="connsiteY0-352" fmla="*/ 973305 h 976186"/>
                <a:gd name="connsiteX1-353" fmla="*/ 0 w 499610"/>
                <a:gd name="connsiteY1-354" fmla="*/ 11688 h 976186"/>
                <a:gd name="connsiteX2-355" fmla="*/ 499610 w 499610"/>
                <a:gd name="connsiteY2-356" fmla="*/ 0 h 976186"/>
                <a:gd name="connsiteX3-357" fmla="*/ 273339 w 499610"/>
                <a:gd name="connsiteY3-358" fmla="*/ 976186 h 976186"/>
                <a:gd name="connsiteX4-359" fmla="*/ 197928 w 499610"/>
                <a:gd name="connsiteY4-360" fmla="*/ 973305 h 976186"/>
                <a:gd name="connsiteX0-361" fmla="*/ 197928 w 499610"/>
                <a:gd name="connsiteY0-362" fmla="*/ 973305 h 976186"/>
                <a:gd name="connsiteX1-363" fmla="*/ 0 w 499610"/>
                <a:gd name="connsiteY1-364" fmla="*/ 11688 h 976186"/>
                <a:gd name="connsiteX2-365" fmla="*/ 499610 w 499610"/>
                <a:gd name="connsiteY2-366" fmla="*/ 0 h 976186"/>
                <a:gd name="connsiteX3-367" fmla="*/ 273339 w 499610"/>
                <a:gd name="connsiteY3-368" fmla="*/ 976186 h 976186"/>
                <a:gd name="connsiteX4-369" fmla="*/ 197928 w 499610"/>
                <a:gd name="connsiteY4-370" fmla="*/ 973305 h 976186"/>
                <a:gd name="connsiteX0-371" fmla="*/ 197928 w 503138"/>
                <a:gd name="connsiteY0-372" fmla="*/ 961687 h 964568"/>
                <a:gd name="connsiteX1-373" fmla="*/ 0 w 503138"/>
                <a:gd name="connsiteY1-374" fmla="*/ 70 h 964568"/>
                <a:gd name="connsiteX2-375" fmla="*/ 503138 w 503138"/>
                <a:gd name="connsiteY2-376" fmla="*/ 154187 h 964568"/>
                <a:gd name="connsiteX3-377" fmla="*/ 273339 w 503138"/>
                <a:gd name="connsiteY3-378" fmla="*/ 964568 h 964568"/>
                <a:gd name="connsiteX4-379" fmla="*/ 197928 w 503138"/>
                <a:gd name="connsiteY4-380" fmla="*/ 961687 h 964568"/>
                <a:gd name="connsiteX0-381" fmla="*/ 201456 w 506666"/>
                <a:gd name="connsiteY0-382" fmla="*/ 807500 h 810381"/>
                <a:gd name="connsiteX1-383" fmla="*/ 0 w 506666"/>
                <a:gd name="connsiteY1-384" fmla="*/ 15216 h 810381"/>
                <a:gd name="connsiteX2-385" fmla="*/ 506666 w 506666"/>
                <a:gd name="connsiteY2-386" fmla="*/ 0 h 810381"/>
                <a:gd name="connsiteX3-387" fmla="*/ 276867 w 506666"/>
                <a:gd name="connsiteY3-388" fmla="*/ 810381 h 810381"/>
                <a:gd name="connsiteX4-389" fmla="*/ 201456 w 506666"/>
                <a:gd name="connsiteY4-390" fmla="*/ 807500 h 810381"/>
                <a:gd name="connsiteX0-391" fmla="*/ 201456 w 506666"/>
                <a:gd name="connsiteY0-392" fmla="*/ 807500 h 811593"/>
                <a:gd name="connsiteX1-393" fmla="*/ 0 w 506666"/>
                <a:gd name="connsiteY1-394" fmla="*/ 15216 h 811593"/>
                <a:gd name="connsiteX2-395" fmla="*/ 506666 w 506666"/>
                <a:gd name="connsiteY2-396" fmla="*/ 0 h 811593"/>
                <a:gd name="connsiteX3-397" fmla="*/ 276867 w 506666"/>
                <a:gd name="connsiteY3-398" fmla="*/ 810381 h 811593"/>
                <a:gd name="connsiteX4-399" fmla="*/ 201456 w 506666"/>
                <a:gd name="connsiteY4-400" fmla="*/ 807500 h 811593"/>
                <a:gd name="connsiteX0-401" fmla="*/ 135576 w 506666"/>
                <a:gd name="connsiteY0-402" fmla="*/ 818480 h 818480"/>
                <a:gd name="connsiteX1-403" fmla="*/ 0 w 506666"/>
                <a:gd name="connsiteY1-404" fmla="*/ 15216 h 818480"/>
                <a:gd name="connsiteX2-405" fmla="*/ 506666 w 506666"/>
                <a:gd name="connsiteY2-406" fmla="*/ 0 h 818480"/>
                <a:gd name="connsiteX3-407" fmla="*/ 276867 w 506666"/>
                <a:gd name="connsiteY3-408" fmla="*/ 810381 h 818480"/>
                <a:gd name="connsiteX4-409" fmla="*/ 135576 w 506666"/>
                <a:gd name="connsiteY4-410" fmla="*/ 818480 h 818480"/>
                <a:gd name="connsiteX0-411" fmla="*/ 135576 w 506666"/>
                <a:gd name="connsiteY0-412" fmla="*/ 818480 h 818480"/>
                <a:gd name="connsiteX1-413" fmla="*/ 0 w 506666"/>
                <a:gd name="connsiteY1-414" fmla="*/ 15216 h 818480"/>
                <a:gd name="connsiteX2-415" fmla="*/ 506666 w 506666"/>
                <a:gd name="connsiteY2-416" fmla="*/ 0 h 818480"/>
                <a:gd name="connsiteX3-417" fmla="*/ 331766 w 506666"/>
                <a:gd name="connsiteY3-418" fmla="*/ 803061 h 818480"/>
                <a:gd name="connsiteX4-419" fmla="*/ 135576 w 506666"/>
                <a:gd name="connsiteY4-420" fmla="*/ 818480 h 818480"/>
                <a:gd name="connsiteX0-421" fmla="*/ 135576 w 506666"/>
                <a:gd name="connsiteY0-422" fmla="*/ 818480 h 818480"/>
                <a:gd name="connsiteX1-423" fmla="*/ 0 w 506666"/>
                <a:gd name="connsiteY1-424" fmla="*/ 15216 h 818480"/>
                <a:gd name="connsiteX2-425" fmla="*/ 506666 w 506666"/>
                <a:gd name="connsiteY2-426" fmla="*/ 0 h 818480"/>
                <a:gd name="connsiteX3-427" fmla="*/ 331766 w 506666"/>
                <a:gd name="connsiteY3-428" fmla="*/ 803061 h 818480"/>
                <a:gd name="connsiteX4-429" fmla="*/ 135576 w 506666"/>
                <a:gd name="connsiteY4-430" fmla="*/ 818480 h 818480"/>
                <a:gd name="connsiteX0-431" fmla="*/ 135576 w 506666"/>
                <a:gd name="connsiteY0-432" fmla="*/ 818480 h 818480"/>
                <a:gd name="connsiteX1-433" fmla="*/ 0 w 506666"/>
                <a:gd name="connsiteY1-434" fmla="*/ 15216 h 818480"/>
                <a:gd name="connsiteX2-435" fmla="*/ 506666 w 506666"/>
                <a:gd name="connsiteY2-436" fmla="*/ 0 h 818480"/>
                <a:gd name="connsiteX3-437" fmla="*/ 331766 w 506666"/>
                <a:gd name="connsiteY3-438" fmla="*/ 803061 h 818480"/>
                <a:gd name="connsiteX4-439" fmla="*/ 135576 w 506666"/>
                <a:gd name="connsiteY4-440" fmla="*/ 818480 h 818480"/>
                <a:gd name="connsiteX0-441" fmla="*/ 135576 w 506666"/>
                <a:gd name="connsiteY0-442" fmla="*/ 818480 h 818480"/>
                <a:gd name="connsiteX1-443" fmla="*/ 0 w 506666"/>
                <a:gd name="connsiteY1-444" fmla="*/ 7896 h 818480"/>
                <a:gd name="connsiteX2-445" fmla="*/ 506666 w 506666"/>
                <a:gd name="connsiteY2-446" fmla="*/ 0 h 818480"/>
                <a:gd name="connsiteX3-447" fmla="*/ 331766 w 506666"/>
                <a:gd name="connsiteY3-448" fmla="*/ 803061 h 818480"/>
                <a:gd name="connsiteX4-449" fmla="*/ 135576 w 506666"/>
                <a:gd name="connsiteY4-450" fmla="*/ 818480 h 818480"/>
                <a:gd name="connsiteX0-451" fmla="*/ 135576 w 506666"/>
                <a:gd name="connsiteY0-452" fmla="*/ 818480 h 818480"/>
                <a:gd name="connsiteX1-453" fmla="*/ 0 w 506666"/>
                <a:gd name="connsiteY1-454" fmla="*/ 7896 h 818480"/>
                <a:gd name="connsiteX2-455" fmla="*/ 506666 w 506666"/>
                <a:gd name="connsiteY2-456" fmla="*/ 0 h 818480"/>
                <a:gd name="connsiteX3-457" fmla="*/ 331766 w 506666"/>
                <a:gd name="connsiteY3-458" fmla="*/ 803061 h 818480"/>
                <a:gd name="connsiteX4-459" fmla="*/ 135576 w 506666"/>
                <a:gd name="connsiteY4-460" fmla="*/ 818480 h 818480"/>
                <a:gd name="connsiteX0-461" fmla="*/ 45472 w 559302"/>
                <a:gd name="connsiteY0-462" fmla="*/ 807500 h 807500"/>
                <a:gd name="connsiteX1-463" fmla="*/ 52636 w 559302"/>
                <a:gd name="connsiteY1-464" fmla="*/ 7896 h 807500"/>
                <a:gd name="connsiteX2-465" fmla="*/ 559302 w 559302"/>
                <a:gd name="connsiteY2-466" fmla="*/ 0 h 807500"/>
                <a:gd name="connsiteX3-467" fmla="*/ 384402 w 559302"/>
                <a:gd name="connsiteY3-468" fmla="*/ 803061 h 807500"/>
                <a:gd name="connsiteX4-469" fmla="*/ 45472 w 559302"/>
                <a:gd name="connsiteY4-470" fmla="*/ 807500 h 807500"/>
                <a:gd name="connsiteX0-471" fmla="*/ 21974 w 535804"/>
                <a:gd name="connsiteY0-472" fmla="*/ 807500 h 807500"/>
                <a:gd name="connsiteX1-473" fmla="*/ 29138 w 535804"/>
                <a:gd name="connsiteY1-474" fmla="*/ 7896 h 807500"/>
                <a:gd name="connsiteX2-475" fmla="*/ 535804 w 535804"/>
                <a:gd name="connsiteY2-476" fmla="*/ 0 h 807500"/>
                <a:gd name="connsiteX3-477" fmla="*/ 360904 w 535804"/>
                <a:gd name="connsiteY3-478" fmla="*/ 803061 h 807500"/>
                <a:gd name="connsiteX4-479" fmla="*/ 21974 w 535804"/>
                <a:gd name="connsiteY4-480" fmla="*/ 807500 h 807500"/>
                <a:gd name="connsiteX0-481" fmla="*/ 128256 w 506666"/>
                <a:gd name="connsiteY0-482" fmla="*/ 829461 h 829461"/>
                <a:gd name="connsiteX1-483" fmla="*/ 0 w 506666"/>
                <a:gd name="connsiteY1-484" fmla="*/ 7896 h 829461"/>
                <a:gd name="connsiteX2-485" fmla="*/ 506666 w 506666"/>
                <a:gd name="connsiteY2-486" fmla="*/ 0 h 829461"/>
                <a:gd name="connsiteX3-487" fmla="*/ 331766 w 506666"/>
                <a:gd name="connsiteY3-488" fmla="*/ 803061 h 829461"/>
                <a:gd name="connsiteX4-489" fmla="*/ 128256 w 506666"/>
                <a:gd name="connsiteY4-490" fmla="*/ 829461 h 829461"/>
                <a:gd name="connsiteX0-491" fmla="*/ 128256 w 506666"/>
                <a:gd name="connsiteY0-492" fmla="*/ 829461 h 829461"/>
                <a:gd name="connsiteX1-493" fmla="*/ 0 w 506666"/>
                <a:gd name="connsiteY1-494" fmla="*/ 7896 h 829461"/>
                <a:gd name="connsiteX2-495" fmla="*/ 506666 w 506666"/>
                <a:gd name="connsiteY2-496" fmla="*/ 0 h 829461"/>
                <a:gd name="connsiteX3-497" fmla="*/ 331766 w 506666"/>
                <a:gd name="connsiteY3-498" fmla="*/ 803061 h 829461"/>
                <a:gd name="connsiteX4-499" fmla="*/ 128256 w 506666"/>
                <a:gd name="connsiteY4-500" fmla="*/ 829461 h 829461"/>
                <a:gd name="connsiteX0-501" fmla="*/ 128256 w 506666"/>
                <a:gd name="connsiteY0-502" fmla="*/ 829461 h 829461"/>
                <a:gd name="connsiteX1-503" fmla="*/ 0 w 506666"/>
                <a:gd name="connsiteY1-504" fmla="*/ 7896 h 829461"/>
                <a:gd name="connsiteX2-505" fmla="*/ 506666 w 506666"/>
                <a:gd name="connsiteY2-506" fmla="*/ 0 h 829461"/>
                <a:gd name="connsiteX3-507" fmla="*/ 331766 w 506666"/>
                <a:gd name="connsiteY3-508" fmla="*/ 803061 h 829461"/>
                <a:gd name="connsiteX4-509" fmla="*/ 128256 w 506666"/>
                <a:gd name="connsiteY4-510" fmla="*/ 829461 h 829461"/>
                <a:gd name="connsiteX0-511" fmla="*/ 128256 w 506666"/>
                <a:gd name="connsiteY0-512" fmla="*/ 829461 h 830473"/>
                <a:gd name="connsiteX1-513" fmla="*/ 0 w 506666"/>
                <a:gd name="connsiteY1-514" fmla="*/ 7896 h 830473"/>
                <a:gd name="connsiteX2-515" fmla="*/ 506666 w 506666"/>
                <a:gd name="connsiteY2-516" fmla="*/ 0 h 830473"/>
                <a:gd name="connsiteX3-517" fmla="*/ 331766 w 506666"/>
                <a:gd name="connsiteY3-518" fmla="*/ 828681 h 830473"/>
                <a:gd name="connsiteX4-519" fmla="*/ 128256 w 506666"/>
                <a:gd name="connsiteY4-520" fmla="*/ 829461 h 830473"/>
                <a:gd name="connsiteX0-521" fmla="*/ 128256 w 506666"/>
                <a:gd name="connsiteY0-522" fmla="*/ 829461 h 830473"/>
                <a:gd name="connsiteX1-523" fmla="*/ 0 w 506666"/>
                <a:gd name="connsiteY1-524" fmla="*/ 7896 h 830473"/>
                <a:gd name="connsiteX2-525" fmla="*/ 506666 w 506666"/>
                <a:gd name="connsiteY2-526" fmla="*/ 0 h 830473"/>
                <a:gd name="connsiteX3-527" fmla="*/ 331766 w 506666"/>
                <a:gd name="connsiteY3-528" fmla="*/ 828681 h 830473"/>
                <a:gd name="connsiteX4-529" fmla="*/ 128256 w 506666"/>
                <a:gd name="connsiteY4-530" fmla="*/ 829461 h 830473"/>
                <a:gd name="connsiteX0-531" fmla="*/ 128256 w 506666"/>
                <a:gd name="connsiteY0-532" fmla="*/ 821565 h 822577"/>
                <a:gd name="connsiteX1-533" fmla="*/ 0 w 506666"/>
                <a:gd name="connsiteY1-534" fmla="*/ 0 h 822577"/>
                <a:gd name="connsiteX2-535" fmla="*/ 506666 w 506666"/>
                <a:gd name="connsiteY2-536" fmla="*/ 255115 h 822577"/>
                <a:gd name="connsiteX3-537" fmla="*/ 331766 w 506666"/>
                <a:gd name="connsiteY3-538" fmla="*/ 820785 h 822577"/>
                <a:gd name="connsiteX4-539" fmla="*/ 128256 w 506666"/>
                <a:gd name="connsiteY4-540" fmla="*/ 821565 h 822577"/>
                <a:gd name="connsiteX0-541" fmla="*/ 128256 w 506666"/>
                <a:gd name="connsiteY0-542" fmla="*/ 821565 h 822577"/>
                <a:gd name="connsiteX1-543" fmla="*/ 0 w 506666"/>
                <a:gd name="connsiteY1-544" fmla="*/ 0 h 822577"/>
                <a:gd name="connsiteX2-545" fmla="*/ 506666 w 506666"/>
                <a:gd name="connsiteY2-546" fmla="*/ 255115 h 822577"/>
                <a:gd name="connsiteX3-547" fmla="*/ 331766 w 506666"/>
                <a:gd name="connsiteY3-548" fmla="*/ 820785 h 822577"/>
                <a:gd name="connsiteX4-549" fmla="*/ 128256 w 506666"/>
                <a:gd name="connsiteY4-550" fmla="*/ 821565 h 822577"/>
                <a:gd name="connsiteX0-551" fmla="*/ 128256 w 506666"/>
                <a:gd name="connsiteY0-552" fmla="*/ 821565 h 822577"/>
                <a:gd name="connsiteX1-553" fmla="*/ 0 w 506666"/>
                <a:gd name="connsiteY1-554" fmla="*/ 0 h 822577"/>
                <a:gd name="connsiteX2-555" fmla="*/ 506666 w 506666"/>
                <a:gd name="connsiteY2-556" fmla="*/ 255115 h 822577"/>
                <a:gd name="connsiteX3-557" fmla="*/ 331766 w 506666"/>
                <a:gd name="connsiteY3-558" fmla="*/ 820785 h 822577"/>
                <a:gd name="connsiteX4-559" fmla="*/ 128256 w 506666"/>
                <a:gd name="connsiteY4-560" fmla="*/ 821565 h 822577"/>
                <a:gd name="connsiteX0-561" fmla="*/ 135770 w 514180"/>
                <a:gd name="connsiteY0-562" fmla="*/ 577341 h 578353"/>
                <a:gd name="connsiteX1-563" fmla="*/ 0 w 514180"/>
                <a:gd name="connsiteY1-564" fmla="*/ 0 h 578353"/>
                <a:gd name="connsiteX2-565" fmla="*/ 514180 w 514180"/>
                <a:gd name="connsiteY2-566" fmla="*/ 10891 h 578353"/>
                <a:gd name="connsiteX3-567" fmla="*/ 339280 w 514180"/>
                <a:gd name="connsiteY3-568" fmla="*/ 576561 h 578353"/>
                <a:gd name="connsiteX4-569" fmla="*/ 135770 w 514180"/>
                <a:gd name="connsiteY4-570" fmla="*/ 577341 h 578353"/>
                <a:gd name="connsiteX0-571" fmla="*/ 135770 w 514180"/>
                <a:gd name="connsiteY0-572" fmla="*/ 577341 h 578353"/>
                <a:gd name="connsiteX1-573" fmla="*/ 0 w 514180"/>
                <a:gd name="connsiteY1-574" fmla="*/ 0 h 578353"/>
                <a:gd name="connsiteX2-575" fmla="*/ 514180 w 514180"/>
                <a:gd name="connsiteY2-576" fmla="*/ 10891 h 578353"/>
                <a:gd name="connsiteX3-577" fmla="*/ 339280 w 514180"/>
                <a:gd name="connsiteY3-578" fmla="*/ 576561 h 578353"/>
                <a:gd name="connsiteX4-579" fmla="*/ 135770 w 514180"/>
                <a:gd name="connsiteY4-580" fmla="*/ 577341 h 578353"/>
                <a:gd name="connsiteX0-581" fmla="*/ 135770 w 514180"/>
                <a:gd name="connsiteY0-582" fmla="*/ 577341 h 578353"/>
                <a:gd name="connsiteX1-583" fmla="*/ 0 w 514180"/>
                <a:gd name="connsiteY1-584" fmla="*/ 0 h 578353"/>
                <a:gd name="connsiteX2-585" fmla="*/ 514180 w 514180"/>
                <a:gd name="connsiteY2-586" fmla="*/ 10891 h 578353"/>
                <a:gd name="connsiteX3-587" fmla="*/ 339280 w 514180"/>
                <a:gd name="connsiteY3-588" fmla="*/ 576561 h 578353"/>
                <a:gd name="connsiteX4-589" fmla="*/ 135770 w 514180"/>
                <a:gd name="connsiteY4-590" fmla="*/ 577341 h 57835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514180" h="578353">
                  <a:moveTo>
                    <a:pt x="135770" y="577341"/>
                  </a:moveTo>
                  <a:cubicBezTo>
                    <a:pt x="50587" y="214237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26658" y="280104"/>
                    <a:pt x="339280" y="576561"/>
                  </a:cubicBezTo>
                  <a:cubicBezTo>
                    <a:pt x="292835" y="580865"/>
                    <a:pt x="203869" y="575875"/>
                    <a:pt x="135770" y="577341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5" name="Freeform 274"/>
            <p:cNvSpPr/>
            <p:nvPr/>
          </p:nvSpPr>
          <p:spPr>
            <a:xfrm>
              <a:off x="3521369" y="4919856"/>
              <a:ext cx="593675" cy="121583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-1" fmla="*/ 139870 w 1040633"/>
                <a:gd name="connsiteY0-2" fmla="*/ 1191723 h 1219697"/>
                <a:gd name="connsiteX1-3" fmla="*/ 0 w 1040633"/>
                <a:gd name="connsiteY1-4" fmla="*/ 0 h 1219697"/>
                <a:gd name="connsiteX2-5" fmla="*/ 1040633 w 1040633"/>
                <a:gd name="connsiteY2-6" fmla="*/ 16785 h 1219697"/>
                <a:gd name="connsiteX3-7" fmla="*/ 833625 w 1040633"/>
                <a:gd name="connsiteY3-8" fmla="*/ 1219697 h 1219697"/>
                <a:gd name="connsiteX4-9" fmla="*/ 139870 w 1040633"/>
                <a:gd name="connsiteY4-10" fmla="*/ 1191723 h 1219697"/>
                <a:gd name="connsiteX0-11" fmla="*/ 139870 w 1040633"/>
                <a:gd name="connsiteY0-12" fmla="*/ 1191723 h 1219697"/>
                <a:gd name="connsiteX1-13" fmla="*/ 0 w 1040633"/>
                <a:gd name="connsiteY1-14" fmla="*/ 0 h 1219697"/>
                <a:gd name="connsiteX2-15" fmla="*/ 1040633 w 1040633"/>
                <a:gd name="connsiteY2-16" fmla="*/ 16785 h 1219697"/>
                <a:gd name="connsiteX3-17" fmla="*/ 833625 w 1040633"/>
                <a:gd name="connsiteY3-18" fmla="*/ 1219697 h 1219697"/>
                <a:gd name="connsiteX4-19" fmla="*/ 139870 w 1040633"/>
                <a:gd name="connsiteY4-20" fmla="*/ 1191723 h 1219697"/>
                <a:gd name="connsiteX0-21" fmla="*/ 139870 w 1040633"/>
                <a:gd name="connsiteY0-22" fmla="*/ 1191723 h 1219697"/>
                <a:gd name="connsiteX1-23" fmla="*/ 0 w 1040633"/>
                <a:gd name="connsiteY1-24" fmla="*/ 0 h 1219697"/>
                <a:gd name="connsiteX2-25" fmla="*/ 1040633 w 1040633"/>
                <a:gd name="connsiteY2-26" fmla="*/ 16785 h 1219697"/>
                <a:gd name="connsiteX3-27" fmla="*/ 833625 w 1040633"/>
                <a:gd name="connsiteY3-28" fmla="*/ 1219697 h 1219697"/>
                <a:gd name="connsiteX4-29" fmla="*/ 139870 w 1040633"/>
                <a:gd name="connsiteY4-30" fmla="*/ 1191723 h 1219697"/>
                <a:gd name="connsiteX0-31" fmla="*/ 139870 w 1040633"/>
                <a:gd name="connsiteY0-32" fmla="*/ 1191723 h 1219697"/>
                <a:gd name="connsiteX1-33" fmla="*/ 0 w 1040633"/>
                <a:gd name="connsiteY1-34" fmla="*/ 0 h 1219697"/>
                <a:gd name="connsiteX2-35" fmla="*/ 1040633 w 1040633"/>
                <a:gd name="connsiteY2-36" fmla="*/ 16785 h 1219697"/>
                <a:gd name="connsiteX3-37" fmla="*/ 833625 w 1040633"/>
                <a:gd name="connsiteY3-38" fmla="*/ 1219697 h 1219697"/>
                <a:gd name="connsiteX4-39" fmla="*/ 139870 w 1040633"/>
                <a:gd name="connsiteY4-40" fmla="*/ 1191723 h 1219697"/>
                <a:gd name="connsiteX0-41" fmla="*/ 139870 w 1040633"/>
                <a:gd name="connsiteY0-42" fmla="*/ 1191723 h 1219697"/>
                <a:gd name="connsiteX1-43" fmla="*/ 0 w 1040633"/>
                <a:gd name="connsiteY1-44" fmla="*/ 0 h 1219697"/>
                <a:gd name="connsiteX2-45" fmla="*/ 1040633 w 1040633"/>
                <a:gd name="connsiteY2-46" fmla="*/ 16785 h 1219697"/>
                <a:gd name="connsiteX3-47" fmla="*/ 833625 w 1040633"/>
                <a:gd name="connsiteY3-48" fmla="*/ 1219697 h 1219697"/>
                <a:gd name="connsiteX4-49" fmla="*/ 418712 w 1040633"/>
                <a:gd name="connsiteY4-50" fmla="*/ 1189324 h 1219697"/>
                <a:gd name="connsiteX5" fmla="*/ 139870 w 1040633"/>
                <a:gd name="connsiteY5" fmla="*/ 1191723 h 1219697"/>
                <a:gd name="connsiteX0-51" fmla="*/ 139870 w 1040633"/>
                <a:gd name="connsiteY0-52" fmla="*/ 1191723 h 1355926"/>
                <a:gd name="connsiteX1-53" fmla="*/ 0 w 1040633"/>
                <a:gd name="connsiteY1-54" fmla="*/ 0 h 1355926"/>
                <a:gd name="connsiteX2-55" fmla="*/ 1040633 w 1040633"/>
                <a:gd name="connsiteY2-56" fmla="*/ 16785 h 1355926"/>
                <a:gd name="connsiteX3-57" fmla="*/ 833625 w 1040633"/>
                <a:gd name="connsiteY3-58" fmla="*/ 1219697 h 1355926"/>
                <a:gd name="connsiteX4-59" fmla="*/ 139870 w 1040633"/>
                <a:gd name="connsiteY4-60" fmla="*/ 1191723 h 1355926"/>
                <a:gd name="connsiteX0-61" fmla="*/ 139870 w 1040633"/>
                <a:gd name="connsiteY0-62" fmla="*/ 1191723 h 1289901"/>
                <a:gd name="connsiteX1-63" fmla="*/ 0 w 1040633"/>
                <a:gd name="connsiteY1-64" fmla="*/ 0 h 1289901"/>
                <a:gd name="connsiteX2-65" fmla="*/ 1040633 w 1040633"/>
                <a:gd name="connsiteY2-66" fmla="*/ 16785 h 1289901"/>
                <a:gd name="connsiteX3-67" fmla="*/ 833625 w 1040633"/>
                <a:gd name="connsiteY3-68" fmla="*/ 1219697 h 1289901"/>
                <a:gd name="connsiteX4-69" fmla="*/ 139870 w 1040633"/>
                <a:gd name="connsiteY4-70" fmla="*/ 1191723 h 1289901"/>
                <a:gd name="connsiteX0-71" fmla="*/ 139870 w 1040633"/>
                <a:gd name="connsiteY0-72" fmla="*/ 1191723 h 1219697"/>
                <a:gd name="connsiteX1-73" fmla="*/ 0 w 1040633"/>
                <a:gd name="connsiteY1-74" fmla="*/ 0 h 1219697"/>
                <a:gd name="connsiteX2-75" fmla="*/ 1040633 w 1040633"/>
                <a:gd name="connsiteY2-76" fmla="*/ 16785 h 1219697"/>
                <a:gd name="connsiteX3-77" fmla="*/ 833625 w 1040633"/>
                <a:gd name="connsiteY3-78" fmla="*/ 1219697 h 1219697"/>
                <a:gd name="connsiteX4-79" fmla="*/ 139870 w 1040633"/>
                <a:gd name="connsiteY4-80" fmla="*/ 1191723 h 1219697"/>
                <a:gd name="connsiteX0-81" fmla="*/ 139870 w 1040633"/>
                <a:gd name="connsiteY0-82" fmla="*/ 1191723 h 1191723"/>
                <a:gd name="connsiteX1-83" fmla="*/ 0 w 1040633"/>
                <a:gd name="connsiteY1-84" fmla="*/ 0 h 1191723"/>
                <a:gd name="connsiteX2-85" fmla="*/ 1040633 w 1040633"/>
                <a:gd name="connsiteY2-86" fmla="*/ 16785 h 1191723"/>
                <a:gd name="connsiteX3-87" fmla="*/ 671988 w 1040633"/>
                <a:gd name="connsiteY3-88" fmla="*/ 1158121 h 1191723"/>
                <a:gd name="connsiteX4-89" fmla="*/ 139870 w 1040633"/>
                <a:gd name="connsiteY4-90" fmla="*/ 1191723 h 1191723"/>
                <a:gd name="connsiteX0-91" fmla="*/ 363082 w 1040633"/>
                <a:gd name="connsiteY0-92" fmla="*/ 1160935 h 1160935"/>
                <a:gd name="connsiteX1-93" fmla="*/ 0 w 1040633"/>
                <a:gd name="connsiteY1-94" fmla="*/ 0 h 1160935"/>
                <a:gd name="connsiteX2-95" fmla="*/ 1040633 w 1040633"/>
                <a:gd name="connsiteY2-96" fmla="*/ 16785 h 1160935"/>
                <a:gd name="connsiteX3-97" fmla="*/ 671988 w 1040633"/>
                <a:gd name="connsiteY3-98" fmla="*/ 1158121 h 1160935"/>
                <a:gd name="connsiteX4-99" fmla="*/ 363082 w 1040633"/>
                <a:gd name="connsiteY4-100" fmla="*/ 1160935 h 1160935"/>
                <a:gd name="connsiteX0-101" fmla="*/ 363082 w 1040633"/>
                <a:gd name="connsiteY0-102" fmla="*/ 1160935 h 1160935"/>
                <a:gd name="connsiteX1-103" fmla="*/ 0 w 1040633"/>
                <a:gd name="connsiteY1-104" fmla="*/ 0 h 1160935"/>
                <a:gd name="connsiteX2-105" fmla="*/ 1040633 w 1040633"/>
                <a:gd name="connsiteY2-106" fmla="*/ 16785 h 1160935"/>
                <a:gd name="connsiteX3-107" fmla="*/ 671988 w 1040633"/>
                <a:gd name="connsiteY3-108" fmla="*/ 1158121 h 1160935"/>
                <a:gd name="connsiteX4-109" fmla="*/ 363082 w 1040633"/>
                <a:gd name="connsiteY4-110" fmla="*/ 1160935 h 1160935"/>
                <a:gd name="connsiteX0-111" fmla="*/ 363082 w 1040633"/>
                <a:gd name="connsiteY0-112" fmla="*/ 1160935 h 1160935"/>
                <a:gd name="connsiteX1-113" fmla="*/ 0 w 1040633"/>
                <a:gd name="connsiteY1-114" fmla="*/ 0 h 1160935"/>
                <a:gd name="connsiteX2-115" fmla="*/ 1040633 w 1040633"/>
                <a:gd name="connsiteY2-116" fmla="*/ 16785 h 1160935"/>
                <a:gd name="connsiteX3-117" fmla="*/ 671988 w 1040633"/>
                <a:gd name="connsiteY3-118" fmla="*/ 1158121 h 1160935"/>
                <a:gd name="connsiteX4-119" fmla="*/ 363082 w 1040633"/>
                <a:gd name="connsiteY4-120" fmla="*/ 1160935 h 1160935"/>
                <a:gd name="connsiteX0-121" fmla="*/ 363082 w 1040633"/>
                <a:gd name="connsiteY0-122" fmla="*/ 1160935 h 1160935"/>
                <a:gd name="connsiteX1-123" fmla="*/ 0 w 1040633"/>
                <a:gd name="connsiteY1-124" fmla="*/ 0 h 1160935"/>
                <a:gd name="connsiteX2-125" fmla="*/ 1040633 w 1040633"/>
                <a:gd name="connsiteY2-126" fmla="*/ 16785 h 1160935"/>
                <a:gd name="connsiteX3-127" fmla="*/ 671988 w 1040633"/>
                <a:gd name="connsiteY3-128" fmla="*/ 1158121 h 1160935"/>
                <a:gd name="connsiteX4-129" fmla="*/ 363082 w 1040633"/>
                <a:gd name="connsiteY4-130" fmla="*/ 1160935 h 1160935"/>
                <a:gd name="connsiteX0-131" fmla="*/ 363082 w 1040633"/>
                <a:gd name="connsiteY0-132" fmla="*/ 1160935 h 1160935"/>
                <a:gd name="connsiteX1-133" fmla="*/ 0 w 1040633"/>
                <a:gd name="connsiteY1-134" fmla="*/ 0 h 1160935"/>
                <a:gd name="connsiteX2-135" fmla="*/ 1040633 w 1040633"/>
                <a:gd name="connsiteY2-136" fmla="*/ 16785 h 1160935"/>
                <a:gd name="connsiteX3-137" fmla="*/ 671988 w 1040633"/>
                <a:gd name="connsiteY3-138" fmla="*/ 1158121 h 1160935"/>
                <a:gd name="connsiteX4-139" fmla="*/ 363082 w 1040633"/>
                <a:gd name="connsiteY4-140" fmla="*/ 1160935 h 1160935"/>
                <a:gd name="connsiteX0-141" fmla="*/ 363082 w 1040633"/>
                <a:gd name="connsiteY0-142" fmla="*/ 1160935 h 1160935"/>
                <a:gd name="connsiteX1-143" fmla="*/ 0 w 1040633"/>
                <a:gd name="connsiteY1-144" fmla="*/ 0 h 1160935"/>
                <a:gd name="connsiteX2-145" fmla="*/ 1040633 w 1040633"/>
                <a:gd name="connsiteY2-146" fmla="*/ 16785 h 1160935"/>
                <a:gd name="connsiteX3-147" fmla="*/ 671988 w 1040633"/>
                <a:gd name="connsiteY3-148" fmla="*/ 1158121 h 1160935"/>
                <a:gd name="connsiteX4-149" fmla="*/ 363082 w 1040633"/>
                <a:gd name="connsiteY4-150" fmla="*/ 1160935 h 1160935"/>
                <a:gd name="connsiteX0-151" fmla="*/ 363082 w 1040633"/>
                <a:gd name="connsiteY0-152" fmla="*/ 1160935 h 1160935"/>
                <a:gd name="connsiteX1-153" fmla="*/ 0 w 1040633"/>
                <a:gd name="connsiteY1-154" fmla="*/ 0 h 1160935"/>
                <a:gd name="connsiteX2-155" fmla="*/ 1040633 w 1040633"/>
                <a:gd name="connsiteY2-156" fmla="*/ 16785 h 1160935"/>
                <a:gd name="connsiteX3-157" fmla="*/ 671988 w 1040633"/>
                <a:gd name="connsiteY3-158" fmla="*/ 1158121 h 1160935"/>
                <a:gd name="connsiteX4-159" fmla="*/ 363082 w 1040633"/>
                <a:gd name="connsiteY4-160" fmla="*/ 1160935 h 1160935"/>
                <a:gd name="connsiteX0-161" fmla="*/ 363082 w 778664"/>
                <a:gd name="connsiteY0-162" fmla="*/ 1160935 h 1160935"/>
                <a:gd name="connsiteX1-163" fmla="*/ 0 w 778664"/>
                <a:gd name="connsiteY1-164" fmla="*/ 0 h 1160935"/>
                <a:gd name="connsiteX2-165" fmla="*/ 778664 w 778664"/>
                <a:gd name="connsiteY2-166" fmla="*/ 130682 h 1160935"/>
                <a:gd name="connsiteX3-167" fmla="*/ 671988 w 778664"/>
                <a:gd name="connsiteY3-168" fmla="*/ 1158121 h 1160935"/>
                <a:gd name="connsiteX4-169" fmla="*/ 363082 w 778664"/>
                <a:gd name="connsiteY4-170" fmla="*/ 1160935 h 1160935"/>
                <a:gd name="connsiteX0-171" fmla="*/ 363082 w 778664"/>
                <a:gd name="connsiteY0-172" fmla="*/ 1160935 h 1160935"/>
                <a:gd name="connsiteX1-173" fmla="*/ 0 w 778664"/>
                <a:gd name="connsiteY1-174" fmla="*/ 0 h 1160935"/>
                <a:gd name="connsiteX2-175" fmla="*/ 778664 w 778664"/>
                <a:gd name="connsiteY2-176" fmla="*/ 130682 h 1160935"/>
                <a:gd name="connsiteX3-177" fmla="*/ 694768 w 778664"/>
                <a:gd name="connsiteY3-178" fmla="*/ 1112562 h 1160935"/>
                <a:gd name="connsiteX4-179" fmla="*/ 363082 w 778664"/>
                <a:gd name="connsiteY4-180" fmla="*/ 1160935 h 1160935"/>
                <a:gd name="connsiteX0-181" fmla="*/ 363082 w 778664"/>
                <a:gd name="connsiteY0-182" fmla="*/ 1160935 h 1160935"/>
                <a:gd name="connsiteX1-183" fmla="*/ 0 w 778664"/>
                <a:gd name="connsiteY1-184" fmla="*/ 0 h 1160935"/>
                <a:gd name="connsiteX2-185" fmla="*/ 778664 w 778664"/>
                <a:gd name="connsiteY2-186" fmla="*/ 130682 h 1160935"/>
                <a:gd name="connsiteX3-187" fmla="*/ 694768 w 778664"/>
                <a:gd name="connsiteY3-188" fmla="*/ 1112562 h 1160935"/>
                <a:gd name="connsiteX4-189" fmla="*/ 363082 w 778664"/>
                <a:gd name="connsiteY4-190" fmla="*/ 1160935 h 1160935"/>
                <a:gd name="connsiteX0-191" fmla="*/ 397252 w 778664"/>
                <a:gd name="connsiteY0-192" fmla="*/ 1103987 h 1112562"/>
                <a:gd name="connsiteX1-193" fmla="*/ 0 w 778664"/>
                <a:gd name="connsiteY1-194" fmla="*/ 0 h 1112562"/>
                <a:gd name="connsiteX2-195" fmla="*/ 778664 w 778664"/>
                <a:gd name="connsiteY2-196" fmla="*/ 130682 h 1112562"/>
                <a:gd name="connsiteX3-197" fmla="*/ 694768 w 778664"/>
                <a:gd name="connsiteY3-198" fmla="*/ 1112562 h 1112562"/>
                <a:gd name="connsiteX4-199" fmla="*/ 397252 w 778664"/>
                <a:gd name="connsiteY4-200" fmla="*/ 1103987 h 1112562"/>
                <a:gd name="connsiteX0-201" fmla="*/ 397252 w 778664"/>
                <a:gd name="connsiteY0-202" fmla="*/ 1103987 h 1112562"/>
                <a:gd name="connsiteX1-203" fmla="*/ 0 w 778664"/>
                <a:gd name="connsiteY1-204" fmla="*/ 0 h 1112562"/>
                <a:gd name="connsiteX2-205" fmla="*/ 778664 w 778664"/>
                <a:gd name="connsiteY2-206" fmla="*/ 130682 h 1112562"/>
                <a:gd name="connsiteX3-207" fmla="*/ 694768 w 778664"/>
                <a:gd name="connsiteY3-208" fmla="*/ 1112562 h 1112562"/>
                <a:gd name="connsiteX4-209" fmla="*/ 397252 w 778664"/>
                <a:gd name="connsiteY4-210" fmla="*/ 1103987 h 1112562"/>
                <a:gd name="connsiteX0-211" fmla="*/ 397252 w 778664"/>
                <a:gd name="connsiteY0-212" fmla="*/ 1103987 h 1112562"/>
                <a:gd name="connsiteX1-213" fmla="*/ 0 w 778664"/>
                <a:gd name="connsiteY1-214" fmla="*/ 0 h 1112562"/>
                <a:gd name="connsiteX2-215" fmla="*/ 778664 w 778664"/>
                <a:gd name="connsiteY2-216" fmla="*/ 130682 h 1112562"/>
                <a:gd name="connsiteX3-217" fmla="*/ 694768 w 778664"/>
                <a:gd name="connsiteY3-218" fmla="*/ 1112562 h 1112562"/>
                <a:gd name="connsiteX4-219" fmla="*/ 397252 w 778664"/>
                <a:gd name="connsiteY4-220" fmla="*/ 1103987 h 1112562"/>
                <a:gd name="connsiteX0-221" fmla="*/ 123893 w 505305"/>
                <a:gd name="connsiteY0-222" fmla="*/ 973305 h 981880"/>
                <a:gd name="connsiteX1-223" fmla="*/ 0 w 505305"/>
                <a:gd name="connsiteY1-224" fmla="*/ 28773 h 981880"/>
                <a:gd name="connsiteX2-225" fmla="*/ 505305 w 505305"/>
                <a:gd name="connsiteY2-226" fmla="*/ 0 h 981880"/>
                <a:gd name="connsiteX3-227" fmla="*/ 421409 w 505305"/>
                <a:gd name="connsiteY3-228" fmla="*/ 981880 h 981880"/>
                <a:gd name="connsiteX4-229" fmla="*/ 123893 w 505305"/>
                <a:gd name="connsiteY4-230" fmla="*/ 973305 h 981880"/>
                <a:gd name="connsiteX0-231" fmla="*/ 123893 w 505305"/>
                <a:gd name="connsiteY0-232" fmla="*/ 973305 h 981880"/>
                <a:gd name="connsiteX1-233" fmla="*/ 0 w 505305"/>
                <a:gd name="connsiteY1-234" fmla="*/ 28773 h 981880"/>
                <a:gd name="connsiteX2-235" fmla="*/ 505305 w 505305"/>
                <a:gd name="connsiteY2-236" fmla="*/ 0 h 981880"/>
                <a:gd name="connsiteX3-237" fmla="*/ 421409 w 505305"/>
                <a:gd name="connsiteY3-238" fmla="*/ 981880 h 981880"/>
                <a:gd name="connsiteX4-239" fmla="*/ 123893 w 505305"/>
                <a:gd name="connsiteY4-240" fmla="*/ 973305 h 981880"/>
                <a:gd name="connsiteX0-241" fmla="*/ 123893 w 505305"/>
                <a:gd name="connsiteY0-242" fmla="*/ 973305 h 981880"/>
                <a:gd name="connsiteX1-243" fmla="*/ 0 w 505305"/>
                <a:gd name="connsiteY1-244" fmla="*/ 28773 h 981880"/>
                <a:gd name="connsiteX2-245" fmla="*/ 505305 w 505305"/>
                <a:gd name="connsiteY2-246" fmla="*/ 0 h 981880"/>
                <a:gd name="connsiteX3-247" fmla="*/ 421409 w 505305"/>
                <a:gd name="connsiteY3-248" fmla="*/ 981880 h 981880"/>
                <a:gd name="connsiteX4-249" fmla="*/ 123893 w 505305"/>
                <a:gd name="connsiteY4-250" fmla="*/ 973305 h 981880"/>
                <a:gd name="connsiteX0-251" fmla="*/ 123893 w 505305"/>
                <a:gd name="connsiteY0-252" fmla="*/ 973305 h 981880"/>
                <a:gd name="connsiteX1-253" fmla="*/ 0 w 505305"/>
                <a:gd name="connsiteY1-254" fmla="*/ 28773 h 981880"/>
                <a:gd name="connsiteX2-255" fmla="*/ 505305 w 505305"/>
                <a:gd name="connsiteY2-256" fmla="*/ 0 h 981880"/>
                <a:gd name="connsiteX3-257" fmla="*/ 421409 w 505305"/>
                <a:gd name="connsiteY3-258" fmla="*/ 981880 h 981880"/>
                <a:gd name="connsiteX4-259" fmla="*/ 123893 w 505305"/>
                <a:gd name="connsiteY4-260" fmla="*/ 973305 h 981880"/>
                <a:gd name="connsiteX0-261" fmla="*/ 118198 w 499610"/>
                <a:gd name="connsiteY0-262" fmla="*/ 973305 h 981880"/>
                <a:gd name="connsiteX1-263" fmla="*/ 0 w 499610"/>
                <a:gd name="connsiteY1-264" fmla="*/ 11688 h 981880"/>
                <a:gd name="connsiteX2-265" fmla="*/ 499610 w 499610"/>
                <a:gd name="connsiteY2-266" fmla="*/ 0 h 981880"/>
                <a:gd name="connsiteX3-267" fmla="*/ 415714 w 499610"/>
                <a:gd name="connsiteY3-268" fmla="*/ 981880 h 981880"/>
                <a:gd name="connsiteX4-269" fmla="*/ 118198 w 499610"/>
                <a:gd name="connsiteY4-270" fmla="*/ 973305 h 981880"/>
                <a:gd name="connsiteX0-271" fmla="*/ 118198 w 499610"/>
                <a:gd name="connsiteY0-272" fmla="*/ 973305 h 981880"/>
                <a:gd name="connsiteX1-273" fmla="*/ 0 w 499610"/>
                <a:gd name="connsiteY1-274" fmla="*/ 11688 h 981880"/>
                <a:gd name="connsiteX2-275" fmla="*/ 499610 w 499610"/>
                <a:gd name="connsiteY2-276" fmla="*/ 0 h 981880"/>
                <a:gd name="connsiteX3-277" fmla="*/ 415714 w 499610"/>
                <a:gd name="connsiteY3-278" fmla="*/ 981880 h 981880"/>
                <a:gd name="connsiteX4-279" fmla="*/ 118198 w 499610"/>
                <a:gd name="connsiteY4-280" fmla="*/ 973305 h 981880"/>
                <a:gd name="connsiteX0-281" fmla="*/ 118198 w 499610"/>
                <a:gd name="connsiteY0-282" fmla="*/ 973305 h 981880"/>
                <a:gd name="connsiteX1-283" fmla="*/ 0 w 499610"/>
                <a:gd name="connsiteY1-284" fmla="*/ 11688 h 981880"/>
                <a:gd name="connsiteX2-285" fmla="*/ 499610 w 499610"/>
                <a:gd name="connsiteY2-286" fmla="*/ 0 h 981880"/>
                <a:gd name="connsiteX3-287" fmla="*/ 415714 w 499610"/>
                <a:gd name="connsiteY3-288" fmla="*/ 981880 h 981880"/>
                <a:gd name="connsiteX4-289" fmla="*/ 118198 w 499610"/>
                <a:gd name="connsiteY4-290" fmla="*/ 973305 h 981880"/>
                <a:gd name="connsiteX0-291" fmla="*/ 118198 w 499610"/>
                <a:gd name="connsiteY0-292" fmla="*/ 973305 h 981880"/>
                <a:gd name="connsiteX1-293" fmla="*/ 0 w 499610"/>
                <a:gd name="connsiteY1-294" fmla="*/ 11688 h 981880"/>
                <a:gd name="connsiteX2-295" fmla="*/ 499610 w 499610"/>
                <a:gd name="connsiteY2-296" fmla="*/ 0 h 981880"/>
                <a:gd name="connsiteX3-297" fmla="*/ 415714 w 499610"/>
                <a:gd name="connsiteY3-298" fmla="*/ 981880 h 981880"/>
                <a:gd name="connsiteX4-299" fmla="*/ 118198 w 499610"/>
                <a:gd name="connsiteY4-300" fmla="*/ 973305 h 981880"/>
                <a:gd name="connsiteX0-301" fmla="*/ 118198 w 499610"/>
                <a:gd name="connsiteY0-302" fmla="*/ 973305 h 981880"/>
                <a:gd name="connsiteX1-303" fmla="*/ 0 w 499610"/>
                <a:gd name="connsiteY1-304" fmla="*/ 11688 h 981880"/>
                <a:gd name="connsiteX2-305" fmla="*/ 499610 w 499610"/>
                <a:gd name="connsiteY2-306" fmla="*/ 0 h 981880"/>
                <a:gd name="connsiteX3-307" fmla="*/ 415714 w 499610"/>
                <a:gd name="connsiteY3-308" fmla="*/ 981880 h 981880"/>
                <a:gd name="connsiteX4-309" fmla="*/ 118198 w 499610"/>
                <a:gd name="connsiteY4-310" fmla="*/ 973305 h 981880"/>
                <a:gd name="connsiteX0-311" fmla="*/ 118198 w 499610"/>
                <a:gd name="connsiteY0-312" fmla="*/ 973305 h 976186"/>
                <a:gd name="connsiteX1-313" fmla="*/ 0 w 499610"/>
                <a:gd name="connsiteY1-314" fmla="*/ 11688 h 976186"/>
                <a:gd name="connsiteX2-315" fmla="*/ 499610 w 499610"/>
                <a:gd name="connsiteY2-316" fmla="*/ 0 h 976186"/>
                <a:gd name="connsiteX3-317" fmla="*/ 273339 w 499610"/>
                <a:gd name="connsiteY3-318" fmla="*/ 976186 h 976186"/>
                <a:gd name="connsiteX4-319" fmla="*/ 118198 w 499610"/>
                <a:gd name="connsiteY4-320" fmla="*/ 973305 h 976186"/>
                <a:gd name="connsiteX0-321" fmla="*/ 118198 w 499610"/>
                <a:gd name="connsiteY0-322" fmla="*/ 973305 h 976186"/>
                <a:gd name="connsiteX1-323" fmla="*/ 0 w 499610"/>
                <a:gd name="connsiteY1-324" fmla="*/ 11688 h 976186"/>
                <a:gd name="connsiteX2-325" fmla="*/ 499610 w 499610"/>
                <a:gd name="connsiteY2-326" fmla="*/ 0 h 976186"/>
                <a:gd name="connsiteX3-327" fmla="*/ 273339 w 499610"/>
                <a:gd name="connsiteY3-328" fmla="*/ 976186 h 976186"/>
                <a:gd name="connsiteX4-329" fmla="*/ 118198 w 499610"/>
                <a:gd name="connsiteY4-330" fmla="*/ 973305 h 976186"/>
                <a:gd name="connsiteX0-331" fmla="*/ 197928 w 499610"/>
                <a:gd name="connsiteY0-332" fmla="*/ 973305 h 976186"/>
                <a:gd name="connsiteX1-333" fmla="*/ 0 w 499610"/>
                <a:gd name="connsiteY1-334" fmla="*/ 11688 h 976186"/>
                <a:gd name="connsiteX2-335" fmla="*/ 499610 w 499610"/>
                <a:gd name="connsiteY2-336" fmla="*/ 0 h 976186"/>
                <a:gd name="connsiteX3-337" fmla="*/ 273339 w 499610"/>
                <a:gd name="connsiteY3-338" fmla="*/ 976186 h 976186"/>
                <a:gd name="connsiteX4-339" fmla="*/ 197928 w 499610"/>
                <a:gd name="connsiteY4-340" fmla="*/ 973305 h 976186"/>
                <a:gd name="connsiteX0-341" fmla="*/ 197928 w 499610"/>
                <a:gd name="connsiteY0-342" fmla="*/ 973305 h 976186"/>
                <a:gd name="connsiteX1-343" fmla="*/ 0 w 499610"/>
                <a:gd name="connsiteY1-344" fmla="*/ 11688 h 976186"/>
                <a:gd name="connsiteX2-345" fmla="*/ 499610 w 499610"/>
                <a:gd name="connsiteY2-346" fmla="*/ 0 h 976186"/>
                <a:gd name="connsiteX3-347" fmla="*/ 273339 w 499610"/>
                <a:gd name="connsiteY3-348" fmla="*/ 976186 h 976186"/>
                <a:gd name="connsiteX4-349" fmla="*/ 197928 w 499610"/>
                <a:gd name="connsiteY4-350" fmla="*/ 973305 h 976186"/>
                <a:gd name="connsiteX0-351" fmla="*/ 197928 w 499610"/>
                <a:gd name="connsiteY0-352" fmla="*/ 973305 h 976186"/>
                <a:gd name="connsiteX1-353" fmla="*/ 0 w 499610"/>
                <a:gd name="connsiteY1-354" fmla="*/ 11688 h 976186"/>
                <a:gd name="connsiteX2-355" fmla="*/ 499610 w 499610"/>
                <a:gd name="connsiteY2-356" fmla="*/ 0 h 976186"/>
                <a:gd name="connsiteX3-357" fmla="*/ 273339 w 499610"/>
                <a:gd name="connsiteY3-358" fmla="*/ 976186 h 976186"/>
                <a:gd name="connsiteX4-359" fmla="*/ 197928 w 499610"/>
                <a:gd name="connsiteY4-360" fmla="*/ 973305 h 976186"/>
                <a:gd name="connsiteX0-361" fmla="*/ 197928 w 499610"/>
                <a:gd name="connsiteY0-362" fmla="*/ 973305 h 976186"/>
                <a:gd name="connsiteX1-363" fmla="*/ 0 w 499610"/>
                <a:gd name="connsiteY1-364" fmla="*/ 11688 h 976186"/>
                <a:gd name="connsiteX2-365" fmla="*/ 499610 w 499610"/>
                <a:gd name="connsiteY2-366" fmla="*/ 0 h 976186"/>
                <a:gd name="connsiteX3-367" fmla="*/ 273339 w 499610"/>
                <a:gd name="connsiteY3-368" fmla="*/ 976186 h 976186"/>
                <a:gd name="connsiteX4-369" fmla="*/ 197928 w 499610"/>
                <a:gd name="connsiteY4-370" fmla="*/ 973305 h 976186"/>
                <a:gd name="connsiteX0-371" fmla="*/ 197928 w 621064"/>
                <a:gd name="connsiteY0-372" fmla="*/ 973305 h 973305"/>
                <a:gd name="connsiteX1-373" fmla="*/ 0 w 621064"/>
                <a:gd name="connsiteY1-374" fmla="*/ 11688 h 973305"/>
                <a:gd name="connsiteX2-375" fmla="*/ 499610 w 621064"/>
                <a:gd name="connsiteY2-376" fmla="*/ 0 h 973305"/>
                <a:gd name="connsiteX3-377" fmla="*/ 558839 w 621064"/>
                <a:gd name="connsiteY3-378" fmla="*/ 754682 h 973305"/>
                <a:gd name="connsiteX4-379" fmla="*/ 197928 w 621064"/>
                <a:gd name="connsiteY4-380" fmla="*/ 973305 h 973305"/>
                <a:gd name="connsiteX0-381" fmla="*/ 197928 w 558839"/>
                <a:gd name="connsiteY0-382" fmla="*/ 973305 h 973305"/>
                <a:gd name="connsiteX1-383" fmla="*/ 0 w 558839"/>
                <a:gd name="connsiteY1-384" fmla="*/ 11688 h 973305"/>
                <a:gd name="connsiteX2-385" fmla="*/ 499610 w 558839"/>
                <a:gd name="connsiteY2-386" fmla="*/ 0 h 973305"/>
                <a:gd name="connsiteX3-387" fmla="*/ 558839 w 558839"/>
                <a:gd name="connsiteY3-388" fmla="*/ 754682 h 973305"/>
                <a:gd name="connsiteX4-389" fmla="*/ 197928 w 558839"/>
                <a:gd name="connsiteY4-390" fmla="*/ 973305 h 973305"/>
                <a:gd name="connsiteX0-391" fmla="*/ 197928 w 558839"/>
                <a:gd name="connsiteY0-392" fmla="*/ 973305 h 973305"/>
                <a:gd name="connsiteX1-393" fmla="*/ 0 w 558839"/>
                <a:gd name="connsiteY1-394" fmla="*/ 11688 h 973305"/>
                <a:gd name="connsiteX2-395" fmla="*/ 499610 w 558839"/>
                <a:gd name="connsiteY2-396" fmla="*/ 0 h 973305"/>
                <a:gd name="connsiteX3-397" fmla="*/ 558839 w 558839"/>
                <a:gd name="connsiteY3-398" fmla="*/ 754682 h 973305"/>
                <a:gd name="connsiteX4-399" fmla="*/ 197928 w 558839"/>
                <a:gd name="connsiteY4-400" fmla="*/ 973305 h 973305"/>
                <a:gd name="connsiteX0-401" fmla="*/ 370213 w 558839"/>
                <a:gd name="connsiteY0-402" fmla="*/ 796102 h 796102"/>
                <a:gd name="connsiteX1-403" fmla="*/ 0 w 558839"/>
                <a:gd name="connsiteY1-404" fmla="*/ 11688 h 796102"/>
                <a:gd name="connsiteX2-405" fmla="*/ 499610 w 558839"/>
                <a:gd name="connsiteY2-406" fmla="*/ 0 h 796102"/>
                <a:gd name="connsiteX3-407" fmla="*/ 558839 w 558839"/>
                <a:gd name="connsiteY3-408" fmla="*/ 754682 h 796102"/>
                <a:gd name="connsiteX4-409" fmla="*/ 370213 w 558839"/>
                <a:gd name="connsiteY4-410" fmla="*/ 796102 h 796102"/>
                <a:gd name="connsiteX0-411" fmla="*/ 370213 w 558839"/>
                <a:gd name="connsiteY0-412" fmla="*/ 796102 h 796102"/>
                <a:gd name="connsiteX1-413" fmla="*/ 0 w 558839"/>
                <a:gd name="connsiteY1-414" fmla="*/ 11688 h 796102"/>
                <a:gd name="connsiteX2-415" fmla="*/ 499610 w 558839"/>
                <a:gd name="connsiteY2-416" fmla="*/ 0 h 796102"/>
                <a:gd name="connsiteX3-417" fmla="*/ 558839 w 558839"/>
                <a:gd name="connsiteY3-418" fmla="*/ 754682 h 796102"/>
                <a:gd name="connsiteX4-419" fmla="*/ 370213 w 558839"/>
                <a:gd name="connsiteY4-420" fmla="*/ 796102 h 796102"/>
                <a:gd name="connsiteX0-421" fmla="*/ 370213 w 558839"/>
                <a:gd name="connsiteY0-422" fmla="*/ 796102 h 796102"/>
                <a:gd name="connsiteX1-423" fmla="*/ 0 w 558839"/>
                <a:gd name="connsiteY1-424" fmla="*/ 11688 h 796102"/>
                <a:gd name="connsiteX2-425" fmla="*/ 499610 w 558839"/>
                <a:gd name="connsiteY2-426" fmla="*/ 0 h 796102"/>
                <a:gd name="connsiteX3-427" fmla="*/ 558839 w 558839"/>
                <a:gd name="connsiteY3-428" fmla="*/ 754682 h 796102"/>
                <a:gd name="connsiteX4-429" fmla="*/ 370213 w 558839"/>
                <a:gd name="connsiteY4-430" fmla="*/ 796102 h 796102"/>
                <a:gd name="connsiteX0-431" fmla="*/ 370213 w 558839"/>
                <a:gd name="connsiteY0-432" fmla="*/ 1315828 h 1315828"/>
                <a:gd name="connsiteX1-433" fmla="*/ 0 w 558839"/>
                <a:gd name="connsiteY1-434" fmla="*/ 531414 h 1315828"/>
                <a:gd name="connsiteX2-435" fmla="*/ 506930 w 558839"/>
                <a:gd name="connsiteY2-436" fmla="*/ 0 h 1315828"/>
                <a:gd name="connsiteX3-437" fmla="*/ 558839 w 558839"/>
                <a:gd name="connsiteY3-438" fmla="*/ 1274408 h 1315828"/>
                <a:gd name="connsiteX4-439" fmla="*/ 370213 w 558839"/>
                <a:gd name="connsiteY4-440" fmla="*/ 1315828 h 1315828"/>
                <a:gd name="connsiteX0-441" fmla="*/ 384853 w 573479"/>
                <a:gd name="connsiteY0-442" fmla="*/ 1326654 h 1326654"/>
                <a:gd name="connsiteX1-443" fmla="*/ 0 w 573479"/>
                <a:gd name="connsiteY1-444" fmla="*/ 554 h 1326654"/>
                <a:gd name="connsiteX2-445" fmla="*/ 521570 w 573479"/>
                <a:gd name="connsiteY2-446" fmla="*/ 10826 h 1326654"/>
                <a:gd name="connsiteX3-447" fmla="*/ 573479 w 573479"/>
                <a:gd name="connsiteY3-448" fmla="*/ 1285234 h 1326654"/>
                <a:gd name="connsiteX4-449" fmla="*/ 384853 w 573479"/>
                <a:gd name="connsiteY4-450" fmla="*/ 1326654 h 1326654"/>
                <a:gd name="connsiteX0-451" fmla="*/ 384853 w 573479"/>
                <a:gd name="connsiteY0-452" fmla="*/ 1326654 h 1326654"/>
                <a:gd name="connsiteX1-453" fmla="*/ 0 w 573479"/>
                <a:gd name="connsiteY1-454" fmla="*/ 554 h 1326654"/>
                <a:gd name="connsiteX2-455" fmla="*/ 521570 w 573479"/>
                <a:gd name="connsiteY2-456" fmla="*/ 10826 h 1326654"/>
                <a:gd name="connsiteX3-457" fmla="*/ 573479 w 573479"/>
                <a:gd name="connsiteY3-458" fmla="*/ 1285234 h 1326654"/>
                <a:gd name="connsiteX4-459" fmla="*/ 384853 w 573479"/>
                <a:gd name="connsiteY4-460" fmla="*/ 1326654 h 1326654"/>
                <a:gd name="connsiteX0-461" fmla="*/ 384853 w 573479"/>
                <a:gd name="connsiteY0-462" fmla="*/ 1326654 h 1326654"/>
                <a:gd name="connsiteX1-463" fmla="*/ 0 w 573479"/>
                <a:gd name="connsiteY1-464" fmla="*/ 554 h 1326654"/>
                <a:gd name="connsiteX2-465" fmla="*/ 521570 w 573479"/>
                <a:gd name="connsiteY2-466" fmla="*/ 10826 h 1326654"/>
                <a:gd name="connsiteX3-467" fmla="*/ 573479 w 573479"/>
                <a:gd name="connsiteY3-468" fmla="*/ 1285234 h 1326654"/>
                <a:gd name="connsiteX4-469" fmla="*/ 384853 w 573479"/>
                <a:gd name="connsiteY4-470" fmla="*/ 1326654 h 1326654"/>
                <a:gd name="connsiteX0-471" fmla="*/ 384853 w 573479"/>
                <a:gd name="connsiteY0-472" fmla="*/ 1326654 h 1326654"/>
                <a:gd name="connsiteX1-473" fmla="*/ 0 w 573479"/>
                <a:gd name="connsiteY1-474" fmla="*/ 554 h 1326654"/>
                <a:gd name="connsiteX2-475" fmla="*/ 521570 w 573479"/>
                <a:gd name="connsiteY2-476" fmla="*/ 10826 h 1326654"/>
                <a:gd name="connsiteX3-477" fmla="*/ 573479 w 573479"/>
                <a:gd name="connsiteY3-478" fmla="*/ 1285234 h 1326654"/>
                <a:gd name="connsiteX4-479" fmla="*/ 384853 w 573479"/>
                <a:gd name="connsiteY4-480" fmla="*/ 1326654 h 1326654"/>
                <a:gd name="connsiteX0-481" fmla="*/ 384853 w 573479"/>
                <a:gd name="connsiteY0-482" fmla="*/ 1326654 h 1326654"/>
                <a:gd name="connsiteX1-483" fmla="*/ 0 w 573479"/>
                <a:gd name="connsiteY1-484" fmla="*/ 554 h 1326654"/>
                <a:gd name="connsiteX2-485" fmla="*/ 521570 w 573479"/>
                <a:gd name="connsiteY2-486" fmla="*/ 10826 h 1326654"/>
                <a:gd name="connsiteX3-487" fmla="*/ 573479 w 573479"/>
                <a:gd name="connsiteY3-488" fmla="*/ 1285234 h 1326654"/>
                <a:gd name="connsiteX4-489" fmla="*/ 384853 w 573479"/>
                <a:gd name="connsiteY4-490" fmla="*/ 1326654 h 1326654"/>
                <a:gd name="connsiteX0-491" fmla="*/ 384853 w 573479"/>
                <a:gd name="connsiteY0-492" fmla="*/ 1326654 h 1326654"/>
                <a:gd name="connsiteX1-493" fmla="*/ 0 w 573479"/>
                <a:gd name="connsiteY1-494" fmla="*/ 554 h 1326654"/>
                <a:gd name="connsiteX2-495" fmla="*/ 521570 w 573479"/>
                <a:gd name="connsiteY2-496" fmla="*/ 10826 h 1326654"/>
                <a:gd name="connsiteX3-497" fmla="*/ 573479 w 573479"/>
                <a:gd name="connsiteY3-498" fmla="*/ 1285234 h 1326654"/>
                <a:gd name="connsiteX4-499" fmla="*/ 384853 w 573479"/>
                <a:gd name="connsiteY4-500" fmla="*/ 1326654 h 1326654"/>
                <a:gd name="connsiteX0-501" fmla="*/ 384853 w 588119"/>
                <a:gd name="connsiteY0-502" fmla="*/ 1326654 h 1326654"/>
                <a:gd name="connsiteX1-503" fmla="*/ 0 w 588119"/>
                <a:gd name="connsiteY1-504" fmla="*/ 554 h 1326654"/>
                <a:gd name="connsiteX2-505" fmla="*/ 521570 w 588119"/>
                <a:gd name="connsiteY2-506" fmla="*/ 10826 h 1326654"/>
                <a:gd name="connsiteX3-507" fmla="*/ 588119 w 588119"/>
                <a:gd name="connsiteY3-508" fmla="*/ 1321835 h 1326654"/>
                <a:gd name="connsiteX4-509" fmla="*/ 384853 w 588119"/>
                <a:gd name="connsiteY4-510" fmla="*/ 1326654 h 1326654"/>
                <a:gd name="connsiteX0-511" fmla="*/ 384853 w 588119"/>
                <a:gd name="connsiteY0-512" fmla="*/ 1326654 h 1326654"/>
                <a:gd name="connsiteX1-513" fmla="*/ 0 w 588119"/>
                <a:gd name="connsiteY1-514" fmla="*/ 554 h 1326654"/>
                <a:gd name="connsiteX2-515" fmla="*/ 521570 w 588119"/>
                <a:gd name="connsiteY2-516" fmla="*/ 10826 h 1326654"/>
                <a:gd name="connsiteX3-517" fmla="*/ 588119 w 588119"/>
                <a:gd name="connsiteY3-518" fmla="*/ 1321835 h 1326654"/>
                <a:gd name="connsiteX4-519" fmla="*/ 384853 w 588119"/>
                <a:gd name="connsiteY4-520" fmla="*/ 1326654 h 1326654"/>
                <a:gd name="connsiteX0-521" fmla="*/ 384853 w 588119"/>
                <a:gd name="connsiteY0-522" fmla="*/ 1326148 h 1326148"/>
                <a:gd name="connsiteX1-523" fmla="*/ 0 w 588119"/>
                <a:gd name="connsiteY1-524" fmla="*/ 48 h 1326148"/>
                <a:gd name="connsiteX2-525" fmla="*/ 521570 w 588119"/>
                <a:gd name="connsiteY2-526" fmla="*/ 228243 h 1326148"/>
                <a:gd name="connsiteX3-527" fmla="*/ 588119 w 588119"/>
                <a:gd name="connsiteY3-528" fmla="*/ 1321329 h 1326148"/>
                <a:gd name="connsiteX4-529" fmla="*/ 384853 w 588119"/>
                <a:gd name="connsiteY4-530" fmla="*/ 1326148 h 1326148"/>
                <a:gd name="connsiteX0-531" fmla="*/ 384853 w 588119"/>
                <a:gd name="connsiteY0-532" fmla="*/ 1326148 h 1326148"/>
                <a:gd name="connsiteX1-533" fmla="*/ 0 w 588119"/>
                <a:gd name="connsiteY1-534" fmla="*/ 48 h 1326148"/>
                <a:gd name="connsiteX2-535" fmla="*/ 521570 w 588119"/>
                <a:gd name="connsiteY2-536" fmla="*/ 228243 h 1326148"/>
                <a:gd name="connsiteX3-537" fmla="*/ 588119 w 588119"/>
                <a:gd name="connsiteY3-538" fmla="*/ 1321329 h 1326148"/>
                <a:gd name="connsiteX4-539" fmla="*/ 384853 w 588119"/>
                <a:gd name="connsiteY4-540" fmla="*/ 1326148 h 1326148"/>
                <a:gd name="connsiteX0-541" fmla="*/ 384853 w 588119"/>
                <a:gd name="connsiteY0-542" fmla="*/ 1326148 h 1326148"/>
                <a:gd name="connsiteX1-543" fmla="*/ 0 w 588119"/>
                <a:gd name="connsiteY1-544" fmla="*/ 48 h 1326148"/>
                <a:gd name="connsiteX2-545" fmla="*/ 521570 w 588119"/>
                <a:gd name="connsiteY2-546" fmla="*/ 228243 h 1326148"/>
                <a:gd name="connsiteX3-547" fmla="*/ 588119 w 588119"/>
                <a:gd name="connsiteY3-548" fmla="*/ 1321329 h 1326148"/>
                <a:gd name="connsiteX4-549" fmla="*/ 384853 w 588119"/>
                <a:gd name="connsiteY4-550" fmla="*/ 1326148 h 1326148"/>
                <a:gd name="connsiteX0-551" fmla="*/ 366066 w 569332"/>
                <a:gd name="connsiteY0-552" fmla="*/ 1097905 h 1097905"/>
                <a:gd name="connsiteX1-553" fmla="*/ 0 w 569332"/>
                <a:gd name="connsiteY1-554" fmla="*/ 4757 h 1097905"/>
                <a:gd name="connsiteX2-555" fmla="*/ 502783 w 569332"/>
                <a:gd name="connsiteY2-556" fmla="*/ 0 h 1097905"/>
                <a:gd name="connsiteX3-557" fmla="*/ 569332 w 569332"/>
                <a:gd name="connsiteY3-558" fmla="*/ 1093086 h 1097905"/>
                <a:gd name="connsiteX4-559" fmla="*/ 366066 w 569332"/>
                <a:gd name="connsiteY4-560" fmla="*/ 1097905 h 1097905"/>
                <a:gd name="connsiteX0-561" fmla="*/ 366066 w 569332"/>
                <a:gd name="connsiteY0-562" fmla="*/ 1097905 h 1097905"/>
                <a:gd name="connsiteX1-563" fmla="*/ 0 w 569332"/>
                <a:gd name="connsiteY1-564" fmla="*/ 4757 h 1097905"/>
                <a:gd name="connsiteX2-565" fmla="*/ 502783 w 569332"/>
                <a:gd name="connsiteY2-566" fmla="*/ 0 h 1097905"/>
                <a:gd name="connsiteX3-567" fmla="*/ 569332 w 569332"/>
                <a:gd name="connsiteY3-568" fmla="*/ 1093086 h 1097905"/>
                <a:gd name="connsiteX4-569" fmla="*/ 366066 w 569332"/>
                <a:gd name="connsiteY4-570" fmla="*/ 1097905 h 1097905"/>
                <a:gd name="connsiteX0-571" fmla="*/ 366066 w 569332"/>
                <a:gd name="connsiteY0-572" fmla="*/ 1097905 h 1097905"/>
                <a:gd name="connsiteX1-573" fmla="*/ 0 w 569332"/>
                <a:gd name="connsiteY1-574" fmla="*/ 4757 h 1097905"/>
                <a:gd name="connsiteX2-575" fmla="*/ 502783 w 569332"/>
                <a:gd name="connsiteY2-576" fmla="*/ 0 h 1097905"/>
                <a:gd name="connsiteX3-577" fmla="*/ 569332 w 569332"/>
                <a:gd name="connsiteY3-578" fmla="*/ 1093086 h 1097905"/>
                <a:gd name="connsiteX4-579" fmla="*/ 366066 w 569332"/>
                <a:gd name="connsiteY4-580" fmla="*/ 1097905 h 1097905"/>
                <a:gd name="connsiteX0-581" fmla="*/ 366066 w 594113"/>
                <a:gd name="connsiteY0-582" fmla="*/ 1097905 h 1179971"/>
                <a:gd name="connsiteX1-583" fmla="*/ 0 w 594113"/>
                <a:gd name="connsiteY1-584" fmla="*/ 4757 h 1179971"/>
                <a:gd name="connsiteX2-585" fmla="*/ 502783 w 594113"/>
                <a:gd name="connsiteY2-586" fmla="*/ 0 h 1179971"/>
                <a:gd name="connsiteX3-587" fmla="*/ 594113 w 594113"/>
                <a:gd name="connsiteY3-588" fmla="*/ 1179818 h 1179971"/>
                <a:gd name="connsiteX4-589" fmla="*/ 366066 w 594113"/>
                <a:gd name="connsiteY4-590" fmla="*/ 1097905 h 1179971"/>
                <a:gd name="connsiteX0-591" fmla="*/ 403236 w 594113"/>
                <a:gd name="connsiteY0-592" fmla="*/ 1215612 h 1215612"/>
                <a:gd name="connsiteX1-593" fmla="*/ 0 w 594113"/>
                <a:gd name="connsiteY1-594" fmla="*/ 4757 h 1215612"/>
                <a:gd name="connsiteX2-595" fmla="*/ 502783 w 594113"/>
                <a:gd name="connsiteY2-596" fmla="*/ 0 h 1215612"/>
                <a:gd name="connsiteX3-597" fmla="*/ 594113 w 594113"/>
                <a:gd name="connsiteY3-598" fmla="*/ 1179818 h 1215612"/>
                <a:gd name="connsiteX4-599" fmla="*/ 403236 w 594113"/>
                <a:gd name="connsiteY4-600" fmla="*/ 1215612 h 1215612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594113" h="1215612">
                  <a:moveTo>
                    <a:pt x="403236" y="1215612"/>
                  </a:moveTo>
                  <a:cubicBezTo>
                    <a:pt x="223947" y="663007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57486" y="515061"/>
                    <a:pt x="594113" y="1179818"/>
                  </a:cubicBezTo>
                  <a:cubicBezTo>
                    <a:pt x="496428" y="1184123"/>
                    <a:pt x="599434" y="1214146"/>
                    <a:pt x="403236" y="1215612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47200" name="Group 17"/>
            <p:cNvGrpSpPr/>
            <p:nvPr/>
          </p:nvGrpSpPr>
          <p:grpSpPr bwMode="auto">
            <a:xfrm>
              <a:off x="1757805" y="2331054"/>
              <a:ext cx="1079500" cy="2674334"/>
              <a:chOff x="1757805" y="2331054"/>
              <a:chExt cx="1079500" cy="2674334"/>
            </a:xfrm>
          </p:grpSpPr>
          <p:sp>
            <p:nvSpPr>
              <p:cNvPr id="108" name="Rectangle 107"/>
              <p:cNvSpPr/>
              <p:nvPr/>
            </p:nvSpPr>
            <p:spPr bwMode="auto">
              <a:xfrm rot="10800000">
                <a:off x="1789552" y="2580252"/>
                <a:ext cx="1027025" cy="1084090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47296" name="Group 104"/>
              <p:cNvGrpSpPr/>
              <p:nvPr/>
            </p:nvGrpSpPr>
            <p:grpSpPr bwMode="auto">
              <a:xfrm>
                <a:off x="1782739" y="4616206"/>
                <a:ext cx="1034710" cy="389182"/>
                <a:chOff x="4128636" y="3606589"/>
                <a:chExt cx="568145" cy="338667"/>
              </a:xfrm>
            </p:grpSpPr>
            <p:sp>
              <p:nvSpPr>
                <p:cNvPr id="119" name="Oval 118"/>
                <p:cNvSpPr/>
                <p:nvPr/>
              </p:nvSpPr>
              <p:spPr>
                <a:xfrm>
                  <a:off x="4128891" y="3720271"/>
                  <a:ext cx="565669" cy="225140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20" name="Rectangle 119"/>
                <p:cNvSpPr/>
                <p:nvPr/>
              </p:nvSpPr>
              <p:spPr>
                <a:xfrm>
                  <a:off x="4128891" y="3720271"/>
                  <a:ext cx="565669" cy="111880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21" name="Oval 120"/>
                <p:cNvSpPr/>
                <p:nvPr/>
              </p:nvSpPr>
              <p:spPr>
                <a:xfrm>
                  <a:off x="4128891" y="3607011"/>
                  <a:ext cx="565669" cy="225140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  <a:alpha val="7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22" name="Straight Connector 121"/>
                <p:cNvCxnSpPr/>
                <p:nvPr/>
              </p:nvCxnSpPr>
              <p:spPr>
                <a:xfrm>
                  <a:off x="4694560" y="3720271"/>
                  <a:ext cx="0" cy="111880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3" name="Straight Connector 122"/>
                <p:cNvCxnSpPr/>
                <p:nvPr/>
              </p:nvCxnSpPr>
              <p:spPr>
                <a:xfrm>
                  <a:off x="4128891" y="3720271"/>
                  <a:ext cx="0" cy="111880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7" name="Rectangle 146"/>
              <p:cNvSpPr/>
              <p:nvPr/>
            </p:nvSpPr>
            <p:spPr bwMode="auto">
              <a:xfrm>
                <a:off x="1802251" y="3677041"/>
                <a:ext cx="1027025" cy="1088851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60000"/>
                      <a:lumOff val="40000"/>
                      <a:alpha val="62000"/>
                    </a:schemeClr>
                  </a:gs>
                  <a:gs pos="54000">
                    <a:schemeClr val="accent2">
                      <a:lumMod val="40000"/>
                      <a:lumOff val="6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3" name="Straight Connector 112"/>
              <p:cNvCxnSpPr/>
              <p:nvPr/>
            </p:nvCxnSpPr>
            <p:spPr bwMode="auto">
              <a:xfrm>
                <a:off x="1781615" y="2805642"/>
                <a:ext cx="20636" cy="2020566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/>
              <p:cNvCxnSpPr/>
              <p:nvPr/>
            </p:nvCxnSpPr>
            <p:spPr bwMode="auto">
              <a:xfrm flipH="1">
                <a:off x="2818166" y="2805642"/>
                <a:ext cx="4762" cy="1976123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300" name="Group 9"/>
              <p:cNvGrpSpPr/>
              <p:nvPr/>
            </p:nvGrpSpPr>
            <p:grpSpPr bwMode="auto">
              <a:xfrm>
                <a:off x="1757805" y="2331054"/>
                <a:ext cx="1079500" cy="430213"/>
                <a:chOff x="2183302" y="1574638"/>
                <a:chExt cx="1200154" cy="430181"/>
              </a:xfrm>
            </p:grpSpPr>
            <p:sp>
              <p:nvSpPr>
                <p:cNvPr id="369" name="Oval 368"/>
                <p:cNvSpPr/>
                <p:nvPr/>
              </p:nvSpPr>
              <p:spPr bwMode="auto">
                <a:xfrm flipV="1">
                  <a:off x="2186832" y="1690499"/>
                  <a:ext cx="1194758" cy="31425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20000"/>
                        <a:lumOff val="80000"/>
                      </a:schemeClr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70" name="Rectangle 369"/>
                <p:cNvSpPr/>
                <p:nvPr/>
              </p:nvSpPr>
              <p:spPr bwMode="auto">
                <a:xfrm>
                  <a:off x="2183302" y="1734939"/>
                  <a:ext cx="1198287" cy="112686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1" name="Oval 370"/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523" cy="314252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endParaRPr lang="zh-CN" altLang="zh-CN" sz="1800">
                    <a:solidFill>
                      <a:srgbClr val="FFFFFF"/>
                    </a:solidFill>
                    <a:latin typeface="Gill Sans MT" panose="020B0502020104020203" pitchFamily="34" charset="0"/>
                  </a:endParaRPr>
                </a:p>
              </p:txBody>
            </p:sp>
            <p:sp>
              <p:nvSpPr>
                <p:cNvPr id="372" name="Freeform 371"/>
                <p:cNvSpPr/>
                <p:nvPr/>
              </p:nvSpPr>
              <p:spPr bwMode="auto">
                <a:xfrm>
                  <a:off x="2490374" y="1671453"/>
                  <a:ext cx="582379" cy="15712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3" name="Freeform 372"/>
                <p:cNvSpPr/>
                <p:nvPr/>
              </p:nvSpPr>
              <p:spPr bwMode="auto">
                <a:xfrm>
                  <a:off x="2430372" y="1630188"/>
                  <a:ext cx="702384" cy="109512"/>
                </a:xfrm>
                <a:custGeom>
                  <a:avLst/>
                  <a:gdLst>
                    <a:gd name="T0" fmla="*/ 0 w 3723451"/>
                    <a:gd name="T1" fmla="*/ 26792 h 932950"/>
                    <a:gd name="T2" fmla="*/ 123590 w 3723451"/>
                    <a:gd name="T3" fmla="*/ 316 h 932950"/>
                    <a:gd name="T4" fmla="*/ 350070 w 3723451"/>
                    <a:gd name="T5" fmla="*/ 61105 h 932950"/>
                    <a:gd name="T6" fmla="*/ 566135 w 3723451"/>
                    <a:gd name="T7" fmla="*/ 0 h 932950"/>
                    <a:gd name="T8" fmla="*/ 702384 w 3723451"/>
                    <a:gd name="T9" fmla="*/ 24316 h 932950"/>
                    <a:gd name="T10" fmla="*/ 601015 w 3723451"/>
                    <a:gd name="T11" fmla="*/ 54216 h 932950"/>
                    <a:gd name="T12" fmla="*/ 568379 w 3723451"/>
                    <a:gd name="T13" fmla="*/ 46155 h 932950"/>
                    <a:gd name="T14" fmla="*/ 354049 w 3723451"/>
                    <a:gd name="T15" fmla="*/ 109512 h 932950"/>
                    <a:gd name="T16" fmla="*/ 134237 w 3723451"/>
                    <a:gd name="T17" fmla="*/ 48485 h 932950"/>
                    <a:gd name="T18" fmla="*/ 98698 w 3723451"/>
                    <a:gd name="T19" fmla="*/ 55072 h 932950"/>
                    <a:gd name="T20" fmla="*/ 0 w 3723451"/>
                    <a:gd name="T21" fmla="*/ 2679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374" name="Freeform 373"/>
                <p:cNvSpPr/>
                <p:nvPr/>
              </p:nvSpPr>
              <p:spPr bwMode="auto">
                <a:xfrm>
                  <a:off x="2892745" y="1723828"/>
                  <a:ext cx="257658" cy="9522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658 w 1366596"/>
                    <a:gd name="T3" fmla="*/ 73585 h 809868"/>
                    <a:gd name="T4" fmla="*/ 163097 w 1366596"/>
                    <a:gd name="T5" fmla="*/ 95228 h 809868"/>
                    <a:gd name="T6" fmla="*/ 867 w 1366596"/>
                    <a:gd name="T7" fmla="*/ 5031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375" name="Freeform 374"/>
                <p:cNvSpPr/>
                <p:nvPr/>
              </p:nvSpPr>
              <p:spPr bwMode="auto">
                <a:xfrm>
                  <a:off x="2418018" y="1725416"/>
                  <a:ext cx="254129" cy="95228"/>
                </a:xfrm>
                <a:custGeom>
                  <a:avLst/>
                  <a:gdLst>
                    <a:gd name="T0" fmla="*/ 250660 w 1348191"/>
                    <a:gd name="T1" fmla="*/ 0 h 791462"/>
                    <a:gd name="T2" fmla="*/ 254129 w 1348191"/>
                    <a:gd name="T3" fmla="*/ 45953 h 791462"/>
                    <a:gd name="T4" fmla="*/ 91938 w 1348191"/>
                    <a:gd name="T5" fmla="*/ 95228 h 791462"/>
                    <a:gd name="T6" fmla="*/ 0 w 1348191"/>
                    <a:gd name="T7" fmla="*/ 73636 h 791462"/>
                    <a:gd name="T8" fmla="*/ 250660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cxnSp>
              <p:nvCxnSpPr>
                <p:cNvPr id="376" name="Straight Connector 375"/>
                <p:cNvCxnSpPr>
                  <a:cxnSpLocks noChangeShapeType="1"/>
                  <a:endCxn id="371" idx="2"/>
                </p:cNvCxnSpPr>
                <p:nvPr/>
              </p:nvCxnSpPr>
              <p:spPr bwMode="auto">
                <a:xfrm flipH="1" flipV="1">
                  <a:off x="2183302" y="1731764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77" name="Straight Connector 376"/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25" y="1728590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47201" name="Group 18"/>
            <p:cNvGrpSpPr/>
            <p:nvPr/>
          </p:nvGrpSpPr>
          <p:grpSpPr bwMode="auto">
            <a:xfrm>
              <a:off x="3500438" y="3174091"/>
              <a:ext cx="522287" cy="1831297"/>
              <a:chOff x="3500438" y="3174091"/>
              <a:chExt cx="522287" cy="1831297"/>
            </a:xfrm>
          </p:grpSpPr>
          <p:sp>
            <p:nvSpPr>
              <p:cNvPr id="171" name="Rectangle 170"/>
              <p:cNvSpPr/>
              <p:nvPr/>
            </p:nvSpPr>
            <p:spPr bwMode="auto">
              <a:xfrm rot="10800000">
                <a:off x="3507318" y="3287219"/>
                <a:ext cx="506133" cy="404105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90" name="Straight Connector 89"/>
              <p:cNvCxnSpPr/>
              <p:nvPr/>
            </p:nvCxnSpPr>
            <p:spPr bwMode="auto">
              <a:xfrm flipH="1">
                <a:off x="4019802" y="3321497"/>
                <a:ext cx="1588" cy="1536456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7276" name="Picture 86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0438" y="3194292"/>
                <a:ext cx="522287" cy="220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47277" name="Group 82"/>
              <p:cNvGrpSpPr/>
              <p:nvPr/>
            </p:nvGrpSpPr>
            <p:grpSpPr bwMode="auto">
              <a:xfrm>
                <a:off x="3511442" y="4783543"/>
                <a:ext cx="507858" cy="221845"/>
                <a:chOff x="4128636" y="3606589"/>
                <a:chExt cx="568145" cy="338667"/>
              </a:xfrm>
            </p:grpSpPr>
            <p:sp>
              <p:nvSpPr>
                <p:cNvPr id="97" name="Oval 96"/>
                <p:cNvSpPr/>
                <p:nvPr/>
              </p:nvSpPr>
              <p:spPr>
                <a:xfrm>
                  <a:off x="4129087" y="3720182"/>
                  <a:ext cx="568256" cy="225348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98" name="Rectangle 97"/>
                <p:cNvSpPr/>
                <p:nvPr/>
              </p:nvSpPr>
              <p:spPr>
                <a:xfrm>
                  <a:off x="4129087" y="3720182"/>
                  <a:ext cx="568256" cy="111462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99" name="Oval 98"/>
                <p:cNvSpPr/>
                <p:nvPr/>
              </p:nvSpPr>
              <p:spPr>
                <a:xfrm>
                  <a:off x="4129087" y="3606297"/>
                  <a:ext cx="568256" cy="225346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00" name="Straight Connector 99"/>
                <p:cNvCxnSpPr/>
                <p:nvPr/>
              </p:nvCxnSpPr>
              <p:spPr>
                <a:xfrm>
                  <a:off x="4697343" y="3720182"/>
                  <a:ext cx="0" cy="111462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Straight Connector 100"/>
                <p:cNvCxnSpPr/>
                <p:nvPr/>
              </p:nvCxnSpPr>
              <p:spPr>
                <a:xfrm>
                  <a:off x="4129087" y="3720182"/>
                  <a:ext cx="0" cy="111462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5" name="Rectangle 154"/>
              <p:cNvSpPr/>
              <p:nvPr/>
            </p:nvSpPr>
            <p:spPr bwMode="auto">
              <a:xfrm>
                <a:off x="3516608" y="3694500"/>
                <a:ext cx="498433" cy="1166627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74" name="Straight Connector 173"/>
              <p:cNvCxnSpPr>
                <a:stCxn id="381" idx="2"/>
              </p:cNvCxnSpPr>
              <p:nvPr/>
            </p:nvCxnSpPr>
            <p:spPr bwMode="auto">
              <a:xfrm flipH="1">
                <a:off x="3507083" y="3262769"/>
                <a:ext cx="4762" cy="1688832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280" name="Group 377"/>
              <p:cNvGrpSpPr/>
              <p:nvPr/>
            </p:nvGrpSpPr>
            <p:grpSpPr bwMode="auto">
              <a:xfrm>
                <a:off x="3511057" y="3174091"/>
                <a:ext cx="504096" cy="242719"/>
                <a:chOff x="2183302" y="1574638"/>
                <a:chExt cx="1200154" cy="430218"/>
              </a:xfrm>
            </p:grpSpPr>
            <p:sp>
              <p:nvSpPr>
                <p:cNvPr id="379" name="Oval 378"/>
                <p:cNvSpPr/>
                <p:nvPr/>
              </p:nvSpPr>
              <p:spPr bwMode="auto">
                <a:xfrm flipV="1">
                  <a:off x="2188958" y="1689617"/>
                  <a:ext cx="1194231" cy="3150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80" name="Rectangle 379"/>
                <p:cNvSpPr/>
                <p:nvPr/>
              </p:nvSpPr>
              <p:spPr bwMode="auto">
                <a:xfrm>
                  <a:off x="2185178" y="1734631"/>
                  <a:ext cx="1198011" cy="11253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81" name="Oval 380"/>
                <p:cNvSpPr>
                  <a:spLocks noChangeArrowheads="1"/>
                </p:cNvSpPr>
                <p:nvPr/>
              </p:nvSpPr>
              <p:spPr bwMode="auto">
                <a:xfrm flipV="1">
                  <a:off x="2185178" y="1574269"/>
                  <a:ext cx="1194231" cy="3150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endParaRPr lang="zh-CN" altLang="zh-CN" sz="1800">
                    <a:solidFill>
                      <a:srgbClr val="FFFFFF"/>
                    </a:solidFill>
                    <a:latin typeface="Gill Sans MT" panose="020B0502020104020203" pitchFamily="34" charset="0"/>
                  </a:endParaRPr>
                </a:p>
              </p:txBody>
            </p:sp>
            <p:sp>
              <p:nvSpPr>
                <p:cNvPr id="382" name="Freeform 381"/>
                <p:cNvSpPr/>
                <p:nvPr/>
              </p:nvSpPr>
              <p:spPr bwMode="auto">
                <a:xfrm>
                  <a:off x="2491295" y="1669924"/>
                  <a:ext cx="581999" cy="15754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83" name="Freeform 382"/>
                <p:cNvSpPr/>
                <p:nvPr/>
              </p:nvSpPr>
              <p:spPr bwMode="auto">
                <a:xfrm>
                  <a:off x="2430828" y="1630537"/>
                  <a:ext cx="702933" cy="109721"/>
                </a:xfrm>
                <a:custGeom>
                  <a:avLst/>
                  <a:gdLst>
                    <a:gd name="T0" fmla="*/ 0 w 3723451"/>
                    <a:gd name="T1" fmla="*/ 26843 h 932950"/>
                    <a:gd name="T2" fmla="*/ 123686 w 3723451"/>
                    <a:gd name="T3" fmla="*/ 316 h 932950"/>
                    <a:gd name="T4" fmla="*/ 350344 w 3723451"/>
                    <a:gd name="T5" fmla="*/ 61221 h 932950"/>
                    <a:gd name="T6" fmla="*/ 566578 w 3723451"/>
                    <a:gd name="T7" fmla="*/ 0 h 932950"/>
                    <a:gd name="T8" fmla="*/ 702933 w 3723451"/>
                    <a:gd name="T9" fmla="*/ 24362 h 932950"/>
                    <a:gd name="T10" fmla="*/ 601485 w 3723451"/>
                    <a:gd name="T11" fmla="*/ 54319 h 932950"/>
                    <a:gd name="T12" fmla="*/ 568823 w 3723451"/>
                    <a:gd name="T13" fmla="*/ 46243 h 932950"/>
                    <a:gd name="T14" fmla="*/ 354326 w 3723451"/>
                    <a:gd name="T15" fmla="*/ 109721 h 932950"/>
                    <a:gd name="T16" fmla="*/ 134342 w 3723451"/>
                    <a:gd name="T17" fmla="*/ 48578 h 932950"/>
                    <a:gd name="T18" fmla="*/ 98775 w 3723451"/>
                    <a:gd name="T19" fmla="*/ 55177 h 932950"/>
                    <a:gd name="T20" fmla="*/ 0 w 3723451"/>
                    <a:gd name="T21" fmla="*/ 26843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384" name="Freeform 383"/>
                <p:cNvSpPr/>
                <p:nvPr/>
              </p:nvSpPr>
              <p:spPr bwMode="auto">
                <a:xfrm>
                  <a:off x="2891892" y="1723378"/>
                  <a:ext cx="260764" cy="95655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764 w 1366596"/>
                    <a:gd name="T3" fmla="*/ 73915 h 809868"/>
                    <a:gd name="T4" fmla="*/ 165063 w 1366596"/>
                    <a:gd name="T5" fmla="*/ 95655 h 809868"/>
                    <a:gd name="T6" fmla="*/ 878 w 1366596"/>
                    <a:gd name="T7" fmla="*/ 5054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385" name="Freeform 384"/>
                <p:cNvSpPr/>
                <p:nvPr/>
              </p:nvSpPr>
              <p:spPr bwMode="auto">
                <a:xfrm>
                  <a:off x="2419489" y="1726192"/>
                  <a:ext cx="253208" cy="92841"/>
                </a:xfrm>
                <a:custGeom>
                  <a:avLst/>
                  <a:gdLst>
                    <a:gd name="T0" fmla="*/ 249751 w 1348191"/>
                    <a:gd name="T1" fmla="*/ 0 h 791462"/>
                    <a:gd name="T2" fmla="*/ 253208 w 1348191"/>
                    <a:gd name="T3" fmla="*/ 44801 h 791462"/>
                    <a:gd name="T4" fmla="*/ 91604 w 1348191"/>
                    <a:gd name="T5" fmla="*/ 92841 h 791462"/>
                    <a:gd name="T6" fmla="*/ 0 w 1348191"/>
                    <a:gd name="T7" fmla="*/ 71790 h 791462"/>
                    <a:gd name="T8" fmla="*/ 24975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cxnSp>
              <p:nvCxnSpPr>
                <p:cNvPr id="386" name="Straight Connector 385"/>
                <p:cNvCxnSpPr>
                  <a:cxnSpLocks noChangeShapeType="1"/>
                  <a:endCxn id="381" idx="2"/>
                </p:cNvCxnSpPr>
                <p:nvPr/>
              </p:nvCxnSpPr>
              <p:spPr bwMode="auto">
                <a:xfrm flipH="1" flipV="1">
                  <a:off x="2185178" y="1731819"/>
                  <a:ext cx="3780" cy="120975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87" name="Straight Connector 386"/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409" y="1729005"/>
                  <a:ext cx="3780" cy="120976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47202" name="Group 19"/>
            <p:cNvGrpSpPr/>
            <p:nvPr/>
          </p:nvGrpSpPr>
          <p:grpSpPr bwMode="auto">
            <a:xfrm>
              <a:off x="4299212" y="2486508"/>
              <a:ext cx="528561" cy="2517292"/>
              <a:chOff x="4299212" y="2486508"/>
              <a:chExt cx="528561" cy="2517292"/>
            </a:xfrm>
          </p:grpSpPr>
          <p:sp>
            <p:nvSpPr>
              <p:cNvPr id="439" name="Rectangle 438"/>
              <p:cNvSpPr/>
              <p:nvPr/>
            </p:nvSpPr>
            <p:spPr bwMode="auto">
              <a:xfrm rot="10800000">
                <a:off x="4315357" y="2675959"/>
                <a:ext cx="498350" cy="1010603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40" name="Straight Connector 439"/>
              <p:cNvCxnSpPr/>
              <p:nvPr/>
            </p:nvCxnSpPr>
            <p:spPr bwMode="auto">
              <a:xfrm>
                <a:off x="4821424" y="2642154"/>
                <a:ext cx="6349" cy="2214211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254" name="Group 442"/>
              <p:cNvGrpSpPr/>
              <p:nvPr/>
            </p:nvGrpSpPr>
            <p:grpSpPr bwMode="auto">
              <a:xfrm>
                <a:off x="4319479" y="4781999"/>
                <a:ext cx="507859" cy="221801"/>
                <a:chOff x="4128636" y="3606589"/>
                <a:chExt cx="568145" cy="338667"/>
              </a:xfrm>
            </p:grpSpPr>
            <p:sp>
              <p:nvSpPr>
                <p:cNvPr id="452" name="Oval 451"/>
                <p:cNvSpPr/>
                <p:nvPr/>
              </p:nvSpPr>
              <p:spPr>
                <a:xfrm>
                  <a:off x="4129012" y="3720139"/>
                  <a:ext cx="568256" cy="225391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53" name="Rectangle 452"/>
                <p:cNvSpPr/>
                <p:nvPr/>
              </p:nvSpPr>
              <p:spPr>
                <a:xfrm>
                  <a:off x="4129012" y="3720139"/>
                  <a:ext cx="568256" cy="111484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54" name="Oval 453"/>
                <p:cNvSpPr/>
                <p:nvPr/>
              </p:nvSpPr>
              <p:spPr>
                <a:xfrm>
                  <a:off x="4129012" y="3606230"/>
                  <a:ext cx="568256" cy="225392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55" name="Straight Connector 454"/>
                <p:cNvCxnSpPr/>
                <p:nvPr/>
              </p:nvCxnSpPr>
              <p:spPr>
                <a:xfrm>
                  <a:off x="4697268" y="3720139"/>
                  <a:ext cx="0" cy="111484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6" name="Straight Connector 455"/>
                <p:cNvCxnSpPr/>
                <p:nvPr/>
              </p:nvCxnSpPr>
              <p:spPr>
                <a:xfrm>
                  <a:off x="4129012" y="3720139"/>
                  <a:ext cx="0" cy="111484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4" name="Rectangle 443"/>
              <p:cNvSpPr/>
              <p:nvPr/>
            </p:nvSpPr>
            <p:spPr bwMode="auto">
              <a:xfrm>
                <a:off x="4324577" y="3696087"/>
                <a:ext cx="498433" cy="116345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47" name="Straight Connector 446"/>
              <p:cNvCxnSpPr>
                <a:stCxn id="458" idx="2"/>
              </p:cNvCxnSpPr>
              <p:nvPr/>
            </p:nvCxnSpPr>
            <p:spPr bwMode="auto">
              <a:xfrm>
                <a:off x="4300767" y="2640568"/>
                <a:ext cx="14286" cy="2309445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257" name="Group 456"/>
              <p:cNvGrpSpPr/>
              <p:nvPr/>
            </p:nvGrpSpPr>
            <p:grpSpPr bwMode="auto">
              <a:xfrm>
                <a:off x="4299212" y="2486508"/>
                <a:ext cx="504825" cy="242888"/>
                <a:chOff x="2183302" y="1574638"/>
                <a:chExt cx="1200154" cy="430218"/>
              </a:xfrm>
            </p:grpSpPr>
            <p:sp>
              <p:nvSpPr>
                <p:cNvPr id="458" name="Oval 457"/>
                <p:cNvSpPr/>
                <p:nvPr/>
              </p:nvSpPr>
              <p:spPr bwMode="auto">
                <a:xfrm flipV="1">
                  <a:off x="2186998" y="1690077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459" name="Rectangle 458"/>
                <p:cNvSpPr/>
                <p:nvPr/>
              </p:nvSpPr>
              <p:spPr bwMode="auto">
                <a:xfrm>
                  <a:off x="2183224" y="1735060"/>
                  <a:ext cx="1200054" cy="112457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60" name="Oval 459"/>
                <p:cNvSpPr>
                  <a:spLocks noChangeArrowheads="1"/>
                </p:cNvSpPr>
                <p:nvPr/>
              </p:nvSpPr>
              <p:spPr bwMode="auto">
                <a:xfrm flipV="1">
                  <a:off x="2183224" y="1574808"/>
                  <a:ext cx="1196282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endParaRPr lang="zh-CN" altLang="zh-CN" sz="1800">
                    <a:solidFill>
                      <a:srgbClr val="FFFFFF"/>
                    </a:solidFill>
                    <a:latin typeface="Gill Sans MT" panose="020B0502020104020203" pitchFamily="34" charset="0"/>
                  </a:endParaRPr>
                </a:p>
              </p:txBody>
            </p:sp>
            <p:sp>
              <p:nvSpPr>
                <p:cNvPr id="461" name="Freeform 460"/>
                <p:cNvSpPr/>
                <p:nvPr/>
              </p:nvSpPr>
              <p:spPr bwMode="auto">
                <a:xfrm>
                  <a:off x="2488899" y="1670396"/>
                  <a:ext cx="584931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62" name="Freeform 461"/>
                <p:cNvSpPr/>
                <p:nvPr/>
              </p:nvSpPr>
              <p:spPr bwMode="auto">
                <a:xfrm>
                  <a:off x="2428519" y="1631037"/>
                  <a:ext cx="705691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1 w 3723451"/>
                    <a:gd name="T3" fmla="*/ 316 h 932950"/>
                    <a:gd name="T4" fmla="*/ 351718 w 3723451"/>
                    <a:gd name="T5" fmla="*/ 61180 h 932950"/>
                    <a:gd name="T6" fmla="*/ 568801 w 3723451"/>
                    <a:gd name="T7" fmla="*/ 0 h 932950"/>
                    <a:gd name="T8" fmla="*/ 705691 w 3723451"/>
                    <a:gd name="T9" fmla="*/ 24345 h 932950"/>
                    <a:gd name="T10" fmla="*/ 603845 w 3723451"/>
                    <a:gd name="T11" fmla="*/ 54282 h 932950"/>
                    <a:gd name="T12" fmla="*/ 571055 w 3723451"/>
                    <a:gd name="T13" fmla="*/ 46211 h 932950"/>
                    <a:gd name="T14" fmla="*/ 355716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463" name="Freeform 462"/>
                <p:cNvSpPr/>
                <p:nvPr/>
              </p:nvSpPr>
              <p:spPr bwMode="auto">
                <a:xfrm>
                  <a:off x="2892690" y="1723814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464" name="Freeform 463"/>
                <p:cNvSpPr/>
                <p:nvPr/>
              </p:nvSpPr>
              <p:spPr bwMode="auto">
                <a:xfrm>
                  <a:off x="2417196" y="1726625"/>
                  <a:ext cx="252843" cy="92778"/>
                </a:xfrm>
                <a:custGeom>
                  <a:avLst/>
                  <a:gdLst>
                    <a:gd name="T0" fmla="*/ 249391 w 1348191"/>
                    <a:gd name="T1" fmla="*/ 0 h 791462"/>
                    <a:gd name="T2" fmla="*/ 252843 w 1348191"/>
                    <a:gd name="T3" fmla="*/ 44771 h 791462"/>
                    <a:gd name="T4" fmla="*/ 91472 w 1348191"/>
                    <a:gd name="T5" fmla="*/ 92778 h 791462"/>
                    <a:gd name="T6" fmla="*/ 0 w 1348191"/>
                    <a:gd name="T7" fmla="*/ 71741 h 791462"/>
                    <a:gd name="T8" fmla="*/ 24939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cxnSp>
              <p:nvCxnSpPr>
                <p:cNvPr id="465" name="Straight Connector 464"/>
                <p:cNvCxnSpPr>
                  <a:cxnSpLocks noChangeShapeType="1"/>
                  <a:endCxn id="460" idx="2"/>
                </p:cNvCxnSpPr>
                <p:nvPr/>
              </p:nvCxnSpPr>
              <p:spPr bwMode="auto">
                <a:xfrm flipH="1" flipV="1">
                  <a:off x="2183224" y="1732248"/>
                  <a:ext cx="3775" cy="120892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466" name="Straight Connector 465"/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505" y="1729437"/>
                  <a:ext cx="3773" cy="120890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47203" name="Group 20"/>
            <p:cNvGrpSpPr/>
            <p:nvPr/>
          </p:nvGrpSpPr>
          <p:grpSpPr bwMode="auto">
            <a:xfrm>
              <a:off x="5491163" y="3179295"/>
              <a:ext cx="522287" cy="1824505"/>
              <a:chOff x="5491163" y="3179295"/>
              <a:chExt cx="522287" cy="1824505"/>
            </a:xfrm>
          </p:grpSpPr>
          <p:sp>
            <p:nvSpPr>
              <p:cNvPr id="468" name="Rectangle 467"/>
              <p:cNvSpPr/>
              <p:nvPr/>
            </p:nvSpPr>
            <p:spPr bwMode="auto">
              <a:xfrm rot="10800000">
                <a:off x="5498043" y="3266844"/>
                <a:ext cx="498349" cy="419719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69" name="Straight Connector 468"/>
              <p:cNvCxnSpPr>
                <a:stCxn id="489" idx="6"/>
              </p:cNvCxnSpPr>
              <p:nvPr/>
            </p:nvCxnSpPr>
            <p:spPr bwMode="auto">
              <a:xfrm>
                <a:off x="6004011" y="3267530"/>
                <a:ext cx="6349" cy="1582486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7231" name="Picture 469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1163" y="3206725"/>
                <a:ext cx="522287" cy="220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47232" name="Group 471"/>
              <p:cNvGrpSpPr/>
              <p:nvPr/>
            </p:nvGrpSpPr>
            <p:grpSpPr bwMode="auto">
              <a:xfrm>
                <a:off x="5502167" y="4781999"/>
                <a:ext cx="507858" cy="221801"/>
                <a:chOff x="4128636" y="3606589"/>
                <a:chExt cx="568145" cy="338667"/>
              </a:xfrm>
            </p:grpSpPr>
            <p:sp>
              <p:nvSpPr>
                <p:cNvPr id="481" name="Oval 480"/>
                <p:cNvSpPr/>
                <p:nvPr/>
              </p:nvSpPr>
              <p:spPr>
                <a:xfrm>
                  <a:off x="4128900" y="3720139"/>
                  <a:ext cx="568256" cy="225391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82" name="Rectangle 481"/>
                <p:cNvSpPr/>
                <p:nvPr/>
              </p:nvSpPr>
              <p:spPr>
                <a:xfrm>
                  <a:off x="4128900" y="3720139"/>
                  <a:ext cx="568256" cy="111484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83" name="Oval 482"/>
                <p:cNvSpPr/>
                <p:nvPr/>
              </p:nvSpPr>
              <p:spPr>
                <a:xfrm>
                  <a:off x="4128900" y="3606230"/>
                  <a:ext cx="568256" cy="225392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84" name="Straight Connector 483"/>
                <p:cNvCxnSpPr/>
                <p:nvPr/>
              </p:nvCxnSpPr>
              <p:spPr>
                <a:xfrm>
                  <a:off x="4697156" y="3720139"/>
                  <a:ext cx="0" cy="111484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5" name="Straight Connector 484"/>
                <p:cNvCxnSpPr/>
                <p:nvPr/>
              </p:nvCxnSpPr>
              <p:spPr>
                <a:xfrm>
                  <a:off x="4128900" y="3720139"/>
                  <a:ext cx="0" cy="111484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3" name="Rectangle 472"/>
              <p:cNvSpPr/>
              <p:nvPr/>
            </p:nvSpPr>
            <p:spPr bwMode="auto">
              <a:xfrm>
                <a:off x="5507166" y="3694500"/>
                <a:ext cx="498433" cy="1165040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76" name="Straight Connector 475"/>
              <p:cNvCxnSpPr>
                <a:stCxn id="47231" idx="1"/>
              </p:cNvCxnSpPr>
              <p:nvPr/>
            </p:nvCxnSpPr>
            <p:spPr bwMode="auto">
              <a:xfrm>
                <a:off x="5491292" y="3316735"/>
                <a:ext cx="6349" cy="1633277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235" name="Group 485"/>
              <p:cNvGrpSpPr/>
              <p:nvPr/>
            </p:nvGrpSpPr>
            <p:grpSpPr bwMode="auto">
              <a:xfrm>
                <a:off x="5500688" y="3179295"/>
                <a:ext cx="504825" cy="242888"/>
                <a:chOff x="2183302" y="1574638"/>
                <a:chExt cx="1200154" cy="430218"/>
              </a:xfrm>
            </p:grpSpPr>
            <p:sp>
              <p:nvSpPr>
                <p:cNvPr id="487" name="Oval 486"/>
                <p:cNvSpPr/>
                <p:nvPr/>
              </p:nvSpPr>
              <p:spPr bwMode="auto">
                <a:xfrm flipV="1">
                  <a:off x="2187379" y="1688754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488" name="Rectangle 487"/>
                <p:cNvSpPr/>
                <p:nvPr/>
              </p:nvSpPr>
              <p:spPr bwMode="auto">
                <a:xfrm>
                  <a:off x="2183606" y="1733737"/>
                  <a:ext cx="1200052" cy="112457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89" name="Oval 488"/>
                <p:cNvSpPr>
                  <a:spLocks noChangeArrowheads="1"/>
                </p:cNvSpPr>
                <p:nvPr/>
              </p:nvSpPr>
              <p:spPr bwMode="auto">
                <a:xfrm flipV="1">
                  <a:off x="2183606" y="1573485"/>
                  <a:ext cx="1196277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endParaRPr lang="zh-CN" altLang="zh-CN" sz="1800">
                    <a:solidFill>
                      <a:srgbClr val="FFFFFF"/>
                    </a:solidFill>
                    <a:latin typeface="Gill Sans MT" panose="020B0502020104020203" pitchFamily="34" charset="0"/>
                  </a:endParaRPr>
                </a:p>
              </p:txBody>
            </p:sp>
            <p:sp>
              <p:nvSpPr>
                <p:cNvPr id="490" name="Freeform 489"/>
                <p:cNvSpPr/>
                <p:nvPr/>
              </p:nvSpPr>
              <p:spPr bwMode="auto">
                <a:xfrm>
                  <a:off x="2489279" y="1669074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91" name="Freeform 490"/>
                <p:cNvSpPr/>
                <p:nvPr/>
              </p:nvSpPr>
              <p:spPr bwMode="auto">
                <a:xfrm>
                  <a:off x="2428899" y="1629714"/>
                  <a:ext cx="705692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5 h 932950"/>
                    <a:gd name="T10" fmla="*/ 603846 w 3723451"/>
                    <a:gd name="T11" fmla="*/ 54282 h 932950"/>
                    <a:gd name="T12" fmla="*/ 571056 w 3723451"/>
                    <a:gd name="T13" fmla="*/ 46211 h 932950"/>
                    <a:gd name="T14" fmla="*/ 355717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492" name="Freeform 491"/>
                <p:cNvSpPr/>
                <p:nvPr/>
              </p:nvSpPr>
              <p:spPr bwMode="auto">
                <a:xfrm>
                  <a:off x="2893071" y="1722492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493" name="Freeform 492"/>
                <p:cNvSpPr/>
                <p:nvPr/>
              </p:nvSpPr>
              <p:spPr bwMode="auto">
                <a:xfrm>
                  <a:off x="2417579" y="1725302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cxnSp>
              <p:nvCxnSpPr>
                <p:cNvPr id="494" name="Straight Connector 493"/>
                <p:cNvCxnSpPr>
                  <a:cxnSpLocks noChangeShapeType="1"/>
                  <a:endCxn id="489" idx="2"/>
                </p:cNvCxnSpPr>
                <p:nvPr/>
              </p:nvCxnSpPr>
              <p:spPr bwMode="auto">
                <a:xfrm flipH="1" flipV="1">
                  <a:off x="2183606" y="1730925"/>
                  <a:ext cx="3773" cy="120892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495" name="Straight Connector 494"/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83" y="1728114"/>
                  <a:ext cx="3775" cy="120890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47204" name="Group 21"/>
            <p:cNvGrpSpPr/>
            <p:nvPr/>
          </p:nvGrpSpPr>
          <p:grpSpPr bwMode="auto">
            <a:xfrm>
              <a:off x="6472285" y="2647932"/>
              <a:ext cx="522243" cy="2354282"/>
              <a:chOff x="6472285" y="2647932"/>
              <a:chExt cx="522243" cy="2354282"/>
            </a:xfrm>
          </p:grpSpPr>
          <p:sp>
            <p:nvSpPr>
              <p:cNvPr id="497" name="Rectangle 496"/>
              <p:cNvSpPr/>
              <p:nvPr/>
            </p:nvSpPr>
            <p:spPr bwMode="auto">
              <a:xfrm rot="10800000">
                <a:off x="6482294" y="2777836"/>
                <a:ext cx="498349" cy="882351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98" name="Straight Connector 497"/>
              <p:cNvCxnSpPr/>
              <p:nvPr/>
            </p:nvCxnSpPr>
            <p:spPr bwMode="auto">
              <a:xfrm>
                <a:off x="6994528" y="2846910"/>
                <a:ext cx="0" cy="1998345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209" name="Group 500"/>
              <p:cNvGrpSpPr/>
              <p:nvPr/>
            </p:nvGrpSpPr>
            <p:grpSpPr bwMode="auto">
              <a:xfrm>
                <a:off x="6486417" y="4766099"/>
                <a:ext cx="507858" cy="236115"/>
                <a:chOff x="4128636" y="3606589"/>
                <a:chExt cx="568145" cy="338667"/>
              </a:xfrm>
            </p:grpSpPr>
            <p:sp>
              <p:nvSpPr>
                <p:cNvPr id="510" name="Oval 509"/>
                <p:cNvSpPr/>
                <p:nvPr/>
              </p:nvSpPr>
              <p:spPr>
                <a:xfrm>
                  <a:off x="4128808" y="3720125"/>
                  <a:ext cx="568256" cy="225387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1" name="Rectangle 510"/>
                <p:cNvSpPr/>
                <p:nvPr/>
              </p:nvSpPr>
              <p:spPr>
                <a:xfrm>
                  <a:off x="4128808" y="3720125"/>
                  <a:ext cx="568256" cy="111556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2" name="Oval 511"/>
                <p:cNvSpPr/>
                <p:nvPr/>
              </p:nvSpPr>
              <p:spPr>
                <a:xfrm>
                  <a:off x="4128808" y="3606294"/>
                  <a:ext cx="568256" cy="225387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13" name="Straight Connector 512"/>
                <p:cNvCxnSpPr/>
                <p:nvPr/>
              </p:nvCxnSpPr>
              <p:spPr>
                <a:xfrm>
                  <a:off x="4697064" y="3720125"/>
                  <a:ext cx="0" cy="111556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4" name="Straight Connector 513"/>
                <p:cNvCxnSpPr/>
                <p:nvPr/>
              </p:nvCxnSpPr>
              <p:spPr>
                <a:xfrm>
                  <a:off x="4128808" y="3720125"/>
                  <a:ext cx="0" cy="111556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02" name="Rectangle 501"/>
              <p:cNvSpPr/>
              <p:nvPr/>
            </p:nvSpPr>
            <p:spPr bwMode="auto">
              <a:xfrm>
                <a:off x="6491333" y="3677647"/>
                <a:ext cx="498433" cy="117078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05" name="Straight Connector 504"/>
              <p:cNvCxnSpPr/>
              <p:nvPr/>
            </p:nvCxnSpPr>
            <p:spPr bwMode="auto">
              <a:xfrm>
                <a:off x="6472285" y="2818340"/>
                <a:ext cx="9524" cy="2126912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212" name="Group 514"/>
              <p:cNvGrpSpPr/>
              <p:nvPr/>
            </p:nvGrpSpPr>
            <p:grpSpPr bwMode="auto">
              <a:xfrm>
                <a:off x="6478146" y="2647932"/>
                <a:ext cx="504825" cy="242887"/>
                <a:chOff x="2183302" y="1574638"/>
                <a:chExt cx="1200154" cy="430218"/>
              </a:xfrm>
            </p:grpSpPr>
            <p:sp>
              <p:nvSpPr>
                <p:cNvPr id="516" name="Oval 515"/>
                <p:cNvSpPr/>
                <p:nvPr/>
              </p:nvSpPr>
              <p:spPr bwMode="auto">
                <a:xfrm flipV="1">
                  <a:off x="2188237" y="1690921"/>
                  <a:ext cx="1196279" cy="31488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17" name="Rectangle 516"/>
                <p:cNvSpPr/>
                <p:nvPr/>
              </p:nvSpPr>
              <p:spPr bwMode="auto">
                <a:xfrm>
                  <a:off x="2184464" y="1735904"/>
                  <a:ext cx="1200052" cy="112457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8" name="Oval 517"/>
                <p:cNvSpPr>
                  <a:spLocks noChangeArrowheads="1"/>
                </p:cNvSpPr>
                <p:nvPr/>
              </p:nvSpPr>
              <p:spPr bwMode="auto">
                <a:xfrm flipV="1">
                  <a:off x="2184464" y="1575651"/>
                  <a:ext cx="1196277" cy="314881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endParaRPr lang="zh-CN" altLang="zh-CN" sz="1800">
                    <a:solidFill>
                      <a:srgbClr val="FFFFFF"/>
                    </a:solidFill>
                    <a:latin typeface="Gill Sans MT" panose="020B0502020104020203" pitchFamily="34" charset="0"/>
                  </a:endParaRPr>
                </a:p>
              </p:txBody>
            </p:sp>
            <p:sp>
              <p:nvSpPr>
                <p:cNvPr id="519" name="Freeform 518"/>
                <p:cNvSpPr/>
                <p:nvPr/>
              </p:nvSpPr>
              <p:spPr bwMode="auto">
                <a:xfrm>
                  <a:off x="2490137" y="1671240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20" name="Freeform 519"/>
                <p:cNvSpPr/>
                <p:nvPr/>
              </p:nvSpPr>
              <p:spPr bwMode="auto">
                <a:xfrm>
                  <a:off x="2429757" y="1631880"/>
                  <a:ext cx="705692" cy="109647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6 h 932950"/>
                    <a:gd name="T10" fmla="*/ 603846 w 3723451"/>
                    <a:gd name="T11" fmla="*/ 54283 h 932950"/>
                    <a:gd name="T12" fmla="*/ 571056 w 3723451"/>
                    <a:gd name="T13" fmla="*/ 46212 h 932950"/>
                    <a:gd name="T14" fmla="*/ 355717 w 3723451"/>
                    <a:gd name="T15" fmla="*/ 109647 h 932950"/>
                    <a:gd name="T16" fmla="*/ 134869 w 3723451"/>
                    <a:gd name="T17" fmla="*/ 48545 h 932950"/>
                    <a:gd name="T18" fmla="*/ 99163 w 3723451"/>
                    <a:gd name="T19" fmla="*/ 55140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521" name="Freeform 520"/>
                <p:cNvSpPr/>
                <p:nvPr/>
              </p:nvSpPr>
              <p:spPr bwMode="auto">
                <a:xfrm>
                  <a:off x="2893929" y="1724658"/>
                  <a:ext cx="256615" cy="9558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4 h 809868"/>
                    <a:gd name="T4" fmla="*/ 162436 w 1366596"/>
                    <a:gd name="T5" fmla="*/ 95589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sp>
              <p:nvSpPr>
                <p:cNvPr id="522" name="Freeform 521"/>
                <p:cNvSpPr/>
                <p:nvPr/>
              </p:nvSpPr>
              <p:spPr bwMode="auto">
                <a:xfrm>
                  <a:off x="2418437" y="1727469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endParaRPr lang="zh-CN" altLang="en-US"/>
                </a:p>
              </p:txBody>
            </p:sp>
            <p:cxnSp>
              <p:nvCxnSpPr>
                <p:cNvPr id="523" name="Straight Connector 522"/>
                <p:cNvCxnSpPr>
                  <a:cxnSpLocks noChangeShapeType="1"/>
                  <a:endCxn id="518" idx="2"/>
                </p:cNvCxnSpPr>
                <p:nvPr/>
              </p:nvCxnSpPr>
              <p:spPr bwMode="auto">
                <a:xfrm flipH="1" flipV="1">
                  <a:off x="2184464" y="1733091"/>
                  <a:ext cx="3773" cy="120893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524" name="Straight Connector 523"/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0741" y="1730281"/>
                  <a:ext cx="3775" cy="120891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229" name="Group 228"/>
          <p:cNvGrpSpPr/>
          <p:nvPr/>
        </p:nvGrpSpPr>
        <p:grpSpPr bwMode="auto">
          <a:xfrm>
            <a:off x="2054133" y="2596410"/>
            <a:ext cx="5111750" cy="879475"/>
            <a:chOff x="1866825" y="707349"/>
            <a:chExt cx="5112820" cy="879389"/>
          </a:xfrm>
        </p:grpSpPr>
        <p:sp>
          <p:nvSpPr>
            <p:cNvPr id="233" name="Oval 232"/>
            <p:cNvSpPr/>
            <p:nvPr/>
          </p:nvSpPr>
          <p:spPr>
            <a:xfrm>
              <a:off x="1866825" y="785129"/>
              <a:ext cx="954288" cy="49207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>
              <a:solidFill>
                <a:srgbClr val="CC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7182" name="TextBox 233"/>
            <p:cNvSpPr txBox="1">
              <a:spLocks noChangeArrowheads="1"/>
            </p:cNvSpPr>
            <p:nvPr/>
          </p:nvSpPr>
          <p:spPr bwMode="auto">
            <a:xfrm>
              <a:off x="1895193" y="889894"/>
              <a:ext cx="903000" cy="284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475"/>
                </a:lnSpc>
              </a:pPr>
              <a:r>
                <a:rPr lang="zh-CN" altLang="en-US" sz="1400" dirty="0"/>
                <a:t>路由算法</a:t>
              </a:r>
              <a:endParaRPr lang="en-US" altLang="zh-CN" sz="1400" dirty="0"/>
            </a:p>
          </p:txBody>
        </p:sp>
        <p:cxnSp>
          <p:nvCxnSpPr>
            <p:cNvPr id="235" name="Straight Arrow Connector 234"/>
            <p:cNvCxnSpPr/>
            <p:nvPr/>
          </p:nvCxnSpPr>
          <p:spPr>
            <a:xfrm flipV="1">
              <a:off x="2833815" y="807352"/>
              <a:ext cx="1517968" cy="214291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Arrow Connector 235"/>
            <p:cNvCxnSpPr/>
            <p:nvPr/>
          </p:nvCxnSpPr>
          <p:spPr>
            <a:xfrm>
              <a:off x="2751248" y="1201014"/>
              <a:ext cx="797092" cy="279373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Straight Arrow Connector 236"/>
            <p:cNvCxnSpPr/>
            <p:nvPr/>
          </p:nvCxnSpPr>
          <p:spPr>
            <a:xfrm>
              <a:off x="4685228" y="894656"/>
              <a:ext cx="892362" cy="509538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Straight Arrow Connector 237"/>
            <p:cNvCxnSpPr/>
            <p:nvPr/>
          </p:nvCxnSpPr>
          <p:spPr>
            <a:xfrm>
              <a:off x="4801139" y="801003"/>
              <a:ext cx="1695805" cy="130162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39" name="Oval 238"/>
            <p:cNvSpPr/>
            <p:nvPr/>
          </p:nvSpPr>
          <p:spPr>
            <a:xfrm>
              <a:off x="6558870" y="894656"/>
              <a:ext cx="420775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>
              <a:solidFill>
                <a:srgbClr val="CC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0" name="Oval 239"/>
            <p:cNvSpPr/>
            <p:nvPr/>
          </p:nvSpPr>
          <p:spPr>
            <a:xfrm>
              <a:off x="5572826" y="1404194"/>
              <a:ext cx="420776" cy="182544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>
              <a:solidFill>
                <a:srgbClr val="CC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1" name="Oval 240"/>
            <p:cNvSpPr/>
            <p:nvPr/>
          </p:nvSpPr>
          <p:spPr>
            <a:xfrm>
              <a:off x="4367661" y="707349"/>
              <a:ext cx="420775" cy="182545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>
              <a:solidFill>
                <a:srgbClr val="CC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2" name="Oval 241"/>
            <p:cNvSpPr/>
            <p:nvPr/>
          </p:nvSpPr>
          <p:spPr>
            <a:xfrm>
              <a:off x="3572157" y="1402606"/>
              <a:ext cx="420776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>
              <a:solidFill>
                <a:srgbClr val="CC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43" name="Straight Arrow Connector 242"/>
            <p:cNvCxnSpPr/>
            <p:nvPr/>
          </p:nvCxnSpPr>
          <p:spPr>
            <a:xfrm>
              <a:off x="2821113" y="1105773"/>
              <a:ext cx="2739010" cy="339692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Arrow Connector 243"/>
            <p:cNvCxnSpPr>
              <a:endCxn id="239" idx="2"/>
            </p:cNvCxnSpPr>
            <p:nvPr/>
          </p:nvCxnSpPr>
          <p:spPr>
            <a:xfrm flipV="1">
              <a:off x="3997696" y="985135"/>
              <a:ext cx="2561174" cy="469854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Arrow Connector 244"/>
            <p:cNvCxnSpPr/>
            <p:nvPr/>
          </p:nvCxnSpPr>
          <p:spPr>
            <a:xfrm flipV="1">
              <a:off x="3991345" y="1508959"/>
              <a:ext cx="1581481" cy="0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Arrow Connector 245"/>
            <p:cNvCxnSpPr/>
            <p:nvPr/>
          </p:nvCxnSpPr>
          <p:spPr>
            <a:xfrm flipV="1">
              <a:off x="5996777" y="1083550"/>
              <a:ext cx="751044" cy="396836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Group 22"/>
          <p:cNvGrpSpPr/>
          <p:nvPr/>
        </p:nvGrpSpPr>
        <p:grpSpPr bwMode="auto">
          <a:xfrm>
            <a:off x="1684246" y="3229823"/>
            <a:ext cx="6395452" cy="768878"/>
            <a:chOff x="1557338" y="3252789"/>
            <a:chExt cx="6395452" cy="768878"/>
          </a:xfrm>
        </p:grpSpPr>
        <p:sp>
          <p:nvSpPr>
            <p:cNvPr id="47178" name="TextBox 232"/>
            <p:cNvSpPr txBox="1">
              <a:spLocks noChangeArrowheads="1"/>
            </p:cNvSpPr>
            <p:nvPr/>
          </p:nvSpPr>
          <p:spPr bwMode="auto">
            <a:xfrm>
              <a:off x="7229515" y="3736974"/>
              <a:ext cx="723275" cy="2846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465"/>
                </a:lnSpc>
              </a:pPr>
              <a:r>
                <a:rPr lang="zh-CN" altLang="en-US" sz="1400" dirty="0"/>
                <a:t>数据面</a:t>
              </a:r>
              <a:endParaRPr lang="en-US" altLang="zh-CN" sz="1400" dirty="0"/>
            </a:p>
          </p:txBody>
        </p:sp>
        <p:sp>
          <p:nvSpPr>
            <p:cNvPr id="47179" name="TextBox 233"/>
            <p:cNvSpPr txBox="1">
              <a:spLocks noChangeArrowheads="1"/>
            </p:cNvSpPr>
            <p:nvPr/>
          </p:nvSpPr>
          <p:spPr bwMode="auto">
            <a:xfrm>
              <a:off x="7222850" y="3252789"/>
              <a:ext cx="723276" cy="2846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465"/>
                </a:lnSpc>
              </a:pPr>
              <a:r>
                <a:rPr lang="zh-CN" altLang="en-US" sz="1400" dirty="0"/>
                <a:t>控制面</a:t>
              </a:r>
              <a:endParaRPr lang="en-US" altLang="zh-CN" sz="1400" dirty="0"/>
            </a:p>
          </p:txBody>
        </p:sp>
        <p:cxnSp>
          <p:nvCxnSpPr>
            <p:cNvPr id="232" name="Straight Connector 231"/>
            <p:cNvCxnSpPr/>
            <p:nvPr/>
          </p:nvCxnSpPr>
          <p:spPr>
            <a:xfrm>
              <a:off x="1557338" y="3613150"/>
              <a:ext cx="6207125" cy="0"/>
            </a:xfrm>
            <a:prstGeom prst="line">
              <a:avLst/>
            </a:prstGeom>
            <a:ln w="25400">
              <a:solidFill>
                <a:schemeClr val="tx1"/>
              </a:solidFill>
              <a:prstDash val="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Group 24"/>
          <p:cNvGrpSpPr/>
          <p:nvPr/>
        </p:nvGrpSpPr>
        <p:grpSpPr bwMode="auto">
          <a:xfrm>
            <a:off x="2528001" y="2802786"/>
            <a:ext cx="4437063" cy="1577975"/>
            <a:chOff x="-4267279" y="3655204"/>
            <a:chExt cx="4437063" cy="1578510"/>
          </a:xfrm>
        </p:grpSpPr>
        <p:cxnSp>
          <p:nvCxnSpPr>
            <p:cNvPr id="111" name="Straight Arrow Connector 110"/>
            <p:cNvCxnSpPr/>
            <p:nvPr/>
          </p:nvCxnSpPr>
          <p:spPr bwMode="auto">
            <a:xfrm>
              <a:off x="-4267279" y="4047450"/>
              <a:ext cx="0" cy="422418"/>
            </a:xfrm>
            <a:prstGeom prst="straightConnector1">
              <a:avLst/>
            </a:prstGeom>
            <a:ln w="12700">
              <a:solidFill>
                <a:srgbClr val="CC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Arrow Connector 88"/>
            <p:cNvCxnSpPr>
              <a:cxnSpLocks noChangeShapeType="1"/>
            </p:cNvCxnSpPr>
            <p:nvPr/>
          </p:nvCxnSpPr>
          <p:spPr bwMode="auto">
            <a:xfrm flipH="1">
              <a:off x="-2808366" y="4361882"/>
              <a:ext cx="0" cy="87183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6" name="Straight Arrow Connector 445"/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6350" cy="157692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75" name="Straight Arrow Connector 474"/>
            <p:cNvCxnSpPr>
              <a:cxnSpLocks noChangeShapeType="1"/>
            </p:cNvCxnSpPr>
            <p:nvPr/>
          </p:nvCxnSpPr>
          <p:spPr bwMode="auto">
            <a:xfrm>
              <a:off x="-823991" y="4326945"/>
              <a:ext cx="6350" cy="90518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04" name="Straight Arrow Connector 503"/>
            <p:cNvCxnSpPr>
              <a:cxnSpLocks noChangeShapeType="1"/>
            </p:cNvCxnSpPr>
            <p:nvPr/>
          </p:nvCxnSpPr>
          <p:spPr bwMode="auto">
            <a:xfrm flipH="1">
              <a:off x="166609" y="3798127"/>
              <a:ext cx="3175" cy="139906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227" name="Straight Connector 226"/>
          <p:cNvCxnSpPr/>
          <p:nvPr/>
        </p:nvCxnSpPr>
        <p:spPr>
          <a:xfrm flipH="1">
            <a:off x="1508033" y="5712673"/>
            <a:ext cx="1508125" cy="1587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129" name="TextBox 265"/>
          <p:cNvSpPr txBox="1">
            <a:spLocks noChangeArrowheads="1"/>
          </p:cNvSpPr>
          <p:nvPr/>
        </p:nvSpPr>
        <p:spPr bwMode="auto">
          <a:xfrm>
            <a:off x="3424146" y="5384060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/>
              <a:t>1</a:t>
            </a:r>
          </a:p>
        </p:txBody>
      </p:sp>
      <p:sp>
        <p:nvSpPr>
          <p:cNvPr id="47130" name="TextBox 281"/>
          <p:cNvSpPr txBox="1">
            <a:spLocks noChangeArrowheads="1"/>
          </p:cNvSpPr>
          <p:nvPr/>
        </p:nvSpPr>
        <p:spPr bwMode="auto">
          <a:xfrm>
            <a:off x="3598771" y="5671398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/>
              <a:t>2</a:t>
            </a:r>
          </a:p>
        </p:txBody>
      </p:sp>
      <p:grpSp>
        <p:nvGrpSpPr>
          <p:cNvPr id="47131" name="Group 5"/>
          <p:cNvGrpSpPr/>
          <p:nvPr/>
        </p:nvGrpSpPr>
        <p:grpSpPr bwMode="auto">
          <a:xfrm>
            <a:off x="1163546" y="5147523"/>
            <a:ext cx="1616075" cy="487362"/>
            <a:chOff x="-4079003" y="2717403"/>
            <a:chExt cx="1616718" cy="488475"/>
          </a:xfrm>
        </p:grpSpPr>
        <p:sp>
          <p:nvSpPr>
            <p:cNvPr id="47145" name="Rectangle 97"/>
            <p:cNvSpPr>
              <a:spLocks noChangeArrowheads="1"/>
            </p:cNvSpPr>
            <p:nvPr/>
          </p:nvSpPr>
          <p:spPr bwMode="auto">
            <a:xfrm>
              <a:off x="-4052413" y="2965119"/>
              <a:ext cx="1290538" cy="20875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/>
            </a:p>
          </p:txBody>
        </p:sp>
        <p:sp>
          <p:nvSpPr>
            <p:cNvPr id="47146" name="Rectangle 98"/>
            <p:cNvSpPr>
              <a:spLocks noChangeArrowheads="1"/>
            </p:cNvSpPr>
            <p:nvPr/>
          </p:nvSpPr>
          <p:spPr bwMode="auto">
            <a:xfrm>
              <a:off x="-4079003" y="2985994"/>
              <a:ext cx="1281675" cy="20875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/>
            </a:p>
          </p:txBody>
        </p:sp>
        <p:sp>
          <p:nvSpPr>
            <p:cNvPr id="47147" name="Line 99"/>
            <p:cNvSpPr>
              <a:spLocks noChangeShapeType="1"/>
            </p:cNvSpPr>
            <p:nvPr/>
          </p:nvSpPr>
          <p:spPr bwMode="auto">
            <a:xfrm>
              <a:off x="-2933828" y="3101502"/>
              <a:ext cx="471543" cy="0"/>
            </a:xfrm>
            <a:prstGeom prst="line">
              <a:avLst/>
            </a:prstGeom>
            <a:noFill/>
            <a:ln w="9525">
              <a:solidFill>
                <a:schemeClr val="accent2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7148" name="Rectangle 104"/>
            <p:cNvSpPr>
              <a:spLocks noChangeArrowheads="1"/>
            </p:cNvSpPr>
            <p:nvPr/>
          </p:nvSpPr>
          <p:spPr bwMode="auto">
            <a:xfrm>
              <a:off x="-3377007" y="2988777"/>
              <a:ext cx="476861" cy="210142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/>
            </a:p>
          </p:txBody>
        </p:sp>
        <p:sp>
          <p:nvSpPr>
            <p:cNvPr id="47149" name="Text Box 105"/>
            <p:cNvSpPr txBox="1">
              <a:spLocks noChangeArrowheads="1"/>
            </p:cNvSpPr>
            <p:nvPr/>
          </p:nvSpPr>
          <p:spPr bwMode="auto">
            <a:xfrm>
              <a:off x="-3430189" y="2965119"/>
              <a:ext cx="581451" cy="2407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zh-CN" sz="1200" dirty="0"/>
                <a:t>0111</a:t>
              </a:r>
            </a:p>
          </p:txBody>
        </p:sp>
        <p:sp>
          <p:nvSpPr>
            <p:cNvPr id="47150" name="Line 119"/>
            <p:cNvSpPr>
              <a:spLocks noChangeShapeType="1"/>
            </p:cNvSpPr>
            <p:nvPr/>
          </p:nvSpPr>
          <p:spPr bwMode="auto">
            <a:xfrm>
              <a:off x="-3621642" y="2717403"/>
              <a:ext cx="405953" cy="3006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7132" name="Freeform 120"/>
          <p:cNvSpPr/>
          <p:nvPr/>
        </p:nvSpPr>
        <p:spPr bwMode="auto">
          <a:xfrm>
            <a:off x="2719296" y="5579323"/>
            <a:ext cx="982662" cy="233362"/>
          </a:xfrm>
          <a:custGeom>
            <a:avLst/>
            <a:gdLst>
              <a:gd name="T0" fmla="*/ 0 w 554"/>
              <a:gd name="T1" fmla="*/ 2147483647 h 167"/>
              <a:gd name="T2" fmla="*/ 2147483647 w 554"/>
              <a:gd name="T3" fmla="*/ 2147483647 h 167"/>
              <a:gd name="T4" fmla="*/ 2147483647 w 554"/>
              <a:gd name="T5" fmla="*/ 2147483647 h 167"/>
              <a:gd name="T6" fmla="*/ 0 60000 65536"/>
              <a:gd name="T7" fmla="*/ 0 60000 65536"/>
              <a:gd name="T8" fmla="*/ 0 60000 65536"/>
              <a:gd name="T9" fmla="*/ 0 w 554"/>
              <a:gd name="T10" fmla="*/ 0 h 167"/>
              <a:gd name="T11" fmla="*/ 554 w 554"/>
              <a:gd name="T12" fmla="*/ 167 h 16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4" h="167">
                <a:moveTo>
                  <a:pt x="0" y="10"/>
                </a:moveTo>
                <a:cubicBezTo>
                  <a:pt x="102" y="0"/>
                  <a:pt x="240" y="5"/>
                  <a:pt x="324" y="26"/>
                </a:cubicBezTo>
                <a:cubicBezTo>
                  <a:pt x="416" y="52"/>
                  <a:pt x="502" y="120"/>
                  <a:pt x="554" y="167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7133" name="Group 357"/>
          <p:cNvGrpSpPr/>
          <p:nvPr/>
        </p:nvGrpSpPr>
        <p:grpSpPr bwMode="auto">
          <a:xfrm>
            <a:off x="2939958" y="5569798"/>
            <a:ext cx="565150" cy="293687"/>
            <a:chOff x="1871277" y="1576300"/>
            <a:chExt cx="1128371" cy="437861"/>
          </a:xfrm>
        </p:grpSpPr>
        <p:sp>
          <p:nvSpPr>
            <p:cNvPr id="359" name="Oval 358"/>
            <p:cNvSpPr>
              <a:spLocks noChangeArrowheads="1"/>
            </p:cNvSpPr>
            <p:nvPr/>
          </p:nvSpPr>
          <p:spPr bwMode="auto">
            <a:xfrm flipV="1">
              <a:off x="1874448" y="1694641"/>
              <a:ext cx="1125200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60" name="Rectangle 359"/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1" name="Oval 360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2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62" name="Freeform 361"/>
            <p:cNvSpPr/>
            <p:nvPr/>
          </p:nvSpPr>
          <p:spPr bwMode="auto">
            <a:xfrm>
              <a:off x="2159710" y="1673339"/>
              <a:ext cx="548337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-1" fmla="*/ 1486231 w 2944854"/>
                <a:gd name="connsiteY0-2" fmla="*/ 727041 h 1316375"/>
                <a:gd name="connsiteX1-3" fmla="*/ 257675 w 2944854"/>
                <a:gd name="connsiteY1-4" fmla="*/ 1302232 h 1316375"/>
                <a:gd name="connsiteX2-5" fmla="*/ 0 w 2944854"/>
                <a:gd name="connsiteY2-6" fmla="*/ 1228607 h 1316375"/>
                <a:gd name="connsiteX3-7" fmla="*/ 911064 w 2944854"/>
                <a:gd name="connsiteY3-8" fmla="*/ 837478 h 1316375"/>
                <a:gd name="connsiteX4-9" fmla="*/ 883456 w 2944854"/>
                <a:gd name="connsiteY4-10" fmla="*/ 450949 h 1316375"/>
                <a:gd name="connsiteX5-11" fmla="*/ 161047 w 2944854"/>
                <a:gd name="connsiteY5-12" fmla="*/ 119640 h 1316375"/>
                <a:gd name="connsiteX6-13" fmla="*/ 404917 w 2944854"/>
                <a:gd name="connsiteY6-14" fmla="*/ 50617 h 1316375"/>
                <a:gd name="connsiteX7-15" fmla="*/ 1477028 w 2944854"/>
                <a:gd name="connsiteY7-16" fmla="*/ 501566 h 1316375"/>
                <a:gd name="connsiteX8-17" fmla="*/ 2572146 w 2944854"/>
                <a:gd name="connsiteY8-18" fmla="*/ 0 h 1316375"/>
                <a:gd name="connsiteX9-19" fmla="*/ 2875834 w 2944854"/>
                <a:gd name="connsiteY9-20" fmla="*/ 96632 h 1316375"/>
                <a:gd name="connsiteX10-21" fmla="*/ 2079803 w 2944854"/>
                <a:gd name="connsiteY10-22" fmla="*/ 432543 h 1316375"/>
                <a:gd name="connsiteX11-23" fmla="*/ 2240850 w 2944854"/>
                <a:gd name="connsiteY11-24" fmla="*/ 920305 h 1316375"/>
                <a:gd name="connsiteX12-25" fmla="*/ 2944854 w 2944854"/>
                <a:gd name="connsiteY12-26" fmla="*/ 1228607 h 1316375"/>
                <a:gd name="connsiteX13-27" fmla="*/ 2756623 w 2944854"/>
                <a:gd name="connsiteY13-28" fmla="*/ 1316375 h 1316375"/>
                <a:gd name="connsiteX14-29" fmla="*/ 1486231 w 2944854"/>
                <a:gd name="connsiteY14-30" fmla="*/ 727041 h 1316375"/>
                <a:gd name="connsiteX0-31" fmla="*/ 1486231 w 3024520"/>
                <a:gd name="connsiteY0-32" fmla="*/ 727041 h 1316375"/>
                <a:gd name="connsiteX1-33" fmla="*/ 257675 w 3024520"/>
                <a:gd name="connsiteY1-34" fmla="*/ 1302232 h 1316375"/>
                <a:gd name="connsiteX2-35" fmla="*/ 0 w 3024520"/>
                <a:gd name="connsiteY2-36" fmla="*/ 1228607 h 1316375"/>
                <a:gd name="connsiteX3-37" fmla="*/ 911064 w 3024520"/>
                <a:gd name="connsiteY3-38" fmla="*/ 837478 h 1316375"/>
                <a:gd name="connsiteX4-39" fmla="*/ 883456 w 3024520"/>
                <a:gd name="connsiteY4-40" fmla="*/ 450949 h 1316375"/>
                <a:gd name="connsiteX5-41" fmla="*/ 161047 w 3024520"/>
                <a:gd name="connsiteY5-42" fmla="*/ 119640 h 1316375"/>
                <a:gd name="connsiteX6-43" fmla="*/ 404917 w 3024520"/>
                <a:gd name="connsiteY6-44" fmla="*/ 50617 h 1316375"/>
                <a:gd name="connsiteX7-45" fmla="*/ 1477028 w 3024520"/>
                <a:gd name="connsiteY7-46" fmla="*/ 501566 h 1316375"/>
                <a:gd name="connsiteX8-47" fmla="*/ 2572146 w 3024520"/>
                <a:gd name="connsiteY8-48" fmla="*/ 0 h 1316375"/>
                <a:gd name="connsiteX9-49" fmla="*/ 2875834 w 3024520"/>
                <a:gd name="connsiteY9-50" fmla="*/ 96632 h 1316375"/>
                <a:gd name="connsiteX10-51" fmla="*/ 2079803 w 3024520"/>
                <a:gd name="connsiteY10-52" fmla="*/ 432543 h 1316375"/>
                <a:gd name="connsiteX11-53" fmla="*/ 2240850 w 3024520"/>
                <a:gd name="connsiteY11-54" fmla="*/ 920305 h 1316375"/>
                <a:gd name="connsiteX12-55" fmla="*/ 3024520 w 3024520"/>
                <a:gd name="connsiteY12-56" fmla="*/ 1228607 h 1316375"/>
                <a:gd name="connsiteX13-57" fmla="*/ 2756623 w 3024520"/>
                <a:gd name="connsiteY13-58" fmla="*/ 1316375 h 1316375"/>
                <a:gd name="connsiteX14-59" fmla="*/ 1486231 w 3024520"/>
                <a:gd name="connsiteY14-60" fmla="*/ 727041 h 1316375"/>
                <a:gd name="connsiteX0-61" fmla="*/ 1537780 w 3076069"/>
                <a:gd name="connsiteY0-62" fmla="*/ 727041 h 1316375"/>
                <a:gd name="connsiteX1-63" fmla="*/ 309224 w 3076069"/>
                <a:gd name="connsiteY1-64" fmla="*/ 1302232 h 1316375"/>
                <a:gd name="connsiteX2-65" fmla="*/ 0 w 3076069"/>
                <a:gd name="connsiteY2-66" fmla="*/ 1228607 h 1316375"/>
                <a:gd name="connsiteX3-67" fmla="*/ 962613 w 3076069"/>
                <a:gd name="connsiteY3-68" fmla="*/ 837478 h 1316375"/>
                <a:gd name="connsiteX4-69" fmla="*/ 935005 w 3076069"/>
                <a:gd name="connsiteY4-70" fmla="*/ 450949 h 1316375"/>
                <a:gd name="connsiteX5-71" fmla="*/ 212596 w 3076069"/>
                <a:gd name="connsiteY5-72" fmla="*/ 119640 h 1316375"/>
                <a:gd name="connsiteX6-73" fmla="*/ 456466 w 3076069"/>
                <a:gd name="connsiteY6-74" fmla="*/ 50617 h 1316375"/>
                <a:gd name="connsiteX7-75" fmla="*/ 1528577 w 3076069"/>
                <a:gd name="connsiteY7-76" fmla="*/ 501566 h 1316375"/>
                <a:gd name="connsiteX8-77" fmla="*/ 2623695 w 3076069"/>
                <a:gd name="connsiteY8-78" fmla="*/ 0 h 1316375"/>
                <a:gd name="connsiteX9-79" fmla="*/ 2927383 w 3076069"/>
                <a:gd name="connsiteY9-80" fmla="*/ 96632 h 1316375"/>
                <a:gd name="connsiteX10-81" fmla="*/ 2131352 w 3076069"/>
                <a:gd name="connsiteY10-82" fmla="*/ 432543 h 1316375"/>
                <a:gd name="connsiteX11-83" fmla="*/ 2292399 w 3076069"/>
                <a:gd name="connsiteY11-84" fmla="*/ 920305 h 1316375"/>
                <a:gd name="connsiteX12-85" fmla="*/ 3076069 w 3076069"/>
                <a:gd name="connsiteY12-86" fmla="*/ 1228607 h 1316375"/>
                <a:gd name="connsiteX13-87" fmla="*/ 2808172 w 3076069"/>
                <a:gd name="connsiteY13-88" fmla="*/ 1316375 h 1316375"/>
                <a:gd name="connsiteX14-89" fmla="*/ 1537780 w 3076069"/>
                <a:gd name="connsiteY14-90" fmla="*/ 727041 h 1316375"/>
                <a:gd name="connsiteX0-91" fmla="*/ 1537780 w 3076069"/>
                <a:gd name="connsiteY0-92" fmla="*/ 727041 h 1321259"/>
                <a:gd name="connsiteX1-93" fmla="*/ 313981 w 3076069"/>
                <a:gd name="connsiteY1-94" fmla="*/ 1321259 h 1321259"/>
                <a:gd name="connsiteX2-95" fmla="*/ 0 w 3076069"/>
                <a:gd name="connsiteY2-96" fmla="*/ 1228607 h 1321259"/>
                <a:gd name="connsiteX3-97" fmla="*/ 962613 w 3076069"/>
                <a:gd name="connsiteY3-98" fmla="*/ 837478 h 1321259"/>
                <a:gd name="connsiteX4-99" fmla="*/ 935005 w 3076069"/>
                <a:gd name="connsiteY4-100" fmla="*/ 450949 h 1321259"/>
                <a:gd name="connsiteX5-101" fmla="*/ 212596 w 3076069"/>
                <a:gd name="connsiteY5-102" fmla="*/ 119640 h 1321259"/>
                <a:gd name="connsiteX6-103" fmla="*/ 456466 w 3076069"/>
                <a:gd name="connsiteY6-104" fmla="*/ 50617 h 1321259"/>
                <a:gd name="connsiteX7-105" fmla="*/ 1528577 w 3076069"/>
                <a:gd name="connsiteY7-106" fmla="*/ 501566 h 1321259"/>
                <a:gd name="connsiteX8-107" fmla="*/ 2623695 w 3076069"/>
                <a:gd name="connsiteY8-108" fmla="*/ 0 h 1321259"/>
                <a:gd name="connsiteX9-109" fmla="*/ 2927383 w 3076069"/>
                <a:gd name="connsiteY9-110" fmla="*/ 96632 h 1321259"/>
                <a:gd name="connsiteX10-111" fmla="*/ 2131352 w 3076069"/>
                <a:gd name="connsiteY10-112" fmla="*/ 432543 h 1321259"/>
                <a:gd name="connsiteX11-113" fmla="*/ 2292399 w 3076069"/>
                <a:gd name="connsiteY11-114" fmla="*/ 920305 h 1321259"/>
                <a:gd name="connsiteX12-115" fmla="*/ 3076069 w 3076069"/>
                <a:gd name="connsiteY12-116" fmla="*/ 1228607 h 1321259"/>
                <a:gd name="connsiteX13-117" fmla="*/ 2808172 w 3076069"/>
                <a:gd name="connsiteY13-118" fmla="*/ 1316375 h 1321259"/>
                <a:gd name="connsiteX14-119" fmla="*/ 1537780 w 3076069"/>
                <a:gd name="connsiteY14-120" fmla="*/ 727041 h 1321259"/>
                <a:gd name="connsiteX0-121" fmla="*/ 1537780 w 3076069"/>
                <a:gd name="connsiteY0-122" fmla="*/ 750825 h 1321259"/>
                <a:gd name="connsiteX1-123" fmla="*/ 313981 w 3076069"/>
                <a:gd name="connsiteY1-124" fmla="*/ 1321259 h 1321259"/>
                <a:gd name="connsiteX2-125" fmla="*/ 0 w 3076069"/>
                <a:gd name="connsiteY2-126" fmla="*/ 1228607 h 1321259"/>
                <a:gd name="connsiteX3-127" fmla="*/ 962613 w 3076069"/>
                <a:gd name="connsiteY3-128" fmla="*/ 837478 h 1321259"/>
                <a:gd name="connsiteX4-129" fmla="*/ 935005 w 3076069"/>
                <a:gd name="connsiteY4-130" fmla="*/ 450949 h 1321259"/>
                <a:gd name="connsiteX5-131" fmla="*/ 212596 w 3076069"/>
                <a:gd name="connsiteY5-132" fmla="*/ 119640 h 1321259"/>
                <a:gd name="connsiteX6-133" fmla="*/ 456466 w 3076069"/>
                <a:gd name="connsiteY6-134" fmla="*/ 50617 h 1321259"/>
                <a:gd name="connsiteX7-135" fmla="*/ 1528577 w 3076069"/>
                <a:gd name="connsiteY7-136" fmla="*/ 501566 h 1321259"/>
                <a:gd name="connsiteX8-137" fmla="*/ 2623695 w 3076069"/>
                <a:gd name="connsiteY8-138" fmla="*/ 0 h 1321259"/>
                <a:gd name="connsiteX9-139" fmla="*/ 2927383 w 3076069"/>
                <a:gd name="connsiteY9-140" fmla="*/ 96632 h 1321259"/>
                <a:gd name="connsiteX10-141" fmla="*/ 2131352 w 3076069"/>
                <a:gd name="connsiteY10-142" fmla="*/ 432543 h 1321259"/>
                <a:gd name="connsiteX11-143" fmla="*/ 2292399 w 3076069"/>
                <a:gd name="connsiteY11-144" fmla="*/ 920305 h 1321259"/>
                <a:gd name="connsiteX12-145" fmla="*/ 3076069 w 3076069"/>
                <a:gd name="connsiteY12-146" fmla="*/ 1228607 h 1321259"/>
                <a:gd name="connsiteX13-147" fmla="*/ 2808172 w 3076069"/>
                <a:gd name="connsiteY13-148" fmla="*/ 1316375 h 1321259"/>
                <a:gd name="connsiteX14-149" fmla="*/ 1537780 w 3076069"/>
                <a:gd name="connsiteY14-150" fmla="*/ 750825 h 132125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3" name="Freeform 362"/>
            <p:cNvSpPr/>
            <p:nvPr/>
          </p:nvSpPr>
          <p:spPr bwMode="auto">
            <a:xfrm>
              <a:off x="2102657" y="1633104"/>
              <a:ext cx="662442" cy="111240"/>
            </a:xfrm>
            <a:custGeom>
              <a:avLst/>
              <a:gdLst>
                <a:gd name="T0" fmla="*/ 0 w 3723451"/>
                <a:gd name="T1" fmla="*/ 27215 h 932950"/>
                <a:gd name="T2" fmla="*/ 116561 w 3723451"/>
                <a:gd name="T3" fmla="*/ 321 h 932950"/>
                <a:gd name="T4" fmla="*/ 330163 w 3723451"/>
                <a:gd name="T5" fmla="*/ 62069 h 932950"/>
                <a:gd name="T6" fmla="*/ 533941 w 3723451"/>
                <a:gd name="T7" fmla="*/ 0 h 932950"/>
                <a:gd name="T8" fmla="*/ 662442 w 3723451"/>
                <a:gd name="T9" fmla="*/ 24699 h 932950"/>
                <a:gd name="T10" fmla="*/ 566838 w 3723451"/>
                <a:gd name="T11" fmla="*/ 55071 h 932950"/>
                <a:gd name="T12" fmla="*/ 536057 w 3723451"/>
                <a:gd name="T13" fmla="*/ 46883 h 932950"/>
                <a:gd name="T14" fmla="*/ 333916 w 3723451"/>
                <a:gd name="T15" fmla="*/ 111240 h 932950"/>
                <a:gd name="T16" fmla="*/ 126604 w 3723451"/>
                <a:gd name="T17" fmla="*/ 49250 h 932950"/>
                <a:gd name="T18" fmla="*/ 93085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364" name="Freeform 363"/>
            <p:cNvSpPr/>
            <p:nvPr/>
          </p:nvSpPr>
          <p:spPr bwMode="auto">
            <a:xfrm>
              <a:off x="2536889" y="1727776"/>
              <a:ext cx="244059" cy="97039"/>
            </a:xfrm>
            <a:custGeom>
              <a:avLst/>
              <a:gdLst>
                <a:gd name="T0" fmla="*/ 0 w 1366596"/>
                <a:gd name="T1" fmla="*/ 0 h 809868"/>
                <a:gd name="T2" fmla="*/ 244059 w 1366596"/>
                <a:gd name="T3" fmla="*/ 74985 h 809868"/>
                <a:gd name="T4" fmla="*/ 154488 w 1366596"/>
                <a:gd name="T5" fmla="*/ 97039 h 809868"/>
                <a:gd name="T6" fmla="*/ 822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365" name="Freeform 364"/>
            <p:cNvSpPr/>
            <p:nvPr/>
          </p:nvSpPr>
          <p:spPr bwMode="auto">
            <a:xfrm>
              <a:off x="2089979" y="1730143"/>
              <a:ext cx="240888" cy="9704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40 h 791462"/>
                <a:gd name="T6" fmla="*/ 0 w 1348191"/>
                <a:gd name="T7" fmla="*/ 75037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cxnSp>
          <p:nvCxnSpPr>
            <p:cNvPr id="366" name="Straight Connector 365"/>
            <p:cNvCxnSpPr>
              <a:cxnSpLocks noChangeShapeType="1"/>
              <a:endCxn id="361" idx="2"/>
            </p:cNvCxnSpPr>
            <p:nvPr/>
          </p:nvCxnSpPr>
          <p:spPr bwMode="auto">
            <a:xfrm flipH="1" flipV="1">
              <a:off x="1871277" y="1737244"/>
              <a:ext cx="3171" cy="123075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67" name="Straight Connector 366"/>
            <p:cNvCxnSpPr>
              <a:cxnSpLocks noChangeShapeType="1"/>
            </p:cNvCxnSpPr>
            <p:nvPr/>
          </p:nvCxnSpPr>
          <p:spPr bwMode="auto">
            <a:xfrm flipH="1" flipV="1">
              <a:off x="2996479" y="1734876"/>
              <a:ext cx="3169" cy="123075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7134" name="TextBox 6"/>
          <p:cNvSpPr txBox="1">
            <a:spLocks noChangeArrowheads="1"/>
          </p:cNvSpPr>
          <p:nvPr/>
        </p:nvSpPr>
        <p:spPr bwMode="auto">
          <a:xfrm>
            <a:off x="132464" y="4707134"/>
            <a:ext cx="1992313" cy="6686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</a:pPr>
            <a:r>
              <a:rPr lang="zh-CN" altLang="en-US" sz="1600" dirty="0">
                <a:latin typeface="宋体" panose="02010600030101010101" pitchFamily="2" charset="-122"/>
                <a:ea typeface="宋体" panose="02010600030101010101" pitchFamily="2" charset="-122"/>
              </a:rPr>
              <a:t>到达的数据包首部</a:t>
            </a:r>
            <a:endParaRPr lang="en-US" altLang="zh-CN" sz="1600" dirty="0">
              <a:latin typeface="宋体" panose="02010600030101010101" pitchFamily="2" charset="-122"/>
              <a:ea typeface="宋体" panose="02010600030101010101" pitchFamily="2" charset="-122"/>
            </a:endParaRPr>
          </a:p>
          <a:p>
            <a:pPr algn="ctr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</a:pPr>
            <a:r>
              <a:rPr lang="zh-CN" altLang="en-US" sz="1600" dirty="0">
                <a:latin typeface="宋体" panose="02010600030101010101" pitchFamily="2" charset="-122"/>
                <a:ea typeface="宋体" panose="02010600030101010101" pitchFamily="2" charset="-122"/>
              </a:rPr>
              <a:t>寻址信息</a:t>
            </a:r>
            <a:endParaRPr lang="en-US" altLang="zh-CN" sz="1600" dirty="0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47135" name="TextBox 282"/>
          <p:cNvSpPr txBox="1">
            <a:spLocks noChangeArrowheads="1"/>
          </p:cNvSpPr>
          <p:nvPr/>
        </p:nvSpPr>
        <p:spPr bwMode="auto">
          <a:xfrm>
            <a:off x="3293971" y="5772998"/>
            <a:ext cx="26193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/>
              <a:t>3</a:t>
            </a:r>
          </a:p>
        </p:txBody>
      </p:sp>
      <p:sp>
        <p:nvSpPr>
          <p:cNvPr id="248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4.1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网络层功能</a:t>
            </a:r>
          </a:p>
        </p:txBody>
      </p:sp>
      <p:sp>
        <p:nvSpPr>
          <p:cNvPr id="247" name="Rectangle 2"/>
          <p:cNvSpPr txBox="1">
            <a:spLocks noChangeArrowheads="1"/>
          </p:cNvSpPr>
          <p:nvPr/>
        </p:nvSpPr>
        <p:spPr>
          <a:xfrm>
            <a:off x="431346" y="734249"/>
            <a:ext cx="8193114" cy="521888"/>
          </a:xfrm>
          <a:prstGeom prst="rect">
            <a:avLst/>
          </a:prstGeom>
        </p:spPr>
        <p:txBody>
          <a:bodyPr>
            <a:normAutofit fontScale="925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ct val="120000"/>
              </a:lnSpc>
            </a:pP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控制面（分布式）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249" name="Rectangle 3"/>
          <p:cNvSpPr txBox="1">
            <a:spLocks noChangeArrowheads="1"/>
          </p:cNvSpPr>
          <p:nvPr/>
        </p:nvSpPr>
        <p:spPr>
          <a:xfrm>
            <a:off x="439796" y="1302968"/>
            <a:ext cx="8184664" cy="616754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60680" indent="-360680">
              <a:lnSpc>
                <a:spcPct val="150000"/>
              </a:lnSpc>
              <a:spcBef>
                <a:spcPts val="1200"/>
              </a:spcBef>
              <a:buClr>
                <a:srgbClr val="FF0000"/>
              </a:buClr>
              <a:buSzPct val="100000"/>
              <a:buFont typeface="Wingdings" panose="05000000000000000000" pitchFamily="2" charset="2"/>
              <a:buChar char="n"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路由器独立运行路由算法，通过控制面进行交互路由协议消息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2054133" y="3612410"/>
            <a:ext cx="5126038" cy="1120775"/>
            <a:chOff x="2054133" y="3612410"/>
            <a:chExt cx="5126038" cy="1120775"/>
          </a:xfrm>
        </p:grpSpPr>
        <p:grpSp>
          <p:nvGrpSpPr>
            <p:cNvPr id="27" name="Group 26"/>
            <p:cNvGrpSpPr/>
            <p:nvPr/>
          </p:nvGrpSpPr>
          <p:grpSpPr bwMode="auto">
            <a:xfrm>
              <a:off x="2054133" y="3612410"/>
              <a:ext cx="5126038" cy="1120775"/>
              <a:chOff x="-4746102" y="4471477"/>
              <a:chExt cx="5126173" cy="1120753"/>
            </a:xfrm>
          </p:grpSpPr>
          <p:pic>
            <p:nvPicPr>
              <p:cNvPr id="47156" name="Picture 10" descr="fig42_table.pdf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746102" y="4471477"/>
                <a:ext cx="966463" cy="966962"/>
              </a:xfrm>
              <a:prstGeom prst="rect">
                <a:avLst/>
              </a:prstGeom>
              <a:noFill/>
              <a:ln w="9525">
                <a:solidFill>
                  <a:srgbClr val="CC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47157" name="Group 25"/>
              <p:cNvGrpSpPr/>
              <p:nvPr/>
            </p:nvGrpSpPr>
            <p:grpSpPr bwMode="auto">
              <a:xfrm>
                <a:off x="-3025264" y="5228984"/>
                <a:ext cx="3405335" cy="363246"/>
                <a:chOff x="-3025264" y="5228984"/>
                <a:chExt cx="3405335" cy="363246"/>
              </a:xfrm>
            </p:grpSpPr>
            <p:grpSp>
              <p:nvGrpSpPr>
                <p:cNvPr id="47158" name="Group 241"/>
                <p:cNvGrpSpPr/>
                <p:nvPr/>
              </p:nvGrpSpPr>
              <p:grpSpPr bwMode="auto">
                <a:xfrm>
                  <a:off x="-3025264" y="5262858"/>
                  <a:ext cx="430360" cy="329372"/>
                  <a:chOff x="2931664" y="3912603"/>
                  <a:chExt cx="430450" cy="329314"/>
                </a:xfrm>
              </p:grpSpPr>
              <p:sp>
                <p:nvSpPr>
                  <p:cNvPr id="92" name="Rectangle 91"/>
                  <p:cNvSpPr/>
                  <p:nvPr/>
                </p:nvSpPr>
                <p:spPr>
                  <a:xfrm>
                    <a:off x="2936485" y="3908607"/>
                    <a:ext cx="425550" cy="333310"/>
                  </a:xfrm>
                  <a:prstGeom prst="rect">
                    <a:avLst/>
                  </a:prstGeom>
                  <a:solidFill>
                    <a:schemeClr val="bg1"/>
                  </a:solidFill>
                  <a:ln w="3175">
                    <a:solidFill>
                      <a:srgbClr val="CC0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93" name="Straight Connector 92"/>
                  <p:cNvCxnSpPr/>
                  <p:nvPr/>
                </p:nvCxnSpPr>
                <p:spPr>
                  <a:xfrm>
                    <a:off x="2931721" y="4003838"/>
                    <a:ext cx="425550" cy="0"/>
                  </a:xfrm>
                  <a:prstGeom prst="line">
                    <a:avLst/>
                  </a:prstGeom>
                  <a:ln w="3175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4" name="Straight Connector 93"/>
                  <p:cNvCxnSpPr/>
                  <p:nvPr/>
                </p:nvCxnSpPr>
                <p:spPr>
                  <a:xfrm>
                    <a:off x="2931721" y="4067326"/>
                    <a:ext cx="425550" cy="0"/>
                  </a:xfrm>
                  <a:prstGeom prst="line">
                    <a:avLst/>
                  </a:prstGeom>
                  <a:ln w="3175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6" name="Straight Connector 95"/>
                  <p:cNvCxnSpPr>
                    <a:stCxn id="92" idx="2"/>
                  </p:cNvCxnSpPr>
                  <p:nvPr/>
                </p:nvCxnSpPr>
                <p:spPr>
                  <a:xfrm flipH="1" flipV="1">
                    <a:off x="3147672" y="4003838"/>
                    <a:ext cx="1588" cy="238079"/>
                  </a:xfrm>
                  <a:prstGeom prst="line">
                    <a:avLst/>
                  </a:prstGeom>
                  <a:ln w="3175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159" name="Group 444"/>
                <p:cNvGrpSpPr/>
                <p:nvPr/>
              </p:nvGrpSpPr>
              <p:grpSpPr bwMode="auto">
                <a:xfrm>
                  <a:off x="-2217227" y="5261364"/>
                  <a:ext cx="430361" cy="329307"/>
                  <a:chOff x="2931664" y="3912603"/>
                  <a:chExt cx="430450" cy="329314"/>
                </a:xfrm>
              </p:grpSpPr>
              <p:sp>
                <p:nvSpPr>
                  <p:cNvPr id="448" name="Rectangle 447"/>
                  <p:cNvSpPr/>
                  <p:nvPr/>
                </p:nvSpPr>
                <p:spPr>
                  <a:xfrm>
                    <a:off x="2936506" y="3908513"/>
                    <a:ext cx="425549" cy="333376"/>
                  </a:xfrm>
                  <a:prstGeom prst="rect">
                    <a:avLst/>
                  </a:prstGeom>
                  <a:solidFill>
                    <a:schemeClr val="bg1"/>
                  </a:solidFill>
                  <a:ln w="3175">
                    <a:solidFill>
                      <a:srgbClr val="CC0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49" name="Straight Connector 448"/>
                  <p:cNvCxnSpPr/>
                  <p:nvPr/>
                </p:nvCxnSpPr>
                <p:spPr>
                  <a:xfrm>
                    <a:off x="2931743" y="4003763"/>
                    <a:ext cx="425549" cy="0"/>
                  </a:xfrm>
                  <a:prstGeom prst="line">
                    <a:avLst/>
                  </a:prstGeom>
                  <a:ln w="3175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0" name="Straight Connector 449"/>
                  <p:cNvCxnSpPr/>
                  <p:nvPr/>
                </p:nvCxnSpPr>
                <p:spPr>
                  <a:xfrm>
                    <a:off x="2931743" y="4067263"/>
                    <a:ext cx="425549" cy="0"/>
                  </a:xfrm>
                  <a:prstGeom prst="line">
                    <a:avLst/>
                  </a:prstGeom>
                  <a:ln w="3175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1" name="Straight Connector 450"/>
                  <p:cNvCxnSpPr>
                    <a:stCxn id="448" idx="2"/>
                  </p:cNvCxnSpPr>
                  <p:nvPr/>
                </p:nvCxnSpPr>
                <p:spPr>
                  <a:xfrm flipH="1" flipV="1">
                    <a:off x="3147693" y="4003763"/>
                    <a:ext cx="1587" cy="238126"/>
                  </a:xfrm>
                  <a:prstGeom prst="line">
                    <a:avLst/>
                  </a:prstGeom>
                  <a:ln w="3175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160" name="Group 473"/>
                <p:cNvGrpSpPr/>
                <p:nvPr/>
              </p:nvGrpSpPr>
              <p:grpSpPr bwMode="auto">
                <a:xfrm>
                  <a:off x="-1034539" y="5261364"/>
                  <a:ext cx="430360" cy="329307"/>
                  <a:chOff x="2931664" y="3912603"/>
                  <a:chExt cx="430450" cy="329314"/>
                </a:xfrm>
              </p:grpSpPr>
              <p:sp>
                <p:nvSpPr>
                  <p:cNvPr id="477" name="Rectangle 476"/>
                  <p:cNvSpPr/>
                  <p:nvPr/>
                </p:nvSpPr>
                <p:spPr>
                  <a:xfrm>
                    <a:off x="2936538" y="3908513"/>
                    <a:ext cx="425550" cy="333376"/>
                  </a:xfrm>
                  <a:prstGeom prst="rect">
                    <a:avLst/>
                  </a:prstGeom>
                  <a:solidFill>
                    <a:schemeClr val="bg1"/>
                  </a:solidFill>
                  <a:ln w="3175">
                    <a:solidFill>
                      <a:srgbClr val="CC0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78" name="Straight Connector 477"/>
                  <p:cNvCxnSpPr/>
                  <p:nvPr/>
                </p:nvCxnSpPr>
                <p:spPr>
                  <a:xfrm>
                    <a:off x="2931774" y="4003763"/>
                    <a:ext cx="425550" cy="0"/>
                  </a:xfrm>
                  <a:prstGeom prst="line">
                    <a:avLst/>
                  </a:prstGeom>
                  <a:ln w="3175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9" name="Straight Connector 478"/>
                  <p:cNvCxnSpPr/>
                  <p:nvPr/>
                </p:nvCxnSpPr>
                <p:spPr>
                  <a:xfrm>
                    <a:off x="2931774" y="4067263"/>
                    <a:ext cx="425550" cy="0"/>
                  </a:xfrm>
                  <a:prstGeom prst="line">
                    <a:avLst/>
                  </a:prstGeom>
                  <a:ln w="3175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0" name="Straight Connector 479"/>
                  <p:cNvCxnSpPr>
                    <a:stCxn id="477" idx="2"/>
                  </p:cNvCxnSpPr>
                  <p:nvPr/>
                </p:nvCxnSpPr>
                <p:spPr>
                  <a:xfrm flipH="1" flipV="1">
                    <a:off x="3147725" y="4003763"/>
                    <a:ext cx="1588" cy="238126"/>
                  </a:xfrm>
                  <a:prstGeom prst="line">
                    <a:avLst/>
                  </a:prstGeom>
                  <a:ln w="3175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161" name="Group 502"/>
                <p:cNvGrpSpPr/>
                <p:nvPr/>
              </p:nvGrpSpPr>
              <p:grpSpPr bwMode="auto">
                <a:xfrm>
                  <a:off x="-50289" y="5228984"/>
                  <a:ext cx="430360" cy="350559"/>
                  <a:chOff x="2931664" y="3912603"/>
                  <a:chExt cx="430450" cy="329314"/>
                </a:xfrm>
              </p:grpSpPr>
              <p:sp>
                <p:nvSpPr>
                  <p:cNvPr id="506" name="Rectangle 505"/>
                  <p:cNvSpPr/>
                  <p:nvPr/>
                </p:nvSpPr>
                <p:spPr>
                  <a:xfrm>
                    <a:off x="2936564" y="3912336"/>
                    <a:ext cx="425550" cy="329569"/>
                  </a:xfrm>
                  <a:prstGeom prst="rect">
                    <a:avLst/>
                  </a:prstGeom>
                  <a:solidFill>
                    <a:schemeClr val="bg1"/>
                  </a:solidFill>
                  <a:ln w="3175">
                    <a:solidFill>
                      <a:srgbClr val="CC0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507" name="Straight Connector 506"/>
                  <p:cNvCxnSpPr/>
                  <p:nvPr/>
                </p:nvCxnSpPr>
                <p:spPr>
                  <a:xfrm>
                    <a:off x="2931800" y="4003303"/>
                    <a:ext cx="425550" cy="0"/>
                  </a:xfrm>
                  <a:prstGeom prst="line">
                    <a:avLst/>
                  </a:prstGeom>
                  <a:ln w="3175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8" name="Straight Connector 507"/>
                  <p:cNvCxnSpPr/>
                  <p:nvPr/>
                </p:nvCxnSpPr>
                <p:spPr>
                  <a:xfrm>
                    <a:off x="2931800" y="4067428"/>
                    <a:ext cx="425550" cy="0"/>
                  </a:xfrm>
                  <a:prstGeom prst="line">
                    <a:avLst/>
                  </a:prstGeom>
                  <a:ln w="3175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9" name="Straight Connector 508"/>
                  <p:cNvCxnSpPr>
                    <a:stCxn id="506" idx="2"/>
                  </p:cNvCxnSpPr>
                  <p:nvPr/>
                </p:nvCxnSpPr>
                <p:spPr>
                  <a:xfrm flipH="1" flipV="1">
                    <a:off x="3147751" y="4003303"/>
                    <a:ext cx="1588" cy="238602"/>
                  </a:xfrm>
                  <a:prstGeom prst="line">
                    <a:avLst/>
                  </a:prstGeom>
                  <a:ln w="3175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sp>
          <p:nvSpPr>
            <p:cNvPr id="2" name="矩形 1"/>
            <p:cNvSpPr/>
            <p:nvPr/>
          </p:nvSpPr>
          <p:spPr>
            <a:xfrm>
              <a:off x="2089091" y="3626419"/>
              <a:ext cx="892507" cy="2585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>
              <a:spAutoFit/>
            </a:bodyPr>
            <a:lstStyle/>
            <a:p>
              <a:pPr algn="ctr">
                <a:lnSpc>
                  <a:spcPct val="90000"/>
                </a:lnSpc>
                <a:buClr>
                  <a:schemeClr val="tx1"/>
                </a:buClr>
              </a:pPr>
              <a:r>
                <a:rPr lang="zh-CN" altLang="en-US" sz="1200" dirty="0">
                  <a:latin typeface="Arial" panose="020B0604020202020204" pitchFamily="34" charset="0"/>
                </a:rPr>
                <a:t>转发表</a:t>
              </a:r>
              <a:endParaRPr lang="en-US" altLang="zh-CN" sz="1200" dirty="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4.1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网络层功能</a:t>
            </a:r>
          </a:p>
        </p:txBody>
      </p:sp>
      <p:sp>
        <p:nvSpPr>
          <p:cNvPr id="247" name="Rectangle 2"/>
          <p:cNvSpPr txBox="1">
            <a:spLocks noChangeArrowheads="1"/>
          </p:cNvSpPr>
          <p:nvPr/>
        </p:nvSpPr>
        <p:spPr>
          <a:xfrm>
            <a:off x="368300" y="680520"/>
            <a:ext cx="8241295" cy="634331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ct val="120000"/>
              </a:lnSpc>
            </a:pP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控制面（集中式）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249" name="Rectangle 3"/>
          <p:cNvSpPr txBox="1">
            <a:spLocks noChangeArrowheads="1"/>
          </p:cNvSpPr>
          <p:nvPr/>
        </p:nvSpPr>
        <p:spPr>
          <a:xfrm>
            <a:off x="343222" y="1191617"/>
            <a:ext cx="8184664" cy="616754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60680" indent="-360680">
              <a:lnSpc>
                <a:spcPct val="150000"/>
              </a:lnSpc>
              <a:spcBef>
                <a:spcPts val="1200"/>
              </a:spcBef>
              <a:buClr>
                <a:srgbClr val="FF0000"/>
              </a:buClr>
              <a:buSzPct val="100000"/>
              <a:buFont typeface="Wingdings" panose="05000000000000000000" pitchFamily="2" charset="2"/>
              <a:buChar char="n"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控制器与路由器本地的控制代理交互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250" name="Group 24"/>
          <p:cNvGrpSpPr/>
          <p:nvPr/>
        </p:nvGrpSpPr>
        <p:grpSpPr bwMode="auto">
          <a:xfrm>
            <a:off x="1722852" y="1808371"/>
            <a:ext cx="6027738" cy="1439862"/>
            <a:chOff x="1492879" y="2061336"/>
            <a:chExt cx="6027737" cy="1440135"/>
          </a:xfrm>
        </p:grpSpPr>
        <p:sp>
          <p:nvSpPr>
            <p:cNvPr id="251" name="Rectangle 387"/>
            <p:cNvSpPr/>
            <p:nvPr/>
          </p:nvSpPr>
          <p:spPr bwMode="auto">
            <a:xfrm>
              <a:off x="1929442" y="2064512"/>
              <a:ext cx="5043486" cy="10177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52" name="Freeform 395"/>
            <p:cNvSpPr/>
            <p:nvPr/>
          </p:nvSpPr>
          <p:spPr bwMode="auto">
            <a:xfrm>
              <a:off x="1740529" y="2067687"/>
              <a:ext cx="198438" cy="138615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-1" fmla="*/ 0 w 199855"/>
                <a:gd name="connsiteY0-2" fmla="*/ 733787 h 1367693"/>
                <a:gd name="connsiteX1-3" fmla="*/ 199855 w 199855"/>
                <a:gd name="connsiteY1-4" fmla="*/ 0 h 1367693"/>
                <a:gd name="connsiteX2-5" fmla="*/ 199855 w 199855"/>
                <a:gd name="connsiteY2-6" fmla="*/ 1016000 h 1367693"/>
                <a:gd name="connsiteX3-7" fmla="*/ 4470 w 199855"/>
                <a:gd name="connsiteY3-8" fmla="*/ 1367693 h 1367693"/>
                <a:gd name="connsiteX4-9" fmla="*/ 0 w 199855"/>
                <a:gd name="connsiteY4-10" fmla="*/ 733787 h 1367693"/>
                <a:gd name="connsiteX0-11" fmla="*/ 25203 w 225058"/>
                <a:gd name="connsiteY0-12" fmla="*/ 733787 h 1361758"/>
                <a:gd name="connsiteX1-13" fmla="*/ 225058 w 225058"/>
                <a:gd name="connsiteY1-14" fmla="*/ 0 h 1361758"/>
                <a:gd name="connsiteX2-15" fmla="*/ 225058 w 225058"/>
                <a:gd name="connsiteY2-16" fmla="*/ 1016000 h 1361758"/>
                <a:gd name="connsiteX3-17" fmla="*/ 0 w 225058"/>
                <a:gd name="connsiteY3-18" fmla="*/ 1361758 h 1361758"/>
                <a:gd name="connsiteX4-19" fmla="*/ 25203 w 225058"/>
                <a:gd name="connsiteY4-20" fmla="*/ 733787 h 1361758"/>
                <a:gd name="connsiteX0-21" fmla="*/ 25203 w 230992"/>
                <a:gd name="connsiteY0-22" fmla="*/ 787197 h 1415168"/>
                <a:gd name="connsiteX1-23" fmla="*/ 230992 w 230992"/>
                <a:gd name="connsiteY1-24" fmla="*/ 0 h 1415168"/>
                <a:gd name="connsiteX2-25" fmla="*/ 225058 w 230992"/>
                <a:gd name="connsiteY2-26" fmla="*/ 1069410 h 1415168"/>
                <a:gd name="connsiteX3-27" fmla="*/ 0 w 230992"/>
                <a:gd name="connsiteY3-28" fmla="*/ 1415168 h 1415168"/>
                <a:gd name="connsiteX4-29" fmla="*/ 25203 w 230992"/>
                <a:gd name="connsiteY4-30" fmla="*/ 787197 h 1415168"/>
                <a:gd name="connsiteX0-31" fmla="*/ 0 w 205789"/>
                <a:gd name="connsiteY0-32" fmla="*/ 787197 h 1427037"/>
                <a:gd name="connsiteX1-33" fmla="*/ 205789 w 205789"/>
                <a:gd name="connsiteY1-34" fmla="*/ 0 h 1427037"/>
                <a:gd name="connsiteX2-35" fmla="*/ 199855 w 205789"/>
                <a:gd name="connsiteY2-36" fmla="*/ 1069410 h 1427037"/>
                <a:gd name="connsiteX3-37" fmla="*/ 4471 w 205789"/>
                <a:gd name="connsiteY3-38" fmla="*/ 1427037 h 1427037"/>
                <a:gd name="connsiteX4-39" fmla="*/ 0 w 205789"/>
                <a:gd name="connsiteY4-40" fmla="*/ 787197 h 1427037"/>
                <a:gd name="connsiteX0-41" fmla="*/ 0 w 199855"/>
                <a:gd name="connsiteY0-42" fmla="*/ 745656 h 1385496"/>
                <a:gd name="connsiteX1-43" fmla="*/ 193920 w 199855"/>
                <a:gd name="connsiteY1-44" fmla="*/ 0 h 1385496"/>
                <a:gd name="connsiteX2-45" fmla="*/ 199855 w 199855"/>
                <a:gd name="connsiteY2-46" fmla="*/ 1027869 h 1385496"/>
                <a:gd name="connsiteX3-47" fmla="*/ 4471 w 199855"/>
                <a:gd name="connsiteY3-48" fmla="*/ 1385496 h 1385496"/>
                <a:gd name="connsiteX4-49" fmla="*/ 0 w 199855"/>
                <a:gd name="connsiteY4-50" fmla="*/ 745656 h 138549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6">
                    <a:lumMod val="20000"/>
                    <a:lumOff val="80000"/>
                  </a:schemeClr>
                </a:gs>
              </a:gsLst>
              <a:lin ang="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53" name="Freeform 397"/>
            <p:cNvSpPr/>
            <p:nvPr/>
          </p:nvSpPr>
          <p:spPr bwMode="auto">
            <a:xfrm flipH="1">
              <a:off x="6969753" y="2061336"/>
              <a:ext cx="219075" cy="1370272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-1" fmla="*/ 0 w 199855"/>
                <a:gd name="connsiteY0-2" fmla="*/ 733787 h 1367693"/>
                <a:gd name="connsiteX1-3" fmla="*/ 199855 w 199855"/>
                <a:gd name="connsiteY1-4" fmla="*/ 0 h 1367693"/>
                <a:gd name="connsiteX2-5" fmla="*/ 199855 w 199855"/>
                <a:gd name="connsiteY2-6" fmla="*/ 1016000 h 1367693"/>
                <a:gd name="connsiteX3-7" fmla="*/ 4470 w 199855"/>
                <a:gd name="connsiteY3-8" fmla="*/ 1367693 h 1367693"/>
                <a:gd name="connsiteX4-9" fmla="*/ 0 w 199855"/>
                <a:gd name="connsiteY4-10" fmla="*/ 733787 h 1367693"/>
                <a:gd name="connsiteX0-11" fmla="*/ 25203 w 225058"/>
                <a:gd name="connsiteY0-12" fmla="*/ 733787 h 1361758"/>
                <a:gd name="connsiteX1-13" fmla="*/ 225058 w 225058"/>
                <a:gd name="connsiteY1-14" fmla="*/ 0 h 1361758"/>
                <a:gd name="connsiteX2-15" fmla="*/ 225058 w 225058"/>
                <a:gd name="connsiteY2-16" fmla="*/ 1016000 h 1361758"/>
                <a:gd name="connsiteX3-17" fmla="*/ 0 w 225058"/>
                <a:gd name="connsiteY3-18" fmla="*/ 1361758 h 1361758"/>
                <a:gd name="connsiteX4-19" fmla="*/ 25203 w 225058"/>
                <a:gd name="connsiteY4-20" fmla="*/ 733787 h 1361758"/>
                <a:gd name="connsiteX0-21" fmla="*/ 25203 w 230992"/>
                <a:gd name="connsiteY0-22" fmla="*/ 787197 h 1415168"/>
                <a:gd name="connsiteX1-23" fmla="*/ 230992 w 230992"/>
                <a:gd name="connsiteY1-24" fmla="*/ 0 h 1415168"/>
                <a:gd name="connsiteX2-25" fmla="*/ 225058 w 230992"/>
                <a:gd name="connsiteY2-26" fmla="*/ 1069410 h 1415168"/>
                <a:gd name="connsiteX3-27" fmla="*/ 0 w 230992"/>
                <a:gd name="connsiteY3-28" fmla="*/ 1415168 h 1415168"/>
                <a:gd name="connsiteX4-29" fmla="*/ 25203 w 230992"/>
                <a:gd name="connsiteY4-30" fmla="*/ 787197 h 1415168"/>
                <a:gd name="connsiteX0-31" fmla="*/ 0 w 205789"/>
                <a:gd name="connsiteY0-32" fmla="*/ 787197 h 1427037"/>
                <a:gd name="connsiteX1-33" fmla="*/ 205789 w 205789"/>
                <a:gd name="connsiteY1-34" fmla="*/ 0 h 1427037"/>
                <a:gd name="connsiteX2-35" fmla="*/ 199855 w 205789"/>
                <a:gd name="connsiteY2-36" fmla="*/ 1069410 h 1427037"/>
                <a:gd name="connsiteX3-37" fmla="*/ 4471 w 205789"/>
                <a:gd name="connsiteY3-38" fmla="*/ 1427037 h 1427037"/>
                <a:gd name="connsiteX4-39" fmla="*/ 0 w 205789"/>
                <a:gd name="connsiteY4-40" fmla="*/ 787197 h 1427037"/>
                <a:gd name="connsiteX0-41" fmla="*/ 0 w 199855"/>
                <a:gd name="connsiteY0-42" fmla="*/ 745656 h 1385496"/>
                <a:gd name="connsiteX1-43" fmla="*/ 193920 w 199855"/>
                <a:gd name="connsiteY1-44" fmla="*/ 0 h 1385496"/>
                <a:gd name="connsiteX2-45" fmla="*/ 199855 w 199855"/>
                <a:gd name="connsiteY2-46" fmla="*/ 1027869 h 1385496"/>
                <a:gd name="connsiteX3-47" fmla="*/ 4471 w 199855"/>
                <a:gd name="connsiteY3-48" fmla="*/ 1385496 h 1385496"/>
                <a:gd name="connsiteX4-49" fmla="*/ 0 w 199855"/>
                <a:gd name="connsiteY4-50" fmla="*/ 745656 h 1385496"/>
                <a:gd name="connsiteX0-51" fmla="*/ 0 w 219519"/>
                <a:gd name="connsiteY0-52" fmla="*/ 730359 h 1370199"/>
                <a:gd name="connsiteX1-53" fmla="*/ 219401 w 219519"/>
                <a:gd name="connsiteY1-54" fmla="*/ 0 h 1370199"/>
                <a:gd name="connsiteX2-55" fmla="*/ 199855 w 219519"/>
                <a:gd name="connsiteY2-56" fmla="*/ 1012572 h 1370199"/>
                <a:gd name="connsiteX3-57" fmla="*/ 4471 w 219519"/>
                <a:gd name="connsiteY3-58" fmla="*/ 1370199 h 1370199"/>
                <a:gd name="connsiteX4-59" fmla="*/ 0 w 219519"/>
                <a:gd name="connsiteY4-60" fmla="*/ 730359 h 1370199"/>
                <a:gd name="connsiteX0-61" fmla="*/ 0 w 219602"/>
                <a:gd name="connsiteY0-62" fmla="*/ 730359 h 1370199"/>
                <a:gd name="connsiteX1-63" fmla="*/ 219401 w 219602"/>
                <a:gd name="connsiteY1-64" fmla="*/ 0 h 1370199"/>
                <a:gd name="connsiteX2-65" fmla="*/ 210047 w 219602"/>
                <a:gd name="connsiteY2-66" fmla="*/ 1007473 h 1370199"/>
                <a:gd name="connsiteX3-67" fmla="*/ 4471 w 219602"/>
                <a:gd name="connsiteY3-68" fmla="*/ 1370199 h 1370199"/>
                <a:gd name="connsiteX4-69" fmla="*/ 0 w 219602"/>
                <a:gd name="connsiteY4-70" fmla="*/ 730359 h 1370199"/>
                <a:gd name="connsiteX0-71" fmla="*/ 0 w 220239"/>
                <a:gd name="connsiteY0-72" fmla="*/ 730359 h 1370199"/>
                <a:gd name="connsiteX1-73" fmla="*/ 219401 w 220239"/>
                <a:gd name="connsiteY1-74" fmla="*/ 0 h 1370199"/>
                <a:gd name="connsiteX2-75" fmla="*/ 220239 w 220239"/>
                <a:gd name="connsiteY2-76" fmla="*/ 1007473 h 1370199"/>
                <a:gd name="connsiteX3-77" fmla="*/ 4471 w 220239"/>
                <a:gd name="connsiteY3-78" fmla="*/ 1370199 h 1370199"/>
                <a:gd name="connsiteX4-79" fmla="*/ 0 w 220239"/>
                <a:gd name="connsiteY4-80" fmla="*/ 730359 h 137019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>
              <a:gsLst>
                <a:gs pos="0">
                  <a:schemeClr val="accent6">
                    <a:lumMod val="20000"/>
                    <a:lumOff val="80000"/>
                  </a:schemeClr>
                </a:gs>
                <a:gs pos="100000">
                  <a:schemeClr val="bg1"/>
                </a:gs>
              </a:gsLst>
              <a:lin ang="1080000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grpSp>
          <p:nvGrpSpPr>
            <p:cNvPr id="254" name="Group 950"/>
            <p:cNvGrpSpPr/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293" name="Freeform 951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6 w 354"/>
                  <a:gd name="T3" fmla="*/ 13 h 2742"/>
                  <a:gd name="T4" fmla="*/ 6 w 354"/>
                  <a:gd name="T5" fmla="*/ 99 h 2742"/>
                  <a:gd name="T6" fmla="*/ 0 w 354"/>
                  <a:gd name="T7" fmla="*/ 103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295" name="Freeform 953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4 w 211"/>
                  <a:gd name="T3" fmla="*/ 9 h 2537"/>
                  <a:gd name="T4" fmla="*/ 2 w 211"/>
                  <a:gd name="T5" fmla="*/ 94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6" name="Freeform 954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6 w 328"/>
                  <a:gd name="T3" fmla="*/ 6 h 226"/>
                  <a:gd name="T4" fmla="*/ 6 w 328"/>
                  <a:gd name="T5" fmla="*/ 9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7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  <p:grpSp>
            <p:nvGrpSpPr>
              <p:cNvPr id="298" name="Group 956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68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Gill Sans MT" panose="020B0502020104020203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78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Gill Sans MT" panose="020B0502020104020203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99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  <p:grpSp>
            <p:nvGrpSpPr>
              <p:cNvPr id="300" name="Group 960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48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Gill Sans MT" panose="020B0502020104020203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58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Gill Sans MT" panose="020B0502020104020203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01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302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  <p:grpSp>
            <p:nvGrpSpPr>
              <p:cNvPr id="303" name="Group 965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28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Gill Sans MT" panose="020B0502020104020203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38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Gill Sans MT" panose="020B0502020104020203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04" name="Freeform 968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6 w 328"/>
                  <a:gd name="T3" fmla="*/ 5 h 226"/>
                  <a:gd name="T4" fmla="*/ 6 w 328"/>
                  <a:gd name="T5" fmla="*/ 8 h 226"/>
                  <a:gd name="T6" fmla="*/ 0 w 328"/>
                  <a:gd name="T7" fmla="*/ 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05" name="Group 969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17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Gill Sans MT" panose="020B0502020104020203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21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Gill Sans MT" panose="020B0502020104020203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06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307" name="Freeform 973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6 w 296"/>
                  <a:gd name="T3" fmla="*/ 5 h 256"/>
                  <a:gd name="T4" fmla="*/ 6 w 296"/>
                  <a:gd name="T5" fmla="*/ 9 h 256"/>
                  <a:gd name="T6" fmla="*/ 0 w 296"/>
                  <a:gd name="T7" fmla="*/ 3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8" name="Freeform 974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6 w 304"/>
                  <a:gd name="T3" fmla="*/ 7 h 288"/>
                  <a:gd name="T4" fmla="*/ 5 w 304"/>
                  <a:gd name="T5" fmla="*/ 11 h 288"/>
                  <a:gd name="T6" fmla="*/ 2 w 304"/>
                  <a:gd name="T7" fmla="*/ 5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9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310" name="Freeform 976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5 h 240"/>
                  <a:gd name="T2" fmla="*/ 2 w 306"/>
                  <a:gd name="T3" fmla="*/ 9 h 240"/>
                  <a:gd name="T4" fmla="*/ 6 w 306"/>
                  <a:gd name="T5" fmla="*/ 5 h 240"/>
                  <a:gd name="T6" fmla="*/ 6 w 306"/>
                  <a:gd name="T7" fmla="*/ 0 h 240"/>
                  <a:gd name="T8" fmla="*/ 0 w 306"/>
                  <a:gd name="T9" fmla="*/ 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11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312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313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314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15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316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255" name="Group 950"/>
            <p:cNvGrpSpPr/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256" name="Freeform 951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6 w 354"/>
                  <a:gd name="T3" fmla="*/ 13 h 2742"/>
                  <a:gd name="T4" fmla="*/ 6 w 354"/>
                  <a:gd name="T5" fmla="*/ 99 h 2742"/>
                  <a:gd name="T6" fmla="*/ 0 w 354"/>
                  <a:gd name="T7" fmla="*/ 103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7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258" name="Freeform 953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4 w 211"/>
                  <a:gd name="T3" fmla="*/ 9 h 2537"/>
                  <a:gd name="T4" fmla="*/ 2 w 211"/>
                  <a:gd name="T5" fmla="*/ 94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" name="Freeform 954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6 w 328"/>
                  <a:gd name="T3" fmla="*/ 6 h 226"/>
                  <a:gd name="T4" fmla="*/ 6 w 328"/>
                  <a:gd name="T5" fmla="*/ 9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  <p:grpSp>
            <p:nvGrpSpPr>
              <p:cNvPr id="261" name="Group 956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91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Gill Sans MT" panose="020B0502020104020203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92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Gill Sans MT" panose="020B0502020104020203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62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  <p:grpSp>
            <p:nvGrpSpPr>
              <p:cNvPr id="263" name="Group 960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89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Gill Sans MT" panose="020B0502020104020203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90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Gill Sans MT" panose="020B0502020104020203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64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265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  <p:grpSp>
            <p:nvGrpSpPr>
              <p:cNvPr id="266" name="Group 965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87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Gill Sans MT" panose="020B0502020104020203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88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Gill Sans MT" panose="020B0502020104020203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67" name="Freeform 968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6 w 328"/>
                  <a:gd name="T3" fmla="*/ 5 h 226"/>
                  <a:gd name="T4" fmla="*/ 6 w 328"/>
                  <a:gd name="T5" fmla="*/ 8 h 226"/>
                  <a:gd name="T6" fmla="*/ 0 w 328"/>
                  <a:gd name="T7" fmla="*/ 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269" name="Group 969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85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Gill Sans MT" panose="020B0502020104020203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86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Gill Sans MT" panose="020B0502020104020203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Gill Sans MT" panose="020B0502020104020203" pitchFamily="34" charset="0"/>
                      <a:cs typeface="Gill Sans MT" panose="020B0502020104020203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18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70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271" name="Freeform 973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6 w 296"/>
                  <a:gd name="T3" fmla="*/ 5 h 256"/>
                  <a:gd name="T4" fmla="*/ 6 w 296"/>
                  <a:gd name="T5" fmla="*/ 9 h 256"/>
                  <a:gd name="T6" fmla="*/ 0 w 296"/>
                  <a:gd name="T7" fmla="*/ 3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6" name="Freeform 974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6 w 304"/>
                  <a:gd name="T3" fmla="*/ 7 h 288"/>
                  <a:gd name="T4" fmla="*/ 5 w 304"/>
                  <a:gd name="T5" fmla="*/ 11 h 288"/>
                  <a:gd name="T6" fmla="*/ 2 w 304"/>
                  <a:gd name="T7" fmla="*/ 5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7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278" name="Freeform 976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5 h 240"/>
                  <a:gd name="T2" fmla="*/ 2 w 306"/>
                  <a:gd name="T3" fmla="*/ 9 h 240"/>
                  <a:gd name="T4" fmla="*/ 6 w 306"/>
                  <a:gd name="T5" fmla="*/ 5 h 240"/>
                  <a:gd name="T6" fmla="*/ 6 w 306"/>
                  <a:gd name="T7" fmla="*/ 0 h 240"/>
                  <a:gd name="T8" fmla="*/ 0 w 306"/>
                  <a:gd name="T9" fmla="*/ 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9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280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281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282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83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284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388" name="Freeform 2"/>
          <p:cNvSpPr/>
          <p:nvPr/>
        </p:nvSpPr>
        <p:spPr bwMode="auto">
          <a:xfrm>
            <a:off x="2803146" y="5536013"/>
            <a:ext cx="4027487" cy="939800"/>
          </a:xfrm>
          <a:custGeom>
            <a:avLst/>
            <a:gdLst>
              <a:gd name="T0" fmla="*/ 2147483646 w 10001"/>
              <a:gd name="T1" fmla="*/ 2147483646 h 10125"/>
              <a:gd name="T2" fmla="*/ 2147483646 w 10001"/>
              <a:gd name="T3" fmla="*/ 2147483646 h 10125"/>
              <a:gd name="T4" fmla="*/ 2147483646 w 10001"/>
              <a:gd name="T5" fmla="*/ 2147483646 h 10125"/>
              <a:gd name="T6" fmla="*/ 2147483646 w 10001"/>
              <a:gd name="T7" fmla="*/ 0 h 10125"/>
              <a:gd name="T8" fmla="*/ 2147483646 w 10001"/>
              <a:gd name="T9" fmla="*/ 2147483646 h 10125"/>
              <a:gd name="T10" fmla="*/ 2147483646 w 10001"/>
              <a:gd name="T11" fmla="*/ 2147483646 h 10125"/>
              <a:gd name="T12" fmla="*/ 2147483646 w 10001"/>
              <a:gd name="T13" fmla="*/ 2147483646 h 10125"/>
              <a:gd name="T14" fmla="*/ 2147483646 w 10001"/>
              <a:gd name="T15" fmla="*/ 2147483646 h 10125"/>
              <a:gd name="T16" fmla="*/ 2147483646 w 10001"/>
              <a:gd name="T17" fmla="*/ 2147483646 h 10125"/>
              <a:gd name="T18" fmla="*/ 2147483646 w 10001"/>
              <a:gd name="T19" fmla="*/ 2147483646 h 10125"/>
              <a:gd name="T20" fmla="*/ 2147483646 w 10001"/>
              <a:gd name="T21" fmla="*/ 2147483646 h 10125"/>
              <a:gd name="T22" fmla="*/ 2147483646 w 10001"/>
              <a:gd name="T23" fmla="*/ 2147483646 h 10125"/>
              <a:gd name="T24" fmla="*/ 2147483646 w 10001"/>
              <a:gd name="T25" fmla="*/ 2147483646 h 10125"/>
              <a:gd name="T26" fmla="*/ 2147483646 w 10001"/>
              <a:gd name="T27" fmla="*/ 2147483646 h 10125"/>
              <a:gd name="T28" fmla="*/ 2147483646 w 10001"/>
              <a:gd name="T29" fmla="*/ 2147483646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cxnSp>
        <p:nvCxnSpPr>
          <p:cNvPr id="389" name="Straight Connector 147"/>
          <p:cNvCxnSpPr/>
          <p:nvPr/>
        </p:nvCxnSpPr>
        <p:spPr>
          <a:xfrm flipV="1">
            <a:off x="3473071" y="5686826"/>
            <a:ext cx="1316037" cy="13176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0" name="Straight Connector 149"/>
          <p:cNvCxnSpPr/>
          <p:nvPr/>
        </p:nvCxnSpPr>
        <p:spPr>
          <a:xfrm>
            <a:off x="3361946" y="5874151"/>
            <a:ext cx="2259012" cy="29845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1" name="Straight Connector 152"/>
          <p:cNvCxnSpPr/>
          <p:nvPr/>
        </p:nvCxnSpPr>
        <p:spPr>
          <a:xfrm>
            <a:off x="3374646" y="5978926"/>
            <a:ext cx="714375" cy="27622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2" name="Straight Connector 156"/>
          <p:cNvCxnSpPr/>
          <p:nvPr/>
        </p:nvCxnSpPr>
        <p:spPr>
          <a:xfrm flipV="1">
            <a:off x="4392233" y="6172601"/>
            <a:ext cx="1247775" cy="8255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3" name="Straight Connector 158"/>
          <p:cNvCxnSpPr/>
          <p:nvPr/>
        </p:nvCxnSpPr>
        <p:spPr>
          <a:xfrm>
            <a:off x="5052633" y="5720163"/>
            <a:ext cx="1057275" cy="12382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4" name="Straight Connector 160"/>
          <p:cNvCxnSpPr/>
          <p:nvPr/>
        </p:nvCxnSpPr>
        <p:spPr>
          <a:xfrm flipV="1">
            <a:off x="4336671" y="5874151"/>
            <a:ext cx="1790700" cy="29845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5" name="Straight Connector 162"/>
          <p:cNvCxnSpPr/>
          <p:nvPr/>
        </p:nvCxnSpPr>
        <p:spPr>
          <a:xfrm flipV="1">
            <a:off x="5663821" y="5902726"/>
            <a:ext cx="588962" cy="26987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6" name="Straight Connector 164"/>
          <p:cNvCxnSpPr/>
          <p:nvPr/>
        </p:nvCxnSpPr>
        <p:spPr>
          <a:xfrm>
            <a:off x="4806571" y="5686826"/>
            <a:ext cx="814387" cy="40163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97" name="Group 48260"/>
          <p:cNvGrpSpPr/>
          <p:nvPr/>
        </p:nvGrpSpPr>
        <p:grpSpPr bwMode="auto">
          <a:xfrm>
            <a:off x="1736346" y="3013192"/>
            <a:ext cx="6978650" cy="713072"/>
            <a:chOff x="1526216" y="3227050"/>
            <a:chExt cx="6978041" cy="713071"/>
          </a:xfrm>
        </p:grpSpPr>
        <p:sp>
          <p:nvSpPr>
            <p:cNvPr id="398" name="TextBox 399"/>
            <p:cNvSpPr txBox="1">
              <a:spLocks noChangeArrowheads="1"/>
            </p:cNvSpPr>
            <p:nvPr/>
          </p:nvSpPr>
          <p:spPr bwMode="auto">
            <a:xfrm>
              <a:off x="7675654" y="3655428"/>
              <a:ext cx="723212" cy="2846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Gill Sans MT" panose="020B0502020104020203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Gill Sans MT" panose="020B0502020104020203" pitchFamily="34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9pPr>
            </a:lstStyle>
            <a:p>
              <a:pPr algn="ctr">
                <a:lnSpc>
                  <a:spcPts val="1465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1400" dirty="0">
                  <a:latin typeface="Arial" panose="020B0604020202020204" pitchFamily="34" charset="0"/>
                </a:rPr>
                <a:t>数据面</a:t>
              </a:r>
              <a:endParaRPr lang="en-US" altLang="zh-CN" sz="1400" dirty="0">
                <a:latin typeface="Arial" panose="020B0604020202020204" pitchFamily="34" charset="0"/>
              </a:endParaRPr>
            </a:p>
          </p:txBody>
        </p:sp>
        <p:sp>
          <p:nvSpPr>
            <p:cNvPr id="399" name="TextBox 400"/>
            <p:cNvSpPr txBox="1">
              <a:spLocks noChangeArrowheads="1"/>
            </p:cNvSpPr>
            <p:nvPr/>
          </p:nvSpPr>
          <p:spPr bwMode="auto">
            <a:xfrm>
              <a:off x="7658524" y="3227050"/>
              <a:ext cx="723212" cy="2846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Gill Sans MT" panose="020B0502020104020203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Gill Sans MT" panose="020B0502020104020203" pitchFamily="34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9pPr>
            </a:lstStyle>
            <a:p>
              <a:pPr algn="ctr">
                <a:lnSpc>
                  <a:spcPts val="1465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1400" dirty="0">
                  <a:latin typeface="Arial" panose="020B0604020202020204" pitchFamily="34" charset="0"/>
                </a:rPr>
                <a:t>控制面</a:t>
              </a:r>
              <a:endParaRPr lang="en-US" altLang="zh-CN" sz="1400" dirty="0">
                <a:latin typeface="Arial" panose="020B0604020202020204" pitchFamily="34" charset="0"/>
              </a:endParaRPr>
            </a:p>
          </p:txBody>
        </p:sp>
        <p:cxnSp>
          <p:nvCxnSpPr>
            <p:cNvPr id="400" name="Straight Connector 301"/>
            <p:cNvCxnSpPr/>
            <p:nvPr/>
          </p:nvCxnSpPr>
          <p:spPr bwMode="auto">
            <a:xfrm flipV="1">
              <a:off x="1526216" y="3579760"/>
              <a:ext cx="6978041" cy="11112"/>
            </a:xfrm>
            <a:prstGeom prst="line">
              <a:avLst/>
            </a:prstGeom>
            <a:ln w="25400">
              <a:solidFill>
                <a:schemeClr val="tx1"/>
              </a:solidFill>
              <a:prstDash val="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1" name="Group 26"/>
          <p:cNvGrpSpPr/>
          <p:nvPr/>
        </p:nvGrpSpPr>
        <p:grpSpPr bwMode="auto">
          <a:xfrm>
            <a:off x="2647571" y="2521351"/>
            <a:ext cx="4295775" cy="320675"/>
            <a:chOff x="2433511" y="2792111"/>
            <a:chExt cx="4296530" cy="320561"/>
          </a:xfrm>
        </p:grpSpPr>
        <p:grpSp>
          <p:nvGrpSpPr>
            <p:cNvPr id="402" name="Group 401"/>
            <p:cNvGrpSpPr/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423" name="Rectangle 402"/>
              <p:cNvSpPr/>
              <p:nvPr/>
            </p:nvSpPr>
            <p:spPr>
              <a:xfrm>
                <a:off x="2937534" y="3912203"/>
                <a:ext cx="424655" cy="32931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24" name="Straight Connector 403"/>
              <p:cNvCxnSpPr/>
              <p:nvPr/>
            </p:nvCxnSpPr>
            <p:spPr>
              <a:xfrm>
                <a:off x="2931664" y="4004411"/>
                <a:ext cx="424654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Straight Connector 404"/>
              <p:cNvCxnSpPr/>
              <p:nvPr/>
            </p:nvCxnSpPr>
            <p:spPr>
              <a:xfrm>
                <a:off x="2931664" y="4066980"/>
                <a:ext cx="424654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Straight Connector 405"/>
              <p:cNvCxnSpPr>
                <a:stCxn id="423" idx="2"/>
              </p:cNvCxnSpPr>
              <p:nvPr/>
            </p:nvCxnSpPr>
            <p:spPr>
              <a:xfrm flipH="1" flipV="1">
                <a:off x="3148883" y="4004411"/>
                <a:ext cx="0" cy="237106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03" name="Group 406"/>
            <p:cNvGrpSpPr/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419" name="Rectangle 407"/>
              <p:cNvSpPr/>
              <p:nvPr/>
            </p:nvSpPr>
            <p:spPr>
              <a:xfrm>
                <a:off x="2936779" y="3912603"/>
                <a:ext cx="424681" cy="32931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20" name="Straight Connector 408"/>
              <p:cNvCxnSpPr/>
              <p:nvPr/>
            </p:nvCxnSpPr>
            <p:spPr>
              <a:xfrm>
                <a:off x="2930935" y="4004811"/>
                <a:ext cx="424681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Straight Connector 409"/>
              <p:cNvCxnSpPr/>
              <p:nvPr/>
            </p:nvCxnSpPr>
            <p:spPr>
              <a:xfrm>
                <a:off x="2930935" y="4067381"/>
                <a:ext cx="424681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Straight Connector 410"/>
              <p:cNvCxnSpPr>
                <a:stCxn id="419" idx="2"/>
              </p:cNvCxnSpPr>
              <p:nvPr/>
            </p:nvCxnSpPr>
            <p:spPr>
              <a:xfrm flipH="1" flipV="1">
                <a:off x="3147171" y="4004811"/>
                <a:ext cx="1949" cy="237106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04" name="Group 411"/>
            <p:cNvGrpSpPr/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415" name="Rectangle 412"/>
              <p:cNvSpPr/>
              <p:nvPr/>
            </p:nvSpPr>
            <p:spPr>
              <a:xfrm>
                <a:off x="2936958" y="3912603"/>
                <a:ext cx="424682" cy="32931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16" name="Straight Connector 413"/>
              <p:cNvCxnSpPr/>
              <p:nvPr/>
            </p:nvCxnSpPr>
            <p:spPr>
              <a:xfrm>
                <a:off x="2931113" y="4004811"/>
                <a:ext cx="424682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7" name="Straight Connector 414"/>
              <p:cNvCxnSpPr/>
              <p:nvPr/>
            </p:nvCxnSpPr>
            <p:spPr>
              <a:xfrm>
                <a:off x="2931113" y="4067381"/>
                <a:ext cx="424682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8" name="Straight Connector 415"/>
              <p:cNvCxnSpPr>
                <a:stCxn id="415" idx="2"/>
              </p:cNvCxnSpPr>
              <p:nvPr/>
            </p:nvCxnSpPr>
            <p:spPr>
              <a:xfrm flipH="1" flipV="1">
                <a:off x="3147351" y="4004811"/>
                <a:ext cx="1947" cy="237106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05" name="Group 416"/>
            <p:cNvGrpSpPr/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411" name="Rectangle 417"/>
              <p:cNvSpPr/>
              <p:nvPr/>
            </p:nvSpPr>
            <p:spPr>
              <a:xfrm>
                <a:off x="2937241" y="3912603"/>
                <a:ext cx="424655" cy="32931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12" name="Straight Connector 418"/>
              <p:cNvCxnSpPr/>
              <p:nvPr/>
            </p:nvCxnSpPr>
            <p:spPr>
              <a:xfrm>
                <a:off x="2931371" y="4004811"/>
                <a:ext cx="424654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3" name="Straight Connector 419"/>
              <p:cNvCxnSpPr/>
              <p:nvPr/>
            </p:nvCxnSpPr>
            <p:spPr>
              <a:xfrm>
                <a:off x="2931371" y="4067381"/>
                <a:ext cx="424654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4" name="Straight Connector 420"/>
              <p:cNvCxnSpPr>
                <a:stCxn id="411" idx="2"/>
              </p:cNvCxnSpPr>
              <p:nvPr/>
            </p:nvCxnSpPr>
            <p:spPr>
              <a:xfrm flipH="1" flipV="1">
                <a:off x="3148590" y="4004811"/>
                <a:ext cx="0" cy="237106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06" name="Group 421"/>
            <p:cNvGrpSpPr/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407" name="Rectangle 422"/>
              <p:cNvSpPr/>
              <p:nvPr/>
            </p:nvSpPr>
            <p:spPr>
              <a:xfrm>
                <a:off x="2937432" y="3912603"/>
                <a:ext cx="424682" cy="32931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08" name="Straight Connector 423"/>
              <p:cNvCxnSpPr/>
              <p:nvPr/>
            </p:nvCxnSpPr>
            <p:spPr>
              <a:xfrm>
                <a:off x="2931587" y="4004811"/>
                <a:ext cx="424682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9" name="Straight Connector 424"/>
              <p:cNvCxnSpPr/>
              <p:nvPr/>
            </p:nvCxnSpPr>
            <p:spPr>
              <a:xfrm>
                <a:off x="2931587" y="4067381"/>
                <a:ext cx="424682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Straight Connector 425"/>
              <p:cNvCxnSpPr>
                <a:stCxn id="407" idx="2"/>
              </p:cNvCxnSpPr>
              <p:nvPr/>
            </p:nvCxnSpPr>
            <p:spPr>
              <a:xfrm flipH="1" flipV="1">
                <a:off x="3147825" y="4004811"/>
                <a:ext cx="1947" cy="237106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7" name="Group 48259"/>
          <p:cNvGrpSpPr/>
          <p:nvPr/>
        </p:nvGrpSpPr>
        <p:grpSpPr bwMode="auto">
          <a:xfrm>
            <a:off x="2066546" y="3496076"/>
            <a:ext cx="5211762" cy="2740025"/>
            <a:chOff x="1856416" y="3709935"/>
            <a:chExt cx="5211763" cy="2739614"/>
          </a:xfrm>
        </p:grpSpPr>
        <p:sp>
          <p:nvSpPr>
            <p:cNvPr id="428" name="Freeform 267"/>
            <p:cNvSpPr/>
            <p:nvPr/>
          </p:nvSpPr>
          <p:spPr>
            <a:xfrm>
              <a:off x="1877053" y="5330529"/>
              <a:ext cx="1281113" cy="758711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-1" fmla="*/ 139870 w 1040633"/>
                <a:gd name="connsiteY0-2" fmla="*/ 1191723 h 1219697"/>
                <a:gd name="connsiteX1-3" fmla="*/ 0 w 1040633"/>
                <a:gd name="connsiteY1-4" fmla="*/ 0 h 1219697"/>
                <a:gd name="connsiteX2-5" fmla="*/ 1040633 w 1040633"/>
                <a:gd name="connsiteY2-6" fmla="*/ 16785 h 1219697"/>
                <a:gd name="connsiteX3-7" fmla="*/ 833625 w 1040633"/>
                <a:gd name="connsiteY3-8" fmla="*/ 1219697 h 1219697"/>
                <a:gd name="connsiteX4-9" fmla="*/ 139870 w 1040633"/>
                <a:gd name="connsiteY4-10" fmla="*/ 1191723 h 1219697"/>
                <a:gd name="connsiteX0-11" fmla="*/ 139870 w 1040633"/>
                <a:gd name="connsiteY0-12" fmla="*/ 1191723 h 1219697"/>
                <a:gd name="connsiteX1-13" fmla="*/ 0 w 1040633"/>
                <a:gd name="connsiteY1-14" fmla="*/ 0 h 1219697"/>
                <a:gd name="connsiteX2-15" fmla="*/ 1040633 w 1040633"/>
                <a:gd name="connsiteY2-16" fmla="*/ 16785 h 1219697"/>
                <a:gd name="connsiteX3-17" fmla="*/ 833625 w 1040633"/>
                <a:gd name="connsiteY3-18" fmla="*/ 1219697 h 1219697"/>
                <a:gd name="connsiteX4-19" fmla="*/ 139870 w 1040633"/>
                <a:gd name="connsiteY4-20" fmla="*/ 1191723 h 1219697"/>
                <a:gd name="connsiteX0-21" fmla="*/ 139870 w 1040633"/>
                <a:gd name="connsiteY0-22" fmla="*/ 1191723 h 1219697"/>
                <a:gd name="connsiteX1-23" fmla="*/ 0 w 1040633"/>
                <a:gd name="connsiteY1-24" fmla="*/ 0 h 1219697"/>
                <a:gd name="connsiteX2-25" fmla="*/ 1040633 w 1040633"/>
                <a:gd name="connsiteY2-26" fmla="*/ 16785 h 1219697"/>
                <a:gd name="connsiteX3-27" fmla="*/ 833625 w 1040633"/>
                <a:gd name="connsiteY3-28" fmla="*/ 1219697 h 1219697"/>
                <a:gd name="connsiteX4-29" fmla="*/ 139870 w 1040633"/>
                <a:gd name="connsiteY4-30" fmla="*/ 1191723 h 1219697"/>
                <a:gd name="connsiteX0-31" fmla="*/ 139870 w 1040633"/>
                <a:gd name="connsiteY0-32" fmla="*/ 1191723 h 1219697"/>
                <a:gd name="connsiteX1-33" fmla="*/ 0 w 1040633"/>
                <a:gd name="connsiteY1-34" fmla="*/ 0 h 1219697"/>
                <a:gd name="connsiteX2-35" fmla="*/ 1040633 w 1040633"/>
                <a:gd name="connsiteY2-36" fmla="*/ 16785 h 1219697"/>
                <a:gd name="connsiteX3-37" fmla="*/ 833625 w 1040633"/>
                <a:gd name="connsiteY3-38" fmla="*/ 1219697 h 1219697"/>
                <a:gd name="connsiteX4-39" fmla="*/ 139870 w 1040633"/>
                <a:gd name="connsiteY4-40" fmla="*/ 1191723 h 1219697"/>
                <a:gd name="connsiteX0-41" fmla="*/ 139870 w 1040633"/>
                <a:gd name="connsiteY0-42" fmla="*/ 1191723 h 1219697"/>
                <a:gd name="connsiteX1-43" fmla="*/ 0 w 1040633"/>
                <a:gd name="connsiteY1-44" fmla="*/ 0 h 1219697"/>
                <a:gd name="connsiteX2-45" fmla="*/ 1040633 w 1040633"/>
                <a:gd name="connsiteY2-46" fmla="*/ 16785 h 1219697"/>
                <a:gd name="connsiteX3-47" fmla="*/ 833625 w 1040633"/>
                <a:gd name="connsiteY3-48" fmla="*/ 1219697 h 1219697"/>
                <a:gd name="connsiteX4-49" fmla="*/ 418712 w 1040633"/>
                <a:gd name="connsiteY4-50" fmla="*/ 1189324 h 1219697"/>
                <a:gd name="connsiteX5" fmla="*/ 139870 w 1040633"/>
                <a:gd name="connsiteY5" fmla="*/ 1191723 h 1219697"/>
                <a:gd name="connsiteX0-51" fmla="*/ 139870 w 1040633"/>
                <a:gd name="connsiteY0-52" fmla="*/ 1191723 h 1355926"/>
                <a:gd name="connsiteX1-53" fmla="*/ 0 w 1040633"/>
                <a:gd name="connsiteY1-54" fmla="*/ 0 h 1355926"/>
                <a:gd name="connsiteX2-55" fmla="*/ 1040633 w 1040633"/>
                <a:gd name="connsiteY2-56" fmla="*/ 16785 h 1355926"/>
                <a:gd name="connsiteX3-57" fmla="*/ 833625 w 1040633"/>
                <a:gd name="connsiteY3-58" fmla="*/ 1219697 h 1355926"/>
                <a:gd name="connsiteX4-59" fmla="*/ 139870 w 1040633"/>
                <a:gd name="connsiteY4-60" fmla="*/ 1191723 h 1355926"/>
                <a:gd name="connsiteX0-61" fmla="*/ 139870 w 1040633"/>
                <a:gd name="connsiteY0-62" fmla="*/ 1191723 h 1289901"/>
                <a:gd name="connsiteX1-63" fmla="*/ 0 w 1040633"/>
                <a:gd name="connsiteY1-64" fmla="*/ 0 h 1289901"/>
                <a:gd name="connsiteX2-65" fmla="*/ 1040633 w 1040633"/>
                <a:gd name="connsiteY2-66" fmla="*/ 16785 h 1289901"/>
                <a:gd name="connsiteX3-67" fmla="*/ 833625 w 1040633"/>
                <a:gd name="connsiteY3-68" fmla="*/ 1219697 h 1289901"/>
                <a:gd name="connsiteX4-69" fmla="*/ 139870 w 1040633"/>
                <a:gd name="connsiteY4-70" fmla="*/ 1191723 h 1289901"/>
                <a:gd name="connsiteX0-71" fmla="*/ 139870 w 1040633"/>
                <a:gd name="connsiteY0-72" fmla="*/ 1191723 h 1219697"/>
                <a:gd name="connsiteX1-73" fmla="*/ 0 w 1040633"/>
                <a:gd name="connsiteY1-74" fmla="*/ 0 h 1219697"/>
                <a:gd name="connsiteX2-75" fmla="*/ 1040633 w 1040633"/>
                <a:gd name="connsiteY2-76" fmla="*/ 16785 h 1219697"/>
                <a:gd name="connsiteX3-77" fmla="*/ 833625 w 1040633"/>
                <a:gd name="connsiteY3-78" fmla="*/ 1219697 h 1219697"/>
                <a:gd name="connsiteX4-79" fmla="*/ 139870 w 1040633"/>
                <a:gd name="connsiteY4-80" fmla="*/ 1191723 h 1219697"/>
                <a:gd name="connsiteX0-81" fmla="*/ 139870 w 1040633"/>
                <a:gd name="connsiteY0-82" fmla="*/ 1191723 h 1191723"/>
                <a:gd name="connsiteX1-83" fmla="*/ 0 w 1040633"/>
                <a:gd name="connsiteY1-84" fmla="*/ 0 h 1191723"/>
                <a:gd name="connsiteX2-85" fmla="*/ 1040633 w 1040633"/>
                <a:gd name="connsiteY2-86" fmla="*/ 16785 h 1191723"/>
                <a:gd name="connsiteX3-87" fmla="*/ 671988 w 1040633"/>
                <a:gd name="connsiteY3-88" fmla="*/ 1158121 h 1191723"/>
                <a:gd name="connsiteX4-89" fmla="*/ 139870 w 1040633"/>
                <a:gd name="connsiteY4-90" fmla="*/ 1191723 h 1191723"/>
                <a:gd name="connsiteX0-91" fmla="*/ 363082 w 1040633"/>
                <a:gd name="connsiteY0-92" fmla="*/ 1160935 h 1160935"/>
                <a:gd name="connsiteX1-93" fmla="*/ 0 w 1040633"/>
                <a:gd name="connsiteY1-94" fmla="*/ 0 h 1160935"/>
                <a:gd name="connsiteX2-95" fmla="*/ 1040633 w 1040633"/>
                <a:gd name="connsiteY2-96" fmla="*/ 16785 h 1160935"/>
                <a:gd name="connsiteX3-97" fmla="*/ 671988 w 1040633"/>
                <a:gd name="connsiteY3-98" fmla="*/ 1158121 h 1160935"/>
                <a:gd name="connsiteX4-99" fmla="*/ 363082 w 1040633"/>
                <a:gd name="connsiteY4-100" fmla="*/ 1160935 h 1160935"/>
                <a:gd name="connsiteX0-101" fmla="*/ 363082 w 1040633"/>
                <a:gd name="connsiteY0-102" fmla="*/ 1160935 h 1160935"/>
                <a:gd name="connsiteX1-103" fmla="*/ 0 w 1040633"/>
                <a:gd name="connsiteY1-104" fmla="*/ 0 h 1160935"/>
                <a:gd name="connsiteX2-105" fmla="*/ 1040633 w 1040633"/>
                <a:gd name="connsiteY2-106" fmla="*/ 16785 h 1160935"/>
                <a:gd name="connsiteX3-107" fmla="*/ 671988 w 1040633"/>
                <a:gd name="connsiteY3-108" fmla="*/ 1158121 h 1160935"/>
                <a:gd name="connsiteX4-109" fmla="*/ 363082 w 1040633"/>
                <a:gd name="connsiteY4-110" fmla="*/ 1160935 h 1160935"/>
                <a:gd name="connsiteX0-111" fmla="*/ 363082 w 1040633"/>
                <a:gd name="connsiteY0-112" fmla="*/ 1160935 h 1160935"/>
                <a:gd name="connsiteX1-113" fmla="*/ 0 w 1040633"/>
                <a:gd name="connsiteY1-114" fmla="*/ 0 h 1160935"/>
                <a:gd name="connsiteX2-115" fmla="*/ 1040633 w 1040633"/>
                <a:gd name="connsiteY2-116" fmla="*/ 16785 h 1160935"/>
                <a:gd name="connsiteX3-117" fmla="*/ 671988 w 1040633"/>
                <a:gd name="connsiteY3-118" fmla="*/ 1158121 h 1160935"/>
                <a:gd name="connsiteX4-119" fmla="*/ 363082 w 1040633"/>
                <a:gd name="connsiteY4-120" fmla="*/ 1160935 h 1160935"/>
                <a:gd name="connsiteX0-121" fmla="*/ 363082 w 1040633"/>
                <a:gd name="connsiteY0-122" fmla="*/ 1160935 h 1160935"/>
                <a:gd name="connsiteX1-123" fmla="*/ 0 w 1040633"/>
                <a:gd name="connsiteY1-124" fmla="*/ 0 h 1160935"/>
                <a:gd name="connsiteX2-125" fmla="*/ 1040633 w 1040633"/>
                <a:gd name="connsiteY2-126" fmla="*/ 16785 h 1160935"/>
                <a:gd name="connsiteX3-127" fmla="*/ 671988 w 1040633"/>
                <a:gd name="connsiteY3-128" fmla="*/ 1158121 h 1160935"/>
                <a:gd name="connsiteX4-129" fmla="*/ 363082 w 1040633"/>
                <a:gd name="connsiteY4-130" fmla="*/ 1160935 h 1160935"/>
                <a:gd name="connsiteX0-131" fmla="*/ 363082 w 1040633"/>
                <a:gd name="connsiteY0-132" fmla="*/ 1160935 h 1160935"/>
                <a:gd name="connsiteX1-133" fmla="*/ 0 w 1040633"/>
                <a:gd name="connsiteY1-134" fmla="*/ 0 h 1160935"/>
                <a:gd name="connsiteX2-135" fmla="*/ 1040633 w 1040633"/>
                <a:gd name="connsiteY2-136" fmla="*/ 16785 h 1160935"/>
                <a:gd name="connsiteX3-137" fmla="*/ 671988 w 1040633"/>
                <a:gd name="connsiteY3-138" fmla="*/ 1158121 h 1160935"/>
                <a:gd name="connsiteX4-139" fmla="*/ 363082 w 1040633"/>
                <a:gd name="connsiteY4-140" fmla="*/ 1160935 h 1160935"/>
                <a:gd name="connsiteX0-141" fmla="*/ 363082 w 1040633"/>
                <a:gd name="connsiteY0-142" fmla="*/ 1160935 h 1160935"/>
                <a:gd name="connsiteX1-143" fmla="*/ 0 w 1040633"/>
                <a:gd name="connsiteY1-144" fmla="*/ 0 h 1160935"/>
                <a:gd name="connsiteX2-145" fmla="*/ 1040633 w 1040633"/>
                <a:gd name="connsiteY2-146" fmla="*/ 16785 h 1160935"/>
                <a:gd name="connsiteX3-147" fmla="*/ 671988 w 1040633"/>
                <a:gd name="connsiteY3-148" fmla="*/ 1158121 h 1160935"/>
                <a:gd name="connsiteX4-149" fmla="*/ 363082 w 1040633"/>
                <a:gd name="connsiteY4-150" fmla="*/ 1160935 h 1160935"/>
                <a:gd name="connsiteX0-151" fmla="*/ 363082 w 1040633"/>
                <a:gd name="connsiteY0-152" fmla="*/ 1160935 h 1160935"/>
                <a:gd name="connsiteX1-153" fmla="*/ 0 w 1040633"/>
                <a:gd name="connsiteY1-154" fmla="*/ 0 h 1160935"/>
                <a:gd name="connsiteX2-155" fmla="*/ 1040633 w 1040633"/>
                <a:gd name="connsiteY2-156" fmla="*/ 16785 h 1160935"/>
                <a:gd name="connsiteX3-157" fmla="*/ 671988 w 1040633"/>
                <a:gd name="connsiteY3-158" fmla="*/ 1158121 h 1160935"/>
                <a:gd name="connsiteX4-159" fmla="*/ 363082 w 1040633"/>
                <a:gd name="connsiteY4-160" fmla="*/ 1160935 h 1160935"/>
                <a:gd name="connsiteX0-161" fmla="*/ 363082 w 1040633"/>
                <a:gd name="connsiteY0-162" fmla="*/ 1160935 h 1160935"/>
                <a:gd name="connsiteX1-163" fmla="*/ 0 w 1040633"/>
                <a:gd name="connsiteY1-164" fmla="*/ 0 h 1160935"/>
                <a:gd name="connsiteX2-165" fmla="*/ 1040633 w 1040633"/>
                <a:gd name="connsiteY2-166" fmla="*/ 16785 h 1160935"/>
                <a:gd name="connsiteX3-167" fmla="*/ 569478 w 1040633"/>
                <a:gd name="connsiteY3-168" fmla="*/ 1158121 h 1160935"/>
                <a:gd name="connsiteX4-169" fmla="*/ 363082 w 1040633"/>
                <a:gd name="connsiteY4-170" fmla="*/ 1160935 h 1160935"/>
                <a:gd name="connsiteX0-171" fmla="*/ 363082 w 1040633"/>
                <a:gd name="connsiteY0-172" fmla="*/ 1160935 h 1160935"/>
                <a:gd name="connsiteX1-173" fmla="*/ 0 w 1040633"/>
                <a:gd name="connsiteY1-174" fmla="*/ 0 h 1160935"/>
                <a:gd name="connsiteX2-175" fmla="*/ 1040633 w 1040633"/>
                <a:gd name="connsiteY2-176" fmla="*/ 16785 h 1160935"/>
                <a:gd name="connsiteX3-177" fmla="*/ 569478 w 1040633"/>
                <a:gd name="connsiteY3-178" fmla="*/ 1158121 h 1160935"/>
                <a:gd name="connsiteX4-179" fmla="*/ 363082 w 1040633"/>
                <a:gd name="connsiteY4-180" fmla="*/ 1160935 h 1160935"/>
                <a:gd name="connsiteX0-181" fmla="*/ 448507 w 1040633"/>
                <a:gd name="connsiteY0-182" fmla="*/ 1160935 h 1160935"/>
                <a:gd name="connsiteX1-183" fmla="*/ 0 w 1040633"/>
                <a:gd name="connsiteY1-184" fmla="*/ 0 h 1160935"/>
                <a:gd name="connsiteX2-185" fmla="*/ 1040633 w 1040633"/>
                <a:gd name="connsiteY2-186" fmla="*/ 16785 h 1160935"/>
                <a:gd name="connsiteX3-187" fmla="*/ 569478 w 1040633"/>
                <a:gd name="connsiteY3-188" fmla="*/ 1158121 h 1160935"/>
                <a:gd name="connsiteX4-189" fmla="*/ 448507 w 1040633"/>
                <a:gd name="connsiteY4-190" fmla="*/ 1160935 h 1160935"/>
                <a:gd name="connsiteX0-191" fmla="*/ 448507 w 1040633"/>
                <a:gd name="connsiteY0-192" fmla="*/ 1160935 h 1160935"/>
                <a:gd name="connsiteX1-193" fmla="*/ 0 w 1040633"/>
                <a:gd name="connsiteY1-194" fmla="*/ 0 h 1160935"/>
                <a:gd name="connsiteX2-195" fmla="*/ 1040633 w 1040633"/>
                <a:gd name="connsiteY2-196" fmla="*/ 16785 h 1160935"/>
                <a:gd name="connsiteX3-197" fmla="*/ 569478 w 1040633"/>
                <a:gd name="connsiteY3-198" fmla="*/ 1158121 h 1160935"/>
                <a:gd name="connsiteX4-199" fmla="*/ 448507 w 1040633"/>
                <a:gd name="connsiteY4-200" fmla="*/ 1160935 h 1160935"/>
                <a:gd name="connsiteX0-201" fmla="*/ 448507 w 1040633"/>
                <a:gd name="connsiteY0-202" fmla="*/ 1160935 h 1160935"/>
                <a:gd name="connsiteX1-203" fmla="*/ 0 w 1040633"/>
                <a:gd name="connsiteY1-204" fmla="*/ 0 h 1160935"/>
                <a:gd name="connsiteX2-205" fmla="*/ 1040633 w 1040633"/>
                <a:gd name="connsiteY2-206" fmla="*/ 16785 h 1160935"/>
                <a:gd name="connsiteX3-207" fmla="*/ 569478 w 1040633"/>
                <a:gd name="connsiteY3-208" fmla="*/ 1158121 h 1160935"/>
                <a:gd name="connsiteX4-209" fmla="*/ 448507 w 1040633"/>
                <a:gd name="connsiteY4-210" fmla="*/ 1160935 h 1160935"/>
                <a:gd name="connsiteX0-211" fmla="*/ 448507 w 1325315"/>
                <a:gd name="connsiteY0-212" fmla="*/ 1160935 h 1160935"/>
                <a:gd name="connsiteX1-213" fmla="*/ 0 w 1325315"/>
                <a:gd name="connsiteY1-214" fmla="*/ 0 h 1160935"/>
                <a:gd name="connsiteX2-215" fmla="*/ 1040633 w 1325315"/>
                <a:gd name="connsiteY2-216" fmla="*/ 16785 h 1160935"/>
                <a:gd name="connsiteX3-217" fmla="*/ 1214315 w 1325315"/>
                <a:gd name="connsiteY3-218" fmla="*/ 1064597 h 1160935"/>
                <a:gd name="connsiteX4-219" fmla="*/ 448507 w 1325315"/>
                <a:gd name="connsiteY4-220" fmla="*/ 1160935 h 1160935"/>
                <a:gd name="connsiteX0-221" fmla="*/ 448507 w 1214315"/>
                <a:gd name="connsiteY0-222" fmla="*/ 1160935 h 1160935"/>
                <a:gd name="connsiteX1-223" fmla="*/ 0 w 1214315"/>
                <a:gd name="connsiteY1-224" fmla="*/ 0 h 1160935"/>
                <a:gd name="connsiteX2-225" fmla="*/ 1040633 w 1214315"/>
                <a:gd name="connsiteY2-226" fmla="*/ 16785 h 1160935"/>
                <a:gd name="connsiteX3-227" fmla="*/ 1214315 w 1214315"/>
                <a:gd name="connsiteY3-228" fmla="*/ 1064597 h 1160935"/>
                <a:gd name="connsiteX4-229" fmla="*/ 448507 w 1214315"/>
                <a:gd name="connsiteY4-230" fmla="*/ 1160935 h 1160935"/>
                <a:gd name="connsiteX0-231" fmla="*/ 448507 w 1214315"/>
                <a:gd name="connsiteY0-232" fmla="*/ 1160935 h 1160935"/>
                <a:gd name="connsiteX1-233" fmla="*/ 0 w 1214315"/>
                <a:gd name="connsiteY1-234" fmla="*/ 0 h 1160935"/>
                <a:gd name="connsiteX2-235" fmla="*/ 1040633 w 1214315"/>
                <a:gd name="connsiteY2-236" fmla="*/ 16785 h 1160935"/>
                <a:gd name="connsiteX3-237" fmla="*/ 1214315 w 1214315"/>
                <a:gd name="connsiteY3-238" fmla="*/ 1064597 h 1160935"/>
                <a:gd name="connsiteX4-239" fmla="*/ 448507 w 1214315"/>
                <a:gd name="connsiteY4-240" fmla="*/ 1160935 h 1160935"/>
                <a:gd name="connsiteX0-241" fmla="*/ 1053964 w 1214315"/>
                <a:gd name="connsiteY0-242" fmla="*/ 1136323 h 1136323"/>
                <a:gd name="connsiteX1-243" fmla="*/ 0 w 1214315"/>
                <a:gd name="connsiteY1-244" fmla="*/ 0 h 1136323"/>
                <a:gd name="connsiteX2-245" fmla="*/ 1040633 w 1214315"/>
                <a:gd name="connsiteY2-246" fmla="*/ 16785 h 1136323"/>
                <a:gd name="connsiteX3-247" fmla="*/ 1214315 w 1214315"/>
                <a:gd name="connsiteY3-248" fmla="*/ 1064597 h 1136323"/>
                <a:gd name="connsiteX4-249" fmla="*/ 1053964 w 1214315"/>
                <a:gd name="connsiteY4-250" fmla="*/ 1136323 h 1136323"/>
                <a:gd name="connsiteX0-251" fmla="*/ 1053964 w 1214315"/>
                <a:gd name="connsiteY0-252" fmla="*/ 1136323 h 1136323"/>
                <a:gd name="connsiteX1-253" fmla="*/ 0 w 1214315"/>
                <a:gd name="connsiteY1-254" fmla="*/ 0 h 1136323"/>
                <a:gd name="connsiteX2-255" fmla="*/ 1040633 w 1214315"/>
                <a:gd name="connsiteY2-256" fmla="*/ 16785 h 1136323"/>
                <a:gd name="connsiteX3-257" fmla="*/ 1214315 w 1214315"/>
                <a:gd name="connsiteY3-258" fmla="*/ 1064597 h 1136323"/>
                <a:gd name="connsiteX4-259" fmla="*/ 1053964 w 1214315"/>
                <a:gd name="connsiteY4-260" fmla="*/ 1136323 h 1136323"/>
                <a:gd name="connsiteX0-261" fmla="*/ 1053964 w 1214315"/>
                <a:gd name="connsiteY0-262" fmla="*/ 1136323 h 1136323"/>
                <a:gd name="connsiteX1-263" fmla="*/ 0 w 1214315"/>
                <a:gd name="connsiteY1-264" fmla="*/ 0 h 1136323"/>
                <a:gd name="connsiteX2-265" fmla="*/ 1040633 w 1214315"/>
                <a:gd name="connsiteY2-266" fmla="*/ 16785 h 1136323"/>
                <a:gd name="connsiteX3-267" fmla="*/ 1214315 w 1214315"/>
                <a:gd name="connsiteY3-268" fmla="*/ 1064597 h 1136323"/>
                <a:gd name="connsiteX4-269" fmla="*/ 1053964 w 1214315"/>
                <a:gd name="connsiteY4-270" fmla="*/ 1136323 h 1136323"/>
                <a:gd name="connsiteX0-271" fmla="*/ 1060159 w 1220510"/>
                <a:gd name="connsiteY0-272" fmla="*/ 1119627 h 1119627"/>
                <a:gd name="connsiteX1-273" fmla="*/ 0 w 1220510"/>
                <a:gd name="connsiteY1-274" fmla="*/ 249694 h 1119627"/>
                <a:gd name="connsiteX2-275" fmla="*/ 1046828 w 1220510"/>
                <a:gd name="connsiteY2-276" fmla="*/ 89 h 1119627"/>
                <a:gd name="connsiteX3-277" fmla="*/ 1220510 w 1220510"/>
                <a:gd name="connsiteY3-278" fmla="*/ 1047901 h 1119627"/>
                <a:gd name="connsiteX4-279" fmla="*/ 1060159 w 1220510"/>
                <a:gd name="connsiteY4-280" fmla="*/ 1119627 h 1119627"/>
                <a:gd name="connsiteX0-281" fmla="*/ 1060159 w 1220510"/>
                <a:gd name="connsiteY0-282" fmla="*/ 1119627 h 1119627"/>
                <a:gd name="connsiteX1-283" fmla="*/ 0 w 1220510"/>
                <a:gd name="connsiteY1-284" fmla="*/ 249694 h 1119627"/>
                <a:gd name="connsiteX2-285" fmla="*/ 1046828 w 1220510"/>
                <a:gd name="connsiteY2-286" fmla="*/ 89 h 1119627"/>
                <a:gd name="connsiteX3-287" fmla="*/ 1220510 w 1220510"/>
                <a:gd name="connsiteY3-288" fmla="*/ 1047901 h 1119627"/>
                <a:gd name="connsiteX4-289" fmla="*/ 1060159 w 1220510"/>
                <a:gd name="connsiteY4-290" fmla="*/ 1119627 h 1119627"/>
                <a:gd name="connsiteX0-291" fmla="*/ 1060159 w 1220510"/>
                <a:gd name="connsiteY0-292" fmla="*/ 1119627 h 1119627"/>
                <a:gd name="connsiteX1-293" fmla="*/ 0 w 1220510"/>
                <a:gd name="connsiteY1-294" fmla="*/ 249694 h 1119627"/>
                <a:gd name="connsiteX2-295" fmla="*/ 1046828 w 1220510"/>
                <a:gd name="connsiteY2-296" fmla="*/ 89 h 1119627"/>
                <a:gd name="connsiteX3-297" fmla="*/ 1220510 w 1220510"/>
                <a:gd name="connsiteY3-298" fmla="*/ 1047901 h 1119627"/>
                <a:gd name="connsiteX4-299" fmla="*/ 1060159 w 1220510"/>
                <a:gd name="connsiteY4-300" fmla="*/ 1119627 h 1119627"/>
                <a:gd name="connsiteX0-301" fmla="*/ 1060159 w 1220510"/>
                <a:gd name="connsiteY0-302" fmla="*/ 921649 h 921649"/>
                <a:gd name="connsiteX1-303" fmla="*/ 0 w 1220510"/>
                <a:gd name="connsiteY1-304" fmla="*/ 51716 h 921649"/>
                <a:gd name="connsiteX2-305" fmla="*/ 1059218 w 1220510"/>
                <a:gd name="connsiteY2-306" fmla="*/ 355 h 921649"/>
                <a:gd name="connsiteX3-307" fmla="*/ 1220510 w 1220510"/>
                <a:gd name="connsiteY3-308" fmla="*/ 849923 h 921649"/>
                <a:gd name="connsiteX4-309" fmla="*/ 1060159 w 1220510"/>
                <a:gd name="connsiteY4-310" fmla="*/ 921649 h 921649"/>
                <a:gd name="connsiteX0-311" fmla="*/ 1060159 w 1220510"/>
                <a:gd name="connsiteY0-312" fmla="*/ 921649 h 921649"/>
                <a:gd name="connsiteX1-313" fmla="*/ 0 w 1220510"/>
                <a:gd name="connsiteY1-314" fmla="*/ 51716 h 921649"/>
                <a:gd name="connsiteX2-315" fmla="*/ 1059218 w 1220510"/>
                <a:gd name="connsiteY2-316" fmla="*/ 355 h 921649"/>
                <a:gd name="connsiteX3-317" fmla="*/ 1220510 w 1220510"/>
                <a:gd name="connsiteY3-318" fmla="*/ 849923 h 921649"/>
                <a:gd name="connsiteX4-319" fmla="*/ 1060159 w 1220510"/>
                <a:gd name="connsiteY4-320" fmla="*/ 921649 h 921649"/>
                <a:gd name="connsiteX0-321" fmla="*/ 1060159 w 1220510"/>
                <a:gd name="connsiteY0-322" fmla="*/ 921649 h 921649"/>
                <a:gd name="connsiteX1-323" fmla="*/ 0 w 1220510"/>
                <a:gd name="connsiteY1-324" fmla="*/ 51716 h 921649"/>
                <a:gd name="connsiteX2-325" fmla="*/ 1059218 w 1220510"/>
                <a:gd name="connsiteY2-326" fmla="*/ 355 h 921649"/>
                <a:gd name="connsiteX3-327" fmla="*/ 1220510 w 1220510"/>
                <a:gd name="connsiteY3-328" fmla="*/ 849923 h 921649"/>
                <a:gd name="connsiteX4-329" fmla="*/ 1060159 w 1220510"/>
                <a:gd name="connsiteY4-330" fmla="*/ 921649 h 921649"/>
                <a:gd name="connsiteX0-331" fmla="*/ 1060159 w 1340486"/>
                <a:gd name="connsiteY0-332" fmla="*/ 921649 h 921649"/>
                <a:gd name="connsiteX1-333" fmla="*/ 0 w 1340486"/>
                <a:gd name="connsiteY1-334" fmla="*/ 51716 h 921649"/>
                <a:gd name="connsiteX2-335" fmla="*/ 1059218 w 1340486"/>
                <a:gd name="connsiteY2-336" fmla="*/ 355 h 921649"/>
                <a:gd name="connsiteX3-337" fmla="*/ 1340486 w 1340486"/>
                <a:gd name="connsiteY3-338" fmla="*/ 709789 h 921649"/>
                <a:gd name="connsiteX4-339" fmla="*/ 1060159 w 1340486"/>
                <a:gd name="connsiteY4-340" fmla="*/ 921649 h 921649"/>
                <a:gd name="connsiteX0-341" fmla="*/ 1060159 w 1340486"/>
                <a:gd name="connsiteY0-342" fmla="*/ 921649 h 921649"/>
                <a:gd name="connsiteX1-343" fmla="*/ 0 w 1340486"/>
                <a:gd name="connsiteY1-344" fmla="*/ 51716 h 921649"/>
                <a:gd name="connsiteX2-345" fmla="*/ 1059218 w 1340486"/>
                <a:gd name="connsiteY2-346" fmla="*/ 355 h 921649"/>
                <a:gd name="connsiteX3-347" fmla="*/ 1340486 w 1340486"/>
                <a:gd name="connsiteY3-348" fmla="*/ 709789 h 921649"/>
                <a:gd name="connsiteX4-349" fmla="*/ 1060159 w 1340486"/>
                <a:gd name="connsiteY4-350" fmla="*/ 921649 h 921649"/>
                <a:gd name="connsiteX0-351" fmla="*/ 1060159 w 1340486"/>
                <a:gd name="connsiteY0-352" fmla="*/ 921649 h 921649"/>
                <a:gd name="connsiteX1-353" fmla="*/ 0 w 1340486"/>
                <a:gd name="connsiteY1-354" fmla="*/ 51716 h 921649"/>
                <a:gd name="connsiteX2-355" fmla="*/ 1059218 w 1340486"/>
                <a:gd name="connsiteY2-356" fmla="*/ 355 h 921649"/>
                <a:gd name="connsiteX3-357" fmla="*/ 1340486 w 1340486"/>
                <a:gd name="connsiteY3-358" fmla="*/ 709789 h 921649"/>
                <a:gd name="connsiteX4-359" fmla="*/ 1060159 w 1340486"/>
                <a:gd name="connsiteY4-360" fmla="*/ 921649 h 921649"/>
                <a:gd name="connsiteX0-361" fmla="*/ 1025166 w 1340486"/>
                <a:gd name="connsiteY0-362" fmla="*/ 746482 h 746482"/>
                <a:gd name="connsiteX1-363" fmla="*/ 0 w 1340486"/>
                <a:gd name="connsiteY1-364" fmla="*/ 51716 h 746482"/>
                <a:gd name="connsiteX2-365" fmla="*/ 1059218 w 1340486"/>
                <a:gd name="connsiteY2-366" fmla="*/ 355 h 746482"/>
                <a:gd name="connsiteX3-367" fmla="*/ 1340486 w 1340486"/>
                <a:gd name="connsiteY3-368" fmla="*/ 709789 h 746482"/>
                <a:gd name="connsiteX4-369" fmla="*/ 1025166 w 1340486"/>
                <a:gd name="connsiteY4-370" fmla="*/ 746482 h 746482"/>
                <a:gd name="connsiteX0-371" fmla="*/ 1025166 w 1340486"/>
                <a:gd name="connsiteY0-372" fmla="*/ 746482 h 746482"/>
                <a:gd name="connsiteX1-373" fmla="*/ 0 w 1340486"/>
                <a:gd name="connsiteY1-374" fmla="*/ 51716 h 746482"/>
                <a:gd name="connsiteX2-375" fmla="*/ 1059218 w 1340486"/>
                <a:gd name="connsiteY2-376" fmla="*/ 355 h 746482"/>
                <a:gd name="connsiteX3-377" fmla="*/ 1340486 w 1340486"/>
                <a:gd name="connsiteY3-378" fmla="*/ 709789 h 746482"/>
                <a:gd name="connsiteX4-379" fmla="*/ 1025166 w 1340486"/>
                <a:gd name="connsiteY4-380" fmla="*/ 746482 h 746482"/>
                <a:gd name="connsiteX0-381" fmla="*/ 965179 w 1280499"/>
                <a:gd name="connsiteY0-382" fmla="*/ 759828 h 759828"/>
                <a:gd name="connsiteX1-383" fmla="*/ 0 w 1280499"/>
                <a:gd name="connsiteY1-384" fmla="*/ 0 h 759828"/>
                <a:gd name="connsiteX2-385" fmla="*/ 999231 w 1280499"/>
                <a:gd name="connsiteY2-386" fmla="*/ 13701 h 759828"/>
                <a:gd name="connsiteX3-387" fmla="*/ 1280499 w 1280499"/>
                <a:gd name="connsiteY3-388" fmla="*/ 723135 h 759828"/>
                <a:gd name="connsiteX4-389" fmla="*/ 965179 w 1280499"/>
                <a:gd name="connsiteY4-390" fmla="*/ 759828 h 759828"/>
                <a:gd name="connsiteX0-391" fmla="*/ 965179 w 1280499"/>
                <a:gd name="connsiteY0-392" fmla="*/ 759828 h 759828"/>
                <a:gd name="connsiteX1-393" fmla="*/ 0 w 1280499"/>
                <a:gd name="connsiteY1-394" fmla="*/ 0 h 759828"/>
                <a:gd name="connsiteX2-395" fmla="*/ 999231 w 1280499"/>
                <a:gd name="connsiteY2-396" fmla="*/ 13701 h 759828"/>
                <a:gd name="connsiteX3-397" fmla="*/ 1280499 w 1280499"/>
                <a:gd name="connsiteY3-398" fmla="*/ 723135 h 759828"/>
                <a:gd name="connsiteX4-399" fmla="*/ 965179 w 1280499"/>
                <a:gd name="connsiteY4-400" fmla="*/ 759828 h 759828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29" name="Freeform 271"/>
            <p:cNvSpPr/>
            <p:nvPr/>
          </p:nvSpPr>
          <p:spPr>
            <a:xfrm>
              <a:off x="6202992" y="5428939"/>
              <a:ext cx="865187" cy="55395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-1" fmla="*/ 139870 w 1040633"/>
                <a:gd name="connsiteY0-2" fmla="*/ 1191723 h 1219697"/>
                <a:gd name="connsiteX1-3" fmla="*/ 0 w 1040633"/>
                <a:gd name="connsiteY1-4" fmla="*/ 0 h 1219697"/>
                <a:gd name="connsiteX2-5" fmla="*/ 1040633 w 1040633"/>
                <a:gd name="connsiteY2-6" fmla="*/ 16785 h 1219697"/>
                <a:gd name="connsiteX3-7" fmla="*/ 833625 w 1040633"/>
                <a:gd name="connsiteY3-8" fmla="*/ 1219697 h 1219697"/>
                <a:gd name="connsiteX4-9" fmla="*/ 139870 w 1040633"/>
                <a:gd name="connsiteY4-10" fmla="*/ 1191723 h 1219697"/>
                <a:gd name="connsiteX0-11" fmla="*/ 139870 w 1040633"/>
                <a:gd name="connsiteY0-12" fmla="*/ 1191723 h 1219697"/>
                <a:gd name="connsiteX1-13" fmla="*/ 0 w 1040633"/>
                <a:gd name="connsiteY1-14" fmla="*/ 0 h 1219697"/>
                <a:gd name="connsiteX2-15" fmla="*/ 1040633 w 1040633"/>
                <a:gd name="connsiteY2-16" fmla="*/ 16785 h 1219697"/>
                <a:gd name="connsiteX3-17" fmla="*/ 833625 w 1040633"/>
                <a:gd name="connsiteY3-18" fmla="*/ 1219697 h 1219697"/>
                <a:gd name="connsiteX4-19" fmla="*/ 139870 w 1040633"/>
                <a:gd name="connsiteY4-20" fmla="*/ 1191723 h 1219697"/>
                <a:gd name="connsiteX0-21" fmla="*/ 139870 w 1040633"/>
                <a:gd name="connsiteY0-22" fmla="*/ 1191723 h 1219697"/>
                <a:gd name="connsiteX1-23" fmla="*/ 0 w 1040633"/>
                <a:gd name="connsiteY1-24" fmla="*/ 0 h 1219697"/>
                <a:gd name="connsiteX2-25" fmla="*/ 1040633 w 1040633"/>
                <a:gd name="connsiteY2-26" fmla="*/ 16785 h 1219697"/>
                <a:gd name="connsiteX3-27" fmla="*/ 833625 w 1040633"/>
                <a:gd name="connsiteY3-28" fmla="*/ 1219697 h 1219697"/>
                <a:gd name="connsiteX4-29" fmla="*/ 139870 w 1040633"/>
                <a:gd name="connsiteY4-30" fmla="*/ 1191723 h 1219697"/>
                <a:gd name="connsiteX0-31" fmla="*/ 139870 w 1040633"/>
                <a:gd name="connsiteY0-32" fmla="*/ 1191723 h 1219697"/>
                <a:gd name="connsiteX1-33" fmla="*/ 0 w 1040633"/>
                <a:gd name="connsiteY1-34" fmla="*/ 0 h 1219697"/>
                <a:gd name="connsiteX2-35" fmla="*/ 1040633 w 1040633"/>
                <a:gd name="connsiteY2-36" fmla="*/ 16785 h 1219697"/>
                <a:gd name="connsiteX3-37" fmla="*/ 833625 w 1040633"/>
                <a:gd name="connsiteY3-38" fmla="*/ 1219697 h 1219697"/>
                <a:gd name="connsiteX4-39" fmla="*/ 139870 w 1040633"/>
                <a:gd name="connsiteY4-40" fmla="*/ 1191723 h 1219697"/>
                <a:gd name="connsiteX0-41" fmla="*/ 139870 w 1040633"/>
                <a:gd name="connsiteY0-42" fmla="*/ 1191723 h 1219697"/>
                <a:gd name="connsiteX1-43" fmla="*/ 0 w 1040633"/>
                <a:gd name="connsiteY1-44" fmla="*/ 0 h 1219697"/>
                <a:gd name="connsiteX2-45" fmla="*/ 1040633 w 1040633"/>
                <a:gd name="connsiteY2-46" fmla="*/ 16785 h 1219697"/>
                <a:gd name="connsiteX3-47" fmla="*/ 833625 w 1040633"/>
                <a:gd name="connsiteY3-48" fmla="*/ 1219697 h 1219697"/>
                <a:gd name="connsiteX4-49" fmla="*/ 418712 w 1040633"/>
                <a:gd name="connsiteY4-50" fmla="*/ 1189324 h 1219697"/>
                <a:gd name="connsiteX5" fmla="*/ 139870 w 1040633"/>
                <a:gd name="connsiteY5" fmla="*/ 1191723 h 1219697"/>
                <a:gd name="connsiteX0-51" fmla="*/ 139870 w 1040633"/>
                <a:gd name="connsiteY0-52" fmla="*/ 1191723 h 1355926"/>
                <a:gd name="connsiteX1-53" fmla="*/ 0 w 1040633"/>
                <a:gd name="connsiteY1-54" fmla="*/ 0 h 1355926"/>
                <a:gd name="connsiteX2-55" fmla="*/ 1040633 w 1040633"/>
                <a:gd name="connsiteY2-56" fmla="*/ 16785 h 1355926"/>
                <a:gd name="connsiteX3-57" fmla="*/ 833625 w 1040633"/>
                <a:gd name="connsiteY3-58" fmla="*/ 1219697 h 1355926"/>
                <a:gd name="connsiteX4-59" fmla="*/ 139870 w 1040633"/>
                <a:gd name="connsiteY4-60" fmla="*/ 1191723 h 1355926"/>
                <a:gd name="connsiteX0-61" fmla="*/ 139870 w 1040633"/>
                <a:gd name="connsiteY0-62" fmla="*/ 1191723 h 1289901"/>
                <a:gd name="connsiteX1-63" fmla="*/ 0 w 1040633"/>
                <a:gd name="connsiteY1-64" fmla="*/ 0 h 1289901"/>
                <a:gd name="connsiteX2-65" fmla="*/ 1040633 w 1040633"/>
                <a:gd name="connsiteY2-66" fmla="*/ 16785 h 1289901"/>
                <a:gd name="connsiteX3-67" fmla="*/ 833625 w 1040633"/>
                <a:gd name="connsiteY3-68" fmla="*/ 1219697 h 1289901"/>
                <a:gd name="connsiteX4-69" fmla="*/ 139870 w 1040633"/>
                <a:gd name="connsiteY4-70" fmla="*/ 1191723 h 1289901"/>
                <a:gd name="connsiteX0-71" fmla="*/ 139870 w 1040633"/>
                <a:gd name="connsiteY0-72" fmla="*/ 1191723 h 1219697"/>
                <a:gd name="connsiteX1-73" fmla="*/ 0 w 1040633"/>
                <a:gd name="connsiteY1-74" fmla="*/ 0 h 1219697"/>
                <a:gd name="connsiteX2-75" fmla="*/ 1040633 w 1040633"/>
                <a:gd name="connsiteY2-76" fmla="*/ 16785 h 1219697"/>
                <a:gd name="connsiteX3-77" fmla="*/ 833625 w 1040633"/>
                <a:gd name="connsiteY3-78" fmla="*/ 1219697 h 1219697"/>
                <a:gd name="connsiteX4-79" fmla="*/ 139870 w 1040633"/>
                <a:gd name="connsiteY4-80" fmla="*/ 1191723 h 1219697"/>
                <a:gd name="connsiteX0-81" fmla="*/ 139870 w 1040633"/>
                <a:gd name="connsiteY0-82" fmla="*/ 1191723 h 1191723"/>
                <a:gd name="connsiteX1-83" fmla="*/ 0 w 1040633"/>
                <a:gd name="connsiteY1-84" fmla="*/ 0 h 1191723"/>
                <a:gd name="connsiteX2-85" fmla="*/ 1040633 w 1040633"/>
                <a:gd name="connsiteY2-86" fmla="*/ 16785 h 1191723"/>
                <a:gd name="connsiteX3-87" fmla="*/ 671988 w 1040633"/>
                <a:gd name="connsiteY3-88" fmla="*/ 1158121 h 1191723"/>
                <a:gd name="connsiteX4-89" fmla="*/ 139870 w 1040633"/>
                <a:gd name="connsiteY4-90" fmla="*/ 1191723 h 1191723"/>
                <a:gd name="connsiteX0-91" fmla="*/ 363082 w 1040633"/>
                <a:gd name="connsiteY0-92" fmla="*/ 1160935 h 1160935"/>
                <a:gd name="connsiteX1-93" fmla="*/ 0 w 1040633"/>
                <a:gd name="connsiteY1-94" fmla="*/ 0 h 1160935"/>
                <a:gd name="connsiteX2-95" fmla="*/ 1040633 w 1040633"/>
                <a:gd name="connsiteY2-96" fmla="*/ 16785 h 1160935"/>
                <a:gd name="connsiteX3-97" fmla="*/ 671988 w 1040633"/>
                <a:gd name="connsiteY3-98" fmla="*/ 1158121 h 1160935"/>
                <a:gd name="connsiteX4-99" fmla="*/ 363082 w 1040633"/>
                <a:gd name="connsiteY4-100" fmla="*/ 1160935 h 1160935"/>
                <a:gd name="connsiteX0-101" fmla="*/ 363082 w 1040633"/>
                <a:gd name="connsiteY0-102" fmla="*/ 1160935 h 1160935"/>
                <a:gd name="connsiteX1-103" fmla="*/ 0 w 1040633"/>
                <a:gd name="connsiteY1-104" fmla="*/ 0 h 1160935"/>
                <a:gd name="connsiteX2-105" fmla="*/ 1040633 w 1040633"/>
                <a:gd name="connsiteY2-106" fmla="*/ 16785 h 1160935"/>
                <a:gd name="connsiteX3-107" fmla="*/ 671988 w 1040633"/>
                <a:gd name="connsiteY3-108" fmla="*/ 1158121 h 1160935"/>
                <a:gd name="connsiteX4-109" fmla="*/ 363082 w 1040633"/>
                <a:gd name="connsiteY4-110" fmla="*/ 1160935 h 1160935"/>
                <a:gd name="connsiteX0-111" fmla="*/ 363082 w 1040633"/>
                <a:gd name="connsiteY0-112" fmla="*/ 1160935 h 1160935"/>
                <a:gd name="connsiteX1-113" fmla="*/ 0 w 1040633"/>
                <a:gd name="connsiteY1-114" fmla="*/ 0 h 1160935"/>
                <a:gd name="connsiteX2-115" fmla="*/ 1040633 w 1040633"/>
                <a:gd name="connsiteY2-116" fmla="*/ 16785 h 1160935"/>
                <a:gd name="connsiteX3-117" fmla="*/ 671988 w 1040633"/>
                <a:gd name="connsiteY3-118" fmla="*/ 1158121 h 1160935"/>
                <a:gd name="connsiteX4-119" fmla="*/ 363082 w 1040633"/>
                <a:gd name="connsiteY4-120" fmla="*/ 1160935 h 1160935"/>
                <a:gd name="connsiteX0-121" fmla="*/ 363082 w 1040633"/>
                <a:gd name="connsiteY0-122" fmla="*/ 1160935 h 1160935"/>
                <a:gd name="connsiteX1-123" fmla="*/ 0 w 1040633"/>
                <a:gd name="connsiteY1-124" fmla="*/ 0 h 1160935"/>
                <a:gd name="connsiteX2-125" fmla="*/ 1040633 w 1040633"/>
                <a:gd name="connsiteY2-126" fmla="*/ 16785 h 1160935"/>
                <a:gd name="connsiteX3-127" fmla="*/ 671988 w 1040633"/>
                <a:gd name="connsiteY3-128" fmla="*/ 1158121 h 1160935"/>
                <a:gd name="connsiteX4-129" fmla="*/ 363082 w 1040633"/>
                <a:gd name="connsiteY4-130" fmla="*/ 1160935 h 1160935"/>
                <a:gd name="connsiteX0-131" fmla="*/ 363082 w 1040633"/>
                <a:gd name="connsiteY0-132" fmla="*/ 1160935 h 1160935"/>
                <a:gd name="connsiteX1-133" fmla="*/ 0 w 1040633"/>
                <a:gd name="connsiteY1-134" fmla="*/ 0 h 1160935"/>
                <a:gd name="connsiteX2-135" fmla="*/ 1040633 w 1040633"/>
                <a:gd name="connsiteY2-136" fmla="*/ 16785 h 1160935"/>
                <a:gd name="connsiteX3-137" fmla="*/ 671988 w 1040633"/>
                <a:gd name="connsiteY3-138" fmla="*/ 1158121 h 1160935"/>
                <a:gd name="connsiteX4-139" fmla="*/ 363082 w 1040633"/>
                <a:gd name="connsiteY4-140" fmla="*/ 1160935 h 1160935"/>
                <a:gd name="connsiteX0-141" fmla="*/ 363082 w 1040633"/>
                <a:gd name="connsiteY0-142" fmla="*/ 1160935 h 1160935"/>
                <a:gd name="connsiteX1-143" fmla="*/ 0 w 1040633"/>
                <a:gd name="connsiteY1-144" fmla="*/ 0 h 1160935"/>
                <a:gd name="connsiteX2-145" fmla="*/ 1040633 w 1040633"/>
                <a:gd name="connsiteY2-146" fmla="*/ 16785 h 1160935"/>
                <a:gd name="connsiteX3-147" fmla="*/ 671988 w 1040633"/>
                <a:gd name="connsiteY3-148" fmla="*/ 1158121 h 1160935"/>
                <a:gd name="connsiteX4-149" fmla="*/ 363082 w 1040633"/>
                <a:gd name="connsiteY4-150" fmla="*/ 1160935 h 1160935"/>
                <a:gd name="connsiteX0-151" fmla="*/ 363082 w 1040633"/>
                <a:gd name="connsiteY0-152" fmla="*/ 1160935 h 1160935"/>
                <a:gd name="connsiteX1-153" fmla="*/ 0 w 1040633"/>
                <a:gd name="connsiteY1-154" fmla="*/ 0 h 1160935"/>
                <a:gd name="connsiteX2-155" fmla="*/ 1040633 w 1040633"/>
                <a:gd name="connsiteY2-156" fmla="*/ 16785 h 1160935"/>
                <a:gd name="connsiteX3-157" fmla="*/ 671988 w 1040633"/>
                <a:gd name="connsiteY3-158" fmla="*/ 1158121 h 1160935"/>
                <a:gd name="connsiteX4-159" fmla="*/ 363082 w 1040633"/>
                <a:gd name="connsiteY4-160" fmla="*/ 1160935 h 1160935"/>
                <a:gd name="connsiteX0-161" fmla="*/ 363082 w 778664"/>
                <a:gd name="connsiteY0-162" fmla="*/ 1160935 h 1160935"/>
                <a:gd name="connsiteX1-163" fmla="*/ 0 w 778664"/>
                <a:gd name="connsiteY1-164" fmla="*/ 0 h 1160935"/>
                <a:gd name="connsiteX2-165" fmla="*/ 778664 w 778664"/>
                <a:gd name="connsiteY2-166" fmla="*/ 130682 h 1160935"/>
                <a:gd name="connsiteX3-167" fmla="*/ 671988 w 778664"/>
                <a:gd name="connsiteY3-168" fmla="*/ 1158121 h 1160935"/>
                <a:gd name="connsiteX4-169" fmla="*/ 363082 w 778664"/>
                <a:gd name="connsiteY4-170" fmla="*/ 1160935 h 1160935"/>
                <a:gd name="connsiteX0-171" fmla="*/ 363082 w 778664"/>
                <a:gd name="connsiteY0-172" fmla="*/ 1160935 h 1160935"/>
                <a:gd name="connsiteX1-173" fmla="*/ 0 w 778664"/>
                <a:gd name="connsiteY1-174" fmla="*/ 0 h 1160935"/>
                <a:gd name="connsiteX2-175" fmla="*/ 778664 w 778664"/>
                <a:gd name="connsiteY2-176" fmla="*/ 130682 h 1160935"/>
                <a:gd name="connsiteX3-177" fmla="*/ 694768 w 778664"/>
                <a:gd name="connsiteY3-178" fmla="*/ 1112562 h 1160935"/>
                <a:gd name="connsiteX4-179" fmla="*/ 363082 w 778664"/>
                <a:gd name="connsiteY4-180" fmla="*/ 1160935 h 1160935"/>
                <a:gd name="connsiteX0-181" fmla="*/ 363082 w 778664"/>
                <a:gd name="connsiteY0-182" fmla="*/ 1160935 h 1160935"/>
                <a:gd name="connsiteX1-183" fmla="*/ 0 w 778664"/>
                <a:gd name="connsiteY1-184" fmla="*/ 0 h 1160935"/>
                <a:gd name="connsiteX2-185" fmla="*/ 778664 w 778664"/>
                <a:gd name="connsiteY2-186" fmla="*/ 130682 h 1160935"/>
                <a:gd name="connsiteX3-187" fmla="*/ 694768 w 778664"/>
                <a:gd name="connsiteY3-188" fmla="*/ 1112562 h 1160935"/>
                <a:gd name="connsiteX4-189" fmla="*/ 363082 w 778664"/>
                <a:gd name="connsiteY4-190" fmla="*/ 1160935 h 1160935"/>
                <a:gd name="connsiteX0-191" fmla="*/ 397252 w 778664"/>
                <a:gd name="connsiteY0-192" fmla="*/ 1103987 h 1112562"/>
                <a:gd name="connsiteX1-193" fmla="*/ 0 w 778664"/>
                <a:gd name="connsiteY1-194" fmla="*/ 0 h 1112562"/>
                <a:gd name="connsiteX2-195" fmla="*/ 778664 w 778664"/>
                <a:gd name="connsiteY2-196" fmla="*/ 130682 h 1112562"/>
                <a:gd name="connsiteX3-197" fmla="*/ 694768 w 778664"/>
                <a:gd name="connsiteY3-198" fmla="*/ 1112562 h 1112562"/>
                <a:gd name="connsiteX4-199" fmla="*/ 397252 w 778664"/>
                <a:gd name="connsiteY4-200" fmla="*/ 1103987 h 1112562"/>
                <a:gd name="connsiteX0-201" fmla="*/ 397252 w 778664"/>
                <a:gd name="connsiteY0-202" fmla="*/ 1103987 h 1112562"/>
                <a:gd name="connsiteX1-203" fmla="*/ 0 w 778664"/>
                <a:gd name="connsiteY1-204" fmla="*/ 0 h 1112562"/>
                <a:gd name="connsiteX2-205" fmla="*/ 778664 w 778664"/>
                <a:gd name="connsiteY2-206" fmla="*/ 130682 h 1112562"/>
                <a:gd name="connsiteX3-207" fmla="*/ 694768 w 778664"/>
                <a:gd name="connsiteY3-208" fmla="*/ 1112562 h 1112562"/>
                <a:gd name="connsiteX4-209" fmla="*/ 397252 w 778664"/>
                <a:gd name="connsiteY4-210" fmla="*/ 1103987 h 1112562"/>
                <a:gd name="connsiteX0-211" fmla="*/ 397252 w 778664"/>
                <a:gd name="connsiteY0-212" fmla="*/ 1103987 h 1112562"/>
                <a:gd name="connsiteX1-213" fmla="*/ 0 w 778664"/>
                <a:gd name="connsiteY1-214" fmla="*/ 0 h 1112562"/>
                <a:gd name="connsiteX2-215" fmla="*/ 778664 w 778664"/>
                <a:gd name="connsiteY2-216" fmla="*/ 130682 h 1112562"/>
                <a:gd name="connsiteX3-217" fmla="*/ 694768 w 778664"/>
                <a:gd name="connsiteY3-218" fmla="*/ 1112562 h 1112562"/>
                <a:gd name="connsiteX4-219" fmla="*/ 397252 w 778664"/>
                <a:gd name="connsiteY4-220" fmla="*/ 1103987 h 1112562"/>
                <a:gd name="connsiteX0-221" fmla="*/ 123893 w 505305"/>
                <a:gd name="connsiteY0-222" fmla="*/ 973305 h 981880"/>
                <a:gd name="connsiteX1-223" fmla="*/ 0 w 505305"/>
                <a:gd name="connsiteY1-224" fmla="*/ 28773 h 981880"/>
                <a:gd name="connsiteX2-225" fmla="*/ 505305 w 505305"/>
                <a:gd name="connsiteY2-226" fmla="*/ 0 h 981880"/>
                <a:gd name="connsiteX3-227" fmla="*/ 421409 w 505305"/>
                <a:gd name="connsiteY3-228" fmla="*/ 981880 h 981880"/>
                <a:gd name="connsiteX4-229" fmla="*/ 123893 w 505305"/>
                <a:gd name="connsiteY4-230" fmla="*/ 973305 h 981880"/>
                <a:gd name="connsiteX0-231" fmla="*/ 123893 w 505305"/>
                <a:gd name="connsiteY0-232" fmla="*/ 973305 h 981880"/>
                <a:gd name="connsiteX1-233" fmla="*/ 0 w 505305"/>
                <a:gd name="connsiteY1-234" fmla="*/ 28773 h 981880"/>
                <a:gd name="connsiteX2-235" fmla="*/ 505305 w 505305"/>
                <a:gd name="connsiteY2-236" fmla="*/ 0 h 981880"/>
                <a:gd name="connsiteX3-237" fmla="*/ 421409 w 505305"/>
                <a:gd name="connsiteY3-238" fmla="*/ 981880 h 981880"/>
                <a:gd name="connsiteX4-239" fmla="*/ 123893 w 505305"/>
                <a:gd name="connsiteY4-240" fmla="*/ 973305 h 981880"/>
                <a:gd name="connsiteX0-241" fmla="*/ 123893 w 505305"/>
                <a:gd name="connsiteY0-242" fmla="*/ 973305 h 981880"/>
                <a:gd name="connsiteX1-243" fmla="*/ 0 w 505305"/>
                <a:gd name="connsiteY1-244" fmla="*/ 28773 h 981880"/>
                <a:gd name="connsiteX2-245" fmla="*/ 505305 w 505305"/>
                <a:gd name="connsiteY2-246" fmla="*/ 0 h 981880"/>
                <a:gd name="connsiteX3-247" fmla="*/ 421409 w 505305"/>
                <a:gd name="connsiteY3-248" fmla="*/ 981880 h 981880"/>
                <a:gd name="connsiteX4-249" fmla="*/ 123893 w 505305"/>
                <a:gd name="connsiteY4-250" fmla="*/ 973305 h 981880"/>
                <a:gd name="connsiteX0-251" fmla="*/ 123893 w 505305"/>
                <a:gd name="connsiteY0-252" fmla="*/ 973305 h 981880"/>
                <a:gd name="connsiteX1-253" fmla="*/ 0 w 505305"/>
                <a:gd name="connsiteY1-254" fmla="*/ 28773 h 981880"/>
                <a:gd name="connsiteX2-255" fmla="*/ 505305 w 505305"/>
                <a:gd name="connsiteY2-256" fmla="*/ 0 h 981880"/>
                <a:gd name="connsiteX3-257" fmla="*/ 421409 w 505305"/>
                <a:gd name="connsiteY3-258" fmla="*/ 981880 h 981880"/>
                <a:gd name="connsiteX4-259" fmla="*/ 123893 w 505305"/>
                <a:gd name="connsiteY4-260" fmla="*/ 973305 h 981880"/>
                <a:gd name="connsiteX0-261" fmla="*/ 118198 w 499610"/>
                <a:gd name="connsiteY0-262" fmla="*/ 973305 h 981880"/>
                <a:gd name="connsiteX1-263" fmla="*/ 0 w 499610"/>
                <a:gd name="connsiteY1-264" fmla="*/ 11688 h 981880"/>
                <a:gd name="connsiteX2-265" fmla="*/ 499610 w 499610"/>
                <a:gd name="connsiteY2-266" fmla="*/ 0 h 981880"/>
                <a:gd name="connsiteX3-267" fmla="*/ 415714 w 499610"/>
                <a:gd name="connsiteY3-268" fmla="*/ 981880 h 981880"/>
                <a:gd name="connsiteX4-269" fmla="*/ 118198 w 499610"/>
                <a:gd name="connsiteY4-270" fmla="*/ 973305 h 981880"/>
                <a:gd name="connsiteX0-271" fmla="*/ 118198 w 499610"/>
                <a:gd name="connsiteY0-272" fmla="*/ 973305 h 981880"/>
                <a:gd name="connsiteX1-273" fmla="*/ 0 w 499610"/>
                <a:gd name="connsiteY1-274" fmla="*/ 11688 h 981880"/>
                <a:gd name="connsiteX2-275" fmla="*/ 499610 w 499610"/>
                <a:gd name="connsiteY2-276" fmla="*/ 0 h 981880"/>
                <a:gd name="connsiteX3-277" fmla="*/ 415714 w 499610"/>
                <a:gd name="connsiteY3-278" fmla="*/ 981880 h 981880"/>
                <a:gd name="connsiteX4-279" fmla="*/ 118198 w 499610"/>
                <a:gd name="connsiteY4-280" fmla="*/ 973305 h 981880"/>
                <a:gd name="connsiteX0-281" fmla="*/ 118198 w 499610"/>
                <a:gd name="connsiteY0-282" fmla="*/ 973305 h 981880"/>
                <a:gd name="connsiteX1-283" fmla="*/ 0 w 499610"/>
                <a:gd name="connsiteY1-284" fmla="*/ 11688 h 981880"/>
                <a:gd name="connsiteX2-285" fmla="*/ 499610 w 499610"/>
                <a:gd name="connsiteY2-286" fmla="*/ 0 h 981880"/>
                <a:gd name="connsiteX3-287" fmla="*/ 415714 w 499610"/>
                <a:gd name="connsiteY3-288" fmla="*/ 981880 h 981880"/>
                <a:gd name="connsiteX4-289" fmla="*/ 118198 w 499610"/>
                <a:gd name="connsiteY4-290" fmla="*/ 973305 h 981880"/>
                <a:gd name="connsiteX0-291" fmla="*/ 118198 w 499610"/>
                <a:gd name="connsiteY0-292" fmla="*/ 973305 h 981880"/>
                <a:gd name="connsiteX1-293" fmla="*/ 0 w 499610"/>
                <a:gd name="connsiteY1-294" fmla="*/ 11688 h 981880"/>
                <a:gd name="connsiteX2-295" fmla="*/ 499610 w 499610"/>
                <a:gd name="connsiteY2-296" fmla="*/ 0 h 981880"/>
                <a:gd name="connsiteX3-297" fmla="*/ 415714 w 499610"/>
                <a:gd name="connsiteY3-298" fmla="*/ 981880 h 981880"/>
                <a:gd name="connsiteX4-299" fmla="*/ 118198 w 499610"/>
                <a:gd name="connsiteY4-300" fmla="*/ 973305 h 981880"/>
                <a:gd name="connsiteX0-301" fmla="*/ 118198 w 499610"/>
                <a:gd name="connsiteY0-302" fmla="*/ 973305 h 981880"/>
                <a:gd name="connsiteX1-303" fmla="*/ 0 w 499610"/>
                <a:gd name="connsiteY1-304" fmla="*/ 11688 h 981880"/>
                <a:gd name="connsiteX2-305" fmla="*/ 499610 w 499610"/>
                <a:gd name="connsiteY2-306" fmla="*/ 0 h 981880"/>
                <a:gd name="connsiteX3-307" fmla="*/ 415714 w 499610"/>
                <a:gd name="connsiteY3-308" fmla="*/ 981880 h 981880"/>
                <a:gd name="connsiteX4-309" fmla="*/ 118198 w 499610"/>
                <a:gd name="connsiteY4-310" fmla="*/ 973305 h 981880"/>
                <a:gd name="connsiteX0-311" fmla="*/ 118198 w 499610"/>
                <a:gd name="connsiteY0-312" fmla="*/ 973305 h 976186"/>
                <a:gd name="connsiteX1-313" fmla="*/ 0 w 499610"/>
                <a:gd name="connsiteY1-314" fmla="*/ 11688 h 976186"/>
                <a:gd name="connsiteX2-315" fmla="*/ 499610 w 499610"/>
                <a:gd name="connsiteY2-316" fmla="*/ 0 h 976186"/>
                <a:gd name="connsiteX3-317" fmla="*/ 273339 w 499610"/>
                <a:gd name="connsiteY3-318" fmla="*/ 976186 h 976186"/>
                <a:gd name="connsiteX4-319" fmla="*/ 118198 w 499610"/>
                <a:gd name="connsiteY4-320" fmla="*/ 973305 h 976186"/>
                <a:gd name="connsiteX0-321" fmla="*/ 118198 w 499610"/>
                <a:gd name="connsiteY0-322" fmla="*/ 973305 h 976186"/>
                <a:gd name="connsiteX1-323" fmla="*/ 0 w 499610"/>
                <a:gd name="connsiteY1-324" fmla="*/ 11688 h 976186"/>
                <a:gd name="connsiteX2-325" fmla="*/ 499610 w 499610"/>
                <a:gd name="connsiteY2-326" fmla="*/ 0 h 976186"/>
                <a:gd name="connsiteX3-327" fmla="*/ 273339 w 499610"/>
                <a:gd name="connsiteY3-328" fmla="*/ 976186 h 976186"/>
                <a:gd name="connsiteX4-329" fmla="*/ 118198 w 499610"/>
                <a:gd name="connsiteY4-330" fmla="*/ 973305 h 976186"/>
                <a:gd name="connsiteX0-331" fmla="*/ 197928 w 499610"/>
                <a:gd name="connsiteY0-332" fmla="*/ 973305 h 976186"/>
                <a:gd name="connsiteX1-333" fmla="*/ 0 w 499610"/>
                <a:gd name="connsiteY1-334" fmla="*/ 11688 h 976186"/>
                <a:gd name="connsiteX2-335" fmla="*/ 499610 w 499610"/>
                <a:gd name="connsiteY2-336" fmla="*/ 0 h 976186"/>
                <a:gd name="connsiteX3-337" fmla="*/ 273339 w 499610"/>
                <a:gd name="connsiteY3-338" fmla="*/ 976186 h 976186"/>
                <a:gd name="connsiteX4-339" fmla="*/ 197928 w 499610"/>
                <a:gd name="connsiteY4-340" fmla="*/ 973305 h 976186"/>
                <a:gd name="connsiteX0-341" fmla="*/ 197928 w 499610"/>
                <a:gd name="connsiteY0-342" fmla="*/ 973305 h 976186"/>
                <a:gd name="connsiteX1-343" fmla="*/ 0 w 499610"/>
                <a:gd name="connsiteY1-344" fmla="*/ 11688 h 976186"/>
                <a:gd name="connsiteX2-345" fmla="*/ 499610 w 499610"/>
                <a:gd name="connsiteY2-346" fmla="*/ 0 h 976186"/>
                <a:gd name="connsiteX3-347" fmla="*/ 273339 w 499610"/>
                <a:gd name="connsiteY3-348" fmla="*/ 976186 h 976186"/>
                <a:gd name="connsiteX4-349" fmla="*/ 197928 w 499610"/>
                <a:gd name="connsiteY4-350" fmla="*/ 973305 h 976186"/>
                <a:gd name="connsiteX0-351" fmla="*/ 197928 w 499610"/>
                <a:gd name="connsiteY0-352" fmla="*/ 973305 h 976186"/>
                <a:gd name="connsiteX1-353" fmla="*/ 0 w 499610"/>
                <a:gd name="connsiteY1-354" fmla="*/ 11688 h 976186"/>
                <a:gd name="connsiteX2-355" fmla="*/ 499610 w 499610"/>
                <a:gd name="connsiteY2-356" fmla="*/ 0 h 976186"/>
                <a:gd name="connsiteX3-357" fmla="*/ 273339 w 499610"/>
                <a:gd name="connsiteY3-358" fmla="*/ 976186 h 976186"/>
                <a:gd name="connsiteX4-359" fmla="*/ 197928 w 499610"/>
                <a:gd name="connsiteY4-360" fmla="*/ 973305 h 976186"/>
                <a:gd name="connsiteX0-361" fmla="*/ 197928 w 499610"/>
                <a:gd name="connsiteY0-362" fmla="*/ 973305 h 976186"/>
                <a:gd name="connsiteX1-363" fmla="*/ 0 w 499610"/>
                <a:gd name="connsiteY1-364" fmla="*/ 11688 h 976186"/>
                <a:gd name="connsiteX2-365" fmla="*/ 499610 w 499610"/>
                <a:gd name="connsiteY2-366" fmla="*/ 0 h 976186"/>
                <a:gd name="connsiteX3-367" fmla="*/ 273339 w 499610"/>
                <a:gd name="connsiteY3-368" fmla="*/ 976186 h 976186"/>
                <a:gd name="connsiteX4-369" fmla="*/ 197928 w 499610"/>
                <a:gd name="connsiteY4-370" fmla="*/ 973305 h 976186"/>
                <a:gd name="connsiteX0-371" fmla="*/ 23004 w 954755"/>
                <a:gd name="connsiteY0-372" fmla="*/ 943771 h 976186"/>
                <a:gd name="connsiteX1-373" fmla="*/ 455145 w 954755"/>
                <a:gd name="connsiteY1-374" fmla="*/ 11688 h 976186"/>
                <a:gd name="connsiteX2-375" fmla="*/ 954755 w 954755"/>
                <a:gd name="connsiteY2-376" fmla="*/ 0 h 976186"/>
                <a:gd name="connsiteX3-377" fmla="*/ 728484 w 954755"/>
                <a:gd name="connsiteY3-378" fmla="*/ 976186 h 976186"/>
                <a:gd name="connsiteX4-379" fmla="*/ 23004 w 954755"/>
                <a:gd name="connsiteY4-380" fmla="*/ 943771 h 976186"/>
                <a:gd name="connsiteX0-381" fmla="*/ 0 w 931751"/>
                <a:gd name="connsiteY0-382" fmla="*/ 943771 h 976186"/>
                <a:gd name="connsiteX1-383" fmla="*/ 432141 w 931751"/>
                <a:gd name="connsiteY1-384" fmla="*/ 11688 h 976186"/>
                <a:gd name="connsiteX2-385" fmla="*/ 931751 w 931751"/>
                <a:gd name="connsiteY2-386" fmla="*/ 0 h 976186"/>
                <a:gd name="connsiteX3-387" fmla="*/ 705480 w 931751"/>
                <a:gd name="connsiteY3-388" fmla="*/ 976186 h 976186"/>
                <a:gd name="connsiteX4-389" fmla="*/ 0 w 931751"/>
                <a:gd name="connsiteY4-390" fmla="*/ 943771 h 976186"/>
                <a:gd name="connsiteX0-391" fmla="*/ 0 w 931751"/>
                <a:gd name="connsiteY0-392" fmla="*/ 943771 h 976186"/>
                <a:gd name="connsiteX1-393" fmla="*/ 432141 w 931751"/>
                <a:gd name="connsiteY1-394" fmla="*/ 11688 h 976186"/>
                <a:gd name="connsiteX2-395" fmla="*/ 931751 w 931751"/>
                <a:gd name="connsiteY2-396" fmla="*/ 0 h 976186"/>
                <a:gd name="connsiteX3-397" fmla="*/ 705480 w 931751"/>
                <a:gd name="connsiteY3-398" fmla="*/ 976186 h 976186"/>
                <a:gd name="connsiteX4-399" fmla="*/ 0 w 931751"/>
                <a:gd name="connsiteY4-400" fmla="*/ 943771 h 976186"/>
                <a:gd name="connsiteX0-401" fmla="*/ 0 w 931751"/>
                <a:gd name="connsiteY0-402" fmla="*/ 943771 h 976186"/>
                <a:gd name="connsiteX1-403" fmla="*/ 432141 w 931751"/>
                <a:gd name="connsiteY1-404" fmla="*/ 11688 h 976186"/>
                <a:gd name="connsiteX2-405" fmla="*/ 931751 w 931751"/>
                <a:gd name="connsiteY2-406" fmla="*/ 0 h 976186"/>
                <a:gd name="connsiteX3-407" fmla="*/ 705480 w 931751"/>
                <a:gd name="connsiteY3-408" fmla="*/ 976186 h 976186"/>
                <a:gd name="connsiteX4-409" fmla="*/ 0 w 931751"/>
                <a:gd name="connsiteY4-410" fmla="*/ 943771 h 976186"/>
                <a:gd name="connsiteX0-411" fmla="*/ 0 w 931751"/>
                <a:gd name="connsiteY0-412" fmla="*/ 943771 h 966342"/>
                <a:gd name="connsiteX1-413" fmla="*/ 432141 w 931751"/>
                <a:gd name="connsiteY1-414" fmla="*/ 11688 h 966342"/>
                <a:gd name="connsiteX2-415" fmla="*/ 931751 w 931751"/>
                <a:gd name="connsiteY2-416" fmla="*/ 0 h 966342"/>
                <a:gd name="connsiteX3-417" fmla="*/ 183705 w 931751"/>
                <a:gd name="connsiteY3-418" fmla="*/ 966342 h 966342"/>
                <a:gd name="connsiteX4-419" fmla="*/ 0 w 931751"/>
                <a:gd name="connsiteY4-420" fmla="*/ 943771 h 966342"/>
                <a:gd name="connsiteX0-421" fmla="*/ 0 w 931751"/>
                <a:gd name="connsiteY0-422" fmla="*/ 943771 h 966342"/>
                <a:gd name="connsiteX1-423" fmla="*/ 432141 w 931751"/>
                <a:gd name="connsiteY1-424" fmla="*/ 11688 h 966342"/>
                <a:gd name="connsiteX2-425" fmla="*/ 931751 w 931751"/>
                <a:gd name="connsiteY2-426" fmla="*/ 0 h 966342"/>
                <a:gd name="connsiteX3-427" fmla="*/ 183705 w 931751"/>
                <a:gd name="connsiteY3-428" fmla="*/ 966342 h 966342"/>
                <a:gd name="connsiteX4-429" fmla="*/ 0 w 931751"/>
                <a:gd name="connsiteY4-430" fmla="*/ 943771 h 966342"/>
                <a:gd name="connsiteX0-431" fmla="*/ 0 w 931751"/>
                <a:gd name="connsiteY0-432" fmla="*/ 943771 h 966342"/>
                <a:gd name="connsiteX1-433" fmla="*/ 432141 w 931751"/>
                <a:gd name="connsiteY1-434" fmla="*/ 11688 h 966342"/>
                <a:gd name="connsiteX2-435" fmla="*/ 931751 w 931751"/>
                <a:gd name="connsiteY2-436" fmla="*/ 0 h 966342"/>
                <a:gd name="connsiteX3-437" fmla="*/ 183705 w 931751"/>
                <a:gd name="connsiteY3-438" fmla="*/ 966342 h 966342"/>
                <a:gd name="connsiteX4-439" fmla="*/ 0 w 931751"/>
                <a:gd name="connsiteY4-440" fmla="*/ 943771 h 966342"/>
                <a:gd name="connsiteX0-441" fmla="*/ 0 w 956363"/>
                <a:gd name="connsiteY0-442" fmla="*/ 932083 h 954654"/>
                <a:gd name="connsiteX1-443" fmla="*/ 432141 w 956363"/>
                <a:gd name="connsiteY1-444" fmla="*/ 0 h 954654"/>
                <a:gd name="connsiteX2-445" fmla="*/ 956363 w 956363"/>
                <a:gd name="connsiteY2-446" fmla="*/ 12924 h 954654"/>
                <a:gd name="connsiteX3-447" fmla="*/ 183705 w 956363"/>
                <a:gd name="connsiteY3-448" fmla="*/ 954654 h 954654"/>
                <a:gd name="connsiteX4-449" fmla="*/ 0 w 956363"/>
                <a:gd name="connsiteY4-450" fmla="*/ 932083 h 954654"/>
                <a:gd name="connsiteX0-451" fmla="*/ 0 w 956363"/>
                <a:gd name="connsiteY0-452" fmla="*/ 919226 h 941797"/>
                <a:gd name="connsiteX1-453" fmla="*/ 405840 w 956363"/>
                <a:gd name="connsiteY1-454" fmla="*/ 197551 h 941797"/>
                <a:gd name="connsiteX2-455" fmla="*/ 956363 w 956363"/>
                <a:gd name="connsiteY2-456" fmla="*/ 67 h 941797"/>
                <a:gd name="connsiteX3-457" fmla="*/ 183705 w 956363"/>
                <a:gd name="connsiteY3-458" fmla="*/ 941797 h 941797"/>
                <a:gd name="connsiteX4-459" fmla="*/ 0 w 956363"/>
                <a:gd name="connsiteY4-460" fmla="*/ 919226 h 941797"/>
                <a:gd name="connsiteX0-461" fmla="*/ 0 w 956363"/>
                <a:gd name="connsiteY0-462" fmla="*/ 919226 h 941797"/>
                <a:gd name="connsiteX1-463" fmla="*/ 405840 w 956363"/>
                <a:gd name="connsiteY1-464" fmla="*/ 197551 h 941797"/>
                <a:gd name="connsiteX2-465" fmla="*/ 956363 w 956363"/>
                <a:gd name="connsiteY2-466" fmla="*/ 67 h 941797"/>
                <a:gd name="connsiteX3-467" fmla="*/ 183705 w 956363"/>
                <a:gd name="connsiteY3-468" fmla="*/ 941797 h 941797"/>
                <a:gd name="connsiteX4-469" fmla="*/ 0 w 956363"/>
                <a:gd name="connsiteY4-470" fmla="*/ 919226 h 941797"/>
                <a:gd name="connsiteX0-471" fmla="*/ 0 w 956363"/>
                <a:gd name="connsiteY0-472" fmla="*/ 919226 h 941797"/>
                <a:gd name="connsiteX1-473" fmla="*/ 405840 w 956363"/>
                <a:gd name="connsiteY1-474" fmla="*/ 197551 h 941797"/>
                <a:gd name="connsiteX2-475" fmla="*/ 956363 w 956363"/>
                <a:gd name="connsiteY2-476" fmla="*/ 67 h 941797"/>
                <a:gd name="connsiteX3-477" fmla="*/ 183705 w 956363"/>
                <a:gd name="connsiteY3-478" fmla="*/ 941797 h 941797"/>
                <a:gd name="connsiteX4-479" fmla="*/ 0 w 956363"/>
                <a:gd name="connsiteY4-480" fmla="*/ 919226 h 941797"/>
                <a:gd name="connsiteX0-481" fmla="*/ 0 w 926304"/>
                <a:gd name="connsiteY0-482" fmla="*/ 735614 h 758185"/>
                <a:gd name="connsiteX1-483" fmla="*/ 405840 w 926304"/>
                <a:gd name="connsiteY1-484" fmla="*/ 13939 h 758185"/>
                <a:gd name="connsiteX2-485" fmla="*/ 926304 w 926304"/>
                <a:gd name="connsiteY2-486" fmla="*/ 563 h 758185"/>
                <a:gd name="connsiteX3-487" fmla="*/ 183705 w 926304"/>
                <a:gd name="connsiteY3-488" fmla="*/ 758185 h 758185"/>
                <a:gd name="connsiteX4-489" fmla="*/ 0 w 926304"/>
                <a:gd name="connsiteY4-490" fmla="*/ 735614 h 758185"/>
                <a:gd name="connsiteX0-491" fmla="*/ 0 w 926304"/>
                <a:gd name="connsiteY0-492" fmla="*/ 735614 h 758185"/>
                <a:gd name="connsiteX1-493" fmla="*/ 405840 w 926304"/>
                <a:gd name="connsiteY1-494" fmla="*/ 13939 h 758185"/>
                <a:gd name="connsiteX2-495" fmla="*/ 926304 w 926304"/>
                <a:gd name="connsiteY2-496" fmla="*/ 563 h 758185"/>
                <a:gd name="connsiteX3-497" fmla="*/ 183705 w 926304"/>
                <a:gd name="connsiteY3-498" fmla="*/ 758185 h 758185"/>
                <a:gd name="connsiteX4-499" fmla="*/ 0 w 926304"/>
                <a:gd name="connsiteY4-500" fmla="*/ 735614 h 758185"/>
                <a:gd name="connsiteX0-501" fmla="*/ 0 w 926304"/>
                <a:gd name="connsiteY0-502" fmla="*/ 735614 h 758185"/>
                <a:gd name="connsiteX1-503" fmla="*/ 405840 w 926304"/>
                <a:gd name="connsiteY1-504" fmla="*/ 13939 h 758185"/>
                <a:gd name="connsiteX2-505" fmla="*/ 926304 w 926304"/>
                <a:gd name="connsiteY2-506" fmla="*/ 563 h 758185"/>
                <a:gd name="connsiteX3-507" fmla="*/ 183705 w 926304"/>
                <a:gd name="connsiteY3-508" fmla="*/ 758185 h 758185"/>
                <a:gd name="connsiteX4-509" fmla="*/ 0 w 926304"/>
                <a:gd name="connsiteY4-510" fmla="*/ 735614 h 758185"/>
                <a:gd name="connsiteX0-511" fmla="*/ 0 w 926304"/>
                <a:gd name="connsiteY0-512" fmla="*/ 735614 h 758185"/>
                <a:gd name="connsiteX1-513" fmla="*/ 405840 w 926304"/>
                <a:gd name="connsiteY1-514" fmla="*/ 13939 h 758185"/>
                <a:gd name="connsiteX2-515" fmla="*/ 926304 w 926304"/>
                <a:gd name="connsiteY2-516" fmla="*/ 563 h 758185"/>
                <a:gd name="connsiteX3-517" fmla="*/ 183705 w 926304"/>
                <a:gd name="connsiteY3-518" fmla="*/ 758185 h 758185"/>
                <a:gd name="connsiteX4-519" fmla="*/ 0 w 926304"/>
                <a:gd name="connsiteY4-520" fmla="*/ 735614 h 758185"/>
                <a:gd name="connsiteX0-521" fmla="*/ 0 w 1011379"/>
                <a:gd name="connsiteY0-522" fmla="*/ 605727 h 758185"/>
                <a:gd name="connsiteX1-523" fmla="*/ 490915 w 1011379"/>
                <a:gd name="connsiteY1-524" fmla="*/ 13939 h 758185"/>
                <a:gd name="connsiteX2-525" fmla="*/ 1011379 w 1011379"/>
                <a:gd name="connsiteY2-526" fmla="*/ 563 h 758185"/>
                <a:gd name="connsiteX3-527" fmla="*/ 268780 w 1011379"/>
                <a:gd name="connsiteY3-528" fmla="*/ 758185 h 758185"/>
                <a:gd name="connsiteX4-529" fmla="*/ 0 w 1011379"/>
                <a:gd name="connsiteY4-530" fmla="*/ 605727 h 758185"/>
                <a:gd name="connsiteX0-531" fmla="*/ 0 w 1011379"/>
                <a:gd name="connsiteY0-532" fmla="*/ 605727 h 648280"/>
                <a:gd name="connsiteX1-533" fmla="*/ 490915 w 1011379"/>
                <a:gd name="connsiteY1-534" fmla="*/ 13939 h 648280"/>
                <a:gd name="connsiteX2-535" fmla="*/ 1011379 w 1011379"/>
                <a:gd name="connsiteY2-536" fmla="*/ 563 h 648280"/>
                <a:gd name="connsiteX3-537" fmla="*/ 198718 w 1011379"/>
                <a:gd name="connsiteY3-538" fmla="*/ 648280 h 648280"/>
                <a:gd name="connsiteX4-539" fmla="*/ 0 w 1011379"/>
                <a:gd name="connsiteY4-540" fmla="*/ 605727 h 648280"/>
                <a:gd name="connsiteX0-541" fmla="*/ 0 w 1011379"/>
                <a:gd name="connsiteY0-542" fmla="*/ 605727 h 648280"/>
                <a:gd name="connsiteX1-543" fmla="*/ 490915 w 1011379"/>
                <a:gd name="connsiteY1-544" fmla="*/ 13939 h 648280"/>
                <a:gd name="connsiteX2-545" fmla="*/ 1011379 w 1011379"/>
                <a:gd name="connsiteY2-546" fmla="*/ 563 h 648280"/>
                <a:gd name="connsiteX3-547" fmla="*/ 198718 w 1011379"/>
                <a:gd name="connsiteY3-548" fmla="*/ 648280 h 648280"/>
                <a:gd name="connsiteX4-549" fmla="*/ 0 w 1011379"/>
                <a:gd name="connsiteY4-550" fmla="*/ 605727 h 648280"/>
                <a:gd name="connsiteX0-551" fmla="*/ 0 w 1011379"/>
                <a:gd name="connsiteY0-552" fmla="*/ 605727 h 648280"/>
                <a:gd name="connsiteX1-553" fmla="*/ 490915 w 1011379"/>
                <a:gd name="connsiteY1-554" fmla="*/ 13939 h 648280"/>
                <a:gd name="connsiteX2-555" fmla="*/ 1011379 w 1011379"/>
                <a:gd name="connsiteY2-556" fmla="*/ 563 h 648280"/>
                <a:gd name="connsiteX3-557" fmla="*/ 198718 w 1011379"/>
                <a:gd name="connsiteY3-558" fmla="*/ 648280 h 648280"/>
                <a:gd name="connsiteX4-559" fmla="*/ 0 w 1011379"/>
                <a:gd name="connsiteY4-560" fmla="*/ 605727 h 648280"/>
                <a:gd name="connsiteX0-561" fmla="*/ 0 w 1011379"/>
                <a:gd name="connsiteY0-562" fmla="*/ 605727 h 605727"/>
                <a:gd name="connsiteX1-563" fmla="*/ 490915 w 1011379"/>
                <a:gd name="connsiteY1-564" fmla="*/ 13939 h 605727"/>
                <a:gd name="connsiteX2-565" fmla="*/ 1011379 w 1011379"/>
                <a:gd name="connsiteY2-566" fmla="*/ 563 h 605727"/>
                <a:gd name="connsiteX3-567" fmla="*/ 318823 w 1011379"/>
                <a:gd name="connsiteY3-568" fmla="*/ 553361 h 605727"/>
                <a:gd name="connsiteX4-569" fmla="*/ 0 w 1011379"/>
                <a:gd name="connsiteY4-570" fmla="*/ 605727 h 605727"/>
                <a:gd name="connsiteX0-571" fmla="*/ 0 w 866251"/>
                <a:gd name="connsiteY0-572" fmla="*/ 540783 h 553361"/>
                <a:gd name="connsiteX1-573" fmla="*/ 345787 w 866251"/>
                <a:gd name="connsiteY1-574" fmla="*/ 13939 h 553361"/>
                <a:gd name="connsiteX2-575" fmla="*/ 866251 w 866251"/>
                <a:gd name="connsiteY2-576" fmla="*/ 563 h 553361"/>
                <a:gd name="connsiteX3-577" fmla="*/ 173695 w 866251"/>
                <a:gd name="connsiteY3-578" fmla="*/ 553361 h 553361"/>
                <a:gd name="connsiteX4-579" fmla="*/ 0 w 866251"/>
                <a:gd name="connsiteY4-580" fmla="*/ 540783 h 553361"/>
                <a:gd name="connsiteX0-581" fmla="*/ 0 w 866251"/>
                <a:gd name="connsiteY0-582" fmla="*/ 540783 h 553361"/>
                <a:gd name="connsiteX1-583" fmla="*/ 345787 w 866251"/>
                <a:gd name="connsiteY1-584" fmla="*/ 13939 h 553361"/>
                <a:gd name="connsiteX2-585" fmla="*/ 866251 w 866251"/>
                <a:gd name="connsiteY2-586" fmla="*/ 563 h 553361"/>
                <a:gd name="connsiteX3-587" fmla="*/ 173695 w 866251"/>
                <a:gd name="connsiteY3-588" fmla="*/ 553361 h 553361"/>
                <a:gd name="connsiteX4-589" fmla="*/ 0 w 866251"/>
                <a:gd name="connsiteY4-590" fmla="*/ 540783 h 553361"/>
                <a:gd name="connsiteX0-591" fmla="*/ 0 w 866251"/>
                <a:gd name="connsiteY0-592" fmla="*/ 540783 h 553361"/>
                <a:gd name="connsiteX1-593" fmla="*/ 345787 w 866251"/>
                <a:gd name="connsiteY1-594" fmla="*/ 13939 h 553361"/>
                <a:gd name="connsiteX2-595" fmla="*/ 866251 w 866251"/>
                <a:gd name="connsiteY2-596" fmla="*/ 563 h 553361"/>
                <a:gd name="connsiteX3-597" fmla="*/ 173695 w 866251"/>
                <a:gd name="connsiteY3-598" fmla="*/ 553361 h 553361"/>
                <a:gd name="connsiteX4-599" fmla="*/ 0 w 866251"/>
                <a:gd name="connsiteY4-600" fmla="*/ 540783 h 553361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0" name="Freeform 272"/>
            <p:cNvSpPr/>
            <p:nvPr/>
          </p:nvSpPr>
          <p:spPr>
            <a:xfrm>
              <a:off x="5377492" y="5449574"/>
              <a:ext cx="676275" cy="89680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-1" fmla="*/ 139870 w 1040633"/>
                <a:gd name="connsiteY0-2" fmla="*/ 1191723 h 1219697"/>
                <a:gd name="connsiteX1-3" fmla="*/ 0 w 1040633"/>
                <a:gd name="connsiteY1-4" fmla="*/ 0 h 1219697"/>
                <a:gd name="connsiteX2-5" fmla="*/ 1040633 w 1040633"/>
                <a:gd name="connsiteY2-6" fmla="*/ 16785 h 1219697"/>
                <a:gd name="connsiteX3-7" fmla="*/ 833625 w 1040633"/>
                <a:gd name="connsiteY3-8" fmla="*/ 1219697 h 1219697"/>
                <a:gd name="connsiteX4-9" fmla="*/ 139870 w 1040633"/>
                <a:gd name="connsiteY4-10" fmla="*/ 1191723 h 1219697"/>
                <a:gd name="connsiteX0-11" fmla="*/ 139870 w 1040633"/>
                <a:gd name="connsiteY0-12" fmla="*/ 1191723 h 1219697"/>
                <a:gd name="connsiteX1-13" fmla="*/ 0 w 1040633"/>
                <a:gd name="connsiteY1-14" fmla="*/ 0 h 1219697"/>
                <a:gd name="connsiteX2-15" fmla="*/ 1040633 w 1040633"/>
                <a:gd name="connsiteY2-16" fmla="*/ 16785 h 1219697"/>
                <a:gd name="connsiteX3-17" fmla="*/ 833625 w 1040633"/>
                <a:gd name="connsiteY3-18" fmla="*/ 1219697 h 1219697"/>
                <a:gd name="connsiteX4-19" fmla="*/ 139870 w 1040633"/>
                <a:gd name="connsiteY4-20" fmla="*/ 1191723 h 1219697"/>
                <a:gd name="connsiteX0-21" fmla="*/ 139870 w 1040633"/>
                <a:gd name="connsiteY0-22" fmla="*/ 1191723 h 1219697"/>
                <a:gd name="connsiteX1-23" fmla="*/ 0 w 1040633"/>
                <a:gd name="connsiteY1-24" fmla="*/ 0 h 1219697"/>
                <a:gd name="connsiteX2-25" fmla="*/ 1040633 w 1040633"/>
                <a:gd name="connsiteY2-26" fmla="*/ 16785 h 1219697"/>
                <a:gd name="connsiteX3-27" fmla="*/ 833625 w 1040633"/>
                <a:gd name="connsiteY3-28" fmla="*/ 1219697 h 1219697"/>
                <a:gd name="connsiteX4-29" fmla="*/ 139870 w 1040633"/>
                <a:gd name="connsiteY4-30" fmla="*/ 1191723 h 1219697"/>
                <a:gd name="connsiteX0-31" fmla="*/ 139870 w 1040633"/>
                <a:gd name="connsiteY0-32" fmla="*/ 1191723 h 1219697"/>
                <a:gd name="connsiteX1-33" fmla="*/ 0 w 1040633"/>
                <a:gd name="connsiteY1-34" fmla="*/ 0 h 1219697"/>
                <a:gd name="connsiteX2-35" fmla="*/ 1040633 w 1040633"/>
                <a:gd name="connsiteY2-36" fmla="*/ 16785 h 1219697"/>
                <a:gd name="connsiteX3-37" fmla="*/ 833625 w 1040633"/>
                <a:gd name="connsiteY3-38" fmla="*/ 1219697 h 1219697"/>
                <a:gd name="connsiteX4-39" fmla="*/ 139870 w 1040633"/>
                <a:gd name="connsiteY4-40" fmla="*/ 1191723 h 1219697"/>
                <a:gd name="connsiteX0-41" fmla="*/ 139870 w 1040633"/>
                <a:gd name="connsiteY0-42" fmla="*/ 1191723 h 1219697"/>
                <a:gd name="connsiteX1-43" fmla="*/ 0 w 1040633"/>
                <a:gd name="connsiteY1-44" fmla="*/ 0 h 1219697"/>
                <a:gd name="connsiteX2-45" fmla="*/ 1040633 w 1040633"/>
                <a:gd name="connsiteY2-46" fmla="*/ 16785 h 1219697"/>
                <a:gd name="connsiteX3-47" fmla="*/ 833625 w 1040633"/>
                <a:gd name="connsiteY3-48" fmla="*/ 1219697 h 1219697"/>
                <a:gd name="connsiteX4-49" fmla="*/ 418712 w 1040633"/>
                <a:gd name="connsiteY4-50" fmla="*/ 1189324 h 1219697"/>
                <a:gd name="connsiteX5" fmla="*/ 139870 w 1040633"/>
                <a:gd name="connsiteY5" fmla="*/ 1191723 h 1219697"/>
                <a:gd name="connsiteX0-51" fmla="*/ 139870 w 1040633"/>
                <a:gd name="connsiteY0-52" fmla="*/ 1191723 h 1355926"/>
                <a:gd name="connsiteX1-53" fmla="*/ 0 w 1040633"/>
                <a:gd name="connsiteY1-54" fmla="*/ 0 h 1355926"/>
                <a:gd name="connsiteX2-55" fmla="*/ 1040633 w 1040633"/>
                <a:gd name="connsiteY2-56" fmla="*/ 16785 h 1355926"/>
                <a:gd name="connsiteX3-57" fmla="*/ 833625 w 1040633"/>
                <a:gd name="connsiteY3-58" fmla="*/ 1219697 h 1355926"/>
                <a:gd name="connsiteX4-59" fmla="*/ 139870 w 1040633"/>
                <a:gd name="connsiteY4-60" fmla="*/ 1191723 h 1355926"/>
                <a:gd name="connsiteX0-61" fmla="*/ 139870 w 1040633"/>
                <a:gd name="connsiteY0-62" fmla="*/ 1191723 h 1289901"/>
                <a:gd name="connsiteX1-63" fmla="*/ 0 w 1040633"/>
                <a:gd name="connsiteY1-64" fmla="*/ 0 h 1289901"/>
                <a:gd name="connsiteX2-65" fmla="*/ 1040633 w 1040633"/>
                <a:gd name="connsiteY2-66" fmla="*/ 16785 h 1289901"/>
                <a:gd name="connsiteX3-67" fmla="*/ 833625 w 1040633"/>
                <a:gd name="connsiteY3-68" fmla="*/ 1219697 h 1289901"/>
                <a:gd name="connsiteX4-69" fmla="*/ 139870 w 1040633"/>
                <a:gd name="connsiteY4-70" fmla="*/ 1191723 h 1289901"/>
                <a:gd name="connsiteX0-71" fmla="*/ 139870 w 1040633"/>
                <a:gd name="connsiteY0-72" fmla="*/ 1191723 h 1219697"/>
                <a:gd name="connsiteX1-73" fmla="*/ 0 w 1040633"/>
                <a:gd name="connsiteY1-74" fmla="*/ 0 h 1219697"/>
                <a:gd name="connsiteX2-75" fmla="*/ 1040633 w 1040633"/>
                <a:gd name="connsiteY2-76" fmla="*/ 16785 h 1219697"/>
                <a:gd name="connsiteX3-77" fmla="*/ 833625 w 1040633"/>
                <a:gd name="connsiteY3-78" fmla="*/ 1219697 h 1219697"/>
                <a:gd name="connsiteX4-79" fmla="*/ 139870 w 1040633"/>
                <a:gd name="connsiteY4-80" fmla="*/ 1191723 h 1219697"/>
                <a:gd name="connsiteX0-81" fmla="*/ 139870 w 1040633"/>
                <a:gd name="connsiteY0-82" fmla="*/ 1191723 h 1191723"/>
                <a:gd name="connsiteX1-83" fmla="*/ 0 w 1040633"/>
                <a:gd name="connsiteY1-84" fmla="*/ 0 h 1191723"/>
                <a:gd name="connsiteX2-85" fmla="*/ 1040633 w 1040633"/>
                <a:gd name="connsiteY2-86" fmla="*/ 16785 h 1191723"/>
                <a:gd name="connsiteX3-87" fmla="*/ 671988 w 1040633"/>
                <a:gd name="connsiteY3-88" fmla="*/ 1158121 h 1191723"/>
                <a:gd name="connsiteX4-89" fmla="*/ 139870 w 1040633"/>
                <a:gd name="connsiteY4-90" fmla="*/ 1191723 h 1191723"/>
                <a:gd name="connsiteX0-91" fmla="*/ 363082 w 1040633"/>
                <a:gd name="connsiteY0-92" fmla="*/ 1160935 h 1160935"/>
                <a:gd name="connsiteX1-93" fmla="*/ 0 w 1040633"/>
                <a:gd name="connsiteY1-94" fmla="*/ 0 h 1160935"/>
                <a:gd name="connsiteX2-95" fmla="*/ 1040633 w 1040633"/>
                <a:gd name="connsiteY2-96" fmla="*/ 16785 h 1160935"/>
                <a:gd name="connsiteX3-97" fmla="*/ 671988 w 1040633"/>
                <a:gd name="connsiteY3-98" fmla="*/ 1158121 h 1160935"/>
                <a:gd name="connsiteX4-99" fmla="*/ 363082 w 1040633"/>
                <a:gd name="connsiteY4-100" fmla="*/ 1160935 h 1160935"/>
                <a:gd name="connsiteX0-101" fmla="*/ 363082 w 1040633"/>
                <a:gd name="connsiteY0-102" fmla="*/ 1160935 h 1160935"/>
                <a:gd name="connsiteX1-103" fmla="*/ 0 w 1040633"/>
                <a:gd name="connsiteY1-104" fmla="*/ 0 h 1160935"/>
                <a:gd name="connsiteX2-105" fmla="*/ 1040633 w 1040633"/>
                <a:gd name="connsiteY2-106" fmla="*/ 16785 h 1160935"/>
                <a:gd name="connsiteX3-107" fmla="*/ 671988 w 1040633"/>
                <a:gd name="connsiteY3-108" fmla="*/ 1158121 h 1160935"/>
                <a:gd name="connsiteX4-109" fmla="*/ 363082 w 1040633"/>
                <a:gd name="connsiteY4-110" fmla="*/ 1160935 h 1160935"/>
                <a:gd name="connsiteX0-111" fmla="*/ 363082 w 1040633"/>
                <a:gd name="connsiteY0-112" fmla="*/ 1160935 h 1160935"/>
                <a:gd name="connsiteX1-113" fmla="*/ 0 w 1040633"/>
                <a:gd name="connsiteY1-114" fmla="*/ 0 h 1160935"/>
                <a:gd name="connsiteX2-115" fmla="*/ 1040633 w 1040633"/>
                <a:gd name="connsiteY2-116" fmla="*/ 16785 h 1160935"/>
                <a:gd name="connsiteX3-117" fmla="*/ 671988 w 1040633"/>
                <a:gd name="connsiteY3-118" fmla="*/ 1158121 h 1160935"/>
                <a:gd name="connsiteX4-119" fmla="*/ 363082 w 1040633"/>
                <a:gd name="connsiteY4-120" fmla="*/ 1160935 h 1160935"/>
                <a:gd name="connsiteX0-121" fmla="*/ 363082 w 1040633"/>
                <a:gd name="connsiteY0-122" fmla="*/ 1160935 h 1160935"/>
                <a:gd name="connsiteX1-123" fmla="*/ 0 w 1040633"/>
                <a:gd name="connsiteY1-124" fmla="*/ 0 h 1160935"/>
                <a:gd name="connsiteX2-125" fmla="*/ 1040633 w 1040633"/>
                <a:gd name="connsiteY2-126" fmla="*/ 16785 h 1160935"/>
                <a:gd name="connsiteX3-127" fmla="*/ 671988 w 1040633"/>
                <a:gd name="connsiteY3-128" fmla="*/ 1158121 h 1160935"/>
                <a:gd name="connsiteX4-129" fmla="*/ 363082 w 1040633"/>
                <a:gd name="connsiteY4-130" fmla="*/ 1160935 h 1160935"/>
                <a:gd name="connsiteX0-131" fmla="*/ 363082 w 1040633"/>
                <a:gd name="connsiteY0-132" fmla="*/ 1160935 h 1160935"/>
                <a:gd name="connsiteX1-133" fmla="*/ 0 w 1040633"/>
                <a:gd name="connsiteY1-134" fmla="*/ 0 h 1160935"/>
                <a:gd name="connsiteX2-135" fmla="*/ 1040633 w 1040633"/>
                <a:gd name="connsiteY2-136" fmla="*/ 16785 h 1160935"/>
                <a:gd name="connsiteX3-137" fmla="*/ 671988 w 1040633"/>
                <a:gd name="connsiteY3-138" fmla="*/ 1158121 h 1160935"/>
                <a:gd name="connsiteX4-139" fmla="*/ 363082 w 1040633"/>
                <a:gd name="connsiteY4-140" fmla="*/ 1160935 h 1160935"/>
                <a:gd name="connsiteX0-141" fmla="*/ 363082 w 1040633"/>
                <a:gd name="connsiteY0-142" fmla="*/ 1160935 h 1160935"/>
                <a:gd name="connsiteX1-143" fmla="*/ 0 w 1040633"/>
                <a:gd name="connsiteY1-144" fmla="*/ 0 h 1160935"/>
                <a:gd name="connsiteX2-145" fmla="*/ 1040633 w 1040633"/>
                <a:gd name="connsiteY2-146" fmla="*/ 16785 h 1160935"/>
                <a:gd name="connsiteX3-147" fmla="*/ 671988 w 1040633"/>
                <a:gd name="connsiteY3-148" fmla="*/ 1158121 h 1160935"/>
                <a:gd name="connsiteX4-149" fmla="*/ 363082 w 1040633"/>
                <a:gd name="connsiteY4-150" fmla="*/ 1160935 h 1160935"/>
                <a:gd name="connsiteX0-151" fmla="*/ 363082 w 1040633"/>
                <a:gd name="connsiteY0-152" fmla="*/ 1160935 h 1160935"/>
                <a:gd name="connsiteX1-153" fmla="*/ 0 w 1040633"/>
                <a:gd name="connsiteY1-154" fmla="*/ 0 h 1160935"/>
                <a:gd name="connsiteX2-155" fmla="*/ 1040633 w 1040633"/>
                <a:gd name="connsiteY2-156" fmla="*/ 16785 h 1160935"/>
                <a:gd name="connsiteX3-157" fmla="*/ 671988 w 1040633"/>
                <a:gd name="connsiteY3-158" fmla="*/ 1158121 h 1160935"/>
                <a:gd name="connsiteX4-159" fmla="*/ 363082 w 1040633"/>
                <a:gd name="connsiteY4-160" fmla="*/ 1160935 h 1160935"/>
                <a:gd name="connsiteX0-161" fmla="*/ 363082 w 778664"/>
                <a:gd name="connsiteY0-162" fmla="*/ 1160935 h 1160935"/>
                <a:gd name="connsiteX1-163" fmla="*/ 0 w 778664"/>
                <a:gd name="connsiteY1-164" fmla="*/ 0 h 1160935"/>
                <a:gd name="connsiteX2-165" fmla="*/ 778664 w 778664"/>
                <a:gd name="connsiteY2-166" fmla="*/ 130682 h 1160935"/>
                <a:gd name="connsiteX3-167" fmla="*/ 671988 w 778664"/>
                <a:gd name="connsiteY3-168" fmla="*/ 1158121 h 1160935"/>
                <a:gd name="connsiteX4-169" fmla="*/ 363082 w 778664"/>
                <a:gd name="connsiteY4-170" fmla="*/ 1160935 h 1160935"/>
                <a:gd name="connsiteX0-171" fmla="*/ 363082 w 778664"/>
                <a:gd name="connsiteY0-172" fmla="*/ 1160935 h 1160935"/>
                <a:gd name="connsiteX1-173" fmla="*/ 0 w 778664"/>
                <a:gd name="connsiteY1-174" fmla="*/ 0 h 1160935"/>
                <a:gd name="connsiteX2-175" fmla="*/ 778664 w 778664"/>
                <a:gd name="connsiteY2-176" fmla="*/ 130682 h 1160935"/>
                <a:gd name="connsiteX3-177" fmla="*/ 694768 w 778664"/>
                <a:gd name="connsiteY3-178" fmla="*/ 1112562 h 1160935"/>
                <a:gd name="connsiteX4-179" fmla="*/ 363082 w 778664"/>
                <a:gd name="connsiteY4-180" fmla="*/ 1160935 h 1160935"/>
                <a:gd name="connsiteX0-181" fmla="*/ 363082 w 778664"/>
                <a:gd name="connsiteY0-182" fmla="*/ 1160935 h 1160935"/>
                <a:gd name="connsiteX1-183" fmla="*/ 0 w 778664"/>
                <a:gd name="connsiteY1-184" fmla="*/ 0 h 1160935"/>
                <a:gd name="connsiteX2-185" fmla="*/ 778664 w 778664"/>
                <a:gd name="connsiteY2-186" fmla="*/ 130682 h 1160935"/>
                <a:gd name="connsiteX3-187" fmla="*/ 694768 w 778664"/>
                <a:gd name="connsiteY3-188" fmla="*/ 1112562 h 1160935"/>
                <a:gd name="connsiteX4-189" fmla="*/ 363082 w 778664"/>
                <a:gd name="connsiteY4-190" fmla="*/ 1160935 h 1160935"/>
                <a:gd name="connsiteX0-191" fmla="*/ 397252 w 778664"/>
                <a:gd name="connsiteY0-192" fmla="*/ 1103987 h 1112562"/>
                <a:gd name="connsiteX1-193" fmla="*/ 0 w 778664"/>
                <a:gd name="connsiteY1-194" fmla="*/ 0 h 1112562"/>
                <a:gd name="connsiteX2-195" fmla="*/ 778664 w 778664"/>
                <a:gd name="connsiteY2-196" fmla="*/ 130682 h 1112562"/>
                <a:gd name="connsiteX3-197" fmla="*/ 694768 w 778664"/>
                <a:gd name="connsiteY3-198" fmla="*/ 1112562 h 1112562"/>
                <a:gd name="connsiteX4-199" fmla="*/ 397252 w 778664"/>
                <a:gd name="connsiteY4-200" fmla="*/ 1103987 h 1112562"/>
                <a:gd name="connsiteX0-201" fmla="*/ 397252 w 778664"/>
                <a:gd name="connsiteY0-202" fmla="*/ 1103987 h 1112562"/>
                <a:gd name="connsiteX1-203" fmla="*/ 0 w 778664"/>
                <a:gd name="connsiteY1-204" fmla="*/ 0 h 1112562"/>
                <a:gd name="connsiteX2-205" fmla="*/ 778664 w 778664"/>
                <a:gd name="connsiteY2-206" fmla="*/ 130682 h 1112562"/>
                <a:gd name="connsiteX3-207" fmla="*/ 694768 w 778664"/>
                <a:gd name="connsiteY3-208" fmla="*/ 1112562 h 1112562"/>
                <a:gd name="connsiteX4-209" fmla="*/ 397252 w 778664"/>
                <a:gd name="connsiteY4-210" fmla="*/ 1103987 h 1112562"/>
                <a:gd name="connsiteX0-211" fmla="*/ 397252 w 778664"/>
                <a:gd name="connsiteY0-212" fmla="*/ 1103987 h 1112562"/>
                <a:gd name="connsiteX1-213" fmla="*/ 0 w 778664"/>
                <a:gd name="connsiteY1-214" fmla="*/ 0 h 1112562"/>
                <a:gd name="connsiteX2-215" fmla="*/ 778664 w 778664"/>
                <a:gd name="connsiteY2-216" fmla="*/ 130682 h 1112562"/>
                <a:gd name="connsiteX3-217" fmla="*/ 694768 w 778664"/>
                <a:gd name="connsiteY3-218" fmla="*/ 1112562 h 1112562"/>
                <a:gd name="connsiteX4-219" fmla="*/ 397252 w 778664"/>
                <a:gd name="connsiteY4-220" fmla="*/ 1103987 h 1112562"/>
                <a:gd name="connsiteX0-221" fmla="*/ 123893 w 505305"/>
                <a:gd name="connsiteY0-222" fmla="*/ 973305 h 981880"/>
                <a:gd name="connsiteX1-223" fmla="*/ 0 w 505305"/>
                <a:gd name="connsiteY1-224" fmla="*/ 28773 h 981880"/>
                <a:gd name="connsiteX2-225" fmla="*/ 505305 w 505305"/>
                <a:gd name="connsiteY2-226" fmla="*/ 0 h 981880"/>
                <a:gd name="connsiteX3-227" fmla="*/ 421409 w 505305"/>
                <a:gd name="connsiteY3-228" fmla="*/ 981880 h 981880"/>
                <a:gd name="connsiteX4-229" fmla="*/ 123893 w 505305"/>
                <a:gd name="connsiteY4-230" fmla="*/ 973305 h 981880"/>
                <a:gd name="connsiteX0-231" fmla="*/ 123893 w 505305"/>
                <a:gd name="connsiteY0-232" fmla="*/ 973305 h 981880"/>
                <a:gd name="connsiteX1-233" fmla="*/ 0 w 505305"/>
                <a:gd name="connsiteY1-234" fmla="*/ 28773 h 981880"/>
                <a:gd name="connsiteX2-235" fmla="*/ 505305 w 505305"/>
                <a:gd name="connsiteY2-236" fmla="*/ 0 h 981880"/>
                <a:gd name="connsiteX3-237" fmla="*/ 421409 w 505305"/>
                <a:gd name="connsiteY3-238" fmla="*/ 981880 h 981880"/>
                <a:gd name="connsiteX4-239" fmla="*/ 123893 w 505305"/>
                <a:gd name="connsiteY4-240" fmla="*/ 973305 h 981880"/>
                <a:gd name="connsiteX0-241" fmla="*/ 123893 w 505305"/>
                <a:gd name="connsiteY0-242" fmla="*/ 973305 h 981880"/>
                <a:gd name="connsiteX1-243" fmla="*/ 0 w 505305"/>
                <a:gd name="connsiteY1-244" fmla="*/ 28773 h 981880"/>
                <a:gd name="connsiteX2-245" fmla="*/ 505305 w 505305"/>
                <a:gd name="connsiteY2-246" fmla="*/ 0 h 981880"/>
                <a:gd name="connsiteX3-247" fmla="*/ 421409 w 505305"/>
                <a:gd name="connsiteY3-248" fmla="*/ 981880 h 981880"/>
                <a:gd name="connsiteX4-249" fmla="*/ 123893 w 505305"/>
                <a:gd name="connsiteY4-250" fmla="*/ 973305 h 981880"/>
                <a:gd name="connsiteX0-251" fmla="*/ 123893 w 505305"/>
                <a:gd name="connsiteY0-252" fmla="*/ 973305 h 981880"/>
                <a:gd name="connsiteX1-253" fmla="*/ 0 w 505305"/>
                <a:gd name="connsiteY1-254" fmla="*/ 28773 h 981880"/>
                <a:gd name="connsiteX2-255" fmla="*/ 505305 w 505305"/>
                <a:gd name="connsiteY2-256" fmla="*/ 0 h 981880"/>
                <a:gd name="connsiteX3-257" fmla="*/ 421409 w 505305"/>
                <a:gd name="connsiteY3-258" fmla="*/ 981880 h 981880"/>
                <a:gd name="connsiteX4-259" fmla="*/ 123893 w 505305"/>
                <a:gd name="connsiteY4-260" fmla="*/ 973305 h 981880"/>
                <a:gd name="connsiteX0-261" fmla="*/ 118198 w 499610"/>
                <a:gd name="connsiteY0-262" fmla="*/ 973305 h 981880"/>
                <a:gd name="connsiteX1-263" fmla="*/ 0 w 499610"/>
                <a:gd name="connsiteY1-264" fmla="*/ 11688 h 981880"/>
                <a:gd name="connsiteX2-265" fmla="*/ 499610 w 499610"/>
                <a:gd name="connsiteY2-266" fmla="*/ 0 h 981880"/>
                <a:gd name="connsiteX3-267" fmla="*/ 415714 w 499610"/>
                <a:gd name="connsiteY3-268" fmla="*/ 981880 h 981880"/>
                <a:gd name="connsiteX4-269" fmla="*/ 118198 w 499610"/>
                <a:gd name="connsiteY4-270" fmla="*/ 973305 h 981880"/>
                <a:gd name="connsiteX0-271" fmla="*/ 118198 w 499610"/>
                <a:gd name="connsiteY0-272" fmla="*/ 973305 h 981880"/>
                <a:gd name="connsiteX1-273" fmla="*/ 0 w 499610"/>
                <a:gd name="connsiteY1-274" fmla="*/ 11688 h 981880"/>
                <a:gd name="connsiteX2-275" fmla="*/ 499610 w 499610"/>
                <a:gd name="connsiteY2-276" fmla="*/ 0 h 981880"/>
                <a:gd name="connsiteX3-277" fmla="*/ 415714 w 499610"/>
                <a:gd name="connsiteY3-278" fmla="*/ 981880 h 981880"/>
                <a:gd name="connsiteX4-279" fmla="*/ 118198 w 499610"/>
                <a:gd name="connsiteY4-280" fmla="*/ 973305 h 981880"/>
                <a:gd name="connsiteX0-281" fmla="*/ 118198 w 499610"/>
                <a:gd name="connsiteY0-282" fmla="*/ 973305 h 981880"/>
                <a:gd name="connsiteX1-283" fmla="*/ 0 w 499610"/>
                <a:gd name="connsiteY1-284" fmla="*/ 11688 h 981880"/>
                <a:gd name="connsiteX2-285" fmla="*/ 499610 w 499610"/>
                <a:gd name="connsiteY2-286" fmla="*/ 0 h 981880"/>
                <a:gd name="connsiteX3-287" fmla="*/ 415714 w 499610"/>
                <a:gd name="connsiteY3-288" fmla="*/ 981880 h 981880"/>
                <a:gd name="connsiteX4-289" fmla="*/ 118198 w 499610"/>
                <a:gd name="connsiteY4-290" fmla="*/ 973305 h 981880"/>
                <a:gd name="connsiteX0-291" fmla="*/ 118198 w 499610"/>
                <a:gd name="connsiteY0-292" fmla="*/ 973305 h 981880"/>
                <a:gd name="connsiteX1-293" fmla="*/ 0 w 499610"/>
                <a:gd name="connsiteY1-294" fmla="*/ 11688 h 981880"/>
                <a:gd name="connsiteX2-295" fmla="*/ 499610 w 499610"/>
                <a:gd name="connsiteY2-296" fmla="*/ 0 h 981880"/>
                <a:gd name="connsiteX3-297" fmla="*/ 415714 w 499610"/>
                <a:gd name="connsiteY3-298" fmla="*/ 981880 h 981880"/>
                <a:gd name="connsiteX4-299" fmla="*/ 118198 w 499610"/>
                <a:gd name="connsiteY4-300" fmla="*/ 973305 h 981880"/>
                <a:gd name="connsiteX0-301" fmla="*/ 118198 w 499610"/>
                <a:gd name="connsiteY0-302" fmla="*/ 973305 h 981880"/>
                <a:gd name="connsiteX1-303" fmla="*/ 0 w 499610"/>
                <a:gd name="connsiteY1-304" fmla="*/ 11688 h 981880"/>
                <a:gd name="connsiteX2-305" fmla="*/ 499610 w 499610"/>
                <a:gd name="connsiteY2-306" fmla="*/ 0 h 981880"/>
                <a:gd name="connsiteX3-307" fmla="*/ 415714 w 499610"/>
                <a:gd name="connsiteY3-308" fmla="*/ 981880 h 981880"/>
                <a:gd name="connsiteX4-309" fmla="*/ 118198 w 499610"/>
                <a:gd name="connsiteY4-310" fmla="*/ 973305 h 981880"/>
                <a:gd name="connsiteX0-311" fmla="*/ 118198 w 499610"/>
                <a:gd name="connsiteY0-312" fmla="*/ 973305 h 976186"/>
                <a:gd name="connsiteX1-313" fmla="*/ 0 w 499610"/>
                <a:gd name="connsiteY1-314" fmla="*/ 11688 h 976186"/>
                <a:gd name="connsiteX2-315" fmla="*/ 499610 w 499610"/>
                <a:gd name="connsiteY2-316" fmla="*/ 0 h 976186"/>
                <a:gd name="connsiteX3-317" fmla="*/ 273339 w 499610"/>
                <a:gd name="connsiteY3-318" fmla="*/ 976186 h 976186"/>
                <a:gd name="connsiteX4-319" fmla="*/ 118198 w 499610"/>
                <a:gd name="connsiteY4-320" fmla="*/ 973305 h 976186"/>
                <a:gd name="connsiteX0-321" fmla="*/ 118198 w 499610"/>
                <a:gd name="connsiteY0-322" fmla="*/ 973305 h 976186"/>
                <a:gd name="connsiteX1-323" fmla="*/ 0 w 499610"/>
                <a:gd name="connsiteY1-324" fmla="*/ 11688 h 976186"/>
                <a:gd name="connsiteX2-325" fmla="*/ 499610 w 499610"/>
                <a:gd name="connsiteY2-326" fmla="*/ 0 h 976186"/>
                <a:gd name="connsiteX3-327" fmla="*/ 273339 w 499610"/>
                <a:gd name="connsiteY3-328" fmla="*/ 976186 h 976186"/>
                <a:gd name="connsiteX4-329" fmla="*/ 118198 w 499610"/>
                <a:gd name="connsiteY4-330" fmla="*/ 973305 h 976186"/>
                <a:gd name="connsiteX0-331" fmla="*/ 197928 w 499610"/>
                <a:gd name="connsiteY0-332" fmla="*/ 973305 h 976186"/>
                <a:gd name="connsiteX1-333" fmla="*/ 0 w 499610"/>
                <a:gd name="connsiteY1-334" fmla="*/ 11688 h 976186"/>
                <a:gd name="connsiteX2-335" fmla="*/ 499610 w 499610"/>
                <a:gd name="connsiteY2-336" fmla="*/ 0 h 976186"/>
                <a:gd name="connsiteX3-337" fmla="*/ 273339 w 499610"/>
                <a:gd name="connsiteY3-338" fmla="*/ 976186 h 976186"/>
                <a:gd name="connsiteX4-339" fmla="*/ 197928 w 499610"/>
                <a:gd name="connsiteY4-340" fmla="*/ 973305 h 976186"/>
                <a:gd name="connsiteX0-341" fmla="*/ 197928 w 499610"/>
                <a:gd name="connsiteY0-342" fmla="*/ 973305 h 976186"/>
                <a:gd name="connsiteX1-343" fmla="*/ 0 w 499610"/>
                <a:gd name="connsiteY1-344" fmla="*/ 11688 h 976186"/>
                <a:gd name="connsiteX2-345" fmla="*/ 499610 w 499610"/>
                <a:gd name="connsiteY2-346" fmla="*/ 0 h 976186"/>
                <a:gd name="connsiteX3-347" fmla="*/ 273339 w 499610"/>
                <a:gd name="connsiteY3-348" fmla="*/ 976186 h 976186"/>
                <a:gd name="connsiteX4-349" fmla="*/ 197928 w 499610"/>
                <a:gd name="connsiteY4-350" fmla="*/ 973305 h 976186"/>
                <a:gd name="connsiteX0-351" fmla="*/ 197928 w 499610"/>
                <a:gd name="connsiteY0-352" fmla="*/ 973305 h 976186"/>
                <a:gd name="connsiteX1-353" fmla="*/ 0 w 499610"/>
                <a:gd name="connsiteY1-354" fmla="*/ 11688 h 976186"/>
                <a:gd name="connsiteX2-355" fmla="*/ 499610 w 499610"/>
                <a:gd name="connsiteY2-356" fmla="*/ 0 h 976186"/>
                <a:gd name="connsiteX3-357" fmla="*/ 273339 w 499610"/>
                <a:gd name="connsiteY3-358" fmla="*/ 976186 h 976186"/>
                <a:gd name="connsiteX4-359" fmla="*/ 197928 w 499610"/>
                <a:gd name="connsiteY4-360" fmla="*/ 973305 h 976186"/>
                <a:gd name="connsiteX0-361" fmla="*/ 197928 w 499610"/>
                <a:gd name="connsiteY0-362" fmla="*/ 973305 h 976186"/>
                <a:gd name="connsiteX1-363" fmla="*/ 0 w 499610"/>
                <a:gd name="connsiteY1-364" fmla="*/ 11688 h 976186"/>
                <a:gd name="connsiteX2-365" fmla="*/ 499610 w 499610"/>
                <a:gd name="connsiteY2-366" fmla="*/ 0 h 976186"/>
                <a:gd name="connsiteX3-367" fmla="*/ 273339 w 499610"/>
                <a:gd name="connsiteY3-368" fmla="*/ 976186 h 976186"/>
                <a:gd name="connsiteX4-369" fmla="*/ 197928 w 499610"/>
                <a:gd name="connsiteY4-370" fmla="*/ 973305 h 976186"/>
                <a:gd name="connsiteX0-371" fmla="*/ 27977 w 802211"/>
                <a:gd name="connsiteY0-372" fmla="*/ 815791 h 976186"/>
                <a:gd name="connsiteX1-373" fmla="*/ 302601 w 802211"/>
                <a:gd name="connsiteY1-374" fmla="*/ 11688 h 976186"/>
                <a:gd name="connsiteX2-375" fmla="*/ 802211 w 802211"/>
                <a:gd name="connsiteY2-376" fmla="*/ 0 h 976186"/>
                <a:gd name="connsiteX3-377" fmla="*/ 575940 w 802211"/>
                <a:gd name="connsiteY3-378" fmla="*/ 976186 h 976186"/>
                <a:gd name="connsiteX4-379" fmla="*/ 27977 w 802211"/>
                <a:gd name="connsiteY4-380" fmla="*/ 815791 h 976186"/>
                <a:gd name="connsiteX0-381" fmla="*/ 27977 w 802211"/>
                <a:gd name="connsiteY0-382" fmla="*/ 815791 h 815791"/>
                <a:gd name="connsiteX1-383" fmla="*/ 302601 w 802211"/>
                <a:gd name="connsiteY1-384" fmla="*/ 11688 h 815791"/>
                <a:gd name="connsiteX2-385" fmla="*/ 802211 w 802211"/>
                <a:gd name="connsiteY2-386" fmla="*/ 0 h 815791"/>
                <a:gd name="connsiteX3-387" fmla="*/ 236294 w 802211"/>
                <a:gd name="connsiteY3-388" fmla="*/ 808828 h 815791"/>
                <a:gd name="connsiteX4-389" fmla="*/ 27977 w 802211"/>
                <a:gd name="connsiteY4-390" fmla="*/ 815791 h 815791"/>
                <a:gd name="connsiteX0-391" fmla="*/ 27977 w 802211"/>
                <a:gd name="connsiteY0-392" fmla="*/ 815791 h 815791"/>
                <a:gd name="connsiteX1-393" fmla="*/ 302601 w 802211"/>
                <a:gd name="connsiteY1-394" fmla="*/ 11688 h 815791"/>
                <a:gd name="connsiteX2-395" fmla="*/ 802211 w 802211"/>
                <a:gd name="connsiteY2-396" fmla="*/ 0 h 815791"/>
                <a:gd name="connsiteX3-397" fmla="*/ 236294 w 802211"/>
                <a:gd name="connsiteY3-398" fmla="*/ 808828 h 815791"/>
                <a:gd name="connsiteX4-399" fmla="*/ 27977 w 802211"/>
                <a:gd name="connsiteY4-400" fmla="*/ 815791 h 815791"/>
                <a:gd name="connsiteX0-401" fmla="*/ 27977 w 802211"/>
                <a:gd name="connsiteY0-402" fmla="*/ 815791 h 815791"/>
                <a:gd name="connsiteX1-403" fmla="*/ 302601 w 802211"/>
                <a:gd name="connsiteY1-404" fmla="*/ 11688 h 815791"/>
                <a:gd name="connsiteX2-405" fmla="*/ 802211 w 802211"/>
                <a:gd name="connsiteY2-406" fmla="*/ 0 h 815791"/>
                <a:gd name="connsiteX3-407" fmla="*/ 236294 w 802211"/>
                <a:gd name="connsiteY3-408" fmla="*/ 808828 h 815791"/>
                <a:gd name="connsiteX4-409" fmla="*/ 27977 w 802211"/>
                <a:gd name="connsiteY4-410" fmla="*/ 815791 h 815791"/>
                <a:gd name="connsiteX0-411" fmla="*/ 27977 w 802211"/>
                <a:gd name="connsiteY0-412" fmla="*/ 828714 h 828714"/>
                <a:gd name="connsiteX1-413" fmla="*/ 302601 w 802211"/>
                <a:gd name="connsiteY1-414" fmla="*/ 0 h 828714"/>
                <a:gd name="connsiteX2-415" fmla="*/ 802211 w 802211"/>
                <a:gd name="connsiteY2-416" fmla="*/ 12923 h 828714"/>
                <a:gd name="connsiteX3-417" fmla="*/ 236294 w 802211"/>
                <a:gd name="connsiteY3-418" fmla="*/ 821751 h 828714"/>
                <a:gd name="connsiteX4-419" fmla="*/ 27977 w 802211"/>
                <a:gd name="connsiteY4-420" fmla="*/ 828714 h 828714"/>
                <a:gd name="connsiteX0-421" fmla="*/ 56213 w 830447"/>
                <a:gd name="connsiteY0-422" fmla="*/ 828714 h 828714"/>
                <a:gd name="connsiteX1-423" fmla="*/ 330837 w 830447"/>
                <a:gd name="connsiteY1-424" fmla="*/ 0 h 828714"/>
                <a:gd name="connsiteX2-425" fmla="*/ 830447 w 830447"/>
                <a:gd name="connsiteY2-426" fmla="*/ 12923 h 828714"/>
                <a:gd name="connsiteX3-427" fmla="*/ 264530 w 830447"/>
                <a:gd name="connsiteY3-428" fmla="*/ 821751 h 828714"/>
                <a:gd name="connsiteX4-429" fmla="*/ 56213 w 830447"/>
                <a:gd name="connsiteY4-430" fmla="*/ 828714 h 828714"/>
                <a:gd name="connsiteX0-431" fmla="*/ 64130 w 789139"/>
                <a:gd name="connsiteY0-432" fmla="*/ 794258 h 821751"/>
                <a:gd name="connsiteX1-433" fmla="*/ 289529 w 789139"/>
                <a:gd name="connsiteY1-434" fmla="*/ 0 h 821751"/>
                <a:gd name="connsiteX2-435" fmla="*/ 789139 w 789139"/>
                <a:gd name="connsiteY2-436" fmla="*/ 12923 h 821751"/>
                <a:gd name="connsiteX3-437" fmla="*/ 223222 w 789139"/>
                <a:gd name="connsiteY3-438" fmla="*/ 821751 h 821751"/>
                <a:gd name="connsiteX4-439" fmla="*/ 64130 w 789139"/>
                <a:gd name="connsiteY4-440" fmla="*/ 794258 h 821751"/>
                <a:gd name="connsiteX0-441" fmla="*/ 0 w 725009"/>
                <a:gd name="connsiteY0-442" fmla="*/ 794258 h 821751"/>
                <a:gd name="connsiteX1-443" fmla="*/ 225399 w 725009"/>
                <a:gd name="connsiteY1-444" fmla="*/ 0 h 821751"/>
                <a:gd name="connsiteX2-445" fmla="*/ 725009 w 725009"/>
                <a:gd name="connsiteY2-446" fmla="*/ 12923 h 821751"/>
                <a:gd name="connsiteX3-447" fmla="*/ 159092 w 725009"/>
                <a:gd name="connsiteY3-448" fmla="*/ 821751 h 821751"/>
                <a:gd name="connsiteX4-449" fmla="*/ 0 w 725009"/>
                <a:gd name="connsiteY4-450" fmla="*/ 794258 h 821751"/>
                <a:gd name="connsiteX0-451" fmla="*/ 0 w 725009"/>
                <a:gd name="connsiteY0-452" fmla="*/ 1203768 h 1231261"/>
                <a:gd name="connsiteX1-453" fmla="*/ 225399 w 725009"/>
                <a:gd name="connsiteY1-454" fmla="*/ 0 h 1231261"/>
                <a:gd name="connsiteX2-455" fmla="*/ 725009 w 725009"/>
                <a:gd name="connsiteY2-456" fmla="*/ 422433 h 1231261"/>
                <a:gd name="connsiteX3-457" fmla="*/ 159092 w 725009"/>
                <a:gd name="connsiteY3-458" fmla="*/ 1231261 h 1231261"/>
                <a:gd name="connsiteX4-459" fmla="*/ 0 w 725009"/>
                <a:gd name="connsiteY4-460" fmla="*/ 1203768 h 1231261"/>
                <a:gd name="connsiteX0-461" fmla="*/ 0 w 725009"/>
                <a:gd name="connsiteY0-462" fmla="*/ 1217334 h 1244827"/>
                <a:gd name="connsiteX1-463" fmla="*/ 225399 w 725009"/>
                <a:gd name="connsiteY1-464" fmla="*/ 13566 h 1244827"/>
                <a:gd name="connsiteX2-465" fmla="*/ 725009 w 725009"/>
                <a:gd name="connsiteY2-466" fmla="*/ 571 h 1244827"/>
                <a:gd name="connsiteX3-467" fmla="*/ 159092 w 725009"/>
                <a:gd name="connsiteY3-468" fmla="*/ 1244827 h 1244827"/>
                <a:gd name="connsiteX4-469" fmla="*/ 0 w 725009"/>
                <a:gd name="connsiteY4-470" fmla="*/ 1217334 h 1244827"/>
                <a:gd name="connsiteX0-471" fmla="*/ 0 w 725009"/>
                <a:gd name="connsiteY0-472" fmla="*/ 1217334 h 1244827"/>
                <a:gd name="connsiteX1-473" fmla="*/ 225399 w 725009"/>
                <a:gd name="connsiteY1-474" fmla="*/ 13566 h 1244827"/>
                <a:gd name="connsiteX2-475" fmla="*/ 725009 w 725009"/>
                <a:gd name="connsiteY2-476" fmla="*/ 571 h 1244827"/>
                <a:gd name="connsiteX3-477" fmla="*/ 159092 w 725009"/>
                <a:gd name="connsiteY3-478" fmla="*/ 1244827 h 1244827"/>
                <a:gd name="connsiteX4-479" fmla="*/ 0 w 725009"/>
                <a:gd name="connsiteY4-480" fmla="*/ 1217334 h 1244827"/>
                <a:gd name="connsiteX0-481" fmla="*/ 0 w 725009"/>
                <a:gd name="connsiteY0-482" fmla="*/ 1217334 h 1244827"/>
                <a:gd name="connsiteX1-483" fmla="*/ 225399 w 725009"/>
                <a:gd name="connsiteY1-484" fmla="*/ 13566 h 1244827"/>
                <a:gd name="connsiteX2-485" fmla="*/ 725009 w 725009"/>
                <a:gd name="connsiteY2-486" fmla="*/ 571 h 1244827"/>
                <a:gd name="connsiteX3-487" fmla="*/ 159092 w 725009"/>
                <a:gd name="connsiteY3-488" fmla="*/ 1244827 h 1244827"/>
                <a:gd name="connsiteX4-489" fmla="*/ 0 w 725009"/>
                <a:gd name="connsiteY4-490" fmla="*/ 1217334 h 1244827"/>
                <a:gd name="connsiteX0-491" fmla="*/ 0 w 725009"/>
                <a:gd name="connsiteY0-492" fmla="*/ 1217334 h 1244827"/>
                <a:gd name="connsiteX1-493" fmla="*/ 225399 w 725009"/>
                <a:gd name="connsiteY1-494" fmla="*/ 13566 h 1244827"/>
                <a:gd name="connsiteX2-495" fmla="*/ 725009 w 725009"/>
                <a:gd name="connsiteY2-496" fmla="*/ 571 h 1244827"/>
                <a:gd name="connsiteX3-497" fmla="*/ 159092 w 725009"/>
                <a:gd name="connsiteY3-498" fmla="*/ 1244827 h 1244827"/>
                <a:gd name="connsiteX4-499" fmla="*/ 0 w 725009"/>
                <a:gd name="connsiteY4-500" fmla="*/ 1217334 h 1244827"/>
                <a:gd name="connsiteX0-501" fmla="*/ 0 w 725009"/>
                <a:gd name="connsiteY0-502" fmla="*/ 1217334 h 1244827"/>
                <a:gd name="connsiteX1-503" fmla="*/ 225399 w 725009"/>
                <a:gd name="connsiteY1-504" fmla="*/ 13566 h 1244827"/>
                <a:gd name="connsiteX2-505" fmla="*/ 725009 w 725009"/>
                <a:gd name="connsiteY2-506" fmla="*/ 571 h 1244827"/>
                <a:gd name="connsiteX3-507" fmla="*/ 159092 w 725009"/>
                <a:gd name="connsiteY3-508" fmla="*/ 1244827 h 1244827"/>
                <a:gd name="connsiteX4-509" fmla="*/ 0 w 725009"/>
                <a:gd name="connsiteY4-510" fmla="*/ 1217334 h 1244827"/>
                <a:gd name="connsiteX0-511" fmla="*/ 0 w 725009"/>
                <a:gd name="connsiteY0-512" fmla="*/ 1217334 h 1244827"/>
                <a:gd name="connsiteX1-513" fmla="*/ 225399 w 725009"/>
                <a:gd name="connsiteY1-514" fmla="*/ 13566 h 1244827"/>
                <a:gd name="connsiteX2-515" fmla="*/ 725009 w 725009"/>
                <a:gd name="connsiteY2-516" fmla="*/ 571 h 1244827"/>
                <a:gd name="connsiteX3-517" fmla="*/ 159092 w 725009"/>
                <a:gd name="connsiteY3-518" fmla="*/ 1244827 h 1244827"/>
                <a:gd name="connsiteX4-519" fmla="*/ 0 w 725009"/>
                <a:gd name="connsiteY4-520" fmla="*/ 1217334 h 1244827"/>
                <a:gd name="connsiteX0-521" fmla="*/ 0 w 725009"/>
                <a:gd name="connsiteY0-522" fmla="*/ 1203768 h 1231261"/>
                <a:gd name="connsiteX1-523" fmla="*/ 225399 w 725009"/>
                <a:gd name="connsiteY1-524" fmla="*/ 0 h 1231261"/>
                <a:gd name="connsiteX2-525" fmla="*/ 725009 w 725009"/>
                <a:gd name="connsiteY2-526" fmla="*/ 129782 h 1231261"/>
                <a:gd name="connsiteX3-527" fmla="*/ 159092 w 725009"/>
                <a:gd name="connsiteY3-528" fmla="*/ 1231261 h 1231261"/>
                <a:gd name="connsiteX4-529" fmla="*/ 0 w 725009"/>
                <a:gd name="connsiteY4-530" fmla="*/ 1203768 h 1231261"/>
                <a:gd name="connsiteX0-531" fmla="*/ 0 w 725009"/>
                <a:gd name="connsiteY0-532" fmla="*/ 1203768 h 1231261"/>
                <a:gd name="connsiteX1-533" fmla="*/ 225399 w 725009"/>
                <a:gd name="connsiteY1-534" fmla="*/ 0 h 1231261"/>
                <a:gd name="connsiteX2-535" fmla="*/ 725009 w 725009"/>
                <a:gd name="connsiteY2-536" fmla="*/ 129782 h 1231261"/>
                <a:gd name="connsiteX3-537" fmla="*/ 159092 w 725009"/>
                <a:gd name="connsiteY3-538" fmla="*/ 1231261 h 1231261"/>
                <a:gd name="connsiteX4-539" fmla="*/ 0 w 725009"/>
                <a:gd name="connsiteY4-540" fmla="*/ 1203768 h 1231261"/>
                <a:gd name="connsiteX0-541" fmla="*/ 0 w 725009"/>
                <a:gd name="connsiteY0-542" fmla="*/ 1203768 h 1231261"/>
                <a:gd name="connsiteX1-543" fmla="*/ 225399 w 725009"/>
                <a:gd name="connsiteY1-544" fmla="*/ 0 h 1231261"/>
                <a:gd name="connsiteX2-545" fmla="*/ 725009 w 725009"/>
                <a:gd name="connsiteY2-546" fmla="*/ 129782 h 1231261"/>
                <a:gd name="connsiteX3-547" fmla="*/ 159092 w 725009"/>
                <a:gd name="connsiteY3-548" fmla="*/ 1231261 h 1231261"/>
                <a:gd name="connsiteX4-549" fmla="*/ 0 w 725009"/>
                <a:gd name="connsiteY4-550" fmla="*/ 1203768 h 1231261"/>
                <a:gd name="connsiteX0-551" fmla="*/ 0 w 725497"/>
                <a:gd name="connsiteY0-552" fmla="*/ 1279028 h 1306521"/>
                <a:gd name="connsiteX1-553" fmla="*/ 225399 w 725497"/>
                <a:gd name="connsiteY1-554" fmla="*/ 75260 h 1306521"/>
                <a:gd name="connsiteX2-555" fmla="*/ 396193 w 725497"/>
                <a:gd name="connsiteY2-556" fmla="*/ 156799 h 1306521"/>
                <a:gd name="connsiteX3-557" fmla="*/ 725009 w 725497"/>
                <a:gd name="connsiteY3-558" fmla="*/ 205042 h 1306521"/>
                <a:gd name="connsiteX4-559" fmla="*/ 159092 w 725497"/>
                <a:gd name="connsiteY4-560" fmla="*/ 1306521 h 1306521"/>
                <a:gd name="connsiteX5-561" fmla="*/ 0 w 725497"/>
                <a:gd name="connsiteY5-562" fmla="*/ 1279028 h 1306521"/>
                <a:gd name="connsiteX0-563" fmla="*/ 0 w 725239"/>
                <a:gd name="connsiteY0-564" fmla="*/ 1295668 h 1323161"/>
                <a:gd name="connsiteX1-565" fmla="*/ 225399 w 725239"/>
                <a:gd name="connsiteY1-566" fmla="*/ 91900 h 1323161"/>
                <a:gd name="connsiteX2-567" fmla="*/ 725009 w 725239"/>
                <a:gd name="connsiteY2-568" fmla="*/ 221682 h 1323161"/>
                <a:gd name="connsiteX3-569" fmla="*/ 159092 w 725239"/>
                <a:gd name="connsiteY3-570" fmla="*/ 1323161 h 1323161"/>
                <a:gd name="connsiteX4-571" fmla="*/ 0 w 725239"/>
                <a:gd name="connsiteY4-572" fmla="*/ 1295668 h 1323161"/>
                <a:gd name="connsiteX0-573" fmla="*/ 0 w 725221"/>
                <a:gd name="connsiteY0-574" fmla="*/ 1210552 h 1238045"/>
                <a:gd name="connsiteX1-575" fmla="*/ 191583 w 725221"/>
                <a:gd name="connsiteY1-576" fmla="*/ 153319 h 1238045"/>
                <a:gd name="connsiteX2-577" fmla="*/ 725009 w 725221"/>
                <a:gd name="connsiteY2-578" fmla="*/ 136566 h 1238045"/>
                <a:gd name="connsiteX3-579" fmla="*/ 159092 w 725221"/>
                <a:gd name="connsiteY3-580" fmla="*/ 1238045 h 1238045"/>
                <a:gd name="connsiteX4-581" fmla="*/ 0 w 725221"/>
                <a:gd name="connsiteY4-582" fmla="*/ 1210552 h 1238045"/>
                <a:gd name="connsiteX0-583" fmla="*/ 0 w 725305"/>
                <a:gd name="connsiteY0-584" fmla="*/ 1158512 h 1186005"/>
                <a:gd name="connsiteX1-585" fmla="*/ 191583 w 725305"/>
                <a:gd name="connsiteY1-586" fmla="*/ 101279 h 1186005"/>
                <a:gd name="connsiteX2-587" fmla="*/ 725009 w 725305"/>
                <a:gd name="connsiteY2-588" fmla="*/ 84526 h 1186005"/>
                <a:gd name="connsiteX3-589" fmla="*/ 159092 w 725305"/>
                <a:gd name="connsiteY3-590" fmla="*/ 1186005 h 1186005"/>
                <a:gd name="connsiteX4-591" fmla="*/ 0 w 725305"/>
                <a:gd name="connsiteY4-592" fmla="*/ 1158512 h 1186005"/>
                <a:gd name="connsiteX0-593" fmla="*/ 0 w 725009"/>
                <a:gd name="connsiteY0-594" fmla="*/ 1073986 h 1101479"/>
                <a:gd name="connsiteX1-595" fmla="*/ 191583 w 725009"/>
                <a:gd name="connsiteY1-596" fmla="*/ 16753 h 1101479"/>
                <a:gd name="connsiteX2-597" fmla="*/ 725009 w 725009"/>
                <a:gd name="connsiteY2-598" fmla="*/ 0 h 1101479"/>
                <a:gd name="connsiteX3-599" fmla="*/ 159092 w 725009"/>
                <a:gd name="connsiteY3-600" fmla="*/ 1101479 h 1101479"/>
                <a:gd name="connsiteX4-601" fmla="*/ 0 w 725009"/>
                <a:gd name="connsiteY4-602" fmla="*/ 1073986 h 1101479"/>
                <a:gd name="connsiteX0-603" fmla="*/ 0 w 725009"/>
                <a:gd name="connsiteY0-604" fmla="*/ 1073986 h 1101479"/>
                <a:gd name="connsiteX1-605" fmla="*/ 206612 w 725009"/>
                <a:gd name="connsiteY1-606" fmla="*/ 1724 h 1101479"/>
                <a:gd name="connsiteX2-607" fmla="*/ 725009 w 725009"/>
                <a:gd name="connsiteY2-608" fmla="*/ 0 h 1101479"/>
                <a:gd name="connsiteX3-609" fmla="*/ 159092 w 725009"/>
                <a:gd name="connsiteY3-610" fmla="*/ 1101479 h 1101479"/>
                <a:gd name="connsiteX4-611" fmla="*/ 0 w 725009"/>
                <a:gd name="connsiteY4-612" fmla="*/ 1073986 h 1101479"/>
                <a:gd name="connsiteX0-613" fmla="*/ 0 w 725009"/>
                <a:gd name="connsiteY0-614" fmla="*/ 1073986 h 1101479"/>
                <a:gd name="connsiteX1-615" fmla="*/ 206612 w 725009"/>
                <a:gd name="connsiteY1-616" fmla="*/ 1724 h 1101479"/>
                <a:gd name="connsiteX2-617" fmla="*/ 725009 w 725009"/>
                <a:gd name="connsiteY2-618" fmla="*/ 0 h 1101479"/>
                <a:gd name="connsiteX3-619" fmla="*/ 159092 w 725009"/>
                <a:gd name="connsiteY3-620" fmla="*/ 1101479 h 1101479"/>
                <a:gd name="connsiteX4-621" fmla="*/ 0 w 725009"/>
                <a:gd name="connsiteY4-622" fmla="*/ 1073986 h 1101479"/>
                <a:gd name="connsiteX0-623" fmla="*/ 0 w 725009"/>
                <a:gd name="connsiteY0-624" fmla="*/ 1073986 h 1101479"/>
                <a:gd name="connsiteX1-625" fmla="*/ 206612 w 725009"/>
                <a:gd name="connsiteY1-626" fmla="*/ 1724 h 1101479"/>
                <a:gd name="connsiteX2-627" fmla="*/ 725009 w 725009"/>
                <a:gd name="connsiteY2-628" fmla="*/ 0 h 1101479"/>
                <a:gd name="connsiteX3-629" fmla="*/ 159092 w 725009"/>
                <a:gd name="connsiteY3-630" fmla="*/ 1101479 h 1101479"/>
                <a:gd name="connsiteX4-631" fmla="*/ 0 w 725009"/>
                <a:gd name="connsiteY4-632" fmla="*/ 1073986 h 1101479"/>
                <a:gd name="connsiteX0-633" fmla="*/ 0 w 725009"/>
                <a:gd name="connsiteY0-634" fmla="*/ 1073986 h 1074607"/>
                <a:gd name="connsiteX1-635" fmla="*/ 206612 w 725009"/>
                <a:gd name="connsiteY1-636" fmla="*/ 1724 h 1074607"/>
                <a:gd name="connsiteX2-637" fmla="*/ 725009 w 725009"/>
                <a:gd name="connsiteY2-638" fmla="*/ 0 h 1074607"/>
                <a:gd name="connsiteX3-639" fmla="*/ 229048 w 725009"/>
                <a:gd name="connsiteY3-640" fmla="*/ 886531 h 1074607"/>
                <a:gd name="connsiteX4-641" fmla="*/ 0 w 725009"/>
                <a:gd name="connsiteY4-642" fmla="*/ 1073986 h 1074607"/>
                <a:gd name="connsiteX0-643" fmla="*/ 0 w 725009"/>
                <a:gd name="connsiteY0-644" fmla="*/ 1073986 h 1074607"/>
                <a:gd name="connsiteX1-645" fmla="*/ 206612 w 725009"/>
                <a:gd name="connsiteY1-646" fmla="*/ 1724 h 1074607"/>
                <a:gd name="connsiteX2-647" fmla="*/ 725009 w 725009"/>
                <a:gd name="connsiteY2-648" fmla="*/ 0 h 1074607"/>
                <a:gd name="connsiteX3-649" fmla="*/ 229048 w 725009"/>
                <a:gd name="connsiteY3-650" fmla="*/ 886531 h 1074607"/>
                <a:gd name="connsiteX4-651" fmla="*/ 0 w 725009"/>
                <a:gd name="connsiteY4-652" fmla="*/ 1073986 h 1074607"/>
                <a:gd name="connsiteX0-653" fmla="*/ 0 w 675040"/>
                <a:gd name="connsiteY0-654" fmla="*/ 894029 h 896577"/>
                <a:gd name="connsiteX1-655" fmla="*/ 156643 w 675040"/>
                <a:gd name="connsiteY1-656" fmla="*/ 1724 h 896577"/>
                <a:gd name="connsiteX2-657" fmla="*/ 675040 w 675040"/>
                <a:gd name="connsiteY2-658" fmla="*/ 0 h 896577"/>
                <a:gd name="connsiteX3-659" fmla="*/ 179079 w 675040"/>
                <a:gd name="connsiteY3-660" fmla="*/ 886531 h 896577"/>
                <a:gd name="connsiteX4-661" fmla="*/ 0 w 675040"/>
                <a:gd name="connsiteY4-662" fmla="*/ 894029 h 896577"/>
                <a:gd name="connsiteX0-663" fmla="*/ 0 w 675040"/>
                <a:gd name="connsiteY0-664" fmla="*/ 894029 h 896577"/>
                <a:gd name="connsiteX1-665" fmla="*/ 186623 w 675040"/>
                <a:gd name="connsiteY1-666" fmla="*/ 1724 h 896577"/>
                <a:gd name="connsiteX2-667" fmla="*/ 675040 w 675040"/>
                <a:gd name="connsiteY2-668" fmla="*/ 0 h 896577"/>
                <a:gd name="connsiteX3-669" fmla="*/ 179079 w 675040"/>
                <a:gd name="connsiteY3-670" fmla="*/ 886531 h 896577"/>
                <a:gd name="connsiteX4-671" fmla="*/ 0 w 675040"/>
                <a:gd name="connsiteY4-672" fmla="*/ 894029 h 896577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1" name="Freeform 273"/>
            <p:cNvSpPr/>
            <p:nvPr/>
          </p:nvSpPr>
          <p:spPr>
            <a:xfrm>
              <a:off x="4340853" y="5470208"/>
              <a:ext cx="514350" cy="40157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-1" fmla="*/ 139870 w 1040633"/>
                <a:gd name="connsiteY0-2" fmla="*/ 1191723 h 1219697"/>
                <a:gd name="connsiteX1-3" fmla="*/ 0 w 1040633"/>
                <a:gd name="connsiteY1-4" fmla="*/ 0 h 1219697"/>
                <a:gd name="connsiteX2-5" fmla="*/ 1040633 w 1040633"/>
                <a:gd name="connsiteY2-6" fmla="*/ 16785 h 1219697"/>
                <a:gd name="connsiteX3-7" fmla="*/ 833625 w 1040633"/>
                <a:gd name="connsiteY3-8" fmla="*/ 1219697 h 1219697"/>
                <a:gd name="connsiteX4-9" fmla="*/ 139870 w 1040633"/>
                <a:gd name="connsiteY4-10" fmla="*/ 1191723 h 1219697"/>
                <a:gd name="connsiteX0-11" fmla="*/ 139870 w 1040633"/>
                <a:gd name="connsiteY0-12" fmla="*/ 1191723 h 1219697"/>
                <a:gd name="connsiteX1-13" fmla="*/ 0 w 1040633"/>
                <a:gd name="connsiteY1-14" fmla="*/ 0 h 1219697"/>
                <a:gd name="connsiteX2-15" fmla="*/ 1040633 w 1040633"/>
                <a:gd name="connsiteY2-16" fmla="*/ 16785 h 1219697"/>
                <a:gd name="connsiteX3-17" fmla="*/ 833625 w 1040633"/>
                <a:gd name="connsiteY3-18" fmla="*/ 1219697 h 1219697"/>
                <a:gd name="connsiteX4-19" fmla="*/ 139870 w 1040633"/>
                <a:gd name="connsiteY4-20" fmla="*/ 1191723 h 1219697"/>
                <a:gd name="connsiteX0-21" fmla="*/ 139870 w 1040633"/>
                <a:gd name="connsiteY0-22" fmla="*/ 1191723 h 1219697"/>
                <a:gd name="connsiteX1-23" fmla="*/ 0 w 1040633"/>
                <a:gd name="connsiteY1-24" fmla="*/ 0 h 1219697"/>
                <a:gd name="connsiteX2-25" fmla="*/ 1040633 w 1040633"/>
                <a:gd name="connsiteY2-26" fmla="*/ 16785 h 1219697"/>
                <a:gd name="connsiteX3-27" fmla="*/ 833625 w 1040633"/>
                <a:gd name="connsiteY3-28" fmla="*/ 1219697 h 1219697"/>
                <a:gd name="connsiteX4-29" fmla="*/ 139870 w 1040633"/>
                <a:gd name="connsiteY4-30" fmla="*/ 1191723 h 1219697"/>
                <a:gd name="connsiteX0-31" fmla="*/ 139870 w 1040633"/>
                <a:gd name="connsiteY0-32" fmla="*/ 1191723 h 1219697"/>
                <a:gd name="connsiteX1-33" fmla="*/ 0 w 1040633"/>
                <a:gd name="connsiteY1-34" fmla="*/ 0 h 1219697"/>
                <a:gd name="connsiteX2-35" fmla="*/ 1040633 w 1040633"/>
                <a:gd name="connsiteY2-36" fmla="*/ 16785 h 1219697"/>
                <a:gd name="connsiteX3-37" fmla="*/ 833625 w 1040633"/>
                <a:gd name="connsiteY3-38" fmla="*/ 1219697 h 1219697"/>
                <a:gd name="connsiteX4-39" fmla="*/ 139870 w 1040633"/>
                <a:gd name="connsiteY4-40" fmla="*/ 1191723 h 1219697"/>
                <a:gd name="connsiteX0-41" fmla="*/ 139870 w 1040633"/>
                <a:gd name="connsiteY0-42" fmla="*/ 1191723 h 1219697"/>
                <a:gd name="connsiteX1-43" fmla="*/ 0 w 1040633"/>
                <a:gd name="connsiteY1-44" fmla="*/ 0 h 1219697"/>
                <a:gd name="connsiteX2-45" fmla="*/ 1040633 w 1040633"/>
                <a:gd name="connsiteY2-46" fmla="*/ 16785 h 1219697"/>
                <a:gd name="connsiteX3-47" fmla="*/ 833625 w 1040633"/>
                <a:gd name="connsiteY3-48" fmla="*/ 1219697 h 1219697"/>
                <a:gd name="connsiteX4-49" fmla="*/ 418712 w 1040633"/>
                <a:gd name="connsiteY4-50" fmla="*/ 1189324 h 1219697"/>
                <a:gd name="connsiteX5" fmla="*/ 139870 w 1040633"/>
                <a:gd name="connsiteY5" fmla="*/ 1191723 h 1219697"/>
                <a:gd name="connsiteX0-51" fmla="*/ 139870 w 1040633"/>
                <a:gd name="connsiteY0-52" fmla="*/ 1191723 h 1355926"/>
                <a:gd name="connsiteX1-53" fmla="*/ 0 w 1040633"/>
                <a:gd name="connsiteY1-54" fmla="*/ 0 h 1355926"/>
                <a:gd name="connsiteX2-55" fmla="*/ 1040633 w 1040633"/>
                <a:gd name="connsiteY2-56" fmla="*/ 16785 h 1355926"/>
                <a:gd name="connsiteX3-57" fmla="*/ 833625 w 1040633"/>
                <a:gd name="connsiteY3-58" fmla="*/ 1219697 h 1355926"/>
                <a:gd name="connsiteX4-59" fmla="*/ 139870 w 1040633"/>
                <a:gd name="connsiteY4-60" fmla="*/ 1191723 h 1355926"/>
                <a:gd name="connsiteX0-61" fmla="*/ 139870 w 1040633"/>
                <a:gd name="connsiteY0-62" fmla="*/ 1191723 h 1289901"/>
                <a:gd name="connsiteX1-63" fmla="*/ 0 w 1040633"/>
                <a:gd name="connsiteY1-64" fmla="*/ 0 h 1289901"/>
                <a:gd name="connsiteX2-65" fmla="*/ 1040633 w 1040633"/>
                <a:gd name="connsiteY2-66" fmla="*/ 16785 h 1289901"/>
                <a:gd name="connsiteX3-67" fmla="*/ 833625 w 1040633"/>
                <a:gd name="connsiteY3-68" fmla="*/ 1219697 h 1289901"/>
                <a:gd name="connsiteX4-69" fmla="*/ 139870 w 1040633"/>
                <a:gd name="connsiteY4-70" fmla="*/ 1191723 h 1289901"/>
                <a:gd name="connsiteX0-71" fmla="*/ 139870 w 1040633"/>
                <a:gd name="connsiteY0-72" fmla="*/ 1191723 h 1219697"/>
                <a:gd name="connsiteX1-73" fmla="*/ 0 w 1040633"/>
                <a:gd name="connsiteY1-74" fmla="*/ 0 h 1219697"/>
                <a:gd name="connsiteX2-75" fmla="*/ 1040633 w 1040633"/>
                <a:gd name="connsiteY2-76" fmla="*/ 16785 h 1219697"/>
                <a:gd name="connsiteX3-77" fmla="*/ 833625 w 1040633"/>
                <a:gd name="connsiteY3-78" fmla="*/ 1219697 h 1219697"/>
                <a:gd name="connsiteX4-79" fmla="*/ 139870 w 1040633"/>
                <a:gd name="connsiteY4-80" fmla="*/ 1191723 h 1219697"/>
                <a:gd name="connsiteX0-81" fmla="*/ 139870 w 1040633"/>
                <a:gd name="connsiteY0-82" fmla="*/ 1191723 h 1191723"/>
                <a:gd name="connsiteX1-83" fmla="*/ 0 w 1040633"/>
                <a:gd name="connsiteY1-84" fmla="*/ 0 h 1191723"/>
                <a:gd name="connsiteX2-85" fmla="*/ 1040633 w 1040633"/>
                <a:gd name="connsiteY2-86" fmla="*/ 16785 h 1191723"/>
                <a:gd name="connsiteX3-87" fmla="*/ 671988 w 1040633"/>
                <a:gd name="connsiteY3-88" fmla="*/ 1158121 h 1191723"/>
                <a:gd name="connsiteX4-89" fmla="*/ 139870 w 1040633"/>
                <a:gd name="connsiteY4-90" fmla="*/ 1191723 h 1191723"/>
                <a:gd name="connsiteX0-91" fmla="*/ 363082 w 1040633"/>
                <a:gd name="connsiteY0-92" fmla="*/ 1160935 h 1160935"/>
                <a:gd name="connsiteX1-93" fmla="*/ 0 w 1040633"/>
                <a:gd name="connsiteY1-94" fmla="*/ 0 h 1160935"/>
                <a:gd name="connsiteX2-95" fmla="*/ 1040633 w 1040633"/>
                <a:gd name="connsiteY2-96" fmla="*/ 16785 h 1160935"/>
                <a:gd name="connsiteX3-97" fmla="*/ 671988 w 1040633"/>
                <a:gd name="connsiteY3-98" fmla="*/ 1158121 h 1160935"/>
                <a:gd name="connsiteX4-99" fmla="*/ 363082 w 1040633"/>
                <a:gd name="connsiteY4-100" fmla="*/ 1160935 h 1160935"/>
                <a:gd name="connsiteX0-101" fmla="*/ 363082 w 1040633"/>
                <a:gd name="connsiteY0-102" fmla="*/ 1160935 h 1160935"/>
                <a:gd name="connsiteX1-103" fmla="*/ 0 w 1040633"/>
                <a:gd name="connsiteY1-104" fmla="*/ 0 h 1160935"/>
                <a:gd name="connsiteX2-105" fmla="*/ 1040633 w 1040633"/>
                <a:gd name="connsiteY2-106" fmla="*/ 16785 h 1160935"/>
                <a:gd name="connsiteX3-107" fmla="*/ 671988 w 1040633"/>
                <a:gd name="connsiteY3-108" fmla="*/ 1158121 h 1160935"/>
                <a:gd name="connsiteX4-109" fmla="*/ 363082 w 1040633"/>
                <a:gd name="connsiteY4-110" fmla="*/ 1160935 h 1160935"/>
                <a:gd name="connsiteX0-111" fmla="*/ 363082 w 1040633"/>
                <a:gd name="connsiteY0-112" fmla="*/ 1160935 h 1160935"/>
                <a:gd name="connsiteX1-113" fmla="*/ 0 w 1040633"/>
                <a:gd name="connsiteY1-114" fmla="*/ 0 h 1160935"/>
                <a:gd name="connsiteX2-115" fmla="*/ 1040633 w 1040633"/>
                <a:gd name="connsiteY2-116" fmla="*/ 16785 h 1160935"/>
                <a:gd name="connsiteX3-117" fmla="*/ 671988 w 1040633"/>
                <a:gd name="connsiteY3-118" fmla="*/ 1158121 h 1160935"/>
                <a:gd name="connsiteX4-119" fmla="*/ 363082 w 1040633"/>
                <a:gd name="connsiteY4-120" fmla="*/ 1160935 h 1160935"/>
                <a:gd name="connsiteX0-121" fmla="*/ 363082 w 1040633"/>
                <a:gd name="connsiteY0-122" fmla="*/ 1160935 h 1160935"/>
                <a:gd name="connsiteX1-123" fmla="*/ 0 w 1040633"/>
                <a:gd name="connsiteY1-124" fmla="*/ 0 h 1160935"/>
                <a:gd name="connsiteX2-125" fmla="*/ 1040633 w 1040633"/>
                <a:gd name="connsiteY2-126" fmla="*/ 16785 h 1160935"/>
                <a:gd name="connsiteX3-127" fmla="*/ 671988 w 1040633"/>
                <a:gd name="connsiteY3-128" fmla="*/ 1158121 h 1160935"/>
                <a:gd name="connsiteX4-129" fmla="*/ 363082 w 1040633"/>
                <a:gd name="connsiteY4-130" fmla="*/ 1160935 h 1160935"/>
                <a:gd name="connsiteX0-131" fmla="*/ 363082 w 1040633"/>
                <a:gd name="connsiteY0-132" fmla="*/ 1160935 h 1160935"/>
                <a:gd name="connsiteX1-133" fmla="*/ 0 w 1040633"/>
                <a:gd name="connsiteY1-134" fmla="*/ 0 h 1160935"/>
                <a:gd name="connsiteX2-135" fmla="*/ 1040633 w 1040633"/>
                <a:gd name="connsiteY2-136" fmla="*/ 16785 h 1160935"/>
                <a:gd name="connsiteX3-137" fmla="*/ 671988 w 1040633"/>
                <a:gd name="connsiteY3-138" fmla="*/ 1158121 h 1160935"/>
                <a:gd name="connsiteX4-139" fmla="*/ 363082 w 1040633"/>
                <a:gd name="connsiteY4-140" fmla="*/ 1160935 h 1160935"/>
                <a:gd name="connsiteX0-141" fmla="*/ 363082 w 1040633"/>
                <a:gd name="connsiteY0-142" fmla="*/ 1160935 h 1160935"/>
                <a:gd name="connsiteX1-143" fmla="*/ 0 w 1040633"/>
                <a:gd name="connsiteY1-144" fmla="*/ 0 h 1160935"/>
                <a:gd name="connsiteX2-145" fmla="*/ 1040633 w 1040633"/>
                <a:gd name="connsiteY2-146" fmla="*/ 16785 h 1160935"/>
                <a:gd name="connsiteX3-147" fmla="*/ 671988 w 1040633"/>
                <a:gd name="connsiteY3-148" fmla="*/ 1158121 h 1160935"/>
                <a:gd name="connsiteX4-149" fmla="*/ 363082 w 1040633"/>
                <a:gd name="connsiteY4-150" fmla="*/ 1160935 h 1160935"/>
                <a:gd name="connsiteX0-151" fmla="*/ 363082 w 1040633"/>
                <a:gd name="connsiteY0-152" fmla="*/ 1160935 h 1160935"/>
                <a:gd name="connsiteX1-153" fmla="*/ 0 w 1040633"/>
                <a:gd name="connsiteY1-154" fmla="*/ 0 h 1160935"/>
                <a:gd name="connsiteX2-155" fmla="*/ 1040633 w 1040633"/>
                <a:gd name="connsiteY2-156" fmla="*/ 16785 h 1160935"/>
                <a:gd name="connsiteX3-157" fmla="*/ 671988 w 1040633"/>
                <a:gd name="connsiteY3-158" fmla="*/ 1158121 h 1160935"/>
                <a:gd name="connsiteX4-159" fmla="*/ 363082 w 1040633"/>
                <a:gd name="connsiteY4-160" fmla="*/ 1160935 h 1160935"/>
                <a:gd name="connsiteX0-161" fmla="*/ 363082 w 778664"/>
                <a:gd name="connsiteY0-162" fmla="*/ 1160935 h 1160935"/>
                <a:gd name="connsiteX1-163" fmla="*/ 0 w 778664"/>
                <a:gd name="connsiteY1-164" fmla="*/ 0 h 1160935"/>
                <a:gd name="connsiteX2-165" fmla="*/ 778664 w 778664"/>
                <a:gd name="connsiteY2-166" fmla="*/ 130682 h 1160935"/>
                <a:gd name="connsiteX3-167" fmla="*/ 671988 w 778664"/>
                <a:gd name="connsiteY3-168" fmla="*/ 1158121 h 1160935"/>
                <a:gd name="connsiteX4-169" fmla="*/ 363082 w 778664"/>
                <a:gd name="connsiteY4-170" fmla="*/ 1160935 h 1160935"/>
                <a:gd name="connsiteX0-171" fmla="*/ 363082 w 778664"/>
                <a:gd name="connsiteY0-172" fmla="*/ 1160935 h 1160935"/>
                <a:gd name="connsiteX1-173" fmla="*/ 0 w 778664"/>
                <a:gd name="connsiteY1-174" fmla="*/ 0 h 1160935"/>
                <a:gd name="connsiteX2-175" fmla="*/ 778664 w 778664"/>
                <a:gd name="connsiteY2-176" fmla="*/ 130682 h 1160935"/>
                <a:gd name="connsiteX3-177" fmla="*/ 694768 w 778664"/>
                <a:gd name="connsiteY3-178" fmla="*/ 1112562 h 1160935"/>
                <a:gd name="connsiteX4-179" fmla="*/ 363082 w 778664"/>
                <a:gd name="connsiteY4-180" fmla="*/ 1160935 h 1160935"/>
                <a:gd name="connsiteX0-181" fmla="*/ 363082 w 778664"/>
                <a:gd name="connsiteY0-182" fmla="*/ 1160935 h 1160935"/>
                <a:gd name="connsiteX1-183" fmla="*/ 0 w 778664"/>
                <a:gd name="connsiteY1-184" fmla="*/ 0 h 1160935"/>
                <a:gd name="connsiteX2-185" fmla="*/ 778664 w 778664"/>
                <a:gd name="connsiteY2-186" fmla="*/ 130682 h 1160935"/>
                <a:gd name="connsiteX3-187" fmla="*/ 694768 w 778664"/>
                <a:gd name="connsiteY3-188" fmla="*/ 1112562 h 1160935"/>
                <a:gd name="connsiteX4-189" fmla="*/ 363082 w 778664"/>
                <a:gd name="connsiteY4-190" fmla="*/ 1160935 h 1160935"/>
                <a:gd name="connsiteX0-191" fmla="*/ 397252 w 778664"/>
                <a:gd name="connsiteY0-192" fmla="*/ 1103987 h 1112562"/>
                <a:gd name="connsiteX1-193" fmla="*/ 0 w 778664"/>
                <a:gd name="connsiteY1-194" fmla="*/ 0 h 1112562"/>
                <a:gd name="connsiteX2-195" fmla="*/ 778664 w 778664"/>
                <a:gd name="connsiteY2-196" fmla="*/ 130682 h 1112562"/>
                <a:gd name="connsiteX3-197" fmla="*/ 694768 w 778664"/>
                <a:gd name="connsiteY3-198" fmla="*/ 1112562 h 1112562"/>
                <a:gd name="connsiteX4-199" fmla="*/ 397252 w 778664"/>
                <a:gd name="connsiteY4-200" fmla="*/ 1103987 h 1112562"/>
                <a:gd name="connsiteX0-201" fmla="*/ 397252 w 778664"/>
                <a:gd name="connsiteY0-202" fmla="*/ 1103987 h 1112562"/>
                <a:gd name="connsiteX1-203" fmla="*/ 0 w 778664"/>
                <a:gd name="connsiteY1-204" fmla="*/ 0 h 1112562"/>
                <a:gd name="connsiteX2-205" fmla="*/ 778664 w 778664"/>
                <a:gd name="connsiteY2-206" fmla="*/ 130682 h 1112562"/>
                <a:gd name="connsiteX3-207" fmla="*/ 694768 w 778664"/>
                <a:gd name="connsiteY3-208" fmla="*/ 1112562 h 1112562"/>
                <a:gd name="connsiteX4-209" fmla="*/ 397252 w 778664"/>
                <a:gd name="connsiteY4-210" fmla="*/ 1103987 h 1112562"/>
                <a:gd name="connsiteX0-211" fmla="*/ 397252 w 778664"/>
                <a:gd name="connsiteY0-212" fmla="*/ 1103987 h 1112562"/>
                <a:gd name="connsiteX1-213" fmla="*/ 0 w 778664"/>
                <a:gd name="connsiteY1-214" fmla="*/ 0 h 1112562"/>
                <a:gd name="connsiteX2-215" fmla="*/ 778664 w 778664"/>
                <a:gd name="connsiteY2-216" fmla="*/ 130682 h 1112562"/>
                <a:gd name="connsiteX3-217" fmla="*/ 694768 w 778664"/>
                <a:gd name="connsiteY3-218" fmla="*/ 1112562 h 1112562"/>
                <a:gd name="connsiteX4-219" fmla="*/ 397252 w 778664"/>
                <a:gd name="connsiteY4-220" fmla="*/ 1103987 h 1112562"/>
                <a:gd name="connsiteX0-221" fmla="*/ 123893 w 505305"/>
                <a:gd name="connsiteY0-222" fmla="*/ 973305 h 981880"/>
                <a:gd name="connsiteX1-223" fmla="*/ 0 w 505305"/>
                <a:gd name="connsiteY1-224" fmla="*/ 28773 h 981880"/>
                <a:gd name="connsiteX2-225" fmla="*/ 505305 w 505305"/>
                <a:gd name="connsiteY2-226" fmla="*/ 0 h 981880"/>
                <a:gd name="connsiteX3-227" fmla="*/ 421409 w 505305"/>
                <a:gd name="connsiteY3-228" fmla="*/ 981880 h 981880"/>
                <a:gd name="connsiteX4-229" fmla="*/ 123893 w 505305"/>
                <a:gd name="connsiteY4-230" fmla="*/ 973305 h 981880"/>
                <a:gd name="connsiteX0-231" fmla="*/ 123893 w 505305"/>
                <a:gd name="connsiteY0-232" fmla="*/ 973305 h 981880"/>
                <a:gd name="connsiteX1-233" fmla="*/ 0 w 505305"/>
                <a:gd name="connsiteY1-234" fmla="*/ 28773 h 981880"/>
                <a:gd name="connsiteX2-235" fmla="*/ 505305 w 505305"/>
                <a:gd name="connsiteY2-236" fmla="*/ 0 h 981880"/>
                <a:gd name="connsiteX3-237" fmla="*/ 421409 w 505305"/>
                <a:gd name="connsiteY3-238" fmla="*/ 981880 h 981880"/>
                <a:gd name="connsiteX4-239" fmla="*/ 123893 w 505305"/>
                <a:gd name="connsiteY4-240" fmla="*/ 973305 h 981880"/>
                <a:gd name="connsiteX0-241" fmla="*/ 123893 w 505305"/>
                <a:gd name="connsiteY0-242" fmla="*/ 973305 h 981880"/>
                <a:gd name="connsiteX1-243" fmla="*/ 0 w 505305"/>
                <a:gd name="connsiteY1-244" fmla="*/ 28773 h 981880"/>
                <a:gd name="connsiteX2-245" fmla="*/ 505305 w 505305"/>
                <a:gd name="connsiteY2-246" fmla="*/ 0 h 981880"/>
                <a:gd name="connsiteX3-247" fmla="*/ 421409 w 505305"/>
                <a:gd name="connsiteY3-248" fmla="*/ 981880 h 981880"/>
                <a:gd name="connsiteX4-249" fmla="*/ 123893 w 505305"/>
                <a:gd name="connsiteY4-250" fmla="*/ 973305 h 981880"/>
                <a:gd name="connsiteX0-251" fmla="*/ 123893 w 505305"/>
                <a:gd name="connsiteY0-252" fmla="*/ 973305 h 981880"/>
                <a:gd name="connsiteX1-253" fmla="*/ 0 w 505305"/>
                <a:gd name="connsiteY1-254" fmla="*/ 28773 h 981880"/>
                <a:gd name="connsiteX2-255" fmla="*/ 505305 w 505305"/>
                <a:gd name="connsiteY2-256" fmla="*/ 0 h 981880"/>
                <a:gd name="connsiteX3-257" fmla="*/ 421409 w 505305"/>
                <a:gd name="connsiteY3-258" fmla="*/ 981880 h 981880"/>
                <a:gd name="connsiteX4-259" fmla="*/ 123893 w 505305"/>
                <a:gd name="connsiteY4-260" fmla="*/ 973305 h 981880"/>
                <a:gd name="connsiteX0-261" fmla="*/ 118198 w 499610"/>
                <a:gd name="connsiteY0-262" fmla="*/ 973305 h 981880"/>
                <a:gd name="connsiteX1-263" fmla="*/ 0 w 499610"/>
                <a:gd name="connsiteY1-264" fmla="*/ 11688 h 981880"/>
                <a:gd name="connsiteX2-265" fmla="*/ 499610 w 499610"/>
                <a:gd name="connsiteY2-266" fmla="*/ 0 h 981880"/>
                <a:gd name="connsiteX3-267" fmla="*/ 415714 w 499610"/>
                <a:gd name="connsiteY3-268" fmla="*/ 981880 h 981880"/>
                <a:gd name="connsiteX4-269" fmla="*/ 118198 w 499610"/>
                <a:gd name="connsiteY4-270" fmla="*/ 973305 h 981880"/>
                <a:gd name="connsiteX0-271" fmla="*/ 118198 w 499610"/>
                <a:gd name="connsiteY0-272" fmla="*/ 973305 h 981880"/>
                <a:gd name="connsiteX1-273" fmla="*/ 0 w 499610"/>
                <a:gd name="connsiteY1-274" fmla="*/ 11688 h 981880"/>
                <a:gd name="connsiteX2-275" fmla="*/ 499610 w 499610"/>
                <a:gd name="connsiteY2-276" fmla="*/ 0 h 981880"/>
                <a:gd name="connsiteX3-277" fmla="*/ 415714 w 499610"/>
                <a:gd name="connsiteY3-278" fmla="*/ 981880 h 981880"/>
                <a:gd name="connsiteX4-279" fmla="*/ 118198 w 499610"/>
                <a:gd name="connsiteY4-280" fmla="*/ 973305 h 981880"/>
                <a:gd name="connsiteX0-281" fmla="*/ 118198 w 499610"/>
                <a:gd name="connsiteY0-282" fmla="*/ 973305 h 981880"/>
                <a:gd name="connsiteX1-283" fmla="*/ 0 w 499610"/>
                <a:gd name="connsiteY1-284" fmla="*/ 11688 h 981880"/>
                <a:gd name="connsiteX2-285" fmla="*/ 499610 w 499610"/>
                <a:gd name="connsiteY2-286" fmla="*/ 0 h 981880"/>
                <a:gd name="connsiteX3-287" fmla="*/ 415714 w 499610"/>
                <a:gd name="connsiteY3-288" fmla="*/ 981880 h 981880"/>
                <a:gd name="connsiteX4-289" fmla="*/ 118198 w 499610"/>
                <a:gd name="connsiteY4-290" fmla="*/ 973305 h 981880"/>
                <a:gd name="connsiteX0-291" fmla="*/ 118198 w 499610"/>
                <a:gd name="connsiteY0-292" fmla="*/ 973305 h 981880"/>
                <a:gd name="connsiteX1-293" fmla="*/ 0 w 499610"/>
                <a:gd name="connsiteY1-294" fmla="*/ 11688 h 981880"/>
                <a:gd name="connsiteX2-295" fmla="*/ 499610 w 499610"/>
                <a:gd name="connsiteY2-296" fmla="*/ 0 h 981880"/>
                <a:gd name="connsiteX3-297" fmla="*/ 415714 w 499610"/>
                <a:gd name="connsiteY3-298" fmla="*/ 981880 h 981880"/>
                <a:gd name="connsiteX4-299" fmla="*/ 118198 w 499610"/>
                <a:gd name="connsiteY4-300" fmla="*/ 973305 h 981880"/>
                <a:gd name="connsiteX0-301" fmla="*/ 118198 w 499610"/>
                <a:gd name="connsiteY0-302" fmla="*/ 973305 h 981880"/>
                <a:gd name="connsiteX1-303" fmla="*/ 0 w 499610"/>
                <a:gd name="connsiteY1-304" fmla="*/ 11688 h 981880"/>
                <a:gd name="connsiteX2-305" fmla="*/ 499610 w 499610"/>
                <a:gd name="connsiteY2-306" fmla="*/ 0 h 981880"/>
                <a:gd name="connsiteX3-307" fmla="*/ 415714 w 499610"/>
                <a:gd name="connsiteY3-308" fmla="*/ 981880 h 981880"/>
                <a:gd name="connsiteX4-309" fmla="*/ 118198 w 499610"/>
                <a:gd name="connsiteY4-310" fmla="*/ 973305 h 981880"/>
                <a:gd name="connsiteX0-311" fmla="*/ 118198 w 499610"/>
                <a:gd name="connsiteY0-312" fmla="*/ 973305 h 976186"/>
                <a:gd name="connsiteX1-313" fmla="*/ 0 w 499610"/>
                <a:gd name="connsiteY1-314" fmla="*/ 11688 h 976186"/>
                <a:gd name="connsiteX2-315" fmla="*/ 499610 w 499610"/>
                <a:gd name="connsiteY2-316" fmla="*/ 0 h 976186"/>
                <a:gd name="connsiteX3-317" fmla="*/ 273339 w 499610"/>
                <a:gd name="connsiteY3-318" fmla="*/ 976186 h 976186"/>
                <a:gd name="connsiteX4-319" fmla="*/ 118198 w 499610"/>
                <a:gd name="connsiteY4-320" fmla="*/ 973305 h 976186"/>
                <a:gd name="connsiteX0-321" fmla="*/ 118198 w 499610"/>
                <a:gd name="connsiteY0-322" fmla="*/ 973305 h 976186"/>
                <a:gd name="connsiteX1-323" fmla="*/ 0 w 499610"/>
                <a:gd name="connsiteY1-324" fmla="*/ 11688 h 976186"/>
                <a:gd name="connsiteX2-325" fmla="*/ 499610 w 499610"/>
                <a:gd name="connsiteY2-326" fmla="*/ 0 h 976186"/>
                <a:gd name="connsiteX3-327" fmla="*/ 273339 w 499610"/>
                <a:gd name="connsiteY3-328" fmla="*/ 976186 h 976186"/>
                <a:gd name="connsiteX4-329" fmla="*/ 118198 w 499610"/>
                <a:gd name="connsiteY4-330" fmla="*/ 973305 h 976186"/>
                <a:gd name="connsiteX0-331" fmla="*/ 197928 w 499610"/>
                <a:gd name="connsiteY0-332" fmla="*/ 973305 h 976186"/>
                <a:gd name="connsiteX1-333" fmla="*/ 0 w 499610"/>
                <a:gd name="connsiteY1-334" fmla="*/ 11688 h 976186"/>
                <a:gd name="connsiteX2-335" fmla="*/ 499610 w 499610"/>
                <a:gd name="connsiteY2-336" fmla="*/ 0 h 976186"/>
                <a:gd name="connsiteX3-337" fmla="*/ 273339 w 499610"/>
                <a:gd name="connsiteY3-338" fmla="*/ 976186 h 976186"/>
                <a:gd name="connsiteX4-339" fmla="*/ 197928 w 499610"/>
                <a:gd name="connsiteY4-340" fmla="*/ 973305 h 976186"/>
                <a:gd name="connsiteX0-341" fmla="*/ 197928 w 499610"/>
                <a:gd name="connsiteY0-342" fmla="*/ 973305 h 976186"/>
                <a:gd name="connsiteX1-343" fmla="*/ 0 w 499610"/>
                <a:gd name="connsiteY1-344" fmla="*/ 11688 h 976186"/>
                <a:gd name="connsiteX2-345" fmla="*/ 499610 w 499610"/>
                <a:gd name="connsiteY2-346" fmla="*/ 0 h 976186"/>
                <a:gd name="connsiteX3-347" fmla="*/ 273339 w 499610"/>
                <a:gd name="connsiteY3-348" fmla="*/ 976186 h 976186"/>
                <a:gd name="connsiteX4-349" fmla="*/ 197928 w 499610"/>
                <a:gd name="connsiteY4-350" fmla="*/ 973305 h 976186"/>
                <a:gd name="connsiteX0-351" fmla="*/ 197928 w 499610"/>
                <a:gd name="connsiteY0-352" fmla="*/ 973305 h 976186"/>
                <a:gd name="connsiteX1-353" fmla="*/ 0 w 499610"/>
                <a:gd name="connsiteY1-354" fmla="*/ 11688 h 976186"/>
                <a:gd name="connsiteX2-355" fmla="*/ 499610 w 499610"/>
                <a:gd name="connsiteY2-356" fmla="*/ 0 h 976186"/>
                <a:gd name="connsiteX3-357" fmla="*/ 273339 w 499610"/>
                <a:gd name="connsiteY3-358" fmla="*/ 976186 h 976186"/>
                <a:gd name="connsiteX4-359" fmla="*/ 197928 w 499610"/>
                <a:gd name="connsiteY4-360" fmla="*/ 973305 h 976186"/>
                <a:gd name="connsiteX0-361" fmla="*/ 197928 w 499610"/>
                <a:gd name="connsiteY0-362" fmla="*/ 973305 h 976186"/>
                <a:gd name="connsiteX1-363" fmla="*/ 0 w 499610"/>
                <a:gd name="connsiteY1-364" fmla="*/ 11688 h 976186"/>
                <a:gd name="connsiteX2-365" fmla="*/ 499610 w 499610"/>
                <a:gd name="connsiteY2-366" fmla="*/ 0 h 976186"/>
                <a:gd name="connsiteX3-367" fmla="*/ 273339 w 499610"/>
                <a:gd name="connsiteY3-368" fmla="*/ 976186 h 976186"/>
                <a:gd name="connsiteX4-369" fmla="*/ 197928 w 499610"/>
                <a:gd name="connsiteY4-370" fmla="*/ 973305 h 976186"/>
                <a:gd name="connsiteX0-371" fmla="*/ 197928 w 503138"/>
                <a:gd name="connsiteY0-372" fmla="*/ 961687 h 964568"/>
                <a:gd name="connsiteX1-373" fmla="*/ 0 w 503138"/>
                <a:gd name="connsiteY1-374" fmla="*/ 70 h 964568"/>
                <a:gd name="connsiteX2-375" fmla="*/ 503138 w 503138"/>
                <a:gd name="connsiteY2-376" fmla="*/ 154187 h 964568"/>
                <a:gd name="connsiteX3-377" fmla="*/ 273339 w 503138"/>
                <a:gd name="connsiteY3-378" fmla="*/ 964568 h 964568"/>
                <a:gd name="connsiteX4-379" fmla="*/ 197928 w 503138"/>
                <a:gd name="connsiteY4-380" fmla="*/ 961687 h 964568"/>
                <a:gd name="connsiteX0-381" fmla="*/ 201456 w 506666"/>
                <a:gd name="connsiteY0-382" fmla="*/ 807500 h 810381"/>
                <a:gd name="connsiteX1-383" fmla="*/ 0 w 506666"/>
                <a:gd name="connsiteY1-384" fmla="*/ 15216 h 810381"/>
                <a:gd name="connsiteX2-385" fmla="*/ 506666 w 506666"/>
                <a:gd name="connsiteY2-386" fmla="*/ 0 h 810381"/>
                <a:gd name="connsiteX3-387" fmla="*/ 276867 w 506666"/>
                <a:gd name="connsiteY3-388" fmla="*/ 810381 h 810381"/>
                <a:gd name="connsiteX4-389" fmla="*/ 201456 w 506666"/>
                <a:gd name="connsiteY4-390" fmla="*/ 807500 h 810381"/>
                <a:gd name="connsiteX0-391" fmla="*/ 201456 w 506666"/>
                <a:gd name="connsiteY0-392" fmla="*/ 807500 h 811593"/>
                <a:gd name="connsiteX1-393" fmla="*/ 0 w 506666"/>
                <a:gd name="connsiteY1-394" fmla="*/ 15216 h 811593"/>
                <a:gd name="connsiteX2-395" fmla="*/ 506666 w 506666"/>
                <a:gd name="connsiteY2-396" fmla="*/ 0 h 811593"/>
                <a:gd name="connsiteX3-397" fmla="*/ 276867 w 506666"/>
                <a:gd name="connsiteY3-398" fmla="*/ 810381 h 811593"/>
                <a:gd name="connsiteX4-399" fmla="*/ 201456 w 506666"/>
                <a:gd name="connsiteY4-400" fmla="*/ 807500 h 811593"/>
                <a:gd name="connsiteX0-401" fmla="*/ 135576 w 506666"/>
                <a:gd name="connsiteY0-402" fmla="*/ 818480 h 818480"/>
                <a:gd name="connsiteX1-403" fmla="*/ 0 w 506666"/>
                <a:gd name="connsiteY1-404" fmla="*/ 15216 h 818480"/>
                <a:gd name="connsiteX2-405" fmla="*/ 506666 w 506666"/>
                <a:gd name="connsiteY2-406" fmla="*/ 0 h 818480"/>
                <a:gd name="connsiteX3-407" fmla="*/ 276867 w 506666"/>
                <a:gd name="connsiteY3-408" fmla="*/ 810381 h 818480"/>
                <a:gd name="connsiteX4-409" fmla="*/ 135576 w 506666"/>
                <a:gd name="connsiteY4-410" fmla="*/ 818480 h 818480"/>
                <a:gd name="connsiteX0-411" fmla="*/ 135576 w 506666"/>
                <a:gd name="connsiteY0-412" fmla="*/ 818480 h 818480"/>
                <a:gd name="connsiteX1-413" fmla="*/ 0 w 506666"/>
                <a:gd name="connsiteY1-414" fmla="*/ 15216 h 818480"/>
                <a:gd name="connsiteX2-415" fmla="*/ 506666 w 506666"/>
                <a:gd name="connsiteY2-416" fmla="*/ 0 h 818480"/>
                <a:gd name="connsiteX3-417" fmla="*/ 331766 w 506666"/>
                <a:gd name="connsiteY3-418" fmla="*/ 803061 h 818480"/>
                <a:gd name="connsiteX4-419" fmla="*/ 135576 w 506666"/>
                <a:gd name="connsiteY4-420" fmla="*/ 818480 h 818480"/>
                <a:gd name="connsiteX0-421" fmla="*/ 135576 w 506666"/>
                <a:gd name="connsiteY0-422" fmla="*/ 818480 h 818480"/>
                <a:gd name="connsiteX1-423" fmla="*/ 0 w 506666"/>
                <a:gd name="connsiteY1-424" fmla="*/ 15216 h 818480"/>
                <a:gd name="connsiteX2-425" fmla="*/ 506666 w 506666"/>
                <a:gd name="connsiteY2-426" fmla="*/ 0 h 818480"/>
                <a:gd name="connsiteX3-427" fmla="*/ 331766 w 506666"/>
                <a:gd name="connsiteY3-428" fmla="*/ 803061 h 818480"/>
                <a:gd name="connsiteX4-429" fmla="*/ 135576 w 506666"/>
                <a:gd name="connsiteY4-430" fmla="*/ 818480 h 818480"/>
                <a:gd name="connsiteX0-431" fmla="*/ 135576 w 506666"/>
                <a:gd name="connsiteY0-432" fmla="*/ 818480 h 818480"/>
                <a:gd name="connsiteX1-433" fmla="*/ 0 w 506666"/>
                <a:gd name="connsiteY1-434" fmla="*/ 15216 h 818480"/>
                <a:gd name="connsiteX2-435" fmla="*/ 506666 w 506666"/>
                <a:gd name="connsiteY2-436" fmla="*/ 0 h 818480"/>
                <a:gd name="connsiteX3-437" fmla="*/ 331766 w 506666"/>
                <a:gd name="connsiteY3-438" fmla="*/ 803061 h 818480"/>
                <a:gd name="connsiteX4-439" fmla="*/ 135576 w 506666"/>
                <a:gd name="connsiteY4-440" fmla="*/ 818480 h 818480"/>
                <a:gd name="connsiteX0-441" fmla="*/ 135576 w 506666"/>
                <a:gd name="connsiteY0-442" fmla="*/ 818480 h 818480"/>
                <a:gd name="connsiteX1-443" fmla="*/ 0 w 506666"/>
                <a:gd name="connsiteY1-444" fmla="*/ 7896 h 818480"/>
                <a:gd name="connsiteX2-445" fmla="*/ 506666 w 506666"/>
                <a:gd name="connsiteY2-446" fmla="*/ 0 h 818480"/>
                <a:gd name="connsiteX3-447" fmla="*/ 331766 w 506666"/>
                <a:gd name="connsiteY3-448" fmla="*/ 803061 h 818480"/>
                <a:gd name="connsiteX4-449" fmla="*/ 135576 w 506666"/>
                <a:gd name="connsiteY4-450" fmla="*/ 818480 h 818480"/>
                <a:gd name="connsiteX0-451" fmla="*/ 135576 w 506666"/>
                <a:gd name="connsiteY0-452" fmla="*/ 818480 h 818480"/>
                <a:gd name="connsiteX1-453" fmla="*/ 0 w 506666"/>
                <a:gd name="connsiteY1-454" fmla="*/ 7896 h 818480"/>
                <a:gd name="connsiteX2-455" fmla="*/ 506666 w 506666"/>
                <a:gd name="connsiteY2-456" fmla="*/ 0 h 818480"/>
                <a:gd name="connsiteX3-457" fmla="*/ 331766 w 506666"/>
                <a:gd name="connsiteY3-458" fmla="*/ 803061 h 818480"/>
                <a:gd name="connsiteX4-459" fmla="*/ 135576 w 506666"/>
                <a:gd name="connsiteY4-460" fmla="*/ 818480 h 818480"/>
                <a:gd name="connsiteX0-461" fmla="*/ 45472 w 559302"/>
                <a:gd name="connsiteY0-462" fmla="*/ 807500 h 807500"/>
                <a:gd name="connsiteX1-463" fmla="*/ 52636 w 559302"/>
                <a:gd name="connsiteY1-464" fmla="*/ 7896 h 807500"/>
                <a:gd name="connsiteX2-465" fmla="*/ 559302 w 559302"/>
                <a:gd name="connsiteY2-466" fmla="*/ 0 h 807500"/>
                <a:gd name="connsiteX3-467" fmla="*/ 384402 w 559302"/>
                <a:gd name="connsiteY3-468" fmla="*/ 803061 h 807500"/>
                <a:gd name="connsiteX4-469" fmla="*/ 45472 w 559302"/>
                <a:gd name="connsiteY4-470" fmla="*/ 807500 h 807500"/>
                <a:gd name="connsiteX0-471" fmla="*/ 21974 w 535804"/>
                <a:gd name="connsiteY0-472" fmla="*/ 807500 h 807500"/>
                <a:gd name="connsiteX1-473" fmla="*/ 29138 w 535804"/>
                <a:gd name="connsiteY1-474" fmla="*/ 7896 h 807500"/>
                <a:gd name="connsiteX2-475" fmla="*/ 535804 w 535804"/>
                <a:gd name="connsiteY2-476" fmla="*/ 0 h 807500"/>
                <a:gd name="connsiteX3-477" fmla="*/ 360904 w 535804"/>
                <a:gd name="connsiteY3-478" fmla="*/ 803061 h 807500"/>
                <a:gd name="connsiteX4-479" fmla="*/ 21974 w 535804"/>
                <a:gd name="connsiteY4-480" fmla="*/ 807500 h 807500"/>
                <a:gd name="connsiteX0-481" fmla="*/ 128256 w 506666"/>
                <a:gd name="connsiteY0-482" fmla="*/ 829461 h 829461"/>
                <a:gd name="connsiteX1-483" fmla="*/ 0 w 506666"/>
                <a:gd name="connsiteY1-484" fmla="*/ 7896 h 829461"/>
                <a:gd name="connsiteX2-485" fmla="*/ 506666 w 506666"/>
                <a:gd name="connsiteY2-486" fmla="*/ 0 h 829461"/>
                <a:gd name="connsiteX3-487" fmla="*/ 331766 w 506666"/>
                <a:gd name="connsiteY3-488" fmla="*/ 803061 h 829461"/>
                <a:gd name="connsiteX4-489" fmla="*/ 128256 w 506666"/>
                <a:gd name="connsiteY4-490" fmla="*/ 829461 h 829461"/>
                <a:gd name="connsiteX0-491" fmla="*/ 128256 w 506666"/>
                <a:gd name="connsiteY0-492" fmla="*/ 829461 h 829461"/>
                <a:gd name="connsiteX1-493" fmla="*/ 0 w 506666"/>
                <a:gd name="connsiteY1-494" fmla="*/ 7896 h 829461"/>
                <a:gd name="connsiteX2-495" fmla="*/ 506666 w 506666"/>
                <a:gd name="connsiteY2-496" fmla="*/ 0 h 829461"/>
                <a:gd name="connsiteX3-497" fmla="*/ 331766 w 506666"/>
                <a:gd name="connsiteY3-498" fmla="*/ 803061 h 829461"/>
                <a:gd name="connsiteX4-499" fmla="*/ 128256 w 506666"/>
                <a:gd name="connsiteY4-500" fmla="*/ 829461 h 829461"/>
                <a:gd name="connsiteX0-501" fmla="*/ 128256 w 506666"/>
                <a:gd name="connsiteY0-502" fmla="*/ 829461 h 829461"/>
                <a:gd name="connsiteX1-503" fmla="*/ 0 w 506666"/>
                <a:gd name="connsiteY1-504" fmla="*/ 7896 h 829461"/>
                <a:gd name="connsiteX2-505" fmla="*/ 506666 w 506666"/>
                <a:gd name="connsiteY2-506" fmla="*/ 0 h 829461"/>
                <a:gd name="connsiteX3-507" fmla="*/ 331766 w 506666"/>
                <a:gd name="connsiteY3-508" fmla="*/ 803061 h 829461"/>
                <a:gd name="connsiteX4-509" fmla="*/ 128256 w 506666"/>
                <a:gd name="connsiteY4-510" fmla="*/ 829461 h 829461"/>
                <a:gd name="connsiteX0-511" fmla="*/ 128256 w 506666"/>
                <a:gd name="connsiteY0-512" fmla="*/ 829461 h 830473"/>
                <a:gd name="connsiteX1-513" fmla="*/ 0 w 506666"/>
                <a:gd name="connsiteY1-514" fmla="*/ 7896 h 830473"/>
                <a:gd name="connsiteX2-515" fmla="*/ 506666 w 506666"/>
                <a:gd name="connsiteY2-516" fmla="*/ 0 h 830473"/>
                <a:gd name="connsiteX3-517" fmla="*/ 331766 w 506666"/>
                <a:gd name="connsiteY3-518" fmla="*/ 828681 h 830473"/>
                <a:gd name="connsiteX4-519" fmla="*/ 128256 w 506666"/>
                <a:gd name="connsiteY4-520" fmla="*/ 829461 h 830473"/>
                <a:gd name="connsiteX0-521" fmla="*/ 128256 w 506666"/>
                <a:gd name="connsiteY0-522" fmla="*/ 829461 h 830473"/>
                <a:gd name="connsiteX1-523" fmla="*/ 0 w 506666"/>
                <a:gd name="connsiteY1-524" fmla="*/ 7896 h 830473"/>
                <a:gd name="connsiteX2-525" fmla="*/ 506666 w 506666"/>
                <a:gd name="connsiteY2-526" fmla="*/ 0 h 830473"/>
                <a:gd name="connsiteX3-527" fmla="*/ 331766 w 506666"/>
                <a:gd name="connsiteY3-528" fmla="*/ 828681 h 830473"/>
                <a:gd name="connsiteX4-529" fmla="*/ 128256 w 506666"/>
                <a:gd name="connsiteY4-530" fmla="*/ 829461 h 830473"/>
                <a:gd name="connsiteX0-531" fmla="*/ 128256 w 506666"/>
                <a:gd name="connsiteY0-532" fmla="*/ 821565 h 822577"/>
                <a:gd name="connsiteX1-533" fmla="*/ 0 w 506666"/>
                <a:gd name="connsiteY1-534" fmla="*/ 0 h 822577"/>
                <a:gd name="connsiteX2-535" fmla="*/ 506666 w 506666"/>
                <a:gd name="connsiteY2-536" fmla="*/ 255115 h 822577"/>
                <a:gd name="connsiteX3-537" fmla="*/ 331766 w 506666"/>
                <a:gd name="connsiteY3-538" fmla="*/ 820785 h 822577"/>
                <a:gd name="connsiteX4-539" fmla="*/ 128256 w 506666"/>
                <a:gd name="connsiteY4-540" fmla="*/ 821565 h 822577"/>
                <a:gd name="connsiteX0-541" fmla="*/ 128256 w 506666"/>
                <a:gd name="connsiteY0-542" fmla="*/ 821565 h 822577"/>
                <a:gd name="connsiteX1-543" fmla="*/ 0 w 506666"/>
                <a:gd name="connsiteY1-544" fmla="*/ 0 h 822577"/>
                <a:gd name="connsiteX2-545" fmla="*/ 506666 w 506666"/>
                <a:gd name="connsiteY2-546" fmla="*/ 255115 h 822577"/>
                <a:gd name="connsiteX3-547" fmla="*/ 331766 w 506666"/>
                <a:gd name="connsiteY3-548" fmla="*/ 820785 h 822577"/>
                <a:gd name="connsiteX4-549" fmla="*/ 128256 w 506666"/>
                <a:gd name="connsiteY4-550" fmla="*/ 821565 h 822577"/>
                <a:gd name="connsiteX0-551" fmla="*/ 128256 w 506666"/>
                <a:gd name="connsiteY0-552" fmla="*/ 821565 h 822577"/>
                <a:gd name="connsiteX1-553" fmla="*/ 0 w 506666"/>
                <a:gd name="connsiteY1-554" fmla="*/ 0 h 822577"/>
                <a:gd name="connsiteX2-555" fmla="*/ 506666 w 506666"/>
                <a:gd name="connsiteY2-556" fmla="*/ 255115 h 822577"/>
                <a:gd name="connsiteX3-557" fmla="*/ 331766 w 506666"/>
                <a:gd name="connsiteY3-558" fmla="*/ 820785 h 822577"/>
                <a:gd name="connsiteX4-559" fmla="*/ 128256 w 506666"/>
                <a:gd name="connsiteY4-560" fmla="*/ 821565 h 822577"/>
                <a:gd name="connsiteX0-561" fmla="*/ 135770 w 514180"/>
                <a:gd name="connsiteY0-562" fmla="*/ 577341 h 578353"/>
                <a:gd name="connsiteX1-563" fmla="*/ 0 w 514180"/>
                <a:gd name="connsiteY1-564" fmla="*/ 0 h 578353"/>
                <a:gd name="connsiteX2-565" fmla="*/ 514180 w 514180"/>
                <a:gd name="connsiteY2-566" fmla="*/ 10891 h 578353"/>
                <a:gd name="connsiteX3-567" fmla="*/ 339280 w 514180"/>
                <a:gd name="connsiteY3-568" fmla="*/ 576561 h 578353"/>
                <a:gd name="connsiteX4-569" fmla="*/ 135770 w 514180"/>
                <a:gd name="connsiteY4-570" fmla="*/ 577341 h 578353"/>
                <a:gd name="connsiteX0-571" fmla="*/ 135770 w 514180"/>
                <a:gd name="connsiteY0-572" fmla="*/ 577341 h 578353"/>
                <a:gd name="connsiteX1-573" fmla="*/ 0 w 514180"/>
                <a:gd name="connsiteY1-574" fmla="*/ 0 h 578353"/>
                <a:gd name="connsiteX2-575" fmla="*/ 514180 w 514180"/>
                <a:gd name="connsiteY2-576" fmla="*/ 10891 h 578353"/>
                <a:gd name="connsiteX3-577" fmla="*/ 339280 w 514180"/>
                <a:gd name="connsiteY3-578" fmla="*/ 576561 h 578353"/>
                <a:gd name="connsiteX4-579" fmla="*/ 135770 w 514180"/>
                <a:gd name="connsiteY4-580" fmla="*/ 577341 h 578353"/>
                <a:gd name="connsiteX0-581" fmla="*/ 135770 w 514180"/>
                <a:gd name="connsiteY0-582" fmla="*/ 577341 h 578353"/>
                <a:gd name="connsiteX1-583" fmla="*/ 0 w 514180"/>
                <a:gd name="connsiteY1-584" fmla="*/ 0 h 578353"/>
                <a:gd name="connsiteX2-585" fmla="*/ 514180 w 514180"/>
                <a:gd name="connsiteY2-586" fmla="*/ 10891 h 578353"/>
                <a:gd name="connsiteX3-587" fmla="*/ 339280 w 514180"/>
                <a:gd name="connsiteY3-588" fmla="*/ 576561 h 578353"/>
                <a:gd name="connsiteX4-589" fmla="*/ 135770 w 514180"/>
                <a:gd name="connsiteY4-590" fmla="*/ 577341 h 578353"/>
                <a:gd name="connsiteX0-591" fmla="*/ 135770 w 514180"/>
                <a:gd name="connsiteY0-592" fmla="*/ 577341 h 577341"/>
                <a:gd name="connsiteX1-593" fmla="*/ 0 w 514180"/>
                <a:gd name="connsiteY1-594" fmla="*/ 0 h 577341"/>
                <a:gd name="connsiteX2-595" fmla="*/ 514180 w 514180"/>
                <a:gd name="connsiteY2-596" fmla="*/ 10891 h 577341"/>
                <a:gd name="connsiteX3-597" fmla="*/ 404259 w 514180"/>
                <a:gd name="connsiteY3-598" fmla="*/ 386400 h 577341"/>
                <a:gd name="connsiteX4-599" fmla="*/ 135770 w 514180"/>
                <a:gd name="connsiteY4-600" fmla="*/ 577341 h 577341"/>
                <a:gd name="connsiteX0-601" fmla="*/ 100781 w 514180"/>
                <a:gd name="connsiteY0-602" fmla="*/ 432218 h 432218"/>
                <a:gd name="connsiteX1-603" fmla="*/ 0 w 514180"/>
                <a:gd name="connsiteY1-604" fmla="*/ 0 h 432218"/>
                <a:gd name="connsiteX2-605" fmla="*/ 514180 w 514180"/>
                <a:gd name="connsiteY2-606" fmla="*/ 10891 h 432218"/>
                <a:gd name="connsiteX3-607" fmla="*/ 404259 w 514180"/>
                <a:gd name="connsiteY3-608" fmla="*/ 386400 h 432218"/>
                <a:gd name="connsiteX4-609" fmla="*/ 100781 w 514180"/>
                <a:gd name="connsiteY4-610" fmla="*/ 432218 h 432218"/>
                <a:gd name="connsiteX0-611" fmla="*/ 100781 w 514180"/>
                <a:gd name="connsiteY0-612" fmla="*/ 432218 h 432218"/>
                <a:gd name="connsiteX1-613" fmla="*/ 0 w 514180"/>
                <a:gd name="connsiteY1-614" fmla="*/ 0 h 432218"/>
                <a:gd name="connsiteX2-615" fmla="*/ 514180 w 514180"/>
                <a:gd name="connsiteY2-616" fmla="*/ 10891 h 432218"/>
                <a:gd name="connsiteX3-617" fmla="*/ 404259 w 514180"/>
                <a:gd name="connsiteY3-618" fmla="*/ 386400 h 432218"/>
                <a:gd name="connsiteX4-619" fmla="*/ 100781 w 514180"/>
                <a:gd name="connsiteY4-620" fmla="*/ 432218 h 432218"/>
                <a:gd name="connsiteX0-621" fmla="*/ 100781 w 514180"/>
                <a:gd name="connsiteY0-622" fmla="*/ 402193 h 402193"/>
                <a:gd name="connsiteX1-623" fmla="*/ 0 w 514180"/>
                <a:gd name="connsiteY1-624" fmla="*/ 0 h 402193"/>
                <a:gd name="connsiteX2-625" fmla="*/ 514180 w 514180"/>
                <a:gd name="connsiteY2-626" fmla="*/ 10891 h 402193"/>
                <a:gd name="connsiteX3-627" fmla="*/ 404259 w 514180"/>
                <a:gd name="connsiteY3-628" fmla="*/ 386400 h 402193"/>
                <a:gd name="connsiteX4-629" fmla="*/ 100781 w 514180"/>
                <a:gd name="connsiteY4-630" fmla="*/ 402193 h 40219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2" name="Freeform 274"/>
            <p:cNvSpPr/>
            <p:nvPr/>
          </p:nvSpPr>
          <p:spPr>
            <a:xfrm>
              <a:off x="3561391" y="5433701"/>
              <a:ext cx="573087" cy="101584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-1" fmla="*/ 139870 w 1040633"/>
                <a:gd name="connsiteY0-2" fmla="*/ 1191723 h 1219697"/>
                <a:gd name="connsiteX1-3" fmla="*/ 0 w 1040633"/>
                <a:gd name="connsiteY1-4" fmla="*/ 0 h 1219697"/>
                <a:gd name="connsiteX2-5" fmla="*/ 1040633 w 1040633"/>
                <a:gd name="connsiteY2-6" fmla="*/ 16785 h 1219697"/>
                <a:gd name="connsiteX3-7" fmla="*/ 833625 w 1040633"/>
                <a:gd name="connsiteY3-8" fmla="*/ 1219697 h 1219697"/>
                <a:gd name="connsiteX4-9" fmla="*/ 139870 w 1040633"/>
                <a:gd name="connsiteY4-10" fmla="*/ 1191723 h 1219697"/>
                <a:gd name="connsiteX0-11" fmla="*/ 139870 w 1040633"/>
                <a:gd name="connsiteY0-12" fmla="*/ 1191723 h 1219697"/>
                <a:gd name="connsiteX1-13" fmla="*/ 0 w 1040633"/>
                <a:gd name="connsiteY1-14" fmla="*/ 0 h 1219697"/>
                <a:gd name="connsiteX2-15" fmla="*/ 1040633 w 1040633"/>
                <a:gd name="connsiteY2-16" fmla="*/ 16785 h 1219697"/>
                <a:gd name="connsiteX3-17" fmla="*/ 833625 w 1040633"/>
                <a:gd name="connsiteY3-18" fmla="*/ 1219697 h 1219697"/>
                <a:gd name="connsiteX4-19" fmla="*/ 139870 w 1040633"/>
                <a:gd name="connsiteY4-20" fmla="*/ 1191723 h 1219697"/>
                <a:gd name="connsiteX0-21" fmla="*/ 139870 w 1040633"/>
                <a:gd name="connsiteY0-22" fmla="*/ 1191723 h 1219697"/>
                <a:gd name="connsiteX1-23" fmla="*/ 0 w 1040633"/>
                <a:gd name="connsiteY1-24" fmla="*/ 0 h 1219697"/>
                <a:gd name="connsiteX2-25" fmla="*/ 1040633 w 1040633"/>
                <a:gd name="connsiteY2-26" fmla="*/ 16785 h 1219697"/>
                <a:gd name="connsiteX3-27" fmla="*/ 833625 w 1040633"/>
                <a:gd name="connsiteY3-28" fmla="*/ 1219697 h 1219697"/>
                <a:gd name="connsiteX4-29" fmla="*/ 139870 w 1040633"/>
                <a:gd name="connsiteY4-30" fmla="*/ 1191723 h 1219697"/>
                <a:gd name="connsiteX0-31" fmla="*/ 139870 w 1040633"/>
                <a:gd name="connsiteY0-32" fmla="*/ 1191723 h 1219697"/>
                <a:gd name="connsiteX1-33" fmla="*/ 0 w 1040633"/>
                <a:gd name="connsiteY1-34" fmla="*/ 0 h 1219697"/>
                <a:gd name="connsiteX2-35" fmla="*/ 1040633 w 1040633"/>
                <a:gd name="connsiteY2-36" fmla="*/ 16785 h 1219697"/>
                <a:gd name="connsiteX3-37" fmla="*/ 833625 w 1040633"/>
                <a:gd name="connsiteY3-38" fmla="*/ 1219697 h 1219697"/>
                <a:gd name="connsiteX4-39" fmla="*/ 139870 w 1040633"/>
                <a:gd name="connsiteY4-40" fmla="*/ 1191723 h 1219697"/>
                <a:gd name="connsiteX0-41" fmla="*/ 139870 w 1040633"/>
                <a:gd name="connsiteY0-42" fmla="*/ 1191723 h 1219697"/>
                <a:gd name="connsiteX1-43" fmla="*/ 0 w 1040633"/>
                <a:gd name="connsiteY1-44" fmla="*/ 0 h 1219697"/>
                <a:gd name="connsiteX2-45" fmla="*/ 1040633 w 1040633"/>
                <a:gd name="connsiteY2-46" fmla="*/ 16785 h 1219697"/>
                <a:gd name="connsiteX3-47" fmla="*/ 833625 w 1040633"/>
                <a:gd name="connsiteY3-48" fmla="*/ 1219697 h 1219697"/>
                <a:gd name="connsiteX4-49" fmla="*/ 418712 w 1040633"/>
                <a:gd name="connsiteY4-50" fmla="*/ 1189324 h 1219697"/>
                <a:gd name="connsiteX5" fmla="*/ 139870 w 1040633"/>
                <a:gd name="connsiteY5" fmla="*/ 1191723 h 1219697"/>
                <a:gd name="connsiteX0-51" fmla="*/ 139870 w 1040633"/>
                <a:gd name="connsiteY0-52" fmla="*/ 1191723 h 1355926"/>
                <a:gd name="connsiteX1-53" fmla="*/ 0 w 1040633"/>
                <a:gd name="connsiteY1-54" fmla="*/ 0 h 1355926"/>
                <a:gd name="connsiteX2-55" fmla="*/ 1040633 w 1040633"/>
                <a:gd name="connsiteY2-56" fmla="*/ 16785 h 1355926"/>
                <a:gd name="connsiteX3-57" fmla="*/ 833625 w 1040633"/>
                <a:gd name="connsiteY3-58" fmla="*/ 1219697 h 1355926"/>
                <a:gd name="connsiteX4-59" fmla="*/ 139870 w 1040633"/>
                <a:gd name="connsiteY4-60" fmla="*/ 1191723 h 1355926"/>
                <a:gd name="connsiteX0-61" fmla="*/ 139870 w 1040633"/>
                <a:gd name="connsiteY0-62" fmla="*/ 1191723 h 1289901"/>
                <a:gd name="connsiteX1-63" fmla="*/ 0 w 1040633"/>
                <a:gd name="connsiteY1-64" fmla="*/ 0 h 1289901"/>
                <a:gd name="connsiteX2-65" fmla="*/ 1040633 w 1040633"/>
                <a:gd name="connsiteY2-66" fmla="*/ 16785 h 1289901"/>
                <a:gd name="connsiteX3-67" fmla="*/ 833625 w 1040633"/>
                <a:gd name="connsiteY3-68" fmla="*/ 1219697 h 1289901"/>
                <a:gd name="connsiteX4-69" fmla="*/ 139870 w 1040633"/>
                <a:gd name="connsiteY4-70" fmla="*/ 1191723 h 1289901"/>
                <a:gd name="connsiteX0-71" fmla="*/ 139870 w 1040633"/>
                <a:gd name="connsiteY0-72" fmla="*/ 1191723 h 1219697"/>
                <a:gd name="connsiteX1-73" fmla="*/ 0 w 1040633"/>
                <a:gd name="connsiteY1-74" fmla="*/ 0 h 1219697"/>
                <a:gd name="connsiteX2-75" fmla="*/ 1040633 w 1040633"/>
                <a:gd name="connsiteY2-76" fmla="*/ 16785 h 1219697"/>
                <a:gd name="connsiteX3-77" fmla="*/ 833625 w 1040633"/>
                <a:gd name="connsiteY3-78" fmla="*/ 1219697 h 1219697"/>
                <a:gd name="connsiteX4-79" fmla="*/ 139870 w 1040633"/>
                <a:gd name="connsiteY4-80" fmla="*/ 1191723 h 1219697"/>
                <a:gd name="connsiteX0-81" fmla="*/ 139870 w 1040633"/>
                <a:gd name="connsiteY0-82" fmla="*/ 1191723 h 1191723"/>
                <a:gd name="connsiteX1-83" fmla="*/ 0 w 1040633"/>
                <a:gd name="connsiteY1-84" fmla="*/ 0 h 1191723"/>
                <a:gd name="connsiteX2-85" fmla="*/ 1040633 w 1040633"/>
                <a:gd name="connsiteY2-86" fmla="*/ 16785 h 1191723"/>
                <a:gd name="connsiteX3-87" fmla="*/ 671988 w 1040633"/>
                <a:gd name="connsiteY3-88" fmla="*/ 1158121 h 1191723"/>
                <a:gd name="connsiteX4-89" fmla="*/ 139870 w 1040633"/>
                <a:gd name="connsiteY4-90" fmla="*/ 1191723 h 1191723"/>
                <a:gd name="connsiteX0-91" fmla="*/ 363082 w 1040633"/>
                <a:gd name="connsiteY0-92" fmla="*/ 1160935 h 1160935"/>
                <a:gd name="connsiteX1-93" fmla="*/ 0 w 1040633"/>
                <a:gd name="connsiteY1-94" fmla="*/ 0 h 1160935"/>
                <a:gd name="connsiteX2-95" fmla="*/ 1040633 w 1040633"/>
                <a:gd name="connsiteY2-96" fmla="*/ 16785 h 1160935"/>
                <a:gd name="connsiteX3-97" fmla="*/ 671988 w 1040633"/>
                <a:gd name="connsiteY3-98" fmla="*/ 1158121 h 1160935"/>
                <a:gd name="connsiteX4-99" fmla="*/ 363082 w 1040633"/>
                <a:gd name="connsiteY4-100" fmla="*/ 1160935 h 1160935"/>
                <a:gd name="connsiteX0-101" fmla="*/ 363082 w 1040633"/>
                <a:gd name="connsiteY0-102" fmla="*/ 1160935 h 1160935"/>
                <a:gd name="connsiteX1-103" fmla="*/ 0 w 1040633"/>
                <a:gd name="connsiteY1-104" fmla="*/ 0 h 1160935"/>
                <a:gd name="connsiteX2-105" fmla="*/ 1040633 w 1040633"/>
                <a:gd name="connsiteY2-106" fmla="*/ 16785 h 1160935"/>
                <a:gd name="connsiteX3-107" fmla="*/ 671988 w 1040633"/>
                <a:gd name="connsiteY3-108" fmla="*/ 1158121 h 1160935"/>
                <a:gd name="connsiteX4-109" fmla="*/ 363082 w 1040633"/>
                <a:gd name="connsiteY4-110" fmla="*/ 1160935 h 1160935"/>
                <a:gd name="connsiteX0-111" fmla="*/ 363082 w 1040633"/>
                <a:gd name="connsiteY0-112" fmla="*/ 1160935 h 1160935"/>
                <a:gd name="connsiteX1-113" fmla="*/ 0 w 1040633"/>
                <a:gd name="connsiteY1-114" fmla="*/ 0 h 1160935"/>
                <a:gd name="connsiteX2-115" fmla="*/ 1040633 w 1040633"/>
                <a:gd name="connsiteY2-116" fmla="*/ 16785 h 1160935"/>
                <a:gd name="connsiteX3-117" fmla="*/ 671988 w 1040633"/>
                <a:gd name="connsiteY3-118" fmla="*/ 1158121 h 1160935"/>
                <a:gd name="connsiteX4-119" fmla="*/ 363082 w 1040633"/>
                <a:gd name="connsiteY4-120" fmla="*/ 1160935 h 1160935"/>
                <a:gd name="connsiteX0-121" fmla="*/ 363082 w 1040633"/>
                <a:gd name="connsiteY0-122" fmla="*/ 1160935 h 1160935"/>
                <a:gd name="connsiteX1-123" fmla="*/ 0 w 1040633"/>
                <a:gd name="connsiteY1-124" fmla="*/ 0 h 1160935"/>
                <a:gd name="connsiteX2-125" fmla="*/ 1040633 w 1040633"/>
                <a:gd name="connsiteY2-126" fmla="*/ 16785 h 1160935"/>
                <a:gd name="connsiteX3-127" fmla="*/ 671988 w 1040633"/>
                <a:gd name="connsiteY3-128" fmla="*/ 1158121 h 1160935"/>
                <a:gd name="connsiteX4-129" fmla="*/ 363082 w 1040633"/>
                <a:gd name="connsiteY4-130" fmla="*/ 1160935 h 1160935"/>
                <a:gd name="connsiteX0-131" fmla="*/ 363082 w 1040633"/>
                <a:gd name="connsiteY0-132" fmla="*/ 1160935 h 1160935"/>
                <a:gd name="connsiteX1-133" fmla="*/ 0 w 1040633"/>
                <a:gd name="connsiteY1-134" fmla="*/ 0 h 1160935"/>
                <a:gd name="connsiteX2-135" fmla="*/ 1040633 w 1040633"/>
                <a:gd name="connsiteY2-136" fmla="*/ 16785 h 1160935"/>
                <a:gd name="connsiteX3-137" fmla="*/ 671988 w 1040633"/>
                <a:gd name="connsiteY3-138" fmla="*/ 1158121 h 1160935"/>
                <a:gd name="connsiteX4-139" fmla="*/ 363082 w 1040633"/>
                <a:gd name="connsiteY4-140" fmla="*/ 1160935 h 1160935"/>
                <a:gd name="connsiteX0-141" fmla="*/ 363082 w 1040633"/>
                <a:gd name="connsiteY0-142" fmla="*/ 1160935 h 1160935"/>
                <a:gd name="connsiteX1-143" fmla="*/ 0 w 1040633"/>
                <a:gd name="connsiteY1-144" fmla="*/ 0 h 1160935"/>
                <a:gd name="connsiteX2-145" fmla="*/ 1040633 w 1040633"/>
                <a:gd name="connsiteY2-146" fmla="*/ 16785 h 1160935"/>
                <a:gd name="connsiteX3-147" fmla="*/ 671988 w 1040633"/>
                <a:gd name="connsiteY3-148" fmla="*/ 1158121 h 1160935"/>
                <a:gd name="connsiteX4-149" fmla="*/ 363082 w 1040633"/>
                <a:gd name="connsiteY4-150" fmla="*/ 1160935 h 1160935"/>
                <a:gd name="connsiteX0-151" fmla="*/ 363082 w 1040633"/>
                <a:gd name="connsiteY0-152" fmla="*/ 1160935 h 1160935"/>
                <a:gd name="connsiteX1-153" fmla="*/ 0 w 1040633"/>
                <a:gd name="connsiteY1-154" fmla="*/ 0 h 1160935"/>
                <a:gd name="connsiteX2-155" fmla="*/ 1040633 w 1040633"/>
                <a:gd name="connsiteY2-156" fmla="*/ 16785 h 1160935"/>
                <a:gd name="connsiteX3-157" fmla="*/ 671988 w 1040633"/>
                <a:gd name="connsiteY3-158" fmla="*/ 1158121 h 1160935"/>
                <a:gd name="connsiteX4-159" fmla="*/ 363082 w 1040633"/>
                <a:gd name="connsiteY4-160" fmla="*/ 1160935 h 1160935"/>
                <a:gd name="connsiteX0-161" fmla="*/ 363082 w 778664"/>
                <a:gd name="connsiteY0-162" fmla="*/ 1160935 h 1160935"/>
                <a:gd name="connsiteX1-163" fmla="*/ 0 w 778664"/>
                <a:gd name="connsiteY1-164" fmla="*/ 0 h 1160935"/>
                <a:gd name="connsiteX2-165" fmla="*/ 778664 w 778664"/>
                <a:gd name="connsiteY2-166" fmla="*/ 130682 h 1160935"/>
                <a:gd name="connsiteX3-167" fmla="*/ 671988 w 778664"/>
                <a:gd name="connsiteY3-168" fmla="*/ 1158121 h 1160935"/>
                <a:gd name="connsiteX4-169" fmla="*/ 363082 w 778664"/>
                <a:gd name="connsiteY4-170" fmla="*/ 1160935 h 1160935"/>
                <a:gd name="connsiteX0-171" fmla="*/ 363082 w 778664"/>
                <a:gd name="connsiteY0-172" fmla="*/ 1160935 h 1160935"/>
                <a:gd name="connsiteX1-173" fmla="*/ 0 w 778664"/>
                <a:gd name="connsiteY1-174" fmla="*/ 0 h 1160935"/>
                <a:gd name="connsiteX2-175" fmla="*/ 778664 w 778664"/>
                <a:gd name="connsiteY2-176" fmla="*/ 130682 h 1160935"/>
                <a:gd name="connsiteX3-177" fmla="*/ 694768 w 778664"/>
                <a:gd name="connsiteY3-178" fmla="*/ 1112562 h 1160935"/>
                <a:gd name="connsiteX4-179" fmla="*/ 363082 w 778664"/>
                <a:gd name="connsiteY4-180" fmla="*/ 1160935 h 1160935"/>
                <a:gd name="connsiteX0-181" fmla="*/ 363082 w 778664"/>
                <a:gd name="connsiteY0-182" fmla="*/ 1160935 h 1160935"/>
                <a:gd name="connsiteX1-183" fmla="*/ 0 w 778664"/>
                <a:gd name="connsiteY1-184" fmla="*/ 0 h 1160935"/>
                <a:gd name="connsiteX2-185" fmla="*/ 778664 w 778664"/>
                <a:gd name="connsiteY2-186" fmla="*/ 130682 h 1160935"/>
                <a:gd name="connsiteX3-187" fmla="*/ 694768 w 778664"/>
                <a:gd name="connsiteY3-188" fmla="*/ 1112562 h 1160935"/>
                <a:gd name="connsiteX4-189" fmla="*/ 363082 w 778664"/>
                <a:gd name="connsiteY4-190" fmla="*/ 1160935 h 1160935"/>
                <a:gd name="connsiteX0-191" fmla="*/ 397252 w 778664"/>
                <a:gd name="connsiteY0-192" fmla="*/ 1103987 h 1112562"/>
                <a:gd name="connsiteX1-193" fmla="*/ 0 w 778664"/>
                <a:gd name="connsiteY1-194" fmla="*/ 0 h 1112562"/>
                <a:gd name="connsiteX2-195" fmla="*/ 778664 w 778664"/>
                <a:gd name="connsiteY2-196" fmla="*/ 130682 h 1112562"/>
                <a:gd name="connsiteX3-197" fmla="*/ 694768 w 778664"/>
                <a:gd name="connsiteY3-198" fmla="*/ 1112562 h 1112562"/>
                <a:gd name="connsiteX4-199" fmla="*/ 397252 w 778664"/>
                <a:gd name="connsiteY4-200" fmla="*/ 1103987 h 1112562"/>
                <a:gd name="connsiteX0-201" fmla="*/ 397252 w 778664"/>
                <a:gd name="connsiteY0-202" fmla="*/ 1103987 h 1112562"/>
                <a:gd name="connsiteX1-203" fmla="*/ 0 w 778664"/>
                <a:gd name="connsiteY1-204" fmla="*/ 0 h 1112562"/>
                <a:gd name="connsiteX2-205" fmla="*/ 778664 w 778664"/>
                <a:gd name="connsiteY2-206" fmla="*/ 130682 h 1112562"/>
                <a:gd name="connsiteX3-207" fmla="*/ 694768 w 778664"/>
                <a:gd name="connsiteY3-208" fmla="*/ 1112562 h 1112562"/>
                <a:gd name="connsiteX4-209" fmla="*/ 397252 w 778664"/>
                <a:gd name="connsiteY4-210" fmla="*/ 1103987 h 1112562"/>
                <a:gd name="connsiteX0-211" fmla="*/ 397252 w 778664"/>
                <a:gd name="connsiteY0-212" fmla="*/ 1103987 h 1112562"/>
                <a:gd name="connsiteX1-213" fmla="*/ 0 w 778664"/>
                <a:gd name="connsiteY1-214" fmla="*/ 0 h 1112562"/>
                <a:gd name="connsiteX2-215" fmla="*/ 778664 w 778664"/>
                <a:gd name="connsiteY2-216" fmla="*/ 130682 h 1112562"/>
                <a:gd name="connsiteX3-217" fmla="*/ 694768 w 778664"/>
                <a:gd name="connsiteY3-218" fmla="*/ 1112562 h 1112562"/>
                <a:gd name="connsiteX4-219" fmla="*/ 397252 w 778664"/>
                <a:gd name="connsiteY4-220" fmla="*/ 1103987 h 1112562"/>
                <a:gd name="connsiteX0-221" fmla="*/ 123893 w 505305"/>
                <a:gd name="connsiteY0-222" fmla="*/ 973305 h 981880"/>
                <a:gd name="connsiteX1-223" fmla="*/ 0 w 505305"/>
                <a:gd name="connsiteY1-224" fmla="*/ 28773 h 981880"/>
                <a:gd name="connsiteX2-225" fmla="*/ 505305 w 505305"/>
                <a:gd name="connsiteY2-226" fmla="*/ 0 h 981880"/>
                <a:gd name="connsiteX3-227" fmla="*/ 421409 w 505305"/>
                <a:gd name="connsiteY3-228" fmla="*/ 981880 h 981880"/>
                <a:gd name="connsiteX4-229" fmla="*/ 123893 w 505305"/>
                <a:gd name="connsiteY4-230" fmla="*/ 973305 h 981880"/>
                <a:gd name="connsiteX0-231" fmla="*/ 123893 w 505305"/>
                <a:gd name="connsiteY0-232" fmla="*/ 973305 h 981880"/>
                <a:gd name="connsiteX1-233" fmla="*/ 0 w 505305"/>
                <a:gd name="connsiteY1-234" fmla="*/ 28773 h 981880"/>
                <a:gd name="connsiteX2-235" fmla="*/ 505305 w 505305"/>
                <a:gd name="connsiteY2-236" fmla="*/ 0 h 981880"/>
                <a:gd name="connsiteX3-237" fmla="*/ 421409 w 505305"/>
                <a:gd name="connsiteY3-238" fmla="*/ 981880 h 981880"/>
                <a:gd name="connsiteX4-239" fmla="*/ 123893 w 505305"/>
                <a:gd name="connsiteY4-240" fmla="*/ 973305 h 981880"/>
                <a:gd name="connsiteX0-241" fmla="*/ 123893 w 505305"/>
                <a:gd name="connsiteY0-242" fmla="*/ 973305 h 981880"/>
                <a:gd name="connsiteX1-243" fmla="*/ 0 w 505305"/>
                <a:gd name="connsiteY1-244" fmla="*/ 28773 h 981880"/>
                <a:gd name="connsiteX2-245" fmla="*/ 505305 w 505305"/>
                <a:gd name="connsiteY2-246" fmla="*/ 0 h 981880"/>
                <a:gd name="connsiteX3-247" fmla="*/ 421409 w 505305"/>
                <a:gd name="connsiteY3-248" fmla="*/ 981880 h 981880"/>
                <a:gd name="connsiteX4-249" fmla="*/ 123893 w 505305"/>
                <a:gd name="connsiteY4-250" fmla="*/ 973305 h 981880"/>
                <a:gd name="connsiteX0-251" fmla="*/ 123893 w 505305"/>
                <a:gd name="connsiteY0-252" fmla="*/ 973305 h 981880"/>
                <a:gd name="connsiteX1-253" fmla="*/ 0 w 505305"/>
                <a:gd name="connsiteY1-254" fmla="*/ 28773 h 981880"/>
                <a:gd name="connsiteX2-255" fmla="*/ 505305 w 505305"/>
                <a:gd name="connsiteY2-256" fmla="*/ 0 h 981880"/>
                <a:gd name="connsiteX3-257" fmla="*/ 421409 w 505305"/>
                <a:gd name="connsiteY3-258" fmla="*/ 981880 h 981880"/>
                <a:gd name="connsiteX4-259" fmla="*/ 123893 w 505305"/>
                <a:gd name="connsiteY4-260" fmla="*/ 973305 h 981880"/>
                <a:gd name="connsiteX0-261" fmla="*/ 118198 w 499610"/>
                <a:gd name="connsiteY0-262" fmla="*/ 973305 h 981880"/>
                <a:gd name="connsiteX1-263" fmla="*/ 0 w 499610"/>
                <a:gd name="connsiteY1-264" fmla="*/ 11688 h 981880"/>
                <a:gd name="connsiteX2-265" fmla="*/ 499610 w 499610"/>
                <a:gd name="connsiteY2-266" fmla="*/ 0 h 981880"/>
                <a:gd name="connsiteX3-267" fmla="*/ 415714 w 499610"/>
                <a:gd name="connsiteY3-268" fmla="*/ 981880 h 981880"/>
                <a:gd name="connsiteX4-269" fmla="*/ 118198 w 499610"/>
                <a:gd name="connsiteY4-270" fmla="*/ 973305 h 981880"/>
                <a:gd name="connsiteX0-271" fmla="*/ 118198 w 499610"/>
                <a:gd name="connsiteY0-272" fmla="*/ 973305 h 981880"/>
                <a:gd name="connsiteX1-273" fmla="*/ 0 w 499610"/>
                <a:gd name="connsiteY1-274" fmla="*/ 11688 h 981880"/>
                <a:gd name="connsiteX2-275" fmla="*/ 499610 w 499610"/>
                <a:gd name="connsiteY2-276" fmla="*/ 0 h 981880"/>
                <a:gd name="connsiteX3-277" fmla="*/ 415714 w 499610"/>
                <a:gd name="connsiteY3-278" fmla="*/ 981880 h 981880"/>
                <a:gd name="connsiteX4-279" fmla="*/ 118198 w 499610"/>
                <a:gd name="connsiteY4-280" fmla="*/ 973305 h 981880"/>
                <a:gd name="connsiteX0-281" fmla="*/ 118198 w 499610"/>
                <a:gd name="connsiteY0-282" fmla="*/ 973305 h 981880"/>
                <a:gd name="connsiteX1-283" fmla="*/ 0 w 499610"/>
                <a:gd name="connsiteY1-284" fmla="*/ 11688 h 981880"/>
                <a:gd name="connsiteX2-285" fmla="*/ 499610 w 499610"/>
                <a:gd name="connsiteY2-286" fmla="*/ 0 h 981880"/>
                <a:gd name="connsiteX3-287" fmla="*/ 415714 w 499610"/>
                <a:gd name="connsiteY3-288" fmla="*/ 981880 h 981880"/>
                <a:gd name="connsiteX4-289" fmla="*/ 118198 w 499610"/>
                <a:gd name="connsiteY4-290" fmla="*/ 973305 h 981880"/>
                <a:gd name="connsiteX0-291" fmla="*/ 118198 w 499610"/>
                <a:gd name="connsiteY0-292" fmla="*/ 973305 h 981880"/>
                <a:gd name="connsiteX1-293" fmla="*/ 0 w 499610"/>
                <a:gd name="connsiteY1-294" fmla="*/ 11688 h 981880"/>
                <a:gd name="connsiteX2-295" fmla="*/ 499610 w 499610"/>
                <a:gd name="connsiteY2-296" fmla="*/ 0 h 981880"/>
                <a:gd name="connsiteX3-297" fmla="*/ 415714 w 499610"/>
                <a:gd name="connsiteY3-298" fmla="*/ 981880 h 981880"/>
                <a:gd name="connsiteX4-299" fmla="*/ 118198 w 499610"/>
                <a:gd name="connsiteY4-300" fmla="*/ 973305 h 981880"/>
                <a:gd name="connsiteX0-301" fmla="*/ 118198 w 499610"/>
                <a:gd name="connsiteY0-302" fmla="*/ 973305 h 981880"/>
                <a:gd name="connsiteX1-303" fmla="*/ 0 w 499610"/>
                <a:gd name="connsiteY1-304" fmla="*/ 11688 h 981880"/>
                <a:gd name="connsiteX2-305" fmla="*/ 499610 w 499610"/>
                <a:gd name="connsiteY2-306" fmla="*/ 0 h 981880"/>
                <a:gd name="connsiteX3-307" fmla="*/ 415714 w 499610"/>
                <a:gd name="connsiteY3-308" fmla="*/ 981880 h 981880"/>
                <a:gd name="connsiteX4-309" fmla="*/ 118198 w 499610"/>
                <a:gd name="connsiteY4-310" fmla="*/ 973305 h 981880"/>
                <a:gd name="connsiteX0-311" fmla="*/ 118198 w 499610"/>
                <a:gd name="connsiteY0-312" fmla="*/ 973305 h 976186"/>
                <a:gd name="connsiteX1-313" fmla="*/ 0 w 499610"/>
                <a:gd name="connsiteY1-314" fmla="*/ 11688 h 976186"/>
                <a:gd name="connsiteX2-315" fmla="*/ 499610 w 499610"/>
                <a:gd name="connsiteY2-316" fmla="*/ 0 h 976186"/>
                <a:gd name="connsiteX3-317" fmla="*/ 273339 w 499610"/>
                <a:gd name="connsiteY3-318" fmla="*/ 976186 h 976186"/>
                <a:gd name="connsiteX4-319" fmla="*/ 118198 w 499610"/>
                <a:gd name="connsiteY4-320" fmla="*/ 973305 h 976186"/>
                <a:gd name="connsiteX0-321" fmla="*/ 118198 w 499610"/>
                <a:gd name="connsiteY0-322" fmla="*/ 973305 h 976186"/>
                <a:gd name="connsiteX1-323" fmla="*/ 0 w 499610"/>
                <a:gd name="connsiteY1-324" fmla="*/ 11688 h 976186"/>
                <a:gd name="connsiteX2-325" fmla="*/ 499610 w 499610"/>
                <a:gd name="connsiteY2-326" fmla="*/ 0 h 976186"/>
                <a:gd name="connsiteX3-327" fmla="*/ 273339 w 499610"/>
                <a:gd name="connsiteY3-328" fmla="*/ 976186 h 976186"/>
                <a:gd name="connsiteX4-329" fmla="*/ 118198 w 499610"/>
                <a:gd name="connsiteY4-330" fmla="*/ 973305 h 976186"/>
                <a:gd name="connsiteX0-331" fmla="*/ 197928 w 499610"/>
                <a:gd name="connsiteY0-332" fmla="*/ 973305 h 976186"/>
                <a:gd name="connsiteX1-333" fmla="*/ 0 w 499610"/>
                <a:gd name="connsiteY1-334" fmla="*/ 11688 h 976186"/>
                <a:gd name="connsiteX2-335" fmla="*/ 499610 w 499610"/>
                <a:gd name="connsiteY2-336" fmla="*/ 0 h 976186"/>
                <a:gd name="connsiteX3-337" fmla="*/ 273339 w 499610"/>
                <a:gd name="connsiteY3-338" fmla="*/ 976186 h 976186"/>
                <a:gd name="connsiteX4-339" fmla="*/ 197928 w 499610"/>
                <a:gd name="connsiteY4-340" fmla="*/ 973305 h 976186"/>
                <a:gd name="connsiteX0-341" fmla="*/ 197928 w 499610"/>
                <a:gd name="connsiteY0-342" fmla="*/ 973305 h 976186"/>
                <a:gd name="connsiteX1-343" fmla="*/ 0 w 499610"/>
                <a:gd name="connsiteY1-344" fmla="*/ 11688 h 976186"/>
                <a:gd name="connsiteX2-345" fmla="*/ 499610 w 499610"/>
                <a:gd name="connsiteY2-346" fmla="*/ 0 h 976186"/>
                <a:gd name="connsiteX3-347" fmla="*/ 273339 w 499610"/>
                <a:gd name="connsiteY3-348" fmla="*/ 976186 h 976186"/>
                <a:gd name="connsiteX4-349" fmla="*/ 197928 w 499610"/>
                <a:gd name="connsiteY4-350" fmla="*/ 973305 h 976186"/>
                <a:gd name="connsiteX0-351" fmla="*/ 197928 w 499610"/>
                <a:gd name="connsiteY0-352" fmla="*/ 973305 h 976186"/>
                <a:gd name="connsiteX1-353" fmla="*/ 0 w 499610"/>
                <a:gd name="connsiteY1-354" fmla="*/ 11688 h 976186"/>
                <a:gd name="connsiteX2-355" fmla="*/ 499610 w 499610"/>
                <a:gd name="connsiteY2-356" fmla="*/ 0 h 976186"/>
                <a:gd name="connsiteX3-357" fmla="*/ 273339 w 499610"/>
                <a:gd name="connsiteY3-358" fmla="*/ 976186 h 976186"/>
                <a:gd name="connsiteX4-359" fmla="*/ 197928 w 499610"/>
                <a:gd name="connsiteY4-360" fmla="*/ 973305 h 976186"/>
                <a:gd name="connsiteX0-361" fmla="*/ 197928 w 499610"/>
                <a:gd name="connsiteY0-362" fmla="*/ 973305 h 976186"/>
                <a:gd name="connsiteX1-363" fmla="*/ 0 w 499610"/>
                <a:gd name="connsiteY1-364" fmla="*/ 11688 h 976186"/>
                <a:gd name="connsiteX2-365" fmla="*/ 499610 w 499610"/>
                <a:gd name="connsiteY2-366" fmla="*/ 0 h 976186"/>
                <a:gd name="connsiteX3-367" fmla="*/ 273339 w 499610"/>
                <a:gd name="connsiteY3-368" fmla="*/ 976186 h 976186"/>
                <a:gd name="connsiteX4-369" fmla="*/ 197928 w 499610"/>
                <a:gd name="connsiteY4-370" fmla="*/ 973305 h 976186"/>
                <a:gd name="connsiteX0-371" fmla="*/ 197928 w 621064"/>
                <a:gd name="connsiteY0-372" fmla="*/ 973305 h 973305"/>
                <a:gd name="connsiteX1-373" fmla="*/ 0 w 621064"/>
                <a:gd name="connsiteY1-374" fmla="*/ 11688 h 973305"/>
                <a:gd name="connsiteX2-375" fmla="*/ 499610 w 621064"/>
                <a:gd name="connsiteY2-376" fmla="*/ 0 h 973305"/>
                <a:gd name="connsiteX3-377" fmla="*/ 558839 w 621064"/>
                <a:gd name="connsiteY3-378" fmla="*/ 754682 h 973305"/>
                <a:gd name="connsiteX4-379" fmla="*/ 197928 w 621064"/>
                <a:gd name="connsiteY4-380" fmla="*/ 973305 h 973305"/>
                <a:gd name="connsiteX0-381" fmla="*/ 197928 w 558839"/>
                <a:gd name="connsiteY0-382" fmla="*/ 973305 h 973305"/>
                <a:gd name="connsiteX1-383" fmla="*/ 0 w 558839"/>
                <a:gd name="connsiteY1-384" fmla="*/ 11688 h 973305"/>
                <a:gd name="connsiteX2-385" fmla="*/ 499610 w 558839"/>
                <a:gd name="connsiteY2-386" fmla="*/ 0 h 973305"/>
                <a:gd name="connsiteX3-387" fmla="*/ 558839 w 558839"/>
                <a:gd name="connsiteY3-388" fmla="*/ 754682 h 973305"/>
                <a:gd name="connsiteX4-389" fmla="*/ 197928 w 558839"/>
                <a:gd name="connsiteY4-390" fmla="*/ 973305 h 973305"/>
                <a:gd name="connsiteX0-391" fmla="*/ 197928 w 558839"/>
                <a:gd name="connsiteY0-392" fmla="*/ 973305 h 973305"/>
                <a:gd name="connsiteX1-393" fmla="*/ 0 w 558839"/>
                <a:gd name="connsiteY1-394" fmla="*/ 11688 h 973305"/>
                <a:gd name="connsiteX2-395" fmla="*/ 499610 w 558839"/>
                <a:gd name="connsiteY2-396" fmla="*/ 0 h 973305"/>
                <a:gd name="connsiteX3-397" fmla="*/ 558839 w 558839"/>
                <a:gd name="connsiteY3-398" fmla="*/ 754682 h 973305"/>
                <a:gd name="connsiteX4-399" fmla="*/ 197928 w 558839"/>
                <a:gd name="connsiteY4-400" fmla="*/ 973305 h 973305"/>
                <a:gd name="connsiteX0-401" fmla="*/ 370213 w 558839"/>
                <a:gd name="connsiteY0-402" fmla="*/ 796102 h 796102"/>
                <a:gd name="connsiteX1-403" fmla="*/ 0 w 558839"/>
                <a:gd name="connsiteY1-404" fmla="*/ 11688 h 796102"/>
                <a:gd name="connsiteX2-405" fmla="*/ 499610 w 558839"/>
                <a:gd name="connsiteY2-406" fmla="*/ 0 h 796102"/>
                <a:gd name="connsiteX3-407" fmla="*/ 558839 w 558839"/>
                <a:gd name="connsiteY3-408" fmla="*/ 754682 h 796102"/>
                <a:gd name="connsiteX4-409" fmla="*/ 370213 w 558839"/>
                <a:gd name="connsiteY4-410" fmla="*/ 796102 h 796102"/>
                <a:gd name="connsiteX0-411" fmla="*/ 370213 w 558839"/>
                <a:gd name="connsiteY0-412" fmla="*/ 796102 h 796102"/>
                <a:gd name="connsiteX1-413" fmla="*/ 0 w 558839"/>
                <a:gd name="connsiteY1-414" fmla="*/ 11688 h 796102"/>
                <a:gd name="connsiteX2-415" fmla="*/ 499610 w 558839"/>
                <a:gd name="connsiteY2-416" fmla="*/ 0 h 796102"/>
                <a:gd name="connsiteX3-417" fmla="*/ 558839 w 558839"/>
                <a:gd name="connsiteY3-418" fmla="*/ 754682 h 796102"/>
                <a:gd name="connsiteX4-419" fmla="*/ 370213 w 558839"/>
                <a:gd name="connsiteY4-420" fmla="*/ 796102 h 796102"/>
                <a:gd name="connsiteX0-421" fmla="*/ 370213 w 558839"/>
                <a:gd name="connsiteY0-422" fmla="*/ 796102 h 796102"/>
                <a:gd name="connsiteX1-423" fmla="*/ 0 w 558839"/>
                <a:gd name="connsiteY1-424" fmla="*/ 11688 h 796102"/>
                <a:gd name="connsiteX2-425" fmla="*/ 499610 w 558839"/>
                <a:gd name="connsiteY2-426" fmla="*/ 0 h 796102"/>
                <a:gd name="connsiteX3-427" fmla="*/ 558839 w 558839"/>
                <a:gd name="connsiteY3-428" fmla="*/ 754682 h 796102"/>
                <a:gd name="connsiteX4-429" fmla="*/ 370213 w 558839"/>
                <a:gd name="connsiteY4-430" fmla="*/ 796102 h 796102"/>
                <a:gd name="connsiteX0-431" fmla="*/ 370213 w 558839"/>
                <a:gd name="connsiteY0-432" fmla="*/ 1315828 h 1315828"/>
                <a:gd name="connsiteX1-433" fmla="*/ 0 w 558839"/>
                <a:gd name="connsiteY1-434" fmla="*/ 531414 h 1315828"/>
                <a:gd name="connsiteX2-435" fmla="*/ 506930 w 558839"/>
                <a:gd name="connsiteY2-436" fmla="*/ 0 h 1315828"/>
                <a:gd name="connsiteX3-437" fmla="*/ 558839 w 558839"/>
                <a:gd name="connsiteY3-438" fmla="*/ 1274408 h 1315828"/>
                <a:gd name="connsiteX4-439" fmla="*/ 370213 w 558839"/>
                <a:gd name="connsiteY4-440" fmla="*/ 1315828 h 1315828"/>
                <a:gd name="connsiteX0-441" fmla="*/ 384853 w 573479"/>
                <a:gd name="connsiteY0-442" fmla="*/ 1326654 h 1326654"/>
                <a:gd name="connsiteX1-443" fmla="*/ 0 w 573479"/>
                <a:gd name="connsiteY1-444" fmla="*/ 554 h 1326654"/>
                <a:gd name="connsiteX2-445" fmla="*/ 521570 w 573479"/>
                <a:gd name="connsiteY2-446" fmla="*/ 10826 h 1326654"/>
                <a:gd name="connsiteX3-447" fmla="*/ 573479 w 573479"/>
                <a:gd name="connsiteY3-448" fmla="*/ 1285234 h 1326654"/>
                <a:gd name="connsiteX4-449" fmla="*/ 384853 w 573479"/>
                <a:gd name="connsiteY4-450" fmla="*/ 1326654 h 1326654"/>
                <a:gd name="connsiteX0-451" fmla="*/ 384853 w 573479"/>
                <a:gd name="connsiteY0-452" fmla="*/ 1326654 h 1326654"/>
                <a:gd name="connsiteX1-453" fmla="*/ 0 w 573479"/>
                <a:gd name="connsiteY1-454" fmla="*/ 554 h 1326654"/>
                <a:gd name="connsiteX2-455" fmla="*/ 521570 w 573479"/>
                <a:gd name="connsiteY2-456" fmla="*/ 10826 h 1326654"/>
                <a:gd name="connsiteX3-457" fmla="*/ 573479 w 573479"/>
                <a:gd name="connsiteY3-458" fmla="*/ 1285234 h 1326654"/>
                <a:gd name="connsiteX4-459" fmla="*/ 384853 w 573479"/>
                <a:gd name="connsiteY4-460" fmla="*/ 1326654 h 1326654"/>
                <a:gd name="connsiteX0-461" fmla="*/ 384853 w 573479"/>
                <a:gd name="connsiteY0-462" fmla="*/ 1326654 h 1326654"/>
                <a:gd name="connsiteX1-463" fmla="*/ 0 w 573479"/>
                <a:gd name="connsiteY1-464" fmla="*/ 554 h 1326654"/>
                <a:gd name="connsiteX2-465" fmla="*/ 521570 w 573479"/>
                <a:gd name="connsiteY2-466" fmla="*/ 10826 h 1326654"/>
                <a:gd name="connsiteX3-467" fmla="*/ 573479 w 573479"/>
                <a:gd name="connsiteY3-468" fmla="*/ 1285234 h 1326654"/>
                <a:gd name="connsiteX4-469" fmla="*/ 384853 w 573479"/>
                <a:gd name="connsiteY4-470" fmla="*/ 1326654 h 1326654"/>
                <a:gd name="connsiteX0-471" fmla="*/ 384853 w 573479"/>
                <a:gd name="connsiteY0-472" fmla="*/ 1326654 h 1326654"/>
                <a:gd name="connsiteX1-473" fmla="*/ 0 w 573479"/>
                <a:gd name="connsiteY1-474" fmla="*/ 554 h 1326654"/>
                <a:gd name="connsiteX2-475" fmla="*/ 521570 w 573479"/>
                <a:gd name="connsiteY2-476" fmla="*/ 10826 h 1326654"/>
                <a:gd name="connsiteX3-477" fmla="*/ 573479 w 573479"/>
                <a:gd name="connsiteY3-478" fmla="*/ 1285234 h 1326654"/>
                <a:gd name="connsiteX4-479" fmla="*/ 384853 w 573479"/>
                <a:gd name="connsiteY4-480" fmla="*/ 1326654 h 1326654"/>
                <a:gd name="connsiteX0-481" fmla="*/ 384853 w 573479"/>
                <a:gd name="connsiteY0-482" fmla="*/ 1326654 h 1326654"/>
                <a:gd name="connsiteX1-483" fmla="*/ 0 w 573479"/>
                <a:gd name="connsiteY1-484" fmla="*/ 554 h 1326654"/>
                <a:gd name="connsiteX2-485" fmla="*/ 521570 w 573479"/>
                <a:gd name="connsiteY2-486" fmla="*/ 10826 h 1326654"/>
                <a:gd name="connsiteX3-487" fmla="*/ 573479 w 573479"/>
                <a:gd name="connsiteY3-488" fmla="*/ 1285234 h 1326654"/>
                <a:gd name="connsiteX4-489" fmla="*/ 384853 w 573479"/>
                <a:gd name="connsiteY4-490" fmla="*/ 1326654 h 1326654"/>
                <a:gd name="connsiteX0-491" fmla="*/ 384853 w 573479"/>
                <a:gd name="connsiteY0-492" fmla="*/ 1326654 h 1326654"/>
                <a:gd name="connsiteX1-493" fmla="*/ 0 w 573479"/>
                <a:gd name="connsiteY1-494" fmla="*/ 554 h 1326654"/>
                <a:gd name="connsiteX2-495" fmla="*/ 521570 w 573479"/>
                <a:gd name="connsiteY2-496" fmla="*/ 10826 h 1326654"/>
                <a:gd name="connsiteX3-497" fmla="*/ 573479 w 573479"/>
                <a:gd name="connsiteY3-498" fmla="*/ 1285234 h 1326654"/>
                <a:gd name="connsiteX4-499" fmla="*/ 384853 w 573479"/>
                <a:gd name="connsiteY4-500" fmla="*/ 1326654 h 1326654"/>
                <a:gd name="connsiteX0-501" fmla="*/ 384853 w 588119"/>
                <a:gd name="connsiteY0-502" fmla="*/ 1326654 h 1326654"/>
                <a:gd name="connsiteX1-503" fmla="*/ 0 w 588119"/>
                <a:gd name="connsiteY1-504" fmla="*/ 554 h 1326654"/>
                <a:gd name="connsiteX2-505" fmla="*/ 521570 w 588119"/>
                <a:gd name="connsiteY2-506" fmla="*/ 10826 h 1326654"/>
                <a:gd name="connsiteX3-507" fmla="*/ 588119 w 588119"/>
                <a:gd name="connsiteY3-508" fmla="*/ 1321835 h 1326654"/>
                <a:gd name="connsiteX4-509" fmla="*/ 384853 w 588119"/>
                <a:gd name="connsiteY4-510" fmla="*/ 1326654 h 1326654"/>
                <a:gd name="connsiteX0-511" fmla="*/ 384853 w 588119"/>
                <a:gd name="connsiteY0-512" fmla="*/ 1326654 h 1326654"/>
                <a:gd name="connsiteX1-513" fmla="*/ 0 w 588119"/>
                <a:gd name="connsiteY1-514" fmla="*/ 554 h 1326654"/>
                <a:gd name="connsiteX2-515" fmla="*/ 521570 w 588119"/>
                <a:gd name="connsiteY2-516" fmla="*/ 10826 h 1326654"/>
                <a:gd name="connsiteX3-517" fmla="*/ 588119 w 588119"/>
                <a:gd name="connsiteY3-518" fmla="*/ 1321835 h 1326654"/>
                <a:gd name="connsiteX4-519" fmla="*/ 384853 w 588119"/>
                <a:gd name="connsiteY4-520" fmla="*/ 1326654 h 1326654"/>
                <a:gd name="connsiteX0-521" fmla="*/ 384853 w 588119"/>
                <a:gd name="connsiteY0-522" fmla="*/ 1326148 h 1326148"/>
                <a:gd name="connsiteX1-523" fmla="*/ 0 w 588119"/>
                <a:gd name="connsiteY1-524" fmla="*/ 48 h 1326148"/>
                <a:gd name="connsiteX2-525" fmla="*/ 521570 w 588119"/>
                <a:gd name="connsiteY2-526" fmla="*/ 228243 h 1326148"/>
                <a:gd name="connsiteX3-527" fmla="*/ 588119 w 588119"/>
                <a:gd name="connsiteY3-528" fmla="*/ 1321329 h 1326148"/>
                <a:gd name="connsiteX4-529" fmla="*/ 384853 w 588119"/>
                <a:gd name="connsiteY4-530" fmla="*/ 1326148 h 1326148"/>
                <a:gd name="connsiteX0-531" fmla="*/ 384853 w 588119"/>
                <a:gd name="connsiteY0-532" fmla="*/ 1326148 h 1326148"/>
                <a:gd name="connsiteX1-533" fmla="*/ 0 w 588119"/>
                <a:gd name="connsiteY1-534" fmla="*/ 48 h 1326148"/>
                <a:gd name="connsiteX2-535" fmla="*/ 521570 w 588119"/>
                <a:gd name="connsiteY2-536" fmla="*/ 228243 h 1326148"/>
                <a:gd name="connsiteX3-537" fmla="*/ 588119 w 588119"/>
                <a:gd name="connsiteY3-538" fmla="*/ 1321329 h 1326148"/>
                <a:gd name="connsiteX4-539" fmla="*/ 384853 w 588119"/>
                <a:gd name="connsiteY4-540" fmla="*/ 1326148 h 1326148"/>
                <a:gd name="connsiteX0-541" fmla="*/ 384853 w 588119"/>
                <a:gd name="connsiteY0-542" fmla="*/ 1326148 h 1326148"/>
                <a:gd name="connsiteX1-543" fmla="*/ 0 w 588119"/>
                <a:gd name="connsiteY1-544" fmla="*/ 48 h 1326148"/>
                <a:gd name="connsiteX2-545" fmla="*/ 521570 w 588119"/>
                <a:gd name="connsiteY2-546" fmla="*/ 228243 h 1326148"/>
                <a:gd name="connsiteX3-547" fmla="*/ 588119 w 588119"/>
                <a:gd name="connsiteY3-548" fmla="*/ 1321329 h 1326148"/>
                <a:gd name="connsiteX4-549" fmla="*/ 384853 w 588119"/>
                <a:gd name="connsiteY4-550" fmla="*/ 1326148 h 1326148"/>
                <a:gd name="connsiteX0-551" fmla="*/ 366066 w 569332"/>
                <a:gd name="connsiteY0-552" fmla="*/ 1097905 h 1097905"/>
                <a:gd name="connsiteX1-553" fmla="*/ 0 w 569332"/>
                <a:gd name="connsiteY1-554" fmla="*/ 4757 h 1097905"/>
                <a:gd name="connsiteX2-555" fmla="*/ 502783 w 569332"/>
                <a:gd name="connsiteY2-556" fmla="*/ 0 h 1097905"/>
                <a:gd name="connsiteX3-557" fmla="*/ 569332 w 569332"/>
                <a:gd name="connsiteY3-558" fmla="*/ 1093086 h 1097905"/>
                <a:gd name="connsiteX4-559" fmla="*/ 366066 w 569332"/>
                <a:gd name="connsiteY4-560" fmla="*/ 1097905 h 1097905"/>
                <a:gd name="connsiteX0-561" fmla="*/ 366066 w 569332"/>
                <a:gd name="connsiteY0-562" fmla="*/ 1097905 h 1097905"/>
                <a:gd name="connsiteX1-563" fmla="*/ 0 w 569332"/>
                <a:gd name="connsiteY1-564" fmla="*/ 4757 h 1097905"/>
                <a:gd name="connsiteX2-565" fmla="*/ 502783 w 569332"/>
                <a:gd name="connsiteY2-566" fmla="*/ 0 h 1097905"/>
                <a:gd name="connsiteX3-567" fmla="*/ 569332 w 569332"/>
                <a:gd name="connsiteY3-568" fmla="*/ 1093086 h 1097905"/>
                <a:gd name="connsiteX4-569" fmla="*/ 366066 w 569332"/>
                <a:gd name="connsiteY4-570" fmla="*/ 1097905 h 1097905"/>
                <a:gd name="connsiteX0-571" fmla="*/ 366066 w 569332"/>
                <a:gd name="connsiteY0-572" fmla="*/ 1097905 h 1097905"/>
                <a:gd name="connsiteX1-573" fmla="*/ 0 w 569332"/>
                <a:gd name="connsiteY1-574" fmla="*/ 4757 h 1097905"/>
                <a:gd name="connsiteX2-575" fmla="*/ 502783 w 569332"/>
                <a:gd name="connsiteY2-576" fmla="*/ 0 h 1097905"/>
                <a:gd name="connsiteX3-577" fmla="*/ 569332 w 569332"/>
                <a:gd name="connsiteY3-578" fmla="*/ 1093086 h 1097905"/>
                <a:gd name="connsiteX4-579" fmla="*/ 366066 w 569332"/>
                <a:gd name="connsiteY4-580" fmla="*/ 1097905 h 1097905"/>
                <a:gd name="connsiteX0-581" fmla="*/ 366066 w 594113"/>
                <a:gd name="connsiteY0-582" fmla="*/ 1097905 h 1179971"/>
                <a:gd name="connsiteX1-583" fmla="*/ 0 w 594113"/>
                <a:gd name="connsiteY1-584" fmla="*/ 4757 h 1179971"/>
                <a:gd name="connsiteX2-585" fmla="*/ 502783 w 594113"/>
                <a:gd name="connsiteY2-586" fmla="*/ 0 h 1179971"/>
                <a:gd name="connsiteX3-587" fmla="*/ 594113 w 594113"/>
                <a:gd name="connsiteY3-588" fmla="*/ 1179818 h 1179971"/>
                <a:gd name="connsiteX4-589" fmla="*/ 366066 w 594113"/>
                <a:gd name="connsiteY4-590" fmla="*/ 1097905 h 1179971"/>
                <a:gd name="connsiteX0-591" fmla="*/ 403236 w 594113"/>
                <a:gd name="connsiteY0-592" fmla="*/ 1215612 h 1215612"/>
                <a:gd name="connsiteX1-593" fmla="*/ 0 w 594113"/>
                <a:gd name="connsiteY1-594" fmla="*/ 4757 h 1215612"/>
                <a:gd name="connsiteX2-595" fmla="*/ 502783 w 594113"/>
                <a:gd name="connsiteY2-596" fmla="*/ 0 h 1215612"/>
                <a:gd name="connsiteX3-597" fmla="*/ 594113 w 594113"/>
                <a:gd name="connsiteY3-598" fmla="*/ 1179818 h 1215612"/>
                <a:gd name="connsiteX4-599" fmla="*/ 403236 w 594113"/>
                <a:gd name="connsiteY4-600" fmla="*/ 1215612 h 1215612"/>
                <a:gd name="connsiteX0-601" fmla="*/ 403236 w 574100"/>
                <a:gd name="connsiteY0-602" fmla="*/ 1215612 h 1215612"/>
                <a:gd name="connsiteX1-603" fmla="*/ 0 w 574100"/>
                <a:gd name="connsiteY1-604" fmla="*/ 4757 h 1215612"/>
                <a:gd name="connsiteX2-605" fmla="*/ 502783 w 574100"/>
                <a:gd name="connsiteY2-606" fmla="*/ 0 h 1215612"/>
                <a:gd name="connsiteX3-607" fmla="*/ 574100 w 574100"/>
                <a:gd name="connsiteY3-608" fmla="*/ 1014877 h 1215612"/>
                <a:gd name="connsiteX4-609" fmla="*/ 403236 w 574100"/>
                <a:gd name="connsiteY4-610" fmla="*/ 1215612 h 1215612"/>
                <a:gd name="connsiteX0-611" fmla="*/ 333190 w 574100"/>
                <a:gd name="connsiteY0-612" fmla="*/ 985695 h 1015244"/>
                <a:gd name="connsiteX1-613" fmla="*/ 0 w 574100"/>
                <a:gd name="connsiteY1-614" fmla="*/ 4757 h 1015244"/>
                <a:gd name="connsiteX2-615" fmla="*/ 502783 w 574100"/>
                <a:gd name="connsiteY2-616" fmla="*/ 0 h 1015244"/>
                <a:gd name="connsiteX3-617" fmla="*/ 574100 w 574100"/>
                <a:gd name="connsiteY3-618" fmla="*/ 1014877 h 1015244"/>
                <a:gd name="connsiteX4-619" fmla="*/ 333190 w 574100"/>
                <a:gd name="connsiteY4-620" fmla="*/ 985695 h 101524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433" name="Group 28"/>
            <p:cNvGrpSpPr/>
            <p:nvPr/>
          </p:nvGrpSpPr>
          <p:grpSpPr bwMode="auto"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587" name="Rectangle 495"/>
              <p:cNvSpPr/>
              <p:nvPr/>
            </p:nvSpPr>
            <p:spPr bwMode="auto">
              <a:xfrm rot="10800000">
                <a:off x="1867528" y="3957548"/>
                <a:ext cx="1027113" cy="61109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588" name="Group 498"/>
              <p:cNvGrpSpPr/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602" name="Oval 514"/>
                <p:cNvSpPr/>
                <p:nvPr/>
              </p:nvSpPr>
              <p:spPr>
                <a:xfrm>
                  <a:off x="4129067" y="3720144"/>
                  <a:ext cx="567968" cy="224867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03" name="Rectangle 515"/>
                <p:cNvSpPr/>
                <p:nvPr/>
              </p:nvSpPr>
              <p:spPr>
                <a:xfrm>
                  <a:off x="4129067" y="3720144"/>
                  <a:ext cx="567968" cy="111689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04" name="Oval 516"/>
                <p:cNvSpPr/>
                <p:nvPr/>
              </p:nvSpPr>
              <p:spPr>
                <a:xfrm>
                  <a:off x="4129067" y="3606966"/>
                  <a:ext cx="567968" cy="224867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  <a:alpha val="7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605" name="Straight Connector 517"/>
                <p:cNvCxnSpPr/>
                <p:nvPr/>
              </p:nvCxnSpPr>
              <p:spPr>
                <a:xfrm>
                  <a:off x="4697035" y="3720144"/>
                  <a:ext cx="0" cy="111689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6" name="Straight Connector 518"/>
                <p:cNvCxnSpPr/>
                <p:nvPr/>
              </p:nvCxnSpPr>
              <p:spPr>
                <a:xfrm>
                  <a:off x="4129067" y="3720144"/>
                  <a:ext cx="0" cy="111689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89" name="Rectangle 499"/>
              <p:cNvSpPr/>
              <p:nvPr/>
            </p:nvSpPr>
            <p:spPr bwMode="auto">
              <a:xfrm>
                <a:off x="1877053" y="4705148"/>
                <a:ext cx="1028700" cy="522210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60000"/>
                      <a:lumOff val="40000"/>
                      <a:alpha val="62000"/>
                    </a:schemeClr>
                  </a:gs>
                  <a:gs pos="54000">
                    <a:schemeClr val="accent2">
                      <a:lumMod val="40000"/>
                      <a:lumOff val="6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90" name="Straight Connector 501"/>
              <p:cNvCxnSpPr/>
              <p:nvPr/>
            </p:nvCxnSpPr>
            <p:spPr bwMode="auto">
              <a:xfrm>
                <a:off x="1861178" y="3981356"/>
                <a:ext cx="17463" cy="1301555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1" name="Straight Connector 502"/>
              <p:cNvCxnSpPr/>
              <p:nvPr/>
            </p:nvCxnSpPr>
            <p:spPr bwMode="auto">
              <a:xfrm flipH="1">
                <a:off x="2894641" y="3971833"/>
                <a:ext cx="6350" cy="1269810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92" name="Group 504"/>
              <p:cNvGrpSpPr/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593" name="Oval 505"/>
                <p:cNvSpPr/>
                <p:nvPr/>
              </p:nvSpPr>
              <p:spPr bwMode="auto">
                <a:xfrm flipV="1">
                  <a:off x="2185125" y="1689286"/>
                  <a:ext cx="1196349" cy="31485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20000"/>
                        <a:lumOff val="80000"/>
                      </a:schemeClr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94" name="Rectangle 506"/>
                <p:cNvSpPr/>
                <p:nvPr/>
              </p:nvSpPr>
              <p:spPr bwMode="auto">
                <a:xfrm>
                  <a:off x="2183302" y="1735489"/>
                  <a:ext cx="1198172" cy="112938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95" name="Oval 507"/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349" cy="31485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>
                    <a:defRPr/>
                  </a:pPr>
                  <a:endParaRPr lang="zh-CN" altLang="zh-CN" sz="1800">
                    <a:solidFill>
                      <a:srgbClr val="FFFFFF"/>
                    </a:solidFill>
                    <a:latin typeface="Gill Sans MT" panose="020B0502020104020203" pitchFamily="34" charset="0"/>
                  </a:endParaRPr>
                </a:p>
              </p:txBody>
            </p:sp>
            <p:sp>
              <p:nvSpPr>
                <p:cNvPr id="596" name="Freeform 508"/>
                <p:cNvSpPr/>
                <p:nvPr/>
              </p:nvSpPr>
              <p:spPr bwMode="auto">
                <a:xfrm>
                  <a:off x="2489684" y="1670464"/>
                  <a:ext cx="581761" cy="15742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97" name="Freeform 509"/>
                <p:cNvSpPr/>
                <p:nvPr/>
              </p:nvSpPr>
              <p:spPr bwMode="auto">
                <a:xfrm>
                  <a:off x="2429501" y="1629396"/>
                  <a:ext cx="703949" cy="111226"/>
                </a:xfrm>
                <a:custGeom>
                  <a:avLst/>
                  <a:gdLst>
                    <a:gd name="T0" fmla="*/ 0 w 3723451"/>
                    <a:gd name="T1" fmla="*/ 27211 h 932950"/>
                    <a:gd name="T2" fmla="*/ 123865 w 3723451"/>
                    <a:gd name="T3" fmla="*/ 321 h 932950"/>
                    <a:gd name="T4" fmla="*/ 350850 w 3723451"/>
                    <a:gd name="T5" fmla="*/ 62061 h 932950"/>
                    <a:gd name="T6" fmla="*/ 567397 w 3723451"/>
                    <a:gd name="T7" fmla="*/ 0 h 932950"/>
                    <a:gd name="T8" fmla="*/ 703949 w 3723451"/>
                    <a:gd name="T9" fmla="*/ 24696 h 932950"/>
                    <a:gd name="T10" fmla="*/ 602354 w 3723451"/>
                    <a:gd name="T11" fmla="*/ 55064 h 932950"/>
                    <a:gd name="T12" fmla="*/ 569645 w 3723451"/>
                    <a:gd name="T13" fmla="*/ 46877 h 932950"/>
                    <a:gd name="T14" fmla="*/ 354838 w 3723451"/>
                    <a:gd name="T15" fmla="*/ 111226 h 932950"/>
                    <a:gd name="T16" fmla="*/ 134536 w 3723451"/>
                    <a:gd name="T17" fmla="*/ 49244 h 932950"/>
                    <a:gd name="T18" fmla="*/ 98918 w 3723451"/>
                    <a:gd name="T19" fmla="*/ 55934 h 932950"/>
                    <a:gd name="T20" fmla="*/ 0 w 3723451"/>
                    <a:gd name="T21" fmla="*/ 27211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>
                    <a:defRPr/>
                  </a:pPr>
                  <a:endParaRPr lang="zh-CN" altLang="en-US"/>
                </a:p>
              </p:txBody>
            </p:sp>
            <p:sp>
              <p:nvSpPr>
                <p:cNvPr id="598" name="Freeform 510"/>
                <p:cNvSpPr/>
                <p:nvPr/>
              </p:nvSpPr>
              <p:spPr bwMode="auto">
                <a:xfrm>
                  <a:off x="2892722" y="1723510"/>
                  <a:ext cx="257143" cy="95826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143 w 1366596"/>
                    <a:gd name="T3" fmla="*/ 74047 h 809868"/>
                    <a:gd name="T4" fmla="*/ 162771 w 1366596"/>
                    <a:gd name="T5" fmla="*/ 95826 h 809868"/>
                    <a:gd name="T6" fmla="*/ 866 w 1366596"/>
                    <a:gd name="T7" fmla="*/ 5063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>
                    <a:defRPr/>
                  </a:pPr>
                  <a:endParaRPr lang="zh-CN" altLang="en-US"/>
                </a:p>
              </p:txBody>
            </p:sp>
            <p:sp>
              <p:nvSpPr>
                <p:cNvPr id="599" name="Freeform 511"/>
                <p:cNvSpPr/>
                <p:nvPr/>
              </p:nvSpPr>
              <p:spPr bwMode="auto">
                <a:xfrm>
                  <a:off x="2416736" y="1725222"/>
                  <a:ext cx="255318" cy="94114"/>
                </a:xfrm>
                <a:custGeom>
                  <a:avLst/>
                  <a:gdLst>
                    <a:gd name="T0" fmla="*/ 251832 w 1348191"/>
                    <a:gd name="T1" fmla="*/ 0 h 791462"/>
                    <a:gd name="T2" fmla="*/ 255318 w 1348191"/>
                    <a:gd name="T3" fmla="*/ 45415 h 791462"/>
                    <a:gd name="T4" fmla="*/ 92368 w 1348191"/>
                    <a:gd name="T5" fmla="*/ 94114 h 791462"/>
                    <a:gd name="T6" fmla="*/ 0 w 1348191"/>
                    <a:gd name="T7" fmla="*/ 72774 h 791462"/>
                    <a:gd name="T8" fmla="*/ 251832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>
                    <a:defRPr/>
                  </a:pPr>
                  <a:endParaRPr lang="zh-CN" altLang="en-US"/>
                </a:p>
              </p:txBody>
            </p:sp>
            <p:cxnSp>
              <p:nvCxnSpPr>
                <p:cNvPr id="600" name="Straight Connector 512"/>
                <p:cNvCxnSpPr>
                  <a:cxnSpLocks noChangeShapeType="1"/>
                  <a:endCxn id="595" idx="2"/>
                </p:cNvCxnSpPr>
                <p:nvPr/>
              </p:nvCxnSpPr>
              <p:spPr bwMode="auto">
                <a:xfrm flipH="1" flipV="1">
                  <a:off x="2183302" y="1732067"/>
                  <a:ext cx="1823" cy="121493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</p:spPr>
            </p:cxnSp>
            <p:cxnSp>
              <p:nvCxnSpPr>
                <p:cNvPr id="601" name="Straight Connector 513"/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1474" y="1728644"/>
                  <a:ext cx="1824" cy="121493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</p:spPr>
            </p:cxnSp>
          </p:grpSp>
        </p:grpSp>
        <p:grpSp>
          <p:nvGrpSpPr>
            <p:cNvPr id="434" name="Group 29"/>
            <p:cNvGrpSpPr/>
            <p:nvPr/>
          </p:nvGrpSpPr>
          <p:grpSpPr bwMode="auto"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567" name="Rectangle 548"/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68" name="Straight Connector 549"/>
              <p:cNvCxnSpPr/>
              <p:nvPr/>
            </p:nvCxnSpPr>
            <p:spPr bwMode="auto">
              <a:xfrm flipH="1">
                <a:off x="4078916" y="4019450"/>
                <a:ext cx="1587" cy="1365045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69" name="Group 552"/>
              <p:cNvGrpSpPr/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582" name="Oval 561"/>
                <p:cNvSpPr/>
                <p:nvPr/>
              </p:nvSpPr>
              <p:spPr>
                <a:xfrm>
                  <a:off x="4128204" y="3719337"/>
                  <a:ext cx="568606" cy="225500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83" name="Rectangle 562"/>
                <p:cNvSpPr/>
                <p:nvPr/>
              </p:nvSpPr>
              <p:spPr>
                <a:xfrm>
                  <a:off x="4128204" y="3719337"/>
                  <a:ext cx="568606" cy="111537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84" name="Oval 563"/>
                <p:cNvSpPr/>
                <p:nvPr/>
              </p:nvSpPr>
              <p:spPr>
                <a:xfrm>
                  <a:off x="4128204" y="3598101"/>
                  <a:ext cx="568606" cy="232773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85" name="Straight Connector 564"/>
                <p:cNvCxnSpPr/>
                <p:nvPr/>
              </p:nvCxnSpPr>
              <p:spPr>
                <a:xfrm>
                  <a:off x="4696810" y="3719337"/>
                  <a:ext cx="0" cy="111537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6" name="Straight Connector 565"/>
                <p:cNvCxnSpPr/>
                <p:nvPr/>
              </p:nvCxnSpPr>
              <p:spPr>
                <a:xfrm>
                  <a:off x="4128204" y="3719337"/>
                  <a:ext cx="0" cy="111537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70" name="Rectangle 553"/>
              <p:cNvSpPr/>
              <p:nvPr/>
            </p:nvSpPr>
            <p:spPr bwMode="auto">
              <a:xfrm>
                <a:off x="3572503" y="4574992"/>
                <a:ext cx="496888" cy="812678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71" name="Straight Connector 556"/>
              <p:cNvCxnSpPr/>
              <p:nvPr/>
            </p:nvCxnSpPr>
            <p:spPr bwMode="auto">
              <a:xfrm flipH="1">
                <a:off x="3566153" y="4027387"/>
                <a:ext cx="3175" cy="1450757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72" name="Group 538"/>
              <p:cNvGrpSpPr/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573" name="Oval 539"/>
                <p:cNvSpPr/>
                <p:nvPr/>
              </p:nvSpPr>
              <p:spPr bwMode="auto">
                <a:xfrm flipV="1">
                  <a:off x="2188659" y="1691189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74" name="Rectangle 540"/>
                <p:cNvSpPr/>
                <p:nvPr/>
              </p:nvSpPr>
              <p:spPr bwMode="auto">
                <a:xfrm>
                  <a:off x="2184877" y="1736233"/>
                  <a:ext cx="1198749" cy="112612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75" name="Oval 541"/>
                <p:cNvSpPr>
                  <a:spLocks noChangeArrowheads="1"/>
                </p:cNvSpPr>
                <p:nvPr/>
              </p:nvSpPr>
              <p:spPr bwMode="auto">
                <a:xfrm flipV="1">
                  <a:off x="2184877" y="1564501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>
                    <a:defRPr/>
                  </a:pPr>
                  <a:endParaRPr lang="zh-CN" altLang="zh-CN" sz="1800">
                    <a:solidFill>
                      <a:srgbClr val="FFFFFF"/>
                    </a:solidFill>
                    <a:latin typeface="Gill Sans MT" panose="020B0502020104020203" pitchFamily="34" charset="0"/>
                  </a:endParaRPr>
                </a:p>
              </p:txBody>
            </p:sp>
            <p:sp>
              <p:nvSpPr>
                <p:cNvPr id="576" name="Freeform 542"/>
                <p:cNvSpPr/>
                <p:nvPr/>
              </p:nvSpPr>
              <p:spPr bwMode="auto">
                <a:xfrm>
                  <a:off x="2491182" y="1671482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77" name="Freeform 543"/>
                <p:cNvSpPr/>
                <p:nvPr/>
              </p:nvSpPr>
              <p:spPr bwMode="auto">
                <a:xfrm>
                  <a:off x="2430678" y="1629252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>
                    <a:defRPr/>
                  </a:pPr>
                  <a:endParaRPr lang="zh-CN" altLang="en-US"/>
                </a:p>
              </p:txBody>
            </p:sp>
            <p:sp>
              <p:nvSpPr>
                <p:cNvPr id="578" name="Freeform 544"/>
                <p:cNvSpPr/>
                <p:nvPr/>
              </p:nvSpPr>
              <p:spPr bwMode="auto">
                <a:xfrm>
                  <a:off x="2892025" y="1722158"/>
                  <a:ext cx="260925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965 h 809868"/>
                    <a:gd name="T4" fmla="*/ 165165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>
                    <a:defRPr/>
                  </a:pPr>
                  <a:endParaRPr lang="zh-CN" altLang="en-US"/>
                </a:p>
              </p:txBody>
            </p:sp>
            <p:sp>
              <p:nvSpPr>
                <p:cNvPr id="579" name="Freeform 545"/>
                <p:cNvSpPr/>
                <p:nvPr/>
              </p:nvSpPr>
              <p:spPr bwMode="auto">
                <a:xfrm>
                  <a:off x="2419332" y="1724972"/>
                  <a:ext cx="253364" cy="95720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6190 h 791462"/>
                    <a:gd name="T4" fmla="*/ 91661 w 1348191"/>
                    <a:gd name="T5" fmla="*/ 95720 h 791462"/>
                    <a:gd name="T6" fmla="*/ 0 w 1348191"/>
                    <a:gd name="T7" fmla="*/ 74016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>
                    <a:defRPr/>
                  </a:pPr>
                  <a:endParaRPr lang="zh-CN" altLang="en-US"/>
                </a:p>
              </p:txBody>
            </p:sp>
            <p:cxnSp>
              <p:nvCxnSpPr>
                <p:cNvPr id="580" name="Straight Connector 546"/>
                <p:cNvCxnSpPr>
                  <a:cxnSpLocks noChangeShapeType="1"/>
                  <a:endCxn id="575" idx="2"/>
                </p:cNvCxnSpPr>
                <p:nvPr/>
              </p:nvCxnSpPr>
              <p:spPr bwMode="auto">
                <a:xfrm flipH="1" flipV="1">
                  <a:off x="2184877" y="172215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</p:spPr>
            </p:cxnSp>
            <p:cxnSp>
              <p:nvCxnSpPr>
                <p:cNvPr id="581" name="Straight Connector 547"/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2" y="172778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</p:spPr>
            </p:cxnSp>
          </p:grpSp>
        </p:grpSp>
        <p:grpSp>
          <p:nvGrpSpPr>
            <p:cNvPr id="435" name="Group 30"/>
            <p:cNvGrpSpPr/>
            <p:nvPr/>
          </p:nvGrpSpPr>
          <p:grpSpPr bwMode="auto"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547" name="Rectangle 578"/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48" name="Straight Connector 579"/>
              <p:cNvCxnSpPr/>
              <p:nvPr/>
            </p:nvCxnSpPr>
            <p:spPr bwMode="auto">
              <a:xfrm flipH="1">
                <a:off x="4861553" y="4024212"/>
                <a:ext cx="1588" cy="1365045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49" name="Group 580"/>
              <p:cNvGrpSpPr/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562" name="Oval 588"/>
                <p:cNvSpPr/>
                <p:nvPr/>
              </p:nvSpPr>
              <p:spPr>
                <a:xfrm>
                  <a:off x="4128204" y="3719336"/>
                  <a:ext cx="568606" cy="225498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63" name="Rectangle 589"/>
                <p:cNvSpPr/>
                <p:nvPr/>
              </p:nvSpPr>
              <p:spPr>
                <a:xfrm>
                  <a:off x="4128204" y="3719336"/>
                  <a:ext cx="568606" cy="111537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64" name="Oval 590"/>
                <p:cNvSpPr/>
                <p:nvPr/>
              </p:nvSpPr>
              <p:spPr>
                <a:xfrm>
                  <a:off x="4128204" y="3598100"/>
                  <a:ext cx="568606" cy="232773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65" name="Straight Connector 591"/>
                <p:cNvCxnSpPr/>
                <p:nvPr/>
              </p:nvCxnSpPr>
              <p:spPr>
                <a:xfrm>
                  <a:off x="4696810" y="3719336"/>
                  <a:ext cx="0" cy="111537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92"/>
                <p:cNvCxnSpPr/>
                <p:nvPr/>
              </p:nvCxnSpPr>
              <p:spPr>
                <a:xfrm>
                  <a:off x="4128204" y="3719336"/>
                  <a:ext cx="0" cy="111537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50" name="Rectangle 581"/>
              <p:cNvSpPr/>
              <p:nvPr/>
            </p:nvSpPr>
            <p:spPr bwMode="auto">
              <a:xfrm>
                <a:off x="4355141" y="4579754"/>
                <a:ext cx="496887" cy="812678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51" name="Straight Connector 583"/>
              <p:cNvCxnSpPr/>
              <p:nvPr/>
            </p:nvCxnSpPr>
            <p:spPr bwMode="auto">
              <a:xfrm flipH="1">
                <a:off x="4348791" y="4032148"/>
                <a:ext cx="3175" cy="1450757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52" name="Group 568"/>
              <p:cNvGrpSpPr/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553" name="Oval 569"/>
                <p:cNvSpPr/>
                <p:nvPr/>
              </p:nvSpPr>
              <p:spPr bwMode="auto">
                <a:xfrm flipV="1">
                  <a:off x="2188659" y="1691187"/>
                  <a:ext cx="1194966" cy="31249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54" name="Rectangle 570"/>
                <p:cNvSpPr/>
                <p:nvPr/>
              </p:nvSpPr>
              <p:spPr bwMode="auto">
                <a:xfrm>
                  <a:off x="2184879" y="1736232"/>
                  <a:ext cx="1198746" cy="112612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55" name="Oval 571"/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498"/>
                  <a:ext cx="1194966" cy="3124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>
                    <a:defRPr/>
                  </a:pPr>
                  <a:endParaRPr lang="zh-CN" altLang="zh-CN" sz="1800">
                    <a:solidFill>
                      <a:srgbClr val="FFFFFF"/>
                    </a:solidFill>
                    <a:latin typeface="Gill Sans MT" panose="020B0502020104020203" pitchFamily="34" charset="0"/>
                  </a:endParaRPr>
                </a:p>
              </p:txBody>
            </p:sp>
            <p:sp>
              <p:nvSpPr>
                <p:cNvPr id="556" name="Freeform 572"/>
                <p:cNvSpPr/>
                <p:nvPr/>
              </p:nvSpPr>
              <p:spPr bwMode="auto">
                <a:xfrm>
                  <a:off x="2491182" y="1671479"/>
                  <a:ext cx="582357" cy="15484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57" name="Freeform 573"/>
                <p:cNvSpPr/>
                <p:nvPr/>
              </p:nvSpPr>
              <p:spPr bwMode="auto">
                <a:xfrm>
                  <a:off x="2430678" y="1629250"/>
                  <a:ext cx="703366" cy="109796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3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4 h 932950"/>
                    <a:gd name="T14" fmla="*/ 354544 w 3723451"/>
                    <a:gd name="T15" fmla="*/ 109796 h 932950"/>
                    <a:gd name="T16" fmla="*/ 134425 w 3723451"/>
                    <a:gd name="T17" fmla="*/ 48611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>
                    <a:defRPr/>
                  </a:pPr>
                  <a:endParaRPr lang="zh-CN" altLang="en-US"/>
                </a:p>
              </p:txBody>
            </p:sp>
            <p:sp>
              <p:nvSpPr>
                <p:cNvPr id="558" name="Freeform 574"/>
                <p:cNvSpPr/>
                <p:nvPr/>
              </p:nvSpPr>
              <p:spPr bwMode="auto">
                <a:xfrm>
                  <a:off x="2892025" y="1722154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>
                    <a:defRPr/>
                  </a:pPr>
                  <a:endParaRPr lang="zh-CN" altLang="en-US"/>
                </a:p>
              </p:txBody>
            </p:sp>
            <p:sp>
              <p:nvSpPr>
                <p:cNvPr id="559" name="Freeform 575"/>
                <p:cNvSpPr/>
                <p:nvPr/>
              </p:nvSpPr>
              <p:spPr bwMode="auto">
                <a:xfrm>
                  <a:off x="2419334" y="1724970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>
                    <a:defRPr/>
                  </a:pPr>
                  <a:endParaRPr lang="zh-CN" altLang="en-US"/>
                </a:p>
              </p:txBody>
            </p:sp>
            <p:cxnSp>
              <p:nvCxnSpPr>
                <p:cNvPr id="560" name="Straight Connector 576"/>
                <p:cNvCxnSpPr>
                  <a:cxnSpLocks noChangeShapeType="1"/>
                  <a:endCxn id="555" idx="2"/>
                </p:cNvCxnSpPr>
                <p:nvPr/>
              </p:nvCxnSpPr>
              <p:spPr bwMode="auto">
                <a:xfrm flipH="1" flipV="1">
                  <a:off x="2184879" y="1722154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</p:spPr>
            </p:cxnSp>
            <p:cxnSp>
              <p:nvCxnSpPr>
                <p:cNvPr id="561" name="Straight Connector 577"/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27785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</p:spPr>
            </p:cxnSp>
          </p:grpSp>
        </p:grpSp>
        <p:grpSp>
          <p:nvGrpSpPr>
            <p:cNvPr id="436" name="Group 48257"/>
            <p:cNvGrpSpPr/>
            <p:nvPr/>
          </p:nvGrpSpPr>
          <p:grpSpPr bwMode="auto"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527" name="Rectangle 605"/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28" name="Straight Connector 606"/>
              <p:cNvCxnSpPr/>
              <p:nvPr/>
            </p:nvCxnSpPr>
            <p:spPr bwMode="auto">
              <a:xfrm flipH="1">
                <a:off x="6064879" y="4006752"/>
                <a:ext cx="1588" cy="1365045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29" name="Group 607"/>
              <p:cNvGrpSpPr/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542" name="Oval 615"/>
                <p:cNvSpPr/>
                <p:nvPr/>
              </p:nvSpPr>
              <p:spPr>
                <a:xfrm>
                  <a:off x="4128205" y="3719341"/>
                  <a:ext cx="568606" cy="225500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43" name="Rectangle 616"/>
                <p:cNvSpPr/>
                <p:nvPr/>
              </p:nvSpPr>
              <p:spPr>
                <a:xfrm>
                  <a:off x="4128205" y="3719341"/>
                  <a:ext cx="568606" cy="111537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44" name="Oval 617"/>
                <p:cNvSpPr/>
                <p:nvPr/>
              </p:nvSpPr>
              <p:spPr>
                <a:xfrm>
                  <a:off x="4128205" y="3598104"/>
                  <a:ext cx="568606" cy="232773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45" name="Straight Connector 618"/>
                <p:cNvCxnSpPr/>
                <p:nvPr/>
              </p:nvCxnSpPr>
              <p:spPr>
                <a:xfrm>
                  <a:off x="4696811" y="3719341"/>
                  <a:ext cx="0" cy="111537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6" name="Straight Connector 619"/>
                <p:cNvCxnSpPr/>
                <p:nvPr/>
              </p:nvCxnSpPr>
              <p:spPr>
                <a:xfrm>
                  <a:off x="4128205" y="3719341"/>
                  <a:ext cx="0" cy="111537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30" name="Rectangle 608"/>
              <p:cNvSpPr/>
              <p:nvPr/>
            </p:nvSpPr>
            <p:spPr bwMode="auto">
              <a:xfrm>
                <a:off x="5558467" y="4562294"/>
                <a:ext cx="496887" cy="812678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31" name="Straight Connector 610"/>
              <p:cNvCxnSpPr/>
              <p:nvPr/>
            </p:nvCxnSpPr>
            <p:spPr bwMode="auto">
              <a:xfrm flipH="1">
                <a:off x="5552117" y="4014689"/>
                <a:ext cx="3175" cy="1450757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32" name="Group 595"/>
              <p:cNvGrpSpPr/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533" name="Oval 596"/>
                <p:cNvSpPr/>
                <p:nvPr/>
              </p:nvSpPr>
              <p:spPr bwMode="auto">
                <a:xfrm flipV="1">
                  <a:off x="2188662" y="1691192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34" name="Rectangle 597"/>
                <p:cNvSpPr/>
                <p:nvPr/>
              </p:nvSpPr>
              <p:spPr bwMode="auto">
                <a:xfrm>
                  <a:off x="2184881" y="1736237"/>
                  <a:ext cx="1198746" cy="112612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35" name="Oval 598"/>
                <p:cNvSpPr>
                  <a:spLocks noChangeArrowheads="1"/>
                </p:cNvSpPr>
                <p:nvPr/>
              </p:nvSpPr>
              <p:spPr bwMode="auto">
                <a:xfrm flipV="1">
                  <a:off x="2184881" y="1564505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>
                    <a:defRPr/>
                  </a:pPr>
                  <a:endParaRPr lang="zh-CN" altLang="zh-CN" sz="1800">
                    <a:solidFill>
                      <a:srgbClr val="FFFFFF"/>
                    </a:solidFill>
                    <a:latin typeface="Gill Sans MT" panose="020B0502020104020203" pitchFamily="34" charset="0"/>
                  </a:endParaRPr>
                </a:p>
              </p:txBody>
            </p:sp>
            <p:sp>
              <p:nvSpPr>
                <p:cNvPr id="536" name="Freeform 599"/>
                <p:cNvSpPr/>
                <p:nvPr/>
              </p:nvSpPr>
              <p:spPr bwMode="auto">
                <a:xfrm>
                  <a:off x="2491185" y="1671486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37" name="Freeform 600"/>
                <p:cNvSpPr/>
                <p:nvPr/>
              </p:nvSpPr>
              <p:spPr bwMode="auto">
                <a:xfrm>
                  <a:off x="2430680" y="1629256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>
                    <a:defRPr/>
                  </a:pPr>
                  <a:endParaRPr lang="zh-CN" altLang="en-US"/>
                </a:p>
              </p:txBody>
            </p:sp>
            <p:sp>
              <p:nvSpPr>
                <p:cNvPr id="538" name="Freeform 601"/>
                <p:cNvSpPr/>
                <p:nvPr/>
              </p:nvSpPr>
              <p:spPr bwMode="auto">
                <a:xfrm>
                  <a:off x="2892028" y="1722161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>
                    <a:defRPr/>
                  </a:pPr>
                  <a:endParaRPr lang="zh-CN" altLang="en-US"/>
                </a:p>
              </p:txBody>
            </p:sp>
            <p:sp>
              <p:nvSpPr>
                <p:cNvPr id="539" name="Freeform 602"/>
                <p:cNvSpPr/>
                <p:nvPr/>
              </p:nvSpPr>
              <p:spPr bwMode="auto">
                <a:xfrm>
                  <a:off x="2419337" y="1724976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>
                    <a:defRPr/>
                  </a:pPr>
                  <a:endParaRPr lang="zh-CN" altLang="en-US"/>
                </a:p>
              </p:txBody>
            </p:sp>
            <p:cxnSp>
              <p:nvCxnSpPr>
                <p:cNvPr id="540" name="Straight Connector 603"/>
                <p:cNvCxnSpPr>
                  <a:cxnSpLocks noChangeShapeType="1"/>
                  <a:endCxn id="535" idx="2"/>
                </p:cNvCxnSpPr>
                <p:nvPr/>
              </p:nvCxnSpPr>
              <p:spPr bwMode="auto">
                <a:xfrm flipH="1" flipV="1">
                  <a:off x="2184881" y="1722161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</p:spPr>
            </p:cxnSp>
            <p:cxnSp>
              <p:nvCxnSpPr>
                <p:cNvPr id="541" name="Straight Connector 604"/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7" y="1727792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</p:spPr>
            </p:cxnSp>
          </p:grpSp>
        </p:grpSp>
        <p:grpSp>
          <p:nvGrpSpPr>
            <p:cNvPr id="437" name="Group 48258"/>
            <p:cNvGrpSpPr/>
            <p:nvPr/>
          </p:nvGrpSpPr>
          <p:grpSpPr bwMode="auto"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438" name="Rectangle 632"/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41" name="Straight Connector 633"/>
              <p:cNvCxnSpPr/>
              <p:nvPr/>
            </p:nvCxnSpPr>
            <p:spPr bwMode="auto">
              <a:xfrm flipH="1">
                <a:off x="7060242" y="3994054"/>
                <a:ext cx="1587" cy="1366633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42" name="Group 634"/>
              <p:cNvGrpSpPr/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501" name="Oval 642"/>
                <p:cNvSpPr/>
                <p:nvPr/>
              </p:nvSpPr>
              <p:spPr>
                <a:xfrm>
                  <a:off x="4128205" y="3719558"/>
                  <a:ext cx="568606" cy="225284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03" name="Rectangle 643"/>
                <p:cNvSpPr/>
                <p:nvPr/>
              </p:nvSpPr>
              <p:spPr>
                <a:xfrm>
                  <a:off x="4128205" y="3719558"/>
                  <a:ext cx="568606" cy="111431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5" name="Oval 644"/>
                <p:cNvSpPr/>
                <p:nvPr/>
              </p:nvSpPr>
              <p:spPr>
                <a:xfrm>
                  <a:off x="4128205" y="3605704"/>
                  <a:ext cx="568606" cy="225286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25" name="Straight Connector 645"/>
                <p:cNvCxnSpPr/>
                <p:nvPr/>
              </p:nvCxnSpPr>
              <p:spPr>
                <a:xfrm>
                  <a:off x="4696811" y="3719558"/>
                  <a:ext cx="0" cy="111431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6" name="Straight Connector 646"/>
                <p:cNvCxnSpPr/>
                <p:nvPr/>
              </p:nvCxnSpPr>
              <p:spPr>
                <a:xfrm>
                  <a:off x="4128205" y="3719558"/>
                  <a:ext cx="0" cy="111431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3" name="Rectangle 635"/>
              <p:cNvSpPr/>
              <p:nvPr/>
            </p:nvSpPr>
            <p:spPr bwMode="auto">
              <a:xfrm>
                <a:off x="6553829" y="4551184"/>
                <a:ext cx="496888" cy="812678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45" name="Straight Connector 637"/>
              <p:cNvCxnSpPr/>
              <p:nvPr/>
            </p:nvCxnSpPr>
            <p:spPr bwMode="auto">
              <a:xfrm flipH="1">
                <a:off x="6547479" y="4001991"/>
                <a:ext cx="3175" cy="1452344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57" name="Group 622"/>
              <p:cNvGrpSpPr/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467" name="Oval 623"/>
                <p:cNvSpPr/>
                <p:nvPr/>
              </p:nvSpPr>
              <p:spPr bwMode="auto">
                <a:xfrm flipV="1">
                  <a:off x="2188662" y="1691075"/>
                  <a:ext cx="1194966" cy="3150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470" name="Rectangle 624"/>
                <p:cNvSpPr/>
                <p:nvPr/>
              </p:nvSpPr>
              <p:spPr bwMode="auto">
                <a:xfrm>
                  <a:off x="2184879" y="1736077"/>
                  <a:ext cx="1198749" cy="11250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71" name="Oval 625"/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508"/>
                  <a:ext cx="1194966" cy="315014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>
                    <a:defRPr/>
                  </a:pPr>
                  <a:endParaRPr lang="zh-CN" altLang="zh-CN" sz="1800">
                    <a:solidFill>
                      <a:srgbClr val="FFFFFF"/>
                    </a:solidFill>
                    <a:latin typeface="Gill Sans MT" panose="020B0502020104020203" pitchFamily="34" charset="0"/>
                  </a:endParaRPr>
                </a:p>
              </p:txBody>
            </p:sp>
            <p:sp>
              <p:nvSpPr>
                <p:cNvPr id="472" name="Freeform 626"/>
                <p:cNvSpPr/>
                <p:nvPr/>
              </p:nvSpPr>
              <p:spPr bwMode="auto">
                <a:xfrm>
                  <a:off x="2491185" y="1671388"/>
                  <a:ext cx="582357" cy="157507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74" name="Freeform 627"/>
                <p:cNvSpPr/>
                <p:nvPr/>
              </p:nvSpPr>
              <p:spPr bwMode="auto">
                <a:xfrm>
                  <a:off x="2430680" y="1629198"/>
                  <a:ext cx="703366" cy="112505"/>
                </a:xfrm>
                <a:custGeom>
                  <a:avLst/>
                  <a:gdLst>
                    <a:gd name="T0" fmla="*/ 0 w 3723451"/>
                    <a:gd name="T1" fmla="*/ 27524 h 932950"/>
                    <a:gd name="T2" fmla="*/ 123762 w 3723451"/>
                    <a:gd name="T3" fmla="*/ 324 h 932950"/>
                    <a:gd name="T4" fmla="*/ 350560 w 3723451"/>
                    <a:gd name="T5" fmla="*/ 62775 h 932950"/>
                    <a:gd name="T6" fmla="*/ 566927 w 3723451"/>
                    <a:gd name="T7" fmla="*/ 0 h 932950"/>
                    <a:gd name="T8" fmla="*/ 703366 w 3723451"/>
                    <a:gd name="T9" fmla="*/ 24980 h 932950"/>
                    <a:gd name="T10" fmla="*/ 601856 w 3723451"/>
                    <a:gd name="T11" fmla="*/ 55698 h 932950"/>
                    <a:gd name="T12" fmla="*/ 569173 w 3723451"/>
                    <a:gd name="T13" fmla="*/ 47416 h 932950"/>
                    <a:gd name="T14" fmla="*/ 354544 w 3723451"/>
                    <a:gd name="T15" fmla="*/ 112505 h 932950"/>
                    <a:gd name="T16" fmla="*/ 134425 w 3723451"/>
                    <a:gd name="T17" fmla="*/ 49811 h 932950"/>
                    <a:gd name="T18" fmla="*/ 98836 w 3723451"/>
                    <a:gd name="T19" fmla="*/ 56577 h 932950"/>
                    <a:gd name="T20" fmla="*/ 0 w 3723451"/>
                    <a:gd name="T21" fmla="*/ 27524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>
                    <a:defRPr/>
                  </a:pPr>
                  <a:endParaRPr lang="zh-CN" altLang="en-US"/>
                </a:p>
              </p:txBody>
            </p:sp>
            <p:sp>
              <p:nvSpPr>
                <p:cNvPr id="486" name="Freeform 628"/>
                <p:cNvSpPr/>
                <p:nvPr/>
              </p:nvSpPr>
              <p:spPr bwMode="auto">
                <a:xfrm>
                  <a:off x="2892028" y="1724827"/>
                  <a:ext cx="260925" cy="9562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895 h 809868"/>
                    <a:gd name="T4" fmla="*/ 165165 w 1366596"/>
                    <a:gd name="T5" fmla="*/ 95629 h 809868"/>
                    <a:gd name="T6" fmla="*/ 878 w 1366596"/>
                    <a:gd name="T7" fmla="*/ 50531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>
                    <a:defRPr/>
                  </a:pPr>
                  <a:endParaRPr lang="zh-CN" altLang="en-US"/>
                </a:p>
              </p:txBody>
            </p:sp>
            <p:sp>
              <p:nvSpPr>
                <p:cNvPr id="496" name="Freeform 629"/>
                <p:cNvSpPr/>
                <p:nvPr/>
              </p:nvSpPr>
              <p:spPr bwMode="auto">
                <a:xfrm>
                  <a:off x="2419334" y="1727640"/>
                  <a:ext cx="253364" cy="92816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4789 h 791462"/>
                    <a:gd name="T4" fmla="*/ 91661 w 1348191"/>
                    <a:gd name="T5" fmla="*/ 92816 h 791462"/>
                    <a:gd name="T6" fmla="*/ 0 w 1348191"/>
                    <a:gd name="T7" fmla="*/ 71770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>
                    <a:defRPr/>
                  </a:pPr>
                  <a:endParaRPr lang="zh-CN" altLang="en-US"/>
                </a:p>
              </p:txBody>
            </p:sp>
            <p:cxnSp>
              <p:nvCxnSpPr>
                <p:cNvPr id="499" name="Straight Connector 630"/>
                <p:cNvCxnSpPr>
                  <a:cxnSpLocks noChangeShapeType="1"/>
                  <a:endCxn id="471" idx="2"/>
                </p:cNvCxnSpPr>
                <p:nvPr/>
              </p:nvCxnSpPr>
              <p:spPr bwMode="auto">
                <a:xfrm flipH="1" flipV="1">
                  <a:off x="2184879" y="1722015"/>
                  <a:ext cx="3783" cy="120942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</p:spPr>
            </p:cxnSp>
            <p:cxnSp>
              <p:nvCxnSpPr>
                <p:cNvPr id="500" name="Straight Connector 631"/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30452"/>
                  <a:ext cx="3783" cy="120944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</p:spPr>
            </p:cxnSp>
          </p:grpSp>
        </p:grpSp>
      </p:grpSp>
      <p:grpSp>
        <p:nvGrpSpPr>
          <p:cNvPr id="607" name="Group 27"/>
          <p:cNvGrpSpPr/>
          <p:nvPr/>
        </p:nvGrpSpPr>
        <p:grpSpPr bwMode="auto">
          <a:xfrm>
            <a:off x="2592008" y="2262588"/>
            <a:ext cx="4416425" cy="2314575"/>
            <a:chOff x="2381956" y="2435173"/>
            <a:chExt cx="4415330" cy="2315048"/>
          </a:xfrm>
        </p:grpSpPr>
        <p:sp>
          <p:nvSpPr>
            <p:cNvPr id="608" name="Freeform 390"/>
            <p:cNvSpPr/>
            <p:nvPr/>
          </p:nvSpPr>
          <p:spPr>
            <a:xfrm>
              <a:off x="2381956" y="2439937"/>
              <a:ext cx="296789" cy="1743431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-1" fmla="*/ 307275 w 307275"/>
                <a:gd name="connsiteY0-2" fmla="*/ 0 h 2015941"/>
                <a:gd name="connsiteX1-3" fmla="*/ 0 w 307275"/>
                <a:gd name="connsiteY1-4" fmla="*/ 0 h 2015941"/>
                <a:gd name="connsiteX2-5" fmla="*/ 0 w 307275"/>
                <a:gd name="connsiteY2-6" fmla="*/ 2015941 h 2015941"/>
                <a:gd name="connsiteX0-7" fmla="*/ 228538 w 228538"/>
                <a:gd name="connsiteY0-8" fmla="*/ 0 h 2022548"/>
                <a:gd name="connsiteX1-9" fmla="*/ 0 w 228538"/>
                <a:gd name="connsiteY1-10" fmla="*/ 6607 h 2022548"/>
                <a:gd name="connsiteX2-11" fmla="*/ 0 w 228538"/>
                <a:gd name="connsiteY2-12" fmla="*/ 2022548 h 2022548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ln w="3175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CC0000"/>
                </a:solidFill>
              </a:endParaRPr>
            </a:p>
          </p:txBody>
        </p:sp>
        <p:sp>
          <p:nvSpPr>
            <p:cNvPr id="609" name="Freeform 391"/>
            <p:cNvSpPr/>
            <p:nvPr/>
          </p:nvSpPr>
          <p:spPr>
            <a:xfrm flipH="1">
              <a:off x="6411620" y="2435173"/>
              <a:ext cx="385666" cy="2300758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-1" fmla="*/ 307275 w 307275"/>
                <a:gd name="connsiteY0-2" fmla="*/ 0 h 2117725"/>
                <a:gd name="connsiteX1-3" fmla="*/ 0 w 307275"/>
                <a:gd name="connsiteY1-4" fmla="*/ 0 h 2117725"/>
                <a:gd name="connsiteX2-5" fmla="*/ 0 w 307275"/>
                <a:gd name="connsiteY2-6" fmla="*/ 2117725 h 211772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ln w="3175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610" name="Straight Arrow Connector 392"/>
            <p:cNvCxnSpPr/>
            <p:nvPr/>
          </p:nvCxnSpPr>
          <p:spPr>
            <a:xfrm flipV="1">
              <a:off x="5791061" y="2687638"/>
              <a:ext cx="7936" cy="2062583"/>
            </a:xfrm>
            <a:prstGeom prst="straightConnector1">
              <a:avLst/>
            </a:prstGeom>
            <a:ln w="3175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1" name="Straight Arrow Connector 393"/>
            <p:cNvCxnSpPr/>
            <p:nvPr/>
          </p:nvCxnSpPr>
          <p:spPr>
            <a:xfrm flipV="1">
              <a:off x="4599144" y="2708279"/>
              <a:ext cx="17458" cy="2037179"/>
            </a:xfrm>
            <a:prstGeom prst="straightConnector1">
              <a:avLst/>
            </a:prstGeom>
            <a:ln w="3175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2" name="Straight Arrow Connector 394"/>
            <p:cNvCxnSpPr/>
            <p:nvPr/>
          </p:nvCxnSpPr>
          <p:spPr>
            <a:xfrm flipH="1" flipV="1">
              <a:off x="3807178" y="2762265"/>
              <a:ext cx="9523" cy="1983193"/>
            </a:xfrm>
            <a:prstGeom prst="straightConnector1">
              <a:avLst/>
            </a:prstGeom>
            <a:ln w="3175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3" name="Group 23"/>
          <p:cNvGrpSpPr/>
          <p:nvPr/>
        </p:nvGrpSpPr>
        <p:grpSpPr bwMode="auto">
          <a:xfrm>
            <a:off x="2266571" y="4473976"/>
            <a:ext cx="4957762" cy="693737"/>
            <a:chOff x="2055070" y="4690247"/>
            <a:chExt cx="4956877" cy="694339"/>
          </a:xfrm>
        </p:grpSpPr>
        <p:grpSp>
          <p:nvGrpSpPr>
            <p:cNvPr id="614" name="Group 554"/>
            <p:cNvGrpSpPr/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635" name="Rectangle 557"/>
              <p:cNvSpPr/>
              <p:nvPr/>
            </p:nvSpPr>
            <p:spPr>
              <a:xfrm>
                <a:off x="2936890" y="3912858"/>
                <a:ext cx="425689" cy="32905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36" name="Straight Connector 558"/>
              <p:cNvCxnSpPr/>
              <p:nvPr/>
            </p:nvCxnSpPr>
            <p:spPr>
              <a:xfrm>
                <a:off x="2932124" y="4005058"/>
                <a:ext cx="425689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7" name="Straight Connector 559"/>
              <p:cNvCxnSpPr/>
              <p:nvPr/>
            </p:nvCxnSpPr>
            <p:spPr>
              <a:xfrm>
                <a:off x="2932124" y="4068645"/>
                <a:ext cx="425689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8" name="Straight Connector 560"/>
              <p:cNvCxnSpPr>
                <a:stCxn id="635" idx="2"/>
              </p:cNvCxnSpPr>
              <p:nvPr/>
            </p:nvCxnSpPr>
            <p:spPr>
              <a:xfrm flipH="1" flipV="1">
                <a:off x="3148146" y="4005058"/>
                <a:ext cx="1589" cy="236859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15" name="Group 582"/>
            <p:cNvGrpSpPr/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631" name="Rectangle 584"/>
              <p:cNvSpPr/>
              <p:nvPr/>
            </p:nvSpPr>
            <p:spPr>
              <a:xfrm>
                <a:off x="2936750" y="3912924"/>
                <a:ext cx="425689" cy="32905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32" name="Straight Connector 585"/>
              <p:cNvCxnSpPr/>
              <p:nvPr/>
            </p:nvCxnSpPr>
            <p:spPr>
              <a:xfrm>
                <a:off x="2931985" y="4005125"/>
                <a:ext cx="425689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3" name="Straight Connector 586"/>
              <p:cNvCxnSpPr/>
              <p:nvPr/>
            </p:nvCxnSpPr>
            <p:spPr>
              <a:xfrm>
                <a:off x="2931985" y="4068711"/>
                <a:ext cx="425689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4" name="Straight Connector 587"/>
              <p:cNvCxnSpPr>
                <a:stCxn id="631" idx="2"/>
              </p:cNvCxnSpPr>
              <p:nvPr/>
            </p:nvCxnSpPr>
            <p:spPr>
              <a:xfrm flipH="1" flipV="1">
                <a:off x="3148007" y="4005125"/>
                <a:ext cx="1588" cy="236859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16" name="Group 609"/>
            <p:cNvGrpSpPr/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627" name="Rectangle 611"/>
              <p:cNvSpPr/>
              <p:nvPr/>
            </p:nvSpPr>
            <p:spPr>
              <a:xfrm>
                <a:off x="2936535" y="3912722"/>
                <a:ext cx="425689" cy="329058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28" name="Straight Connector 612"/>
              <p:cNvCxnSpPr/>
              <p:nvPr/>
            </p:nvCxnSpPr>
            <p:spPr>
              <a:xfrm>
                <a:off x="2931771" y="4004922"/>
                <a:ext cx="425689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9" name="Straight Connector 613"/>
              <p:cNvCxnSpPr/>
              <p:nvPr/>
            </p:nvCxnSpPr>
            <p:spPr>
              <a:xfrm>
                <a:off x="2931771" y="4068509"/>
                <a:ext cx="425689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0" name="Straight Connector 614"/>
              <p:cNvCxnSpPr>
                <a:stCxn id="627" idx="2"/>
              </p:cNvCxnSpPr>
              <p:nvPr/>
            </p:nvCxnSpPr>
            <p:spPr>
              <a:xfrm flipH="1" flipV="1">
                <a:off x="3147792" y="4004922"/>
                <a:ext cx="1588" cy="236858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17" name="Group 636"/>
            <p:cNvGrpSpPr/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623" name="Rectangle 638"/>
              <p:cNvSpPr/>
              <p:nvPr/>
            </p:nvSpPr>
            <p:spPr>
              <a:xfrm>
                <a:off x="2936425" y="3913102"/>
                <a:ext cx="425689" cy="328747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24" name="Straight Connector 639"/>
              <p:cNvCxnSpPr/>
              <p:nvPr/>
            </p:nvCxnSpPr>
            <p:spPr>
              <a:xfrm>
                <a:off x="2931660" y="4005215"/>
                <a:ext cx="425689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5" name="Straight Connector 640"/>
              <p:cNvCxnSpPr/>
              <p:nvPr/>
            </p:nvCxnSpPr>
            <p:spPr>
              <a:xfrm>
                <a:off x="2931660" y="4067152"/>
                <a:ext cx="425689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6" name="Straight Connector 641"/>
              <p:cNvCxnSpPr>
                <a:stCxn id="623" idx="2"/>
              </p:cNvCxnSpPr>
              <p:nvPr/>
            </p:nvCxnSpPr>
            <p:spPr>
              <a:xfrm flipH="1" flipV="1">
                <a:off x="3147681" y="4005215"/>
                <a:ext cx="1588" cy="236634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18" name="Group 554"/>
            <p:cNvGrpSpPr/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619" name="Rectangle 357"/>
              <p:cNvSpPr/>
              <p:nvPr/>
            </p:nvSpPr>
            <p:spPr>
              <a:xfrm>
                <a:off x="2936722" y="3913607"/>
                <a:ext cx="425923" cy="328266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20" name="Straight Connector 358"/>
              <p:cNvCxnSpPr/>
              <p:nvPr/>
            </p:nvCxnSpPr>
            <p:spPr>
              <a:xfrm>
                <a:off x="2932675" y="4004959"/>
                <a:ext cx="424911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1" name="Straight Connector 359"/>
              <p:cNvCxnSpPr/>
              <p:nvPr/>
            </p:nvCxnSpPr>
            <p:spPr>
              <a:xfrm>
                <a:off x="2932675" y="4069207"/>
                <a:ext cx="424911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2" name="Straight Connector 360"/>
              <p:cNvCxnSpPr>
                <a:stCxn id="619" idx="2"/>
              </p:cNvCxnSpPr>
              <p:nvPr/>
            </p:nvCxnSpPr>
            <p:spPr>
              <a:xfrm flipH="1" flipV="1">
                <a:off x="3148166" y="4004959"/>
                <a:ext cx="1011" cy="236914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39" name="Group 347"/>
          <p:cNvGrpSpPr/>
          <p:nvPr/>
        </p:nvGrpSpPr>
        <p:grpSpPr bwMode="auto">
          <a:xfrm>
            <a:off x="6067046" y="5729688"/>
            <a:ext cx="588962" cy="242888"/>
            <a:chOff x="1871277" y="1576300"/>
            <a:chExt cx="1128371" cy="437861"/>
          </a:xfrm>
        </p:grpSpPr>
        <p:sp>
          <p:nvSpPr>
            <p:cNvPr id="640" name="Oval 362"/>
            <p:cNvSpPr>
              <a:spLocks noChangeArrowheads="1"/>
            </p:cNvSpPr>
            <p:nvPr/>
          </p:nvSpPr>
          <p:spPr bwMode="auto">
            <a:xfrm flipV="1">
              <a:off x="1874317" y="1693636"/>
              <a:ext cx="1125331" cy="3205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641" name="Rectangle 363"/>
            <p:cNvSpPr/>
            <p:nvPr/>
          </p:nvSpPr>
          <p:spPr bwMode="auto">
            <a:xfrm>
              <a:off x="1871277" y="1739425"/>
              <a:ext cx="1128371" cy="11733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42" name="Oval 364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643" name="Freeform 365"/>
            <p:cNvSpPr/>
            <p:nvPr/>
          </p:nvSpPr>
          <p:spPr bwMode="auto">
            <a:xfrm>
              <a:off x="2160212" y="1673602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-1" fmla="*/ 1486231 w 2944854"/>
                <a:gd name="connsiteY0-2" fmla="*/ 727041 h 1316375"/>
                <a:gd name="connsiteX1-3" fmla="*/ 257675 w 2944854"/>
                <a:gd name="connsiteY1-4" fmla="*/ 1302232 h 1316375"/>
                <a:gd name="connsiteX2-5" fmla="*/ 0 w 2944854"/>
                <a:gd name="connsiteY2-6" fmla="*/ 1228607 h 1316375"/>
                <a:gd name="connsiteX3-7" fmla="*/ 911064 w 2944854"/>
                <a:gd name="connsiteY3-8" fmla="*/ 837478 h 1316375"/>
                <a:gd name="connsiteX4-9" fmla="*/ 883456 w 2944854"/>
                <a:gd name="connsiteY4-10" fmla="*/ 450949 h 1316375"/>
                <a:gd name="connsiteX5-11" fmla="*/ 161047 w 2944854"/>
                <a:gd name="connsiteY5-12" fmla="*/ 119640 h 1316375"/>
                <a:gd name="connsiteX6-13" fmla="*/ 404917 w 2944854"/>
                <a:gd name="connsiteY6-14" fmla="*/ 50617 h 1316375"/>
                <a:gd name="connsiteX7-15" fmla="*/ 1477028 w 2944854"/>
                <a:gd name="connsiteY7-16" fmla="*/ 501566 h 1316375"/>
                <a:gd name="connsiteX8-17" fmla="*/ 2572146 w 2944854"/>
                <a:gd name="connsiteY8-18" fmla="*/ 0 h 1316375"/>
                <a:gd name="connsiteX9-19" fmla="*/ 2875834 w 2944854"/>
                <a:gd name="connsiteY9-20" fmla="*/ 96632 h 1316375"/>
                <a:gd name="connsiteX10-21" fmla="*/ 2079803 w 2944854"/>
                <a:gd name="connsiteY10-22" fmla="*/ 432543 h 1316375"/>
                <a:gd name="connsiteX11-23" fmla="*/ 2240850 w 2944854"/>
                <a:gd name="connsiteY11-24" fmla="*/ 920305 h 1316375"/>
                <a:gd name="connsiteX12-25" fmla="*/ 2944854 w 2944854"/>
                <a:gd name="connsiteY12-26" fmla="*/ 1228607 h 1316375"/>
                <a:gd name="connsiteX13-27" fmla="*/ 2756623 w 2944854"/>
                <a:gd name="connsiteY13-28" fmla="*/ 1316375 h 1316375"/>
                <a:gd name="connsiteX14-29" fmla="*/ 1486231 w 2944854"/>
                <a:gd name="connsiteY14-30" fmla="*/ 727041 h 1316375"/>
                <a:gd name="connsiteX0-31" fmla="*/ 1486231 w 3024520"/>
                <a:gd name="connsiteY0-32" fmla="*/ 727041 h 1316375"/>
                <a:gd name="connsiteX1-33" fmla="*/ 257675 w 3024520"/>
                <a:gd name="connsiteY1-34" fmla="*/ 1302232 h 1316375"/>
                <a:gd name="connsiteX2-35" fmla="*/ 0 w 3024520"/>
                <a:gd name="connsiteY2-36" fmla="*/ 1228607 h 1316375"/>
                <a:gd name="connsiteX3-37" fmla="*/ 911064 w 3024520"/>
                <a:gd name="connsiteY3-38" fmla="*/ 837478 h 1316375"/>
                <a:gd name="connsiteX4-39" fmla="*/ 883456 w 3024520"/>
                <a:gd name="connsiteY4-40" fmla="*/ 450949 h 1316375"/>
                <a:gd name="connsiteX5-41" fmla="*/ 161047 w 3024520"/>
                <a:gd name="connsiteY5-42" fmla="*/ 119640 h 1316375"/>
                <a:gd name="connsiteX6-43" fmla="*/ 404917 w 3024520"/>
                <a:gd name="connsiteY6-44" fmla="*/ 50617 h 1316375"/>
                <a:gd name="connsiteX7-45" fmla="*/ 1477028 w 3024520"/>
                <a:gd name="connsiteY7-46" fmla="*/ 501566 h 1316375"/>
                <a:gd name="connsiteX8-47" fmla="*/ 2572146 w 3024520"/>
                <a:gd name="connsiteY8-48" fmla="*/ 0 h 1316375"/>
                <a:gd name="connsiteX9-49" fmla="*/ 2875834 w 3024520"/>
                <a:gd name="connsiteY9-50" fmla="*/ 96632 h 1316375"/>
                <a:gd name="connsiteX10-51" fmla="*/ 2079803 w 3024520"/>
                <a:gd name="connsiteY10-52" fmla="*/ 432543 h 1316375"/>
                <a:gd name="connsiteX11-53" fmla="*/ 2240850 w 3024520"/>
                <a:gd name="connsiteY11-54" fmla="*/ 920305 h 1316375"/>
                <a:gd name="connsiteX12-55" fmla="*/ 3024520 w 3024520"/>
                <a:gd name="connsiteY12-56" fmla="*/ 1228607 h 1316375"/>
                <a:gd name="connsiteX13-57" fmla="*/ 2756623 w 3024520"/>
                <a:gd name="connsiteY13-58" fmla="*/ 1316375 h 1316375"/>
                <a:gd name="connsiteX14-59" fmla="*/ 1486231 w 3024520"/>
                <a:gd name="connsiteY14-60" fmla="*/ 727041 h 1316375"/>
                <a:gd name="connsiteX0-61" fmla="*/ 1537780 w 3076069"/>
                <a:gd name="connsiteY0-62" fmla="*/ 727041 h 1316375"/>
                <a:gd name="connsiteX1-63" fmla="*/ 309224 w 3076069"/>
                <a:gd name="connsiteY1-64" fmla="*/ 1302232 h 1316375"/>
                <a:gd name="connsiteX2-65" fmla="*/ 0 w 3076069"/>
                <a:gd name="connsiteY2-66" fmla="*/ 1228607 h 1316375"/>
                <a:gd name="connsiteX3-67" fmla="*/ 962613 w 3076069"/>
                <a:gd name="connsiteY3-68" fmla="*/ 837478 h 1316375"/>
                <a:gd name="connsiteX4-69" fmla="*/ 935005 w 3076069"/>
                <a:gd name="connsiteY4-70" fmla="*/ 450949 h 1316375"/>
                <a:gd name="connsiteX5-71" fmla="*/ 212596 w 3076069"/>
                <a:gd name="connsiteY5-72" fmla="*/ 119640 h 1316375"/>
                <a:gd name="connsiteX6-73" fmla="*/ 456466 w 3076069"/>
                <a:gd name="connsiteY6-74" fmla="*/ 50617 h 1316375"/>
                <a:gd name="connsiteX7-75" fmla="*/ 1528577 w 3076069"/>
                <a:gd name="connsiteY7-76" fmla="*/ 501566 h 1316375"/>
                <a:gd name="connsiteX8-77" fmla="*/ 2623695 w 3076069"/>
                <a:gd name="connsiteY8-78" fmla="*/ 0 h 1316375"/>
                <a:gd name="connsiteX9-79" fmla="*/ 2927383 w 3076069"/>
                <a:gd name="connsiteY9-80" fmla="*/ 96632 h 1316375"/>
                <a:gd name="connsiteX10-81" fmla="*/ 2131352 w 3076069"/>
                <a:gd name="connsiteY10-82" fmla="*/ 432543 h 1316375"/>
                <a:gd name="connsiteX11-83" fmla="*/ 2292399 w 3076069"/>
                <a:gd name="connsiteY11-84" fmla="*/ 920305 h 1316375"/>
                <a:gd name="connsiteX12-85" fmla="*/ 3076069 w 3076069"/>
                <a:gd name="connsiteY12-86" fmla="*/ 1228607 h 1316375"/>
                <a:gd name="connsiteX13-87" fmla="*/ 2808172 w 3076069"/>
                <a:gd name="connsiteY13-88" fmla="*/ 1316375 h 1316375"/>
                <a:gd name="connsiteX14-89" fmla="*/ 1537780 w 3076069"/>
                <a:gd name="connsiteY14-90" fmla="*/ 727041 h 1316375"/>
                <a:gd name="connsiteX0-91" fmla="*/ 1537780 w 3076069"/>
                <a:gd name="connsiteY0-92" fmla="*/ 727041 h 1321259"/>
                <a:gd name="connsiteX1-93" fmla="*/ 313981 w 3076069"/>
                <a:gd name="connsiteY1-94" fmla="*/ 1321259 h 1321259"/>
                <a:gd name="connsiteX2-95" fmla="*/ 0 w 3076069"/>
                <a:gd name="connsiteY2-96" fmla="*/ 1228607 h 1321259"/>
                <a:gd name="connsiteX3-97" fmla="*/ 962613 w 3076069"/>
                <a:gd name="connsiteY3-98" fmla="*/ 837478 h 1321259"/>
                <a:gd name="connsiteX4-99" fmla="*/ 935005 w 3076069"/>
                <a:gd name="connsiteY4-100" fmla="*/ 450949 h 1321259"/>
                <a:gd name="connsiteX5-101" fmla="*/ 212596 w 3076069"/>
                <a:gd name="connsiteY5-102" fmla="*/ 119640 h 1321259"/>
                <a:gd name="connsiteX6-103" fmla="*/ 456466 w 3076069"/>
                <a:gd name="connsiteY6-104" fmla="*/ 50617 h 1321259"/>
                <a:gd name="connsiteX7-105" fmla="*/ 1528577 w 3076069"/>
                <a:gd name="connsiteY7-106" fmla="*/ 501566 h 1321259"/>
                <a:gd name="connsiteX8-107" fmla="*/ 2623695 w 3076069"/>
                <a:gd name="connsiteY8-108" fmla="*/ 0 h 1321259"/>
                <a:gd name="connsiteX9-109" fmla="*/ 2927383 w 3076069"/>
                <a:gd name="connsiteY9-110" fmla="*/ 96632 h 1321259"/>
                <a:gd name="connsiteX10-111" fmla="*/ 2131352 w 3076069"/>
                <a:gd name="connsiteY10-112" fmla="*/ 432543 h 1321259"/>
                <a:gd name="connsiteX11-113" fmla="*/ 2292399 w 3076069"/>
                <a:gd name="connsiteY11-114" fmla="*/ 920305 h 1321259"/>
                <a:gd name="connsiteX12-115" fmla="*/ 3076069 w 3076069"/>
                <a:gd name="connsiteY12-116" fmla="*/ 1228607 h 1321259"/>
                <a:gd name="connsiteX13-117" fmla="*/ 2808172 w 3076069"/>
                <a:gd name="connsiteY13-118" fmla="*/ 1316375 h 1321259"/>
                <a:gd name="connsiteX14-119" fmla="*/ 1537780 w 3076069"/>
                <a:gd name="connsiteY14-120" fmla="*/ 727041 h 1321259"/>
                <a:gd name="connsiteX0-121" fmla="*/ 1537780 w 3076069"/>
                <a:gd name="connsiteY0-122" fmla="*/ 750825 h 1321259"/>
                <a:gd name="connsiteX1-123" fmla="*/ 313981 w 3076069"/>
                <a:gd name="connsiteY1-124" fmla="*/ 1321259 h 1321259"/>
                <a:gd name="connsiteX2-125" fmla="*/ 0 w 3076069"/>
                <a:gd name="connsiteY2-126" fmla="*/ 1228607 h 1321259"/>
                <a:gd name="connsiteX3-127" fmla="*/ 962613 w 3076069"/>
                <a:gd name="connsiteY3-128" fmla="*/ 837478 h 1321259"/>
                <a:gd name="connsiteX4-129" fmla="*/ 935005 w 3076069"/>
                <a:gd name="connsiteY4-130" fmla="*/ 450949 h 1321259"/>
                <a:gd name="connsiteX5-131" fmla="*/ 212596 w 3076069"/>
                <a:gd name="connsiteY5-132" fmla="*/ 119640 h 1321259"/>
                <a:gd name="connsiteX6-133" fmla="*/ 456466 w 3076069"/>
                <a:gd name="connsiteY6-134" fmla="*/ 50617 h 1321259"/>
                <a:gd name="connsiteX7-135" fmla="*/ 1528577 w 3076069"/>
                <a:gd name="connsiteY7-136" fmla="*/ 501566 h 1321259"/>
                <a:gd name="connsiteX8-137" fmla="*/ 2623695 w 3076069"/>
                <a:gd name="connsiteY8-138" fmla="*/ 0 h 1321259"/>
                <a:gd name="connsiteX9-139" fmla="*/ 2927383 w 3076069"/>
                <a:gd name="connsiteY9-140" fmla="*/ 96632 h 1321259"/>
                <a:gd name="connsiteX10-141" fmla="*/ 2131352 w 3076069"/>
                <a:gd name="connsiteY10-142" fmla="*/ 432543 h 1321259"/>
                <a:gd name="connsiteX11-143" fmla="*/ 2292399 w 3076069"/>
                <a:gd name="connsiteY11-144" fmla="*/ 920305 h 1321259"/>
                <a:gd name="connsiteX12-145" fmla="*/ 3076069 w 3076069"/>
                <a:gd name="connsiteY12-146" fmla="*/ 1228607 h 1321259"/>
                <a:gd name="connsiteX13-147" fmla="*/ 2808172 w 3076069"/>
                <a:gd name="connsiteY13-148" fmla="*/ 1316375 h 1321259"/>
                <a:gd name="connsiteX14-149" fmla="*/ 1537780 w 3076069"/>
                <a:gd name="connsiteY14-150" fmla="*/ 750825 h 132125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44" name="Freeform 366"/>
            <p:cNvSpPr/>
            <p:nvPr/>
          </p:nvSpPr>
          <p:spPr bwMode="auto">
            <a:xfrm>
              <a:off x="2102426" y="1633537"/>
              <a:ext cx="663033" cy="111612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7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6 h 932950"/>
                <a:gd name="T12" fmla="*/ 536535 w 3723451"/>
                <a:gd name="T13" fmla="*/ 47040 h 932950"/>
                <a:gd name="T14" fmla="*/ 334214 w 3723451"/>
                <a:gd name="T15" fmla="*/ 111612 h 932950"/>
                <a:gd name="T16" fmla="*/ 126717 w 3723451"/>
                <a:gd name="T17" fmla="*/ 49415 h 932950"/>
                <a:gd name="T18" fmla="*/ 93168 w 3723451"/>
                <a:gd name="T19" fmla="*/ 56128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645" name="Freeform 367"/>
            <p:cNvSpPr/>
            <p:nvPr/>
          </p:nvSpPr>
          <p:spPr bwMode="auto">
            <a:xfrm>
              <a:off x="2537350" y="1727978"/>
              <a:ext cx="243315" cy="97302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8 h 809868"/>
                <a:gd name="T4" fmla="*/ 154017 w 1366596"/>
                <a:gd name="T5" fmla="*/ 97302 h 809868"/>
                <a:gd name="T6" fmla="*/ 819 w 1366596"/>
                <a:gd name="T7" fmla="*/ 51415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646" name="Freeform 368"/>
            <p:cNvSpPr/>
            <p:nvPr/>
          </p:nvSpPr>
          <p:spPr bwMode="auto">
            <a:xfrm>
              <a:off x="2090260" y="1730839"/>
              <a:ext cx="240272" cy="97302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2 h 791462"/>
                <a:gd name="T6" fmla="*/ 0 w 1348191"/>
                <a:gd name="T7" fmla="*/ 75239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647" name="Straight Connector 369"/>
            <p:cNvCxnSpPr>
              <a:cxnSpLocks noChangeShapeType="1"/>
              <a:endCxn id="642" idx="2"/>
            </p:cNvCxnSpPr>
            <p:nvPr/>
          </p:nvCxnSpPr>
          <p:spPr bwMode="auto">
            <a:xfrm flipH="1" flipV="1">
              <a:off x="1871277" y="1736563"/>
              <a:ext cx="3040" cy="12306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</p:spPr>
        </p:cxnSp>
        <p:cxnSp>
          <p:nvCxnSpPr>
            <p:cNvPr id="648" name="Straight Connector 370"/>
            <p:cNvCxnSpPr>
              <a:cxnSpLocks noChangeShapeType="1"/>
            </p:cNvCxnSpPr>
            <p:nvPr/>
          </p:nvCxnSpPr>
          <p:spPr bwMode="auto">
            <a:xfrm flipH="1" flipV="1">
              <a:off x="2996608" y="1733702"/>
              <a:ext cx="3040" cy="1230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</p:spPr>
        </p:cxnSp>
      </p:grpSp>
      <p:grpSp>
        <p:nvGrpSpPr>
          <p:cNvPr id="649" name="Group 347"/>
          <p:cNvGrpSpPr/>
          <p:nvPr/>
        </p:nvGrpSpPr>
        <p:grpSpPr bwMode="auto">
          <a:xfrm>
            <a:off x="4585908" y="5588401"/>
            <a:ext cx="588963" cy="242887"/>
            <a:chOff x="1871277" y="1576300"/>
            <a:chExt cx="1128371" cy="437861"/>
          </a:xfrm>
        </p:grpSpPr>
        <p:sp>
          <p:nvSpPr>
            <p:cNvPr id="650" name="Oval 372"/>
            <p:cNvSpPr>
              <a:spLocks noChangeArrowheads="1"/>
            </p:cNvSpPr>
            <p:nvPr/>
          </p:nvSpPr>
          <p:spPr bwMode="auto">
            <a:xfrm flipV="1">
              <a:off x="1874319" y="1693635"/>
              <a:ext cx="1125329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651" name="Rectangle 373"/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2" name="Oval 374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29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653" name="Freeform 375"/>
            <p:cNvSpPr/>
            <p:nvPr/>
          </p:nvSpPr>
          <p:spPr bwMode="auto">
            <a:xfrm>
              <a:off x="2160214" y="1673603"/>
              <a:ext cx="547457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-1" fmla="*/ 1486231 w 2944854"/>
                <a:gd name="connsiteY0-2" fmla="*/ 727041 h 1316375"/>
                <a:gd name="connsiteX1-3" fmla="*/ 257675 w 2944854"/>
                <a:gd name="connsiteY1-4" fmla="*/ 1302232 h 1316375"/>
                <a:gd name="connsiteX2-5" fmla="*/ 0 w 2944854"/>
                <a:gd name="connsiteY2-6" fmla="*/ 1228607 h 1316375"/>
                <a:gd name="connsiteX3-7" fmla="*/ 911064 w 2944854"/>
                <a:gd name="connsiteY3-8" fmla="*/ 837478 h 1316375"/>
                <a:gd name="connsiteX4-9" fmla="*/ 883456 w 2944854"/>
                <a:gd name="connsiteY4-10" fmla="*/ 450949 h 1316375"/>
                <a:gd name="connsiteX5-11" fmla="*/ 161047 w 2944854"/>
                <a:gd name="connsiteY5-12" fmla="*/ 119640 h 1316375"/>
                <a:gd name="connsiteX6-13" fmla="*/ 404917 w 2944854"/>
                <a:gd name="connsiteY6-14" fmla="*/ 50617 h 1316375"/>
                <a:gd name="connsiteX7-15" fmla="*/ 1477028 w 2944854"/>
                <a:gd name="connsiteY7-16" fmla="*/ 501566 h 1316375"/>
                <a:gd name="connsiteX8-17" fmla="*/ 2572146 w 2944854"/>
                <a:gd name="connsiteY8-18" fmla="*/ 0 h 1316375"/>
                <a:gd name="connsiteX9-19" fmla="*/ 2875834 w 2944854"/>
                <a:gd name="connsiteY9-20" fmla="*/ 96632 h 1316375"/>
                <a:gd name="connsiteX10-21" fmla="*/ 2079803 w 2944854"/>
                <a:gd name="connsiteY10-22" fmla="*/ 432543 h 1316375"/>
                <a:gd name="connsiteX11-23" fmla="*/ 2240850 w 2944854"/>
                <a:gd name="connsiteY11-24" fmla="*/ 920305 h 1316375"/>
                <a:gd name="connsiteX12-25" fmla="*/ 2944854 w 2944854"/>
                <a:gd name="connsiteY12-26" fmla="*/ 1228607 h 1316375"/>
                <a:gd name="connsiteX13-27" fmla="*/ 2756623 w 2944854"/>
                <a:gd name="connsiteY13-28" fmla="*/ 1316375 h 1316375"/>
                <a:gd name="connsiteX14-29" fmla="*/ 1486231 w 2944854"/>
                <a:gd name="connsiteY14-30" fmla="*/ 727041 h 1316375"/>
                <a:gd name="connsiteX0-31" fmla="*/ 1486231 w 3024520"/>
                <a:gd name="connsiteY0-32" fmla="*/ 727041 h 1316375"/>
                <a:gd name="connsiteX1-33" fmla="*/ 257675 w 3024520"/>
                <a:gd name="connsiteY1-34" fmla="*/ 1302232 h 1316375"/>
                <a:gd name="connsiteX2-35" fmla="*/ 0 w 3024520"/>
                <a:gd name="connsiteY2-36" fmla="*/ 1228607 h 1316375"/>
                <a:gd name="connsiteX3-37" fmla="*/ 911064 w 3024520"/>
                <a:gd name="connsiteY3-38" fmla="*/ 837478 h 1316375"/>
                <a:gd name="connsiteX4-39" fmla="*/ 883456 w 3024520"/>
                <a:gd name="connsiteY4-40" fmla="*/ 450949 h 1316375"/>
                <a:gd name="connsiteX5-41" fmla="*/ 161047 w 3024520"/>
                <a:gd name="connsiteY5-42" fmla="*/ 119640 h 1316375"/>
                <a:gd name="connsiteX6-43" fmla="*/ 404917 w 3024520"/>
                <a:gd name="connsiteY6-44" fmla="*/ 50617 h 1316375"/>
                <a:gd name="connsiteX7-45" fmla="*/ 1477028 w 3024520"/>
                <a:gd name="connsiteY7-46" fmla="*/ 501566 h 1316375"/>
                <a:gd name="connsiteX8-47" fmla="*/ 2572146 w 3024520"/>
                <a:gd name="connsiteY8-48" fmla="*/ 0 h 1316375"/>
                <a:gd name="connsiteX9-49" fmla="*/ 2875834 w 3024520"/>
                <a:gd name="connsiteY9-50" fmla="*/ 96632 h 1316375"/>
                <a:gd name="connsiteX10-51" fmla="*/ 2079803 w 3024520"/>
                <a:gd name="connsiteY10-52" fmla="*/ 432543 h 1316375"/>
                <a:gd name="connsiteX11-53" fmla="*/ 2240850 w 3024520"/>
                <a:gd name="connsiteY11-54" fmla="*/ 920305 h 1316375"/>
                <a:gd name="connsiteX12-55" fmla="*/ 3024520 w 3024520"/>
                <a:gd name="connsiteY12-56" fmla="*/ 1228607 h 1316375"/>
                <a:gd name="connsiteX13-57" fmla="*/ 2756623 w 3024520"/>
                <a:gd name="connsiteY13-58" fmla="*/ 1316375 h 1316375"/>
                <a:gd name="connsiteX14-59" fmla="*/ 1486231 w 3024520"/>
                <a:gd name="connsiteY14-60" fmla="*/ 727041 h 1316375"/>
                <a:gd name="connsiteX0-61" fmla="*/ 1537780 w 3076069"/>
                <a:gd name="connsiteY0-62" fmla="*/ 727041 h 1316375"/>
                <a:gd name="connsiteX1-63" fmla="*/ 309224 w 3076069"/>
                <a:gd name="connsiteY1-64" fmla="*/ 1302232 h 1316375"/>
                <a:gd name="connsiteX2-65" fmla="*/ 0 w 3076069"/>
                <a:gd name="connsiteY2-66" fmla="*/ 1228607 h 1316375"/>
                <a:gd name="connsiteX3-67" fmla="*/ 962613 w 3076069"/>
                <a:gd name="connsiteY3-68" fmla="*/ 837478 h 1316375"/>
                <a:gd name="connsiteX4-69" fmla="*/ 935005 w 3076069"/>
                <a:gd name="connsiteY4-70" fmla="*/ 450949 h 1316375"/>
                <a:gd name="connsiteX5-71" fmla="*/ 212596 w 3076069"/>
                <a:gd name="connsiteY5-72" fmla="*/ 119640 h 1316375"/>
                <a:gd name="connsiteX6-73" fmla="*/ 456466 w 3076069"/>
                <a:gd name="connsiteY6-74" fmla="*/ 50617 h 1316375"/>
                <a:gd name="connsiteX7-75" fmla="*/ 1528577 w 3076069"/>
                <a:gd name="connsiteY7-76" fmla="*/ 501566 h 1316375"/>
                <a:gd name="connsiteX8-77" fmla="*/ 2623695 w 3076069"/>
                <a:gd name="connsiteY8-78" fmla="*/ 0 h 1316375"/>
                <a:gd name="connsiteX9-79" fmla="*/ 2927383 w 3076069"/>
                <a:gd name="connsiteY9-80" fmla="*/ 96632 h 1316375"/>
                <a:gd name="connsiteX10-81" fmla="*/ 2131352 w 3076069"/>
                <a:gd name="connsiteY10-82" fmla="*/ 432543 h 1316375"/>
                <a:gd name="connsiteX11-83" fmla="*/ 2292399 w 3076069"/>
                <a:gd name="connsiteY11-84" fmla="*/ 920305 h 1316375"/>
                <a:gd name="connsiteX12-85" fmla="*/ 3076069 w 3076069"/>
                <a:gd name="connsiteY12-86" fmla="*/ 1228607 h 1316375"/>
                <a:gd name="connsiteX13-87" fmla="*/ 2808172 w 3076069"/>
                <a:gd name="connsiteY13-88" fmla="*/ 1316375 h 1316375"/>
                <a:gd name="connsiteX14-89" fmla="*/ 1537780 w 3076069"/>
                <a:gd name="connsiteY14-90" fmla="*/ 727041 h 1316375"/>
                <a:gd name="connsiteX0-91" fmla="*/ 1537780 w 3076069"/>
                <a:gd name="connsiteY0-92" fmla="*/ 727041 h 1321259"/>
                <a:gd name="connsiteX1-93" fmla="*/ 313981 w 3076069"/>
                <a:gd name="connsiteY1-94" fmla="*/ 1321259 h 1321259"/>
                <a:gd name="connsiteX2-95" fmla="*/ 0 w 3076069"/>
                <a:gd name="connsiteY2-96" fmla="*/ 1228607 h 1321259"/>
                <a:gd name="connsiteX3-97" fmla="*/ 962613 w 3076069"/>
                <a:gd name="connsiteY3-98" fmla="*/ 837478 h 1321259"/>
                <a:gd name="connsiteX4-99" fmla="*/ 935005 w 3076069"/>
                <a:gd name="connsiteY4-100" fmla="*/ 450949 h 1321259"/>
                <a:gd name="connsiteX5-101" fmla="*/ 212596 w 3076069"/>
                <a:gd name="connsiteY5-102" fmla="*/ 119640 h 1321259"/>
                <a:gd name="connsiteX6-103" fmla="*/ 456466 w 3076069"/>
                <a:gd name="connsiteY6-104" fmla="*/ 50617 h 1321259"/>
                <a:gd name="connsiteX7-105" fmla="*/ 1528577 w 3076069"/>
                <a:gd name="connsiteY7-106" fmla="*/ 501566 h 1321259"/>
                <a:gd name="connsiteX8-107" fmla="*/ 2623695 w 3076069"/>
                <a:gd name="connsiteY8-108" fmla="*/ 0 h 1321259"/>
                <a:gd name="connsiteX9-109" fmla="*/ 2927383 w 3076069"/>
                <a:gd name="connsiteY9-110" fmla="*/ 96632 h 1321259"/>
                <a:gd name="connsiteX10-111" fmla="*/ 2131352 w 3076069"/>
                <a:gd name="connsiteY10-112" fmla="*/ 432543 h 1321259"/>
                <a:gd name="connsiteX11-113" fmla="*/ 2292399 w 3076069"/>
                <a:gd name="connsiteY11-114" fmla="*/ 920305 h 1321259"/>
                <a:gd name="connsiteX12-115" fmla="*/ 3076069 w 3076069"/>
                <a:gd name="connsiteY12-116" fmla="*/ 1228607 h 1321259"/>
                <a:gd name="connsiteX13-117" fmla="*/ 2808172 w 3076069"/>
                <a:gd name="connsiteY13-118" fmla="*/ 1316375 h 1321259"/>
                <a:gd name="connsiteX14-119" fmla="*/ 1537780 w 3076069"/>
                <a:gd name="connsiteY14-120" fmla="*/ 727041 h 1321259"/>
                <a:gd name="connsiteX0-121" fmla="*/ 1537780 w 3076069"/>
                <a:gd name="connsiteY0-122" fmla="*/ 750825 h 1321259"/>
                <a:gd name="connsiteX1-123" fmla="*/ 313981 w 3076069"/>
                <a:gd name="connsiteY1-124" fmla="*/ 1321259 h 1321259"/>
                <a:gd name="connsiteX2-125" fmla="*/ 0 w 3076069"/>
                <a:gd name="connsiteY2-126" fmla="*/ 1228607 h 1321259"/>
                <a:gd name="connsiteX3-127" fmla="*/ 962613 w 3076069"/>
                <a:gd name="connsiteY3-128" fmla="*/ 837478 h 1321259"/>
                <a:gd name="connsiteX4-129" fmla="*/ 935005 w 3076069"/>
                <a:gd name="connsiteY4-130" fmla="*/ 450949 h 1321259"/>
                <a:gd name="connsiteX5-131" fmla="*/ 212596 w 3076069"/>
                <a:gd name="connsiteY5-132" fmla="*/ 119640 h 1321259"/>
                <a:gd name="connsiteX6-133" fmla="*/ 456466 w 3076069"/>
                <a:gd name="connsiteY6-134" fmla="*/ 50617 h 1321259"/>
                <a:gd name="connsiteX7-135" fmla="*/ 1528577 w 3076069"/>
                <a:gd name="connsiteY7-136" fmla="*/ 501566 h 1321259"/>
                <a:gd name="connsiteX8-137" fmla="*/ 2623695 w 3076069"/>
                <a:gd name="connsiteY8-138" fmla="*/ 0 h 1321259"/>
                <a:gd name="connsiteX9-139" fmla="*/ 2927383 w 3076069"/>
                <a:gd name="connsiteY9-140" fmla="*/ 96632 h 1321259"/>
                <a:gd name="connsiteX10-141" fmla="*/ 2131352 w 3076069"/>
                <a:gd name="connsiteY10-142" fmla="*/ 432543 h 1321259"/>
                <a:gd name="connsiteX11-143" fmla="*/ 2292399 w 3076069"/>
                <a:gd name="connsiteY11-144" fmla="*/ 920305 h 1321259"/>
                <a:gd name="connsiteX12-145" fmla="*/ 3076069 w 3076069"/>
                <a:gd name="connsiteY12-146" fmla="*/ 1228607 h 1321259"/>
                <a:gd name="connsiteX13-147" fmla="*/ 2808172 w 3076069"/>
                <a:gd name="connsiteY13-148" fmla="*/ 1316375 h 1321259"/>
                <a:gd name="connsiteX14-149" fmla="*/ 1537780 w 3076069"/>
                <a:gd name="connsiteY14-150" fmla="*/ 750825 h 132125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4" name="Freeform 376"/>
            <p:cNvSpPr/>
            <p:nvPr/>
          </p:nvSpPr>
          <p:spPr bwMode="auto">
            <a:xfrm>
              <a:off x="2102426" y="1633537"/>
              <a:ext cx="663031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6 w 3723451"/>
                <a:gd name="T5" fmla="*/ 62276 h 932950"/>
                <a:gd name="T6" fmla="*/ 534416 w 3723451"/>
                <a:gd name="T7" fmla="*/ 0 h 932950"/>
                <a:gd name="T8" fmla="*/ 663031 w 3723451"/>
                <a:gd name="T9" fmla="*/ 24782 h 932950"/>
                <a:gd name="T10" fmla="*/ 567342 w 3723451"/>
                <a:gd name="T11" fmla="*/ 55255 h 932950"/>
                <a:gd name="T12" fmla="*/ 536534 w 3723451"/>
                <a:gd name="T13" fmla="*/ 47039 h 932950"/>
                <a:gd name="T14" fmla="*/ 334213 w 3723451"/>
                <a:gd name="T15" fmla="*/ 111611 h 932950"/>
                <a:gd name="T16" fmla="*/ 126716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655" name="Freeform 377"/>
            <p:cNvSpPr/>
            <p:nvPr/>
          </p:nvSpPr>
          <p:spPr bwMode="auto">
            <a:xfrm>
              <a:off x="2537351" y="1727977"/>
              <a:ext cx="243314" cy="97303"/>
            </a:xfrm>
            <a:custGeom>
              <a:avLst/>
              <a:gdLst>
                <a:gd name="T0" fmla="*/ 0 w 1366596"/>
                <a:gd name="T1" fmla="*/ 0 h 809868"/>
                <a:gd name="T2" fmla="*/ 243314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656" name="Freeform 378"/>
            <p:cNvSpPr/>
            <p:nvPr/>
          </p:nvSpPr>
          <p:spPr bwMode="auto">
            <a:xfrm>
              <a:off x="2090260" y="1730839"/>
              <a:ext cx="240274" cy="97303"/>
            </a:xfrm>
            <a:custGeom>
              <a:avLst/>
              <a:gdLst>
                <a:gd name="T0" fmla="*/ 236994 w 1348191"/>
                <a:gd name="T1" fmla="*/ 0 h 791462"/>
                <a:gd name="T2" fmla="*/ 240274 w 1348191"/>
                <a:gd name="T3" fmla="*/ 46954 h 791462"/>
                <a:gd name="T4" fmla="*/ 86925 w 1348191"/>
                <a:gd name="T5" fmla="*/ 97303 h 791462"/>
                <a:gd name="T6" fmla="*/ 0 w 1348191"/>
                <a:gd name="T7" fmla="*/ 75240 h 791462"/>
                <a:gd name="T8" fmla="*/ 23699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657" name="Straight Connector 379"/>
            <p:cNvCxnSpPr>
              <a:cxnSpLocks noChangeShapeType="1"/>
              <a:endCxn id="652" idx="2"/>
            </p:cNvCxnSpPr>
            <p:nvPr/>
          </p:nvCxnSpPr>
          <p:spPr bwMode="auto">
            <a:xfrm flipH="1" flipV="1">
              <a:off x="1871277" y="1736563"/>
              <a:ext cx="3042" cy="1230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</p:spPr>
        </p:cxnSp>
        <p:cxnSp>
          <p:nvCxnSpPr>
            <p:cNvPr id="658" name="Straight Connector 380"/>
            <p:cNvCxnSpPr>
              <a:cxnSpLocks noChangeShapeType="1"/>
            </p:cNvCxnSpPr>
            <p:nvPr/>
          </p:nvCxnSpPr>
          <p:spPr bwMode="auto">
            <a:xfrm flipH="1" flipV="1">
              <a:off x="2996606" y="1733700"/>
              <a:ext cx="3042" cy="12306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</p:spPr>
        </p:cxnSp>
      </p:grpSp>
      <p:grpSp>
        <p:nvGrpSpPr>
          <p:cNvPr id="659" name="Group 347"/>
          <p:cNvGrpSpPr/>
          <p:nvPr/>
        </p:nvGrpSpPr>
        <p:grpSpPr bwMode="auto">
          <a:xfrm>
            <a:off x="5378071" y="6048776"/>
            <a:ext cx="588962" cy="242887"/>
            <a:chOff x="1871277" y="1576300"/>
            <a:chExt cx="1128371" cy="437861"/>
          </a:xfrm>
        </p:grpSpPr>
        <p:sp>
          <p:nvSpPr>
            <p:cNvPr id="660" name="Oval 401"/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661" name="Rectangle 406"/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62" name="Oval 411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663" name="Freeform 416"/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-1" fmla="*/ 1486231 w 2944854"/>
                <a:gd name="connsiteY0-2" fmla="*/ 727041 h 1316375"/>
                <a:gd name="connsiteX1-3" fmla="*/ 257675 w 2944854"/>
                <a:gd name="connsiteY1-4" fmla="*/ 1302232 h 1316375"/>
                <a:gd name="connsiteX2-5" fmla="*/ 0 w 2944854"/>
                <a:gd name="connsiteY2-6" fmla="*/ 1228607 h 1316375"/>
                <a:gd name="connsiteX3-7" fmla="*/ 911064 w 2944854"/>
                <a:gd name="connsiteY3-8" fmla="*/ 837478 h 1316375"/>
                <a:gd name="connsiteX4-9" fmla="*/ 883456 w 2944854"/>
                <a:gd name="connsiteY4-10" fmla="*/ 450949 h 1316375"/>
                <a:gd name="connsiteX5-11" fmla="*/ 161047 w 2944854"/>
                <a:gd name="connsiteY5-12" fmla="*/ 119640 h 1316375"/>
                <a:gd name="connsiteX6-13" fmla="*/ 404917 w 2944854"/>
                <a:gd name="connsiteY6-14" fmla="*/ 50617 h 1316375"/>
                <a:gd name="connsiteX7-15" fmla="*/ 1477028 w 2944854"/>
                <a:gd name="connsiteY7-16" fmla="*/ 501566 h 1316375"/>
                <a:gd name="connsiteX8-17" fmla="*/ 2572146 w 2944854"/>
                <a:gd name="connsiteY8-18" fmla="*/ 0 h 1316375"/>
                <a:gd name="connsiteX9-19" fmla="*/ 2875834 w 2944854"/>
                <a:gd name="connsiteY9-20" fmla="*/ 96632 h 1316375"/>
                <a:gd name="connsiteX10-21" fmla="*/ 2079803 w 2944854"/>
                <a:gd name="connsiteY10-22" fmla="*/ 432543 h 1316375"/>
                <a:gd name="connsiteX11-23" fmla="*/ 2240850 w 2944854"/>
                <a:gd name="connsiteY11-24" fmla="*/ 920305 h 1316375"/>
                <a:gd name="connsiteX12-25" fmla="*/ 2944854 w 2944854"/>
                <a:gd name="connsiteY12-26" fmla="*/ 1228607 h 1316375"/>
                <a:gd name="connsiteX13-27" fmla="*/ 2756623 w 2944854"/>
                <a:gd name="connsiteY13-28" fmla="*/ 1316375 h 1316375"/>
                <a:gd name="connsiteX14-29" fmla="*/ 1486231 w 2944854"/>
                <a:gd name="connsiteY14-30" fmla="*/ 727041 h 1316375"/>
                <a:gd name="connsiteX0-31" fmla="*/ 1486231 w 3024520"/>
                <a:gd name="connsiteY0-32" fmla="*/ 727041 h 1316375"/>
                <a:gd name="connsiteX1-33" fmla="*/ 257675 w 3024520"/>
                <a:gd name="connsiteY1-34" fmla="*/ 1302232 h 1316375"/>
                <a:gd name="connsiteX2-35" fmla="*/ 0 w 3024520"/>
                <a:gd name="connsiteY2-36" fmla="*/ 1228607 h 1316375"/>
                <a:gd name="connsiteX3-37" fmla="*/ 911064 w 3024520"/>
                <a:gd name="connsiteY3-38" fmla="*/ 837478 h 1316375"/>
                <a:gd name="connsiteX4-39" fmla="*/ 883456 w 3024520"/>
                <a:gd name="connsiteY4-40" fmla="*/ 450949 h 1316375"/>
                <a:gd name="connsiteX5-41" fmla="*/ 161047 w 3024520"/>
                <a:gd name="connsiteY5-42" fmla="*/ 119640 h 1316375"/>
                <a:gd name="connsiteX6-43" fmla="*/ 404917 w 3024520"/>
                <a:gd name="connsiteY6-44" fmla="*/ 50617 h 1316375"/>
                <a:gd name="connsiteX7-45" fmla="*/ 1477028 w 3024520"/>
                <a:gd name="connsiteY7-46" fmla="*/ 501566 h 1316375"/>
                <a:gd name="connsiteX8-47" fmla="*/ 2572146 w 3024520"/>
                <a:gd name="connsiteY8-48" fmla="*/ 0 h 1316375"/>
                <a:gd name="connsiteX9-49" fmla="*/ 2875834 w 3024520"/>
                <a:gd name="connsiteY9-50" fmla="*/ 96632 h 1316375"/>
                <a:gd name="connsiteX10-51" fmla="*/ 2079803 w 3024520"/>
                <a:gd name="connsiteY10-52" fmla="*/ 432543 h 1316375"/>
                <a:gd name="connsiteX11-53" fmla="*/ 2240850 w 3024520"/>
                <a:gd name="connsiteY11-54" fmla="*/ 920305 h 1316375"/>
                <a:gd name="connsiteX12-55" fmla="*/ 3024520 w 3024520"/>
                <a:gd name="connsiteY12-56" fmla="*/ 1228607 h 1316375"/>
                <a:gd name="connsiteX13-57" fmla="*/ 2756623 w 3024520"/>
                <a:gd name="connsiteY13-58" fmla="*/ 1316375 h 1316375"/>
                <a:gd name="connsiteX14-59" fmla="*/ 1486231 w 3024520"/>
                <a:gd name="connsiteY14-60" fmla="*/ 727041 h 1316375"/>
                <a:gd name="connsiteX0-61" fmla="*/ 1537780 w 3076069"/>
                <a:gd name="connsiteY0-62" fmla="*/ 727041 h 1316375"/>
                <a:gd name="connsiteX1-63" fmla="*/ 309224 w 3076069"/>
                <a:gd name="connsiteY1-64" fmla="*/ 1302232 h 1316375"/>
                <a:gd name="connsiteX2-65" fmla="*/ 0 w 3076069"/>
                <a:gd name="connsiteY2-66" fmla="*/ 1228607 h 1316375"/>
                <a:gd name="connsiteX3-67" fmla="*/ 962613 w 3076069"/>
                <a:gd name="connsiteY3-68" fmla="*/ 837478 h 1316375"/>
                <a:gd name="connsiteX4-69" fmla="*/ 935005 w 3076069"/>
                <a:gd name="connsiteY4-70" fmla="*/ 450949 h 1316375"/>
                <a:gd name="connsiteX5-71" fmla="*/ 212596 w 3076069"/>
                <a:gd name="connsiteY5-72" fmla="*/ 119640 h 1316375"/>
                <a:gd name="connsiteX6-73" fmla="*/ 456466 w 3076069"/>
                <a:gd name="connsiteY6-74" fmla="*/ 50617 h 1316375"/>
                <a:gd name="connsiteX7-75" fmla="*/ 1528577 w 3076069"/>
                <a:gd name="connsiteY7-76" fmla="*/ 501566 h 1316375"/>
                <a:gd name="connsiteX8-77" fmla="*/ 2623695 w 3076069"/>
                <a:gd name="connsiteY8-78" fmla="*/ 0 h 1316375"/>
                <a:gd name="connsiteX9-79" fmla="*/ 2927383 w 3076069"/>
                <a:gd name="connsiteY9-80" fmla="*/ 96632 h 1316375"/>
                <a:gd name="connsiteX10-81" fmla="*/ 2131352 w 3076069"/>
                <a:gd name="connsiteY10-82" fmla="*/ 432543 h 1316375"/>
                <a:gd name="connsiteX11-83" fmla="*/ 2292399 w 3076069"/>
                <a:gd name="connsiteY11-84" fmla="*/ 920305 h 1316375"/>
                <a:gd name="connsiteX12-85" fmla="*/ 3076069 w 3076069"/>
                <a:gd name="connsiteY12-86" fmla="*/ 1228607 h 1316375"/>
                <a:gd name="connsiteX13-87" fmla="*/ 2808172 w 3076069"/>
                <a:gd name="connsiteY13-88" fmla="*/ 1316375 h 1316375"/>
                <a:gd name="connsiteX14-89" fmla="*/ 1537780 w 3076069"/>
                <a:gd name="connsiteY14-90" fmla="*/ 727041 h 1316375"/>
                <a:gd name="connsiteX0-91" fmla="*/ 1537780 w 3076069"/>
                <a:gd name="connsiteY0-92" fmla="*/ 727041 h 1321259"/>
                <a:gd name="connsiteX1-93" fmla="*/ 313981 w 3076069"/>
                <a:gd name="connsiteY1-94" fmla="*/ 1321259 h 1321259"/>
                <a:gd name="connsiteX2-95" fmla="*/ 0 w 3076069"/>
                <a:gd name="connsiteY2-96" fmla="*/ 1228607 h 1321259"/>
                <a:gd name="connsiteX3-97" fmla="*/ 962613 w 3076069"/>
                <a:gd name="connsiteY3-98" fmla="*/ 837478 h 1321259"/>
                <a:gd name="connsiteX4-99" fmla="*/ 935005 w 3076069"/>
                <a:gd name="connsiteY4-100" fmla="*/ 450949 h 1321259"/>
                <a:gd name="connsiteX5-101" fmla="*/ 212596 w 3076069"/>
                <a:gd name="connsiteY5-102" fmla="*/ 119640 h 1321259"/>
                <a:gd name="connsiteX6-103" fmla="*/ 456466 w 3076069"/>
                <a:gd name="connsiteY6-104" fmla="*/ 50617 h 1321259"/>
                <a:gd name="connsiteX7-105" fmla="*/ 1528577 w 3076069"/>
                <a:gd name="connsiteY7-106" fmla="*/ 501566 h 1321259"/>
                <a:gd name="connsiteX8-107" fmla="*/ 2623695 w 3076069"/>
                <a:gd name="connsiteY8-108" fmla="*/ 0 h 1321259"/>
                <a:gd name="connsiteX9-109" fmla="*/ 2927383 w 3076069"/>
                <a:gd name="connsiteY9-110" fmla="*/ 96632 h 1321259"/>
                <a:gd name="connsiteX10-111" fmla="*/ 2131352 w 3076069"/>
                <a:gd name="connsiteY10-112" fmla="*/ 432543 h 1321259"/>
                <a:gd name="connsiteX11-113" fmla="*/ 2292399 w 3076069"/>
                <a:gd name="connsiteY11-114" fmla="*/ 920305 h 1321259"/>
                <a:gd name="connsiteX12-115" fmla="*/ 3076069 w 3076069"/>
                <a:gd name="connsiteY12-116" fmla="*/ 1228607 h 1321259"/>
                <a:gd name="connsiteX13-117" fmla="*/ 2808172 w 3076069"/>
                <a:gd name="connsiteY13-118" fmla="*/ 1316375 h 1321259"/>
                <a:gd name="connsiteX14-119" fmla="*/ 1537780 w 3076069"/>
                <a:gd name="connsiteY14-120" fmla="*/ 727041 h 1321259"/>
                <a:gd name="connsiteX0-121" fmla="*/ 1537780 w 3076069"/>
                <a:gd name="connsiteY0-122" fmla="*/ 750825 h 1321259"/>
                <a:gd name="connsiteX1-123" fmla="*/ 313981 w 3076069"/>
                <a:gd name="connsiteY1-124" fmla="*/ 1321259 h 1321259"/>
                <a:gd name="connsiteX2-125" fmla="*/ 0 w 3076069"/>
                <a:gd name="connsiteY2-126" fmla="*/ 1228607 h 1321259"/>
                <a:gd name="connsiteX3-127" fmla="*/ 962613 w 3076069"/>
                <a:gd name="connsiteY3-128" fmla="*/ 837478 h 1321259"/>
                <a:gd name="connsiteX4-129" fmla="*/ 935005 w 3076069"/>
                <a:gd name="connsiteY4-130" fmla="*/ 450949 h 1321259"/>
                <a:gd name="connsiteX5-131" fmla="*/ 212596 w 3076069"/>
                <a:gd name="connsiteY5-132" fmla="*/ 119640 h 1321259"/>
                <a:gd name="connsiteX6-133" fmla="*/ 456466 w 3076069"/>
                <a:gd name="connsiteY6-134" fmla="*/ 50617 h 1321259"/>
                <a:gd name="connsiteX7-135" fmla="*/ 1528577 w 3076069"/>
                <a:gd name="connsiteY7-136" fmla="*/ 501566 h 1321259"/>
                <a:gd name="connsiteX8-137" fmla="*/ 2623695 w 3076069"/>
                <a:gd name="connsiteY8-138" fmla="*/ 0 h 1321259"/>
                <a:gd name="connsiteX9-139" fmla="*/ 2927383 w 3076069"/>
                <a:gd name="connsiteY9-140" fmla="*/ 96632 h 1321259"/>
                <a:gd name="connsiteX10-141" fmla="*/ 2131352 w 3076069"/>
                <a:gd name="connsiteY10-142" fmla="*/ 432543 h 1321259"/>
                <a:gd name="connsiteX11-143" fmla="*/ 2292399 w 3076069"/>
                <a:gd name="connsiteY11-144" fmla="*/ 920305 h 1321259"/>
                <a:gd name="connsiteX12-145" fmla="*/ 3076069 w 3076069"/>
                <a:gd name="connsiteY12-146" fmla="*/ 1228607 h 1321259"/>
                <a:gd name="connsiteX13-147" fmla="*/ 2808172 w 3076069"/>
                <a:gd name="connsiteY13-148" fmla="*/ 1316375 h 1321259"/>
                <a:gd name="connsiteX14-149" fmla="*/ 1537780 w 3076069"/>
                <a:gd name="connsiteY14-150" fmla="*/ 750825 h 132125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64" name="Freeform 421"/>
            <p:cNvSpPr/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665" name="Freeform 426"/>
            <p:cNvSpPr/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666" name="Freeform 427"/>
            <p:cNvSpPr/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667" name="Straight Connector 428"/>
            <p:cNvCxnSpPr>
              <a:cxnSpLocks noChangeShapeType="1"/>
              <a:endCxn id="66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</p:spPr>
        </p:cxnSp>
        <p:cxnSp>
          <p:nvCxnSpPr>
            <p:cNvPr id="668" name="Straight Connector 429"/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</p:spPr>
        </p:cxnSp>
      </p:grpSp>
      <p:grpSp>
        <p:nvGrpSpPr>
          <p:cNvPr id="669" name="Group 347"/>
          <p:cNvGrpSpPr/>
          <p:nvPr/>
        </p:nvGrpSpPr>
        <p:grpSpPr bwMode="auto">
          <a:xfrm>
            <a:off x="3914396" y="6140851"/>
            <a:ext cx="588962" cy="242887"/>
            <a:chOff x="1871277" y="1576300"/>
            <a:chExt cx="1128371" cy="437861"/>
          </a:xfrm>
        </p:grpSpPr>
        <p:sp>
          <p:nvSpPr>
            <p:cNvPr id="670" name="Oval 431"/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671" name="Rectangle 432"/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72" name="Oval 433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673" name="Freeform 434"/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-1" fmla="*/ 1486231 w 2944854"/>
                <a:gd name="connsiteY0-2" fmla="*/ 727041 h 1316375"/>
                <a:gd name="connsiteX1-3" fmla="*/ 257675 w 2944854"/>
                <a:gd name="connsiteY1-4" fmla="*/ 1302232 h 1316375"/>
                <a:gd name="connsiteX2-5" fmla="*/ 0 w 2944854"/>
                <a:gd name="connsiteY2-6" fmla="*/ 1228607 h 1316375"/>
                <a:gd name="connsiteX3-7" fmla="*/ 911064 w 2944854"/>
                <a:gd name="connsiteY3-8" fmla="*/ 837478 h 1316375"/>
                <a:gd name="connsiteX4-9" fmla="*/ 883456 w 2944854"/>
                <a:gd name="connsiteY4-10" fmla="*/ 450949 h 1316375"/>
                <a:gd name="connsiteX5-11" fmla="*/ 161047 w 2944854"/>
                <a:gd name="connsiteY5-12" fmla="*/ 119640 h 1316375"/>
                <a:gd name="connsiteX6-13" fmla="*/ 404917 w 2944854"/>
                <a:gd name="connsiteY6-14" fmla="*/ 50617 h 1316375"/>
                <a:gd name="connsiteX7-15" fmla="*/ 1477028 w 2944854"/>
                <a:gd name="connsiteY7-16" fmla="*/ 501566 h 1316375"/>
                <a:gd name="connsiteX8-17" fmla="*/ 2572146 w 2944854"/>
                <a:gd name="connsiteY8-18" fmla="*/ 0 h 1316375"/>
                <a:gd name="connsiteX9-19" fmla="*/ 2875834 w 2944854"/>
                <a:gd name="connsiteY9-20" fmla="*/ 96632 h 1316375"/>
                <a:gd name="connsiteX10-21" fmla="*/ 2079803 w 2944854"/>
                <a:gd name="connsiteY10-22" fmla="*/ 432543 h 1316375"/>
                <a:gd name="connsiteX11-23" fmla="*/ 2240850 w 2944854"/>
                <a:gd name="connsiteY11-24" fmla="*/ 920305 h 1316375"/>
                <a:gd name="connsiteX12-25" fmla="*/ 2944854 w 2944854"/>
                <a:gd name="connsiteY12-26" fmla="*/ 1228607 h 1316375"/>
                <a:gd name="connsiteX13-27" fmla="*/ 2756623 w 2944854"/>
                <a:gd name="connsiteY13-28" fmla="*/ 1316375 h 1316375"/>
                <a:gd name="connsiteX14-29" fmla="*/ 1486231 w 2944854"/>
                <a:gd name="connsiteY14-30" fmla="*/ 727041 h 1316375"/>
                <a:gd name="connsiteX0-31" fmla="*/ 1486231 w 3024520"/>
                <a:gd name="connsiteY0-32" fmla="*/ 727041 h 1316375"/>
                <a:gd name="connsiteX1-33" fmla="*/ 257675 w 3024520"/>
                <a:gd name="connsiteY1-34" fmla="*/ 1302232 h 1316375"/>
                <a:gd name="connsiteX2-35" fmla="*/ 0 w 3024520"/>
                <a:gd name="connsiteY2-36" fmla="*/ 1228607 h 1316375"/>
                <a:gd name="connsiteX3-37" fmla="*/ 911064 w 3024520"/>
                <a:gd name="connsiteY3-38" fmla="*/ 837478 h 1316375"/>
                <a:gd name="connsiteX4-39" fmla="*/ 883456 w 3024520"/>
                <a:gd name="connsiteY4-40" fmla="*/ 450949 h 1316375"/>
                <a:gd name="connsiteX5-41" fmla="*/ 161047 w 3024520"/>
                <a:gd name="connsiteY5-42" fmla="*/ 119640 h 1316375"/>
                <a:gd name="connsiteX6-43" fmla="*/ 404917 w 3024520"/>
                <a:gd name="connsiteY6-44" fmla="*/ 50617 h 1316375"/>
                <a:gd name="connsiteX7-45" fmla="*/ 1477028 w 3024520"/>
                <a:gd name="connsiteY7-46" fmla="*/ 501566 h 1316375"/>
                <a:gd name="connsiteX8-47" fmla="*/ 2572146 w 3024520"/>
                <a:gd name="connsiteY8-48" fmla="*/ 0 h 1316375"/>
                <a:gd name="connsiteX9-49" fmla="*/ 2875834 w 3024520"/>
                <a:gd name="connsiteY9-50" fmla="*/ 96632 h 1316375"/>
                <a:gd name="connsiteX10-51" fmla="*/ 2079803 w 3024520"/>
                <a:gd name="connsiteY10-52" fmla="*/ 432543 h 1316375"/>
                <a:gd name="connsiteX11-53" fmla="*/ 2240850 w 3024520"/>
                <a:gd name="connsiteY11-54" fmla="*/ 920305 h 1316375"/>
                <a:gd name="connsiteX12-55" fmla="*/ 3024520 w 3024520"/>
                <a:gd name="connsiteY12-56" fmla="*/ 1228607 h 1316375"/>
                <a:gd name="connsiteX13-57" fmla="*/ 2756623 w 3024520"/>
                <a:gd name="connsiteY13-58" fmla="*/ 1316375 h 1316375"/>
                <a:gd name="connsiteX14-59" fmla="*/ 1486231 w 3024520"/>
                <a:gd name="connsiteY14-60" fmla="*/ 727041 h 1316375"/>
                <a:gd name="connsiteX0-61" fmla="*/ 1537780 w 3076069"/>
                <a:gd name="connsiteY0-62" fmla="*/ 727041 h 1316375"/>
                <a:gd name="connsiteX1-63" fmla="*/ 309224 w 3076069"/>
                <a:gd name="connsiteY1-64" fmla="*/ 1302232 h 1316375"/>
                <a:gd name="connsiteX2-65" fmla="*/ 0 w 3076069"/>
                <a:gd name="connsiteY2-66" fmla="*/ 1228607 h 1316375"/>
                <a:gd name="connsiteX3-67" fmla="*/ 962613 w 3076069"/>
                <a:gd name="connsiteY3-68" fmla="*/ 837478 h 1316375"/>
                <a:gd name="connsiteX4-69" fmla="*/ 935005 w 3076069"/>
                <a:gd name="connsiteY4-70" fmla="*/ 450949 h 1316375"/>
                <a:gd name="connsiteX5-71" fmla="*/ 212596 w 3076069"/>
                <a:gd name="connsiteY5-72" fmla="*/ 119640 h 1316375"/>
                <a:gd name="connsiteX6-73" fmla="*/ 456466 w 3076069"/>
                <a:gd name="connsiteY6-74" fmla="*/ 50617 h 1316375"/>
                <a:gd name="connsiteX7-75" fmla="*/ 1528577 w 3076069"/>
                <a:gd name="connsiteY7-76" fmla="*/ 501566 h 1316375"/>
                <a:gd name="connsiteX8-77" fmla="*/ 2623695 w 3076069"/>
                <a:gd name="connsiteY8-78" fmla="*/ 0 h 1316375"/>
                <a:gd name="connsiteX9-79" fmla="*/ 2927383 w 3076069"/>
                <a:gd name="connsiteY9-80" fmla="*/ 96632 h 1316375"/>
                <a:gd name="connsiteX10-81" fmla="*/ 2131352 w 3076069"/>
                <a:gd name="connsiteY10-82" fmla="*/ 432543 h 1316375"/>
                <a:gd name="connsiteX11-83" fmla="*/ 2292399 w 3076069"/>
                <a:gd name="connsiteY11-84" fmla="*/ 920305 h 1316375"/>
                <a:gd name="connsiteX12-85" fmla="*/ 3076069 w 3076069"/>
                <a:gd name="connsiteY12-86" fmla="*/ 1228607 h 1316375"/>
                <a:gd name="connsiteX13-87" fmla="*/ 2808172 w 3076069"/>
                <a:gd name="connsiteY13-88" fmla="*/ 1316375 h 1316375"/>
                <a:gd name="connsiteX14-89" fmla="*/ 1537780 w 3076069"/>
                <a:gd name="connsiteY14-90" fmla="*/ 727041 h 1316375"/>
                <a:gd name="connsiteX0-91" fmla="*/ 1537780 w 3076069"/>
                <a:gd name="connsiteY0-92" fmla="*/ 727041 h 1321259"/>
                <a:gd name="connsiteX1-93" fmla="*/ 313981 w 3076069"/>
                <a:gd name="connsiteY1-94" fmla="*/ 1321259 h 1321259"/>
                <a:gd name="connsiteX2-95" fmla="*/ 0 w 3076069"/>
                <a:gd name="connsiteY2-96" fmla="*/ 1228607 h 1321259"/>
                <a:gd name="connsiteX3-97" fmla="*/ 962613 w 3076069"/>
                <a:gd name="connsiteY3-98" fmla="*/ 837478 h 1321259"/>
                <a:gd name="connsiteX4-99" fmla="*/ 935005 w 3076069"/>
                <a:gd name="connsiteY4-100" fmla="*/ 450949 h 1321259"/>
                <a:gd name="connsiteX5-101" fmla="*/ 212596 w 3076069"/>
                <a:gd name="connsiteY5-102" fmla="*/ 119640 h 1321259"/>
                <a:gd name="connsiteX6-103" fmla="*/ 456466 w 3076069"/>
                <a:gd name="connsiteY6-104" fmla="*/ 50617 h 1321259"/>
                <a:gd name="connsiteX7-105" fmla="*/ 1528577 w 3076069"/>
                <a:gd name="connsiteY7-106" fmla="*/ 501566 h 1321259"/>
                <a:gd name="connsiteX8-107" fmla="*/ 2623695 w 3076069"/>
                <a:gd name="connsiteY8-108" fmla="*/ 0 h 1321259"/>
                <a:gd name="connsiteX9-109" fmla="*/ 2927383 w 3076069"/>
                <a:gd name="connsiteY9-110" fmla="*/ 96632 h 1321259"/>
                <a:gd name="connsiteX10-111" fmla="*/ 2131352 w 3076069"/>
                <a:gd name="connsiteY10-112" fmla="*/ 432543 h 1321259"/>
                <a:gd name="connsiteX11-113" fmla="*/ 2292399 w 3076069"/>
                <a:gd name="connsiteY11-114" fmla="*/ 920305 h 1321259"/>
                <a:gd name="connsiteX12-115" fmla="*/ 3076069 w 3076069"/>
                <a:gd name="connsiteY12-116" fmla="*/ 1228607 h 1321259"/>
                <a:gd name="connsiteX13-117" fmla="*/ 2808172 w 3076069"/>
                <a:gd name="connsiteY13-118" fmla="*/ 1316375 h 1321259"/>
                <a:gd name="connsiteX14-119" fmla="*/ 1537780 w 3076069"/>
                <a:gd name="connsiteY14-120" fmla="*/ 727041 h 1321259"/>
                <a:gd name="connsiteX0-121" fmla="*/ 1537780 w 3076069"/>
                <a:gd name="connsiteY0-122" fmla="*/ 750825 h 1321259"/>
                <a:gd name="connsiteX1-123" fmla="*/ 313981 w 3076069"/>
                <a:gd name="connsiteY1-124" fmla="*/ 1321259 h 1321259"/>
                <a:gd name="connsiteX2-125" fmla="*/ 0 w 3076069"/>
                <a:gd name="connsiteY2-126" fmla="*/ 1228607 h 1321259"/>
                <a:gd name="connsiteX3-127" fmla="*/ 962613 w 3076069"/>
                <a:gd name="connsiteY3-128" fmla="*/ 837478 h 1321259"/>
                <a:gd name="connsiteX4-129" fmla="*/ 935005 w 3076069"/>
                <a:gd name="connsiteY4-130" fmla="*/ 450949 h 1321259"/>
                <a:gd name="connsiteX5-131" fmla="*/ 212596 w 3076069"/>
                <a:gd name="connsiteY5-132" fmla="*/ 119640 h 1321259"/>
                <a:gd name="connsiteX6-133" fmla="*/ 456466 w 3076069"/>
                <a:gd name="connsiteY6-134" fmla="*/ 50617 h 1321259"/>
                <a:gd name="connsiteX7-135" fmla="*/ 1528577 w 3076069"/>
                <a:gd name="connsiteY7-136" fmla="*/ 501566 h 1321259"/>
                <a:gd name="connsiteX8-137" fmla="*/ 2623695 w 3076069"/>
                <a:gd name="connsiteY8-138" fmla="*/ 0 h 1321259"/>
                <a:gd name="connsiteX9-139" fmla="*/ 2927383 w 3076069"/>
                <a:gd name="connsiteY9-140" fmla="*/ 96632 h 1321259"/>
                <a:gd name="connsiteX10-141" fmla="*/ 2131352 w 3076069"/>
                <a:gd name="connsiteY10-142" fmla="*/ 432543 h 1321259"/>
                <a:gd name="connsiteX11-143" fmla="*/ 2292399 w 3076069"/>
                <a:gd name="connsiteY11-144" fmla="*/ 920305 h 1321259"/>
                <a:gd name="connsiteX12-145" fmla="*/ 3076069 w 3076069"/>
                <a:gd name="connsiteY12-146" fmla="*/ 1228607 h 1321259"/>
                <a:gd name="connsiteX13-147" fmla="*/ 2808172 w 3076069"/>
                <a:gd name="connsiteY13-148" fmla="*/ 1316375 h 1321259"/>
                <a:gd name="connsiteX14-149" fmla="*/ 1537780 w 3076069"/>
                <a:gd name="connsiteY14-150" fmla="*/ 750825 h 132125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74" name="Freeform 435"/>
            <p:cNvSpPr/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675" name="Freeform 436"/>
            <p:cNvSpPr/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676" name="Freeform 437"/>
            <p:cNvSpPr/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677" name="Straight Connector 438"/>
            <p:cNvCxnSpPr>
              <a:cxnSpLocks noChangeShapeType="1"/>
              <a:endCxn id="67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</p:spPr>
        </p:cxnSp>
        <p:cxnSp>
          <p:nvCxnSpPr>
            <p:cNvPr id="678" name="Straight Connector 439"/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</p:spPr>
        </p:cxnSp>
      </p:grpSp>
      <p:grpSp>
        <p:nvGrpSpPr>
          <p:cNvPr id="679" name="Group 25"/>
          <p:cNvGrpSpPr/>
          <p:nvPr/>
        </p:nvGrpSpPr>
        <p:grpSpPr bwMode="auto">
          <a:xfrm>
            <a:off x="2136396" y="2007001"/>
            <a:ext cx="5095875" cy="2832100"/>
            <a:chOff x="1925876" y="2212958"/>
            <a:chExt cx="5095391" cy="2833288"/>
          </a:xfrm>
        </p:grpSpPr>
        <p:grpSp>
          <p:nvGrpSpPr>
            <p:cNvPr id="680" name="Group 11"/>
            <p:cNvGrpSpPr/>
            <p:nvPr/>
          </p:nvGrpSpPr>
          <p:grpSpPr bwMode="auto">
            <a:xfrm>
              <a:off x="2744948" y="2212958"/>
              <a:ext cx="3598520" cy="493919"/>
              <a:chOff x="2704632" y="2011398"/>
              <a:chExt cx="3598520" cy="493919"/>
            </a:xfrm>
          </p:grpSpPr>
          <p:sp>
            <p:nvSpPr>
              <p:cNvPr id="705" name="Oval 341"/>
              <p:cNvSpPr/>
              <p:nvPr/>
            </p:nvSpPr>
            <p:spPr bwMode="auto">
              <a:xfrm>
                <a:off x="2722092" y="2011398"/>
                <a:ext cx="3581060" cy="492331"/>
              </a:xfrm>
              <a:prstGeom prst="ellipse">
                <a:avLst/>
              </a:prstGeom>
              <a:solidFill>
                <a:schemeClr val="bg1">
                  <a:alpha val="42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706" name="Oval 388"/>
              <p:cNvSpPr/>
              <p:nvPr/>
            </p:nvSpPr>
            <p:spPr bwMode="auto">
              <a:xfrm>
                <a:off x="2704632" y="2012986"/>
                <a:ext cx="3581060" cy="492331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707" name="TextBox 389"/>
              <p:cNvSpPr txBox="1">
                <a:spLocks noChangeArrowheads="1"/>
              </p:cNvSpPr>
              <p:nvPr/>
            </p:nvSpPr>
            <p:spPr bwMode="auto">
              <a:xfrm>
                <a:off x="3791217" y="2142029"/>
                <a:ext cx="1338701" cy="2886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 algn="ctr">
                  <a:lnSpc>
                    <a:spcPts val="1475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CN" altLang="en-US" sz="1800" dirty="0">
                    <a:latin typeface="Arial" panose="020B0604020202020204" pitchFamily="34" charset="0"/>
                  </a:rPr>
                  <a:t>远程控制器</a:t>
                </a:r>
                <a:endParaRPr lang="en-US" altLang="zh-CN" sz="1800" dirty="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681" name="Group 441"/>
            <p:cNvGrpSpPr/>
            <p:nvPr/>
          </p:nvGrpSpPr>
          <p:grpSpPr bwMode="auto">
            <a:xfrm>
              <a:off x="1925876" y="4223509"/>
              <a:ext cx="923540" cy="405953"/>
              <a:chOff x="2705100" y="2011398"/>
              <a:chExt cx="3597533" cy="493677"/>
            </a:xfrm>
          </p:grpSpPr>
          <p:sp>
            <p:nvSpPr>
              <p:cNvPr id="702" name="Oval 442"/>
              <p:cNvSpPr/>
              <p:nvPr/>
            </p:nvSpPr>
            <p:spPr bwMode="auto">
              <a:xfrm>
                <a:off x="2723648" y="2011480"/>
                <a:ext cx="3580142" cy="492496"/>
              </a:xfrm>
              <a:prstGeom prst="ellipse">
                <a:avLst/>
              </a:prstGeom>
              <a:solidFill>
                <a:schemeClr val="bg1">
                  <a:alpha val="42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703" name="Oval 443"/>
              <p:cNvSpPr/>
              <p:nvPr/>
            </p:nvSpPr>
            <p:spPr bwMode="auto">
              <a:xfrm>
                <a:off x="2705100" y="2013410"/>
                <a:ext cx="3580138" cy="492497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704" name="TextBox 389"/>
              <p:cNvSpPr txBox="1">
                <a:spLocks noChangeArrowheads="1"/>
              </p:cNvSpPr>
              <p:nvPr/>
            </p:nvSpPr>
            <p:spPr bwMode="auto">
              <a:xfrm>
                <a:off x="3901810" y="2127167"/>
                <a:ext cx="1159411" cy="296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 algn="ctr">
                  <a:lnSpc>
                    <a:spcPts val="1475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solidFill>
                      <a:schemeClr val="bg1"/>
                    </a:solidFill>
                    <a:latin typeface="Arial" panose="020B0604020202020204" pitchFamily="34" charset="0"/>
                  </a:rPr>
                  <a:t>CA</a:t>
                </a:r>
              </a:p>
            </p:txBody>
          </p:sp>
        </p:grpSp>
        <p:grpSp>
          <p:nvGrpSpPr>
            <p:cNvPr id="682" name="Group 16"/>
            <p:cNvGrpSpPr/>
            <p:nvPr/>
          </p:nvGrpSpPr>
          <p:grpSpPr bwMode="auto">
            <a:xfrm>
              <a:off x="3589508" y="4760377"/>
              <a:ext cx="463568" cy="285869"/>
              <a:chOff x="3558850" y="4573304"/>
              <a:chExt cx="463568" cy="285869"/>
            </a:xfrm>
          </p:grpSpPr>
          <p:grpSp>
            <p:nvGrpSpPr>
              <p:cNvPr id="698" name="Group 12"/>
              <p:cNvGrpSpPr/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700" name="Oval 446"/>
                <p:cNvSpPr/>
                <p:nvPr/>
              </p:nvSpPr>
              <p:spPr bwMode="auto">
                <a:xfrm>
                  <a:off x="3573046" y="4578067"/>
                  <a:ext cx="439696" cy="260459"/>
                </a:xfrm>
                <a:prstGeom prst="ellipse">
                  <a:avLst/>
                </a:prstGeom>
                <a:solidFill>
                  <a:schemeClr val="bg1">
                    <a:alpha val="42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701" name="Oval 447"/>
                <p:cNvSpPr/>
                <p:nvPr/>
              </p:nvSpPr>
              <p:spPr bwMode="auto">
                <a:xfrm>
                  <a:off x="3558760" y="4587596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699" name="TextBox 389"/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 algn="ctr">
                  <a:lnSpc>
                    <a:spcPts val="1475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400">
                    <a:solidFill>
                      <a:schemeClr val="bg1"/>
                    </a:solidFill>
                    <a:latin typeface="Arial" panose="020B0604020202020204" pitchFamily="34" charset="0"/>
                  </a:rPr>
                  <a:t>CA</a:t>
                </a:r>
                <a:endParaRPr lang="en-US" altLang="zh-CN" sz="1800">
                  <a:solidFill>
                    <a:schemeClr val="bg1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683" name="Group 450"/>
            <p:cNvGrpSpPr/>
            <p:nvPr/>
          </p:nvGrpSpPr>
          <p:grpSpPr bwMode="auto">
            <a:xfrm>
              <a:off x="4369656" y="4758258"/>
              <a:ext cx="463568" cy="285869"/>
              <a:chOff x="3558850" y="4573304"/>
              <a:chExt cx="463568" cy="285869"/>
            </a:xfrm>
          </p:grpSpPr>
          <p:grpSp>
            <p:nvGrpSpPr>
              <p:cNvPr id="694" name="Group 451"/>
              <p:cNvGrpSpPr/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696" name="Oval 453"/>
                <p:cNvSpPr/>
                <p:nvPr/>
              </p:nvSpPr>
              <p:spPr bwMode="auto">
                <a:xfrm>
                  <a:off x="3573874" y="4583362"/>
                  <a:ext cx="439696" cy="255695"/>
                </a:xfrm>
                <a:prstGeom prst="ellipse">
                  <a:avLst/>
                </a:prstGeom>
                <a:solidFill>
                  <a:schemeClr val="bg1">
                    <a:alpha val="42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97" name="Oval 454"/>
                <p:cNvSpPr/>
                <p:nvPr/>
              </p:nvSpPr>
              <p:spPr bwMode="auto">
                <a:xfrm>
                  <a:off x="3559588" y="4592891"/>
                  <a:ext cx="463506" cy="247754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695" name="TextBox 389"/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 algn="ctr">
                  <a:lnSpc>
                    <a:spcPts val="1475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400">
                    <a:solidFill>
                      <a:schemeClr val="bg1"/>
                    </a:solidFill>
                    <a:latin typeface="Arial" panose="020B0604020202020204" pitchFamily="34" charset="0"/>
                  </a:rPr>
                  <a:t>CA</a:t>
                </a:r>
                <a:endParaRPr lang="en-US" altLang="zh-CN" sz="1800">
                  <a:solidFill>
                    <a:schemeClr val="bg1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684" name="Group 455"/>
            <p:cNvGrpSpPr/>
            <p:nvPr/>
          </p:nvGrpSpPr>
          <p:grpSpPr bwMode="auto">
            <a:xfrm>
              <a:off x="5569912" y="4756140"/>
              <a:ext cx="463568" cy="285869"/>
              <a:chOff x="3558850" y="4573304"/>
              <a:chExt cx="463568" cy="285869"/>
            </a:xfrm>
          </p:grpSpPr>
          <p:grpSp>
            <p:nvGrpSpPr>
              <p:cNvPr id="690" name="Group 456"/>
              <p:cNvGrpSpPr/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692" name="Oval 458"/>
                <p:cNvSpPr/>
                <p:nvPr/>
              </p:nvSpPr>
              <p:spPr bwMode="auto">
                <a:xfrm>
                  <a:off x="3573654" y="4577540"/>
                  <a:ext cx="439696" cy="260459"/>
                </a:xfrm>
                <a:prstGeom prst="ellipse">
                  <a:avLst/>
                </a:prstGeom>
                <a:solidFill>
                  <a:schemeClr val="bg1">
                    <a:alpha val="42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93" name="Oval 459"/>
                <p:cNvSpPr/>
                <p:nvPr/>
              </p:nvSpPr>
              <p:spPr bwMode="auto">
                <a:xfrm>
                  <a:off x="3559368" y="4587069"/>
                  <a:ext cx="463506" cy="252518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691" name="TextBox 389"/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 algn="ctr">
                  <a:lnSpc>
                    <a:spcPts val="1475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400">
                    <a:solidFill>
                      <a:schemeClr val="bg1"/>
                    </a:solidFill>
                    <a:latin typeface="Arial" panose="020B0604020202020204" pitchFamily="34" charset="0"/>
                  </a:rPr>
                  <a:t>CA</a:t>
                </a:r>
                <a:endParaRPr lang="en-US" altLang="zh-CN" sz="1800">
                  <a:solidFill>
                    <a:schemeClr val="bg1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685" name="Group 460"/>
            <p:cNvGrpSpPr/>
            <p:nvPr/>
          </p:nvGrpSpPr>
          <p:grpSpPr bwMode="auto">
            <a:xfrm>
              <a:off x="6557699" y="4754022"/>
              <a:ext cx="463568" cy="285869"/>
              <a:chOff x="3558850" y="4573304"/>
              <a:chExt cx="463568" cy="285869"/>
            </a:xfrm>
          </p:grpSpPr>
          <p:grpSp>
            <p:nvGrpSpPr>
              <p:cNvPr id="686" name="Group 461"/>
              <p:cNvGrpSpPr/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688" name="Oval 463"/>
                <p:cNvSpPr/>
                <p:nvPr/>
              </p:nvSpPr>
              <p:spPr bwMode="auto">
                <a:xfrm>
                  <a:off x="3573198" y="4578069"/>
                  <a:ext cx="439696" cy="260459"/>
                </a:xfrm>
                <a:prstGeom prst="ellipse">
                  <a:avLst/>
                </a:prstGeom>
                <a:solidFill>
                  <a:schemeClr val="bg1">
                    <a:alpha val="42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89" name="Oval 464"/>
                <p:cNvSpPr/>
                <p:nvPr/>
              </p:nvSpPr>
              <p:spPr bwMode="auto">
                <a:xfrm>
                  <a:off x="3558912" y="4587598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687" name="TextBox 389"/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 algn="ctr">
                  <a:lnSpc>
                    <a:spcPts val="1475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400">
                    <a:solidFill>
                      <a:schemeClr val="bg1"/>
                    </a:solidFill>
                    <a:latin typeface="Arial" panose="020B0604020202020204" pitchFamily="34" charset="0"/>
                  </a:rPr>
                  <a:t>CA</a:t>
                </a:r>
                <a:endParaRPr lang="en-US" altLang="zh-CN" sz="1800">
                  <a:solidFill>
                    <a:schemeClr val="bg1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10" name="Group 1"/>
          <p:cNvGrpSpPr/>
          <p:nvPr/>
        </p:nvGrpSpPr>
        <p:grpSpPr bwMode="auto">
          <a:xfrm>
            <a:off x="1148971" y="5313763"/>
            <a:ext cx="2698750" cy="903288"/>
            <a:chOff x="938213" y="5237163"/>
            <a:chExt cx="2698750" cy="903287"/>
          </a:xfrm>
        </p:grpSpPr>
        <p:cxnSp>
          <p:nvCxnSpPr>
            <p:cNvPr id="711" name="Straight Connector 338"/>
            <p:cNvCxnSpPr/>
            <p:nvPr/>
          </p:nvCxnSpPr>
          <p:spPr>
            <a:xfrm flipH="1">
              <a:off x="1282700" y="5802312"/>
              <a:ext cx="1508125" cy="1588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712" name="TextBox 265"/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Gill Sans MT" panose="020B0502020104020203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Gill Sans MT" panose="020B0502020104020203" pitchFamily="34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latin typeface="Arial" panose="020B0604020202020204" pitchFamily="34" charset="0"/>
                </a:rPr>
                <a:t>1</a:t>
              </a:r>
            </a:p>
          </p:txBody>
        </p:sp>
        <p:sp>
          <p:nvSpPr>
            <p:cNvPr id="713" name="TextBox 281"/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Gill Sans MT" panose="020B0502020104020203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Gill Sans MT" panose="020B0502020104020203" pitchFamily="34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latin typeface="Arial" panose="020B0604020202020204" pitchFamily="34" charset="0"/>
                </a:rPr>
                <a:t>2</a:t>
              </a:r>
            </a:p>
          </p:txBody>
        </p:sp>
        <p:grpSp>
          <p:nvGrpSpPr>
            <p:cNvPr id="714" name="Group 5"/>
            <p:cNvGrpSpPr/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727" name="Rectangle 97"/>
              <p:cNvSpPr>
                <a:spLocks noChangeArrowheads="1"/>
              </p:cNvSpPr>
              <p:nvPr/>
            </p:nvSpPr>
            <p:spPr bwMode="auto">
              <a:xfrm>
                <a:off x="-4052413" y="2965119"/>
                <a:ext cx="1290538" cy="208750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728" name="Rectangle 98"/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729" name="Line 99"/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chemeClr val="accent2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30" name="Rectangle 104"/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731" name="Text Box 105"/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Gill Sans MT" panose="020B0502020104020203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Gill Sans MT" panose="020B0502020104020203" pitchFamily="34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Gill Sans MT" panose="020B0502020104020203" pitchFamily="34" charset="0"/>
                    <a:cs typeface="Gill Sans MT" panose="020B0502020104020203" pitchFamily="34" charset="0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200">
                    <a:latin typeface="Arial" panose="020B0604020202020204" pitchFamily="34" charset="0"/>
                  </a:rPr>
                  <a:t>0111</a:t>
                </a:r>
              </a:p>
            </p:txBody>
          </p:sp>
          <p:sp>
            <p:nvSpPr>
              <p:cNvPr id="732" name="Line 119"/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715" name="Freeform 120"/>
            <p:cNvSpPr/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6 h 167"/>
                <a:gd name="T2" fmla="*/ 2147483646 w 554"/>
                <a:gd name="T3" fmla="*/ 2147483646 h 167"/>
                <a:gd name="T4" fmla="*/ 2147483646 w 554"/>
                <a:gd name="T5" fmla="*/ 2147483646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716" name="Group 357"/>
            <p:cNvGrpSpPr/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718" name="Oval 351"/>
              <p:cNvSpPr>
                <a:spLocks noChangeArrowheads="1"/>
              </p:cNvSpPr>
              <p:nvPr/>
            </p:nvSpPr>
            <p:spPr bwMode="auto">
              <a:xfrm flipV="1">
                <a:off x="1874448" y="1694641"/>
                <a:ext cx="1125200" cy="31952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 sz="1800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719" name="Rectangle 352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720" name="Oval 353"/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2" cy="3195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 sz="1800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721" name="Freeform 354"/>
              <p:cNvSpPr/>
              <p:nvPr/>
            </p:nvSpPr>
            <p:spPr bwMode="auto">
              <a:xfrm>
                <a:off x="2159710" y="1673340"/>
                <a:ext cx="548337" cy="16094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-1" fmla="*/ 1486231 w 2944854"/>
                  <a:gd name="connsiteY0-2" fmla="*/ 727041 h 1316375"/>
                  <a:gd name="connsiteX1-3" fmla="*/ 257675 w 2944854"/>
                  <a:gd name="connsiteY1-4" fmla="*/ 1302232 h 1316375"/>
                  <a:gd name="connsiteX2-5" fmla="*/ 0 w 2944854"/>
                  <a:gd name="connsiteY2-6" fmla="*/ 1228607 h 1316375"/>
                  <a:gd name="connsiteX3-7" fmla="*/ 911064 w 2944854"/>
                  <a:gd name="connsiteY3-8" fmla="*/ 837478 h 1316375"/>
                  <a:gd name="connsiteX4-9" fmla="*/ 883456 w 2944854"/>
                  <a:gd name="connsiteY4-10" fmla="*/ 450949 h 1316375"/>
                  <a:gd name="connsiteX5-11" fmla="*/ 161047 w 2944854"/>
                  <a:gd name="connsiteY5-12" fmla="*/ 119640 h 1316375"/>
                  <a:gd name="connsiteX6-13" fmla="*/ 404917 w 2944854"/>
                  <a:gd name="connsiteY6-14" fmla="*/ 50617 h 1316375"/>
                  <a:gd name="connsiteX7-15" fmla="*/ 1477028 w 2944854"/>
                  <a:gd name="connsiteY7-16" fmla="*/ 501566 h 1316375"/>
                  <a:gd name="connsiteX8-17" fmla="*/ 2572146 w 2944854"/>
                  <a:gd name="connsiteY8-18" fmla="*/ 0 h 1316375"/>
                  <a:gd name="connsiteX9-19" fmla="*/ 2875834 w 2944854"/>
                  <a:gd name="connsiteY9-20" fmla="*/ 96632 h 1316375"/>
                  <a:gd name="connsiteX10-21" fmla="*/ 2079803 w 2944854"/>
                  <a:gd name="connsiteY10-22" fmla="*/ 432543 h 1316375"/>
                  <a:gd name="connsiteX11-23" fmla="*/ 2240850 w 2944854"/>
                  <a:gd name="connsiteY11-24" fmla="*/ 920305 h 1316375"/>
                  <a:gd name="connsiteX12-25" fmla="*/ 2944854 w 2944854"/>
                  <a:gd name="connsiteY12-26" fmla="*/ 1228607 h 1316375"/>
                  <a:gd name="connsiteX13-27" fmla="*/ 2756623 w 2944854"/>
                  <a:gd name="connsiteY13-28" fmla="*/ 1316375 h 1316375"/>
                  <a:gd name="connsiteX14-29" fmla="*/ 1486231 w 2944854"/>
                  <a:gd name="connsiteY14-30" fmla="*/ 727041 h 1316375"/>
                  <a:gd name="connsiteX0-31" fmla="*/ 1486231 w 3024520"/>
                  <a:gd name="connsiteY0-32" fmla="*/ 727041 h 1316375"/>
                  <a:gd name="connsiteX1-33" fmla="*/ 257675 w 3024520"/>
                  <a:gd name="connsiteY1-34" fmla="*/ 1302232 h 1316375"/>
                  <a:gd name="connsiteX2-35" fmla="*/ 0 w 3024520"/>
                  <a:gd name="connsiteY2-36" fmla="*/ 1228607 h 1316375"/>
                  <a:gd name="connsiteX3-37" fmla="*/ 911064 w 3024520"/>
                  <a:gd name="connsiteY3-38" fmla="*/ 837478 h 1316375"/>
                  <a:gd name="connsiteX4-39" fmla="*/ 883456 w 3024520"/>
                  <a:gd name="connsiteY4-40" fmla="*/ 450949 h 1316375"/>
                  <a:gd name="connsiteX5-41" fmla="*/ 161047 w 3024520"/>
                  <a:gd name="connsiteY5-42" fmla="*/ 119640 h 1316375"/>
                  <a:gd name="connsiteX6-43" fmla="*/ 404917 w 3024520"/>
                  <a:gd name="connsiteY6-44" fmla="*/ 50617 h 1316375"/>
                  <a:gd name="connsiteX7-45" fmla="*/ 1477028 w 3024520"/>
                  <a:gd name="connsiteY7-46" fmla="*/ 501566 h 1316375"/>
                  <a:gd name="connsiteX8-47" fmla="*/ 2572146 w 3024520"/>
                  <a:gd name="connsiteY8-48" fmla="*/ 0 h 1316375"/>
                  <a:gd name="connsiteX9-49" fmla="*/ 2875834 w 3024520"/>
                  <a:gd name="connsiteY9-50" fmla="*/ 96632 h 1316375"/>
                  <a:gd name="connsiteX10-51" fmla="*/ 2079803 w 3024520"/>
                  <a:gd name="connsiteY10-52" fmla="*/ 432543 h 1316375"/>
                  <a:gd name="connsiteX11-53" fmla="*/ 2240850 w 3024520"/>
                  <a:gd name="connsiteY11-54" fmla="*/ 920305 h 1316375"/>
                  <a:gd name="connsiteX12-55" fmla="*/ 3024520 w 3024520"/>
                  <a:gd name="connsiteY12-56" fmla="*/ 1228607 h 1316375"/>
                  <a:gd name="connsiteX13-57" fmla="*/ 2756623 w 3024520"/>
                  <a:gd name="connsiteY13-58" fmla="*/ 1316375 h 1316375"/>
                  <a:gd name="connsiteX14-59" fmla="*/ 1486231 w 3024520"/>
                  <a:gd name="connsiteY14-60" fmla="*/ 727041 h 1316375"/>
                  <a:gd name="connsiteX0-61" fmla="*/ 1537780 w 3076069"/>
                  <a:gd name="connsiteY0-62" fmla="*/ 727041 h 1316375"/>
                  <a:gd name="connsiteX1-63" fmla="*/ 309224 w 3076069"/>
                  <a:gd name="connsiteY1-64" fmla="*/ 1302232 h 1316375"/>
                  <a:gd name="connsiteX2-65" fmla="*/ 0 w 3076069"/>
                  <a:gd name="connsiteY2-66" fmla="*/ 1228607 h 1316375"/>
                  <a:gd name="connsiteX3-67" fmla="*/ 962613 w 3076069"/>
                  <a:gd name="connsiteY3-68" fmla="*/ 837478 h 1316375"/>
                  <a:gd name="connsiteX4-69" fmla="*/ 935005 w 3076069"/>
                  <a:gd name="connsiteY4-70" fmla="*/ 450949 h 1316375"/>
                  <a:gd name="connsiteX5-71" fmla="*/ 212596 w 3076069"/>
                  <a:gd name="connsiteY5-72" fmla="*/ 119640 h 1316375"/>
                  <a:gd name="connsiteX6-73" fmla="*/ 456466 w 3076069"/>
                  <a:gd name="connsiteY6-74" fmla="*/ 50617 h 1316375"/>
                  <a:gd name="connsiteX7-75" fmla="*/ 1528577 w 3076069"/>
                  <a:gd name="connsiteY7-76" fmla="*/ 501566 h 1316375"/>
                  <a:gd name="connsiteX8-77" fmla="*/ 2623695 w 3076069"/>
                  <a:gd name="connsiteY8-78" fmla="*/ 0 h 1316375"/>
                  <a:gd name="connsiteX9-79" fmla="*/ 2927383 w 3076069"/>
                  <a:gd name="connsiteY9-80" fmla="*/ 96632 h 1316375"/>
                  <a:gd name="connsiteX10-81" fmla="*/ 2131352 w 3076069"/>
                  <a:gd name="connsiteY10-82" fmla="*/ 432543 h 1316375"/>
                  <a:gd name="connsiteX11-83" fmla="*/ 2292399 w 3076069"/>
                  <a:gd name="connsiteY11-84" fmla="*/ 920305 h 1316375"/>
                  <a:gd name="connsiteX12-85" fmla="*/ 3076069 w 3076069"/>
                  <a:gd name="connsiteY12-86" fmla="*/ 1228607 h 1316375"/>
                  <a:gd name="connsiteX13-87" fmla="*/ 2808172 w 3076069"/>
                  <a:gd name="connsiteY13-88" fmla="*/ 1316375 h 1316375"/>
                  <a:gd name="connsiteX14-89" fmla="*/ 1537780 w 3076069"/>
                  <a:gd name="connsiteY14-90" fmla="*/ 727041 h 1316375"/>
                  <a:gd name="connsiteX0-91" fmla="*/ 1537780 w 3076069"/>
                  <a:gd name="connsiteY0-92" fmla="*/ 727041 h 1321259"/>
                  <a:gd name="connsiteX1-93" fmla="*/ 313981 w 3076069"/>
                  <a:gd name="connsiteY1-94" fmla="*/ 1321259 h 1321259"/>
                  <a:gd name="connsiteX2-95" fmla="*/ 0 w 3076069"/>
                  <a:gd name="connsiteY2-96" fmla="*/ 1228607 h 1321259"/>
                  <a:gd name="connsiteX3-97" fmla="*/ 962613 w 3076069"/>
                  <a:gd name="connsiteY3-98" fmla="*/ 837478 h 1321259"/>
                  <a:gd name="connsiteX4-99" fmla="*/ 935005 w 3076069"/>
                  <a:gd name="connsiteY4-100" fmla="*/ 450949 h 1321259"/>
                  <a:gd name="connsiteX5-101" fmla="*/ 212596 w 3076069"/>
                  <a:gd name="connsiteY5-102" fmla="*/ 119640 h 1321259"/>
                  <a:gd name="connsiteX6-103" fmla="*/ 456466 w 3076069"/>
                  <a:gd name="connsiteY6-104" fmla="*/ 50617 h 1321259"/>
                  <a:gd name="connsiteX7-105" fmla="*/ 1528577 w 3076069"/>
                  <a:gd name="connsiteY7-106" fmla="*/ 501566 h 1321259"/>
                  <a:gd name="connsiteX8-107" fmla="*/ 2623695 w 3076069"/>
                  <a:gd name="connsiteY8-108" fmla="*/ 0 h 1321259"/>
                  <a:gd name="connsiteX9-109" fmla="*/ 2927383 w 3076069"/>
                  <a:gd name="connsiteY9-110" fmla="*/ 96632 h 1321259"/>
                  <a:gd name="connsiteX10-111" fmla="*/ 2131352 w 3076069"/>
                  <a:gd name="connsiteY10-112" fmla="*/ 432543 h 1321259"/>
                  <a:gd name="connsiteX11-113" fmla="*/ 2292399 w 3076069"/>
                  <a:gd name="connsiteY11-114" fmla="*/ 920305 h 1321259"/>
                  <a:gd name="connsiteX12-115" fmla="*/ 3076069 w 3076069"/>
                  <a:gd name="connsiteY12-116" fmla="*/ 1228607 h 1321259"/>
                  <a:gd name="connsiteX13-117" fmla="*/ 2808172 w 3076069"/>
                  <a:gd name="connsiteY13-118" fmla="*/ 1316375 h 1321259"/>
                  <a:gd name="connsiteX14-119" fmla="*/ 1537780 w 3076069"/>
                  <a:gd name="connsiteY14-120" fmla="*/ 727041 h 1321259"/>
                  <a:gd name="connsiteX0-121" fmla="*/ 1537780 w 3076069"/>
                  <a:gd name="connsiteY0-122" fmla="*/ 750825 h 1321259"/>
                  <a:gd name="connsiteX1-123" fmla="*/ 313981 w 3076069"/>
                  <a:gd name="connsiteY1-124" fmla="*/ 1321259 h 1321259"/>
                  <a:gd name="connsiteX2-125" fmla="*/ 0 w 3076069"/>
                  <a:gd name="connsiteY2-126" fmla="*/ 1228607 h 1321259"/>
                  <a:gd name="connsiteX3-127" fmla="*/ 962613 w 3076069"/>
                  <a:gd name="connsiteY3-128" fmla="*/ 837478 h 1321259"/>
                  <a:gd name="connsiteX4-129" fmla="*/ 935005 w 3076069"/>
                  <a:gd name="connsiteY4-130" fmla="*/ 450949 h 1321259"/>
                  <a:gd name="connsiteX5-131" fmla="*/ 212596 w 3076069"/>
                  <a:gd name="connsiteY5-132" fmla="*/ 119640 h 1321259"/>
                  <a:gd name="connsiteX6-133" fmla="*/ 456466 w 3076069"/>
                  <a:gd name="connsiteY6-134" fmla="*/ 50617 h 1321259"/>
                  <a:gd name="connsiteX7-135" fmla="*/ 1528577 w 3076069"/>
                  <a:gd name="connsiteY7-136" fmla="*/ 501566 h 1321259"/>
                  <a:gd name="connsiteX8-137" fmla="*/ 2623695 w 3076069"/>
                  <a:gd name="connsiteY8-138" fmla="*/ 0 h 1321259"/>
                  <a:gd name="connsiteX9-139" fmla="*/ 2927383 w 3076069"/>
                  <a:gd name="connsiteY9-140" fmla="*/ 96632 h 1321259"/>
                  <a:gd name="connsiteX10-141" fmla="*/ 2131352 w 3076069"/>
                  <a:gd name="connsiteY10-142" fmla="*/ 432543 h 1321259"/>
                  <a:gd name="connsiteX11-143" fmla="*/ 2292399 w 3076069"/>
                  <a:gd name="connsiteY11-144" fmla="*/ 920305 h 1321259"/>
                  <a:gd name="connsiteX12-145" fmla="*/ 3076069 w 3076069"/>
                  <a:gd name="connsiteY12-146" fmla="*/ 1228607 h 1321259"/>
                  <a:gd name="connsiteX13-147" fmla="*/ 2808172 w 3076069"/>
                  <a:gd name="connsiteY13-148" fmla="*/ 1316375 h 1321259"/>
                  <a:gd name="connsiteX14-149" fmla="*/ 1537780 w 3076069"/>
                  <a:gd name="connsiteY14-150" fmla="*/ 750825 h 132125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722" name="Freeform 355"/>
              <p:cNvSpPr/>
              <p:nvPr/>
            </p:nvSpPr>
            <p:spPr bwMode="auto">
              <a:xfrm>
                <a:off x="2102657" y="1633104"/>
                <a:ext cx="662442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1 w 3723451"/>
                  <a:gd name="T3" fmla="*/ 321 h 932950"/>
                  <a:gd name="T4" fmla="*/ 330163 w 3723451"/>
                  <a:gd name="T5" fmla="*/ 62070 h 932950"/>
                  <a:gd name="T6" fmla="*/ 533941 w 3723451"/>
                  <a:gd name="T7" fmla="*/ 0 h 932950"/>
                  <a:gd name="T8" fmla="*/ 662442 w 3723451"/>
                  <a:gd name="T9" fmla="*/ 24700 h 932950"/>
                  <a:gd name="T10" fmla="*/ 566838 w 3723451"/>
                  <a:gd name="T11" fmla="*/ 55072 h 932950"/>
                  <a:gd name="T12" fmla="*/ 536057 w 3723451"/>
                  <a:gd name="T13" fmla="*/ 46883 h 932950"/>
                  <a:gd name="T14" fmla="*/ 333916 w 3723451"/>
                  <a:gd name="T15" fmla="*/ 111241 h 932950"/>
                  <a:gd name="T16" fmla="*/ 126604 w 3723451"/>
                  <a:gd name="T17" fmla="*/ 49251 h 932950"/>
                  <a:gd name="T18" fmla="*/ 93085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723" name="Freeform 440"/>
              <p:cNvSpPr/>
              <p:nvPr/>
            </p:nvSpPr>
            <p:spPr bwMode="auto">
              <a:xfrm>
                <a:off x="2536889" y="1727776"/>
                <a:ext cx="244059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9 w 1366596"/>
                  <a:gd name="T3" fmla="*/ 74985 h 809868"/>
                  <a:gd name="T4" fmla="*/ 154488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724" name="Freeform 445"/>
              <p:cNvSpPr/>
              <p:nvPr/>
            </p:nvSpPr>
            <p:spPr bwMode="auto">
              <a:xfrm>
                <a:off x="2089979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725" name="Straight Connector 449"/>
              <p:cNvCxnSpPr>
                <a:cxnSpLocks noChangeShapeType="1"/>
                <a:endCxn id="720" idx="2"/>
              </p:cNvCxnSpPr>
              <p:nvPr/>
            </p:nvCxnSpPr>
            <p:spPr bwMode="auto">
              <a:xfrm flipH="1" flipV="1">
                <a:off x="1871277" y="1737244"/>
                <a:ext cx="3171" cy="123075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</p:spPr>
          </p:cxnSp>
          <p:cxnSp>
            <p:nvCxnSpPr>
              <p:cNvPr id="726" name="Straight Connector 467"/>
              <p:cNvCxnSpPr>
                <a:cxnSpLocks noChangeShapeType="1"/>
              </p:cNvCxnSpPr>
              <p:nvPr/>
            </p:nvCxnSpPr>
            <p:spPr bwMode="auto">
              <a:xfrm flipH="1" flipV="1">
                <a:off x="2996479" y="1734878"/>
                <a:ext cx="3169" cy="123075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</p:spPr>
          </p:cxnSp>
        </p:grpSp>
        <p:sp>
          <p:nvSpPr>
            <p:cNvPr id="717" name="TextBox 282"/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Gill Sans MT" panose="020B0502020104020203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Gill Sans MT" panose="020B0502020104020203" pitchFamily="34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Gill Sans MT" panose="020B0502020104020203" pitchFamily="34" charset="0"/>
                  <a:cs typeface="Gill Sans MT" panose="020B0502020104020203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latin typeface="Arial" panose="020B0604020202020204" pitchFamily="34" charset="0"/>
                </a:rPr>
                <a:t>3</a:t>
              </a:r>
            </a:p>
          </p:txBody>
        </p:sp>
      </p:grpSp>
      <p:sp>
        <p:nvSpPr>
          <p:cNvPr id="3" name="TextBox 6"/>
          <p:cNvSpPr txBox="1">
            <a:spLocks noChangeArrowheads="1"/>
          </p:cNvSpPr>
          <p:nvPr/>
        </p:nvSpPr>
        <p:spPr bwMode="auto">
          <a:xfrm>
            <a:off x="214726" y="4676398"/>
            <a:ext cx="1992313" cy="6686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</a:pPr>
            <a:r>
              <a:rPr lang="zh-CN" altLang="en-US" sz="1600" dirty="0">
                <a:latin typeface="宋体" panose="02010600030101010101" pitchFamily="2" charset="-122"/>
                <a:ea typeface="宋体" panose="02010600030101010101" pitchFamily="2" charset="-122"/>
              </a:rPr>
              <a:t>到达的数据包首部</a:t>
            </a:r>
            <a:endParaRPr lang="en-US" altLang="zh-CN" sz="1600" dirty="0">
              <a:latin typeface="宋体" panose="02010600030101010101" pitchFamily="2" charset="-122"/>
              <a:ea typeface="宋体" panose="02010600030101010101" pitchFamily="2" charset="-122"/>
            </a:endParaRPr>
          </a:p>
          <a:p>
            <a:pPr algn="ctr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</a:pPr>
            <a:r>
              <a:rPr lang="zh-CN" altLang="en-US" sz="1600" dirty="0">
                <a:latin typeface="宋体" panose="02010600030101010101" pitchFamily="2" charset="-122"/>
                <a:ea typeface="宋体" panose="02010600030101010101" pitchFamily="2" charset="-122"/>
              </a:rPr>
              <a:t>寻址信息</a:t>
            </a:r>
            <a:endParaRPr lang="en-US" altLang="zh-CN" sz="1600" dirty="0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1" name="Rectangle 2"/>
          <p:cNvSpPr>
            <a:spLocks noChangeArrowheads="1"/>
          </p:cNvSpPr>
          <p:nvPr/>
        </p:nvSpPr>
        <p:spPr bwMode="auto">
          <a:xfrm>
            <a:off x="1762125" y="1951956"/>
            <a:ext cx="6534150" cy="4076700"/>
          </a:xfrm>
          <a:prstGeom prst="rect">
            <a:avLst/>
          </a:pr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cs typeface="Times New Roman" panose="02020603050405020304" pitchFamily="18" charset="0"/>
            </a:endParaRPr>
          </a:p>
        </p:txBody>
      </p:sp>
      <p:sp>
        <p:nvSpPr>
          <p:cNvPr id="17412" name="Rectangle 3"/>
          <p:cNvSpPr>
            <a:spLocks noChangeArrowheads="1"/>
          </p:cNvSpPr>
          <p:nvPr/>
        </p:nvSpPr>
        <p:spPr bwMode="auto">
          <a:xfrm>
            <a:off x="1695450" y="2018631"/>
            <a:ext cx="6534150" cy="4076700"/>
          </a:xfrm>
          <a:prstGeom prst="rect">
            <a:avLst/>
          </a:prstGeom>
          <a:solidFill>
            <a:srgbClr val="FFFFFF"/>
          </a:solidFill>
          <a:ln w="19050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cs typeface="Times New Roman" panose="02020603050405020304" pitchFamily="18" charset="0"/>
            </a:endParaRPr>
          </a:p>
        </p:txBody>
      </p:sp>
      <p:grpSp>
        <p:nvGrpSpPr>
          <p:cNvPr id="17415" name="Group 6"/>
          <p:cNvGrpSpPr/>
          <p:nvPr/>
        </p:nvGrpSpPr>
        <p:grpSpPr bwMode="auto">
          <a:xfrm>
            <a:off x="2958678" y="3298156"/>
            <a:ext cx="1928812" cy="1214437"/>
            <a:chOff x="3926" y="2883"/>
            <a:chExt cx="744" cy="765"/>
          </a:xfrm>
        </p:grpSpPr>
        <p:sp>
          <p:nvSpPr>
            <p:cNvPr id="17438" name="Rectangle 7"/>
            <p:cNvSpPr>
              <a:spLocks noChangeArrowheads="1"/>
            </p:cNvSpPr>
            <p:nvPr/>
          </p:nvSpPr>
          <p:spPr bwMode="auto">
            <a:xfrm>
              <a:off x="4023" y="2883"/>
              <a:ext cx="582" cy="73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800">
                <a:cs typeface="Times New Roman" panose="02020603050405020304" pitchFamily="18" charset="0"/>
              </a:endParaRPr>
            </a:p>
          </p:txBody>
        </p:sp>
        <p:sp>
          <p:nvSpPr>
            <p:cNvPr id="17439" name="Rectangle 8"/>
            <p:cNvSpPr>
              <a:spLocks noChangeArrowheads="1"/>
            </p:cNvSpPr>
            <p:nvPr/>
          </p:nvSpPr>
          <p:spPr bwMode="auto">
            <a:xfrm>
              <a:off x="3996" y="2910"/>
              <a:ext cx="582" cy="738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800">
                <a:cs typeface="Times New Roman" panose="02020603050405020304" pitchFamily="18" charset="0"/>
              </a:endParaRPr>
            </a:p>
          </p:txBody>
        </p:sp>
        <p:sp>
          <p:nvSpPr>
            <p:cNvPr id="17440" name="Text Box 9"/>
            <p:cNvSpPr txBox="1">
              <a:spLocks noChangeArrowheads="1"/>
            </p:cNvSpPr>
            <p:nvPr/>
          </p:nvSpPr>
          <p:spPr bwMode="auto">
            <a:xfrm>
              <a:off x="3926" y="3165"/>
              <a:ext cx="744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zh-CN" altLang="en-US" sz="1800" dirty="0">
                  <a:cs typeface="Times New Roman" panose="02020603050405020304" pitchFamily="18" charset="0"/>
                </a:rPr>
                <a:t>路由表</a:t>
              </a:r>
              <a:endParaRPr kumimoji="0" lang="en-US" altLang="zh-CN" sz="1800" dirty="0">
                <a:cs typeface="Times New Roman" panose="02020603050405020304" pitchFamily="18" charset="0"/>
              </a:endParaRPr>
            </a:p>
          </p:txBody>
        </p:sp>
        <p:sp>
          <p:nvSpPr>
            <p:cNvPr id="17441" name="Line 10"/>
            <p:cNvSpPr>
              <a:spLocks noChangeShapeType="1"/>
            </p:cNvSpPr>
            <p:nvPr/>
          </p:nvSpPr>
          <p:spPr bwMode="auto">
            <a:xfrm>
              <a:off x="4065" y="2994"/>
              <a:ext cx="43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7442" name="Line 11"/>
            <p:cNvSpPr>
              <a:spLocks noChangeShapeType="1"/>
            </p:cNvSpPr>
            <p:nvPr/>
          </p:nvSpPr>
          <p:spPr bwMode="auto">
            <a:xfrm>
              <a:off x="4071" y="3048"/>
              <a:ext cx="43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7443" name="Line 12"/>
            <p:cNvSpPr>
              <a:spLocks noChangeShapeType="1"/>
            </p:cNvSpPr>
            <p:nvPr/>
          </p:nvSpPr>
          <p:spPr bwMode="auto">
            <a:xfrm>
              <a:off x="4074" y="3102"/>
              <a:ext cx="43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7444" name="Line 13"/>
            <p:cNvSpPr>
              <a:spLocks noChangeShapeType="1"/>
            </p:cNvSpPr>
            <p:nvPr/>
          </p:nvSpPr>
          <p:spPr bwMode="auto">
            <a:xfrm>
              <a:off x="4065" y="3477"/>
              <a:ext cx="43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7445" name="Line 14"/>
            <p:cNvSpPr>
              <a:spLocks noChangeShapeType="1"/>
            </p:cNvSpPr>
            <p:nvPr/>
          </p:nvSpPr>
          <p:spPr bwMode="auto">
            <a:xfrm>
              <a:off x="4068" y="3528"/>
              <a:ext cx="43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7446" name="Line 15"/>
            <p:cNvSpPr>
              <a:spLocks noChangeShapeType="1"/>
            </p:cNvSpPr>
            <p:nvPr/>
          </p:nvSpPr>
          <p:spPr bwMode="auto">
            <a:xfrm>
              <a:off x="4071" y="3579"/>
              <a:ext cx="43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17416" name="Line 17"/>
          <p:cNvSpPr>
            <a:spLocks noChangeShapeType="1"/>
          </p:cNvSpPr>
          <p:nvPr/>
        </p:nvSpPr>
        <p:spPr bwMode="auto">
          <a:xfrm flipV="1">
            <a:off x="1685925" y="5580981"/>
            <a:ext cx="6505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7417" name="Line 18"/>
          <p:cNvSpPr>
            <a:spLocks noChangeShapeType="1"/>
          </p:cNvSpPr>
          <p:nvPr/>
        </p:nvSpPr>
        <p:spPr bwMode="auto">
          <a:xfrm flipV="1">
            <a:off x="1714500" y="5057106"/>
            <a:ext cx="652462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17418" name="Group 19"/>
          <p:cNvGrpSpPr/>
          <p:nvPr/>
        </p:nvGrpSpPr>
        <p:grpSpPr bwMode="auto">
          <a:xfrm>
            <a:off x="892175" y="1693193"/>
            <a:ext cx="2081213" cy="797831"/>
            <a:chOff x="1175" y="1848"/>
            <a:chExt cx="1189" cy="558"/>
          </a:xfrm>
        </p:grpSpPr>
        <p:sp>
          <p:nvSpPr>
            <p:cNvPr id="17435" name="Rectangle 20"/>
            <p:cNvSpPr>
              <a:spLocks noChangeArrowheads="1"/>
            </p:cNvSpPr>
            <p:nvPr/>
          </p:nvSpPr>
          <p:spPr bwMode="auto">
            <a:xfrm>
              <a:off x="1224" y="1848"/>
              <a:ext cx="1140" cy="51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ts val="2000"/>
                </a:lnSpc>
                <a:spcBef>
                  <a:spcPct val="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800">
                <a:cs typeface="Times New Roman" panose="02020603050405020304" pitchFamily="18" charset="0"/>
              </a:endParaRPr>
            </a:p>
          </p:txBody>
        </p:sp>
        <p:sp>
          <p:nvSpPr>
            <p:cNvPr id="17436" name="Rectangle 21"/>
            <p:cNvSpPr>
              <a:spLocks noChangeArrowheads="1"/>
            </p:cNvSpPr>
            <p:nvPr/>
          </p:nvSpPr>
          <p:spPr bwMode="auto">
            <a:xfrm>
              <a:off x="1182" y="1890"/>
              <a:ext cx="1140" cy="516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ts val="2000"/>
                </a:lnSpc>
                <a:spcBef>
                  <a:spcPct val="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800">
                <a:cs typeface="Times New Roman" panose="02020603050405020304" pitchFamily="18" charset="0"/>
              </a:endParaRPr>
            </a:p>
          </p:txBody>
        </p:sp>
        <p:sp>
          <p:nvSpPr>
            <p:cNvPr id="17437" name="Text Box 22"/>
            <p:cNvSpPr txBox="1">
              <a:spLocks noChangeArrowheads="1"/>
            </p:cNvSpPr>
            <p:nvPr/>
          </p:nvSpPr>
          <p:spPr bwMode="auto">
            <a:xfrm>
              <a:off x="1175" y="1895"/>
              <a:ext cx="1146" cy="5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lnSpc>
                  <a:spcPts val="2600"/>
                </a:lnSpc>
                <a:spcBef>
                  <a:spcPct val="0"/>
                </a:spcBef>
                <a:buFontTx/>
                <a:buNone/>
              </a:pPr>
              <a:r>
                <a:rPr kumimoji="0" lang="zh-CN" altLang="en-US" sz="1800" b="1" dirty="0">
                  <a:solidFill>
                    <a:srgbClr val="FF0000"/>
                  </a:solidFill>
                  <a:cs typeface="Times New Roman" panose="02020603050405020304" pitchFamily="18" charset="0"/>
                </a:rPr>
                <a:t>路由协议</a:t>
              </a:r>
              <a:endParaRPr kumimoji="0" lang="en-US" altLang="zh-CN" sz="1800" b="1" dirty="0">
                <a:solidFill>
                  <a:srgbClr val="FF0000"/>
                </a:solidFill>
                <a:cs typeface="Times New Roman" panose="02020603050405020304" pitchFamily="18" charset="0"/>
              </a:endParaRPr>
            </a:p>
            <a:p>
              <a:pPr>
                <a:lnSpc>
                  <a:spcPts val="2600"/>
                </a:lnSpc>
                <a:spcBef>
                  <a:spcPct val="0"/>
                </a:spcBef>
                <a:buNone/>
              </a:pPr>
              <a:r>
                <a:rPr kumimoji="0" lang="en-US" altLang="zh-CN" sz="1800" dirty="0">
                  <a:cs typeface="Times New Roman" panose="02020603050405020304" pitchFamily="18" charset="0"/>
                </a:rPr>
                <a:t>RIP</a:t>
              </a:r>
              <a:r>
                <a:rPr kumimoji="0" lang="zh-CN" altLang="en-US" sz="1800" dirty="0">
                  <a:cs typeface="Times New Roman" panose="02020603050405020304" pitchFamily="18" charset="0"/>
                </a:rPr>
                <a:t>、</a:t>
              </a:r>
              <a:r>
                <a:rPr kumimoji="0" lang="en-US" altLang="zh-CN" sz="1800" dirty="0">
                  <a:cs typeface="Times New Roman" panose="02020603050405020304" pitchFamily="18" charset="0"/>
                </a:rPr>
                <a:t>OSPF</a:t>
              </a:r>
              <a:r>
                <a:rPr kumimoji="0" lang="zh-CN" altLang="en-US" sz="1800" dirty="0">
                  <a:cs typeface="Times New Roman" panose="02020603050405020304" pitchFamily="18" charset="0"/>
                </a:rPr>
                <a:t>、</a:t>
              </a:r>
              <a:r>
                <a:rPr kumimoji="0" lang="en-US" altLang="zh-CN" sz="1800" dirty="0">
                  <a:cs typeface="Times New Roman" panose="02020603050405020304" pitchFamily="18" charset="0"/>
                </a:rPr>
                <a:t>BGP</a:t>
              </a:r>
            </a:p>
          </p:txBody>
        </p:sp>
      </p:grpSp>
      <p:sp>
        <p:nvSpPr>
          <p:cNvPr id="17419" name="Freeform 23"/>
          <p:cNvSpPr/>
          <p:nvPr/>
        </p:nvSpPr>
        <p:spPr bwMode="auto">
          <a:xfrm>
            <a:off x="2535238" y="2655218"/>
            <a:ext cx="571500" cy="1285875"/>
          </a:xfrm>
          <a:custGeom>
            <a:avLst/>
            <a:gdLst>
              <a:gd name="T0" fmla="*/ 0 w 396"/>
              <a:gd name="T1" fmla="*/ 0 h 246"/>
              <a:gd name="T2" fmla="*/ 2147483646 w 396"/>
              <a:gd name="T3" fmla="*/ 2147483646 h 246"/>
              <a:gd name="T4" fmla="*/ 2147483646 w 396"/>
              <a:gd name="T5" fmla="*/ 2147483646 h 246"/>
              <a:gd name="T6" fmla="*/ 0 60000 65536"/>
              <a:gd name="T7" fmla="*/ 0 60000 65536"/>
              <a:gd name="T8" fmla="*/ 0 60000 65536"/>
              <a:gd name="T9" fmla="*/ 0 w 396"/>
              <a:gd name="T10" fmla="*/ 0 h 246"/>
              <a:gd name="T11" fmla="*/ 396 w 396"/>
              <a:gd name="T12" fmla="*/ 246 h 24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96" h="246">
                <a:moveTo>
                  <a:pt x="0" y="0"/>
                </a:moveTo>
                <a:cubicBezTo>
                  <a:pt x="30" y="16"/>
                  <a:pt x="42" y="126"/>
                  <a:pt x="150" y="186"/>
                </a:cubicBezTo>
                <a:cubicBezTo>
                  <a:pt x="258" y="246"/>
                  <a:pt x="345" y="205"/>
                  <a:pt x="396" y="210"/>
                </a:cubicBezTo>
              </a:path>
            </a:pathLst>
          </a:custGeom>
          <a:noFill/>
          <a:ln w="38100">
            <a:solidFill>
              <a:schemeClr val="accent2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17420" name="Group 24"/>
          <p:cNvGrpSpPr/>
          <p:nvPr/>
        </p:nvGrpSpPr>
        <p:grpSpPr bwMode="auto">
          <a:xfrm>
            <a:off x="4821238" y="2771106"/>
            <a:ext cx="3398837" cy="1192212"/>
            <a:chOff x="102" y="1272"/>
            <a:chExt cx="1890" cy="751"/>
          </a:xfrm>
        </p:grpSpPr>
        <p:sp>
          <p:nvSpPr>
            <p:cNvPr id="17432" name="Rectangle 25"/>
            <p:cNvSpPr>
              <a:spLocks noChangeArrowheads="1"/>
            </p:cNvSpPr>
            <p:nvPr/>
          </p:nvSpPr>
          <p:spPr bwMode="auto">
            <a:xfrm>
              <a:off x="144" y="1272"/>
              <a:ext cx="1848" cy="69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800">
                <a:cs typeface="Times New Roman" panose="02020603050405020304" pitchFamily="18" charset="0"/>
              </a:endParaRPr>
            </a:p>
          </p:txBody>
        </p:sp>
        <p:sp>
          <p:nvSpPr>
            <p:cNvPr id="17433" name="Rectangle 26"/>
            <p:cNvSpPr>
              <a:spLocks noChangeArrowheads="1"/>
            </p:cNvSpPr>
            <p:nvPr/>
          </p:nvSpPr>
          <p:spPr bwMode="auto">
            <a:xfrm>
              <a:off x="102" y="1314"/>
              <a:ext cx="1848" cy="702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800">
                <a:cs typeface="Times New Roman" panose="02020603050405020304" pitchFamily="18" charset="0"/>
              </a:endParaRPr>
            </a:p>
          </p:txBody>
        </p:sp>
        <p:sp>
          <p:nvSpPr>
            <p:cNvPr id="17434" name="Text Box 27"/>
            <p:cNvSpPr txBox="1">
              <a:spLocks noChangeArrowheads="1"/>
            </p:cNvSpPr>
            <p:nvPr/>
          </p:nvSpPr>
          <p:spPr bwMode="auto">
            <a:xfrm>
              <a:off x="116" y="1319"/>
              <a:ext cx="1078" cy="7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lnSpc>
                  <a:spcPts val="2000"/>
                </a:lnSpc>
                <a:spcBef>
                  <a:spcPct val="0"/>
                </a:spcBef>
                <a:buFontTx/>
                <a:buNone/>
              </a:pPr>
              <a:r>
                <a:rPr kumimoji="0" lang="en-US" altLang="zh-CN" sz="1800" dirty="0">
                  <a:solidFill>
                    <a:srgbClr val="FF0000"/>
                  </a:solidFill>
                  <a:cs typeface="Times New Roman" panose="02020603050405020304" pitchFamily="18" charset="0"/>
                </a:rPr>
                <a:t>IP</a:t>
              </a:r>
              <a:r>
                <a:rPr kumimoji="0" lang="zh-CN" altLang="en-US" sz="1800" dirty="0">
                  <a:solidFill>
                    <a:srgbClr val="FF0000"/>
                  </a:solidFill>
                  <a:cs typeface="Times New Roman" panose="02020603050405020304" pitchFamily="18" charset="0"/>
                </a:rPr>
                <a:t>协议</a:t>
              </a:r>
              <a:endParaRPr kumimoji="0" lang="en-US" altLang="zh-CN" sz="1800" dirty="0">
                <a:solidFill>
                  <a:srgbClr val="FF0000"/>
                </a:solidFill>
                <a:cs typeface="Times New Roman" panose="02020603050405020304" pitchFamily="18" charset="0"/>
              </a:endParaRPr>
            </a:p>
            <a:p>
              <a:pPr>
                <a:lnSpc>
                  <a:spcPts val="2000"/>
                </a:lnSpc>
                <a:spcBef>
                  <a:spcPct val="0"/>
                </a:spcBef>
                <a:buFontTx/>
                <a:buChar char="•"/>
              </a:pPr>
              <a:r>
                <a:rPr kumimoji="0" lang="en-US" altLang="zh-CN" sz="1800" b="1" dirty="0">
                  <a:solidFill>
                    <a:srgbClr val="003399"/>
                  </a:solidFill>
                  <a:cs typeface="Times New Roman" panose="02020603050405020304" pitchFamily="18" charset="0"/>
                </a:rPr>
                <a:t> </a:t>
              </a:r>
              <a:r>
                <a:rPr lang="zh-CN" altLang="en-US" sz="1800" dirty="0">
                  <a:cs typeface="Times New Roman" panose="02020603050405020304" pitchFamily="18" charset="0"/>
                </a:rPr>
                <a:t>编址</a:t>
              </a:r>
              <a:endParaRPr lang="en-US" altLang="zh-CN" sz="1800" dirty="0">
                <a:cs typeface="Times New Roman" panose="02020603050405020304" pitchFamily="18" charset="0"/>
              </a:endParaRPr>
            </a:p>
            <a:p>
              <a:pPr>
                <a:lnSpc>
                  <a:spcPts val="2000"/>
                </a:lnSpc>
                <a:spcBef>
                  <a:spcPct val="0"/>
                </a:spcBef>
                <a:buFontTx/>
                <a:buChar char="•"/>
              </a:pPr>
              <a:r>
                <a:rPr kumimoji="0" lang="en-US" altLang="zh-CN" sz="1800" dirty="0">
                  <a:cs typeface="Times New Roman" panose="02020603050405020304" pitchFamily="18" charset="0"/>
                </a:rPr>
                <a:t> </a:t>
              </a:r>
              <a:r>
                <a:rPr kumimoji="0" lang="zh-CN" altLang="en-US" sz="1800" dirty="0">
                  <a:cs typeface="Times New Roman" panose="02020603050405020304" pitchFamily="18" charset="0"/>
                </a:rPr>
                <a:t>数据包格式定义</a:t>
              </a:r>
              <a:endParaRPr kumimoji="0" lang="en-US" altLang="zh-CN" sz="1800" dirty="0">
                <a:cs typeface="Times New Roman" panose="02020603050405020304" pitchFamily="18" charset="0"/>
              </a:endParaRPr>
            </a:p>
            <a:p>
              <a:pPr>
                <a:lnSpc>
                  <a:spcPts val="2000"/>
                </a:lnSpc>
                <a:spcBef>
                  <a:spcPct val="0"/>
                </a:spcBef>
                <a:buFontTx/>
                <a:buChar char="•"/>
              </a:pPr>
              <a:r>
                <a:rPr kumimoji="0" lang="en-US" altLang="zh-CN" sz="1800" dirty="0">
                  <a:cs typeface="Times New Roman" panose="02020603050405020304" pitchFamily="18" charset="0"/>
                </a:rPr>
                <a:t> </a:t>
              </a:r>
              <a:r>
                <a:rPr kumimoji="0" lang="zh-CN" altLang="en-US" sz="1800" dirty="0">
                  <a:cs typeface="Times New Roman" panose="02020603050405020304" pitchFamily="18" charset="0"/>
                </a:rPr>
                <a:t>数据包处理</a:t>
              </a:r>
              <a:endParaRPr kumimoji="0" lang="en-US" altLang="zh-CN" sz="1800" dirty="0">
                <a:cs typeface="Times New Roman" panose="02020603050405020304" pitchFamily="18" charset="0"/>
              </a:endParaRPr>
            </a:p>
          </p:txBody>
        </p:sp>
      </p:grpSp>
      <p:grpSp>
        <p:nvGrpSpPr>
          <p:cNvPr id="17421" name="Group 28"/>
          <p:cNvGrpSpPr/>
          <p:nvPr/>
        </p:nvGrpSpPr>
        <p:grpSpPr bwMode="auto">
          <a:xfrm>
            <a:off x="4821238" y="4085556"/>
            <a:ext cx="2714625" cy="927100"/>
            <a:chOff x="72" y="1146"/>
            <a:chExt cx="1260" cy="584"/>
          </a:xfrm>
        </p:grpSpPr>
        <p:sp>
          <p:nvSpPr>
            <p:cNvPr id="17429" name="Rectangle 29"/>
            <p:cNvSpPr>
              <a:spLocks noChangeArrowheads="1"/>
            </p:cNvSpPr>
            <p:nvPr/>
          </p:nvSpPr>
          <p:spPr bwMode="auto">
            <a:xfrm>
              <a:off x="114" y="1146"/>
              <a:ext cx="1218" cy="51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800">
                <a:cs typeface="Times New Roman" panose="02020603050405020304" pitchFamily="18" charset="0"/>
              </a:endParaRPr>
            </a:p>
          </p:txBody>
        </p:sp>
        <p:sp>
          <p:nvSpPr>
            <p:cNvPr id="17430" name="Rectangle 30"/>
            <p:cNvSpPr>
              <a:spLocks noChangeArrowheads="1"/>
            </p:cNvSpPr>
            <p:nvPr/>
          </p:nvSpPr>
          <p:spPr bwMode="auto">
            <a:xfrm>
              <a:off x="72" y="1188"/>
              <a:ext cx="1218" cy="516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800">
                <a:cs typeface="Times New Roman" panose="02020603050405020304" pitchFamily="18" charset="0"/>
              </a:endParaRPr>
            </a:p>
          </p:txBody>
        </p:sp>
        <p:sp>
          <p:nvSpPr>
            <p:cNvPr id="17431" name="Text Box 31"/>
            <p:cNvSpPr txBox="1">
              <a:spLocks noChangeArrowheads="1"/>
            </p:cNvSpPr>
            <p:nvPr/>
          </p:nvSpPr>
          <p:spPr bwMode="auto">
            <a:xfrm>
              <a:off x="80" y="1187"/>
              <a:ext cx="1197" cy="5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lnSpc>
                  <a:spcPts val="2000"/>
                </a:lnSpc>
                <a:spcBef>
                  <a:spcPct val="0"/>
                </a:spcBef>
                <a:buFontTx/>
                <a:buNone/>
              </a:pPr>
              <a:r>
                <a:rPr kumimoji="0" lang="en-US" altLang="zh-CN" sz="1800" dirty="0">
                  <a:solidFill>
                    <a:srgbClr val="FF0000"/>
                  </a:solidFill>
                  <a:cs typeface="Times New Roman" panose="02020603050405020304" pitchFamily="18" charset="0"/>
                </a:rPr>
                <a:t>ICMP</a:t>
              </a:r>
              <a:r>
                <a:rPr kumimoji="0" lang="zh-CN" altLang="en-US" sz="1800" dirty="0">
                  <a:solidFill>
                    <a:srgbClr val="FF0000"/>
                  </a:solidFill>
                  <a:cs typeface="Times New Roman" panose="02020603050405020304" pitchFamily="18" charset="0"/>
                </a:rPr>
                <a:t>协议</a:t>
              </a:r>
              <a:endParaRPr kumimoji="0" lang="en-US" altLang="zh-CN" sz="1800" dirty="0">
                <a:solidFill>
                  <a:srgbClr val="FF0000"/>
                </a:solidFill>
                <a:cs typeface="Times New Roman" panose="02020603050405020304" pitchFamily="18" charset="0"/>
              </a:endParaRPr>
            </a:p>
            <a:p>
              <a:pPr>
                <a:lnSpc>
                  <a:spcPts val="2000"/>
                </a:lnSpc>
                <a:spcBef>
                  <a:spcPct val="0"/>
                </a:spcBef>
                <a:buFontTx/>
                <a:buChar char="•"/>
              </a:pPr>
              <a:r>
                <a:rPr kumimoji="0" lang="en-US" altLang="zh-CN" sz="1800" dirty="0">
                  <a:cs typeface="Times New Roman" panose="02020603050405020304" pitchFamily="18" charset="0"/>
                </a:rPr>
                <a:t> </a:t>
              </a:r>
              <a:r>
                <a:rPr kumimoji="0" lang="zh-CN" altLang="en-US" sz="1800" dirty="0">
                  <a:cs typeface="Times New Roman" panose="02020603050405020304" pitchFamily="18" charset="0"/>
                </a:rPr>
                <a:t>差错报告</a:t>
              </a:r>
              <a:endParaRPr kumimoji="0" lang="en-US" altLang="zh-CN" sz="1800" dirty="0">
                <a:cs typeface="Times New Roman" panose="02020603050405020304" pitchFamily="18" charset="0"/>
              </a:endParaRPr>
            </a:p>
            <a:p>
              <a:pPr>
                <a:lnSpc>
                  <a:spcPts val="2000"/>
                </a:lnSpc>
                <a:spcBef>
                  <a:spcPct val="0"/>
                </a:spcBef>
                <a:buFontTx/>
                <a:buChar char="•"/>
              </a:pPr>
              <a:r>
                <a:rPr kumimoji="0" lang="en-US" altLang="zh-CN" sz="1800" dirty="0">
                  <a:cs typeface="Times New Roman" panose="02020603050405020304" pitchFamily="18" charset="0"/>
                </a:rPr>
                <a:t> </a:t>
              </a:r>
              <a:r>
                <a:rPr kumimoji="0" lang="zh-CN" altLang="en-US" sz="1800" dirty="0">
                  <a:cs typeface="Times New Roman" panose="02020603050405020304" pitchFamily="18" charset="0"/>
                </a:rPr>
                <a:t>请求</a:t>
              </a:r>
              <a:r>
                <a:rPr kumimoji="0" lang="en-US" altLang="zh-CN" sz="1800" dirty="0">
                  <a:cs typeface="Times New Roman" panose="02020603050405020304" pitchFamily="18" charset="0"/>
                </a:rPr>
                <a:t>/</a:t>
              </a:r>
              <a:r>
                <a:rPr kumimoji="0" lang="zh-CN" altLang="en-US" sz="1800" dirty="0">
                  <a:cs typeface="Times New Roman" panose="02020603050405020304" pitchFamily="18" charset="0"/>
                </a:rPr>
                <a:t>应答消息</a:t>
              </a:r>
              <a:endParaRPr kumimoji="0" lang="en-US" altLang="zh-CN" sz="1800" dirty="0">
                <a:cs typeface="Times New Roman" panose="02020603050405020304" pitchFamily="18" charset="0"/>
              </a:endParaRPr>
            </a:p>
          </p:txBody>
        </p:sp>
      </p:grpSp>
      <p:sp>
        <p:nvSpPr>
          <p:cNvPr id="17422" name="Line 32"/>
          <p:cNvSpPr>
            <a:spLocks noChangeShapeType="1"/>
          </p:cNvSpPr>
          <p:nvPr/>
        </p:nvSpPr>
        <p:spPr bwMode="auto">
          <a:xfrm flipV="1">
            <a:off x="1714500" y="2637756"/>
            <a:ext cx="652462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7423" name="Text Box 33"/>
          <p:cNvSpPr txBox="1">
            <a:spLocks noChangeArrowheads="1"/>
          </p:cNvSpPr>
          <p:nvPr/>
        </p:nvSpPr>
        <p:spPr bwMode="auto">
          <a:xfrm>
            <a:off x="3155950" y="2164681"/>
            <a:ext cx="282692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 dirty="0">
                <a:solidFill>
                  <a:schemeClr val="bg2"/>
                </a:solidFill>
                <a:cs typeface="Times New Roman" panose="02020603050405020304" pitchFamily="18" charset="0"/>
              </a:rPr>
              <a:t>Transport layer: TCP</a:t>
            </a:r>
            <a:r>
              <a:rPr kumimoji="0" lang="zh-CN" altLang="en-US" sz="1800" dirty="0">
                <a:solidFill>
                  <a:schemeClr val="bg2"/>
                </a:solidFill>
                <a:cs typeface="Times New Roman" panose="02020603050405020304" pitchFamily="18" charset="0"/>
              </a:rPr>
              <a:t>、</a:t>
            </a:r>
            <a:r>
              <a:rPr kumimoji="0" lang="en-US" altLang="zh-CN" sz="1800" dirty="0">
                <a:solidFill>
                  <a:schemeClr val="bg2"/>
                </a:solidFill>
                <a:cs typeface="Times New Roman" panose="02020603050405020304" pitchFamily="18" charset="0"/>
              </a:rPr>
              <a:t>UDP</a:t>
            </a:r>
            <a:endParaRPr kumimoji="0" lang="en-US" altLang="zh-CN" sz="1800" dirty="0">
              <a:cs typeface="Times New Roman" panose="02020603050405020304" pitchFamily="18" charset="0"/>
            </a:endParaRPr>
          </a:p>
        </p:txBody>
      </p:sp>
      <p:sp>
        <p:nvSpPr>
          <p:cNvPr id="17424" name="Text Box 34"/>
          <p:cNvSpPr txBox="1">
            <a:spLocks noChangeArrowheads="1"/>
          </p:cNvSpPr>
          <p:nvPr/>
        </p:nvSpPr>
        <p:spPr bwMode="auto">
          <a:xfrm>
            <a:off x="4270375" y="5136481"/>
            <a:ext cx="114005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>
                <a:solidFill>
                  <a:schemeClr val="bg2"/>
                </a:solidFill>
                <a:cs typeface="Times New Roman" panose="02020603050405020304" pitchFamily="18" charset="0"/>
              </a:rPr>
              <a:t>Link layer</a:t>
            </a:r>
            <a:endParaRPr kumimoji="0" lang="en-US" altLang="zh-CN" sz="1800">
              <a:cs typeface="Times New Roman" panose="02020603050405020304" pitchFamily="18" charset="0"/>
            </a:endParaRPr>
          </a:p>
        </p:txBody>
      </p:sp>
      <p:sp>
        <p:nvSpPr>
          <p:cNvPr id="17425" name="Text Box 35"/>
          <p:cNvSpPr txBox="1">
            <a:spLocks noChangeArrowheads="1"/>
          </p:cNvSpPr>
          <p:nvPr/>
        </p:nvSpPr>
        <p:spPr bwMode="auto">
          <a:xfrm>
            <a:off x="4117975" y="5660356"/>
            <a:ext cx="147348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>
                <a:solidFill>
                  <a:schemeClr val="bg2"/>
                </a:solidFill>
                <a:cs typeface="Times New Roman" panose="02020603050405020304" pitchFamily="18" charset="0"/>
              </a:rPr>
              <a:t>physical layer</a:t>
            </a:r>
            <a:endParaRPr kumimoji="0" lang="en-US" altLang="zh-CN" sz="1800">
              <a:cs typeface="Times New Roman" panose="02020603050405020304" pitchFamily="18" charset="0"/>
            </a:endParaRPr>
          </a:p>
        </p:txBody>
      </p:sp>
      <p:sp>
        <p:nvSpPr>
          <p:cNvPr id="17426" name="Text Box 36"/>
          <p:cNvSpPr txBox="1">
            <a:spLocks noChangeArrowheads="1"/>
          </p:cNvSpPr>
          <p:nvPr/>
        </p:nvSpPr>
        <p:spPr bwMode="auto">
          <a:xfrm>
            <a:off x="773715" y="3638234"/>
            <a:ext cx="95410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r">
              <a:spcBef>
                <a:spcPct val="0"/>
              </a:spcBef>
              <a:buFontTx/>
              <a:buNone/>
            </a:pPr>
            <a:r>
              <a:rPr kumimoji="0" lang="zh-CN" altLang="en-US" sz="2000" dirty="0">
                <a:solidFill>
                  <a:srgbClr val="FF0000"/>
                </a:solidFill>
                <a:cs typeface="Times New Roman" panose="02020603050405020304" pitchFamily="18" charset="0"/>
              </a:rPr>
              <a:t>网络层</a:t>
            </a:r>
            <a:endParaRPr kumimoji="0" lang="en-US" altLang="zh-CN" sz="2000" dirty="0">
              <a:cs typeface="Times New Roman" panose="02020603050405020304" pitchFamily="18" charset="0"/>
            </a:endParaRPr>
          </a:p>
        </p:txBody>
      </p:sp>
      <p:sp>
        <p:nvSpPr>
          <p:cNvPr id="17427" name="Line 37"/>
          <p:cNvSpPr>
            <a:spLocks noChangeShapeType="1"/>
          </p:cNvSpPr>
          <p:nvPr/>
        </p:nvSpPr>
        <p:spPr bwMode="auto">
          <a:xfrm flipV="1">
            <a:off x="1438275" y="2656806"/>
            <a:ext cx="0" cy="7429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7428" name="Line 38"/>
          <p:cNvSpPr>
            <a:spLocks noChangeShapeType="1"/>
          </p:cNvSpPr>
          <p:nvPr/>
        </p:nvSpPr>
        <p:spPr bwMode="auto">
          <a:xfrm>
            <a:off x="1438275" y="4323681"/>
            <a:ext cx="0" cy="7429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9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75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4.1 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网络层功能</a:t>
            </a:r>
          </a:p>
        </p:txBody>
      </p:sp>
      <p:sp>
        <p:nvSpPr>
          <p:cNvPr id="4" name="Rectangle 2"/>
          <p:cNvSpPr txBox="1">
            <a:spLocks noChangeArrowheads="1"/>
          </p:cNvSpPr>
          <p:nvPr/>
        </p:nvSpPr>
        <p:spPr>
          <a:xfrm>
            <a:off x="446914" y="764165"/>
            <a:ext cx="8201785" cy="634331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ct val="120000"/>
              </a:lnSpc>
            </a:pP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TCP/IP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网络层协议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40" name="Text Box 3"/>
          <p:cNvSpPr txBox="1">
            <a:spLocks noChangeArrowheads="1"/>
          </p:cNvSpPr>
          <p:nvPr/>
        </p:nvSpPr>
        <p:spPr bwMode="auto">
          <a:xfrm>
            <a:off x="431346" y="1440541"/>
            <a:ext cx="8210550" cy="4166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65125" indent="-365125">
              <a:spcBef>
                <a:spcPct val="20000"/>
              </a:spcBef>
              <a:buBlip>
                <a:blip r:embed="rId3"/>
              </a:buBlip>
              <a:tabLst>
                <a:tab pos="71564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811530" indent="-266700">
              <a:spcBef>
                <a:spcPct val="20000"/>
              </a:spcBef>
              <a:buBlip>
                <a:blip r:embed="rId4"/>
              </a:buBlip>
              <a:tabLst>
                <a:tab pos="71564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tabLst>
                <a:tab pos="715645" algn="l"/>
              </a:tabLst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tabLst>
                <a:tab pos="715645" algn="l"/>
              </a:tabLst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tabLst>
                <a:tab pos="715645" algn="l"/>
              </a:tabLst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715645" algn="l"/>
              </a:tabLst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715645" algn="l"/>
              </a:tabLst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715645" algn="l"/>
              </a:tabLst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715645" algn="l"/>
              </a:tabLst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ts val="3500"/>
              </a:lnSpc>
              <a:spcBef>
                <a:spcPts val="600"/>
              </a:spcBef>
            </a:pPr>
            <a:r>
              <a:rPr kumimoji="0" lang="zh-CN" altLang="en-US" sz="2400" dirty="0">
                <a:cs typeface="Times New Roman" panose="02020603050405020304" pitchFamily="18" charset="0"/>
                <a:sym typeface="Symbol" panose="05050102010706020507" pitchFamily="18" charset="2"/>
              </a:rPr>
              <a:t>面向无连接的数据</a:t>
            </a:r>
            <a:r>
              <a:rPr lang="zh-CN" altLang="en-US" sz="2400" dirty="0">
                <a:cs typeface="Times New Roman" panose="02020603050405020304" pitchFamily="18" charset="0"/>
                <a:sym typeface="Symbol" panose="05050102010706020507" pitchFamily="18" charset="2"/>
              </a:rPr>
              <a:t>包</a:t>
            </a:r>
            <a:r>
              <a:rPr kumimoji="0" lang="zh-CN" altLang="en-US" sz="2400" dirty="0">
                <a:cs typeface="Times New Roman" panose="02020603050405020304" pitchFamily="18" charset="0"/>
                <a:sym typeface="Symbol" panose="05050102010706020507" pitchFamily="18" charset="2"/>
              </a:rPr>
              <a:t>服务</a:t>
            </a:r>
            <a:endParaRPr kumimoji="0" lang="en-US" altLang="zh-CN" sz="2400" dirty="0">
              <a:cs typeface="Times New Roman" panose="02020603050405020304" pitchFamily="18" charset="0"/>
            </a:endParaRPr>
          </a:p>
          <a:p>
            <a:pPr lvl="1">
              <a:lnSpc>
                <a:spcPts val="3500"/>
              </a:lnSpc>
              <a:spcBef>
                <a:spcPts val="600"/>
              </a:spcBef>
              <a:buFont typeface="Symbol" panose="05050102010706020507" pitchFamily="18" charset="2"/>
              <a:buBlip>
                <a:blip r:embed="rId4"/>
              </a:buBlip>
            </a:pPr>
            <a:r>
              <a:rPr kumimoji="0" lang="zh-CN" altLang="en-US" sz="2200" dirty="0">
                <a:cs typeface="Times New Roman" panose="02020603050405020304" pitchFamily="18" charset="0"/>
              </a:rPr>
              <a:t>不需要提前建立连接</a:t>
            </a:r>
            <a:endParaRPr kumimoji="0" lang="en-US" altLang="zh-CN" sz="2200" dirty="0">
              <a:cs typeface="Times New Roman" panose="02020603050405020304" pitchFamily="18" charset="0"/>
            </a:endParaRPr>
          </a:p>
          <a:p>
            <a:pPr lvl="1">
              <a:lnSpc>
                <a:spcPts val="3500"/>
              </a:lnSpc>
              <a:spcBef>
                <a:spcPts val="600"/>
              </a:spcBef>
              <a:buFont typeface="Symbol" panose="05050102010706020507" pitchFamily="18" charset="2"/>
              <a:buBlip>
                <a:blip r:embed="rId4"/>
              </a:buBlip>
            </a:pPr>
            <a:r>
              <a:rPr kumimoji="0" lang="zh-CN" altLang="en-US" sz="2200" dirty="0">
                <a:cs typeface="Times New Roman" panose="02020603050405020304" pitchFamily="18" charset="0"/>
              </a:rPr>
              <a:t>数据包基于目的主机的</a:t>
            </a:r>
            <a:r>
              <a:rPr kumimoji="0" lang="en-US" altLang="zh-CN" sz="2200" dirty="0">
                <a:cs typeface="Times New Roman" panose="02020603050405020304" pitchFamily="18" charset="0"/>
              </a:rPr>
              <a:t>IP</a:t>
            </a:r>
            <a:r>
              <a:rPr kumimoji="0" lang="zh-CN" altLang="en-US" sz="2200" dirty="0">
                <a:cs typeface="Times New Roman" panose="02020603050405020304" pitchFamily="18" charset="0"/>
              </a:rPr>
              <a:t>地址进行转发</a:t>
            </a:r>
            <a:endParaRPr kumimoji="0" lang="en-US" altLang="zh-CN" sz="2200" dirty="0">
              <a:cs typeface="Times New Roman" panose="02020603050405020304" pitchFamily="18" charset="0"/>
            </a:endParaRPr>
          </a:p>
          <a:p>
            <a:pPr lvl="1">
              <a:lnSpc>
                <a:spcPts val="3500"/>
              </a:lnSpc>
              <a:spcBef>
                <a:spcPts val="600"/>
              </a:spcBef>
            </a:pPr>
            <a:r>
              <a:rPr kumimoji="0" lang="zh-CN" altLang="en-US" sz="2200" dirty="0">
                <a:cs typeface="Times New Roman" panose="02020603050405020304" pitchFamily="18" charset="0"/>
              </a:rPr>
              <a:t>数据包独立转发，</a:t>
            </a:r>
            <a:r>
              <a:rPr lang="zh-CN" altLang="en-US" sz="2200" dirty="0">
                <a:cs typeface="Times New Roman" panose="02020603050405020304" pitchFamily="18" charset="0"/>
              </a:rPr>
              <a:t>到同一目的</a:t>
            </a:r>
            <a:r>
              <a:rPr kumimoji="0" lang="zh-CN" altLang="en-US" sz="2200" dirty="0">
                <a:cs typeface="Times New Roman" panose="02020603050405020304" pitchFamily="18" charset="0"/>
              </a:rPr>
              <a:t>主机的数据包可能经过不同的传输路径</a:t>
            </a:r>
            <a:endParaRPr kumimoji="0" lang="en-US" altLang="zh-CN" sz="2200" dirty="0">
              <a:cs typeface="Times New Roman" panose="02020603050405020304" pitchFamily="18" charset="0"/>
            </a:endParaRPr>
          </a:p>
          <a:p>
            <a:pPr>
              <a:lnSpc>
                <a:spcPts val="3500"/>
              </a:lnSpc>
              <a:spcBef>
                <a:spcPts val="1200"/>
              </a:spcBef>
            </a:pPr>
            <a:r>
              <a:rPr kumimoji="0" lang="zh-CN" altLang="en-US" sz="2400" dirty="0">
                <a:cs typeface="Times New Roman" panose="02020603050405020304" pitchFamily="18" charset="0"/>
              </a:rPr>
              <a:t>尽力而为（</a:t>
            </a:r>
            <a:r>
              <a:rPr kumimoji="0" lang="en-US" altLang="zh-CN" sz="2400" dirty="0">
                <a:cs typeface="Times New Roman" panose="02020603050405020304" pitchFamily="18" charset="0"/>
              </a:rPr>
              <a:t>Best-effort</a:t>
            </a:r>
            <a:r>
              <a:rPr kumimoji="0" lang="zh-CN" altLang="en-US" sz="2400" dirty="0">
                <a:cs typeface="Times New Roman" panose="02020603050405020304" pitchFamily="18" charset="0"/>
              </a:rPr>
              <a:t>）的不可靠服务</a:t>
            </a:r>
            <a:endParaRPr kumimoji="0" lang="en-US" altLang="zh-CN" sz="2400" dirty="0">
              <a:cs typeface="Times New Roman" panose="02020603050405020304" pitchFamily="18" charset="0"/>
            </a:endParaRPr>
          </a:p>
          <a:p>
            <a:pPr lvl="1">
              <a:lnSpc>
                <a:spcPts val="3500"/>
              </a:lnSpc>
              <a:spcBef>
                <a:spcPts val="600"/>
              </a:spcBef>
            </a:pPr>
            <a:r>
              <a:rPr lang="zh-CN" altLang="en-US" sz="2200" dirty="0">
                <a:cs typeface="Times New Roman" panose="02020603050405020304" pitchFamily="18" charset="0"/>
              </a:rPr>
              <a:t>数据包可能产生较长的时延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lvl="1">
              <a:lnSpc>
                <a:spcPts val="3500"/>
              </a:lnSpc>
              <a:spcBef>
                <a:spcPts val="600"/>
              </a:spcBef>
            </a:pPr>
            <a:r>
              <a:rPr lang="zh-CN" altLang="en-US" sz="2200" dirty="0">
                <a:cs typeface="Times New Roman" panose="02020603050405020304" pitchFamily="18" charset="0"/>
              </a:rPr>
              <a:t>数据包可能出错、丢失、失序、重复</a:t>
            </a:r>
            <a:endParaRPr lang="en-US" altLang="zh-CN" sz="2200" dirty="0">
              <a:cs typeface="Times New Roman" panose="02020603050405020304" pitchFamily="18" charset="0"/>
            </a:endParaRPr>
          </a:p>
        </p:txBody>
      </p:sp>
      <p:sp>
        <p:nvSpPr>
          <p:cNvPr id="8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IP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 IP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服务</a:t>
            </a:r>
          </a:p>
        </p:txBody>
      </p:sp>
      <p:sp>
        <p:nvSpPr>
          <p:cNvPr id="4" name="Rectangle 2"/>
          <p:cNvSpPr txBox="1">
            <a:spLocks noChangeArrowheads="1"/>
          </p:cNvSpPr>
          <p:nvPr/>
        </p:nvSpPr>
        <p:spPr>
          <a:xfrm>
            <a:off x="431346" y="698500"/>
            <a:ext cx="8281308" cy="742041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ct val="120000"/>
              </a:lnSpc>
            </a:pP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协议服务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571500" y="5921344"/>
            <a:ext cx="2959100" cy="400110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</p:spPr>
        <p:txBody>
          <a:bodyPr wrap="square" rtlCol="0">
            <a:spAutoFit/>
          </a:bodyPr>
          <a:lstStyle/>
          <a:p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思考问题：优点与不足？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 IPv4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数据包格式</a:t>
            </a:r>
          </a:p>
        </p:txBody>
      </p:sp>
      <p:sp>
        <p:nvSpPr>
          <p:cNvPr id="2" name="矩形 1"/>
          <p:cNvSpPr/>
          <p:nvPr/>
        </p:nvSpPr>
        <p:spPr>
          <a:xfrm>
            <a:off x="1196139" y="5300143"/>
            <a:ext cx="4284946" cy="113178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>
              <a:lnSpc>
                <a:spcPts val="2600"/>
              </a:lnSpc>
              <a:spcBef>
                <a:spcPts val="300"/>
              </a:spcBef>
            </a:pPr>
            <a:r>
              <a:rPr lang="zh-CN" altLang="en-US" sz="1600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服务类型</a:t>
            </a:r>
            <a:r>
              <a:rPr lang="zh-CN" altLang="en-US" sz="160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lang="en-US" altLang="zh-CN" sz="1600" dirty="0">
              <a:solidFill>
                <a:srgbClr val="C0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600"/>
              </a:lnSpc>
              <a:spcBef>
                <a:spcPts val="300"/>
              </a:spcBef>
              <a:buClr>
                <a:srgbClr val="2A09B7"/>
              </a:buClr>
              <a:buFont typeface="Wingdings" panose="05000000000000000000" pitchFamily="2" charset="2"/>
              <a:buChar char="ü"/>
            </a:pP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lang="zh-CN" altLang="en-US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位定义</a:t>
            </a: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0~7</a:t>
            </a:r>
            <a:r>
              <a:rPr lang="zh-CN" altLang="en-US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级优先</a:t>
            </a:r>
            <a:endParaRPr lang="en-US" altLang="zh-CN" sz="16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600"/>
              </a:lnSpc>
              <a:spcBef>
                <a:spcPts val="300"/>
              </a:spcBef>
              <a:buClr>
                <a:srgbClr val="2A09B7"/>
              </a:buClr>
              <a:buFont typeface="Wingdings" panose="05000000000000000000" pitchFamily="2" charset="2"/>
              <a:buChar char="ü"/>
            </a:pP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lang="zh-CN" altLang="en-US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位定义服务质量</a:t>
            </a: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: </a:t>
            </a:r>
            <a:r>
              <a:rPr lang="zh-CN" altLang="en-US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时延、吞吐量、可靠性</a:t>
            </a:r>
            <a:endParaRPr lang="en-US" altLang="zh-CN" sz="16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5726286" y="5294437"/>
            <a:ext cx="2184781" cy="113749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>
              <a:lnSpc>
                <a:spcPts val="2600"/>
              </a:lnSpc>
              <a:spcBef>
                <a:spcPts val="300"/>
              </a:spcBef>
            </a:pPr>
            <a:r>
              <a:rPr lang="zh-CN" altLang="en-US" sz="1600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标志：</a:t>
            </a:r>
            <a:endParaRPr lang="en-US" altLang="zh-CN" sz="1600" b="1" dirty="0">
              <a:solidFill>
                <a:srgbClr val="C0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>
              <a:lnSpc>
                <a:spcPts val="2600"/>
              </a:lnSpc>
              <a:spcBef>
                <a:spcPts val="300"/>
              </a:spcBef>
            </a:pP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DF: </a:t>
            </a:r>
            <a:r>
              <a:rPr lang="zh-CN" altLang="en-US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不允许分片</a:t>
            </a:r>
            <a:endParaRPr lang="en-US" altLang="zh-CN" sz="16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>
              <a:lnSpc>
                <a:spcPts val="2600"/>
              </a:lnSpc>
              <a:spcBef>
                <a:spcPts val="300"/>
              </a:spcBef>
            </a:pPr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MF: </a:t>
            </a:r>
            <a:r>
              <a:rPr lang="zh-CN" altLang="en-US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非最后一片</a:t>
            </a:r>
            <a:endParaRPr lang="en-US" altLang="zh-CN" sz="16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pic>
        <p:nvPicPr>
          <p:cNvPr id="6" name="图片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96139" y="1406647"/>
            <a:ext cx="6752142" cy="3639610"/>
          </a:xfrm>
          <a:prstGeom prst="rect">
            <a:avLst/>
          </a:prstGeom>
        </p:spPr>
      </p:pic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431346" y="673101"/>
            <a:ext cx="8191954" cy="622300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ct val="120000"/>
              </a:lnSpc>
            </a:pP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IPv4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数据包格式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2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12973" y="1409796"/>
            <a:ext cx="3944716" cy="4675888"/>
          </a:xfrm>
        </p:spPr>
        <p:txBody>
          <a:bodyPr>
            <a:noAutofit/>
          </a:bodyPr>
          <a:lstStyle/>
          <a:p>
            <a:pPr>
              <a:lnSpc>
                <a:spcPct val="130000"/>
              </a:lnSpc>
              <a:spcBef>
                <a:spcPts val="600"/>
              </a:spcBef>
              <a:buClr>
                <a:srgbClr val="FF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lang="en-US" altLang="zh-CN" sz="22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sz="22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</a:t>
            </a:r>
            <a:r>
              <a:rPr lang="zh-CN" altLang="en-US" sz="2200" dirty="0">
                <a:solidFill>
                  <a:schemeClr val="accent2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32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位二进制的逻辑地址，实现互联网统一编址，标识主机和路由器的</a:t>
            </a:r>
            <a:r>
              <a:rPr lang="zh-CN" altLang="en-US" sz="2200" b="1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接口</a:t>
            </a:r>
            <a:endParaRPr lang="en-US" altLang="zh-CN" sz="2200" b="1" dirty="0">
              <a:solidFill>
                <a:srgbClr val="FF0000"/>
              </a:solidFill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>
              <a:lnSpc>
                <a:spcPct val="130000"/>
              </a:lnSpc>
              <a:spcBef>
                <a:spcPts val="600"/>
              </a:spcBef>
              <a:buClr>
                <a:srgbClr val="FF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lang="zh-CN" altLang="en-US" sz="22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接口</a:t>
            </a:r>
            <a:r>
              <a:rPr lang="zh-CN" altLang="en-US" sz="2200" dirty="0">
                <a:solidFill>
                  <a:schemeClr val="accent2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将主机和路由器连接到物理网络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lvl="1">
              <a:lnSpc>
                <a:spcPct val="130000"/>
              </a:lnSpc>
              <a:spcBef>
                <a:spcPts val="600"/>
              </a:spcBef>
              <a:defRPr/>
            </a:pP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路由器通常有多个接口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lvl="1">
              <a:lnSpc>
                <a:spcPct val="130000"/>
              </a:lnSpc>
              <a:spcBef>
                <a:spcPts val="600"/>
              </a:spcBef>
              <a:defRPr/>
            </a:pP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主机可以有一个或多个接口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lvl="1">
              <a:lnSpc>
                <a:spcPct val="130000"/>
              </a:lnSpc>
              <a:spcBef>
                <a:spcPts val="600"/>
              </a:spcBef>
              <a:defRPr/>
            </a:pP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地址与物理接口绑定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>
              <a:lnSpc>
                <a:spcPct val="130000"/>
              </a:lnSpc>
              <a:spcBef>
                <a:spcPts val="600"/>
              </a:spcBef>
              <a:buClr>
                <a:srgbClr val="FF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lang="en-US" altLang="zh-CN" sz="22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sz="22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地址表示</a:t>
            </a:r>
            <a:r>
              <a:rPr lang="zh-CN" altLang="en-US" sz="2200" dirty="0">
                <a:solidFill>
                  <a:schemeClr val="accent2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点分十进制，例如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223.1.1.1</a:t>
            </a:r>
          </a:p>
        </p:txBody>
      </p:sp>
      <p:graphicFrame>
        <p:nvGraphicFramePr>
          <p:cNvPr id="19461" name="Object 4"/>
          <p:cNvGraphicFramePr>
            <a:graphicFrameLocks noChangeAspect="1"/>
          </p:cNvGraphicFramePr>
          <p:nvPr/>
        </p:nvGraphicFramePr>
        <p:xfrm>
          <a:off x="4630738" y="1535113"/>
          <a:ext cx="584200" cy="463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3" imgW="1307465" imgH="1083945" progId="MS_ClipArt_Gallery.2">
                  <p:embed/>
                </p:oleObj>
              </mc:Choice>
              <mc:Fallback>
                <p:oleObj name="Clip" r:id="rId3" imgW="1307465" imgH="1083945" progId="MS_ClipArt_Gallery.2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30738" y="1535113"/>
                        <a:ext cx="584200" cy="463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462" name="Line 5"/>
          <p:cNvSpPr>
            <a:spLocks noChangeShapeType="1"/>
          </p:cNvSpPr>
          <p:nvPr/>
        </p:nvSpPr>
        <p:spPr bwMode="auto">
          <a:xfrm>
            <a:off x="5191125" y="1908175"/>
            <a:ext cx="277813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9463" name="Line 6"/>
          <p:cNvSpPr>
            <a:spLocks noChangeShapeType="1"/>
          </p:cNvSpPr>
          <p:nvPr/>
        </p:nvSpPr>
        <p:spPr bwMode="auto">
          <a:xfrm flipH="1">
            <a:off x="5481638" y="1893888"/>
            <a:ext cx="0" cy="1290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9464" name="Line 7"/>
          <p:cNvSpPr>
            <a:spLocks noChangeShapeType="1"/>
          </p:cNvSpPr>
          <p:nvPr/>
        </p:nvSpPr>
        <p:spPr bwMode="auto">
          <a:xfrm flipV="1">
            <a:off x="5191125" y="2552700"/>
            <a:ext cx="277813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9465" name="Line 8"/>
          <p:cNvSpPr>
            <a:spLocks noChangeShapeType="1"/>
          </p:cNvSpPr>
          <p:nvPr/>
        </p:nvSpPr>
        <p:spPr bwMode="auto">
          <a:xfrm>
            <a:off x="5200650" y="3179763"/>
            <a:ext cx="27305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aphicFrame>
        <p:nvGraphicFramePr>
          <p:cNvPr id="19466" name="Object 9"/>
          <p:cNvGraphicFramePr>
            <a:graphicFrameLocks noChangeAspect="1"/>
          </p:cNvGraphicFramePr>
          <p:nvPr/>
        </p:nvGraphicFramePr>
        <p:xfrm>
          <a:off x="4630738" y="2201863"/>
          <a:ext cx="584200" cy="463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5" imgW="1307465" imgH="1083945" progId="MS_ClipArt_Gallery.2">
                  <p:embed/>
                </p:oleObj>
              </mc:Choice>
              <mc:Fallback>
                <p:oleObj name="Clip" r:id="rId5" imgW="1307465" imgH="1083945" progId="MS_ClipArt_Gallery.2">
                  <p:embed/>
                  <p:pic>
                    <p:nvPicPr>
                      <p:cNvPr id="0" name="Object 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30738" y="2201863"/>
                        <a:ext cx="584200" cy="463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9467" name="Object 10"/>
          <p:cNvGraphicFramePr>
            <a:graphicFrameLocks noChangeAspect="1"/>
          </p:cNvGraphicFramePr>
          <p:nvPr/>
        </p:nvGraphicFramePr>
        <p:xfrm>
          <a:off x="4630738" y="2811463"/>
          <a:ext cx="584200" cy="463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6" imgW="1307465" imgH="1083945" progId="MS_ClipArt_Gallery.2">
                  <p:embed/>
                </p:oleObj>
              </mc:Choice>
              <mc:Fallback>
                <p:oleObj name="Clip" r:id="rId6" imgW="1307465" imgH="1083945" progId="MS_ClipArt_Gallery.2">
                  <p:embed/>
                  <p:pic>
                    <p:nvPicPr>
                      <p:cNvPr id="0" name="Object 1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30738" y="2811463"/>
                        <a:ext cx="584200" cy="463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468" name="Line 11"/>
          <p:cNvSpPr>
            <a:spLocks noChangeShapeType="1"/>
          </p:cNvSpPr>
          <p:nvPr/>
        </p:nvSpPr>
        <p:spPr bwMode="auto">
          <a:xfrm flipV="1">
            <a:off x="5483226" y="2757488"/>
            <a:ext cx="100291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9469" name="Group 12"/>
          <p:cNvGrpSpPr/>
          <p:nvPr/>
        </p:nvGrpSpPr>
        <p:grpSpPr bwMode="auto">
          <a:xfrm>
            <a:off x="6424613" y="2716213"/>
            <a:ext cx="711200" cy="381000"/>
            <a:chOff x="3600" y="219"/>
            <a:chExt cx="360" cy="175"/>
          </a:xfrm>
        </p:grpSpPr>
        <p:sp>
          <p:nvSpPr>
            <p:cNvPr id="19513" name="Oval 13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9514" name="Line 14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9515" name="Line 15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9516" name="Rectangle 16"/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/>
            </a:p>
          </p:txBody>
        </p:sp>
        <p:sp>
          <p:nvSpPr>
            <p:cNvPr id="19517" name="Oval 17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grpSp>
          <p:nvGrpSpPr>
            <p:cNvPr id="19518" name="Group 18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9523" name="Line 19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9524" name="Line 20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9525" name="Line 21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9519" name="Group 22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9520" name="Line 23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9521" name="Line 24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9522" name="Line 25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sp>
        <p:nvSpPr>
          <p:cNvPr id="19470" name="Text Box 26"/>
          <p:cNvSpPr txBox="1">
            <a:spLocks noChangeArrowheads="1"/>
          </p:cNvSpPr>
          <p:nvPr/>
        </p:nvSpPr>
        <p:spPr bwMode="auto">
          <a:xfrm>
            <a:off x="5149850" y="1582738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223.1.1.1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grpSp>
        <p:nvGrpSpPr>
          <p:cNvPr id="19471" name="Group 27"/>
          <p:cNvGrpSpPr/>
          <p:nvPr/>
        </p:nvGrpSpPr>
        <p:grpSpPr bwMode="auto">
          <a:xfrm>
            <a:off x="5149850" y="2225675"/>
            <a:ext cx="1031875" cy="336550"/>
            <a:chOff x="3251" y="608"/>
            <a:chExt cx="650" cy="212"/>
          </a:xfrm>
        </p:grpSpPr>
        <p:sp>
          <p:nvSpPr>
            <p:cNvPr id="19511" name="Rectangle 28"/>
            <p:cNvSpPr>
              <a:spLocks noChangeArrowheads="1"/>
            </p:cNvSpPr>
            <p:nvPr/>
          </p:nvSpPr>
          <p:spPr bwMode="auto">
            <a:xfrm>
              <a:off x="3306" y="657"/>
              <a:ext cx="525" cy="11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9512" name="Text Box 29"/>
            <p:cNvSpPr txBox="1">
              <a:spLocks noChangeArrowheads="1"/>
            </p:cNvSpPr>
            <p:nvPr/>
          </p:nvSpPr>
          <p:spPr bwMode="auto">
            <a:xfrm>
              <a:off x="3251" y="608"/>
              <a:ext cx="65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latin typeface="Arial" panose="020B0604020202020204" pitchFamily="34" charset="0"/>
                </a:rPr>
                <a:t>223.1.1.2</a:t>
              </a:r>
              <a:endParaRPr kumimoji="0" lang="en-US" altLang="zh-CN" sz="1800">
                <a:latin typeface="Comic Sans MS" panose="030F0702030302020204" pitchFamily="66" charset="0"/>
              </a:endParaRPr>
            </a:p>
          </p:txBody>
        </p:sp>
      </p:grpSp>
      <p:sp>
        <p:nvSpPr>
          <p:cNvPr id="19472" name="Text Box 30"/>
          <p:cNvSpPr txBox="1">
            <a:spLocks noChangeArrowheads="1"/>
          </p:cNvSpPr>
          <p:nvPr/>
        </p:nvSpPr>
        <p:spPr bwMode="auto">
          <a:xfrm>
            <a:off x="5035550" y="3163888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223.1.1.3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sp>
        <p:nvSpPr>
          <p:cNvPr id="19473" name="Text Box 31"/>
          <p:cNvSpPr txBox="1">
            <a:spLocks noChangeArrowheads="1"/>
          </p:cNvSpPr>
          <p:nvPr/>
        </p:nvSpPr>
        <p:spPr bwMode="auto">
          <a:xfrm>
            <a:off x="5826125" y="2420938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223.1.1.4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sp>
        <p:nvSpPr>
          <p:cNvPr id="19474" name="Line 32"/>
          <p:cNvSpPr>
            <a:spLocks noChangeShapeType="1"/>
          </p:cNvSpPr>
          <p:nvPr/>
        </p:nvSpPr>
        <p:spPr bwMode="auto">
          <a:xfrm>
            <a:off x="7029450" y="2760663"/>
            <a:ext cx="101600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9475" name="Text Box 33"/>
          <p:cNvSpPr txBox="1">
            <a:spLocks noChangeArrowheads="1"/>
          </p:cNvSpPr>
          <p:nvPr/>
        </p:nvSpPr>
        <p:spPr bwMode="auto">
          <a:xfrm>
            <a:off x="6902450" y="2420938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223.1.2.9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sp>
        <p:nvSpPr>
          <p:cNvPr id="19476" name="Line 34"/>
          <p:cNvSpPr>
            <a:spLocks noChangeShapeType="1"/>
          </p:cNvSpPr>
          <p:nvPr/>
        </p:nvSpPr>
        <p:spPr bwMode="auto">
          <a:xfrm flipH="1">
            <a:off x="8053388" y="2065338"/>
            <a:ext cx="0" cy="1290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aphicFrame>
        <p:nvGraphicFramePr>
          <p:cNvPr id="19477" name="Object 35"/>
          <p:cNvGraphicFramePr>
            <a:graphicFrameLocks noChangeAspect="1"/>
          </p:cNvGraphicFramePr>
          <p:nvPr/>
        </p:nvGraphicFramePr>
        <p:xfrm>
          <a:off x="8231188" y="1773238"/>
          <a:ext cx="584200" cy="463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9" imgW="1307465" imgH="1083945" progId="MS_ClipArt_Gallery.2">
                  <p:embed/>
                </p:oleObj>
              </mc:Choice>
              <mc:Fallback>
                <p:oleObj name="Clip" r:id="rId9" imgW="1307465" imgH="1083945" progId="MS_ClipArt_Gallery.2">
                  <p:embed/>
                  <p:pic>
                    <p:nvPicPr>
                      <p:cNvPr id="0" name="Object 3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231188" y="1773238"/>
                        <a:ext cx="584200" cy="463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478" name="Line 36"/>
          <p:cNvSpPr>
            <a:spLocks noChangeShapeType="1"/>
          </p:cNvSpPr>
          <p:nvPr/>
        </p:nvSpPr>
        <p:spPr bwMode="auto">
          <a:xfrm>
            <a:off x="8053388" y="2070100"/>
            <a:ext cx="234950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aphicFrame>
        <p:nvGraphicFramePr>
          <p:cNvPr id="19479" name="Object 37"/>
          <p:cNvGraphicFramePr>
            <a:graphicFrameLocks noChangeAspect="1"/>
          </p:cNvGraphicFramePr>
          <p:nvPr/>
        </p:nvGraphicFramePr>
        <p:xfrm>
          <a:off x="8235950" y="3154363"/>
          <a:ext cx="584200" cy="463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10" imgW="1307465" imgH="1083945" progId="MS_ClipArt_Gallery.2">
                  <p:embed/>
                </p:oleObj>
              </mc:Choice>
              <mc:Fallback>
                <p:oleObj name="Clip" r:id="rId10" imgW="1307465" imgH="1083945" progId="MS_ClipArt_Gallery.2">
                  <p:embed/>
                  <p:pic>
                    <p:nvPicPr>
                      <p:cNvPr id="0" name="Object 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235950" y="3154363"/>
                        <a:ext cx="584200" cy="463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480" name="Line 38"/>
          <p:cNvSpPr>
            <a:spLocks noChangeShapeType="1"/>
          </p:cNvSpPr>
          <p:nvPr/>
        </p:nvSpPr>
        <p:spPr bwMode="auto">
          <a:xfrm>
            <a:off x="8053388" y="3341688"/>
            <a:ext cx="234950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9481" name="Group 39"/>
          <p:cNvGrpSpPr/>
          <p:nvPr/>
        </p:nvGrpSpPr>
        <p:grpSpPr bwMode="auto">
          <a:xfrm>
            <a:off x="7364413" y="3001963"/>
            <a:ext cx="1031875" cy="336550"/>
            <a:chOff x="4532" y="1229"/>
            <a:chExt cx="650" cy="212"/>
          </a:xfrm>
        </p:grpSpPr>
        <p:sp>
          <p:nvSpPr>
            <p:cNvPr id="19509" name="Rectangle 40"/>
            <p:cNvSpPr>
              <a:spLocks noChangeArrowheads="1"/>
            </p:cNvSpPr>
            <p:nvPr/>
          </p:nvSpPr>
          <p:spPr bwMode="auto">
            <a:xfrm>
              <a:off x="4587" y="1284"/>
              <a:ext cx="534" cy="11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9510" name="Text Box 41"/>
            <p:cNvSpPr txBox="1">
              <a:spLocks noChangeArrowheads="1"/>
            </p:cNvSpPr>
            <p:nvPr/>
          </p:nvSpPr>
          <p:spPr bwMode="auto">
            <a:xfrm>
              <a:off x="4532" y="1229"/>
              <a:ext cx="65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 dirty="0">
                  <a:latin typeface="Arial" panose="020B0604020202020204" pitchFamily="34" charset="0"/>
                </a:rPr>
                <a:t>223.1.2.2</a:t>
              </a:r>
              <a:endParaRPr kumimoji="0" lang="en-US" altLang="zh-CN" sz="1800" dirty="0">
                <a:latin typeface="Comic Sans MS" panose="030F0702030302020204" pitchFamily="66" charset="0"/>
              </a:endParaRPr>
            </a:p>
          </p:txBody>
        </p:sp>
      </p:grpSp>
      <p:grpSp>
        <p:nvGrpSpPr>
          <p:cNvPr id="19482" name="Group 42"/>
          <p:cNvGrpSpPr/>
          <p:nvPr/>
        </p:nvGrpSpPr>
        <p:grpSpPr bwMode="auto">
          <a:xfrm>
            <a:off x="7350126" y="2022476"/>
            <a:ext cx="1031875" cy="336550"/>
            <a:chOff x="4547" y="1224"/>
            <a:chExt cx="650" cy="212"/>
          </a:xfrm>
        </p:grpSpPr>
        <p:sp>
          <p:nvSpPr>
            <p:cNvPr id="19507" name="Rectangle 43"/>
            <p:cNvSpPr>
              <a:spLocks noChangeArrowheads="1"/>
            </p:cNvSpPr>
            <p:nvPr/>
          </p:nvSpPr>
          <p:spPr bwMode="auto">
            <a:xfrm>
              <a:off x="4587" y="1284"/>
              <a:ext cx="534" cy="11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9508" name="Text Box 44"/>
            <p:cNvSpPr txBox="1">
              <a:spLocks noChangeArrowheads="1"/>
            </p:cNvSpPr>
            <p:nvPr/>
          </p:nvSpPr>
          <p:spPr bwMode="auto">
            <a:xfrm>
              <a:off x="4547" y="1224"/>
              <a:ext cx="65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 dirty="0">
                  <a:latin typeface="Arial" panose="020B0604020202020204" pitchFamily="34" charset="0"/>
                </a:rPr>
                <a:t>223.1.2.1</a:t>
              </a:r>
              <a:endParaRPr kumimoji="0" lang="en-US" altLang="zh-CN" sz="1800" dirty="0">
                <a:latin typeface="Comic Sans MS" panose="030F0702030302020204" pitchFamily="66" charset="0"/>
              </a:endParaRPr>
            </a:p>
          </p:txBody>
        </p:sp>
      </p:grpSp>
      <p:sp>
        <p:nvSpPr>
          <p:cNvPr id="19483" name="Line 45"/>
          <p:cNvSpPr>
            <a:spLocks noChangeShapeType="1"/>
          </p:cNvSpPr>
          <p:nvPr/>
        </p:nvSpPr>
        <p:spPr bwMode="auto">
          <a:xfrm flipH="1">
            <a:off x="6791325" y="3098800"/>
            <a:ext cx="0" cy="1290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9484" name="Line 46"/>
          <p:cNvSpPr>
            <a:spLocks noChangeShapeType="1"/>
          </p:cNvSpPr>
          <p:nvPr/>
        </p:nvSpPr>
        <p:spPr bwMode="auto">
          <a:xfrm flipH="1">
            <a:off x="6181725" y="4379913"/>
            <a:ext cx="1185863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9485" name="Line 47"/>
          <p:cNvSpPr>
            <a:spLocks noChangeShapeType="1"/>
          </p:cNvSpPr>
          <p:nvPr/>
        </p:nvSpPr>
        <p:spPr bwMode="auto">
          <a:xfrm flipH="1" flipV="1">
            <a:off x="6178550" y="4371975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9486" name="Line 48"/>
          <p:cNvSpPr>
            <a:spLocks noChangeShapeType="1"/>
          </p:cNvSpPr>
          <p:nvPr/>
        </p:nvSpPr>
        <p:spPr bwMode="auto">
          <a:xfrm flipH="1" flipV="1">
            <a:off x="7354888" y="4376738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aphicFrame>
        <p:nvGraphicFramePr>
          <p:cNvPr id="19487" name="Object 49"/>
          <p:cNvGraphicFramePr>
            <a:graphicFrameLocks noChangeAspect="1"/>
          </p:cNvGraphicFramePr>
          <p:nvPr/>
        </p:nvGraphicFramePr>
        <p:xfrm>
          <a:off x="7140575" y="4535488"/>
          <a:ext cx="584200" cy="463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11" imgW="1307465" imgH="1083945" progId="MS_ClipArt_Gallery.2">
                  <p:embed/>
                </p:oleObj>
              </mc:Choice>
              <mc:Fallback>
                <p:oleObj name="Clip" r:id="rId11" imgW="1307465" imgH="1083945" progId="MS_ClipArt_Gallery.2">
                  <p:embed/>
                  <p:pic>
                    <p:nvPicPr>
                      <p:cNvPr id="0" name="Object 4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140575" y="4535488"/>
                        <a:ext cx="584200" cy="463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9488" name="Object 50"/>
          <p:cNvGraphicFramePr>
            <a:graphicFrameLocks noChangeAspect="1"/>
          </p:cNvGraphicFramePr>
          <p:nvPr/>
        </p:nvGraphicFramePr>
        <p:xfrm>
          <a:off x="5883275" y="4549775"/>
          <a:ext cx="584200" cy="463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12" imgW="1307465" imgH="1083945" progId="MS_ClipArt_Gallery.2">
                  <p:embed/>
                </p:oleObj>
              </mc:Choice>
              <mc:Fallback>
                <p:oleObj name="Clip" r:id="rId12" imgW="1307465" imgH="1083945" progId="MS_ClipArt_Gallery.2">
                  <p:embed/>
                  <p:pic>
                    <p:nvPicPr>
                      <p:cNvPr id="0" name="Object 5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883275" y="4549775"/>
                        <a:ext cx="584200" cy="463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9489" name="Group 51"/>
          <p:cNvGrpSpPr/>
          <p:nvPr/>
        </p:nvGrpSpPr>
        <p:grpSpPr bwMode="auto">
          <a:xfrm>
            <a:off x="7326313" y="4254500"/>
            <a:ext cx="1031875" cy="336550"/>
            <a:chOff x="4532" y="1229"/>
            <a:chExt cx="650" cy="212"/>
          </a:xfrm>
        </p:grpSpPr>
        <p:sp>
          <p:nvSpPr>
            <p:cNvPr id="19505" name="Rectangle 52"/>
            <p:cNvSpPr>
              <a:spLocks noChangeArrowheads="1"/>
            </p:cNvSpPr>
            <p:nvPr/>
          </p:nvSpPr>
          <p:spPr bwMode="auto">
            <a:xfrm>
              <a:off x="4587" y="1284"/>
              <a:ext cx="534" cy="11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9506" name="Text Box 53"/>
            <p:cNvSpPr txBox="1">
              <a:spLocks noChangeArrowheads="1"/>
            </p:cNvSpPr>
            <p:nvPr/>
          </p:nvSpPr>
          <p:spPr bwMode="auto">
            <a:xfrm>
              <a:off x="4532" y="1229"/>
              <a:ext cx="65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latin typeface="Arial" panose="020B0604020202020204" pitchFamily="34" charset="0"/>
                </a:rPr>
                <a:t>223.1.3.2</a:t>
              </a:r>
              <a:endParaRPr kumimoji="0" lang="en-US" altLang="zh-CN" sz="1800">
                <a:latin typeface="Comic Sans MS" panose="030F0702030302020204" pitchFamily="66" charset="0"/>
              </a:endParaRPr>
            </a:p>
          </p:txBody>
        </p:sp>
      </p:grpSp>
      <p:grpSp>
        <p:nvGrpSpPr>
          <p:cNvPr id="19490" name="Group 54"/>
          <p:cNvGrpSpPr/>
          <p:nvPr/>
        </p:nvGrpSpPr>
        <p:grpSpPr bwMode="auto">
          <a:xfrm>
            <a:off x="5178425" y="4283075"/>
            <a:ext cx="1031875" cy="336550"/>
            <a:chOff x="4532" y="1229"/>
            <a:chExt cx="650" cy="212"/>
          </a:xfrm>
        </p:grpSpPr>
        <p:sp>
          <p:nvSpPr>
            <p:cNvPr id="19503" name="Rectangle 55"/>
            <p:cNvSpPr>
              <a:spLocks noChangeArrowheads="1"/>
            </p:cNvSpPr>
            <p:nvPr/>
          </p:nvSpPr>
          <p:spPr bwMode="auto">
            <a:xfrm>
              <a:off x="4587" y="1284"/>
              <a:ext cx="534" cy="11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9504" name="Text Box 56"/>
            <p:cNvSpPr txBox="1">
              <a:spLocks noChangeArrowheads="1"/>
            </p:cNvSpPr>
            <p:nvPr/>
          </p:nvSpPr>
          <p:spPr bwMode="auto">
            <a:xfrm>
              <a:off x="4532" y="1229"/>
              <a:ext cx="65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latin typeface="Arial" panose="020B0604020202020204" pitchFamily="34" charset="0"/>
                </a:rPr>
                <a:t>223.1.3.1</a:t>
              </a:r>
              <a:endParaRPr kumimoji="0" lang="en-US" altLang="zh-CN" sz="1800">
                <a:latin typeface="Comic Sans MS" panose="030F0702030302020204" pitchFamily="66" charset="0"/>
              </a:endParaRPr>
            </a:p>
          </p:txBody>
        </p:sp>
      </p:grpSp>
      <p:grpSp>
        <p:nvGrpSpPr>
          <p:cNvPr id="19491" name="Group 57"/>
          <p:cNvGrpSpPr/>
          <p:nvPr/>
        </p:nvGrpSpPr>
        <p:grpSpPr bwMode="auto">
          <a:xfrm>
            <a:off x="6178550" y="3144838"/>
            <a:ext cx="1144588" cy="336550"/>
            <a:chOff x="4532" y="1229"/>
            <a:chExt cx="721" cy="212"/>
          </a:xfrm>
        </p:grpSpPr>
        <p:sp>
          <p:nvSpPr>
            <p:cNvPr id="19501" name="Rectangle 58"/>
            <p:cNvSpPr>
              <a:spLocks noChangeArrowheads="1"/>
            </p:cNvSpPr>
            <p:nvPr/>
          </p:nvSpPr>
          <p:spPr bwMode="auto">
            <a:xfrm>
              <a:off x="4587" y="1284"/>
              <a:ext cx="534" cy="11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9502" name="Text Box 59"/>
            <p:cNvSpPr txBox="1">
              <a:spLocks noChangeArrowheads="1"/>
            </p:cNvSpPr>
            <p:nvPr/>
          </p:nvSpPr>
          <p:spPr bwMode="auto">
            <a:xfrm>
              <a:off x="4532" y="1229"/>
              <a:ext cx="72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latin typeface="Arial" panose="020B0604020202020204" pitchFamily="34" charset="0"/>
                </a:rPr>
                <a:t>223.1.3.27</a:t>
              </a:r>
              <a:endParaRPr kumimoji="0" lang="en-US" altLang="zh-CN" sz="1800">
                <a:latin typeface="Comic Sans MS" panose="030F0702030302020204" pitchFamily="66" charset="0"/>
              </a:endParaRPr>
            </a:p>
          </p:txBody>
        </p:sp>
      </p:grpSp>
      <p:sp>
        <p:nvSpPr>
          <p:cNvPr id="19492" name="Text Box 60"/>
          <p:cNvSpPr txBox="1">
            <a:spLocks noChangeArrowheads="1"/>
          </p:cNvSpPr>
          <p:nvPr/>
        </p:nvSpPr>
        <p:spPr bwMode="auto">
          <a:xfrm>
            <a:off x="3663227" y="5676144"/>
            <a:ext cx="5205271" cy="3539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 dirty="0">
                <a:solidFill>
                  <a:srgbClr val="00B050"/>
                </a:solidFill>
                <a:latin typeface="Arial" panose="020B0604020202020204" pitchFamily="34" charset="0"/>
              </a:rPr>
              <a:t> 223.1.1.1 = </a:t>
            </a:r>
            <a:r>
              <a:rPr kumimoji="0" lang="en-US" altLang="zh-CN" sz="1700" b="1" dirty="0">
                <a:solidFill>
                  <a:srgbClr val="00B050"/>
                </a:solidFill>
                <a:latin typeface="宋体" panose="02010600030101010101" pitchFamily="2" charset="-122"/>
              </a:rPr>
              <a:t>11011111 00000001 00000001 00000001</a:t>
            </a:r>
          </a:p>
        </p:txBody>
      </p:sp>
      <p:sp>
        <p:nvSpPr>
          <p:cNvPr id="19493" name="Freeform 61"/>
          <p:cNvSpPr/>
          <p:nvPr/>
        </p:nvSpPr>
        <p:spPr bwMode="auto">
          <a:xfrm>
            <a:off x="4928463" y="5931731"/>
            <a:ext cx="814387" cy="79375"/>
          </a:xfrm>
          <a:custGeom>
            <a:avLst/>
            <a:gdLst>
              <a:gd name="T0" fmla="*/ 0 w 562"/>
              <a:gd name="T1" fmla="*/ 0 h 58"/>
              <a:gd name="T2" fmla="*/ 0 w 562"/>
              <a:gd name="T3" fmla="*/ 2147483646 h 58"/>
              <a:gd name="T4" fmla="*/ 2147483646 w 562"/>
              <a:gd name="T5" fmla="*/ 2147483646 h 58"/>
              <a:gd name="T6" fmla="*/ 2147483646 w 562"/>
              <a:gd name="T7" fmla="*/ 2147483646 h 58"/>
              <a:gd name="T8" fmla="*/ 0 60000 65536"/>
              <a:gd name="T9" fmla="*/ 0 60000 65536"/>
              <a:gd name="T10" fmla="*/ 0 60000 65536"/>
              <a:gd name="T11" fmla="*/ 0 60000 65536"/>
              <a:gd name="T12" fmla="*/ 0 w 562"/>
              <a:gd name="T13" fmla="*/ 0 h 58"/>
              <a:gd name="T14" fmla="*/ 562 w 562"/>
              <a:gd name="T15" fmla="*/ 58 h 5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62" h="58">
                <a:moveTo>
                  <a:pt x="0" y="0"/>
                </a:moveTo>
                <a:lnTo>
                  <a:pt x="0" y="58"/>
                </a:lnTo>
                <a:lnTo>
                  <a:pt x="562" y="58"/>
                </a:lnTo>
                <a:lnTo>
                  <a:pt x="562" y="16"/>
                </a:lnTo>
              </a:path>
            </a:pathLst>
          </a:cu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rgbClr val="00B050"/>
              </a:solidFill>
            </a:endParaRPr>
          </a:p>
        </p:txBody>
      </p:sp>
      <p:sp>
        <p:nvSpPr>
          <p:cNvPr id="19494" name="Freeform 62"/>
          <p:cNvSpPr/>
          <p:nvPr/>
        </p:nvSpPr>
        <p:spPr bwMode="auto">
          <a:xfrm>
            <a:off x="5903193" y="5950782"/>
            <a:ext cx="814387" cy="57014"/>
          </a:xfrm>
          <a:custGeom>
            <a:avLst/>
            <a:gdLst>
              <a:gd name="T0" fmla="*/ 0 w 562"/>
              <a:gd name="T1" fmla="*/ 0 h 50"/>
              <a:gd name="T2" fmla="*/ 0 w 562"/>
              <a:gd name="T3" fmla="*/ 2147483646 h 50"/>
              <a:gd name="T4" fmla="*/ 2147483646 w 562"/>
              <a:gd name="T5" fmla="*/ 2147483646 h 50"/>
              <a:gd name="T6" fmla="*/ 2147483646 w 562"/>
              <a:gd name="T7" fmla="*/ 2147483646 h 50"/>
              <a:gd name="T8" fmla="*/ 0 60000 65536"/>
              <a:gd name="T9" fmla="*/ 0 60000 65536"/>
              <a:gd name="T10" fmla="*/ 0 60000 65536"/>
              <a:gd name="T11" fmla="*/ 0 60000 65536"/>
              <a:gd name="T12" fmla="*/ 0 w 562"/>
              <a:gd name="T13" fmla="*/ 0 h 50"/>
              <a:gd name="T14" fmla="*/ 562 w 562"/>
              <a:gd name="T15" fmla="*/ 50 h 5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62" h="50">
                <a:moveTo>
                  <a:pt x="0" y="0"/>
                </a:moveTo>
                <a:lnTo>
                  <a:pt x="0" y="50"/>
                </a:lnTo>
                <a:lnTo>
                  <a:pt x="562" y="50"/>
                </a:lnTo>
                <a:lnTo>
                  <a:pt x="562" y="8"/>
                </a:lnTo>
              </a:path>
            </a:pathLst>
          </a:cu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rgbClr val="C00000"/>
              </a:solidFill>
            </a:endParaRPr>
          </a:p>
        </p:txBody>
      </p:sp>
      <p:sp>
        <p:nvSpPr>
          <p:cNvPr id="19495" name="Freeform 63"/>
          <p:cNvSpPr/>
          <p:nvPr/>
        </p:nvSpPr>
        <p:spPr bwMode="auto">
          <a:xfrm>
            <a:off x="6893793" y="5953957"/>
            <a:ext cx="803275" cy="55624"/>
          </a:xfrm>
          <a:custGeom>
            <a:avLst/>
            <a:gdLst>
              <a:gd name="T0" fmla="*/ 0 w 562"/>
              <a:gd name="T1" fmla="*/ 0 h 50"/>
              <a:gd name="T2" fmla="*/ 0 w 562"/>
              <a:gd name="T3" fmla="*/ 2147483646 h 50"/>
              <a:gd name="T4" fmla="*/ 2147483646 w 562"/>
              <a:gd name="T5" fmla="*/ 2147483646 h 50"/>
              <a:gd name="T6" fmla="*/ 2147483646 w 562"/>
              <a:gd name="T7" fmla="*/ 2147483646 h 50"/>
              <a:gd name="T8" fmla="*/ 0 60000 65536"/>
              <a:gd name="T9" fmla="*/ 0 60000 65536"/>
              <a:gd name="T10" fmla="*/ 0 60000 65536"/>
              <a:gd name="T11" fmla="*/ 0 60000 65536"/>
              <a:gd name="T12" fmla="*/ 0 w 562"/>
              <a:gd name="T13" fmla="*/ 0 h 50"/>
              <a:gd name="T14" fmla="*/ 562 w 562"/>
              <a:gd name="T15" fmla="*/ 50 h 5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62" h="50">
                <a:moveTo>
                  <a:pt x="0" y="0"/>
                </a:moveTo>
                <a:lnTo>
                  <a:pt x="0" y="50"/>
                </a:lnTo>
                <a:lnTo>
                  <a:pt x="562" y="50"/>
                </a:lnTo>
                <a:lnTo>
                  <a:pt x="562" y="8"/>
                </a:lnTo>
              </a:path>
            </a:pathLst>
          </a:cu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rgbClr val="C00000"/>
              </a:solidFill>
            </a:endParaRPr>
          </a:p>
        </p:txBody>
      </p:sp>
      <p:sp>
        <p:nvSpPr>
          <p:cNvPr id="19496" name="Freeform 64"/>
          <p:cNvSpPr/>
          <p:nvPr/>
        </p:nvSpPr>
        <p:spPr bwMode="auto">
          <a:xfrm>
            <a:off x="7873279" y="5957132"/>
            <a:ext cx="814387" cy="72956"/>
          </a:xfrm>
          <a:custGeom>
            <a:avLst/>
            <a:gdLst>
              <a:gd name="T0" fmla="*/ 0 w 562"/>
              <a:gd name="T1" fmla="*/ 0 h 50"/>
              <a:gd name="T2" fmla="*/ 0 w 562"/>
              <a:gd name="T3" fmla="*/ 2147483646 h 50"/>
              <a:gd name="T4" fmla="*/ 2147483646 w 562"/>
              <a:gd name="T5" fmla="*/ 2147483646 h 50"/>
              <a:gd name="T6" fmla="*/ 2147483646 w 562"/>
              <a:gd name="T7" fmla="*/ 2147483646 h 50"/>
              <a:gd name="T8" fmla="*/ 0 60000 65536"/>
              <a:gd name="T9" fmla="*/ 0 60000 65536"/>
              <a:gd name="T10" fmla="*/ 0 60000 65536"/>
              <a:gd name="T11" fmla="*/ 0 60000 65536"/>
              <a:gd name="T12" fmla="*/ 0 w 562"/>
              <a:gd name="T13" fmla="*/ 0 h 50"/>
              <a:gd name="T14" fmla="*/ 562 w 562"/>
              <a:gd name="T15" fmla="*/ 50 h 5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62" h="50">
                <a:moveTo>
                  <a:pt x="0" y="0"/>
                </a:moveTo>
                <a:lnTo>
                  <a:pt x="0" y="50"/>
                </a:lnTo>
                <a:lnTo>
                  <a:pt x="562" y="50"/>
                </a:lnTo>
                <a:lnTo>
                  <a:pt x="562" y="8"/>
                </a:lnTo>
              </a:path>
            </a:pathLst>
          </a:cu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rgbClr val="C00000"/>
              </a:solidFill>
            </a:endParaRPr>
          </a:p>
        </p:txBody>
      </p:sp>
      <p:sp>
        <p:nvSpPr>
          <p:cNvPr id="19497" name="Text Box 65"/>
          <p:cNvSpPr txBox="1">
            <a:spLocks noChangeArrowheads="1"/>
          </p:cNvSpPr>
          <p:nvPr/>
        </p:nvSpPr>
        <p:spPr bwMode="auto">
          <a:xfrm>
            <a:off x="5126902" y="6034919"/>
            <a:ext cx="5222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solidFill>
                  <a:srgbClr val="C00000"/>
                </a:solidFill>
                <a:latin typeface="Arial" panose="020B0604020202020204" pitchFamily="34" charset="0"/>
              </a:rPr>
              <a:t>223</a:t>
            </a:r>
            <a:endParaRPr kumimoji="0" lang="en-US" altLang="zh-CN" sz="1800">
              <a:solidFill>
                <a:srgbClr val="C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9498" name="Text Box 66"/>
          <p:cNvSpPr txBox="1">
            <a:spLocks noChangeArrowheads="1"/>
          </p:cNvSpPr>
          <p:nvPr/>
        </p:nvSpPr>
        <p:spPr bwMode="auto">
          <a:xfrm>
            <a:off x="6169889" y="6044444"/>
            <a:ext cx="29686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solidFill>
                  <a:srgbClr val="C00000"/>
                </a:solidFill>
                <a:latin typeface="Arial" panose="020B0604020202020204" pitchFamily="34" charset="0"/>
              </a:rPr>
              <a:t>1</a:t>
            </a:r>
            <a:endParaRPr kumimoji="0" lang="en-US" altLang="zh-CN" sz="1800">
              <a:solidFill>
                <a:srgbClr val="C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9499" name="Text Box 67"/>
          <p:cNvSpPr txBox="1">
            <a:spLocks noChangeArrowheads="1"/>
          </p:cNvSpPr>
          <p:nvPr/>
        </p:nvSpPr>
        <p:spPr bwMode="auto">
          <a:xfrm>
            <a:off x="8127277" y="6044444"/>
            <a:ext cx="2968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solidFill>
                  <a:srgbClr val="C00000"/>
                </a:solidFill>
                <a:latin typeface="Arial" panose="020B0604020202020204" pitchFamily="34" charset="0"/>
              </a:rPr>
              <a:t>1</a:t>
            </a:r>
            <a:endParaRPr kumimoji="0" lang="en-US" altLang="zh-CN" sz="1800">
              <a:solidFill>
                <a:srgbClr val="C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9500" name="Text Box 68"/>
          <p:cNvSpPr txBox="1">
            <a:spLocks noChangeArrowheads="1"/>
          </p:cNvSpPr>
          <p:nvPr/>
        </p:nvSpPr>
        <p:spPr bwMode="auto">
          <a:xfrm>
            <a:off x="7108102" y="6044444"/>
            <a:ext cx="2968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solidFill>
                  <a:srgbClr val="C00000"/>
                </a:solidFill>
                <a:latin typeface="Arial" panose="020B0604020202020204" pitchFamily="34" charset="0"/>
              </a:rPr>
              <a:t>1</a:t>
            </a:r>
            <a:endParaRPr kumimoji="0" lang="en-US" altLang="zh-CN" sz="1800">
              <a:solidFill>
                <a:srgbClr val="C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70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 IPv4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</a:t>
            </a:r>
          </a:p>
        </p:txBody>
      </p:sp>
      <p:sp>
        <p:nvSpPr>
          <p:cNvPr id="4" name="Rectangle 2"/>
          <p:cNvSpPr txBox="1">
            <a:spLocks noChangeArrowheads="1"/>
          </p:cNvSpPr>
          <p:nvPr/>
        </p:nvSpPr>
        <p:spPr>
          <a:xfrm>
            <a:off x="431346" y="772316"/>
            <a:ext cx="7708320" cy="634331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ct val="120000"/>
              </a:lnSpc>
            </a:pP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IPv4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2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12973" y="1524000"/>
            <a:ext cx="4044727" cy="4031459"/>
          </a:xfrm>
        </p:spPr>
        <p:txBody>
          <a:bodyPr>
            <a:noAutofit/>
          </a:bodyPr>
          <a:lstStyle/>
          <a:p>
            <a:pPr>
              <a:lnSpc>
                <a:spcPct val="150000"/>
              </a:lnSpc>
              <a:spcBef>
                <a:spcPts val="600"/>
              </a:spcBef>
              <a:buClr>
                <a:srgbClr val="FF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lang="en-US" altLang="zh-CN" sz="24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地址层次</a:t>
            </a:r>
            <a:r>
              <a:rPr lang="zh-CN" altLang="en-US" sz="2400" dirty="0">
                <a:solidFill>
                  <a:schemeClr val="accent2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lang="en-US" altLang="zh-CN" sz="2400" b="1" dirty="0">
              <a:solidFill>
                <a:srgbClr val="FF0000"/>
              </a:solidFill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lvl="1">
              <a:lnSpc>
                <a:spcPct val="150000"/>
              </a:lnSpc>
              <a:spcBef>
                <a:spcPts val="600"/>
              </a:spcBef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网络号部分（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net-id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lvl="1">
              <a:lnSpc>
                <a:spcPct val="150000"/>
              </a:lnSpc>
              <a:spcBef>
                <a:spcPts val="600"/>
              </a:spcBef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主机号部分（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host-id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ts val="600"/>
              </a:spcBef>
              <a:buClr>
                <a:srgbClr val="FF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lang="zh-CN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什么是一个</a:t>
            </a:r>
            <a:r>
              <a:rPr lang="en-US" altLang="zh-CN" sz="24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网络</a:t>
            </a:r>
            <a:r>
              <a:rPr lang="zh-CN" altLang="en-US" sz="2400" dirty="0">
                <a:solidFill>
                  <a:schemeClr val="accent2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lvl="1">
              <a:lnSpc>
                <a:spcPct val="150000"/>
              </a:lnSpc>
              <a:spcBef>
                <a:spcPts val="600"/>
              </a:spcBef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位于同一物理网络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lvl="1">
              <a:lnSpc>
                <a:spcPct val="150000"/>
              </a:lnSpc>
              <a:spcBef>
                <a:spcPts val="600"/>
              </a:spcBef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设备接口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地址的网络号相同，主机号不同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70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 IPv4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</a:t>
            </a:r>
          </a:p>
        </p:txBody>
      </p:sp>
      <p:sp>
        <p:nvSpPr>
          <p:cNvPr id="4" name="Rectangle 2"/>
          <p:cNvSpPr txBox="1">
            <a:spLocks noChangeArrowheads="1"/>
          </p:cNvSpPr>
          <p:nvPr/>
        </p:nvSpPr>
        <p:spPr>
          <a:xfrm>
            <a:off x="384754" y="695994"/>
            <a:ext cx="8124245" cy="634331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ct val="120000"/>
              </a:lnSpc>
            </a:pP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IPv4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71" name="Freeform 2"/>
          <p:cNvSpPr/>
          <p:nvPr/>
        </p:nvSpPr>
        <p:spPr bwMode="auto">
          <a:xfrm>
            <a:off x="4378325" y="1371600"/>
            <a:ext cx="1941513" cy="2049463"/>
          </a:xfrm>
          <a:custGeom>
            <a:avLst/>
            <a:gdLst>
              <a:gd name="T0" fmla="*/ 2147483646 w 1223"/>
              <a:gd name="T1" fmla="*/ 2147483646 h 1291"/>
              <a:gd name="T2" fmla="*/ 2147483646 w 1223"/>
              <a:gd name="T3" fmla="*/ 2147483646 h 1291"/>
              <a:gd name="T4" fmla="*/ 2147483646 w 1223"/>
              <a:gd name="T5" fmla="*/ 2147483646 h 1291"/>
              <a:gd name="T6" fmla="*/ 2147483646 w 1223"/>
              <a:gd name="T7" fmla="*/ 2147483646 h 1291"/>
              <a:gd name="T8" fmla="*/ 2147483646 w 1223"/>
              <a:gd name="T9" fmla="*/ 2147483646 h 1291"/>
              <a:gd name="T10" fmla="*/ 2147483646 w 1223"/>
              <a:gd name="T11" fmla="*/ 2147483646 h 1291"/>
              <a:gd name="T12" fmla="*/ 2147483646 w 1223"/>
              <a:gd name="T13" fmla="*/ 2147483646 h 1291"/>
              <a:gd name="T14" fmla="*/ 2147483646 w 1223"/>
              <a:gd name="T15" fmla="*/ 2147483646 h 1291"/>
              <a:gd name="T16" fmla="*/ 2147483646 w 1223"/>
              <a:gd name="T17" fmla="*/ 2147483646 h 1291"/>
              <a:gd name="T18" fmla="*/ 2147483646 w 1223"/>
              <a:gd name="T19" fmla="*/ 2147483646 h 1291"/>
              <a:gd name="T20" fmla="*/ 2147483646 w 1223"/>
              <a:gd name="T21" fmla="*/ 2147483646 h 1291"/>
              <a:gd name="T22" fmla="*/ 2147483646 w 1223"/>
              <a:gd name="T23" fmla="*/ 2147483646 h 1291"/>
              <a:gd name="T24" fmla="*/ 2147483646 w 1223"/>
              <a:gd name="T25" fmla="*/ 2147483646 h 1291"/>
              <a:gd name="T26" fmla="*/ 2147483646 w 1223"/>
              <a:gd name="T27" fmla="*/ 2147483646 h 1291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1223"/>
              <a:gd name="T43" fmla="*/ 0 h 1291"/>
              <a:gd name="T44" fmla="*/ 1223 w 1223"/>
              <a:gd name="T45" fmla="*/ 1291 h 1291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1223" h="1291">
                <a:moveTo>
                  <a:pt x="1201" y="756"/>
                </a:moveTo>
                <a:cubicBezTo>
                  <a:pt x="1180" y="640"/>
                  <a:pt x="798" y="744"/>
                  <a:pt x="702" y="670"/>
                </a:cubicBezTo>
                <a:cubicBezTo>
                  <a:pt x="603" y="561"/>
                  <a:pt x="669" y="206"/>
                  <a:pt x="608" y="103"/>
                </a:cubicBezTo>
                <a:cubicBezTo>
                  <a:pt x="547" y="0"/>
                  <a:pt x="425" y="55"/>
                  <a:pt x="335" y="52"/>
                </a:cubicBezTo>
                <a:cubicBezTo>
                  <a:pt x="245" y="49"/>
                  <a:pt x="114" y="0"/>
                  <a:pt x="65" y="82"/>
                </a:cubicBezTo>
                <a:cubicBezTo>
                  <a:pt x="16" y="164"/>
                  <a:pt x="45" y="433"/>
                  <a:pt x="41" y="544"/>
                </a:cubicBezTo>
                <a:cubicBezTo>
                  <a:pt x="37" y="655"/>
                  <a:pt x="41" y="685"/>
                  <a:pt x="38" y="751"/>
                </a:cubicBezTo>
                <a:cubicBezTo>
                  <a:pt x="35" y="817"/>
                  <a:pt x="26" y="880"/>
                  <a:pt x="23" y="940"/>
                </a:cubicBezTo>
                <a:cubicBezTo>
                  <a:pt x="20" y="1000"/>
                  <a:pt x="0" y="1068"/>
                  <a:pt x="17" y="1114"/>
                </a:cubicBezTo>
                <a:cubicBezTo>
                  <a:pt x="34" y="1160"/>
                  <a:pt x="31" y="1198"/>
                  <a:pt x="128" y="1219"/>
                </a:cubicBezTo>
                <a:cubicBezTo>
                  <a:pt x="225" y="1240"/>
                  <a:pt x="509" y="1291"/>
                  <a:pt x="602" y="1243"/>
                </a:cubicBezTo>
                <a:cubicBezTo>
                  <a:pt x="695" y="1195"/>
                  <a:pt x="590" y="984"/>
                  <a:pt x="686" y="930"/>
                </a:cubicBezTo>
                <a:cubicBezTo>
                  <a:pt x="782" y="876"/>
                  <a:pt x="1091" y="945"/>
                  <a:pt x="1177" y="916"/>
                </a:cubicBezTo>
                <a:cubicBezTo>
                  <a:pt x="1208" y="864"/>
                  <a:pt x="1223" y="871"/>
                  <a:pt x="1201" y="75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2" name="Freeform 3"/>
          <p:cNvSpPr/>
          <p:nvPr/>
        </p:nvSpPr>
        <p:spPr bwMode="auto">
          <a:xfrm>
            <a:off x="6894513" y="1658938"/>
            <a:ext cx="1906587" cy="1958975"/>
          </a:xfrm>
          <a:custGeom>
            <a:avLst/>
            <a:gdLst>
              <a:gd name="T0" fmla="*/ 2147483646 w 1201"/>
              <a:gd name="T1" fmla="*/ 2147483646 h 1234"/>
              <a:gd name="T2" fmla="*/ 2147483646 w 1201"/>
              <a:gd name="T3" fmla="*/ 2147483646 h 1234"/>
              <a:gd name="T4" fmla="*/ 2147483646 w 1201"/>
              <a:gd name="T5" fmla="*/ 2147483646 h 1234"/>
              <a:gd name="T6" fmla="*/ 2147483646 w 1201"/>
              <a:gd name="T7" fmla="*/ 2147483646 h 1234"/>
              <a:gd name="T8" fmla="*/ 2147483646 w 1201"/>
              <a:gd name="T9" fmla="*/ 2147483646 h 1234"/>
              <a:gd name="T10" fmla="*/ 2147483646 w 1201"/>
              <a:gd name="T11" fmla="*/ 2147483646 h 1234"/>
              <a:gd name="T12" fmla="*/ 2147483646 w 1201"/>
              <a:gd name="T13" fmla="*/ 2147483646 h 1234"/>
              <a:gd name="T14" fmla="*/ 2147483646 w 1201"/>
              <a:gd name="T15" fmla="*/ 2147483646 h 1234"/>
              <a:gd name="T16" fmla="*/ 2147483646 w 1201"/>
              <a:gd name="T17" fmla="*/ 2147483646 h 1234"/>
              <a:gd name="T18" fmla="*/ 2147483646 w 1201"/>
              <a:gd name="T19" fmla="*/ 2147483646 h 1234"/>
              <a:gd name="T20" fmla="*/ 2147483646 w 1201"/>
              <a:gd name="T21" fmla="*/ 2147483646 h 1234"/>
              <a:gd name="T22" fmla="*/ 2147483646 w 1201"/>
              <a:gd name="T23" fmla="*/ 2147483646 h 1234"/>
              <a:gd name="T24" fmla="*/ 2147483646 w 1201"/>
              <a:gd name="T25" fmla="*/ 2147483646 h 1234"/>
              <a:gd name="T26" fmla="*/ 2147483646 w 1201"/>
              <a:gd name="T27" fmla="*/ 2147483646 h 1234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1201"/>
              <a:gd name="T43" fmla="*/ 0 h 1234"/>
              <a:gd name="T44" fmla="*/ 1201 w 1201"/>
              <a:gd name="T45" fmla="*/ 1234 h 1234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1201" h="1234">
                <a:moveTo>
                  <a:pt x="25" y="709"/>
                </a:moveTo>
                <a:cubicBezTo>
                  <a:pt x="49" y="824"/>
                  <a:pt x="428" y="709"/>
                  <a:pt x="526" y="780"/>
                </a:cubicBezTo>
                <a:cubicBezTo>
                  <a:pt x="624" y="851"/>
                  <a:pt x="543" y="1059"/>
                  <a:pt x="613" y="1134"/>
                </a:cubicBezTo>
                <a:cubicBezTo>
                  <a:pt x="683" y="1209"/>
                  <a:pt x="853" y="1234"/>
                  <a:pt x="946" y="1230"/>
                </a:cubicBezTo>
                <a:cubicBezTo>
                  <a:pt x="1039" y="1226"/>
                  <a:pt x="1141" y="1163"/>
                  <a:pt x="1171" y="1107"/>
                </a:cubicBezTo>
                <a:cubicBezTo>
                  <a:pt x="1201" y="1051"/>
                  <a:pt x="1135" y="963"/>
                  <a:pt x="1126" y="894"/>
                </a:cubicBezTo>
                <a:cubicBezTo>
                  <a:pt x="1117" y="825"/>
                  <a:pt x="1119" y="772"/>
                  <a:pt x="1114" y="693"/>
                </a:cubicBezTo>
                <a:cubicBezTo>
                  <a:pt x="1109" y="614"/>
                  <a:pt x="1095" y="502"/>
                  <a:pt x="1099" y="423"/>
                </a:cubicBezTo>
                <a:cubicBezTo>
                  <a:pt x="1103" y="344"/>
                  <a:pt x="1141" y="281"/>
                  <a:pt x="1141" y="216"/>
                </a:cubicBezTo>
                <a:cubicBezTo>
                  <a:pt x="1141" y="151"/>
                  <a:pt x="1185" y="56"/>
                  <a:pt x="1102" y="33"/>
                </a:cubicBezTo>
                <a:cubicBezTo>
                  <a:pt x="1019" y="10"/>
                  <a:pt x="740" y="0"/>
                  <a:pt x="646" y="81"/>
                </a:cubicBezTo>
                <a:cubicBezTo>
                  <a:pt x="552" y="162"/>
                  <a:pt x="635" y="441"/>
                  <a:pt x="535" y="519"/>
                </a:cubicBezTo>
                <a:cubicBezTo>
                  <a:pt x="435" y="597"/>
                  <a:pt x="129" y="516"/>
                  <a:pt x="44" y="548"/>
                </a:cubicBezTo>
                <a:cubicBezTo>
                  <a:pt x="15" y="601"/>
                  <a:pt x="0" y="594"/>
                  <a:pt x="25" y="70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3" name="Freeform 4"/>
          <p:cNvSpPr/>
          <p:nvPr/>
        </p:nvSpPr>
        <p:spPr bwMode="auto">
          <a:xfrm>
            <a:off x="5578475" y="3092450"/>
            <a:ext cx="2041525" cy="1979613"/>
          </a:xfrm>
          <a:custGeom>
            <a:avLst/>
            <a:gdLst>
              <a:gd name="T0" fmla="*/ 2147483646 w 1286"/>
              <a:gd name="T1" fmla="*/ 2147483646 h 1247"/>
              <a:gd name="T2" fmla="*/ 2147483646 w 1286"/>
              <a:gd name="T3" fmla="*/ 2147483646 h 1247"/>
              <a:gd name="T4" fmla="*/ 2147483646 w 1286"/>
              <a:gd name="T5" fmla="*/ 2147483646 h 1247"/>
              <a:gd name="T6" fmla="*/ 2147483646 w 1286"/>
              <a:gd name="T7" fmla="*/ 2147483646 h 1247"/>
              <a:gd name="T8" fmla="*/ 2147483646 w 1286"/>
              <a:gd name="T9" fmla="*/ 2147483646 h 1247"/>
              <a:gd name="T10" fmla="*/ 2147483646 w 1286"/>
              <a:gd name="T11" fmla="*/ 2147483646 h 1247"/>
              <a:gd name="T12" fmla="*/ 2147483646 w 1286"/>
              <a:gd name="T13" fmla="*/ 2147483646 h 1247"/>
              <a:gd name="T14" fmla="*/ 2147483646 w 1286"/>
              <a:gd name="T15" fmla="*/ 2147483646 h 1247"/>
              <a:gd name="T16" fmla="*/ 2147483646 w 1286"/>
              <a:gd name="T17" fmla="*/ 2147483646 h 1247"/>
              <a:gd name="T18" fmla="*/ 2147483646 w 1286"/>
              <a:gd name="T19" fmla="*/ 2147483646 h 1247"/>
              <a:gd name="T20" fmla="*/ 2147483646 w 1286"/>
              <a:gd name="T21" fmla="*/ 2147483646 h 1247"/>
              <a:gd name="T22" fmla="*/ 2147483646 w 1286"/>
              <a:gd name="T23" fmla="*/ 2147483646 h 1247"/>
              <a:gd name="T24" fmla="*/ 2147483646 w 1286"/>
              <a:gd name="T25" fmla="*/ 2147483646 h 1247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286"/>
              <a:gd name="T40" fmla="*/ 0 h 1247"/>
              <a:gd name="T41" fmla="*/ 1286 w 1286"/>
              <a:gd name="T42" fmla="*/ 1247 h 1247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286" h="1247">
                <a:moveTo>
                  <a:pt x="587" y="30"/>
                </a:moveTo>
                <a:cubicBezTo>
                  <a:pt x="473" y="60"/>
                  <a:pt x="601" y="475"/>
                  <a:pt x="509" y="618"/>
                </a:cubicBezTo>
                <a:cubicBezTo>
                  <a:pt x="424" y="765"/>
                  <a:pt x="154" y="830"/>
                  <a:pt x="77" y="909"/>
                </a:cubicBezTo>
                <a:cubicBezTo>
                  <a:pt x="0" y="988"/>
                  <a:pt x="37" y="1043"/>
                  <a:pt x="47" y="1095"/>
                </a:cubicBezTo>
                <a:cubicBezTo>
                  <a:pt x="57" y="1147"/>
                  <a:pt x="71" y="1205"/>
                  <a:pt x="140" y="1224"/>
                </a:cubicBezTo>
                <a:cubicBezTo>
                  <a:pt x="209" y="1243"/>
                  <a:pt x="369" y="1212"/>
                  <a:pt x="461" y="1209"/>
                </a:cubicBezTo>
                <a:cubicBezTo>
                  <a:pt x="553" y="1206"/>
                  <a:pt x="571" y="1206"/>
                  <a:pt x="692" y="1209"/>
                </a:cubicBezTo>
                <a:cubicBezTo>
                  <a:pt x="813" y="1212"/>
                  <a:pt x="1094" y="1247"/>
                  <a:pt x="1190" y="1227"/>
                </a:cubicBezTo>
                <a:cubicBezTo>
                  <a:pt x="1286" y="1207"/>
                  <a:pt x="1279" y="1170"/>
                  <a:pt x="1271" y="1089"/>
                </a:cubicBezTo>
                <a:cubicBezTo>
                  <a:pt x="1263" y="1008"/>
                  <a:pt x="1217" y="818"/>
                  <a:pt x="1139" y="741"/>
                </a:cubicBezTo>
                <a:cubicBezTo>
                  <a:pt x="1061" y="664"/>
                  <a:pt x="865" y="743"/>
                  <a:pt x="800" y="627"/>
                </a:cubicBezTo>
                <a:cubicBezTo>
                  <a:pt x="735" y="511"/>
                  <a:pt x="785" y="142"/>
                  <a:pt x="749" y="42"/>
                </a:cubicBezTo>
                <a:cubicBezTo>
                  <a:pt x="695" y="15"/>
                  <a:pt x="701" y="0"/>
                  <a:pt x="587" y="30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aphicFrame>
        <p:nvGraphicFramePr>
          <p:cNvPr id="74" name="Object 7"/>
          <p:cNvGraphicFramePr>
            <a:graphicFrameLocks noChangeAspect="1"/>
          </p:cNvGraphicFramePr>
          <p:nvPr/>
        </p:nvGraphicFramePr>
        <p:xfrm>
          <a:off x="4456113" y="1476375"/>
          <a:ext cx="584200" cy="463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3" imgW="1307465" imgH="1083945" progId="MS_ClipArt_Gallery.2">
                  <p:embed/>
                </p:oleObj>
              </mc:Choice>
              <mc:Fallback>
                <p:oleObj name="Clip" r:id="rId3" imgW="1307465" imgH="1083945" progId="MS_ClipArt_Gallery.2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456113" y="1476375"/>
                        <a:ext cx="584200" cy="463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5" name="Line 8"/>
          <p:cNvSpPr>
            <a:spLocks noChangeShapeType="1"/>
          </p:cNvSpPr>
          <p:nvPr/>
        </p:nvSpPr>
        <p:spPr bwMode="auto">
          <a:xfrm>
            <a:off x="5016500" y="1849438"/>
            <a:ext cx="277813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6" name="Line 9"/>
          <p:cNvSpPr>
            <a:spLocks noChangeShapeType="1"/>
          </p:cNvSpPr>
          <p:nvPr/>
        </p:nvSpPr>
        <p:spPr bwMode="auto">
          <a:xfrm flipH="1">
            <a:off x="5307013" y="1835150"/>
            <a:ext cx="0" cy="1290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7" name="Line 10"/>
          <p:cNvSpPr>
            <a:spLocks noChangeShapeType="1"/>
          </p:cNvSpPr>
          <p:nvPr/>
        </p:nvSpPr>
        <p:spPr bwMode="auto">
          <a:xfrm flipV="1">
            <a:off x="5016500" y="2493963"/>
            <a:ext cx="277813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8" name="Line 11"/>
          <p:cNvSpPr>
            <a:spLocks noChangeShapeType="1"/>
          </p:cNvSpPr>
          <p:nvPr/>
        </p:nvSpPr>
        <p:spPr bwMode="auto">
          <a:xfrm>
            <a:off x="5026025" y="3121025"/>
            <a:ext cx="273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aphicFrame>
        <p:nvGraphicFramePr>
          <p:cNvPr id="79" name="Object 12"/>
          <p:cNvGraphicFramePr>
            <a:graphicFrameLocks noChangeAspect="1"/>
          </p:cNvGraphicFramePr>
          <p:nvPr/>
        </p:nvGraphicFramePr>
        <p:xfrm>
          <a:off x="4456113" y="2143125"/>
          <a:ext cx="584200" cy="463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5" imgW="1307465" imgH="1083945" progId="MS_ClipArt_Gallery.2">
                  <p:embed/>
                </p:oleObj>
              </mc:Choice>
              <mc:Fallback>
                <p:oleObj name="Clip" r:id="rId5" imgW="1307465" imgH="1083945" progId="MS_ClipArt_Gallery.2">
                  <p:embed/>
                  <p:pic>
                    <p:nvPicPr>
                      <p:cNvPr id="0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456113" y="2143125"/>
                        <a:ext cx="584200" cy="463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0" name="Object 13"/>
          <p:cNvGraphicFramePr>
            <a:graphicFrameLocks noChangeAspect="1"/>
          </p:cNvGraphicFramePr>
          <p:nvPr/>
        </p:nvGraphicFramePr>
        <p:xfrm>
          <a:off x="4456113" y="2752725"/>
          <a:ext cx="584200" cy="463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6" imgW="1307465" imgH="1083945" progId="MS_ClipArt_Gallery.2">
                  <p:embed/>
                </p:oleObj>
              </mc:Choice>
              <mc:Fallback>
                <p:oleObj name="Clip" r:id="rId6" imgW="1307465" imgH="1083945" progId="MS_ClipArt_Gallery.2">
                  <p:embed/>
                  <p:pic>
                    <p:nvPicPr>
                      <p:cNvPr id="0" name="Object 1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456113" y="2752725"/>
                        <a:ext cx="584200" cy="463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1" name="Line 14"/>
          <p:cNvSpPr>
            <a:spLocks noChangeShapeType="1"/>
          </p:cNvSpPr>
          <p:nvPr/>
        </p:nvSpPr>
        <p:spPr bwMode="auto">
          <a:xfrm>
            <a:off x="5307013" y="2692400"/>
            <a:ext cx="1035050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82" name="Group 15"/>
          <p:cNvGrpSpPr/>
          <p:nvPr/>
        </p:nvGrpSpPr>
        <p:grpSpPr bwMode="auto">
          <a:xfrm>
            <a:off x="6249988" y="2657475"/>
            <a:ext cx="711200" cy="381000"/>
            <a:chOff x="3600" y="219"/>
            <a:chExt cx="360" cy="175"/>
          </a:xfrm>
        </p:grpSpPr>
        <p:sp>
          <p:nvSpPr>
            <p:cNvPr id="83" name="Oval 16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84" name="Line 17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5" name="Line 18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6" name="Rectangle 19"/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/>
            </a:p>
          </p:txBody>
        </p:sp>
        <p:sp>
          <p:nvSpPr>
            <p:cNvPr id="87" name="Oval 20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grpSp>
          <p:nvGrpSpPr>
            <p:cNvPr id="88" name="Group 21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93" name="Line 22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94" name="Line 23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95" name="Line 24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89" name="Group 25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90" name="Line 26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91" name="Line 27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92" name="Line 28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sp>
        <p:nvSpPr>
          <p:cNvPr id="96" name="Text Box 29"/>
          <p:cNvSpPr txBox="1">
            <a:spLocks noChangeArrowheads="1"/>
          </p:cNvSpPr>
          <p:nvPr/>
        </p:nvSpPr>
        <p:spPr bwMode="auto">
          <a:xfrm>
            <a:off x="4975225" y="1524000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223.1.1.1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sp>
        <p:nvSpPr>
          <p:cNvPr id="97" name="Text Box 31"/>
          <p:cNvSpPr txBox="1">
            <a:spLocks noChangeArrowheads="1"/>
          </p:cNvSpPr>
          <p:nvPr/>
        </p:nvSpPr>
        <p:spPr bwMode="auto">
          <a:xfrm>
            <a:off x="4989513" y="2152650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223.1.1.2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sp>
        <p:nvSpPr>
          <p:cNvPr id="98" name="Text Box 32"/>
          <p:cNvSpPr txBox="1">
            <a:spLocks noChangeArrowheads="1"/>
          </p:cNvSpPr>
          <p:nvPr/>
        </p:nvSpPr>
        <p:spPr bwMode="auto">
          <a:xfrm>
            <a:off x="4860925" y="3105150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223.1.1.3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sp>
        <p:nvSpPr>
          <p:cNvPr id="99" name="Text Box 33"/>
          <p:cNvSpPr txBox="1">
            <a:spLocks noChangeArrowheads="1"/>
          </p:cNvSpPr>
          <p:nvPr/>
        </p:nvSpPr>
        <p:spPr bwMode="auto">
          <a:xfrm>
            <a:off x="5651500" y="2433638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223.1.1.4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sp>
        <p:nvSpPr>
          <p:cNvPr id="100" name="Line 34"/>
          <p:cNvSpPr>
            <a:spLocks noChangeShapeType="1"/>
          </p:cNvSpPr>
          <p:nvPr/>
        </p:nvSpPr>
        <p:spPr bwMode="auto">
          <a:xfrm>
            <a:off x="6854825" y="2701925"/>
            <a:ext cx="10160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01" name="Text Box 35"/>
          <p:cNvSpPr txBox="1">
            <a:spLocks noChangeArrowheads="1"/>
          </p:cNvSpPr>
          <p:nvPr/>
        </p:nvSpPr>
        <p:spPr bwMode="auto">
          <a:xfrm>
            <a:off x="6727825" y="2424113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223.1.2.9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sp>
        <p:nvSpPr>
          <p:cNvPr id="102" name="Line 36"/>
          <p:cNvSpPr>
            <a:spLocks noChangeShapeType="1"/>
          </p:cNvSpPr>
          <p:nvPr/>
        </p:nvSpPr>
        <p:spPr bwMode="auto">
          <a:xfrm flipH="1">
            <a:off x="7878763" y="2006600"/>
            <a:ext cx="0" cy="1290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aphicFrame>
        <p:nvGraphicFramePr>
          <p:cNvPr id="103" name="Object 37"/>
          <p:cNvGraphicFramePr>
            <a:graphicFrameLocks noChangeAspect="1"/>
          </p:cNvGraphicFramePr>
          <p:nvPr/>
        </p:nvGraphicFramePr>
        <p:xfrm>
          <a:off x="8056563" y="1714500"/>
          <a:ext cx="584200" cy="463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9" imgW="1307465" imgH="1083945" progId="MS_ClipArt_Gallery.2">
                  <p:embed/>
                </p:oleObj>
              </mc:Choice>
              <mc:Fallback>
                <p:oleObj name="Clip" r:id="rId9" imgW="1307465" imgH="1083945" progId="MS_ClipArt_Gallery.2">
                  <p:embed/>
                  <p:pic>
                    <p:nvPicPr>
                      <p:cNvPr id="0" name="Object 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056563" y="1714500"/>
                        <a:ext cx="584200" cy="463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4" name="Line 38"/>
          <p:cNvSpPr>
            <a:spLocks noChangeShapeType="1"/>
          </p:cNvSpPr>
          <p:nvPr/>
        </p:nvSpPr>
        <p:spPr bwMode="auto">
          <a:xfrm>
            <a:off x="7878763" y="2011363"/>
            <a:ext cx="234950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aphicFrame>
        <p:nvGraphicFramePr>
          <p:cNvPr id="105" name="Object 39"/>
          <p:cNvGraphicFramePr>
            <a:graphicFrameLocks noChangeAspect="1"/>
          </p:cNvGraphicFramePr>
          <p:nvPr/>
        </p:nvGraphicFramePr>
        <p:xfrm>
          <a:off x="8061325" y="3095625"/>
          <a:ext cx="584200" cy="463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10" imgW="1307465" imgH="1083945" progId="MS_ClipArt_Gallery.2">
                  <p:embed/>
                </p:oleObj>
              </mc:Choice>
              <mc:Fallback>
                <p:oleObj name="Clip" r:id="rId10" imgW="1307465" imgH="1083945" progId="MS_ClipArt_Gallery.2">
                  <p:embed/>
                  <p:pic>
                    <p:nvPicPr>
                      <p:cNvPr id="0" name="Object 3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061325" y="3095625"/>
                        <a:ext cx="584200" cy="463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6" name="Line 40"/>
          <p:cNvSpPr>
            <a:spLocks noChangeShapeType="1"/>
          </p:cNvSpPr>
          <p:nvPr/>
        </p:nvSpPr>
        <p:spPr bwMode="auto">
          <a:xfrm>
            <a:off x="7878763" y="3282950"/>
            <a:ext cx="234950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07" name="Text Box 42"/>
          <p:cNvSpPr txBox="1">
            <a:spLocks noChangeArrowheads="1"/>
          </p:cNvSpPr>
          <p:nvPr/>
        </p:nvSpPr>
        <p:spPr bwMode="auto">
          <a:xfrm>
            <a:off x="7092950" y="2919413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223.1.2.2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sp>
        <p:nvSpPr>
          <p:cNvPr id="108" name="Text Box 44"/>
          <p:cNvSpPr txBox="1">
            <a:spLocks noChangeArrowheads="1"/>
          </p:cNvSpPr>
          <p:nvPr/>
        </p:nvSpPr>
        <p:spPr bwMode="auto">
          <a:xfrm>
            <a:off x="7061200" y="1962150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223.1.2.1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sp>
        <p:nvSpPr>
          <p:cNvPr id="109" name="Line 45"/>
          <p:cNvSpPr>
            <a:spLocks noChangeShapeType="1"/>
          </p:cNvSpPr>
          <p:nvPr/>
        </p:nvSpPr>
        <p:spPr bwMode="auto">
          <a:xfrm flipH="1">
            <a:off x="6616700" y="3040063"/>
            <a:ext cx="0" cy="1290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0" name="Line 46"/>
          <p:cNvSpPr>
            <a:spLocks noChangeShapeType="1"/>
          </p:cNvSpPr>
          <p:nvPr/>
        </p:nvSpPr>
        <p:spPr bwMode="auto">
          <a:xfrm flipH="1">
            <a:off x="6007100" y="4321175"/>
            <a:ext cx="1185863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1" name="Line 47"/>
          <p:cNvSpPr>
            <a:spLocks noChangeShapeType="1"/>
          </p:cNvSpPr>
          <p:nvPr/>
        </p:nvSpPr>
        <p:spPr bwMode="auto">
          <a:xfrm flipH="1" flipV="1">
            <a:off x="6003925" y="4313238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2" name="Line 48"/>
          <p:cNvSpPr>
            <a:spLocks noChangeShapeType="1"/>
          </p:cNvSpPr>
          <p:nvPr/>
        </p:nvSpPr>
        <p:spPr bwMode="auto">
          <a:xfrm flipH="1" flipV="1">
            <a:off x="7180263" y="4318000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aphicFrame>
        <p:nvGraphicFramePr>
          <p:cNvPr id="113" name="Object 49"/>
          <p:cNvGraphicFramePr>
            <a:graphicFrameLocks noChangeAspect="1"/>
          </p:cNvGraphicFramePr>
          <p:nvPr/>
        </p:nvGraphicFramePr>
        <p:xfrm>
          <a:off x="6965950" y="4476750"/>
          <a:ext cx="584200" cy="463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11" imgW="1307465" imgH="1083945" progId="MS_ClipArt_Gallery.2">
                  <p:embed/>
                </p:oleObj>
              </mc:Choice>
              <mc:Fallback>
                <p:oleObj name="Clip" r:id="rId11" imgW="1307465" imgH="1083945" progId="MS_ClipArt_Gallery.2">
                  <p:embed/>
                  <p:pic>
                    <p:nvPicPr>
                      <p:cNvPr id="0" name="Object 4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965950" y="4476750"/>
                        <a:ext cx="584200" cy="463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14" name="Object 50"/>
          <p:cNvGraphicFramePr>
            <a:graphicFrameLocks noChangeAspect="1"/>
          </p:cNvGraphicFramePr>
          <p:nvPr/>
        </p:nvGraphicFramePr>
        <p:xfrm>
          <a:off x="5708650" y="4491038"/>
          <a:ext cx="584200" cy="463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12" imgW="1307465" imgH="1083945" progId="MS_ClipArt_Gallery.2">
                  <p:embed/>
                </p:oleObj>
              </mc:Choice>
              <mc:Fallback>
                <p:oleObj name="Clip" r:id="rId12" imgW="1307465" imgH="1083945" progId="MS_ClipArt_Gallery.2">
                  <p:embed/>
                  <p:pic>
                    <p:nvPicPr>
                      <p:cNvPr id="0" name="Object 5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708650" y="4491038"/>
                        <a:ext cx="584200" cy="463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5" name="Text Box 51"/>
          <p:cNvSpPr txBox="1">
            <a:spLocks noChangeArrowheads="1"/>
          </p:cNvSpPr>
          <p:nvPr/>
        </p:nvSpPr>
        <p:spPr bwMode="auto">
          <a:xfrm>
            <a:off x="7185025" y="4167188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223.1.3.2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sp>
        <p:nvSpPr>
          <p:cNvPr id="116" name="Rectangle 52"/>
          <p:cNvSpPr>
            <a:spLocks noChangeArrowheads="1"/>
          </p:cNvSpPr>
          <p:nvPr/>
        </p:nvSpPr>
        <p:spPr bwMode="auto">
          <a:xfrm>
            <a:off x="4848225" y="4040188"/>
            <a:ext cx="847725" cy="1809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latin typeface="Comic Sans MS" panose="030F0702030302020204" pitchFamily="66" charset="0"/>
              <a:ea typeface="楷体_GB2312" pitchFamily="49" charset="-122"/>
            </a:endParaRPr>
          </a:p>
        </p:txBody>
      </p:sp>
      <p:sp>
        <p:nvSpPr>
          <p:cNvPr id="117" name="Text Box 53"/>
          <p:cNvSpPr txBox="1">
            <a:spLocks noChangeArrowheads="1"/>
          </p:cNvSpPr>
          <p:nvPr/>
        </p:nvSpPr>
        <p:spPr bwMode="auto">
          <a:xfrm>
            <a:off x="5008563" y="4205288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223.1.3.1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sp>
        <p:nvSpPr>
          <p:cNvPr id="118" name="Text Box 55"/>
          <p:cNvSpPr txBox="1">
            <a:spLocks noChangeArrowheads="1"/>
          </p:cNvSpPr>
          <p:nvPr/>
        </p:nvSpPr>
        <p:spPr bwMode="auto">
          <a:xfrm>
            <a:off x="6011863" y="3135313"/>
            <a:ext cx="11445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223.1.3.27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sp>
        <p:nvSpPr>
          <p:cNvPr id="119" name="Text Box 56"/>
          <p:cNvSpPr txBox="1">
            <a:spLocks noChangeArrowheads="1"/>
          </p:cNvSpPr>
          <p:nvPr/>
        </p:nvSpPr>
        <p:spPr bwMode="auto">
          <a:xfrm>
            <a:off x="4907419" y="5450887"/>
            <a:ext cx="3490058" cy="3994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ts val="2600"/>
              </a:lnSpc>
              <a:spcBef>
                <a:spcPct val="0"/>
              </a:spcBef>
              <a:buFontTx/>
              <a:buNone/>
            </a:pPr>
            <a:r>
              <a:rPr kumimoji="0" lang="zh-CN" altLang="en-US" sz="2000" dirty="0">
                <a:cs typeface="Times New Roman" panose="02020603050405020304" pitchFamily="18" charset="0"/>
              </a:rPr>
              <a:t>例如：该网络包含三个</a:t>
            </a:r>
            <a:r>
              <a:rPr kumimoji="0" lang="en-US" altLang="zh-CN" sz="2000" dirty="0">
                <a:cs typeface="Times New Roman" panose="02020603050405020304" pitchFamily="18" charset="0"/>
              </a:rPr>
              <a:t>IP</a:t>
            </a:r>
            <a:r>
              <a:rPr kumimoji="0" lang="zh-CN" altLang="en-US" sz="2000" dirty="0">
                <a:cs typeface="Times New Roman" panose="02020603050405020304" pitchFamily="18" charset="0"/>
              </a:rPr>
              <a:t>网络</a:t>
            </a:r>
            <a:endParaRPr kumimoji="0" lang="en-US" altLang="zh-CN" sz="2000" dirty="0">
              <a:cs typeface="Times New Roman" panose="02020603050405020304" pitchFamily="18" charset="0"/>
            </a:endParaRPr>
          </a:p>
        </p:txBody>
      </p:sp>
      <p:sp>
        <p:nvSpPr>
          <p:cNvPr id="120" name="Text Box 57"/>
          <p:cNvSpPr txBox="1">
            <a:spLocks noChangeArrowheads="1"/>
          </p:cNvSpPr>
          <p:nvPr/>
        </p:nvSpPr>
        <p:spPr bwMode="auto">
          <a:xfrm>
            <a:off x="6842125" y="3643313"/>
            <a:ext cx="65881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 dirty="0">
                <a:solidFill>
                  <a:srgbClr val="FF0000"/>
                </a:solidFill>
                <a:latin typeface="Comic Sans MS" panose="030F0702030302020204" pitchFamily="66" charset="0"/>
              </a:rPr>
              <a:t>LAN</a:t>
            </a:r>
            <a:endParaRPr kumimoji="0" lang="en-US" altLang="zh-CN" sz="1800" dirty="0">
              <a:latin typeface="Comic Sans MS" panose="030F0702030302020204" pitchFamily="66" charset="0"/>
            </a:endParaRPr>
          </a:p>
        </p:txBody>
      </p:sp>
      <p:sp>
        <p:nvSpPr>
          <p:cNvPr id="121" name="Line 58"/>
          <p:cNvSpPr>
            <a:spLocks noChangeShapeType="1"/>
          </p:cNvSpPr>
          <p:nvPr/>
        </p:nvSpPr>
        <p:spPr bwMode="auto">
          <a:xfrm flipH="1">
            <a:off x="6705600" y="3906838"/>
            <a:ext cx="171450" cy="30480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 IPv4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</a:t>
            </a:r>
          </a:p>
        </p:txBody>
      </p:sp>
      <p:sp>
        <p:nvSpPr>
          <p:cNvPr id="4" name="Rectangle 2"/>
          <p:cNvSpPr txBox="1">
            <a:spLocks noChangeArrowheads="1"/>
          </p:cNvSpPr>
          <p:nvPr/>
        </p:nvSpPr>
        <p:spPr>
          <a:xfrm>
            <a:off x="400584" y="651717"/>
            <a:ext cx="8286216" cy="679337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ct val="120000"/>
              </a:lnSpc>
            </a:pP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IPv4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19" name="Text Box 56"/>
          <p:cNvSpPr txBox="1">
            <a:spLocks noChangeArrowheads="1"/>
          </p:cNvSpPr>
          <p:nvPr/>
        </p:nvSpPr>
        <p:spPr bwMode="auto">
          <a:xfrm>
            <a:off x="6377865" y="2640508"/>
            <a:ext cx="2308935" cy="82259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lnSpc>
                <a:spcPts val="3000"/>
              </a:lnSpc>
              <a:spcBef>
                <a:spcPct val="0"/>
              </a:spcBef>
              <a:buFontTx/>
              <a:buNone/>
            </a:pPr>
            <a:r>
              <a:rPr kumimoji="0" lang="zh-CN" altLang="en-US" sz="2000" dirty="0">
                <a:cs typeface="Times New Roman" panose="02020603050405020304" pitchFamily="18" charset="0"/>
              </a:rPr>
              <a:t>该互联的网络包含</a:t>
            </a:r>
            <a:r>
              <a:rPr kumimoji="0" lang="zh-CN" altLang="en-US" sz="2000" b="1" dirty="0">
                <a:solidFill>
                  <a:srgbClr val="FF0000"/>
                </a:solidFill>
                <a:cs typeface="Times New Roman" panose="02020603050405020304" pitchFamily="18" charset="0"/>
              </a:rPr>
              <a:t>六</a:t>
            </a:r>
            <a:r>
              <a:rPr kumimoji="0" lang="zh-CN" altLang="en-US" sz="2000" dirty="0">
                <a:cs typeface="Times New Roman" panose="02020603050405020304" pitchFamily="18" charset="0"/>
              </a:rPr>
              <a:t>个</a:t>
            </a:r>
            <a:r>
              <a:rPr kumimoji="0" lang="en-US" altLang="zh-CN" sz="2000" dirty="0">
                <a:cs typeface="Times New Roman" panose="02020603050405020304" pitchFamily="18" charset="0"/>
              </a:rPr>
              <a:t>IP</a:t>
            </a:r>
            <a:r>
              <a:rPr kumimoji="0" lang="zh-CN" altLang="en-US" sz="2000" dirty="0">
                <a:cs typeface="Times New Roman" panose="02020603050405020304" pitchFamily="18" charset="0"/>
              </a:rPr>
              <a:t>网络</a:t>
            </a:r>
            <a:endParaRPr kumimoji="0" lang="en-US" altLang="zh-CN" sz="2000" dirty="0">
              <a:cs typeface="Times New Roman" panose="02020603050405020304" pitchFamily="18" charset="0"/>
            </a:endParaRPr>
          </a:p>
        </p:txBody>
      </p:sp>
      <p:sp>
        <p:nvSpPr>
          <p:cNvPr id="56" name="Freeform 2"/>
          <p:cNvSpPr/>
          <p:nvPr/>
        </p:nvSpPr>
        <p:spPr bwMode="auto">
          <a:xfrm>
            <a:off x="4379084" y="3118244"/>
            <a:ext cx="1268413" cy="1463675"/>
          </a:xfrm>
          <a:custGeom>
            <a:avLst/>
            <a:gdLst>
              <a:gd name="T0" fmla="*/ 2147483646 w 799"/>
              <a:gd name="T1" fmla="*/ 2147483646 h 922"/>
              <a:gd name="T2" fmla="*/ 2147483646 w 799"/>
              <a:gd name="T3" fmla="*/ 2147483646 h 922"/>
              <a:gd name="T4" fmla="*/ 2147483646 w 799"/>
              <a:gd name="T5" fmla="*/ 2147483646 h 922"/>
              <a:gd name="T6" fmla="*/ 2147483646 w 799"/>
              <a:gd name="T7" fmla="*/ 2147483646 h 922"/>
              <a:gd name="T8" fmla="*/ 2147483646 w 799"/>
              <a:gd name="T9" fmla="*/ 2147483646 h 922"/>
              <a:gd name="T10" fmla="*/ 2147483646 w 799"/>
              <a:gd name="T11" fmla="*/ 0 h 922"/>
              <a:gd name="T12" fmla="*/ 2147483646 w 799"/>
              <a:gd name="T13" fmla="*/ 2147483646 h 92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799"/>
              <a:gd name="T22" fmla="*/ 0 h 922"/>
              <a:gd name="T23" fmla="*/ 799 w 799"/>
              <a:gd name="T24" fmla="*/ 922 h 922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799" h="922">
                <a:moveTo>
                  <a:pt x="6" y="66"/>
                </a:moveTo>
                <a:cubicBezTo>
                  <a:pt x="13" y="117"/>
                  <a:pt x="234" y="314"/>
                  <a:pt x="341" y="446"/>
                </a:cubicBezTo>
                <a:cubicBezTo>
                  <a:pt x="448" y="578"/>
                  <a:pt x="577" y="794"/>
                  <a:pt x="648" y="858"/>
                </a:cubicBezTo>
                <a:cubicBezTo>
                  <a:pt x="719" y="922"/>
                  <a:pt x="799" y="912"/>
                  <a:pt x="768" y="828"/>
                </a:cubicBezTo>
                <a:cubicBezTo>
                  <a:pt x="737" y="744"/>
                  <a:pt x="581" y="492"/>
                  <a:pt x="463" y="354"/>
                </a:cubicBezTo>
                <a:cubicBezTo>
                  <a:pt x="345" y="216"/>
                  <a:pt x="136" y="48"/>
                  <a:pt x="60" y="0"/>
                </a:cubicBezTo>
                <a:cubicBezTo>
                  <a:pt x="25" y="47"/>
                  <a:pt x="0" y="15"/>
                  <a:pt x="6" y="6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7" name="Freeform 3"/>
          <p:cNvSpPr/>
          <p:nvPr/>
        </p:nvSpPr>
        <p:spPr bwMode="auto">
          <a:xfrm>
            <a:off x="3083684" y="4629544"/>
            <a:ext cx="2257425" cy="327025"/>
          </a:xfrm>
          <a:custGeom>
            <a:avLst/>
            <a:gdLst>
              <a:gd name="T0" fmla="*/ 2147483646 w 1422"/>
              <a:gd name="T1" fmla="*/ 2147483646 h 206"/>
              <a:gd name="T2" fmla="*/ 2147483646 w 1422"/>
              <a:gd name="T3" fmla="*/ 2147483646 h 206"/>
              <a:gd name="T4" fmla="*/ 2147483646 w 1422"/>
              <a:gd name="T5" fmla="*/ 2147483646 h 206"/>
              <a:gd name="T6" fmla="*/ 2147483646 w 1422"/>
              <a:gd name="T7" fmla="*/ 2147483646 h 206"/>
              <a:gd name="T8" fmla="*/ 2147483646 w 1422"/>
              <a:gd name="T9" fmla="*/ 2147483646 h 206"/>
              <a:gd name="T10" fmla="*/ 2147483646 w 1422"/>
              <a:gd name="T11" fmla="*/ 2147483646 h 206"/>
              <a:gd name="T12" fmla="*/ 2147483646 w 1422"/>
              <a:gd name="T13" fmla="*/ 2147483646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22"/>
              <a:gd name="T22" fmla="*/ 0 h 206"/>
              <a:gd name="T23" fmla="*/ 1422 w 1422"/>
              <a:gd name="T24" fmla="*/ 206 h 20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22" h="206">
                <a:moveTo>
                  <a:pt x="42" y="176"/>
                </a:moveTo>
                <a:cubicBezTo>
                  <a:pt x="84" y="206"/>
                  <a:pt x="437" y="167"/>
                  <a:pt x="641" y="166"/>
                </a:cubicBezTo>
                <a:cubicBezTo>
                  <a:pt x="845" y="165"/>
                  <a:pt x="1153" y="192"/>
                  <a:pt x="1266" y="170"/>
                </a:cubicBezTo>
                <a:cubicBezTo>
                  <a:pt x="1379" y="148"/>
                  <a:pt x="1422" y="58"/>
                  <a:pt x="1320" y="32"/>
                </a:cubicBezTo>
                <a:cubicBezTo>
                  <a:pt x="1218" y="6"/>
                  <a:pt x="869" y="15"/>
                  <a:pt x="657" y="14"/>
                </a:cubicBezTo>
                <a:cubicBezTo>
                  <a:pt x="445" y="13"/>
                  <a:pt x="147" y="0"/>
                  <a:pt x="45" y="27"/>
                </a:cubicBezTo>
                <a:cubicBezTo>
                  <a:pt x="56" y="84"/>
                  <a:pt x="0" y="146"/>
                  <a:pt x="42" y="17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8" name="Freeform 4"/>
          <p:cNvSpPr/>
          <p:nvPr/>
        </p:nvSpPr>
        <p:spPr bwMode="auto">
          <a:xfrm>
            <a:off x="2826509" y="3042044"/>
            <a:ext cx="1158875" cy="1547813"/>
          </a:xfrm>
          <a:custGeom>
            <a:avLst/>
            <a:gdLst>
              <a:gd name="T0" fmla="*/ 2147483646 w 730"/>
              <a:gd name="T1" fmla="*/ 2147483646 h 975"/>
              <a:gd name="T2" fmla="*/ 2147483646 w 730"/>
              <a:gd name="T3" fmla="*/ 2147483646 h 975"/>
              <a:gd name="T4" fmla="*/ 2147483646 w 730"/>
              <a:gd name="T5" fmla="*/ 2147483646 h 975"/>
              <a:gd name="T6" fmla="*/ 2147483646 w 730"/>
              <a:gd name="T7" fmla="*/ 2147483646 h 975"/>
              <a:gd name="T8" fmla="*/ 2147483646 w 730"/>
              <a:gd name="T9" fmla="*/ 2147483646 h 975"/>
              <a:gd name="T10" fmla="*/ 0 w 730"/>
              <a:gd name="T11" fmla="*/ 2147483646 h 975"/>
              <a:gd name="T12" fmla="*/ 2147483646 w 730"/>
              <a:gd name="T13" fmla="*/ 2147483646 h 9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730"/>
              <a:gd name="T22" fmla="*/ 0 h 975"/>
              <a:gd name="T23" fmla="*/ 730 w 730"/>
              <a:gd name="T24" fmla="*/ 975 h 975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730" h="975">
                <a:moveTo>
                  <a:pt x="157" y="952"/>
                </a:moveTo>
                <a:cubicBezTo>
                  <a:pt x="272" y="930"/>
                  <a:pt x="357" y="644"/>
                  <a:pt x="462" y="498"/>
                </a:cubicBezTo>
                <a:cubicBezTo>
                  <a:pt x="554" y="363"/>
                  <a:pt x="686" y="220"/>
                  <a:pt x="708" y="144"/>
                </a:cubicBezTo>
                <a:cubicBezTo>
                  <a:pt x="730" y="68"/>
                  <a:pt x="654" y="0"/>
                  <a:pt x="594" y="42"/>
                </a:cubicBezTo>
                <a:cubicBezTo>
                  <a:pt x="534" y="84"/>
                  <a:pt x="447" y="253"/>
                  <a:pt x="348" y="396"/>
                </a:cubicBezTo>
                <a:cubicBezTo>
                  <a:pt x="249" y="539"/>
                  <a:pt x="32" y="807"/>
                  <a:pt x="0" y="900"/>
                </a:cubicBezTo>
                <a:cubicBezTo>
                  <a:pt x="53" y="924"/>
                  <a:pt x="43" y="975"/>
                  <a:pt x="157" y="952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5265760">
            <a:off x="3575016" y="860025"/>
            <a:ext cx="1612900" cy="2049463"/>
          </a:xfrm>
          <a:custGeom>
            <a:avLst/>
            <a:gdLst>
              <a:gd name="T0" fmla="*/ 2147483646 w 1223"/>
              <a:gd name="T1" fmla="*/ 2147483646 h 1291"/>
              <a:gd name="T2" fmla="*/ 2147483646 w 1223"/>
              <a:gd name="T3" fmla="*/ 2147483646 h 1291"/>
              <a:gd name="T4" fmla="*/ 2147483646 w 1223"/>
              <a:gd name="T5" fmla="*/ 2147483646 h 1291"/>
              <a:gd name="T6" fmla="*/ 2147483646 w 1223"/>
              <a:gd name="T7" fmla="*/ 2147483646 h 1291"/>
              <a:gd name="T8" fmla="*/ 2147483646 w 1223"/>
              <a:gd name="T9" fmla="*/ 2147483646 h 1291"/>
              <a:gd name="T10" fmla="*/ 2147483646 w 1223"/>
              <a:gd name="T11" fmla="*/ 2147483646 h 1291"/>
              <a:gd name="T12" fmla="*/ 2147483646 w 1223"/>
              <a:gd name="T13" fmla="*/ 2147483646 h 1291"/>
              <a:gd name="T14" fmla="*/ 2147483646 w 1223"/>
              <a:gd name="T15" fmla="*/ 2147483646 h 1291"/>
              <a:gd name="T16" fmla="*/ 2147483646 w 1223"/>
              <a:gd name="T17" fmla="*/ 2147483646 h 1291"/>
              <a:gd name="T18" fmla="*/ 2147483646 w 1223"/>
              <a:gd name="T19" fmla="*/ 2147483646 h 1291"/>
              <a:gd name="T20" fmla="*/ 2147483646 w 1223"/>
              <a:gd name="T21" fmla="*/ 2147483646 h 1291"/>
              <a:gd name="T22" fmla="*/ 2147483646 w 1223"/>
              <a:gd name="T23" fmla="*/ 2147483646 h 1291"/>
              <a:gd name="T24" fmla="*/ 2147483646 w 1223"/>
              <a:gd name="T25" fmla="*/ 2147483646 h 1291"/>
              <a:gd name="T26" fmla="*/ 2147483646 w 1223"/>
              <a:gd name="T27" fmla="*/ 2147483646 h 1291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1223"/>
              <a:gd name="T43" fmla="*/ 0 h 1291"/>
              <a:gd name="T44" fmla="*/ 1223 w 1223"/>
              <a:gd name="T45" fmla="*/ 1291 h 1291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1223" h="1291">
                <a:moveTo>
                  <a:pt x="1201" y="756"/>
                </a:moveTo>
                <a:cubicBezTo>
                  <a:pt x="1180" y="640"/>
                  <a:pt x="798" y="744"/>
                  <a:pt x="702" y="670"/>
                </a:cubicBezTo>
                <a:cubicBezTo>
                  <a:pt x="603" y="561"/>
                  <a:pt x="669" y="206"/>
                  <a:pt x="608" y="103"/>
                </a:cubicBezTo>
                <a:cubicBezTo>
                  <a:pt x="547" y="0"/>
                  <a:pt x="425" y="55"/>
                  <a:pt x="335" y="52"/>
                </a:cubicBezTo>
                <a:cubicBezTo>
                  <a:pt x="245" y="49"/>
                  <a:pt x="114" y="0"/>
                  <a:pt x="65" y="82"/>
                </a:cubicBezTo>
                <a:cubicBezTo>
                  <a:pt x="16" y="164"/>
                  <a:pt x="45" y="433"/>
                  <a:pt x="41" y="544"/>
                </a:cubicBezTo>
                <a:cubicBezTo>
                  <a:pt x="37" y="655"/>
                  <a:pt x="41" y="685"/>
                  <a:pt x="38" y="751"/>
                </a:cubicBezTo>
                <a:cubicBezTo>
                  <a:pt x="35" y="817"/>
                  <a:pt x="26" y="880"/>
                  <a:pt x="23" y="940"/>
                </a:cubicBezTo>
                <a:cubicBezTo>
                  <a:pt x="20" y="1000"/>
                  <a:pt x="0" y="1068"/>
                  <a:pt x="17" y="1114"/>
                </a:cubicBezTo>
                <a:cubicBezTo>
                  <a:pt x="34" y="1160"/>
                  <a:pt x="31" y="1198"/>
                  <a:pt x="128" y="1219"/>
                </a:cubicBezTo>
                <a:cubicBezTo>
                  <a:pt x="225" y="1240"/>
                  <a:pt x="509" y="1291"/>
                  <a:pt x="602" y="1243"/>
                </a:cubicBezTo>
                <a:cubicBezTo>
                  <a:pt x="695" y="1195"/>
                  <a:pt x="590" y="984"/>
                  <a:pt x="686" y="930"/>
                </a:cubicBezTo>
                <a:cubicBezTo>
                  <a:pt x="782" y="876"/>
                  <a:pt x="1091" y="945"/>
                  <a:pt x="1177" y="916"/>
                </a:cubicBezTo>
                <a:cubicBezTo>
                  <a:pt x="1208" y="864"/>
                  <a:pt x="1223" y="871"/>
                  <a:pt x="1201" y="75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aphicFrame>
        <p:nvGraphicFramePr>
          <p:cNvPr id="60" name="Object 8"/>
          <p:cNvGraphicFramePr>
            <a:graphicFrameLocks noChangeAspect="1"/>
          </p:cNvGraphicFramePr>
          <p:nvPr/>
        </p:nvGraphicFramePr>
        <p:xfrm>
          <a:off x="4653722" y="1249757"/>
          <a:ext cx="584200" cy="463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5" imgW="1307465" imgH="1083945" progId="MS_ClipArt_Gallery.2">
                  <p:embed/>
                </p:oleObj>
              </mc:Choice>
              <mc:Fallback>
                <p:oleObj name="Clip" r:id="rId5" imgW="1307465" imgH="1083945" progId="MS_ClipArt_Gallery.2">
                  <p:embed/>
                  <p:pic>
                    <p:nvPicPr>
                      <p:cNvPr id="0" name="Object 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53722" y="1249757"/>
                        <a:ext cx="584200" cy="463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1" name="Line 9"/>
          <p:cNvSpPr>
            <a:spLocks noChangeShapeType="1"/>
          </p:cNvSpPr>
          <p:nvPr/>
        </p:nvSpPr>
        <p:spPr bwMode="auto">
          <a:xfrm flipH="1">
            <a:off x="3490084" y="1875232"/>
            <a:ext cx="1500188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2" name="Line 10"/>
          <p:cNvSpPr>
            <a:spLocks noChangeShapeType="1"/>
          </p:cNvSpPr>
          <p:nvPr/>
        </p:nvSpPr>
        <p:spPr bwMode="auto">
          <a:xfrm flipV="1">
            <a:off x="4990271" y="1700607"/>
            <a:ext cx="1587" cy="17829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3" name="Line 11"/>
          <p:cNvSpPr>
            <a:spLocks noChangeShapeType="1"/>
          </p:cNvSpPr>
          <p:nvPr/>
        </p:nvSpPr>
        <p:spPr bwMode="auto">
          <a:xfrm flipH="1">
            <a:off x="3491672" y="1646632"/>
            <a:ext cx="3175" cy="2254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aphicFrame>
        <p:nvGraphicFramePr>
          <p:cNvPr id="64" name="Object 12"/>
          <p:cNvGraphicFramePr>
            <a:graphicFrameLocks noChangeAspect="1"/>
          </p:cNvGraphicFramePr>
          <p:nvPr/>
        </p:nvGraphicFramePr>
        <p:xfrm>
          <a:off x="4044122" y="1144982"/>
          <a:ext cx="584200" cy="463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7" imgW="1307465" imgH="1083945" progId="MS_ClipArt_Gallery.2">
                  <p:embed/>
                </p:oleObj>
              </mc:Choice>
              <mc:Fallback>
                <p:oleObj name="Clip" r:id="rId7" imgW="1307465" imgH="1083945" progId="MS_ClipArt_Gallery.2">
                  <p:embed/>
                  <p:pic>
                    <p:nvPicPr>
                      <p:cNvPr id="0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044122" y="1144982"/>
                        <a:ext cx="584200" cy="463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5" name="Object 13"/>
          <p:cNvGraphicFramePr>
            <a:graphicFrameLocks noChangeAspect="1"/>
          </p:cNvGraphicFramePr>
          <p:nvPr/>
        </p:nvGraphicFramePr>
        <p:xfrm>
          <a:off x="3415472" y="1278332"/>
          <a:ext cx="584200" cy="463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8" imgW="1307465" imgH="1083945" progId="MS_ClipArt_Gallery.2">
                  <p:embed/>
                </p:oleObj>
              </mc:Choice>
              <mc:Fallback>
                <p:oleObj name="Clip" r:id="rId8" imgW="1307465" imgH="1083945" progId="MS_ClipArt_Gallery.2">
                  <p:embed/>
                  <p:pic>
                    <p:nvPicPr>
                      <p:cNvPr id="0" name="Object 1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415472" y="1278332"/>
                        <a:ext cx="584200" cy="463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6" name="Line 14"/>
          <p:cNvSpPr>
            <a:spLocks noChangeShapeType="1"/>
          </p:cNvSpPr>
          <p:nvPr/>
        </p:nvSpPr>
        <p:spPr bwMode="auto">
          <a:xfrm flipH="1">
            <a:off x="4120322" y="1884757"/>
            <a:ext cx="3175" cy="7969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7" name="Text Box 15"/>
          <p:cNvSpPr txBox="1">
            <a:spLocks noChangeArrowheads="1"/>
          </p:cNvSpPr>
          <p:nvPr/>
        </p:nvSpPr>
        <p:spPr bwMode="auto">
          <a:xfrm>
            <a:off x="2501072" y="1645044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 dirty="0">
                <a:latin typeface="Arial" panose="020B0604020202020204" pitchFamily="34" charset="0"/>
              </a:rPr>
              <a:t>223.1.1.1</a:t>
            </a:r>
            <a:endParaRPr kumimoji="0" lang="en-US" altLang="zh-CN" sz="1800" dirty="0">
              <a:latin typeface="Comic Sans MS" panose="030F0702030302020204" pitchFamily="66" charset="0"/>
            </a:endParaRPr>
          </a:p>
        </p:txBody>
      </p:sp>
      <p:sp>
        <p:nvSpPr>
          <p:cNvPr id="68" name="Text Box 17"/>
          <p:cNvSpPr txBox="1">
            <a:spLocks noChangeArrowheads="1"/>
          </p:cNvSpPr>
          <p:nvPr/>
        </p:nvSpPr>
        <p:spPr bwMode="auto">
          <a:xfrm>
            <a:off x="3628197" y="2359419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223.1.1.3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sp>
        <p:nvSpPr>
          <p:cNvPr id="69" name="Text Box 18"/>
          <p:cNvSpPr txBox="1">
            <a:spLocks noChangeArrowheads="1"/>
          </p:cNvSpPr>
          <p:nvPr/>
        </p:nvSpPr>
        <p:spPr bwMode="auto">
          <a:xfrm>
            <a:off x="4948997" y="1649807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223.1.1.4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sp>
        <p:nvSpPr>
          <p:cNvPr id="122" name="Freeform 19"/>
          <p:cNvSpPr/>
          <p:nvPr/>
        </p:nvSpPr>
        <p:spPr bwMode="auto">
          <a:xfrm>
            <a:off x="1886709" y="4862907"/>
            <a:ext cx="1539875" cy="1490662"/>
          </a:xfrm>
          <a:custGeom>
            <a:avLst/>
            <a:gdLst>
              <a:gd name="T0" fmla="*/ 2147483646 w 970"/>
              <a:gd name="T1" fmla="*/ 2147483646 h 939"/>
              <a:gd name="T2" fmla="*/ 2147483646 w 970"/>
              <a:gd name="T3" fmla="*/ 2147483646 h 939"/>
              <a:gd name="T4" fmla="*/ 2147483646 w 970"/>
              <a:gd name="T5" fmla="*/ 2147483646 h 939"/>
              <a:gd name="T6" fmla="*/ 2147483646 w 970"/>
              <a:gd name="T7" fmla="*/ 2147483646 h 939"/>
              <a:gd name="T8" fmla="*/ 2147483646 w 970"/>
              <a:gd name="T9" fmla="*/ 2147483646 h 939"/>
              <a:gd name="T10" fmla="*/ 2147483646 w 970"/>
              <a:gd name="T11" fmla="*/ 2147483646 h 939"/>
              <a:gd name="T12" fmla="*/ 2147483646 w 970"/>
              <a:gd name="T13" fmla="*/ 2147483646 h 939"/>
              <a:gd name="T14" fmla="*/ 2147483646 w 970"/>
              <a:gd name="T15" fmla="*/ 2147483646 h 939"/>
              <a:gd name="T16" fmla="*/ 2147483646 w 970"/>
              <a:gd name="T17" fmla="*/ 2147483646 h 939"/>
              <a:gd name="T18" fmla="*/ 2147483646 w 970"/>
              <a:gd name="T19" fmla="*/ 2147483646 h 939"/>
              <a:gd name="T20" fmla="*/ 2147483646 w 970"/>
              <a:gd name="T21" fmla="*/ 2147483646 h 939"/>
              <a:gd name="T22" fmla="*/ 2147483646 w 970"/>
              <a:gd name="T23" fmla="*/ 2147483646 h 939"/>
              <a:gd name="T24" fmla="*/ 2147483646 w 970"/>
              <a:gd name="T25" fmla="*/ 2147483646 h 93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970"/>
              <a:gd name="T40" fmla="*/ 0 h 939"/>
              <a:gd name="T41" fmla="*/ 970 w 970"/>
              <a:gd name="T42" fmla="*/ 939 h 939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970" h="939">
                <a:moveTo>
                  <a:pt x="451" y="41"/>
                </a:moveTo>
                <a:cubicBezTo>
                  <a:pt x="415" y="47"/>
                  <a:pt x="452" y="358"/>
                  <a:pt x="388" y="431"/>
                </a:cubicBezTo>
                <a:cubicBezTo>
                  <a:pt x="324" y="504"/>
                  <a:pt x="128" y="419"/>
                  <a:pt x="64" y="479"/>
                </a:cubicBezTo>
                <a:cubicBezTo>
                  <a:pt x="0" y="539"/>
                  <a:pt x="1" y="718"/>
                  <a:pt x="7" y="791"/>
                </a:cubicBezTo>
                <a:cubicBezTo>
                  <a:pt x="13" y="864"/>
                  <a:pt x="31" y="901"/>
                  <a:pt x="100" y="920"/>
                </a:cubicBezTo>
                <a:cubicBezTo>
                  <a:pt x="169" y="939"/>
                  <a:pt x="329" y="908"/>
                  <a:pt x="421" y="905"/>
                </a:cubicBezTo>
                <a:cubicBezTo>
                  <a:pt x="513" y="902"/>
                  <a:pt x="572" y="913"/>
                  <a:pt x="652" y="905"/>
                </a:cubicBezTo>
                <a:cubicBezTo>
                  <a:pt x="732" y="897"/>
                  <a:pt x="860" y="929"/>
                  <a:pt x="904" y="857"/>
                </a:cubicBezTo>
                <a:cubicBezTo>
                  <a:pt x="948" y="785"/>
                  <a:pt x="970" y="542"/>
                  <a:pt x="916" y="473"/>
                </a:cubicBezTo>
                <a:cubicBezTo>
                  <a:pt x="862" y="404"/>
                  <a:pt x="645" y="511"/>
                  <a:pt x="580" y="443"/>
                </a:cubicBezTo>
                <a:cubicBezTo>
                  <a:pt x="515" y="375"/>
                  <a:pt x="534" y="130"/>
                  <a:pt x="526" y="65"/>
                </a:cubicBezTo>
                <a:cubicBezTo>
                  <a:pt x="518" y="0"/>
                  <a:pt x="542" y="57"/>
                  <a:pt x="529" y="53"/>
                </a:cubicBezTo>
                <a:cubicBezTo>
                  <a:pt x="520" y="26"/>
                  <a:pt x="487" y="35"/>
                  <a:pt x="451" y="41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23" name="Group 20"/>
          <p:cNvGrpSpPr/>
          <p:nvPr/>
        </p:nvGrpSpPr>
        <p:grpSpPr bwMode="auto">
          <a:xfrm>
            <a:off x="2323272" y="4573982"/>
            <a:ext cx="711200" cy="381000"/>
            <a:chOff x="3600" y="219"/>
            <a:chExt cx="360" cy="175"/>
          </a:xfrm>
        </p:grpSpPr>
        <p:sp>
          <p:nvSpPr>
            <p:cNvPr id="124" name="Oval 21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25" name="Line 22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6" name="Line 23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7" name="Rectangle 24"/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/>
            </a:p>
          </p:txBody>
        </p:sp>
        <p:sp>
          <p:nvSpPr>
            <p:cNvPr id="128" name="Oval 25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grpSp>
          <p:nvGrpSpPr>
            <p:cNvPr id="129" name="Group 26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34" name="Line 27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35" name="Line 28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36" name="Line 29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30" name="Group 30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31" name="Line 31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32" name="Line 32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33" name="Line 33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sp>
        <p:nvSpPr>
          <p:cNvPr id="137" name="Line 34"/>
          <p:cNvSpPr>
            <a:spLocks noChangeShapeType="1"/>
          </p:cNvSpPr>
          <p:nvPr/>
        </p:nvSpPr>
        <p:spPr bwMode="auto">
          <a:xfrm flipH="1">
            <a:off x="2642359" y="4966094"/>
            <a:ext cx="0" cy="7048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8" name="Line 35"/>
          <p:cNvSpPr>
            <a:spLocks noChangeShapeType="1"/>
          </p:cNvSpPr>
          <p:nvPr/>
        </p:nvSpPr>
        <p:spPr bwMode="auto">
          <a:xfrm flipH="1" flipV="1">
            <a:off x="2123247" y="5670944"/>
            <a:ext cx="1019175" cy="47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9" name="Line 36"/>
          <p:cNvSpPr>
            <a:spLocks noChangeShapeType="1"/>
          </p:cNvSpPr>
          <p:nvPr/>
        </p:nvSpPr>
        <p:spPr bwMode="auto">
          <a:xfrm flipH="1" flipV="1">
            <a:off x="2134359" y="5686819"/>
            <a:ext cx="3175" cy="1698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40" name="Line 37"/>
          <p:cNvSpPr>
            <a:spLocks noChangeShapeType="1"/>
          </p:cNvSpPr>
          <p:nvPr/>
        </p:nvSpPr>
        <p:spPr bwMode="auto">
          <a:xfrm flipH="1" flipV="1">
            <a:off x="3129722" y="5672532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aphicFrame>
        <p:nvGraphicFramePr>
          <p:cNvPr id="141" name="Object 38"/>
          <p:cNvGraphicFramePr>
            <a:graphicFrameLocks noChangeAspect="1"/>
          </p:cNvGraphicFramePr>
          <p:nvPr/>
        </p:nvGraphicFramePr>
        <p:xfrm>
          <a:off x="2677284" y="5774132"/>
          <a:ext cx="584200" cy="463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9" imgW="1307465" imgH="1083945" progId="MS_ClipArt_Gallery.2">
                  <p:embed/>
                </p:oleObj>
              </mc:Choice>
              <mc:Fallback>
                <p:oleObj name="Clip" r:id="rId9" imgW="1307465" imgH="1083945" progId="MS_ClipArt_Gallery.2">
                  <p:embed/>
                  <p:pic>
                    <p:nvPicPr>
                      <p:cNvPr id="0" name="Object 3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677284" y="5774132"/>
                        <a:ext cx="584200" cy="463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2" name="Object 39"/>
          <p:cNvGraphicFramePr>
            <a:graphicFrameLocks noChangeAspect="1"/>
          </p:cNvGraphicFramePr>
          <p:nvPr/>
        </p:nvGraphicFramePr>
        <p:xfrm>
          <a:off x="2029584" y="5788419"/>
          <a:ext cx="584200" cy="463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10" imgW="1307465" imgH="1083945" progId="MS_ClipArt_Gallery.2">
                  <p:embed/>
                </p:oleObj>
              </mc:Choice>
              <mc:Fallback>
                <p:oleObj name="Clip" r:id="rId10" imgW="1307465" imgH="1083945" progId="MS_ClipArt_Gallery.2">
                  <p:embed/>
                  <p:pic>
                    <p:nvPicPr>
                      <p:cNvPr id="0" name="Object 3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29584" y="5788419"/>
                        <a:ext cx="584200" cy="463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3" name="Text Box 40"/>
          <p:cNvSpPr txBox="1">
            <a:spLocks noChangeArrowheads="1"/>
          </p:cNvSpPr>
          <p:nvPr/>
        </p:nvSpPr>
        <p:spPr bwMode="auto">
          <a:xfrm>
            <a:off x="3077334" y="5559819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223.1.2.2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sp>
        <p:nvSpPr>
          <p:cNvPr id="144" name="Text Box 41"/>
          <p:cNvSpPr txBox="1">
            <a:spLocks noChangeArrowheads="1"/>
          </p:cNvSpPr>
          <p:nvPr/>
        </p:nvSpPr>
        <p:spPr bwMode="auto">
          <a:xfrm>
            <a:off x="1181859" y="5555057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223.1.2.1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sp>
        <p:nvSpPr>
          <p:cNvPr id="145" name="Text Box 43"/>
          <p:cNvSpPr txBox="1">
            <a:spLocks noChangeArrowheads="1"/>
          </p:cNvSpPr>
          <p:nvPr/>
        </p:nvSpPr>
        <p:spPr bwMode="auto">
          <a:xfrm>
            <a:off x="2188334" y="5023244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223.1.2.6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sp>
        <p:nvSpPr>
          <p:cNvPr id="146" name="Freeform 44"/>
          <p:cNvSpPr/>
          <p:nvPr/>
        </p:nvSpPr>
        <p:spPr bwMode="auto">
          <a:xfrm>
            <a:off x="4915659" y="4881957"/>
            <a:ext cx="1539875" cy="1490662"/>
          </a:xfrm>
          <a:custGeom>
            <a:avLst/>
            <a:gdLst>
              <a:gd name="T0" fmla="*/ 2147483646 w 970"/>
              <a:gd name="T1" fmla="*/ 2147483646 h 939"/>
              <a:gd name="T2" fmla="*/ 2147483646 w 970"/>
              <a:gd name="T3" fmla="*/ 2147483646 h 939"/>
              <a:gd name="T4" fmla="*/ 2147483646 w 970"/>
              <a:gd name="T5" fmla="*/ 2147483646 h 939"/>
              <a:gd name="T6" fmla="*/ 2147483646 w 970"/>
              <a:gd name="T7" fmla="*/ 2147483646 h 939"/>
              <a:gd name="T8" fmla="*/ 2147483646 w 970"/>
              <a:gd name="T9" fmla="*/ 2147483646 h 939"/>
              <a:gd name="T10" fmla="*/ 2147483646 w 970"/>
              <a:gd name="T11" fmla="*/ 2147483646 h 939"/>
              <a:gd name="T12" fmla="*/ 2147483646 w 970"/>
              <a:gd name="T13" fmla="*/ 2147483646 h 939"/>
              <a:gd name="T14" fmla="*/ 2147483646 w 970"/>
              <a:gd name="T15" fmla="*/ 2147483646 h 939"/>
              <a:gd name="T16" fmla="*/ 2147483646 w 970"/>
              <a:gd name="T17" fmla="*/ 2147483646 h 939"/>
              <a:gd name="T18" fmla="*/ 2147483646 w 970"/>
              <a:gd name="T19" fmla="*/ 2147483646 h 939"/>
              <a:gd name="T20" fmla="*/ 2147483646 w 970"/>
              <a:gd name="T21" fmla="*/ 2147483646 h 939"/>
              <a:gd name="T22" fmla="*/ 2147483646 w 970"/>
              <a:gd name="T23" fmla="*/ 2147483646 h 939"/>
              <a:gd name="T24" fmla="*/ 2147483646 w 970"/>
              <a:gd name="T25" fmla="*/ 2147483646 h 93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970"/>
              <a:gd name="T40" fmla="*/ 0 h 939"/>
              <a:gd name="T41" fmla="*/ 970 w 970"/>
              <a:gd name="T42" fmla="*/ 939 h 939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970" h="939">
                <a:moveTo>
                  <a:pt x="451" y="41"/>
                </a:moveTo>
                <a:cubicBezTo>
                  <a:pt x="415" y="47"/>
                  <a:pt x="452" y="358"/>
                  <a:pt x="388" y="431"/>
                </a:cubicBezTo>
                <a:cubicBezTo>
                  <a:pt x="324" y="504"/>
                  <a:pt x="128" y="419"/>
                  <a:pt x="64" y="479"/>
                </a:cubicBezTo>
                <a:cubicBezTo>
                  <a:pt x="0" y="539"/>
                  <a:pt x="1" y="718"/>
                  <a:pt x="7" y="791"/>
                </a:cubicBezTo>
                <a:cubicBezTo>
                  <a:pt x="13" y="864"/>
                  <a:pt x="31" y="901"/>
                  <a:pt x="100" y="920"/>
                </a:cubicBezTo>
                <a:cubicBezTo>
                  <a:pt x="169" y="939"/>
                  <a:pt x="329" y="908"/>
                  <a:pt x="421" y="905"/>
                </a:cubicBezTo>
                <a:cubicBezTo>
                  <a:pt x="513" y="902"/>
                  <a:pt x="572" y="913"/>
                  <a:pt x="652" y="905"/>
                </a:cubicBezTo>
                <a:cubicBezTo>
                  <a:pt x="732" y="897"/>
                  <a:pt x="860" y="929"/>
                  <a:pt x="904" y="857"/>
                </a:cubicBezTo>
                <a:cubicBezTo>
                  <a:pt x="948" y="785"/>
                  <a:pt x="970" y="542"/>
                  <a:pt x="916" y="473"/>
                </a:cubicBezTo>
                <a:cubicBezTo>
                  <a:pt x="862" y="404"/>
                  <a:pt x="645" y="511"/>
                  <a:pt x="580" y="443"/>
                </a:cubicBezTo>
                <a:cubicBezTo>
                  <a:pt x="515" y="375"/>
                  <a:pt x="534" y="130"/>
                  <a:pt x="526" y="65"/>
                </a:cubicBezTo>
                <a:cubicBezTo>
                  <a:pt x="518" y="0"/>
                  <a:pt x="542" y="57"/>
                  <a:pt x="529" y="53"/>
                </a:cubicBezTo>
                <a:cubicBezTo>
                  <a:pt x="520" y="26"/>
                  <a:pt x="487" y="35"/>
                  <a:pt x="451" y="41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47" name="Group 45"/>
          <p:cNvGrpSpPr/>
          <p:nvPr/>
        </p:nvGrpSpPr>
        <p:grpSpPr bwMode="auto">
          <a:xfrm>
            <a:off x="5352222" y="4593032"/>
            <a:ext cx="711200" cy="381000"/>
            <a:chOff x="3600" y="219"/>
            <a:chExt cx="360" cy="175"/>
          </a:xfrm>
        </p:grpSpPr>
        <p:sp>
          <p:nvSpPr>
            <p:cNvPr id="148" name="Oval 46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49" name="Line 47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0" name="Line 48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1" name="Rectangle 49"/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/>
            </a:p>
          </p:txBody>
        </p:sp>
        <p:sp>
          <p:nvSpPr>
            <p:cNvPr id="152" name="Oval 50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grpSp>
          <p:nvGrpSpPr>
            <p:cNvPr id="153" name="Group 51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58" name="Line 52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59" name="Line 53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60" name="Line 54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54" name="Group 55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55" name="Line 56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56" name="Line 57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57" name="Line 58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sp>
        <p:nvSpPr>
          <p:cNvPr id="161" name="Line 59"/>
          <p:cNvSpPr>
            <a:spLocks noChangeShapeType="1"/>
          </p:cNvSpPr>
          <p:nvPr/>
        </p:nvSpPr>
        <p:spPr bwMode="auto">
          <a:xfrm flipH="1">
            <a:off x="5671309" y="4985144"/>
            <a:ext cx="0" cy="7048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62" name="Line 60"/>
          <p:cNvSpPr>
            <a:spLocks noChangeShapeType="1"/>
          </p:cNvSpPr>
          <p:nvPr/>
        </p:nvSpPr>
        <p:spPr bwMode="auto">
          <a:xfrm flipH="1" flipV="1">
            <a:off x="5152197" y="5689994"/>
            <a:ext cx="1019175" cy="47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63" name="Line 61"/>
          <p:cNvSpPr>
            <a:spLocks noChangeShapeType="1"/>
          </p:cNvSpPr>
          <p:nvPr/>
        </p:nvSpPr>
        <p:spPr bwMode="auto">
          <a:xfrm flipH="1" flipV="1">
            <a:off x="5152197" y="5686819"/>
            <a:ext cx="14286" cy="1889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64" name="Line 62"/>
          <p:cNvSpPr>
            <a:spLocks noChangeShapeType="1"/>
          </p:cNvSpPr>
          <p:nvPr/>
        </p:nvSpPr>
        <p:spPr bwMode="auto">
          <a:xfrm flipH="1" flipV="1">
            <a:off x="6158672" y="5691582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aphicFrame>
        <p:nvGraphicFramePr>
          <p:cNvPr id="165" name="Object 63"/>
          <p:cNvGraphicFramePr>
            <a:graphicFrameLocks noChangeAspect="1"/>
          </p:cNvGraphicFramePr>
          <p:nvPr/>
        </p:nvGraphicFramePr>
        <p:xfrm>
          <a:off x="5706234" y="5793182"/>
          <a:ext cx="584200" cy="463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11" imgW="1307465" imgH="1083945" progId="MS_ClipArt_Gallery.2">
                  <p:embed/>
                </p:oleObj>
              </mc:Choice>
              <mc:Fallback>
                <p:oleObj name="Clip" r:id="rId11" imgW="1307465" imgH="1083945" progId="MS_ClipArt_Gallery.2">
                  <p:embed/>
                  <p:pic>
                    <p:nvPicPr>
                      <p:cNvPr id="0" name="Object 6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706234" y="5793182"/>
                        <a:ext cx="584200" cy="463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66" name="Object 64"/>
          <p:cNvGraphicFramePr>
            <a:graphicFrameLocks noChangeAspect="1"/>
          </p:cNvGraphicFramePr>
          <p:nvPr/>
        </p:nvGraphicFramePr>
        <p:xfrm>
          <a:off x="5058534" y="5807469"/>
          <a:ext cx="584200" cy="463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12" imgW="1307465" imgH="1083945" progId="MS_ClipArt_Gallery.2">
                  <p:embed/>
                </p:oleObj>
              </mc:Choice>
              <mc:Fallback>
                <p:oleObj name="Clip" r:id="rId12" imgW="1307465" imgH="1083945" progId="MS_ClipArt_Gallery.2">
                  <p:embed/>
                  <p:pic>
                    <p:nvPicPr>
                      <p:cNvPr id="0" name="Object 6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058534" y="5807469"/>
                        <a:ext cx="584200" cy="463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67" name="Text Box 65"/>
          <p:cNvSpPr txBox="1">
            <a:spLocks noChangeArrowheads="1"/>
          </p:cNvSpPr>
          <p:nvPr/>
        </p:nvSpPr>
        <p:spPr bwMode="auto">
          <a:xfrm>
            <a:off x="6106284" y="5578869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223.1.3.2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sp>
        <p:nvSpPr>
          <p:cNvPr id="168" name="Text Box 66"/>
          <p:cNvSpPr txBox="1">
            <a:spLocks noChangeArrowheads="1"/>
          </p:cNvSpPr>
          <p:nvPr/>
        </p:nvSpPr>
        <p:spPr bwMode="auto">
          <a:xfrm>
            <a:off x="4210809" y="5574107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223.1.3.1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sp>
        <p:nvSpPr>
          <p:cNvPr id="169" name="Text Box 68"/>
          <p:cNvSpPr txBox="1">
            <a:spLocks noChangeArrowheads="1"/>
          </p:cNvSpPr>
          <p:nvPr/>
        </p:nvSpPr>
        <p:spPr bwMode="auto">
          <a:xfrm>
            <a:off x="5212522" y="5023244"/>
            <a:ext cx="11445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223.1.3.27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grpSp>
        <p:nvGrpSpPr>
          <p:cNvPr id="170" name="Group 69"/>
          <p:cNvGrpSpPr/>
          <p:nvPr/>
        </p:nvGrpSpPr>
        <p:grpSpPr bwMode="auto">
          <a:xfrm>
            <a:off x="3790122" y="2688032"/>
            <a:ext cx="711200" cy="381000"/>
            <a:chOff x="3600" y="219"/>
            <a:chExt cx="360" cy="175"/>
          </a:xfrm>
        </p:grpSpPr>
        <p:sp>
          <p:nvSpPr>
            <p:cNvPr id="171" name="Oval 70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72" name="Line 71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73" name="Line 72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74" name="Rectangle 73"/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/>
            </a:p>
          </p:txBody>
        </p:sp>
        <p:sp>
          <p:nvSpPr>
            <p:cNvPr id="175" name="Oval 74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grpSp>
          <p:nvGrpSpPr>
            <p:cNvPr id="176" name="Group 75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81" name="Line 76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82" name="Line 77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83" name="Line 78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77" name="Group 79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78" name="Line 80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79" name="Line 81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80" name="Line 82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sp>
        <p:nvSpPr>
          <p:cNvPr id="184" name="Line 83"/>
          <p:cNvSpPr>
            <a:spLocks noChangeShapeType="1"/>
          </p:cNvSpPr>
          <p:nvPr/>
        </p:nvSpPr>
        <p:spPr bwMode="auto">
          <a:xfrm flipH="1" flipV="1">
            <a:off x="4372734" y="1605357"/>
            <a:ext cx="3175" cy="2651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5" name="Text Box 85"/>
          <p:cNvSpPr txBox="1">
            <a:spLocks noChangeArrowheads="1"/>
          </p:cNvSpPr>
          <p:nvPr/>
        </p:nvSpPr>
        <p:spPr bwMode="auto">
          <a:xfrm>
            <a:off x="3915534" y="1567257"/>
            <a:ext cx="104067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 dirty="0">
                <a:latin typeface="Arial" panose="020B0604020202020204" pitchFamily="34" charset="0"/>
              </a:rPr>
              <a:t>223.1.1.2</a:t>
            </a:r>
            <a:endParaRPr kumimoji="0" lang="en-US" altLang="zh-CN" sz="1600" dirty="0">
              <a:latin typeface="Comic Sans MS" panose="030F0702030302020204" pitchFamily="66" charset="0"/>
            </a:endParaRPr>
          </a:p>
        </p:txBody>
      </p:sp>
      <p:sp>
        <p:nvSpPr>
          <p:cNvPr id="186" name="Line 86"/>
          <p:cNvSpPr>
            <a:spLocks noChangeShapeType="1"/>
          </p:cNvSpPr>
          <p:nvPr/>
        </p:nvSpPr>
        <p:spPr bwMode="auto">
          <a:xfrm flipV="1">
            <a:off x="2855084" y="3061094"/>
            <a:ext cx="1114425" cy="15430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7" name="Line 87"/>
          <p:cNvSpPr>
            <a:spLocks noChangeShapeType="1"/>
          </p:cNvSpPr>
          <p:nvPr/>
        </p:nvSpPr>
        <p:spPr bwMode="auto">
          <a:xfrm flipH="1" flipV="1">
            <a:off x="4369559" y="3042044"/>
            <a:ext cx="1276350" cy="15430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8" name="Line 88"/>
          <p:cNvSpPr>
            <a:spLocks noChangeShapeType="1"/>
          </p:cNvSpPr>
          <p:nvPr/>
        </p:nvSpPr>
        <p:spPr bwMode="auto">
          <a:xfrm flipH="1" flipV="1">
            <a:off x="3045584" y="4804169"/>
            <a:ext cx="2305050" cy="95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9" name="Text Box 89"/>
          <p:cNvSpPr txBox="1">
            <a:spLocks noChangeArrowheads="1"/>
          </p:cNvSpPr>
          <p:nvPr/>
        </p:nvSpPr>
        <p:spPr bwMode="auto">
          <a:xfrm>
            <a:off x="4448934" y="2954732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223.1.7.0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sp>
        <p:nvSpPr>
          <p:cNvPr id="190" name="Text Box 90"/>
          <p:cNvSpPr txBox="1">
            <a:spLocks noChangeArrowheads="1"/>
          </p:cNvSpPr>
          <p:nvPr/>
        </p:nvSpPr>
        <p:spPr bwMode="auto">
          <a:xfrm>
            <a:off x="5525259" y="4240607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223.1.7.1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sp>
        <p:nvSpPr>
          <p:cNvPr id="191" name="Text Box 91"/>
          <p:cNvSpPr txBox="1">
            <a:spLocks noChangeArrowheads="1"/>
          </p:cNvSpPr>
          <p:nvPr/>
        </p:nvSpPr>
        <p:spPr bwMode="auto">
          <a:xfrm>
            <a:off x="4287009" y="4497782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223.1.8.0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sp>
        <p:nvSpPr>
          <p:cNvPr id="192" name="Text Box 92"/>
          <p:cNvSpPr txBox="1">
            <a:spLocks noChangeArrowheads="1"/>
          </p:cNvSpPr>
          <p:nvPr/>
        </p:nvSpPr>
        <p:spPr bwMode="auto">
          <a:xfrm>
            <a:off x="3039234" y="4497782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223.1.8.1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sp>
        <p:nvSpPr>
          <p:cNvPr id="193" name="Text Box 93"/>
          <p:cNvSpPr txBox="1">
            <a:spLocks noChangeArrowheads="1"/>
          </p:cNvSpPr>
          <p:nvPr/>
        </p:nvSpPr>
        <p:spPr bwMode="auto">
          <a:xfrm>
            <a:off x="1962909" y="4202507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223.1.9.1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  <p:sp>
        <p:nvSpPr>
          <p:cNvPr id="194" name="Text Box 94"/>
          <p:cNvSpPr txBox="1">
            <a:spLocks noChangeArrowheads="1"/>
          </p:cNvSpPr>
          <p:nvPr/>
        </p:nvSpPr>
        <p:spPr bwMode="auto">
          <a:xfrm>
            <a:off x="2829684" y="2964257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" panose="020B0604020202020204" pitchFamily="34" charset="0"/>
              </a:rPr>
              <a:t>223.1.9.2</a:t>
            </a:r>
            <a:endParaRPr kumimoji="0" lang="en-US" altLang="zh-CN" sz="1800">
              <a:latin typeface="Comic Sans MS" panose="030F0702030302020204" pitchFamily="66" charset="0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1" name="Rectangle 2"/>
          <p:cNvSpPr>
            <a:spLocks noChangeArrowheads="1"/>
          </p:cNvSpPr>
          <p:nvPr/>
        </p:nvSpPr>
        <p:spPr bwMode="auto">
          <a:xfrm>
            <a:off x="1662113" y="3859213"/>
            <a:ext cx="4581525" cy="3333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cs typeface="Times New Roman" panose="02020603050405020304" pitchFamily="18" charset="0"/>
            </a:endParaRPr>
          </a:p>
        </p:txBody>
      </p:sp>
      <p:sp>
        <p:nvSpPr>
          <p:cNvPr id="22532" name="Rectangle 3"/>
          <p:cNvSpPr>
            <a:spLocks noChangeArrowheads="1"/>
          </p:cNvSpPr>
          <p:nvPr/>
        </p:nvSpPr>
        <p:spPr bwMode="auto">
          <a:xfrm>
            <a:off x="1643063" y="3221038"/>
            <a:ext cx="4581525" cy="3333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cs typeface="Times New Roman" panose="02020603050405020304" pitchFamily="18" charset="0"/>
            </a:endParaRPr>
          </a:p>
        </p:txBody>
      </p:sp>
      <p:sp>
        <p:nvSpPr>
          <p:cNvPr id="22533" name="Rectangle 4"/>
          <p:cNvSpPr>
            <a:spLocks noChangeArrowheads="1"/>
          </p:cNvSpPr>
          <p:nvPr/>
        </p:nvSpPr>
        <p:spPr bwMode="auto">
          <a:xfrm>
            <a:off x="1643063" y="2611438"/>
            <a:ext cx="4581525" cy="3333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cs typeface="Times New Roman" panose="02020603050405020304" pitchFamily="18" charset="0"/>
            </a:endParaRPr>
          </a:p>
        </p:txBody>
      </p:sp>
      <p:sp>
        <p:nvSpPr>
          <p:cNvPr id="22534" name="Rectangle 5"/>
          <p:cNvSpPr>
            <a:spLocks noChangeArrowheads="1"/>
          </p:cNvSpPr>
          <p:nvPr/>
        </p:nvSpPr>
        <p:spPr bwMode="auto">
          <a:xfrm>
            <a:off x="1652588" y="2011363"/>
            <a:ext cx="4581525" cy="3333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cs typeface="Times New Roman" panose="02020603050405020304" pitchFamily="18" charset="0"/>
            </a:endParaRPr>
          </a:p>
        </p:txBody>
      </p:sp>
      <p:sp>
        <p:nvSpPr>
          <p:cNvPr id="22536" name="Rectangle 7"/>
          <p:cNvSpPr>
            <a:spLocks noChangeArrowheads="1"/>
          </p:cNvSpPr>
          <p:nvPr/>
        </p:nvSpPr>
        <p:spPr bwMode="auto">
          <a:xfrm>
            <a:off x="1604963" y="2068513"/>
            <a:ext cx="4581525" cy="333375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cs typeface="Times New Roman" panose="02020603050405020304" pitchFamily="18" charset="0"/>
            </a:endParaRPr>
          </a:p>
        </p:txBody>
      </p:sp>
      <p:sp>
        <p:nvSpPr>
          <p:cNvPr id="22537" name="Text Box 10"/>
          <p:cNvSpPr txBox="1">
            <a:spLocks noChangeArrowheads="1"/>
          </p:cNvSpPr>
          <p:nvPr/>
        </p:nvSpPr>
        <p:spPr bwMode="auto">
          <a:xfrm>
            <a:off x="4075113" y="2062163"/>
            <a:ext cx="87716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zh-CN" altLang="en-US" sz="1800" dirty="0">
                <a:cs typeface="Times New Roman" panose="02020603050405020304" pitchFamily="18" charset="0"/>
              </a:rPr>
              <a:t>主机号</a:t>
            </a:r>
            <a:endParaRPr kumimoji="0" lang="en-US" altLang="zh-CN" sz="1800" dirty="0">
              <a:cs typeface="Times New Roman" panose="02020603050405020304" pitchFamily="18" charset="0"/>
            </a:endParaRPr>
          </a:p>
        </p:txBody>
      </p:sp>
      <p:sp>
        <p:nvSpPr>
          <p:cNvPr id="22538" name="Line 11"/>
          <p:cNvSpPr>
            <a:spLocks noChangeShapeType="1"/>
          </p:cNvSpPr>
          <p:nvPr/>
        </p:nvSpPr>
        <p:spPr bwMode="auto">
          <a:xfrm>
            <a:off x="2757488" y="2068513"/>
            <a:ext cx="0" cy="342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22539" name="Group 12"/>
          <p:cNvGrpSpPr/>
          <p:nvPr/>
        </p:nvGrpSpPr>
        <p:grpSpPr bwMode="auto">
          <a:xfrm>
            <a:off x="3852863" y="2068513"/>
            <a:ext cx="95250" cy="342900"/>
            <a:chOff x="1842" y="924"/>
            <a:chExt cx="60" cy="216"/>
          </a:xfrm>
        </p:grpSpPr>
        <p:sp>
          <p:nvSpPr>
            <p:cNvPr id="22611" name="Line 13"/>
            <p:cNvSpPr>
              <a:spLocks noChangeShapeType="1"/>
            </p:cNvSpPr>
            <p:nvPr/>
          </p:nvSpPr>
          <p:spPr bwMode="auto">
            <a:xfrm>
              <a:off x="1872" y="924"/>
              <a:ext cx="0" cy="21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22612" name="Rectangle 14"/>
            <p:cNvSpPr>
              <a:spLocks noChangeArrowheads="1"/>
            </p:cNvSpPr>
            <p:nvPr/>
          </p:nvSpPr>
          <p:spPr bwMode="auto">
            <a:xfrm>
              <a:off x="1842" y="966"/>
              <a:ext cx="60" cy="12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800">
                <a:cs typeface="Times New Roman" panose="02020603050405020304" pitchFamily="18" charset="0"/>
              </a:endParaRPr>
            </a:p>
          </p:txBody>
        </p:sp>
      </p:grpSp>
      <p:grpSp>
        <p:nvGrpSpPr>
          <p:cNvPr id="22540" name="Group 15"/>
          <p:cNvGrpSpPr/>
          <p:nvPr/>
        </p:nvGrpSpPr>
        <p:grpSpPr bwMode="auto">
          <a:xfrm>
            <a:off x="4938713" y="2068513"/>
            <a:ext cx="95250" cy="342900"/>
            <a:chOff x="1842" y="924"/>
            <a:chExt cx="60" cy="216"/>
          </a:xfrm>
        </p:grpSpPr>
        <p:sp>
          <p:nvSpPr>
            <p:cNvPr id="22609" name="Line 16"/>
            <p:cNvSpPr>
              <a:spLocks noChangeShapeType="1"/>
            </p:cNvSpPr>
            <p:nvPr/>
          </p:nvSpPr>
          <p:spPr bwMode="auto">
            <a:xfrm>
              <a:off x="1872" y="924"/>
              <a:ext cx="0" cy="21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22610" name="Rectangle 17"/>
            <p:cNvSpPr>
              <a:spLocks noChangeArrowheads="1"/>
            </p:cNvSpPr>
            <p:nvPr/>
          </p:nvSpPr>
          <p:spPr bwMode="auto">
            <a:xfrm>
              <a:off x="1842" y="966"/>
              <a:ext cx="60" cy="12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800">
                <a:cs typeface="Times New Roman" panose="02020603050405020304" pitchFamily="18" charset="0"/>
              </a:endParaRPr>
            </a:p>
          </p:txBody>
        </p:sp>
      </p:grpSp>
      <p:grpSp>
        <p:nvGrpSpPr>
          <p:cNvPr id="22541" name="Group 18"/>
          <p:cNvGrpSpPr/>
          <p:nvPr/>
        </p:nvGrpSpPr>
        <p:grpSpPr bwMode="auto">
          <a:xfrm>
            <a:off x="1598613" y="2643199"/>
            <a:ext cx="4597400" cy="379413"/>
            <a:chOff x="344" y="2678"/>
            <a:chExt cx="2896" cy="239"/>
          </a:xfrm>
        </p:grpSpPr>
        <p:sp>
          <p:nvSpPr>
            <p:cNvPr id="22598" name="Rectangle 19"/>
            <p:cNvSpPr>
              <a:spLocks noChangeArrowheads="1"/>
            </p:cNvSpPr>
            <p:nvPr/>
          </p:nvSpPr>
          <p:spPr bwMode="auto">
            <a:xfrm>
              <a:off x="354" y="2688"/>
              <a:ext cx="2886" cy="21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800">
                <a:cs typeface="Times New Roman" panose="02020603050405020304" pitchFamily="18" charset="0"/>
              </a:endParaRPr>
            </a:p>
          </p:txBody>
        </p:sp>
        <p:sp>
          <p:nvSpPr>
            <p:cNvPr id="22599" name="Text Box 20"/>
            <p:cNvSpPr txBox="1">
              <a:spLocks noChangeArrowheads="1"/>
            </p:cNvSpPr>
            <p:nvPr/>
          </p:nvSpPr>
          <p:spPr bwMode="auto">
            <a:xfrm>
              <a:off x="344" y="2684"/>
              <a:ext cx="26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cs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22600" name="Line 21"/>
            <p:cNvSpPr>
              <a:spLocks noChangeShapeType="1"/>
            </p:cNvSpPr>
            <p:nvPr/>
          </p:nvSpPr>
          <p:spPr bwMode="auto">
            <a:xfrm>
              <a:off x="1800" y="2688"/>
              <a:ext cx="0" cy="21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22601" name="Group 22"/>
            <p:cNvGrpSpPr/>
            <p:nvPr/>
          </p:nvGrpSpPr>
          <p:grpSpPr bwMode="auto">
            <a:xfrm>
              <a:off x="1050" y="2688"/>
              <a:ext cx="60" cy="216"/>
              <a:chOff x="1842" y="924"/>
              <a:chExt cx="60" cy="216"/>
            </a:xfrm>
          </p:grpSpPr>
          <p:sp>
            <p:nvSpPr>
              <p:cNvPr id="22607" name="Line 23"/>
              <p:cNvSpPr>
                <a:spLocks noChangeShapeType="1"/>
              </p:cNvSpPr>
              <p:nvPr/>
            </p:nvSpPr>
            <p:spPr bwMode="auto">
              <a:xfrm>
                <a:off x="1872" y="924"/>
                <a:ext cx="0" cy="21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08" name="Rectangle 24"/>
              <p:cNvSpPr>
                <a:spLocks noChangeArrowheads="1"/>
              </p:cNvSpPr>
              <p:nvPr/>
            </p:nvSpPr>
            <p:spPr bwMode="auto">
              <a:xfrm>
                <a:off x="1842" y="966"/>
                <a:ext cx="6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800"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22602" name="Group 25"/>
            <p:cNvGrpSpPr/>
            <p:nvPr/>
          </p:nvGrpSpPr>
          <p:grpSpPr bwMode="auto">
            <a:xfrm>
              <a:off x="2454" y="2688"/>
              <a:ext cx="60" cy="216"/>
              <a:chOff x="1842" y="924"/>
              <a:chExt cx="60" cy="216"/>
            </a:xfrm>
          </p:grpSpPr>
          <p:sp>
            <p:nvSpPr>
              <p:cNvPr id="22605" name="Line 26"/>
              <p:cNvSpPr>
                <a:spLocks noChangeShapeType="1"/>
              </p:cNvSpPr>
              <p:nvPr/>
            </p:nvSpPr>
            <p:spPr bwMode="auto">
              <a:xfrm>
                <a:off x="1872" y="924"/>
                <a:ext cx="0" cy="21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06" name="Rectangle 27"/>
              <p:cNvSpPr>
                <a:spLocks noChangeArrowheads="1"/>
              </p:cNvSpPr>
              <p:nvPr/>
            </p:nvSpPr>
            <p:spPr bwMode="auto">
              <a:xfrm>
                <a:off x="1842" y="966"/>
                <a:ext cx="6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800"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22603" name="Text Box 28"/>
            <p:cNvSpPr txBox="1">
              <a:spLocks noChangeArrowheads="1"/>
            </p:cNvSpPr>
            <p:nvPr/>
          </p:nvSpPr>
          <p:spPr bwMode="auto">
            <a:xfrm>
              <a:off x="908" y="2678"/>
              <a:ext cx="553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zh-CN" altLang="en-US" sz="1800" dirty="0">
                  <a:cs typeface="Times New Roman" panose="02020603050405020304" pitchFamily="18" charset="0"/>
                </a:rPr>
                <a:t>网络号</a:t>
              </a:r>
              <a:endParaRPr kumimoji="0" lang="en-US" altLang="zh-CN" sz="1800" dirty="0">
                <a:cs typeface="Times New Roman" panose="02020603050405020304" pitchFamily="18" charset="0"/>
              </a:endParaRPr>
            </a:p>
          </p:txBody>
        </p:sp>
        <p:sp>
          <p:nvSpPr>
            <p:cNvPr id="22604" name="Text Box 29"/>
            <p:cNvSpPr txBox="1">
              <a:spLocks noChangeArrowheads="1"/>
            </p:cNvSpPr>
            <p:nvPr/>
          </p:nvSpPr>
          <p:spPr bwMode="auto">
            <a:xfrm>
              <a:off x="2264" y="2684"/>
              <a:ext cx="553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None/>
              </a:pPr>
              <a:r>
                <a:rPr lang="zh-CN" altLang="en-US" sz="1800" dirty="0">
                  <a:cs typeface="Times New Roman" panose="02020603050405020304" pitchFamily="18" charset="0"/>
                </a:rPr>
                <a:t>主机号</a:t>
              </a:r>
              <a:endParaRPr lang="en-US" altLang="zh-CN" sz="1800" dirty="0">
                <a:cs typeface="Times New Roman" panose="02020603050405020304" pitchFamily="18" charset="0"/>
              </a:endParaRPr>
            </a:p>
          </p:txBody>
        </p:sp>
      </p:grpSp>
      <p:grpSp>
        <p:nvGrpSpPr>
          <p:cNvPr id="22542" name="Group 30"/>
          <p:cNvGrpSpPr/>
          <p:nvPr/>
        </p:nvGrpSpPr>
        <p:grpSpPr bwMode="auto">
          <a:xfrm>
            <a:off x="1589088" y="3249613"/>
            <a:ext cx="4597400" cy="382587"/>
            <a:chOff x="506" y="2538"/>
            <a:chExt cx="2896" cy="241"/>
          </a:xfrm>
        </p:grpSpPr>
        <p:sp>
          <p:nvSpPr>
            <p:cNvPr id="22587" name="Rectangle 31"/>
            <p:cNvSpPr>
              <a:spLocks noChangeArrowheads="1"/>
            </p:cNvSpPr>
            <p:nvPr/>
          </p:nvSpPr>
          <p:spPr bwMode="auto">
            <a:xfrm>
              <a:off x="516" y="2550"/>
              <a:ext cx="2886" cy="21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800">
                <a:cs typeface="Times New Roman" panose="02020603050405020304" pitchFamily="18" charset="0"/>
              </a:endParaRPr>
            </a:p>
          </p:txBody>
        </p:sp>
        <p:sp>
          <p:nvSpPr>
            <p:cNvPr id="22588" name="Text Box 32"/>
            <p:cNvSpPr txBox="1">
              <a:spLocks noChangeArrowheads="1"/>
            </p:cNvSpPr>
            <p:nvPr/>
          </p:nvSpPr>
          <p:spPr bwMode="auto">
            <a:xfrm>
              <a:off x="506" y="2546"/>
              <a:ext cx="334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800" dirty="0">
                  <a:cs typeface="Times New Roman" panose="02020603050405020304" pitchFamily="18" charset="0"/>
                </a:rPr>
                <a:t>110</a:t>
              </a:r>
            </a:p>
          </p:txBody>
        </p:sp>
        <p:sp>
          <p:nvSpPr>
            <p:cNvPr id="22589" name="Line 33"/>
            <p:cNvSpPr>
              <a:spLocks noChangeShapeType="1"/>
            </p:cNvSpPr>
            <p:nvPr/>
          </p:nvSpPr>
          <p:spPr bwMode="auto">
            <a:xfrm>
              <a:off x="2640" y="2550"/>
              <a:ext cx="0" cy="21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22590" name="Group 34"/>
            <p:cNvGrpSpPr/>
            <p:nvPr/>
          </p:nvGrpSpPr>
          <p:grpSpPr bwMode="auto">
            <a:xfrm>
              <a:off x="1212" y="2550"/>
              <a:ext cx="60" cy="216"/>
              <a:chOff x="1842" y="924"/>
              <a:chExt cx="60" cy="216"/>
            </a:xfrm>
          </p:grpSpPr>
          <p:sp>
            <p:nvSpPr>
              <p:cNvPr id="22596" name="Line 35"/>
              <p:cNvSpPr>
                <a:spLocks noChangeShapeType="1"/>
              </p:cNvSpPr>
              <p:nvPr/>
            </p:nvSpPr>
            <p:spPr bwMode="auto">
              <a:xfrm>
                <a:off x="1872" y="924"/>
                <a:ext cx="0" cy="21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97" name="Rectangle 36"/>
              <p:cNvSpPr>
                <a:spLocks noChangeArrowheads="1"/>
              </p:cNvSpPr>
              <p:nvPr/>
            </p:nvSpPr>
            <p:spPr bwMode="auto">
              <a:xfrm>
                <a:off x="1842" y="966"/>
                <a:ext cx="6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800"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22591" name="Group 37"/>
            <p:cNvGrpSpPr/>
            <p:nvPr/>
          </p:nvGrpSpPr>
          <p:grpSpPr bwMode="auto">
            <a:xfrm>
              <a:off x="1932" y="2538"/>
              <a:ext cx="60" cy="216"/>
              <a:chOff x="1842" y="924"/>
              <a:chExt cx="60" cy="216"/>
            </a:xfrm>
          </p:grpSpPr>
          <p:sp>
            <p:nvSpPr>
              <p:cNvPr id="22594" name="Line 38"/>
              <p:cNvSpPr>
                <a:spLocks noChangeShapeType="1"/>
              </p:cNvSpPr>
              <p:nvPr/>
            </p:nvSpPr>
            <p:spPr bwMode="auto">
              <a:xfrm>
                <a:off x="1872" y="924"/>
                <a:ext cx="0" cy="21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95" name="Rectangle 39"/>
              <p:cNvSpPr>
                <a:spLocks noChangeArrowheads="1"/>
              </p:cNvSpPr>
              <p:nvPr/>
            </p:nvSpPr>
            <p:spPr bwMode="auto">
              <a:xfrm>
                <a:off x="1842" y="966"/>
                <a:ext cx="6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800"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22592" name="Text Box 40"/>
            <p:cNvSpPr txBox="1">
              <a:spLocks noChangeArrowheads="1"/>
            </p:cNvSpPr>
            <p:nvPr/>
          </p:nvSpPr>
          <p:spPr bwMode="auto">
            <a:xfrm>
              <a:off x="1337" y="2543"/>
              <a:ext cx="553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zh-CN" altLang="en-US" sz="1800" dirty="0">
                  <a:cs typeface="Times New Roman" panose="02020603050405020304" pitchFamily="18" charset="0"/>
                </a:rPr>
                <a:t>网络号</a:t>
              </a:r>
              <a:endParaRPr kumimoji="0" lang="en-US" altLang="zh-CN" sz="1800" dirty="0">
                <a:cs typeface="Times New Roman" panose="02020603050405020304" pitchFamily="18" charset="0"/>
              </a:endParaRPr>
            </a:p>
          </p:txBody>
        </p:sp>
        <p:sp>
          <p:nvSpPr>
            <p:cNvPr id="22593" name="Text Box 41"/>
            <p:cNvSpPr txBox="1">
              <a:spLocks noChangeArrowheads="1"/>
            </p:cNvSpPr>
            <p:nvPr/>
          </p:nvSpPr>
          <p:spPr bwMode="auto">
            <a:xfrm>
              <a:off x="2810" y="2540"/>
              <a:ext cx="553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zh-CN" altLang="en-US" sz="1800" dirty="0">
                  <a:cs typeface="Times New Roman" panose="02020603050405020304" pitchFamily="18" charset="0"/>
                </a:rPr>
                <a:t>主机号</a:t>
              </a:r>
              <a:endParaRPr lang="en-US" altLang="zh-CN" sz="1800" dirty="0">
                <a:cs typeface="Times New Roman" panose="02020603050405020304" pitchFamily="18" charset="0"/>
              </a:endParaRPr>
            </a:p>
          </p:txBody>
        </p:sp>
      </p:grpSp>
      <p:grpSp>
        <p:nvGrpSpPr>
          <p:cNvPr id="22543" name="Group 42"/>
          <p:cNvGrpSpPr/>
          <p:nvPr/>
        </p:nvGrpSpPr>
        <p:grpSpPr bwMode="auto">
          <a:xfrm>
            <a:off x="1589088" y="3903663"/>
            <a:ext cx="4597400" cy="376237"/>
            <a:chOff x="464" y="2386"/>
            <a:chExt cx="2896" cy="237"/>
          </a:xfrm>
        </p:grpSpPr>
        <p:sp>
          <p:nvSpPr>
            <p:cNvPr id="22575" name="Rectangle 43"/>
            <p:cNvSpPr>
              <a:spLocks noChangeArrowheads="1"/>
            </p:cNvSpPr>
            <p:nvPr/>
          </p:nvSpPr>
          <p:spPr bwMode="auto">
            <a:xfrm>
              <a:off x="474" y="2394"/>
              <a:ext cx="2886" cy="21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800">
                <a:cs typeface="Times New Roman" panose="02020603050405020304" pitchFamily="18" charset="0"/>
              </a:endParaRPr>
            </a:p>
          </p:txBody>
        </p:sp>
        <p:sp>
          <p:nvSpPr>
            <p:cNvPr id="22576" name="Text Box 44"/>
            <p:cNvSpPr txBox="1">
              <a:spLocks noChangeArrowheads="1"/>
            </p:cNvSpPr>
            <p:nvPr/>
          </p:nvSpPr>
          <p:spPr bwMode="auto">
            <a:xfrm>
              <a:off x="464" y="2390"/>
              <a:ext cx="407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cs typeface="Times New Roman" panose="02020603050405020304" pitchFamily="18" charset="0"/>
                </a:rPr>
                <a:t>1110</a:t>
              </a:r>
            </a:p>
          </p:txBody>
        </p:sp>
        <p:grpSp>
          <p:nvGrpSpPr>
            <p:cNvPr id="22577" name="Group 45"/>
            <p:cNvGrpSpPr/>
            <p:nvPr/>
          </p:nvGrpSpPr>
          <p:grpSpPr bwMode="auto">
            <a:xfrm>
              <a:off x="1170" y="2394"/>
              <a:ext cx="60" cy="216"/>
              <a:chOff x="1842" y="924"/>
              <a:chExt cx="60" cy="216"/>
            </a:xfrm>
          </p:grpSpPr>
          <p:sp>
            <p:nvSpPr>
              <p:cNvPr id="22585" name="Line 46"/>
              <p:cNvSpPr>
                <a:spLocks noChangeShapeType="1"/>
              </p:cNvSpPr>
              <p:nvPr/>
            </p:nvSpPr>
            <p:spPr bwMode="auto">
              <a:xfrm>
                <a:off x="1872" y="924"/>
                <a:ext cx="0" cy="21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86" name="Rectangle 47"/>
              <p:cNvSpPr>
                <a:spLocks noChangeArrowheads="1"/>
              </p:cNvSpPr>
              <p:nvPr/>
            </p:nvSpPr>
            <p:spPr bwMode="auto">
              <a:xfrm>
                <a:off x="1842" y="966"/>
                <a:ext cx="6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800"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22578" name="Group 48"/>
            <p:cNvGrpSpPr/>
            <p:nvPr/>
          </p:nvGrpSpPr>
          <p:grpSpPr bwMode="auto">
            <a:xfrm>
              <a:off x="1890" y="2394"/>
              <a:ext cx="60" cy="216"/>
              <a:chOff x="1842" y="924"/>
              <a:chExt cx="60" cy="216"/>
            </a:xfrm>
          </p:grpSpPr>
          <p:sp>
            <p:nvSpPr>
              <p:cNvPr id="22583" name="Line 49"/>
              <p:cNvSpPr>
                <a:spLocks noChangeShapeType="1"/>
              </p:cNvSpPr>
              <p:nvPr/>
            </p:nvSpPr>
            <p:spPr bwMode="auto">
              <a:xfrm>
                <a:off x="1872" y="924"/>
                <a:ext cx="0" cy="21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84" name="Rectangle 50"/>
              <p:cNvSpPr>
                <a:spLocks noChangeArrowheads="1"/>
              </p:cNvSpPr>
              <p:nvPr/>
            </p:nvSpPr>
            <p:spPr bwMode="auto">
              <a:xfrm>
                <a:off x="1842" y="966"/>
                <a:ext cx="6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800"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22579" name="Group 51"/>
            <p:cNvGrpSpPr/>
            <p:nvPr/>
          </p:nvGrpSpPr>
          <p:grpSpPr bwMode="auto">
            <a:xfrm>
              <a:off x="2562" y="2394"/>
              <a:ext cx="60" cy="216"/>
              <a:chOff x="1842" y="924"/>
              <a:chExt cx="60" cy="216"/>
            </a:xfrm>
          </p:grpSpPr>
          <p:sp>
            <p:nvSpPr>
              <p:cNvPr id="22581" name="Line 52"/>
              <p:cNvSpPr>
                <a:spLocks noChangeShapeType="1"/>
              </p:cNvSpPr>
              <p:nvPr/>
            </p:nvSpPr>
            <p:spPr bwMode="auto">
              <a:xfrm>
                <a:off x="1872" y="924"/>
                <a:ext cx="0" cy="21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82" name="Rectangle 53"/>
              <p:cNvSpPr>
                <a:spLocks noChangeArrowheads="1"/>
              </p:cNvSpPr>
              <p:nvPr/>
            </p:nvSpPr>
            <p:spPr bwMode="auto">
              <a:xfrm>
                <a:off x="1842" y="966"/>
                <a:ext cx="6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800"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22580" name="Text Box 54"/>
            <p:cNvSpPr txBox="1">
              <a:spLocks noChangeArrowheads="1"/>
            </p:cNvSpPr>
            <p:nvPr/>
          </p:nvSpPr>
          <p:spPr bwMode="auto">
            <a:xfrm>
              <a:off x="1537" y="2386"/>
              <a:ext cx="698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zh-CN" altLang="en-US" sz="1800" dirty="0">
                  <a:cs typeface="Times New Roman" panose="02020603050405020304" pitchFamily="18" charset="0"/>
                </a:rPr>
                <a:t>组播地址</a:t>
              </a:r>
              <a:endParaRPr kumimoji="0" lang="en-US" altLang="zh-CN" sz="1800" dirty="0">
                <a:cs typeface="Times New Roman" panose="02020603050405020304" pitchFamily="18" charset="0"/>
              </a:endParaRPr>
            </a:p>
          </p:txBody>
        </p:sp>
      </p:grpSp>
      <p:sp>
        <p:nvSpPr>
          <p:cNvPr id="22544" name="Text Box 55"/>
          <p:cNvSpPr txBox="1">
            <a:spLocks noChangeArrowheads="1"/>
          </p:cNvSpPr>
          <p:nvPr/>
        </p:nvSpPr>
        <p:spPr bwMode="auto">
          <a:xfrm>
            <a:off x="1103313" y="2009775"/>
            <a:ext cx="35137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 b="1">
                <a:solidFill>
                  <a:srgbClr val="C00000"/>
                </a:solidFill>
                <a:cs typeface="Times New Roman" panose="02020603050405020304" pitchFamily="18" charset="0"/>
              </a:rPr>
              <a:t>A</a:t>
            </a:r>
          </a:p>
        </p:txBody>
      </p:sp>
      <p:sp>
        <p:nvSpPr>
          <p:cNvPr id="22545" name="Text Box 56"/>
          <p:cNvSpPr txBox="1">
            <a:spLocks noChangeArrowheads="1"/>
          </p:cNvSpPr>
          <p:nvPr/>
        </p:nvSpPr>
        <p:spPr bwMode="auto">
          <a:xfrm>
            <a:off x="1122363" y="2600325"/>
            <a:ext cx="33855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 b="1" dirty="0">
                <a:solidFill>
                  <a:srgbClr val="C00000"/>
                </a:solidFill>
                <a:cs typeface="Times New Roman" panose="02020603050405020304" pitchFamily="18" charset="0"/>
              </a:rPr>
              <a:t>B</a:t>
            </a:r>
          </a:p>
        </p:txBody>
      </p:sp>
      <p:sp>
        <p:nvSpPr>
          <p:cNvPr id="22546" name="Text Box 57"/>
          <p:cNvSpPr txBox="1">
            <a:spLocks noChangeArrowheads="1"/>
          </p:cNvSpPr>
          <p:nvPr/>
        </p:nvSpPr>
        <p:spPr bwMode="auto">
          <a:xfrm>
            <a:off x="1115951" y="3220185"/>
            <a:ext cx="35137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 b="1" dirty="0">
                <a:solidFill>
                  <a:srgbClr val="C00000"/>
                </a:solidFill>
                <a:cs typeface="Times New Roman" panose="02020603050405020304" pitchFamily="18" charset="0"/>
              </a:rPr>
              <a:t>C</a:t>
            </a:r>
          </a:p>
        </p:txBody>
      </p:sp>
      <p:sp>
        <p:nvSpPr>
          <p:cNvPr id="22547" name="Text Box 58"/>
          <p:cNvSpPr txBox="1">
            <a:spLocks noChangeArrowheads="1"/>
          </p:cNvSpPr>
          <p:nvPr/>
        </p:nvSpPr>
        <p:spPr bwMode="auto">
          <a:xfrm>
            <a:off x="1131888" y="3876675"/>
            <a:ext cx="35137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>
                <a:cs typeface="Times New Roman" panose="02020603050405020304" pitchFamily="18" charset="0"/>
              </a:rPr>
              <a:t>D</a:t>
            </a:r>
          </a:p>
        </p:txBody>
      </p:sp>
      <p:sp>
        <p:nvSpPr>
          <p:cNvPr id="22548" name="Text Box 59"/>
          <p:cNvSpPr txBox="1">
            <a:spLocks noChangeArrowheads="1"/>
          </p:cNvSpPr>
          <p:nvPr/>
        </p:nvSpPr>
        <p:spPr bwMode="auto">
          <a:xfrm>
            <a:off x="887820" y="1557338"/>
            <a:ext cx="87283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kumimoji="0" lang="zh-CN" altLang="en-US" sz="2000" dirty="0">
                <a:cs typeface="Times New Roman" panose="02020603050405020304" pitchFamily="18" charset="0"/>
              </a:rPr>
              <a:t>类别</a:t>
            </a:r>
            <a:endParaRPr kumimoji="0" lang="en-US" altLang="zh-CN" sz="2000" dirty="0">
              <a:cs typeface="Times New Roman" panose="02020603050405020304" pitchFamily="18" charset="0"/>
            </a:endParaRPr>
          </a:p>
        </p:txBody>
      </p:sp>
      <p:sp>
        <p:nvSpPr>
          <p:cNvPr id="22549" name="Text Box 60"/>
          <p:cNvSpPr txBox="1">
            <a:spLocks noChangeArrowheads="1"/>
          </p:cNvSpPr>
          <p:nvPr/>
        </p:nvSpPr>
        <p:spPr bwMode="auto">
          <a:xfrm>
            <a:off x="6427788" y="1952625"/>
            <a:ext cx="1742785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 dirty="0">
                <a:solidFill>
                  <a:srgbClr val="00B050"/>
                </a:solidFill>
                <a:cs typeface="Times New Roman" panose="02020603050405020304" pitchFamily="18" charset="0"/>
              </a:rPr>
              <a:t>1</a:t>
            </a:r>
            <a:r>
              <a:rPr kumimoji="0" lang="en-US" altLang="zh-CN" sz="1800" dirty="0">
                <a:cs typeface="Times New Roman" panose="02020603050405020304" pitchFamily="18" charset="0"/>
              </a:rPr>
              <a:t>.0.0.0 to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 dirty="0">
                <a:solidFill>
                  <a:srgbClr val="00B050"/>
                </a:solidFill>
                <a:cs typeface="Times New Roman" panose="02020603050405020304" pitchFamily="18" charset="0"/>
              </a:rPr>
              <a:t>127</a:t>
            </a:r>
            <a:r>
              <a:rPr kumimoji="0" lang="en-US" altLang="zh-CN" sz="1800" dirty="0">
                <a:cs typeface="Times New Roman" panose="02020603050405020304" pitchFamily="18" charset="0"/>
              </a:rPr>
              <a:t>.255.255.255</a:t>
            </a:r>
          </a:p>
        </p:txBody>
      </p:sp>
      <p:sp>
        <p:nvSpPr>
          <p:cNvPr id="22550" name="Text Box 61"/>
          <p:cNvSpPr txBox="1">
            <a:spLocks noChangeArrowheads="1"/>
          </p:cNvSpPr>
          <p:nvPr/>
        </p:nvSpPr>
        <p:spPr bwMode="auto">
          <a:xfrm>
            <a:off x="6427788" y="2552700"/>
            <a:ext cx="1742785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 dirty="0">
                <a:solidFill>
                  <a:srgbClr val="00B050"/>
                </a:solidFill>
                <a:cs typeface="Times New Roman" panose="02020603050405020304" pitchFamily="18" charset="0"/>
              </a:rPr>
              <a:t>128</a:t>
            </a:r>
            <a:r>
              <a:rPr kumimoji="0" lang="en-US" altLang="zh-CN" sz="1800" dirty="0">
                <a:cs typeface="Times New Roman" panose="02020603050405020304" pitchFamily="18" charset="0"/>
              </a:rPr>
              <a:t>.0.0.0 to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 dirty="0">
                <a:solidFill>
                  <a:srgbClr val="00B050"/>
                </a:solidFill>
                <a:cs typeface="Times New Roman" panose="02020603050405020304" pitchFamily="18" charset="0"/>
              </a:rPr>
              <a:t>191</a:t>
            </a:r>
            <a:r>
              <a:rPr kumimoji="0" lang="en-US" altLang="zh-CN" sz="1800" dirty="0">
                <a:cs typeface="Times New Roman" panose="02020603050405020304" pitchFamily="18" charset="0"/>
              </a:rPr>
              <a:t>.255.255.255</a:t>
            </a:r>
          </a:p>
        </p:txBody>
      </p:sp>
      <p:sp>
        <p:nvSpPr>
          <p:cNvPr id="22551" name="Text Box 62"/>
          <p:cNvSpPr txBox="1">
            <a:spLocks noChangeArrowheads="1"/>
          </p:cNvSpPr>
          <p:nvPr/>
        </p:nvSpPr>
        <p:spPr bwMode="auto">
          <a:xfrm>
            <a:off x="6418263" y="3152775"/>
            <a:ext cx="1742785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 dirty="0">
                <a:solidFill>
                  <a:srgbClr val="00B050"/>
                </a:solidFill>
                <a:cs typeface="Times New Roman" panose="02020603050405020304" pitchFamily="18" charset="0"/>
              </a:rPr>
              <a:t>192</a:t>
            </a:r>
            <a:r>
              <a:rPr kumimoji="0" lang="en-US" altLang="zh-CN" sz="1800" dirty="0">
                <a:cs typeface="Times New Roman" panose="02020603050405020304" pitchFamily="18" charset="0"/>
              </a:rPr>
              <a:t>.0.0.0 to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 dirty="0">
                <a:solidFill>
                  <a:srgbClr val="00B050"/>
                </a:solidFill>
                <a:cs typeface="Times New Roman" panose="02020603050405020304" pitchFamily="18" charset="0"/>
              </a:rPr>
              <a:t>223</a:t>
            </a:r>
            <a:r>
              <a:rPr kumimoji="0" lang="en-US" altLang="zh-CN" sz="1800" dirty="0">
                <a:cs typeface="Times New Roman" panose="02020603050405020304" pitchFamily="18" charset="0"/>
              </a:rPr>
              <a:t>.255.255.255</a:t>
            </a:r>
          </a:p>
        </p:txBody>
      </p:sp>
      <p:sp>
        <p:nvSpPr>
          <p:cNvPr id="22552" name="Text Box 63"/>
          <p:cNvSpPr txBox="1">
            <a:spLocks noChangeArrowheads="1"/>
          </p:cNvSpPr>
          <p:nvPr/>
        </p:nvSpPr>
        <p:spPr bwMode="auto">
          <a:xfrm>
            <a:off x="6446838" y="3790950"/>
            <a:ext cx="1742785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>
                <a:cs typeface="Times New Roman" panose="02020603050405020304" pitchFamily="18" charset="0"/>
              </a:rPr>
              <a:t>224.0.0.0 to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>
                <a:cs typeface="Times New Roman" panose="02020603050405020304" pitchFamily="18" charset="0"/>
              </a:rPr>
              <a:t>239.255.255.255</a:t>
            </a:r>
          </a:p>
        </p:txBody>
      </p:sp>
      <p:sp>
        <p:nvSpPr>
          <p:cNvPr id="22553" name="Text Box 64"/>
          <p:cNvSpPr txBox="1">
            <a:spLocks noChangeArrowheads="1"/>
          </p:cNvSpPr>
          <p:nvPr/>
        </p:nvSpPr>
        <p:spPr bwMode="auto">
          <a:xfrm>
            <a:off x="3518931" y="4876800"/>
            <a:ext cx="69762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32</a:t>
            </a:r>
            <a:r>
              <a:rPr kumimoji="0" lang="zh-CN" altLang="en-US" sz="2000" dirty="0">
                <a:cs typeface="Times New Roman" panose="02020603050405020304" pitchFamily="18" charset="0"/>
              </a:rPr>
              <a:t>位</a:t>
            </a:r>
            <a:endParaRPr kumimoji="0" lang="en-US" altLang="zh-CN" sz="2000" dirty="0">
              <a:cs typeface="Times New Roman" panose="02020603050405020304" pitchFamily="18" charset="0"/>
            </a:endParaRPr>
          </a:p>
        </p:txBody>
      </p:sp>
      <p:sp>
        <p:nvSpPr>
          <p:cNvPr id="22554" name="Line 65"/>
          <p:cNvSpPr>
            <a:spLocks noChangeShapeType="1"/>
          </p:cNvSpPr>
          <p:nvPr/>
        </p:nvSpPr>
        <p:spPr bwMode="auto">
          <a:xfrm>
            <a:off x="4414838" y="5062538"/>
            <a:ext cx="174307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2555" name="Line 66"/>
          <p:cNvSpPr>
            <a:spLocks noChangeShapeType="1"/>
          </p:cNvSpPr>
          <p:nvPr/>
        </p:nvSpPr>
        <p:spPr bwMode="auto">
          <a:xfrm flipH="1">
            <a:off x="1585913" y="5053013"/>
            <a:ext cx="174307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2556" name="Text Box 9"/>
          <p:cNvSpPr txBox="1">
            <a:spLocks noChangeArrowheads="1"/>
          </p:cNvSpPr>
          <p:nvPr/>
        </p:nvSpPr>
        <p:spPr bwMode="auto">
          <a:xfrm>
            <a:off x="1751013" y="2054852"/>
            <a:ext cx="93487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 dirty="0">
                <a:cs typeface="Times New Roman" panose="02020603050405020304" pitchFamily="18" charset="0"/>
              </a:rPr>
              <a:t> </a:t>
            </a:r>
            <a:r>
              <a:rPr kumimoji="0" lang="zh-CN" altLang="en-US" sz="1800" dirty="0">
                <a:cs typeface="Times New Roman" panose="02020603050405020304" pitchFamily="18" charset="0"/>
              </a:rPr>
              <a:t>网络号</a:t>
            </a:r>
            <a:endParaRPr kumimoji="0" lang="en-US" altLang="zh-CN" sz="1800" dirty="0">
              <a:cs typeface="Times New Roman" panose="02020603050405020304" pitchFamily="18" charset="0"/>
            </a:endParaRPr>
          </a:p>
        </p:txBody>
      </p:sp>
      <p:sp>
        <p:nvSpPr>
          <p:cNvPr id="22557" name="Text Box 8"/>
          <p:cNvSpPr txBox="1">
            <a:spLocks noChangeArrowheads="1"/>
          </p:cNvSpPr>
          <p:nvPr/>
        </p:nvSpPr>
        <p:spPr bwMode="auto">
          <a:xfrm>
            <a:off x="1589088" y="2062163"/>
            <a:ext cx="30008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>
                <a:cs typeface="Times New Roman" panose="02020603050405020304" pitchFamily="18" charset="0"/>
              </a:rPr>
              <a:t>0</a:t>
            </a:r>
          </a:p>
        </p:txBody>
      </p:sp>
      <p:sp>
        <p:nvSpPr>
          <p:cNvPr id="22558" name="Rectangle 72"/>
          <p:cNvSpPr>
            <a:spLocks noChangeArrowheads="1"/>
          </p:cNvSpPr>
          <p:nvPr/>
        </p:nvSpPr>
        <p:spPr bwMode="auto">
          <a:xfrm>
            <a:off x="1646238" y="4452938"/>
            <a:ext cx="4581525" cy="3333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cs typeface="Times New Roman" panose="02020603050405020304" pitchFamily="18" charset="0"/>
            </a:endParaRPr>
          </a:p>
        </p:txBody>
      </p:sp>
      <p:grpSp>
        <p:nvGrpSpPr>
          <p:cNvPr id="22559" name="Group 73"/>
          <p:cNvGrpSpPr/>
          <p:nvPr/>
        </p:nvGrpSpPr>
        <p:grpSpPr bwMode="auto">
          <a:xfrm>
            <a:off x="1573213" y="4500563"/>
            <a:ext cx="4597400" cy="373062"/>
            <a:chOff x="464" y="2388"/>
            <a:chExt cx="2896" cy="235"/>
          </a:xfrm>
        </p:grpSpPr>
        <p:sp>
          <p:nvSpPr>
            <p:cNvPr id="22563" name="Rectangle 74"/>
            <p:cNvSpPr>
              <a:spLocks noChangeArrowheads="1"/>
            </p:cNvSpPr>
            <p:nvPr/>
          </p:nvSpPr>
          <p:spPr bwMode="auto">
            <a:xfrm>
              <a:off x="474" y="2394"/>
              <a:ext cx="2886" cy="21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800">
                <a:cs typeface="Times New Roman" panose="02020603050405020304" pitchFamily="18" charset="0"/>
              </a:endParaRPr>
            </a:p>
          </p:txBody>
        </p:sp>
        <p:sp>
          <p:nvSpPr>
            <p:cNvPr id="22564" name="Text Box 75"/>
            <p:cNvSpPr txBox="1">
              <a:spLocks noChangeArrowheads="1"/>
            </p:cNvSpPr>
            <p:nvPr/>
          </p:nvSpPr>
          <p:spPr bwMode="auto">
            <a:xfrm>
              <a:off x="464" y="2390"/>
              <a:ext cx="48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cs typeface="Times New Roman" panose="02020603050405020304" pitchFamily="18" charset="0"/>
                </a:rPr>
                <a:t>11110</a:t>
              </a:r>
            </a:p>
          </p:txBody>
        </p:sp>
        <p:grpSp>
          <p:nvGrpSpPr>
            <p:cNvPr id="22565" name="Group 76"/>
            <p:cNvGrpSpPr/>
            <p:nvPr/>
          </p:nvGrpSpPr>
          <p:grpSpPr bwMode="auto">
            <a:xfrm>
              <a:off x="1170" y="2394"/>
              <a:ext cx="60" cy="216"/>
              <a:chOff x="1842" y="924"/>
              <a:chExt cx="60" cy="216"/>
            </a:xfrm>
          </p:grpSpPr>
          <p:sp>
            <p:nvSpPr>
              <p:cNvPr id="22573" name="Line 77"/>
              <p:cNvSpPr>
                <a:spLocks noChangeShapeType="1"/>
              </p:cNvSpPr>
              <p:nvPr/>
            </p:nvSpPr>
            <p:spPr bwMode="auto">
              <a:xfrm>
                <a:off x="1872" y="924"/>
                <a:ext cx="0" cy="21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74" name="Rectangle 78"/>
              <p:cNvSpPr>
                <a:spLocks noChangeArrowheads="1"/>
              </p:cNvSpPr>
              <p:nvPr/>
            </p:nvSpPr>
            <p:spPr bwMode="auto">
              <a:xfrm>
                <a:off x="1842" y="966"/>
                <a:ext cx="6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800"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22566" name="Group 79"/>
            <p:cNvGrpSpPr/>
            <p:nvPr/>
          </p:nvGrpSpPr>
          <p:grpSpPr bwMode="auto">
            <a:xfrm>
              <a:off x="1890" y="2394"/>
              <a:ext cx="60" cy="216"/>
              <a:chOff x="1842" y="924"/>
              <a:chExt cx="60" cy="216"/>
            </a:xfrm>
          </p:grpSpPr>
          <p:sp>
            <p:nvSpPr>
              <p:cNvPr id="22571" name="Line 80"/>
              <p:cNvSpPr>
                <a:spLocks noChangeShapeType="1"/>
              </p:cNvSpPr>
              <p:nvPr/>
            </p:nvSpPr>
            <p:spPr bwMode="auto">
              <a:xfrm>
                <a:off x="1872" y="924"/>
                <a:ext cx="0" cy="21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72" name="Rectangle 81"/>
              <p:cNvSpPr>
                <a:spLocks noChangeArrowheads="1"/>
              </p:cNvSpPr>
              <p:nvPr/>
            </p:nvSpPr>
            <p:spPr bwMode="auto">
              <a:xfrm>
                <a:off x="1842" y="966"/>
                <a:ext cx="6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800"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22567" name="Group 82"/>
            <p:cNvGrpSpPr/>
            <p:nvPr/>
          </p:nvGrpSpPr>
          <p:grpSpPr bwMode="auto">
            <a:xfrm>
              <a:off x="2562" y="2394"/>
              <a:ext cx="60" cy="216"/>
              <a:chOff x="1842" y="924"/>
              <a:chExt cx="60" cy="216"/>
            </a:xfrm>
          </p:grpSpPr>
          <p:sp>
            <p:nvSpPr>
              <p:cNvPr id="22569" name="Line 83"/>
              <p:cNvSpPr>
                <a:spLocks noChangeShapeType="1"/>
              </p:cNvSpPr>
              <p:nvPr/>
            </p:nvSpPr>
            <p:spPr bwMode="auto">
              <a:xfrm>
                <a:off x="1872" y="924"/>
                <a:ext cx="0" cy="21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70" name="Rectangle 84"/>
              <p:cNvSpPr>
                <a:spLocks noChangeArrowheads="1"/>
              </p:cNvSpPr>
              <p:nvPr/>
            </p:nvSpPr>
            <p:spPr bwMode="auto">
              <a:xfrm>
                <a:off x="1842" y="966"/>
                <a:ext cx="6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800"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22568" name="Text Box 85"/>
            <p:cNvSpPr txBox="1">
              <a:spLocks noChangeArrowheads="1"/>
            </p:cNvSpPr>
            <p:nvPr/>
          </p:nvSpPr>
          <p:spPr bwMode="auto">
            <a:xfrm>
              <a:off x="1534" y="2388"/>
              <a:ext cx="698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zh-CN" altLang="en-US" sz="1800" dirty="0">
                  <a:cs typeface="Times New Roman" panose="02020603050405020304" pitchFamily="18" charset="0"/>
                </a:rPr>
                <a:t>保留地址</a:t>
              </a:r>
              <a:endParaRPr kumimoji="0" lang="en-US" altLang="zh-CN" sz="1800" dirty="0">
                <a:cs typeface="Times New Roman" panose="02020603050405020304" pitchFamily="18" charset="0"/>
              </a:endParaRPr>
            </a:p>
          </p:txBody>
        </p:sp>
      </p:grpSp>
      <p:sp>
        <p:nvSpPr>
          <p:cNvPr id="22560" name="Text Box 86"/>
          <p:cNvSpPr txBox="1">
            <a:spLocks noChangeArrowheads="1"/>
          </p:cNvSpPr>
          <p:nvPr/>
        </p:nvSpPr>
        <p:spPr bwMode="auto">
          <a:xfrm>
            <a:off x="1141121" y="4496535"/>
            <a:ext cx="3257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 dirty="0">
                <a:cs typeface="Times New Roman" panose="02020603050405020304" pitchFamily="18" charset="0"/>
              </a:rPr>
              <a:t>E</a:t>
            </a:r>
          </a:p>
        </p:txBody>
      </p:sp>
      <p:sp>
        <p:nvSpPr>
          <p:cNvPr id="22561" name="Text Box 87"/>
          <p:cNvSpPr txBox="1">
            <a:spLocks noChangeArrowheads="1"/>
          </p:cNvSpPr>
          <p:nvPr/>
        </p:nvSpPr>
        <p:spPr bwMode="auto">
          <a:xfrm>
            <a:off x="6443663" y="4389438"/>
            <a:ext cx="1742785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>
                <a:cs typeface="Times New Roman" panose="02020603050405020304" pitchFamily="18" charset="0"/>
              </a:rPr>
              <a:t>240.0.0.0 to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>
                <a:cs typeface="Times New Roman" panose="02020603050405020304" pitchFamily="18" charset="0"/>
              </a:rPr>
              <a:t>255.255.255.255</a:t>
            </a:r>
          </a:p>
        </p:txBody>
      </p:sp>
      <p:sp>
        <p:nvSpPr>
          <p:cNvPr id="22562" name="Rectangle 88"/>
          <p:cNvSpPr>
            <a:spLocks noChangeArrowheads="1"/>
          </p:cNvSpPr>
          <p:nvPr/>
        </p:nvSpPr>
        <p:spPr bwMode="auto">
          <a:xfrm>
            <a:off x="1103313" y="5308819"/>
            <a:ext cx="6867905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10000"/>
              </a:spcBef>
              <a:buFontTx/>
              <a:buNone/>
            </a:pPr>
            <a:r>
              <a:rPr kumimoji="0" lang="zh-CN" altLang="en-US" sz="2000" dirty="0">
                <a:cs typeface="Times New Roman" panose="02020603050405020304" pitchFamily="18" charset="0"/>
              </a:rPr>
              <a:t>例如：</a:t>
            </a:r>
            <a:endParaRPr kumimoji="0" lang="en-US" altLang="zh-CN" sz="2000" dirty="0">
              <a:cs typeface="Times New Roman" panose="02020603050405020304" pitchFamily="18" charset="0"/>
            </a:endParaRPr>
          </a:p>
          <a:p>
            <a:pPr>
              <a:spcBef>
                <a:spcPct val="1000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A</a:t>
            </a:r>
            <a:r>
              <a:rPr kumimoji="0" lang="zh-CN" altLang="en-US" sz="2000" dirty="0">
                <a:cs typeface="Times New Roman" panose="02020603050405020304" pitchFamily="18" charset="0"/>
              </a:rPr>
              <a:t>类地址</a:t>
            </a:r>
            <a:r>
              <a:rPr kumimoji="0" lang="en-US" altLang="zh-CN" sz="2000" dirty="0">
                <a:cs typeface="Times New Roman" panose="02020603050405020304" pitchFamily="18" charset="0"/>
              </a:rPr>
              <a:t>: </a:t>
            </a:r>
            <a:r>
              <a:rPr kumimoji="0" lang="en-US" altLang="zh-CN" sz="2000" dirty="0">
                <a:solidFill>
                  <a:srgbClr val="000099"/>
                </a:solidFill>
                <a:cs typeface="Times New Roman" panose="02020603050405020304" pitchFamily="18" charset="0"/>
              </a:rPr>
              <a:t>18.181.0.31 (18&lt;128) </a:t>
            </a:r>
          </a:p>
          <a:p>
            <a:pPr>
              <a:spcBef>
                <a:spcPct val="1000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B</a:t>
            </a:r>
            <a:r>
              <a:rPr kumimoji="0" lang="zh-CN" altLang="en-US" sz="2000" dirty="0">
                <a:cs typeface="Times New Roman" panose="02020603050405020304" pitchFamily="18" charset="0"/>
              </a:rPr>
              <a:t>类地址</a:t>
            </a:r>
            <a:r>
              <a:rPr kumimoji="0" lang="en-US" altLang="zh-CN" sz="2000" dirty="0">
                <a:cs typeface="Times New Roman" panose="02020603050405020304" pitchFamily="18" charset="0"/>
              </a:rPr>
              <a:t>: </a:t>
            </a:r>
            <a:r>
              <a:rPr kumimoji="0" lang="en-US" altLang="zh-CN" sz="2000" dirty="0">
                <a:solidFill>
                  <a:srgbClr val="000099"/>
                </a:solidFill>
                <a:cs typeface="Times New Roman" panose="02020603050405020304" pitchFamily="18" charset="0"/>
              </a:rPr>
              <a:t>171.64.74.155 (128&lt;171&lt;192)</a:t>
            </a:r>
          </a:p>
        </p:txBody>
      </p:sp>
      <p:sp>
        <p:nvSpPr>
          <p:cNvPr id="86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 IPv4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</a:t>
            </a:r>
          </a:p>
        </p:txBody>
      </p:sp>
      <p:sp>
        <p:nvSpPr>
          <p:cNvPr id="4" name="Rectangle 2"/>
          <p:cNvSpPr txBox="1">
            <a:spLocks noChangeArrowheads="1"/>
          </p:cNvSpPr>
          <p:nvPr/>
        </p:nvSpPr>
        <p:spPr>
          <a:xfrm>
            <a:off x="431346" y="725040"/>
            <a:ext cx="8230054" cy="681608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ct val="120000"/>
              </a:lnSpc>
            </a:pP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IPv4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地址：早期地址类别划分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 IPv4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</a:t>
            </a:r>
          </a:p>
        </p:txBody>
      </p:sp>
      <p:sp>
        <p:nvSpPr>
          <p:cNvPr id="4" name="Rectangle 2"/>
          <p:cNvSpPr txBox="1">
            <a:spLocks noChangeArrowheads="1"/>
          </p:cNvSpPr>
          <p:nvPr/>
        </p:nvSpPr>
        <p:spPr>
          <a:xfrm>
            <a:off x="431346" y="689185"/>
            <a:ext cx="8217354" cy="634331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ct val="120000"/>
              </a:lnSpc>
            </a:pP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IPv4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地址：特殊地址与私有地址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87" name="Rectangle 16"/>
          <p:cNvSpPr>
            <a:spLocks noChangeArrowheads="1"/>
          </p:cNvSpPr>
          <p:nvPr/>
        </p:nvSpPr>
        <p:spPr bwMode="auto">
          <a:xfrm>
            <a:off x="537197" y="5601618"/>
            <a:ext cx="7922696" cy="780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66700" indent="-2667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ts val="600"/>
              </a:spcBef>
            </a:pPr>
            <a:r>
              <a:rPr kumimoji="0" lang="zh-CN" altLang="en-US" sz="2000" dirty="0">
                <a:cs typeface="Times New Roman" panose="02020603050405020304" pitchFamily="18" charset="0"/>
              </a:rPr>
              <a:t>网络地址不能在数据包中使用</a:t>
            </a:r>
            <a:r>
              <a:rPr lang="zh-CN" altLang="en-US" sz="2000" dirty="0">
                <a:cs typeface="Times New Roman" panose="02020603050405020304" pitchFamily="18" charset="0"/>
              </a:rPr>
              <a:t>，</a:t>
            </a:r>
            <a:r>
              <a:rPr kumimoji="0" lang="zh-CN" altLang="en-US" sz="2000" dirty="0">
                <a:cs typeface="Times New Roman" panose="02020603050405020304" pitchFamily="18" charset="0"/>
              </a:rPr>
              <a:t>具有回环地址</a:t>
            </a:r>
            <a:r>
              <a:rPr lang="zh-CN" altLang="en-US" sz="2000" dirty="0">
                <a:cs typeface="Times New Roman" panose="02020603050405020304" pitchFamily="18" charset="0"/>
              </a:rPr>
              <a:t>的</a:t>
            </a:r>
            <a:r>
              <a:rPr kumimoji="0" lang="zh-CN" altLang="en-US" sz="2000" dirty="0">
                <a:cs typeface="Times New Roman" panose="02020603050405020304" pitchFamily="18" charset="0"/>
              </a:rPr>
              <a:t>数据包不离开本机</a:t>
            </a:r>
            <a:endParaRPr kumimoji="0" lang="en-US" altLang="zh-CN" sz="2000" dirty="0">
              <a:cs typeface="Times New Roman" panose="02020603050405020304" pitchFamily="18" charset="0"/>
            </a:endParaRPr>
          </a:p>
          <a:p>
            <a:pPr>
              <a:spcBef>
                <a:spcPts val="600"/>
              </a:spcBef>
            </a:pPr>
            <a:r>
              <a:rPr lang="zh-CN" altLang="en-US" sz="2000" b="1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包含私有地址的数据包不能出现在公网中</a:t>
            </a:r>
            <a:endParaRPr kumimoji="0" lang="en-US" altLang="zh-CN" sz="2000" b="1" dirty="0">
              <a:solidFill>
                <a:srgbClr val="C00000"/>
              </a:solidFill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2" name="表格 2"/>
          <p:cNvGraphicFramePr>
            <a:graphicFrameLocks noGrp="1"/>
          </p:cNvGraphicFramePr>
          <p:nvPr/>
        </p:nvGraphicFramePr>
        <p:xfrm>
          <a:off x="671291" y="1435902"/>
          <a:ext cx="7846496" cy="2225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224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489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467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40241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网络号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主机号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地址类型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目的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全</a:t>
                      </a:r>
                      <a:r>
                        <a:rPr lang="en-US" altLang="zh-CN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0</a:t>
                      </a:r>
                      <a:endParaRPr lang="zh-CN" altLang="en-US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全</a:t>
                      </a:r>
                      <a:r>
                        <a:rPr lang="en-US" altLang="zh-CN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0</a:t>
                      </a:r>
                      <a:endParaRPr lang="zh-CN" altLang="en-US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标识本机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启动时使用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网络号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全</a:t>
                      </a:r>
                      <a:r>
                        <a:rPr lang="en-US" altLang="zh-CN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0</a:t>
                      </a:r>
                      <a:endParaRPr lang="zh-CN" altLang="en-US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网络地址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标识特定</a:t>
                      </a:r>
                      <a:r>
                        <a:rPr lang="en-US" altLang="zh-CN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IP</a:t>
                      </a:r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网络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网络号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全</a:t>
                      </a:r>
                      <a:r>
                        <a:rPr lang="en-US" altLang="zh-CN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endParaRPr lang="zh-CN" altLang="en-US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直接广播地址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向特定</a:t>
                      </a:r>
                      <a:r>
                        <a:rPr lang="en-US" altLang="zh-CN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IP</a:t>
                      </a:r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网络广播数据包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全</a:t>
                      </a:r>
                      <a:r>
                        <a:rPr lang="en-US" altLang="zh-CN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endParaRPr lang="zh-CN" altLang="en-US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全</a:t>
                      </a:r>
                      <a:r>
                        <a:rPr lang="en-US" altLang="zh-CN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endParaRPr lang="zh-CN" altLang="en-US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限制广播地址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在本网络广播数据包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127</a:t>
                      </a:r>
                      <a:endParaRPr lang="zh-CN" altLang="en-US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任意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回环地址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用于测试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5" name="表格 4"/>
          <p:cNvGraphicFramePr>
            <a:graphicFrameLocks noGrp="1"/>
          </p:cNvGraphicFramePr>
          <p:nvPr/>
        </p:nvGraphicFramePr>
        <p:xfrm>
          <a:off x="671291" y="3889600"/>
          <a:ext cx="7846496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76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41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1549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地址范围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网络个数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地址类别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altLang="zh-CN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lang="en-US" altLang="zh-CN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.0.0.0~</a:t>
                      </a:r>
                      <a:r>
                        <a:rPr lang="en-US" altLang="zh-CN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lang="en-US" altLang="zh-CN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.255.255.255 </a:t>
                      </a:r>
                      <a:endParaRPr lang="zh-CN" altLang="en-US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altLang="zh-CN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endParaRPr lang="zh-CN" altLang="en-US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altLang="zh-CN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A</a:t>
                      </a:r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类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altLang="zh-CN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172.16</a:t>
                      </a:r>
                      <a:r>
                        <a:rPr lang="en-US" altLang="zh-CN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.0.0~</a:t>
                      </a:r>
                      <a:r>
                        <a:rPr lang="en-US" altLang="zh-CN" sz="1800" kern="1200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r>
                        <a:rPr lang="en-US" altLang="zh-CN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72.31</a:t>
                      </a:r>
                      <a:r>
                        <a:rPr lang="en-US" altLang="zh-CN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.255.255 </a:t>
                      </a:r>
                      <a:endParaRPr lang="zh-CN" altLang="en-US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altLang="zh-CN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16</a:t>
                      </a:r>
                      <a:endParaRPr lang="zh-CN" altLang="en-US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altLang="zh-CN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B</a:t>
                      </a:r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类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altLang="zh-CN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192.168.0</a:t>
                      </a:r>
                      <a:r>
                        <a:rPr lang="en-US" altLang="zh-CN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.0~</a:t>
                      </a:r>
                      <a:r>
                        <a:rPr lang="en-US" altLang="zh-CN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192.168.255</a:t>
                      </a:r>
                      <a:r>
                        <a:rPr lang="en-US" altLang="zh-CN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.255 </a:t>
                      </a:r>
                      <a:endParaRPr lang="zh-CN" altLang="en-US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altLang="zh-CN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256</a:t>
                      </a:r>
                      <a:endParaRPr lang="zh-CN" altLang="en-US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altLang="zh-CN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C</a:t>
                      </a:r>
                      <a:r>
                        <a:rPr lang="zh-CN" altLang="en-US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类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2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12972" y="1536192"/>
            <a:ext cx="8299682" cy="4626483"/>
          </a:xfrm>
        </p:spPr>
        <p:txBody>
          <a:bodyPr>
            <a:noAutofit/>
          </a:bodyPr>
          <a:lstStyle/>
          <a:p>
            <a:pPr>
              <a:lnSpc>
                <a:spcPts val="36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公有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地址要求全球唯一，由区域互联网注册机构（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RIR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Regional Internet Registry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）或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ISP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分配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>
              <a:lnSpc>
                <a:spcPts val="36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lang="zh-CN" altLang="en-US" sz="2400" b="1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静态设定</a:t>
            </a:r>
            <a:r>
              <a:rPr lang="zh-CN" altLang="en-US" sz="2400" dirty="0">
                <a:solidFill>
                  <a:schemeClr val="accent2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lang="en-US" altLang="zh-CN" sz="2400" dirty="0">
              <a:solidFill>
                <a:srgbClr val="FF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lvl="1">
              <a:lnSpc>
                <a:spcPts val="3600"/>
              </a:lnSpc>
              <a:spcBef>
                <a:spcPts val="600"/>
              </a:spcBef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申请固定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地址，手工设定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>
              <a:lnSpc>
                <a:spcPts val="36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lang="zh-CN" altLang="en-US" sz="2400" b="1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动态获取</a:t>
            </a:r>
            <a:r>
              <a:rPr lang="zh-CN" altLang="en-US" sz="2400" dirty="0">
                <a:solidFill>
                  <a:schemeClr val="accent2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lvl="1">
              <a:lnSpc>
                <a:spcPts val="3600"/>
              </a:lnSpc>
              <a:spcBef>
                <a:spcPts val="600"/>
              </a:spcBef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使用</a:t>
            </a:r>
            <a:r>
              <a:rPr lang="en-US" altLang="zh-CN" sz="2200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DHCP</a:t>
            </a:r>
            <a:r>
              <a:rPr lang="zh-CN" altLang="en-US" sz="2200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协议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或其他动态配置协议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lvl="1">
              <a:lnSpc>
                <a:spcPts val="3600"/>
              </a:lnSpc>
              <a:spcBef>
                <a:spcPts val="600"/>
              </a:spcBef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当主机加入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网络，允许主机从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DHCP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服务器动态获取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lvl="1">
              <a:lnSpc>
                <a:spcPts val="3600"/>
              </a:lnSpc>
              <a:spcBef>
                <a:spcPts val="600"/>
              </a:spcBef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有效利用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地址，方便移动主机获取地址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70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 IPv4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</a:t>
            </a:r>
          </a:p>
        </p:txBody>
      </p:sp>
      <p:sp>
        <p:nvSpPr>
          <p:cNvPr id="4" name="Rectangle 2"/>
          <p:cNvSpPr txBox="1">
            <a:spLocks noChangeArrowheads="1"/>
          </p:cNvSpPr>
          <p:nvPr/>
        </p:nvSpPr>
        <p:spPr>
          <a:xfrm>
            <a:off x="412972" y="715879"/>
            <a:ext cx="8197628" cy="650084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ct val="120000"/>
              </a:lnSpc>
            </a:pP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IPv4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地址：如何获取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 IPv4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</a:t>
            </a:r>
          </a:p>
        </p:txBody>
      </p:sp>
      <p:sp>
        <p:nvSpPr>
          <p:cNvPr id="4" name="Rectangle 2"/>
          <p:cNvSpPr txBox="1">
            <a:spLocks noChangeArrowheads="1"/>
          </p:cNvSpPr>
          <p:nvPr/>
        </p:nvSpPr>
        <p:spPr>
          <a:xfrm>
            <a:off x="431346" y="635000"/>
            <a:ext cx="8217354" cy="690225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ct val="120000"/>
              </a:lnSpc>
            </a:pP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IPv4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地址：静态设定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92805" y="1325225"/>
            <a:ext cx="4082189" cy="5100542"/>
          </a:xfrm>
          <a:prstGeom prst="rect">
            <a:avLst/>
          </a:prstGeom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4" name="Rectangle 2"/>
          <p:cNvSpPr>
            <a:spLocks noGrp="1" noChangeArrowheads="1"/>
          </p:cNvSpPr>
          <p:nvPr>
            <p:ph type="title"/>
          </p:nvPr>
        </p:nvSpPr>
        <p:spPr>
          <a:xfrm>
            <a:off x="431346" y="621851"/>
            <a:ext cx="8268154" cy="809680"/>
          </a:xfrm>
        </p:spPr>
        <p:txBody>
          <a:bodyPr>
            <a:normAutofit/>
          </a:bodyPr>
          <a:lstStyle/>
          <a:p>
            <a:pPr>
              <a:lnSpc>
                <a:spcPct val="120000"/>
              </a:lnSpc>
            </a:pPr>
            <a:r>
              <a:rPr 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DHCP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工作模式</a:t>
            </a:r>
            <a:endParaRPr lang="en-US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90115" name="Text Box 97"/>
          <p:cNvSpPr txBox="1">
            <a:spLocks noChangeArrowheads="1"/>
          </p:cNvSpPr>
          <p:nvPr/>
        </p:nvSpPr>
        <p:spPr bwMode="auto">
          <a:xfrm>
            <a:off x="945107" y="1812593"/>
            <a:ext cx="121700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600" b="1" i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223.1.1.0/24</a:t>
            </a:r>
          </a:p>
        </p:txBody>
      </p:sp>
      <p:sp>
        <p:nvSpPr>
          <p:cNvPr id="90116" name="Text Box 98"/>
          <p:cNvSpPr txBox="1">
            <a:spLocks noChangeArrowheads="1"/>
          </p:cNvSpPr>
          <p:nvPr/>
        </p:nvSpPr>
        <p:spPr bwMode="auto">
          <a:xfrm>
            <a:off x="4423320" y="4308143"/>
            <a:ext cx="121700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600" b="1" i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223.1.2.0/24</a:t>
            </a:r>
          </a:p>
        </p:txBody>
      </p:sp>
      <p:sp>
        <p:nvSpPr>
          <p:cNvPr id="90117" name="Text Box 99"/>
          <p:cNvSpPr txBox="1">
            <a:spLocks noChangeArrowheads="1"/>
          </p:cNvSpPr>
          <p:nvPr/>
        </p:nvSpPr>
        <p:spPr bwMode="auto">
          <a:xfrm>
            <a:off x="2726281" y="5739066"/>
            <a:ext cx="121700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600" b="1" i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223.1.3.0/24</a:t>
            </a:r>
          </a:p>
        </p:txBody>
      </p:sp>
      <p:sp>
        <p:nvSpPr>
          <p:cNvPr id="90118" name="Rectangle 100"/>
          <p:cNvSpPr>
            <a:spLocks noChangeArrowheads="1"/>
          </p:cNvSpPr>
          <p:nvPr/>
        </p:nvSpPr>
        <p:spPr bwMode="auto">
          <a:xfrm>
            <a:off x="1738857" y="4143043"/>
            <a:ext cx="847725" cy="1809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18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0119" name="Freeform 101"/>
          <p:cNvSpPr/>
          <p:nvPr/>
        </p:nvSpPr>
        <p:spPr bwMode="auto">
          <a:xfrm>
            <a:off x="1151482" y="2082468"/>
            <a:ext cx="1941513" cy="2049462"/>
          </a:xfrm>
          <a:custGeom>
            <a:avLst/>
            <a:gdLst>
              <a:gd name="T0" fmla="*/ 2147483647 w 1223"/>
              <a:gd name="T1" fmla="*/ 2147483647 h 1291"/>
              <a:gd name="T2" fmla="*/ 2147483647 w 1223"/>
              <a:gd name="T3" fmla="*/ 2147483647 h 1291"/>
              <a:gd name="T4" fmla="*/ 2147483647 w 1223"/>
              <a:gd name="T5" fmla="*/ 2147483647 h 1291"/>
              <a:gd name="T6" fmla="*/ 2147483647 w 1223"/>
              <a:gd name="T7" fmla="*/ 2147483647 h 1291"/>
              <a:gd name="T8" fmla="*/ 2147483647 w 1223"/>
              <a:gd name="T9" fmla="*/ 2147483647 h 1291"/>
              <a:gd name="T10" fmla="*/ 2147483647 w 1223"/>
              <a:gd name="T11" fmla="*/ 2147483647 h 1291"/>
              <a:gd name="T12" fmla="*/ 2147483647 w 1223"/>
              <a:gd name="T13" fmla="*/ 2147483647 h 1291"/>
              <a:gd name="T14" fmla="*/ 2147483647 w 1223"/>
              <a:gd name="T15" fmla="*/ 2147483647 h 1291"/>
              <a:gd name="T16" fmla="*/ 2147483647 w 1223"/>
              <a:gd name="T17" fmla="*/ 2147483647 h 1291"/>
              <a:gd name="T18" fmla="*/ 2147483647 w 1223"/>
              <a:gd name="T19" fmla="*/ 2147483647 h 1291"/>
              <a:gd name="T20" fmla="*/ 2147483647 w 1223"/>
              <a:gd name="T21" fmla="*/ 2147483647 h 1291"/>
              <a:gd name="T22" fmla="*/ 2147483647 w 1223"/>
              <a:gd name="T23" fmla="*/ 2147483647 h 1291"/>
              <a:gd name="T24" fmla="*/ 2147483647 w 1223"/>
              <a:gd name="T25" fmla="*/ 2147483647 h 1291"/>
              <a:gd name="T26" fmla="*/ 2147483647 w 1223"/>
              <a:gd name="T27" fmla="*/ 2147483647 h 1291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1223"/>
              <a:gd name="T43" fmla="*/ 0 h 1291"/>
              <a:gd name="T44" fmla="*/ 1223 w 1223"/>
              <a:gd name="T45" fmla="*/ 1291 h 1291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1223" h="1291">
                <a:moveTo>
                  <a:pt x="1201" y="756"/>
                </a:moveTo>
                <a:cubicBezTo>
                  <a:pt x="1180" y="640"/>
                  <a:pt x="798" y="744"/>
                  <a:pt x="702" y="670"/>
                </a:cubicBezTo>
                <a:cubicBezTo>
                  <a:pt x="603" y="561"/>
                  <a:pt x="669" y="206"/>
                  <a:pt x="608" y="103"/>
                </a:cubicBezTo>
                <a:cubicBezTo>
                  <a:pt x="547" y="0"/>
                  <a:pt x="425" y="55"/>
                  <a:pt x="335" y="52"/>
                </a:cubicBezTo>
                <a:cubicBezTo>
                  <a:pt x="245" y="49"/>
                  <a:pt x="114" y="0"/>
                  <a:pt x="65" y="82"/>
                </a:cubicBezTo>
                <a:cubicBezTo>
                  <a:pt x="16" y="164"/>
                  <a:pt x="45" y="433"/>
                  <a:pt x="41" y="544"/>
                </a:cubicBezTo>
                <a:cubicBezTo>
                  <a:pt x="37" y="655"/>
                  <a:pt x="41" y="685"/>
                  <a:pt x="38" y="751"/>
                </a:cubicBezTo>
                <a:cubicBezTo>
                  <a:pt x="35" y="817"/>
                  <a:pt x="26" y="880"/>
                  <a:pt x="23" y="940"/>
                </a:cubicBezTo>
                <a:cubicBezTo>
                  <a:pt x="20" y="1000"/>
                  <a:pt x="0" y="1068"/>
                  <a:pt x="17" y="1114"/>
                </a:cubicBezTo>
                <a:cubicBezTo>
                  <a:pt x="34" y="1160"/>
                  <a:pt x="31" y="1198"/>
                  <a:pt x="128" y="1219"/>
                </a:cubicBezTo>
                <a:cubicBezTo>
                  <a:pt x="225" y="1240"/>
                  <a:pt x="509" y="1291"/>
                  <a:pt x="602" y="1243"/>
                </a:cubicBezTo>
                <a:cubicBezTo>
                  <a:pt x="695" y="1195"/>
                  <a:pt x="590" y="984"/>
                  <a:pt x="686" y="930"/>
                </a:cubicBezTo>
                <a:cubicBezTo>
                  <a:pt x="782" y="876"/>
                  <a:pt x="1091" y="945"/>
                  <a:pt x="1177" y="916"/>
                </a:cubicBezTo>
                <a:cubicBezTo>
                  <a:pt x="1208" y="864"/>
                  <a:pt x="1223" y="871"/>
                  <a:pt x="1201" y="75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0120" name="Freeform 102"/>
          <p:cNvSpPr/>
          <p:nvPr/>
        </p:nvSpPr>
        <p:spPr bwMode="auto">
          <a:xfrm>
            <a:off x="3678782" y="2392030"/>
            <a:ext cx="1906588" cy="1958975"/>
          </a:xfrm>
          <a:custGeom>
            <a:avLst/>
            <a:gdLst>
              <a:gd name="T0" fmla="*/ 2147483647 w 1201"/>
              <a:gd name="T1" fmla="*/ 2147483647 h 1234"/>
              <a:gd name="T2" fmla="*/ 2147483647 w 1201"/>
              <a:gd name="T3" fmla="*/ 2147483647 h 1234"/>
              <a:gd name="T4" fmla="*/ 2147483647 w 1201"/>
              <a:gd name="T5" fmla="*/ 2147483647 h 1234"/>
              <a:gd name="T6" fmla="*/ 2147483647 w 1201"/>
              <a:gd name="T7" fmla="*/ 2147483647 h 1234"/>
              <a:gd name="T8" fmla="*/ 2147483647 w 1201"/>
              <a:gd name="T9" fmla="*/ 2147483647 h 1234"/>
              <a:gd name="T10" fmla="*/ 2147483647 w 1201"/>
              <a:gd name="T11" fmla="*/ 2147483647 h 1234"/>
              <a:gd name="T12" fmla="*/ 2147483647 w 1201"/>
              <a:gd name="T13" fmla="*/ 2147483647 h 1234"/>
              <a:gd name="T14" fmla="*/ 2147483647 w 1201"/>
              <a:gd name="T15" fmla="*/ 2147483647 h 1234"/>
              <a:gd name="T16" fmla="*/ 2147483647 w 1201"/>
              <a:gd name="T17" fmla="*/ 2147483647 h 1234"/>
              <a:gd name="T18" fmla="*/ 2147483647 w 1201"/>
              <a:gd name="T19" fmla="*/ 2147483647 h 1234"/>
              <a:gd name="T20" fmla="*/ 2147483647 w 1201"/>
              <a:gd name="T21" fmla="*/ 2147483647 h 1234"/>
              <a:gd name="T22" fmla="*/ 2147483647 w 1201"/>
              <a:gd name="T23" fmla="*/ 2147483647 h 1234"/>
              <a:gd name="T24" fmla="*/ 2147483647 w 1201"/>
              <a:gd name="T25" fmla="*/ 2147483647 h 1234"/>
              <a:gd name="T26" fmla="*/ 2147483647 w 1201"/>
              <a:gd name="T27" fmla="*/ 2147483647 h 1234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1201"/>
              <a:gd name="T43" fmla="*/ 0 h 1234"/>
              <a:gd name="T44" fmla="*/ 1201 w 1201"/>
              <a:gd name="T45" fmla="*/ 1234 h 1234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1201" h="1234">
                <a:moveTo>
                  <a:pt x="25" y="709"/>
                </a:moveTo>
                <a:cubicBezTo>
                  <a:pt x="49" y="824"/>
                  <a:pt x="428" y="709"/>
                  <a:pt x="526" y="780"/>
                </a:cubicBezTo>
                <a:cubicBezTo>
                  <a:pt x="624" y="851"/>
                  <a:pt x="543" y="1059"/>
                  <a:pt x="613" y="1134"/>
                </a:cubicBezTo>
                <a:cubicBezTo>
                  <a:pt x="683" y="1209"/>
                  <a:pt x="853" y="1234"/>
                  <a:pt x="946" y="1230"/>
                </a:cubicBezTo>
                <a:cubicBezTo>
                  <a:pt x="1039" y="1226"/>
                  <a:pt x="1141" y="1163"/>
                  <a:pt x="1171" y="1107"/>
                </a:cubicBezTo>
                <a:cubicBezTo>
                  <a:pt x="1201" y="1051"/>
                  <a:pt x="1135" y="963"/>
                  <a:pt x="1126" y="894"/>
                </a:cubicBezTo>
                <a:cubicBezTo>
                  <a:pt x="1117" y="825"/>
                  <a:pt x="1119" y="772"/>
                  <a:pt x="1114" y="693"/>
                </a:cubicBezTo>
                <a:cubicBezTo>
                  <a:pt x="1109" y="614"/>
                  <a:pt x="1095" y="502"/>
                  <a:pt x="1099" y="423"/>
                </a:cubicBezTo>
                <a:cubicBezTo>
                  <a:pt x="1103" y="344"/>
                  <a:pt x="1141" y="281"/>
                  <a:pt x="1141" y="216"/>
                </a:cubicBezTo>
                <a:cubicBezTo>
                  <a:pt x="1141" y="151"/>
                  <a:pt x="1185" y="56"/>
                  <a:pt x="1102" y="33"/>
                </a:cubicBezTo>
                <a:cubicBezTo>
                  <a:pt x="1019" y="10"/>
                  <a:pt x="740" y="0"/>
                  <a:pt x="646" y="81"/>
                </a:cubicBezTo>
                <a:cubicBezTo>
                  <a:pt x="552" y="162"/>
                  <a:pt x="635" y="441"/>
                  <a:pt x="535" y="519"/>
                </a:cubicBezTo>
                <a:cubicBezTo>
                  <a:pt x="435" y="597"/>
                  <a:pt x="129" y="516"/>
                  <a:pt x="44" y="548"/>
                </a:cubicBezTo>
                <a:cubicBezTo>
                  <a:pt x="15" y="601"/>
                  <a:pt x="0" y="594"/>
                  <a:pt x="25" y="70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0121" name="Freeform 103"/>
          <p:cNvSpPr/>
          <p:nvPr/>
        </p:nvSpPr>
        <p:spPr bwMode="auto">
          <a:xfrm>
            <a:off x="2323495" y="3740206"/>
            <a:ext cx="2041525" cy="1979612"/>
          </a:xfrm>
          <a:custGeom>
            <a:avLst/>
            <a:gdLst>
              <a:gd name="T0" fmla="*/ 2147483647 w 1286"/>
              <a:gd name="T1" fmla="*/ 2147483647 h 1247"/>
              <a:gd name="T2" fmla="*/ 2147483647 w 1286"/>
              <a:gd name="T3" fmla="*/ 2147483647 h 1247"/>
              <a:gd name="T4" fmla="*/ 2147483647 w 1286"/>
              <a:gd name="T5" fmla="*/ 2147483647 h 1247"/>
              <a:gd name="T6" fmla="*/ 2147483647 w 1286"/>
              <a:gd name="T7" fmla="*/ 2147483647 h 1247"/>
              <a:gd name="T8" fmla="*/ 2147483647 w 1286"/>
              <a:gd name="T9" fmla="*/ 2147483647 h 1247"/>
              <a:gd name="T10" fmla="*/ 2147483647 w 1286"/>
              <a:gd name="T11" fmla="*/ 2147483647 h 1247"/>
              <a:gd name="T12" fmla="*/ 2147483647 w 1286"/>
              <a:gd name="T13" fmla="*/ 2147483647 h 1247"/>
              <a:gd name="T14" fmla="*/ 2147483647 w 1286"/>
              <a:gd name="T15" fmla="*/ 2147483647 h 1247"/>
              <a:gd name="T16" fmla="*/ 2147483647 w 1286"/>
              <a:gd name="T17" fmla="*/ 2147483647 h 1247"/>
              <a:gd name="T18" fmla="*/ 2147483647 w 1286"/>
              <a:gd name="T19" fmla="*/ 2147483647 h 1247"/>
              <a:gd name="T20" fmla="*/ 2147483647 w 1286"/>
              <a:gd name="T21" fmla="*/ 2147483647 h 1247"/>
              <a:gd name="T22" fmla="*/ 2147483647 w 1286"/>
              <a:gd name="T23" fmla="*/ 2147483647 h 1247"/>
              <a:gd name="T24" fmla="*/ 2147483647 w 1286"/>
              <a:gd name="T25" fmla="*/ 2147483647 h 1247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286"/>
              <a:gd name="T40" fmla="*/ 0 h 1247"/>
              <a:gd name="T41" fmla="*/ 1286 w 1286"/>
              <a:gd name="T42" fmla="*/ 1247 h 1247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286" h="1247">
                <a:moveTo>
                  <a:pt x="587" y="30"/>
                </a:moveTo>
                <a:cubicBezTo>
                  <a:pt x="473" y="60"/>
                  <a:pt x="601" y="475"/>
                  <a:pt x="509" y="618"/>
                </a:cubicBezTo>
                <a:cubicBezTo>
                  <a:pt x="424" y="765"/>
                  <a:pt x="154" y="830"/>
                  <a:pt x="77" y="909"/>
                </a:cubicBezTo>
                <a:cubicBezTo>
                  <a:pt x="0" y="988"/>
                  <a:pt x="37" y="1043"/>
                  <a:pt x="47" y="1095"/>
                </a:cubicBezTo>
                <a:cubicBezTo>
                  <a:pt x="57" y="1147"/>
                  <a:pt x="71" y="1205"/>
                  <a:pt x="140" y="1224"/>
                </a:cubicBezTo>
                <a:cubicBezTo>
                  <a:pt x="209" y="1243"/>
                  <a:pt x="369" y="1212"/>
                  <a:pt x="461" y="1209"/>
                </a:cubicBezTo>
                <a:cubicBezTo>
                  <a:pt x="553" y="1206"/>
                  <a:pt x="571" y="1206"/>
                  <a:pt x="692" y="1209"/>
                </a:cubicBezTo>
                <a:cubicBezTo>
                  <a:pt x="813" y="1212"/>
                  <a:pt x="1094" y="1247"/>
                  <a:pt x="1190" y="1227"/>
                </a:cubicBezTo>
                <a:cubicBezTo>
                  <a:pt x="1286" y="1207"/>
                  <a:pt x="1279" y="1170"/>
                  <a:pt x="1271" y="1089"/>
                </a:cubicBezTo>
                <a:cubicBezTo>
                  <a:pt x="1263" y="1008"/>
                  <a:pt x="1217" y="818"/>
                  <a:pt x="1139" y="741"/>
                </a:cubicBezTo>
                <a:cubicBezTo>
                  <a:pt x="1061" y="664"/>
                  <a:pt x="865" y="743"/>
                  <a:pt x="800" y="627"/>
                </a:cubicBezTo>
                <a:cubicBezTo>
                  <a:pt x="735" y="511"/>
                  <a:pt x="785" y="142"/>
                  <a:pt x="749" y="42"/>
                </a:cubicBezTo>
                <a:cubicBezTo>
                  <a:pt x="695" y="15"/>
                  <a:pt x="701" y="0"/>
                  <a:pt x="587" y="30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0122" name="Line 104"/>
          <p:cNvSpPr>
            <a:spLocks noChangeShapeType="1"/>
          </p:cNvSpPr>
          <p:nvPr/>
        </p:nvSpPr>
        <p:spPr bwMode="auto">
          <a:xfrm flipV="1">
            <a:off x="1700757" y="2592887"/>
            <a:ext cx="328460" cy="1186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0123" name="Line 106"/>
          <p:cNvSpPr>
            <a:spLocks noChangeShapeType="1"/>
          </p:cNvSpPr>
          <p:nvPr/>
        </p:nvSpPr>
        <p:spPr bwMode="auto">
          <a:xfrm flipV="1">
            <a:off x="1749970" y="3325480"/>
            <a:ext cx="277812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0124" name="Line 107"/>
          <p:cNvSpPr>
            <a:spLocks noChangeShapeType="1"/>
          </p:cNvSpPr>
          <p:nvPr/>
        </p:nvSpPr>
        <p:spPr bwMode="auto">
          <a:xfrm flipV="1">
            <a:off x="1710281" y="3868320"/>
            <a:ext cx="307975" cy="802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0125" name="Line 108"/>
          <p:cNvSpPr>
            <a:spLocks noChangeShapeType="1"/>
          </p:cNvSpPr>
          <p:nvPr/>
        </p:nvSpPr>
        <p:spPr bwMode="auto">
          <a:xfrm flipV="1">
            <a:off x="2032374" y="3454067"/>
            <a:ext cx="1082847" cy="1324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0126" name="Text Box 109"/>
          <p:cNvSpPr txBox="1">
            <a:spLocks noChangeArrowheads="1"/>
          </p:cNvSpPr>
          <p:nvPr/>
        </p:nvSpPr>
        <p:spPr bwMode="auto">
          <a:xfrm>
            <a:off x="1748382" y="2279318"/>
            <a:ext cx="85792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223.1.1.1</a:t>
            </a:r>
          </a:p>
        </p:txBody>
      </p:sp>
      <p:sp>
        <p:nvSpPr>
          <p:cNvPr id="90127" name="Text Box 111"/>
          <p:cNvSpPr txBox="1">
            <a:spLocks noChangeArrowheads="1"/>
          </p:cNvSpPr>
          <p:nvPr/>
        </p:nvSpPr>
        <p:spPr bwMode="auto">
          <a:xfrm>
            <a:off x="1634082" y="3904918"/>
            <a:ext cx="85792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223.1.1.3</a:t>
            </a:r>
          </a:p>
        </p:txBody>
      </p:sp>
      <p:sp>
        <p:nvSpPr>
          <p:cNvPr id="90128" name="Text Box 112"/>
          <p:cNvSpPr txBox="1">
            <a:spLocks noChangeArrowheads="1"/>
          </p:cNvSpPr>
          <p:nvPr/>
        </p:nvSpPr>
        <p:spPr bwMode="auto">
          <a:xfrm>
            <a:off x="2380207" y="3144505"/>
            <a:ext cx="85792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223.1.1.4</a:t>
            </a:r>
          </a:p>
        </p:txBody>
      </p:sp>
      <p:sp>
        <p:nvSpPr>
          <p:cNvPr id="90129" name="Line 113"/>
          <p:cNvSpPr>
            <a:spLocks noChangeShapeType="1"/>
          </p:cNvSpPr>
          <p:nvPr/>
        </p:nvSpPr>
        <p:spPr bwMode="auto">
          <a:xfrm flipV="1">
            <a:off x="3627981" y="3445801"/>
            <a:ext cx="1185279" cy="1144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0130" name="Text Box 114"/>
          <p:cNvSpPr txBox="1">
            <a:spLocks noChangeArrowheads="1"/>
          </p:cNvSpPr>
          <p:nvPr/>
        </p:nvSpPr>
        <p:spPr bwMode="auto">
          <a:xfrm>
            <a:off x="3500982" y="3146093"/>
            <a:ext cx="85792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223.1.2.9</a:t>
            </a:r>
          </a:p>
        </p:txBody>
      </p:sp>
      <p:sp>
        <p:nvSpPr>
          <p:cNvPr id="90131" name="Line 116"/>
          <p:cNvSpPr>
            <a:spLocks noChangeShapeType="1"/>
          </p:cNvSpPr>
          <p:nvPr/>
        </p:nvSpPr>
        <p:spPr bwMode="auto">
          <a:xfrm>
            <a:off x="4813261" y="2726814"/>
            <a:ext cx="234016" cy="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0132" name="Line 117"/>
          <p:cNvSpPr>
            <a:spLocks noChangeShapeType="1"/>
          </p:cNvSpPr>
          <p:nvPr/>
        </p:nvSpPr>
        <p:spPr bwMode="auto">
          <a:xfrm>
            <a:off x="4797271" y="4047793"/>
            <a:ext cx="311849" cy="158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0133" name="Line 120"/>
          <p:cNvSpPr>
            <a:spLocks noChangeShapeType="1"/>
          </p:cNvSpPr>
          <p:nvPr/>
        </p:nvSpPr>
        <p:spPr bwMode="auto">
          <a:xfrm>
            <a:off x="3380381" y="3696933"/>
            <a:ext cx="4713" cy="132757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0134" name="Line 122"/>
          <p:cNvSpPr>
            <a:spLocks noChangeShapeType="1"/>
          </p:cNvSpPr>
          <p:nvPr/>
        </p:nvSpPr>
        <p:spPr bwMode="auto">
          <a:xfrm flipH="1" flipV="1">
            <a:off x="2783870" y="5054656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0135" name="Line 123"/>
          <p:cNvSpPr>
            <a:spLocks noChangeShapeType="1"/>
          </p:cNvSpPr>
          <p:nvPr/>
        </p:nvSpPr>
        <p:spPr bwMode="auto">
          <a:xfrm flipH="1" flipV="1">
            <a:off x="3953420" y="5073318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0136" name="Text Box 124"/>
          <p:cNvSpPr txBox="1">
            <a:spLocks noChangeArrowheads="1"/>
          </p:cNvSpPr>
          <p:nvPr/>
        </p:nvSpPr>
        <p:spPr bwMode="auto">
          <a:xfrm>
            <a:off x="3896708" y="4865743"/>
            <a:ext cx="85792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223.1.3.2</a:t>
            </a:r>
          </a:p>
        </p:txBody>
      </p:sp>
      <p:sp>
        <p:nvSpPr>
          <p:cNvPr id="90137" name="Text Box 127"/>
          <p:cNvSpPr txBox="1">
            <a:spLocks noChangeArrowheads="1"/>
          </p:cNvSpPr>
          <p:nvPr/>
        </p:nvSpPr>
        <p:spPr bwMode="auto">
          <a:xfrm>
            <a:off x="1937817" y="4888066"/>
            <a:ext cx="85792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223.1.3.1</a:t>
            </a:r>
          </a:p>
        </p:txBody>
      </p:sp>
      <p:grpSp>
        <p:nvGrpSpPr>
          <p:cNvPr id="90138" name="Group 129"/>
          <p:cNvGrpSpPr/>
          <p:nvPr/>
        </p:nvGrpSpPr>
        <p:grpSpPr bwMode="auto">
          <a:xfrm>
            <a:off x="1146720" y="2306305"/>
            <a:ext cx="641350" cy="558800"/>
            <a:chOff x="-44" y="1473"/>
            <a:chExt cx="981" cy="1105"/>
          </a:xfrm>
        </p:grpSpPr>
        <p:pic>
          <p:nvPicPr>
            <p:cNvPr id="90238" name="Picture 130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0239" name="Freeform 131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90139" name="Group 132"/>
          <p:cNvGrpSpPr/>
          <p:nvPr/>
        </p:nvGrpSpPr>
        <p:grpSpPr bwMode="auto">
          <a:xfrm>
            <a:off x="1141957" y="2915905"/>
            <a:ext cx="641350" cy="558800"/>
            <a:chOff x="-44" y="1473"/>
            <a:chExt cx="981" cy="1105"/>
          </a:xfrm>
        </p:grpSpPr>
        <p:pic>
          <p:nvPicPr>
            <p:cNvPr id="90236" name="Picture 133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0237" name="Freeform 134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90140" name="Group 135"/>
          <p:cNvGrpSpPr/>
          <p:nvPr/>
        </p:nvGrpSpPr>
        <p:grpSpPr bwMode="auto">
          <a:xfrm>
            <a:off x="1170532" y="3525505"/>
            <a:ext cx="641350" cy="558800"/>
            <a:chOff x="-44" y="1473"/>
            <a:chExt cx="981" cy="1105"/>
          </a:xfrm>
        </p:grpSpPr>
        <p:pic>
          <p:nvPicPr>
            <p:cNvPr id="90234" name="Picture 136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0235" name="Freeform 137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90141" name="Group 138"/>
          <p:cNvGrpSpPr/>
          <p:nvPr/>
        </p:nvGrpSpPr>
        <p:grpSpPr bwMode="auto">
          <a:xfrm flipH="1">
            <a:off x="4878932" y="2474580"/>
            <a:ext cx="641350" cy="558800"/>
            <a:chOff x="-44" y="1473"/>
            <a:chExt cx="981" cy="1105"/>
          </a:xfrm>
        </p:grpSpPr>
        <p:pic>
          <p:nvPicPr>
            <p:cNvPr id="90232" name="Picture 139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0233" name="Freeform 14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90142" name="Group 141"/>
          <p:cNvGrpSpPr/>
          <p:nvPr/>
        </p:nvGrpSpPr>
        <p:grpSpPr bwMode="auto">
          <a:xfrm flipH="1">
            <a:off x="4953545" y="3754105"/>
            <a:ext cx="641350" cy="558800"/>
            <a:chOff x="-44" y="1473"/>
            <a:chExt cx="981" cy="1105"/>
          </a:xfrm>
        </p:grpSpPr>
        <p:pic>
          <p:nvPicPr>
            <p:cNvPr id="90230" name="Picture 142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0231" name="Freeform 143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90143" name="Group 144"/>
          <p:cNvGrpSpPr/>
          <p:nvPr/>
        </p:nvGrpSpPr>
        <p:grpSpPr bwMode="auto">
          <a:xfrm flipH="1">
            <a:off x="3717320" y="5192768"/>
            <a:ext cx="641350" cy="558800"/>
            <a:chOff x="-44" y="1473"/>
            <a:chExt cx="981" cy="1105"/>
          </a:xfrm>
        </p:grpSpPr>
        <p:pic>
          <p:nvPicPr>
            <p:cNvPr id="90228" name="Picture 145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0229" name="Freeform 146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90144" name="Group 147"/>
          <p:cNvGrpSpPr/>
          <p:nvPr/>
        </p:nvGrpSpPr>
        <p:grpSpPr bwMode="auto">
          <a:xfrm flipH="1">
            <a:off x="2553683" y="5234043"/>
            <a:ext cx="641350" cy="558800"/>
            <a:chOff x="-44" y="1473"/>
            <a:chExt cx="981" cy="1105"/>
          </a:xfrm>
        </p:grpSpPr>
        <p:pic>
          <p:nvPicPr>
            <p:cNvPr id="90226" name="Picture 148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0227" name="Freeform 149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90145" name="Group 150"/>
          <p:cNvGrpSpPr/>
          <p:nvPr/>
        </p:nvGrpSpPr>
        <p:grpSpPr bwMode="auto">
          <a:xfrm>
            <a:off x="3011200" y="3364275"/>
            <a:ext cx="698500" cy="355600"/>
            <a:chOff x="4396" y="1245"/>
            <a:chExt cx="672" cy="248"/>
          </a:xfrm>
        </p:grpSpPr>
        <p:sp>
          <p:nvSpPr>
            <p:cNvPr id="90218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0219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0220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90221" name="Group 154"/>
            <p:cNvGrpSpPr/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90224" name="Freeform 155"/>
              <p:cNvSpPr/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225" name="Freeform 156"/>
              <p:cNvSpPr/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90222" name="Line 157"/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0223" name="Line 158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90146" name="Rectangle 162"/>
          <p:cNvSpPr>
            <a:spLocks noChangeArrowheads="1"/>
          </p:cNvSpPr>
          <p:nvPr/>
        </p:nvSpPr>
        <p:spPr bwMode="auto">
          <a:xfrm>
            <a:off x="1864270" y="3028618"/>
            <a:ext cx="288925" cy="233362"/>
          </a:xfrm>
          <a:prstGeom prst="rect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14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0147" name="Text Box 110"/>
          <p:cNvSpPr txBox="1">
            <a:spLocks noChangeArrowheads="1"/>
          </p:cNvSpPr>
          <p:nvPr/>
        </p:nvSpPr>
        <p:spPr bwMode="auto">
          <a:xfrm>
            <a:off x="1699170" y="2934955"/>
            <a:ext cx="85792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223.1.1.2</a:t>
            </a:r>
          </a:p>
        </p:txBody>
      </p:sp>
      <p:sp>
        <p:nvSpPr>
          <p:cNvPr id="90148" name="Rectangle 165"/>
          <p:cNvSpPr>
            <a:spLocks noChangeArrowheads="1"/>
          </p:cNvSpPr>
          <p:nvPr/>
        </p:nvSpPr>
        <p:spPr bwMode="auto">
          <a:xfrm>
            <a:off x="4605882" y="3738230"/>
            <a:ext cx="288925" cy="233363"/>
          </a:xfrm>
          <a:prstGeom prst="rect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14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0150" name="Text Box 128"/>
          <p:cNvSpPr txBox="1">
            <a:spLocks noChangeArrowheads="1"/>
          </p:cNvSpPr>
          <p:nvPr/>
        </p:nvSpPr>
        <p:spPr bwMode="auto">
          <a:xfrm>
            <a:off x="2474595" y="3775317"/>
            <a:ext cx="94769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223.1.3.27</a:t>
            </a:r>
          </a:p>
        </p:txBody>
      </p:sp>
      <p:sp>
        <p:nvSpPr>
          <p:cNvPr id="90151" name="Text Box 118"/>
          <p:cNvSpPr txBox="1">
            <a:spLocks noChangeArrowheads="1"/>
          </p:cNvSpPr>
          <p:nvPr/>
        </p:nvSpPr>
        <p:spPr bwMode="auto">
          <a:xfrm>
            <a:off x="3975645" y="3752518"/>
            <a:ext cx="85792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223.1.2.2</a:t>
            </a:r>
          </a:p>
        </p:txBody>
      </p:sp>
      <p:sp>
        <p:nvSpPr>
          <p:cNvPr id="90152" name="Text Box 119"/>
          <p:cNvSpPr txBox="1">
            <a:spLocks noChangeArrowheads="1"/>
          </p:cNvSpPr>
          <p:nvPr/>
        </p:nvSpPr>
        <p:spPr bwMode="auto">
          <a:xfrm>
            <a:off x="4805907" y="2236455"/>
            <a:ext cx="85792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223.1.2.1</a:t>
            </a:r>
          </a:p>
        </p:txBody>
      </p:sp>
      <p:sp>
        <p:nvSpPr>
          <p:cNvPr id="90153" name="Text Box 168"/>
          <p:cNvSpPr txBox="1">
            <a:spLocks noChangeArrowheads="1"/>
          </p:cNvSpPr>
          <p:nvPr/>
        </p:nvSpPr>
        <p:spPr bwMode="auto">
          <a:xfrm>
            <a:off x="3660443" y="1680843"/>
            <a:ext cx="954107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zh-CN" sz="200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DHCP</a:t>
            </a:r>
          </a:p>
          <a:p>
            <a:pPr algn="ctr">
              <a:lnSpc>
                <a:spcPct val="85000"/>
              </a:lnSpc>
            </a:pPr>
            <a:r>
              <a:rPr lang="zh-CN" altLang="en-US" sz="200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服务器</a:t>
            </a:r>
            <a:endParaRPr lang="en-US" altLang="zh-CN" sz="2000" dirty="0">
              <a:solidFill>
                <a:srgbClr val="CC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0154" name="Text Box 170"/>
          <p:cNvSpPr txBox="1">
            <a:spLocks noChangeArrowheads="1"/>
          </p:cNvSpPr>
          <p:nvPr/>
        </p:nvSpPr>
        <p:spPr bwMode="auto">
          <a:xfrm>
            <a:off x="6609560" y="3126398"/>
            <a:ext cx="2259013" cy="4257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ts val="2600"/>
              </a:lnSpc>
            </a:pP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到达的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lang="en-US" altLang="zh-CN" sz="200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DHCP</a:t>
            </a:r>
            <a:r>
              <a:rPr lang="zh-CN" altLang="en-US" sz="200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客户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90155" name="Group 195"/>
          <p:cNvGrpSpPr/>
          <p:nvPr/>
        </p:nvGrpSpPr>
        <p:grpSpPr bwMode="auto">
          <a:xfrm>
            <a:off x="3948657" y="2304718"/>
            <a:ext cx="401638" cy="681037"/>
            <a:chOff x="4140" y="429"/>
            <a:chExt cx="1425" cy="2396"/>
          </a:xfrm>
        </p:grpSpPr>
        <p:sp>
          <p:nvSpPr>
            <p:cNvPr id="90186" name="Freeform 196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0187" name="Rectangle 197"/>
            <p:cNvSpPr>
              <a:spLocks noChangeArrowheads="1"/>
            </p:cNvSpPr>
            <p:nvPr/>
          </p:nvSpPr>
          <p:spPr bwMode="auto">
            <a:xfrm>
              <a:off x="4208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0188" name="Freeform 198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0189" name="Freeform 199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0190" name="Rectangle 200"/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90191" name="Group 201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0216" name="AutoShape 202"/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4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217" name="AutoShape 203"/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89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4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90192" name="Rectangle 204"/>
            <p:cNvSpPr>
              <a:spLocks noChangeArrowheads="1"/>
            </p:cNvSpPr>
            <p:nvPr/>
          </p:nvSpPr>
          <p:spPr bwMode="auto">
            <a:xfrm>
              <a:off x="4224" y="1021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90193" name="Group 205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0214" name="AutoShape 206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4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215" name="AutoShape 207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4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90194" name="Rectangle 208"/>
            <p:cNvSpPr>
              <a:spLocks noChangeArrowheads="1"/>
            </p:cNvSpPr>
            <p:nvPr/>
          </p:nvSpPr>
          <p:spPr bwMode="auto">
            <a:xfrm>
              <a:off x="4219" y="1356"/>
              <a:ext cx="59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0195" name="Rectangle 209"/>
            <p:cNvSpPr>
              <a:spLocks noChangeArrowheads="1"/>
            </p:cNvSpPr>
            <p:nvPr/>
          </p:nvSpPr>
          <p:spPr bwMode="auto">
            <a:xfrm>
              <a:off x="4230" y="1658"/>
              <a:ext cx="591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90196" name="Group 210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0212" name="AutoShape 211"/>
              <p:cNvSpPr>
                <a:spLocks noChangeArrowheads="1"/>
              </p:cNvSpPr>
              <p:nvPr/>
            </p:nvSpPr>
            <p:spPr bwMode="auto">
              <a:xfrm>
                <a:off x="617" y="2576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4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213" name="AutoShape 212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4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90197" name="Freeform 213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90198" name="Group 214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0210" name="AutoShape 215"/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30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4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211" name="AutoShape 216"/>
              <p:cNvSpPr>
                <a:spLocks noChangeArrowheads="1"/>
              </p:cNvSpPr>
              <p:nvPr/>
            </p:nvSpPr>
            <p:spPr bwMode="auto">
              <a:xfrm>
                <a:off x="626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4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90199" name="Rectangle 217"/>
            <p:cNvSpPr>
              <a:spLocks noChangeArrowheads="1"/>
            </p:cNvSpPr>
            <p:nvPr/>
          </p:nvSpPr>
          <p:spPr bwMode="auto">
            <a:xfrm>
              <a:off x="5250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0200" name="Freeform 218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0201" name="Freeform 219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0202" name="Oval 220"/>
            <p:cNvSpPr>
              <a:spLocks noChangeArrowheads="1"/>
            </p:cNvSpPr>
            <p:nvPr/>
          </p:nvSpPr>
          <p:spPr bwMode="auto">
            <a:xfrm>
              <a:off x="5514" y="2613"/>
              <a:ext cx="51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0203" name="Freeform 221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0204" name="AutoShape 222"/>
            <p:cNvSpPr>
              <a:spLocks noChangeArrowheads="1"/>
            </p:cNvSpPr>
            <p:nvPr/>
          </p:nvSpPr>
          <p:spPr bwMode="auto">
            <a:xfrm>
              <a:off x="4140" y="2680"/>
              <a:ext cx="1200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0205" name="AutoShape 223"/>
            <p:cNvSpPr>
              <a:spLocks noChangeArrowheads="1"/>
            </p:cNvSpPr>
            <p:nvPr/>
          </p:nvSpPr>
          <p:spPr bwMode="auto">
            <a:xfrm>
              <a:off x="4208" y="2713"/>
              <a:ext cx="1070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0206" name="Oval 224"/>
            <p:cNvSpPr>
              <a:spLocks noChangeArrowheads="1"/>
            </p:cNvSpPr>
            <p:nvPr/>
          </p:nvSpPr>
          <p:spPr bwMode="auto">
            <a:xfrm>
              <a:off x="4309" y="2384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0207" name="Oval 225"/>
            <p:cNvSpPr>
              <a:spLocks noChangeArrowheads="1"/>
            </p:cNvSpPr>
            <p:nvPr/>
          </p:nvSpPr>
          <p:spPr bwMode="auto">
            <a:xfrm>
              <a:off x="4484" y="2384"/>
              <a:ext cx="163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zh-CN" altLang="zh-CN" sz="140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0208" name="Oval 226"/>
            <p:cNvSpPr>
              <a:spLocks noChangeArrowheads="1"/>
            </p:cNvSpPr>
            <p:nvPr/>
          </p:nvSpPr>
          <p:spPr bwMode="auto">
            <a:xfrm>
              <a:off x="4664" y="2384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0209" name="Rectangle 227"/>
            <p:cNvSpPr>
              <a:spLocks noChangeArrowheads="1"/>
            </p:cNvSpPr>
            <p:nvPr/>
          </p:nvSpPr>
          <p:spPr bwMode="auto">
            <a:xfrm>
              <a:off x="5064" y="1836"/>
              <a:ext cx="84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90156" name="Group 231"/>
          <p:cNvGrpSpPr/>
          <p:nvPr/>
        </p:nvGrpSpPr>
        <p:grpSpPr bwMode="auto">
          <a:xfrm>
            <a:off x="5561557" y="3050843"/>
            <a:ext cx="1101725" cy="549275"/>
            <a:chOff x="3428" y="1798"/>
            <a:chExt cx="694" cy="346"/>
          </a:xfrm>
        </p:grpSpPr>
        <p:grpSp>
          <p:nvGrpSpPr>
            <p:cNvPr id="90162" name="Group 229"/>
            <p:cNvGrpSpPr/>
            <p:nvPr/>
          </p:nvGrpSpPr>
          <p:grpSpPr bwMode="auto">
            <a:xfrm>
              <a:off x="3628" y="1798"/>
              <a:ext cx="494" cy="346"/>
              <a:chOff x="4420" y="878"/>
              <a:chExt cx="614" cy="458"/>
            </a:xfrm>
          </p:grpSpPr>
          <p:pic>
            <p:nvPicPr>
              <p:cNvPr id="90164" name="Picture 173" descr="laptop_keyboard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4420" y="1108"/>
                <a:ext cx="527" cy="2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0165" name="Freeform 174"/>
              <p:cNvSpPr/>
              <p:nvPr/>
            </p:nvSpPr>
            <p:spPr bwMode="auto">
              <a:xfrm>
                <a:off x="4595" y="888"/>
                <a:ext cx="424" cy="297"/>
              </a:xfrm>
              <a:custGeom>
                <a:avLst/>
                <a:gdLst>
                  <a:gd name="T0" fmla="*/ 0 w 2982"/>
                  <a:gd name="T1" fmla="*/ 0 h 2442"/>
                  <a:gd name="T2" fmla="*/ 0 w 2982"/>
                  <a:gd name="T3" fmla="*/ 0 h 2442"/>
                  <a:gd name="T4" fmla="*/ 0 w 2982"/>
                  <a:gd name="T5" fmla="*/ 0 h 2442"/>
                  <a:gd name="T6" fmla="*/ 0 w 2982"/>
                  <a:gd name="T7" fmla="*/ 0 h 2442"/>
                  <a:gd name="T8" fmla="*/ 0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pic>
            <p:nvPicPr>
              <p:cNvPr id="90166" name="Picture 175" descr="screen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16" y="895"/>
                <a:ext cx="385" cy="2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0167" name="Freeform 176"/>
              <p:cNvSpPr/>
              <p:nvPr/>
            </p:nvSpPr>
            <p:spPr bwMode="auto">
              <a:xfrm>
                <a:off x="4672" y="879"/>
                <a:ext cx="359" cy="55"/>
              </a:xfrm>
              <a:custGeom>
                <a:avLst/>
                <a:gdLst>
                  <a:gd name="T0" fmla="*/ 0 w 2528"/>
                  <a:gd name="T1" fmla="*/ 0 h 455"/>
                  <a:gd name="T2" fmla="*/ 0 w 2528"/>
                  <a:gd name="T3" fmla="*/ 0 h 455"/>
                  <a:gd name="T4" fmla="*/ 0 w 2528"/>
                  <a:gd name="T5" fmla="*/ 0 h 455"/>
                  <a:gd name="T6" fmla="*/ 0 w 2528"/>
                  <a:gd name="T7" fmla="*/ 0 h 455"/>
                  <a:gd name="T8" fmla="*/ 0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168" name="Freeform 177"/>
              <p:cNvSpPr/>
              <p:nvPr/>
            </p:nvSpPr>
            <p:spPr bwMode="auto">
              <a:xfrm>
                <a:off x="4591" y="878"/>
                <a:ext cx="100" cy="230"/>
              </a:xfrm>
              <a:custGeom>
                <a:avLst/>
                <a:gdLst>
                  <a:gd name="T0" fmla="*/ 0 w 702"/>
                  <a:gd name="T1" fmla="*/ 0 h 1893"/>
                  <a:gd name="T2" fmla="*/ 0 w 702"/>
                  <a:gd name="T3" fmla="*/ 0 h 1893"/>
                  <a:gd name="T4" fmla="*/ 0 w 702"/>
                  <a:gd name="T5" fmla="*/ 0 h 1893"/>
                  <a:gd name="T6" fmla="*/ 0 w 702"/>
                  <a:gd name="T7" fmla="*/ 0 h 1893"/>
                  <a:gd name="T8" fmla="*/ 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169" name="Freeform 178"/>
              <p:cNvSpPr/>
              <p:nvPr/>
            </p:nvSpPr>
            <p:spPr bwMode="auto">
              <a:xfrm>
                <a:off x="4921" y="920"/>
                <a:ext cx="108" cy="265"/>
              </a:xfrm>
              <a:custGeom>
                <a:avLst/>
                <a:gdLst>
                  <a:gd name="T0" fmla="*/ 0 w 756"/>
                  <a:gd name="T1" fmla="*/ 0 h 2184"/>
                  <a:gd name="T2" fmla="*/ 0 w 756"/>
                  <a:gd name="T3" fmla="*/ 0 h 2184"/>
                  <a:gd name="T4" fmla="*/ 0 w 756"/>
                  <a:gd name="T5" fmla="*/ 0 h 2184"/>
                  <a:gd name="T6" fmla="*/ 0 w 756"/>
                  <a:gd name="T7" fmla="*/ 0 h 2184"/>
                  <a:gd name="T8" fmla="*/ 0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170" name="Freeform 179"/>
              <p:cNvSpPr/>
              <p:nvPr/>
            </p:nvSpPr>
            <p:spPr bwMode="auto">
              <a:xfrm>
                <a:off x="4590" y="1097"/>
                <a:ext cx="394" cy="89"/>
              </a:xfrm>
              <a:custGeom>
                <a:avLst/>
                <a:gdLst>
                  <a:gd name="T0" fmla="*/ 0 w 2773"/>
                  <a:gd name="T1" fmla="*/ 0 h 738"/>
                  <a:gd name="T2" fmla="*/ 0 w 2773"/>
                  <a:gd name="T3" fmla="*/ 0 h 738"/>
                  <a:gd name="T4" fmla="*/ 0 w 2773"/>
                  <a:gd name="T5" fmla="*/ 0 h 738"/>
                  <a:gd name="T6" fmla="*/ 0 w 2773"/>
                  <a:gd name="T7" fmla="*/ 0 h 738"/>
                  <a:gd name="T8" fmla="*/ 0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171" name="Freeform 180"/>
              <p:cNvSpPr/>
              <p:nvPr/>
            </p:nvSpPr>
            <p:spPr bwMode="auto">
              <a:xfrm>
                <a:off x="4933" y="922"/>
                <a:ext cx="101" cy="266"/>
              </a:xfrm>
              <a:custGeom>
                <a:avLst/>
                <a:gdLst>
                  <a:gd name="T0" fmla="*/ 0 w 637"/>
                  <a:gd name="T1" fmla="*/ 0 h 1659"/>
                  <a:gd name="T2" fmla="*/ 0 w 637"/>
                  <a:gd name="T3" fmla="*/ 0 h 1659"/>
                  <a:gd name="T4" fmla="*/ 0 w 637"/>
                  <a:gd name="T5" fmla="*/ 0 h 1659"/>
                  <a:gd name="T6" fmla="*/ 0 w 637"/>
                  <a:gd name="T7" fmla="*/ 0 h 1659"/>
                  <a:gd name="T8" fmla="*/ 0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172" name="Freeform 181"/>
              <p:cNvSpPr/>
              <p:nvPr/>
            </p:nvSpPr>
            <p:spPr bwMode="auto">
              <a:xfrm>
                <a:off x="4590" y="1109"/>
                <a:ext cx="351" cy="88"/>
              </a:xfrm>
              <a:custGeom>
                <a:avLst/>
                <a:gdLst>
                  <a:gd name="T0" fmla="*/ 0 w 2216"/>
                  <a:gd name="T1" fmla="*/ 0 h 550"/>
                  <a:gd name="T2" fmla="*/ 0 w 2216"/>
                  <a:gd name="T3" fmla="*/ 0 h 550"/>
                  <a:gd name="T4" fmla="*/ 0 w 2216"/>
                  <a:gd name="T5" fmla="*/ 0 h 550"/>
                  <a:gd name="T6" fmla="*/ 0 w 2216"/>
                  <a:gd name="T7" fmla="*/ 0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90173" name="Group 182"/>
              <p:cNvGrpSpPr/>
              <p:nvPr/>
            </p:nvGrpSpPr>
            <p:grpSpPr bwMode="auto">
              <a:xfrm>
                <a:off x="4584" y="1203"/>
                <a:ext cx="119" cy="53"/>
                <a:chOff x="1740" y="2642"/>
                <a:chExt cx="752" cy="327"/>
              </a:xfrm>
            </p:grpSpPr>
            <p:sp>
              <p:nvSpPr>
                <p:cNvPr id="90180" name="Freeform 183"/>
                <p:cNvSpPr/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0181" name="Freeform 184"/>
                <p:cNvSpPr/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0182" name="Freeform 185"/>
                <p:cNvSpPr/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0183" name="Freeform 186"/>
                <p:cNvSpPr/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0184" name="Freeform 187"/>
                <p:cNvSpPr/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0185" name="Freeform 188"/>
                <p:cNvSpPr/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90174" name="Freeform 189"/>
              <p:cNvSpPr/>
              <p:nvPr/>
            </p:nvSpPr>
            <p:spPr bwMode="auto">
              <a:xfrm>
                <a:off x="4788" y="1211"/>
                <a:ext cx="144" cy="116"/>
              </a:xfrm>
              <a:custGeom>
                <a:avLst/>
                <a:gdLst>
                  <a:gd name="T0" fmla="*/ 0 w 990"/>
                  <a:gd name="T1" fmla="*/ 0 h 792"/>
                  <a:gd name="T2" fmla="*/ 0 w 990"/>
                  <a:gd name="T3" fmla="*/ 0 h 792"/>
                  <a:gd name="T4" fmla="*/ 0 w 990"/>
                  <a:gd name="T5" fmla="*/ 0 h 792"/>
                  <a:gd name="T6" fmla="*/ 0 w 990"/>
                  <a:gd name="T7" fmla="*/ 0 h 792"/>
                  <a:gd name="T8" fmla="*/ 0 w 990"/>
                  <a:gd name="T9" fmla="*/ 0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175" name="Freeform 190"/>
              <p:cNvSpPr/>
              <p:nvPr/>
            </p:nvSpPr>
            <p:spPr bwMode="auto">
              <a:xfrm>
                <a:off x="4420" y="1220"/>
                <a:ext cx="369" cy="10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0 h 723"/>
                  <a:gd name="T6" fmla="*/ 0 w 2532"/>
                  <a:gd name="T7" fmla="*/ 0 h 723"/>
                  <a:gd name="T8" fmla="*/ 0 w 2532"/>
                  <a:gd name="T9" fmla="*/ 0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176" name="Freeform 191"/>
              <p:cNvSpPr/>
              <p:nvPr/>
            </p:nvSpPr>
            <p:spPr bwMode="auto">
              <a:xfrm>
                <a:off x="4420" y="1201"/>
                <a:ext cx="4" cy="21"/>
              </a:xfrm>
              <a:custGeom>
                <a:avLst/>
                <a:gdLst>
                  <a:gd name="T0" fmla="*/ 0 w 26"/>
                  <a:gd name="T1" fmla="*/ 0 h 147"/>
                  <a:gd name="T2" fmla="*/ 0 w 26"/>
                  <a:gd name="T3" fmla="*/ 0 h 147"/>
                  <a:gd name="T4" fmla="*/ 0 w 26"/>
                  <a:gd name="T5" fmla="*/ 0 h 147"/>
                  <a:gd name="T6" fmla="*/ 0 w 26"/>
                  <a:gd name="T7" fmla="*/ 0 h 147"/>
                  <a:gd name="T8" fmla="*/ 0 w 26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177" name="Freeform 192"/>
              <p:cNvSpPr/>
              <p:nvPr/>
            </p:nvSpPr>
            <p:spPr bwMode="auto">
              <a:xfrm>
                <a:off x="4421" y="1114"/>
                <a:ext cx="171" cy="88"/>
              </a:xfrm>
              <a:custGeom>
                <a:avLst/>
                <a:gdLst>
                  <a:gd name="T0" fmla="*/ 0 w 1176"/>
                  <a:gd name="T1" fmla="*/ 0 h 606"/>
                  <a:gd name="T2" fmla="*/ 0 w 1176"/>
                  <a:gd name="T3" fmla="*/ 0 h 606"/>
                  <a:gd name="T4" fmla="*/ 0 w 1176"/>
                  <a:gd name="T5" fmla="*/ 0 h 606"/>
                  <a:gd name="T6" fmla="*/ 0 w 1176"/>
                  <a:gd name="T7" fmla="*/ 0 h 606"/>
                  <a:gd name="T8" fmla="*/ 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178" name="Freeform 193"/>
              <p:cNvSpPr/>
              <p:nvPr/>
            </p:nvSpPr>
            <p:spPr bwMode="auto">
              <a:xfrm>
                <a:off x="4432" y="1205"/>
                <a:ext cx="350" cy="102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0 h 723"/>
                  <a:gd name="T6" fmla="*/ 0 w 2532"/>
                  <a:gd name="T7" fmla="*/ 0 h 723"/>
                  <a:gd name="T8" fmla="*/ 0 w 2532"/>
                  <a:gd name="T9" fmla="*/ 0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179" name="Freeform 194"/>
              <p:cNvSpPr/>
              <p:nvPr/>
            </p:nvSpPr>
            <p:spPr bwMode="auto">
              <a:xfrm flipV="1">
                <a:off x="4782" y="1198"/>
                <a:ext cx="142" cy="10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0 h 723"/>
                  <a:gd name="T6" fmla="*/ 0 w 2532"/>
                  <a:gd name="T7" fmla="*/ 0 h 723"/>
                  <a:gd name="T8" fmla="*/ 0 w 2532"/>
                  <a:gd name="T9" fmla="*/ 0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90163" name="Line 230"/>
            <p:cNvSpPr>
              <a:spLocks noChangeShapeType="1"/>
            </p:cNvSpPr>
            <p:nvPr/>
          </p:nvSpPr>
          <p:spPr bwMode="auto">
            <a:xfrm flipH="1">
              <a:off x="3428" y="2002"/>
              <a:ext cx="27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90157" name="AutoShape 232"/>
          <p:cNvSpPr>
            <a:spLocks noChangeArrowheads="1"/>
          </p:cNvSpPr>
          <p:nvPr/>
        </p:nvSpPr>
        <p:spPr bwMode="auto">
          <a:xfrm>
            <a:off x="5829845" y="3608055"/>
            <a:ext cx="976312" cy="374650"/>
          </a:xfrm>
          <a:prstGeom prst="leftArrow">
            <a:avLst>
              <a:gd name="adj1" fmla="val 50000"/>
              <a:gd name="adj2" fmla="val 65148"/>
            </a:avLst>
          </a:prstGeom>
          <a:gradFill rotWithShape="1">
            <a:gsLst>
              <a:gs pos="0">
                <a:srgbClr val="CC0000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18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0158" name="Line 233"/>
          <p:cNvSpPr>
            <a:spLocks noChangeShapeType="1"/>
          </p:cNvSpPr>
          <p:nvPr/>
        </p:nvSpPr>
        <p:spPr bwMode="auto">
          <a:xfrm flipH="1">
            <a:off x="4343944" y="2865104"/>
            <a:ext cx="443052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29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 IPv4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</a:t>
            </a:r>
          </a:p>
        </p:txBody>
      </p:sp>
      <p:sp>
        <p:nvSpPr>
          <p:cNvPr id="127" name="Line 120">
            <a:extLst>
              <a:ext uri="{FF2B5EF4-FFF2-40B4-BE49-F238E27FC236}">
                <a16:creationId xmlns:a16="http://schemas.microsoft.com/office/drawing/2014/main" id="{86CD5CD3-3ACF-4D5C-99FA-38D622CB1AAB}"/>
              </a:ext>
            </a:extLst>
          </p:cNvPr>
          <p:cNvSpPr>
            <a:spLocks noChangeShapeType="1"/>
          </p:cNvSpPr>
          <p:nvPr/>
        </p:nvSpPr>
        <p:spPr bwMode="auto">
          <a:xfrm>
            <a:off x="2032375" y="2595210"/>
            <a:ext cx="11769" cy="127638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28" name="Line 120">
            <a:extLst>
              <a:ext uri="{FF2B5EF4-FFF2-40B4-BE49-F238E27FC236}">
                <a16:creationId xmlns:a16="http://schemas.microsoft.com/office/drawing/2014/main" id="{8F54167A-7388-45B2-B3B5-1BEE250AEFFE}"/>
              </a:ext>
            </a:extLst>
          </p:cNvPr>
          <p:cNvSpPr>
            <a:spLocks noChangeShapeType="1"/>
          </p:cNvSpPr>
          <p:nvPr/>
        </p:nvSpPr>
        <p:spPr bwMode="auto">
          <a:xfrm>
            <a:off x="4809977" y="2726816"/>
            <a:ext cx="15461" cy="133348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30" name="Line 106">
            <a:extLst>
              <a:ext uri="{FF2B5EF4-FFF2-40B4-BE49-F238E27FC236}">
                <a16:creationId xmlns:a16="http://schemas.microsoft.com/office/drawing/2014/main" id="{F21FF23E-01DD-4926-BC79-624775ACA1D6}"/>
              </a:ext>
            </a:extLst>
          </p:cNvPr>
          <p:cNvSpPr>
            <a:spLocks noChangeShapeType="1"/>
          </p:cNvSpPr>
          <p:nvPr/>
        </p:nvSpPr>
        <p:spPr bwMode="auto">
          <a:xfrm>
            <a:off x="2779782" y="5034211"/>
            <a:ext cx="1163499" cy="107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1" name="Text Box 7"/>
          <p:cNvSpPr txBox="1">
            <a:spLocks noChangeArrowheads="1"/>
          </p:cNvSpPr>
          <p:nvPr/>
        </p:nvSpPr>
        <p:spPr bwMode="auto">
          <a:xfrm>
            <a:off x="418296" y="1211978"/>
            <a:ext cx="241925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600" dirty="0">
                <a:solidFill>
                  <a:srgbClr val="CC0000"/>
                </a:solidFill>
              </a:rPr>
              <a:t>DHCP</a:t>
            </a:r>
            <a:r>
              <a:rPr lang="zh-CN" altLang="en-US" sz="1600" dirty="0">
                <a:solidFill>
                  <a:srgbClr val="CC0000"/>
                </a:solidFill>
              </a:rPr>
              <a:t>服务器</a:t>
            </a:r>
            <a:r>
              <a:rPr lang="en-US" altLang="zh-CN" sz="1600" dirty="0">
                <a:solidFill>
                  <a:srgbClr val="CC0000"/>
                </a:solidFill>
              </a:rPr>
              <a:t>: 223.1.2.5</a:t>
            </a:r>
          </a:p>
        </p:txBody>
      </p:sp>
      <p:sp>
        <p:nvSpPr>
          <p:cNvPr id="92162" name="Text Box 8"/>
          <p:cNvSpPr txBox="1">
            <a:spLocks noChangeArrowheads="1"/>
          </p:cNvSpPr>
          <p:nvPr/>
        </p:nvSpPr>
        <p:spPr bwMode="auto">
          <a:xfrm>
            <a:off x="5773190" y="1177603"/>
            <a:ext cx="800219" cy="5109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zh-CN" altLang="en-US" sz="1600" dirty="0">
                <a:solidFill>
                  <a:srgbClr val="CC0000"/>
                </a:solidFill>
              </a:rPr>
              <a:t>到达的</a:t>
            </a:r>
            <a:endParaRPr lang="en-US" altLang="zh-CN" sz="1600" dirty="0">
              <a:solidFill>
                <a:srgbClr val="CC0000"/>
              </a:solidFill>
            </a:endParaRPr>
          </a:p>
          <a:p>
            <a:pPr algn="ctr">
              <a:lnSpc>
                <a:spcPct val="85000"/>
              </a:lnSpc>
            </a:pPr>
            <a:r>
              <a:rPr lang="zh-CN" altLang="en-US" sz="1600" dirty="0">
                <a:solidFill>
                  <a:srgbClr val="CC0000"/>
                </a:solidFill>
              </a:rPr>
              <a:t>客户机</a:t>
            </a:r>
            <a:endParaRPr lang="en-US" altLang="zh-CN" sz="1600" dirty="0">
              <a:solidFill>
                <a:srgbClr val="CC0000"/>
              </a:solidFill>
            </a:endParaRPr>
          </a:p>
        </p:txBody>
      </p:sp>
      <p:sp>
        <p:nvSpPr>
          <p:cNvPr id="92163" name="Line 10"/>
          <p:cNvSpPr>
            <a:spLocks noChangeShapeType="1"/>
          </p:cNvSpPr>
          <p:nvPr/>
        </p:nvSpPr>
        <p:spPr bwMode="auto">
          <a:xfrm flipH="1">
            <a:off x="1399685" y="2163763"/>
            <a:ext cx="13860" cy="4276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2164" name="Line 11"/>
          <p:cNvSpPr>
            <a:spLocks noChangeShapeType="1"/>
          </p:cNvSpPr>
          <p:nvPr/>
        </p:nvSpPr>
        <p:spPr bwMode="auto">
          <a:xfrm flipH="1">
            <a:off x="5928395" y="2239963"/>
            <a:ext cx="11112" cy="414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6" name="Group 5"/>
          <p:cNvGrpSpPr/>
          <p:nvPr/>
        </p:nvGrpSpPr>
        <p:grpSpPr bwMode="auto">
          <a:xfrm>
            <a:off x="1446882" y="1343025"/>
            <a:ext cx="4395788" cy="1401763"/>
            <a:chOff x="1860550" y="1343025"/>
            <a:chExt cx="4395788" cy="1401763"/>
          </a:xfrm>
        </p:grpSpPr>
        <p:sp>
          <p:nvSpPr>
            <p:cNvPr id="92250" name="Line 9"/>
            <p:cNvSpPr>
              <a:spLocks noChangeShapeType="1"/>
            </p:cNvSpPr>
            <p:nvPr/>
          </p:nvSpPr>
          <p:spPr bwMode="auto">
            <a:xfrm flipH="1">
              <a:off x="1860550" y="2208213"/>
              <a:ext cx="4395788" cy="5365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92251" name="Group 23"/>
            <p:cNvGrpSpPr/>
            <p:nvPr/>
          </p:nvGrpSpPr>
          <p:grpSpPr bwMode="auto">
            <a:xfrm>
              <a:off x="3389313" y="1343025"/>
              <a:ext cx="2673350" cy="1116013"/>
              <a:chOff x="11865" y="3885"/>
              <a:chExt cx="3720" cy="1260"/>
            </a:xfrm>
          </p:grpSpPr>
          <p:sp>
            <p:nvSpPr>
              <p:cNvPr id="92252" name="Text Box 24"/>
              <p:cNvSpPr txBox="1">
                <a:spLocks noChangeArrowheads="1"/>
              </p:cNvSpPr>
              <p:nvPr/>
            </p:nvSpPr>
            <p:spPr bwMode="auto">
              <a:xfrm>
                <a:off x="11865" y="3885"/>
                <a:ext cx="2062" cy="49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zh-CN" sz="1200" b="1" dirty="0">
                    <a:solidFill>
                      <a:srgbClr val="000000"/>
                    </a:solidFill>
                  </a:rPr>
                  <a:t>DHCPDISCOVER</a:t>
                </a:r>
                <a:endParaRPr lang="en-US" altLang="zh-CN" sz="1200" b="1" dirty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92253" name="Text Box 25"/>
              <p:cNvSpPr txBox="1">
                <a:spLocks noChangeArrowheads="1"/>
              </p:cNvSpPr>
              <p:nvPr/>
            </p:nvSpPr>
            <p:spPr bwMode="auto">
              <a:xfrm>
                <a:off x="12015" y="4231"/>
                <a:ext cx="3570" cy="914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zh-CN" sz="1200" dirty="0" err="1">
                    <a:solidFill>
                      <a:srgbClr val="000000"/>
                    </a:solidFill>
                  </a:rPr>
                  <a:t>src</a:t>
                </a:r>
                <a:r>
                  <a:rPr lang="en-US" altLang="zh-CN" sz="1200" dirty="0">
                    <a:solidFill>
                      <a:srgbClr val="000000"/>
                    </a:solidFill>
                  </a:rPr>
                  <a:t>: 0.0.0.0, 68     </a:t>
                </a:r>
              </a:p>
              <a:p>
                <a:pPr algn="ctr"/>
                <a:r>
                  <a:rPr lang="en-US" altLang="zh-CN" sz="1200" dirty="0" err="1">
                    <a:solidFill>
                      <a:srgbClr val="000000"/>
                    </a:solidFill>
                  </a:rPr>
                  <a:t>dest</a:t>
                </a:r>
                <a:r>
                  <a:rPr lang="en-US" altLang="zh-CN" sz="1200" dirty="0">
                    <a:solidFill>
                      <a:srgbClr val="000000"/>
                    </a:solidFill>
                  </a:rPr>
                  <a:t>: 255.255.255.255,67</a:t>
                </a:r>
              </a:p>
              <a:p>
                <a:pPr algn="ctr"/>
                <a:r>
                  <a:rPr lang="en-US" altLang="zh-CN" sz="1200" dirty="0" err="1">
                    <a:solidFill>
                      <a:srgbClr val="000000"/>
                    </a:solidFill>
                  </a:rPr>
                  <a:t>yiaddr</a:t>
                </a:r>
                <a:r>
                  <a:rPr lang="en-US" altLang="zh-CN" sz="1200" dirty="0">
                    <a:solidFill>
                      <a:srgbClr val="000000"/>
                    </a:solidFill>
                  </a:rPr>
                  <a:t>:  0.0.0.0</a:t>
                </a:r>
              </a:p>
              <a:p>
                <a:pPr algn="ctr"/>
                <a:r>
                  <a:rPr lang="en-US" altLang="zh-CN" sz="1200" dirty="0">
                    <a:solidFill>
                      <a:srgbClr val="000000"/>
                    </a:solidFill>
                  </a:rPr>
                  <a:t>transaction ID: 654</a:t>
                </a:r>
                <a:endParaRPr lang="en-US" altLang="zh-CN" sz="1600" dirty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</p:grpSp>
      <p:sp>
        <p:nvSpPr>
          <p:cNvPr id="34825" name="Line 26"/>
          <p:cNvSpPr>
            <a:spLocks noChangeShapeType="1"/>
          </p:cNvSpPr>
          <p:nvPr/>
        </p:nvSpPr>
        <p:spPr bwMode="auto">
          <a:xfrm>
            <a:off x="1489745" y="3194050"/>
            <a:ext cx="4395787" cy="5381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7" name="Group 6"/>
          <p:cNvGrpSpPr/>
          <p:nvPr/>
        </p:nvGrpSpPr>
        <p:grpSpPr bwMode="auto">
          <a:xfrm>
            <a:off x="3148682" y="2579688"/>
            <a:ext cx="2520950" cy="1217612"/>
            <a:chOff x="3562350" y="2579688"/>
            <a:chExt cx="2520950" cy="1217612"/>
          </a:xfrm>
        </p:grpSpPr>
        <p:sp>
          <p:nvSpPr>
            <p:cNvPr id="92248" name="Text Box 27"/>
            <p:cNvSpPr txBox="1">
              <a:spLocks noChangeArrowheads="1"/>
            </p:cNvSpPr>
            <p:nvPr/>
          </p:nvSpPr>
          <p:spPr bwMode="auto">
            <a:xfrm>
              <a:off x="3562350" y="2579688"/>
              <a:ext cx="1379538" cy="330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200" b="1" dirty="0">
                  <a:solidFill>
                    <a:srgbClr val="000000"/>
                  </a:solidFill>
                </a:rPr>
                <a:t>DHCPOFFER</a:t>
              </a:r>
              <a:endParaRPr lang="en-US" altLang="zh-CN" sz="1600" dirty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92249" name="Text Box 28"/>
            <p:cNvSpPr txBox="1">
              <a:spLocks noChangeArrowheads="1"/>
            </p:cNvSpPr>
            <p:nvPr/>
          </p:nvSpPr>
          <p:spPr bwMode="auto">
            <a:xfrm>
              <a:off x="3659188" y="2832100"/>
              <a:ext cx="2424112" cy="9652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200" dirty="0" err="1">
                  <a:solidFill>
                    <a:srgbClr val="000000"/>
                  </a:solidFill>
                </a:rPr>
                <a:t>src</a:t>
              </a:r>
              <a:r>
                <a:rPr lang="en-US" altLang="zh-CN" sz="1200" dirty="0">
                  <a:solidFill>
                    <a:srgbClr val="000000"/>
                  </a:solidFill>
                </a:rPr>
                <a:t>: 223.1.2.5, 67      </a:t>
              </a:r>
            </a:p>
            <a:p>
              <a:pPr algn="ctr"/>
              <a:r>
                <a:rPr lang="en-US" altLang="zh-CN" sz="1200" dirty="0" err="1">
                  <a:solidFill>
                    <a:srgbClr val="000000"/>
                  </a:solidFill>
                </a:rPr>
                <a:t>dest</a:t>
              </a:r>
              <a:r>
                <a:rPr lang="en-US" altLang="zh-CN" sz="1200" dirty="0">
                  <a:solidFill>
                    <a:srgbClr val="000000"/>
                  </a:solidFill>
                </a:rPr>
                <a:t>: 255.255.255.255, 68</a:t>
              </a:r>
            </a:p>
            <a:p>
              <a:pPr algn="ctr"/>
              <a:r>
                <a:rPr lang="en-US" altLang="zh-CN" sz="1200" dirty="0" err="1">
                  <a:solidFill>
                    <a:srgbClr val="000000"/>
                  </a:solidFill>
                </a:rPr>
                <a:t>yiaddr</a:t>
              </a:r>
              <a:r>
                <a:rPr lang="en-US" altLang="zh-CN" sz="1200" dirty="0">
                  <a:solidFill>
                    <a:srgbClr val="000000"/>
                  </a:solidFill>
                </a:rPr>
                <a:t>: 223.1.2.4</a:t>
              </a:r>
            </a:p>
            <a:p>
              <a:pPr algn="ctr"/>
              <a:r>
                <a:rPr lang="en-US" altLang="zh-CN" sz="1200" dirty="0">
                  <a:solidFill>
                    <a:srgbClr val="000000"/>
                  </a:solidFill>
                </a:rPr>
                <a:t>transaction ID: 654</a:t>
              </a:r>
            </a:p>
            <a:p>
              <a:pPr algn="ctr"/>
              <a:r>
                <a:rPr lang="en-US" altLang="zh-CN" sz="1200" dirty="0">
                  <a:solidFill>
                    <a:srgbClr val="000000"/>
                  </a:solidFill>
                </a:rPr>
                <a:t>lifetime: 3600 secs</a:t>
              </a:r>
              <a:endParaRPr lang="en-US" altLang="zh-CN" sz="800" dirty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</p:grpSp>
      <p:sp>
        <p:nvSpPr>
          <p:cNvPr id="34828" name="Line 29"/>
          <p:cNvSpPr>
            <a:spLocks noChangeShapeType="1"/>
          </p:cNvSpPr>
          <p:nvPr/>
        </p:nvSpPr>
        <p:spPr bwMode="auto">
          <a:xfrm flipH="1">
            <a:off x="1381795" y="4422775"/>
            <a:ext cx="4395787" cy="5365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8" name="Group 7"/>
          <p:cNvGrpSpPr/>
          <p:nvPr/>
        </p:nvGrpSpPr>
        <p:grpSpPr bwMode="auto">
          <a:xfrm>
            <a:off x="1553245" y="3765550"/>
            <a:ext cx="2887662" cy="1260475"/>
            <a:chOff x="1966913" y="3765550"/>
            <a:chExt cx="2887662" cy="1260475"/>
          </a:xfrm>
        </p:grpSpPr>
        <p:sp>
          <p:nvSpPr>
            <p:cNvPr id="92246" name="Text Box 30"/>
            <p:cNvSpPr txBox="1">
              <a:spLocks noChangeArrowheads="1"/>
            </p:cNvSpPr>
            <p:nvPr/>
          </p:nvSpPr>
          <p:spPr bwMode="auto">
            <a:xfrm>
              <a:off x="1966913" y="3765550"/>
              <a:ext cx="1379537" cy="3286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200" b="1" dirty="0">
                  <a:solidFill>
                    <a:srgbClr val="000000"/>
                  </a:solidFill>
                </a:rPr>
                <a:t>DHCPREQUEST</a:t>
              </a:r>
              <a:endParaRPr lang="en-US" altLang="zh-CN" sz="1600" dirty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92247" name="Text Box 31"/>
            <p:cNvSpPr txBox="1">
              <a:spLocks noChangeArrowheads="1"/>
            </p:cNvSpPr>
            <p:nvPr/>
          </p:nvSpPr>
          <p:spPr bwMode="auto">
            <a:xfrm>
              <a:off x="2097088" y="4027488"/>
              <a:ext cx="2757487" cy="99853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200" dirty="0" err="1">
                  <a:solidFill>
                    <a:srgbClr val="000000"/>
                  </a:solidFill>
                </a:rPr>
                <a:t>src</a:t>
              </a:r>
              <a:r>
                <a:rPr lang="en-US" altLang="zh-CN" sz="1200" dirty="0">
                  <a:solidFill>
                    <a:srgbClr val="000000"/>
                  </a:solidFill>
                </a:rPr>
                <a:t>: 0.0.0.0, 68     </a:t>
              </a:r>
            </a:p>
            <a:p>
              <a:pPr algn="ctr"/>
              <a:r>
                <a:rPr lang="en-US" altLang="zh-CN" sz="1200" dirty="0" err="1">
                  <a:solidFill>
                    <a:srgbClr val="000000"/>
                  </a:solidFill>
                </a:rPr>
                <a:t>dest</a:t>
              </a:r>
              <a:r>
                <a:rPr lang="en-US" altLang="zh-CN" sz="1200" dirty="0">
                  <a:solidFill>
                    <a:srgbClr val="000000"/>
                  </a:solidFill>
                </a:rPr>
                <a:t>: 255.255.255.255, 67</a:t>
              </a:r>
            </a:p>
            <a:p>
              <a:pPr algn="ctr"/>
              <a:r>
                <a:rPr lang="en-US" altLang="zh-CN" sz="1200" dirty="0" err="1">
                  <a:solidFill>
                    <a:srgbClr val="000000"/>
                  </a:solidFill>
                </a:rPr>
                <a:t>yiaddr</a:t>
              </a:r>
              <a:r>
                <a:rPr lang="en-US" altLang="zh-CN" sz="1200" dirty="0">
                  <a:solidFill>
                    <a:srgbClr val="000000"/>
                  </a:solidFill>
                </a:rPr>
                <a:t>: 223.1.2.4</a:t>
              </a:r>
            </a:p>
            <a:p>
              <a:pPr algn="ctr"/>
              <a:r>
                <a:rPr lang="en-US" altLang="zh-CN" sz="1200" dirty="0">
                  <a:solidFill>
                    <a:srgbClr val="000000"/>
                  </a:solidFill>
                </a:rPr>
                <a:t>transaction ID: 655</a:t>
              </a:r>
            </a:p>
            <a:p>
              <a:pPr algn="ctr"/>
              <a:r>
                <a:rPr lang="en-US" altLang="zh-CN" sz="1200" dirty="0">
                  <a:solidFill>
                    <a:srgbClr val="000000"/>
                  </a:solidFill>
                </a:rPr>
                <a:t>lifetime: 3600 secs</a:t>
              </a:r>
              <a:endParaRPr lang="en-US" altLang="zh-CN" sz="1600" dirty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</p:grpSp>
      <p:sp>
        <p:nvSpPr>
          <p:cNvPr id="34831" name="Line 32"/>
          <p:cNvSpPr>
            <a:spLocks noChangeShapeType="1"/>
          </p:cNvSpPr>
          <p:nvPr/>
        </p:nvSpPr>
        <p:spPr bwMode="auto">
          <a:xfrm>
            <a:off x="1467520" y="5453063"/>
            <a:ext cx="4395787" cy="53816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9" name="Group 8"/>
          <p:cNvGrpSpPr/>
          <p:nvPr/>
        </p:nvGrpSpPr>
        <p:grpSpPr bwMode="auto">
          <a:xfrm>
            <a:off x="3105820" y="5168900"/>
            <a:ext cx="2509837" cy="1271588"/>
            <a:chOff x="3519488" y="5168900"/>
            <a:chExt cx="2509837" cy="1271588"/>
          </a:xfrm>
        </p:grpSpPr>
        <p:sp>
          <p:nvSpPr>
            <p:cNvPr id="92244" name="Text Box 33"/>
            <p:cNvSpPr txBox="1">
              <a:spLocks noChangeArrowheads="1"/>
            </p:cNvSpPr>
            <p:nvPr/>
          </p:nvSpPr>
          <p:spPr bwMode="auto">
            <a:xfrm>
              <a:off x="3519488" y="5168900"/>
              <a:ext cx="1379537" cy="3286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200" b="1" dirty="0">
                  <a:solidFill>
                    <a:srgbClr val="000000"/>
                  </a:solidFill>
                </a:rPr>
                <a:t>DHCPACK</a:t>
              </a:r>
              <a:endParaRPr lang="en-US" altLang="zh-CN" sz="1600" dirty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92245" name="Text Box 34"/>
            <p:cNvSpPr txBox="1">
              <a:spLocks noChangeArrowheads="1"/>
            </p:cNvSpPr>
            <p:nvPr/>
          </p:nvSpPr>
          <p:spPr bwMode="auto">
            <a:xfrm>
              <a:off x="3616325" y="5421313"/>
              <a:ext cx="2413000" cy="10191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200" dirty="0" err="1">
                  <a:solidFill>
                    <a:srgbClr val="000000"/>
                  </a:solidFill>
                </a:rPr>
                <a:t>src</a:t>
              </a:r>
              <a:r>
                <a:rPr lang="en-US" altLang="zh-CN" sz="1200" dirty="0">
                  <a:solidFill>
                    <a:srgbClr val="000000"/>
                  </a:solidFill>
                </a:rPr>
                <a:t>: 223.1.2.5, 67      </a:t>
              </a:r>
            </a:p>
            <a:p>
              <a:pPr algn="ctr"/>
              <a:r>
                <a:rPr lang="en-US" altLang="zh-CN" sz="1200" dirty="0" err="1">
                  <a:solidFill>
                    <a:srgbClr val="000000"/>
                  </a:solidFill>
                </a:rPr>
                <a:t>dest</a:t>
              </a:r>
              <a:r>
                <a:rPr lang="en-US" altLang="zh-CN" sz="1200" dirty="0">
                  <a:solidFill>
                    <a:srgbClr val="000000"/>
                  </a:solidFill>
                </a:rPr>
                <a:t>: 255.255.255.255, 68</a:t>
              </a:r>
            </a:p>
            <a:p>
              <a:pPr algn="ctr"/>
              <a:r>
                <a:rPr lang="en-US" altLang="zh-CN" sz="1200" dirty="0" err="1">
                  <a:solidFill>
                    <a:srgbClr val="000000"/>
                  </a:solidFill>
                </a:rPr>
                <a:t>yiaddr</a:t>
              </a:r>
              <a:r>
                <a:rPr lang="en-US" altLang="zh-CN" sz="1200" dirty="0">
                  <a:solidFill>
                    <a:srgbClr val="000000"/>
                  </a:solidFill>
                </a:rPr>
                <a:t>: 223.1.2.4</a:t>
              </a:r>
            </a:p>
            <a:p>
              <a:pPr algn="ctr"/>
              <a:r>
                <a:rPr lang="en-US" altLang="zh-CN" sz="1200" dirty="0">
                  <a:solidFill>
                    <a:srgbClr val="000000"/>
                  </a:solidFill>
                </a:rPr>
                <a:t>transaction ID: 655</a:t>
              </a:r>
            </a:p>
            <a:p>
              <a:pPr algn="ctr"/>
              <a:r>
                <a:rPr lang="en-US" altLang="zh-CN" sz="1200" dirty="0">
                  <a:solidFill>
                    <a:srgbClr val="000000"/>
                  </a:solidFill>
                </a:rPr>
                <a:t>lifetime: 3600 secs</a:t>
              </a:r>
              <a:endParaRPr lang="en-US" altLang="zh-CN" sz="1000" dirty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</p:grpSp>
      <p:grpSp>
        <p:nvGrpSpPr>
          <p:cNvPr id="92172" name="Group 36"/>
          <p:cNvGrpSpPr/>
          <p:nvPr/>
        </p:nvGrpSpPr>
        <p:grpSpPr bwMode="auto">
          <a:xfrm>
            <a:off x="5704553" y="1743072"/>
            <a:ext cx="784225" cy="549275"/>
            <a:chOff x="4420" y="878"/>
            <a:chExt cx="614" cy="458"/>
          </a:xfrm>
        </p:grpSpPr>
        <p:pic>
          <p:nvPicPr>
            <p:cNvPr id="92222" name="Picture 37" descr="laptop_keyboard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4420" y="1108"/>
              <a:ext cx="527" cy="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23" name="Freeform 38"/>
            <p:cNvSpPr/>
            <p:nvPr/>
          </p:nvSpPr>
          <p:spPr bwMode="auto">
            <a:xfrm>
              <a:off x="4595" y="888"/>
              <a:ext cx="424" cy="297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92224" name="Picture 39" descr="screen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16" y="895"/>
              <a:ext cx="385" cy="2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25" name="Freeform 40"/>
            <p:cNvSpPr/>
            <p:nvPr/>
          </p:nvSpPr>
          <p:spPr bwMode="auto">
            <a:xfrm>
              <a:off x="4672" y="879"/>
              <a:ext cx="359" cy="5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226" name="Freeform 41"/>
            <p:cNvSpPr/>
            <p:nvPr/>
          </p:nvSpPr>
          <p:spPr bwMode="auto">
            <a:xfrm>
              <a:off x="4591" y="878"/>
              <a:ext cx="100" cy="230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227" name="Freeform 42"/>
            <p:cNvSpPr/>
            <p:nvPr/>
          </p:nvSpPr>
          <p:spPr bwMode="auto">
            <a:xfrm>
              <a:off x="4921" y="920"/>
              <a:ext cx="108" cy="265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228" name="Freeform 43"/>
            <p:cNvSpPr/>
            <p:nvPr/>
          </p:nvSpPr>
          <p:spPr bwMode="auto">
            <a:xfrm>
              <a:off x="4590" y="1097"/>
              <a:ext cx="394" cy="89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229" name="Freeform 44"/>
            <p:cNvSpPr/>
            <p:nvPr/>
          </p:nvSpPr>
          <p:spPr bwMode="auto">
            <a:xfrm>
              <a:off x="4933" y="922"/>
              <a:ext cx="101" cy="266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230" name="Freeform 45"/>
            <p:cNvSpPr/>
            <p:nvPr/>
          </p:nvSpPr>
          <p:spPr bwMode="auto">
            <a:xfrm>
              <a:off x="4590" y="1109"/>
              <a:ext cx="351" cy="88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92231" name="Group 46"/>
            <p:cNvGrpSpPr/>
            <p:nvPr/>
          </p:nvGrpSpPr>
          <p:grpSpPr bwMode="auto">
            <a:xfrm>
              <a:off x="4584" y="1203"/>
              <a:ext cx="119" cy="53"/>
              <a:chOff x="1740" y="2642"/>
              <a:chExt cx="752" cy="327"/>
            </a:xfrm>
          </p:grpSpPr>
          <p:sp>
            <p:nvSpPr>
              <p:cNvPr id="92238" name="Freeform 47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39" name="Freeform 48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40" name="Freeform 49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41" name="Freeform 50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42" name="Freeform 51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43" name="Freeform 52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92232" name="Freeform 53"/>
            <p:cNvSpPr/>
            <p:nvPr/>
          </p:nvSpPr>
          <p:spPr bwMode="auto">
            <a:xfrm>
              <a:off x="4788" y="1211"/>
              <a:ext cx="144" cy="116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233" name="Freeform 54"/>
            <p:cNvSpPr/>
            <p:nvPr/>
          </p:nvSpPr>
          <p:spPr bwMode="auto">
            <a:xfrm>
              <a:off x="4420" y="1220"/>
              <a:ext cx="369" cy="10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234" name="Freeform 55"/>
            <p:cNvSpPr/>
            <p:nvPr/>
          </p:nvSpPr>
          <p:spPr bwMode="auto">
            <a:xfrm>
              <a:off x="4420" y="1201"/>
              <a:ext cx="4" cy="21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235" name="Freeform 56"/>
            <p:cNvSpPr/>
            <p:nvPr/>
          </p:nvSpPr>
          <p:spPr bwMode="auto">
            <a:xfrm>
              <a:off x="4421" y="1114"/>
              <a:ext cx="171" cy="88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236" name="Freeform 57"/>
            <p:cNvSpPr/>
            <p:nvPr/>
          </p:nvSpPr>
          <p:spPr bwMode="auto">
            <a:xfrm>
              <a:off x="4432" y="1205"/>
              <a:ext cx="350" cy="102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237" name="Freeform 58"/>
            <p:cNvSpPr/>
            <p:nvPr/>
          </p:nvSpPr>
          <p:spPr bwMode="auto">
            <a:xfrm flipV="1">
              <a:off x="4782" y="1198"/>
              <a:ext cx="142" cy="10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92173" name="Group 60"/>
          <p:cNvGrpSpPr/>
          <p:nvPr/>
        </p:nvGrpSpPr>
        <p:grpSpPr bwMode="auto">
          <a:xfrm>
            <a:off x="1304007" y="1590675"/>
            <a:ext cx="334963" cy="536575"/>
            <a:chOff x="4140" y="429"/>
            <a:chExt cx="1425" cy="2396"/>
          </a:xfrm>
        </p:grpSpPr>
        <p:sp>
          <p:nvSpPr>
            <p:cNvPr id="92190" name="Freeform 6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191" name="Rectangle 62"/>
            <p:cNvSpPr>
              <a:spLocks noChangeArrowheads="1"/>
            </p:cNvSpPr>
            <p:nvPr/>
          </p:nvSpPr>
          <p:spPr bwMode="auto">
            <a:xfrm>
              <a:off x="4208" y="429"/>
              <a:ext cx="1047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  <p:sp>
          <p:nvSpPr>
            <p:cNvPr id="92192" name="Freeform 6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193" name="Freeform 6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194" name="Rectangle 65"/>
            <p:cNvSpPr>
              <a:spLocks noChangeArrowheads="1"/>
            </p:cNvSpPr>
            <p:nvPr/>
          </p:nvSpPr>
          <p:spPr bwMode="auto">
            <a:xfrm>
              <a:off x="4214" y="691"/>
              <a:ext cx="594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  <p:grpSp>
          <p:nvGrpSpPr>
            <p:cNvPr id="92195" name="Group 6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2220" name="AutoShape 67"/>
              <p:cNvSpPr>
                <a:spLocks noChangeArrowheads="1"/>
              </p:cNvSpPr>
              <p:nvPr/>
            </p:nvSpPr>
            <p:spPr bwMode="auto">
              <a:xfrm>
                <a:off x="613" y="2570"/>
                <a:ext cx="725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1600">
                  <a:solidFill>
                    <a:srgbClr val="000000"/>
                  </a:solidFill>
                  <a:latin typeface="Tahoma" panose="020B0604030504040204" pitchFamily="34" charset="0"/>
                </a:endParaRPr>
              </a:p>
            </p:txBody>
          </p:sp>
          <p:sp>
            <p:nvSpPr>
              <p:cNvPr id="92221" name="AutoShape 68"/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1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1600">
                  <a:solidFill>
                    <a:srgbClr val="000000"/>
                  </a:solidFill>
                  <a:latin typeface="Tahoma" panose="020B0604030504040204" pitchFamily="34" charset="0"/>
                </a:endParaRPr>
              </a:p>
            </p:txBody>
          </p:sp>
        </p:grpSp>
        <p:sp>
          <p:nvSpPr>
            <p:cNvPr id="92196" name="Rectangle 69"/>
            <p:cNvSpPr>
              <a:spLocks noChangeArrowheads="1"/>
            </p:cNvSpPr>
            <p:nvPr/>
          </p:nvSpPr>
          <p:spPr bwMode="auto">
            <a:xfrm>
              <a:off x="4221" y="101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  <p:grpSp>
          <p:nvGrpSpPr>
            <p:cNvPr id="92197" name="Group 7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2218" name="AutoShape 71"/>
              <p:cNvSpPr>
                <a:spLocks noChangeArrowheads="1"/>
              </p:cNvSpPr>
              <p:nvPr/>
            </p:nvSpPr>
            <p:spPr bwMode="auto">
              <a:xfrm>
                <a:off x="615" y="2570"/>
                <a:ext cx="725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1600">
                  <a:solidFill>
                    <a:srgbClr val="000000"/>
                  </a:solidFill>
                  <a:latin typeface="Tahoma" panose="020B0604030504040204" pitchFamily="34" charset="0"/>
                </a:endParaRPr>
              </a:p>
            </p:txBody>
          </p:sp>
          <p:sp>
            <p:nvSpPr>
              <p:cNvPr id="92219" name="AutoShape 72"/>
              <p:cNvSpPr>
                <a:spLocks noChangeArrowheads="1"/>
              </p:cNvSpPr>
              <p:nvPr/>
            </p:nvSpPr>
            <p:spPr bwMode="auto">
              <a:xfrm>
                <a:off x="632" y="2585"/>
                <a:ext cx="691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1600">
                  <a:solidFill>
                    <a:srgbClr val="000000"/>
                  </a:solidFill>
                  <a:latin typeface="Tahoma" panose="020B0604030504040204" pitchFamily="34" charset="0"/>
                </a:endParaRPr>
              </a:p>
            </p:txBody>
          </p:sp>
        </p:grpSp>
        <p:sp>
          <p:nvSpPr>
            <p:cNvPr id="92198" name="Rectangle 73"/>
            <p:cNvSpPr>
              <a:spLocks noChangeArrowheads="1"/>
            </p:cNvSpPr>
            <p:nvPr/>
          </p:nvSpPr>
          <p:spPr bwMode="auto">
            <a:xfrm>
              <a:off x="4214" y="1358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  <p:sp>
          <p:nvSpPr>
            <p:cNvPr id="92199" name="Rectangle 74"/>
            <p:cNvSpPr>
              <a:spLocks noChangeArrowheads="1"/>
            </p:cNvSpPr>
            <p:nvPr/>
          </p:nvSpPr>
          <p:spPr bwMode="auto">
            <a:xfrm>
              <a:off x="4228" y="1655"/>
              <a:ext cx="594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  <p:grpSp>
          <p:nvGrpSpPr>
            <p:cNvPr id="92200" name="Group 7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2216" name="AutoShape 76"/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4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1600">
                  <a:solidFill>
                    <a:srgbClr val="000000"/>
                  </a:solidFill>
                  <a:latin typeface="Tahoma" panose="020B0604030504040204" pitchFamily="34" charset="0"/>
                </a:endParaRPr>
              </a:p>
            </p:txBody>
          </p:sp>
          <p:sp>
            <p:nvSpPr>
              <p:cNvPr id="92217" name="AutoShape 77"/>
              <p:cNvSpPr>
                <a:spLocks noChangeArrowheads="1"/>
              </p:cNvSpPr>
              <p:nvPr/>
            </p:nvSpPr>
            <p:spPr bwMode="auto">
              <a:xfrm>
                <a:off x="630" y="2581"/>
                <a:ext cx="690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1600">
                  <a:solidFill>
                    <a:srgbClr val="000000"/>
                  </a:solidFill>
                  <a:latin typeface="Tahoma" panose="020B0604030504040204" pitchFamily="34" charset="0"/>
                </a:endParaRPr>
              </a:p>
            </p:txBody>
          </p:sp>
        </p:grpSp>
        <p:sp>
          <p:nvSpPr>
            <p:cNvPr id="92201" name="Freeform 7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92202" name="Group 7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2214" name="AutoShape 80"/>
              <p:cNvSpPr>
                <a:spLocks noChangeArrowheads="1"/>
              </p:cNvSpPr>
              <p:nvPr/>
            </p:nvSpPr>
            <p:spPr bwMode="auto">
              <a:xfrm>
                <a:off x="617" y="2570"/>
                <a:ext cx="724" cy="135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1600">
                  <a:solidFill>
                    <a:srgbClr val="000000"/>
                  </a:solidFill>
                  <a:latin typeface="Tahoma" panose="020B0604030504040204" pitchFamily="34" charset="0"/>
                </a:endParaRPr>
              </a:p>
            </p:txBody>
          </p:sp>
          <p:sp>
            <p:nvSpPr>
              <p:cNvPr id="92215" name="AutoShape 81"/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0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1600">
                  <a:solidFill>
                    <a:srgbClr val="000000"/>
                  </a:solidFill>
                  <a:latin typeface="Tahoma" panose="020B0604030504040204" pitchFamily="34" charset="0"/>
                </a:endParaRPr>
              </a:p>
            </p:txBody>
          </p:sp>
        </p:grpSp>
        <p:sp>
          <p:nvSpPr>
            <p:cNvPr id="92203" name="Rectangle 82"/>
            <p:cNvSpPr>
              <a:spLocks noChangeArrowheads="1"/>
            </p:cNvSpPr>
            <p:nvPr/>
          </p:nvSpPr>
          <p:spPr bwMode="auto">
            <a:xfrm>
              <a:off x="5248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  <p:sp>
          <p:nvSpPr>
            <p:cNvPr id="92204" name="Freeform 8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205" name="Freeform 8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206" name="Oval 85"/>
            <p:cNvSpPr>
              <a:spLocks noChangeArrowheads="1"/>
            </p:cNvSpPr>
            <p:nvPr/>
          </p:nvSpPr>
          <p:spPr bwMode="auto">
            <a:xfrm>
              <a:off x="5518" y="2612"/>
              <a:ext cx="47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  <p:sp>
          <p:nvSpPr>
            <p:cNvPr id="92207" name="Freeform 8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208" name="AutoShape 87"/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  <p:sp>
          <p:nvSpPr>
            <p:cNvPr id="92209" name="AutoShape 88"/>
            <p:cNvSpPr>
              <a:spLocks noChangeArrowheads="1"/>
            </p:cNvSpPr>
            <p:nvPr/>
          </p:nvSpPr>
          <p:spPr bwMode="auto">
            <a:xfrm>
              <a:off x="4208" y="2712"/>
              <a:ext cx="1067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  <p:sp>
          <p:nvSpPr>
            <p:cNvPr id="92210" name="Oval 89"/>
            <p:cNvSpPr>
              <a:spLocks noChangeArrowheads="1"/>
            </p:cNvSpPr>
            <p:nvPr/>
          </p:nvSpPr>
          <p:spPr bwMode="auto">
            <a:xfrm>
              <a:off x="4309" y="2385"/>
              <a:ext cx="155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  <p:sp>
          <p:nvSpPr>
            <p:cNvPr id="92211" name="Oval 90"/>
            <p:cNvSpPr>
              <a:spLocks noChangeArrowheads="1"/>
            </p:cNvSpPr>
            <p:nvPr/>
          </p:nvSpPr>
          <p:spPr bwMode="auto">
            <a:xfrm>
              <a:off x="4484" y="2385"/>
              <a:ext cx="162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zh-CN" altLang="zh-CN" sz="1600">
                <a:solidFill>
                  <a:srgbClr val="FF0000"/>
                </a:solidFill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2212" name="Oval 91"/>
            <p:cNvSpPr>
              <a:spLocks noChangeArrowheads="1"/>
            </p:cNvSpPr>
            <p:nvPr/>
          </p:nvSpPr>
          <p:spPr bwMode="auto">
            <a:xfrm>
              <a:off x="4660" y="2378"/>
              <a:ext cx="162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  <p:sp>
          <p:nvSpPr>
            <p:cNvPr id="92213" name="Rectangle 92"/>
            <p:cNvSpPr>
              <a:spLocks noChangeArrowheads="1"/>
            </p:cNvSpPr>
            <p:nvPr/>
          </p:nvSpPr>
          <p:spPr bwMode="auto">
            <a:xfrm>
              <a:off x="5065" y="1833"/>
              <a:ext cx="81" cy="76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60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</p:grpSp>
      <p:sp>
        <p:nvSpPr>
          <p:cNvPr id="95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 IPv4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</a:t>
            </a:r>
          </a:p>
        </p:txBody>
      </p:sp>
      <p:sp>
        <p:nvSpPr>
          <p:cNvPr id="98" name="Rectangle 2"/>
          <p:cNvSpPr>
            <a:spLocks noGrp="1" noChangeArrowheads="1"/>
          </p:cNvSpPr>
          <p:nvPr>
            <p:ph type="title"/>
          </p:nvPr>
        </p:nvSpPr>
        <p:spPr>
          <a:xfrm>
            <a:off x="431346" y="610820"/>
            <a:ext cx="8268154" cy="590078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DHCP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工作模式</a:t>
            </a:r>
            <a:endParaRPr lang="en-US" sz="2800" dirty="0"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6173299" y="3846513"/>
            <a:ext cx="2859394" cy="1958228"/>
          </a:xfrm>
          <a:prstGeom prst="rect">
            <a:avLst/>
          </a:prstGeom>
          <a:solidFill>
            <a:schemeClr val="bg1"/>
          </a:solidFill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>
              <a:lnSpc>
                <a:spcPts val="2600"/>
              </a:lnSpc>
              <a:spcBef>
                <a:spcPts val="600"/>
              </a:spcBef>
              <a:buFont typeface="Wingdings" panose="05000000000000000000" charset="0"/>
              <a:buNone/>
              <a:defRPr/>
            </a:pPr>
            <a:r>
              <a:rPr lang="en-US" altLang="zh-CN" b="1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DHCP</a:t>
            </a:r>
            <a:r>
              <a:rPr lang="zh-CN" altLang="en-US" b="1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服务不仅返回客户机所需的</a:t>
            </a:r>
            <a:r>
              <a:rPr lang="en-US" altLang="zh-CN" b="1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b="1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地址，还包括</a:t>
            </a:r>
            <a:r>
              <a:rPr lang="zh-CN" altLang="en-US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lang="en-US" altLang="zh-CN" dirty="0">
              <a:solidFill>
                <a:srgbClr val="2A09B7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180975" lvl="1" indent="-180975">
              <a:lnSpc>
                <a:spcPts val="2600"/>
              </a:lnSpc>
              <a:spcBef>
                <a:spcPts val="600"/>
              </a:spcBef>
              <a:buFont typeface="Arial" panose="020B0604020202020204"/>
              <a:buChar char="•"/>
              <a:defRPr/>
            </a:pPr>
            <a:r>
              <a:rPr lang="zh-CN" altLang="en-US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默认网关</a:t>
            </a:r>
            <a:r>
              <a:rPr lang="en-US" altLang="zh-CN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</a:t>
            </a:r>
            <a:endParaRPr lang="en-US" altLang="zh-CN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180975" lvl="1" indent="-180975">
              <a:lnSpc>
                <a:spcPts val="2600"/>
              </a:lnSpc>
              <a:spcBef>
                <a:spcPts val="600"/>
              </a:spcBef>
              <a:buFont typeface="Arial" panose="020B0604020202020204"/>
              <a:buChar char="•"/>
              <a:defRPr/>
            </a:pPr>
            <a:r>
              <a:rPr lang="en-US" altLang="zh-CN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DNS</a:t>
            </a:r>
            <a:r>
              <a:rPr lang="zh-CN" altLang="en-US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服务器</a:t>
            </a:r>
            <a:r>
              <a:rPr lang="en-US" altLang="zh-CN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</a:t>
            </a:r>
            <a:endParaRPr lang="en-US" altLang="zh-CN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180975" lvl="1" indent="-180975">
              <a:lnSpc>
                <a:spcPts val="2600"/>
              </a:lnSpc>
              <a:spcBef>
                <a:spcPts val="600"/>
              </a:spcBef>
              <a:buFont typeface="Arial" panose="020B0604020202020204"/>
              <a:buChar char="•"/>
              <a:defRPr/>
            </a:pPr>
            <a:r>
              <a:rPr lang="zh-CN" altLang="en-US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网络掩码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48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34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4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6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 IPv4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</a:t>
            </a:r>
          </a:p>
        </p:txBody>
      </p:sp>
      <p:sp>
        <p:nvSpPr>
          <p:cNvPr id="98" name="Rectangle 2"/>
          <p:cNvSpPr>
            <a:spLocks noGrp="1" noChangeArrowheads="1"/>
          </p:cNvSpPr>
          <p:nvPr>
            <p:ph type="title"/>
          </p:nvPr>
        </p:nvSpPr>
        <p:spPr>
          <a:xfrm>
            <a:off x="283614" y="713264"/>
            <a:ext cx="8403186" cy="512990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DHCP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工作模式</a:t>
            </a:r>
            <a:endParaRPr lang="en-US" sz="2800" dirty="0"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3614" y="1326461"/>
            <a:ext cx="8576772" cy="5133856"/>
          </a:xfrm>
          <a:prstGeom prst="rect">
            <a:avLst/>
          </a:prstGeom>
        </p:spPr>
      </p:pic>
      <p:sp>
        <p:nvSpPr>
          <p:cNvPr id="2" name="矩形 1"/>
          <p:cNvSpPr/>
          <p:nvPr/>
        </p:nvSpPr>
        <p:spPr>
          <a:xfrm>
            <a:off x="490756" y="3040549"/>
            <a:ext cx="6346272" cy="1744910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" name="组合 91"/>
          <p:cNvGrpSpPr/>
          <p:nvPr/>
        </p:nvGrpSpPr>
        <p:grpSpPr>
          <a:xfrm>
            <a:off x="5793786" y="1226251"/>
            <a:ext cx="2531248" cy="804670"/>
            <a:chOff x="6683318" y="1553374"/>
            <a:chExt cx="2664306" cy="790773"/>
          </a:xfrm>
        </p:grpSpPr>
        <p:sp>
          <p:nvSpPr>
            <p:cNvPr id="73" name="Text Box 75"/>
            <p:cNvSpPr txBox="1">
              <a:spLocks noChangeArrowheads="1"/>
            </p:cNvSpPr>
            <p:nvPr/>
          </p:nvSpPr>
          <p:spPr bwMode="auto">
            <a:xfrm>
              <a:off x="7592810" y="1957288"/>
              <a:ext cx="654453" cy="3868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ts val="1700"/>
                </a:lnSpc>
              </a:pPr>
              <a:r>
                <a:rPr kumimoji="1" lang="en-US" altLang="zh-CN" sz="1125" dirty="0">
                  <a:solidFill>
                    <a:srgbClr val="0000FF"/>
                  </a:solidFill>
                  <a:latin typeface="微软雅黑" panose="020B0503020204020204" charset="-122"/>
                  <a:ea typeface="微软雅黑" panose="020B0503020204020204" charset="-122"/>
                </a:rPr>
                <a:t>UDP</a:t>
              </a:r>
            </a:p>
          </p:txBody>
        </p:sp>
        <p:grpSp>
          <p:nvGrpSpPr>
            <p:cNvPr id="88" name="组合 87"/>
            <p:cNvGrpSpPr/>
            <p:nvPr/>
          </p:nvGrpSpPr>
          <p:grpSpPr>
            <a:xfrm>
              <a:off x="6683318" y="1553374"/>
              <a:ext cx="2664306" cy="651460"/>
              <a:chOff x="6683318" y="1553374"/>
              <a:chExt cx="2664306" cy="651460"/>
            </a:xfrm>
          </p:grpSpPr>
          <p:grpSp>
            <p:nvGrpSpPr>
              <p:cNvPr id="3" name="组合 2"/>
              <p:cNvGrpSpPr/>
              <p:nvPr/>
            </p:nvGrpSpPr>
            <p:grpSpPr>
              <a:xfrm>
                <a:off x="6683318" y="1553374"/>
                <a:ext cx="2189337" cy="485568"/>
                <a:chOff x="6683318" y="1553374"/>
                <a:chExt cx="2189337" cy="485568"/>
              </a:xfrm>
            </p:grpSpPr>
            <p:sp>
              <p:nvSpPr>
                <p:cNvPr id="6" name="Line 4"/>
                <p:cNvSpPr>
                  <a:spLocks noChangeShapeType="1"/>
                </p:cNvSpPr>
                <p:nvPr/>
              </p:nvSpPr>
              <p:spPr bwMode="auto">
                <a:xfrm flipH="1">
                  <a:off x="6683318" y="1915647"/>
                  <a:ext cx="1063705" cy="0"/>
                </a:xfrm>
                <a:prstGeom prst="line">
                  <a:avLst/>
                </a:prstGeom>
                <a:noFill/>
                <a:ln w="38100">
                  <a:solidFill>
                    <a:srgbClr val="C00000"/>
                  </a:solidFill>
                  <a:round/>
                  <a:tailEnd type="triangle" w="med" len="lg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lnSpc>
                      <a:spcPts val="1700"/>
                    </a:lnSpc>
                  </a:pPr>
                  <a:endParaRPr lang="zh-CN" altLang="en-US" sz="1125" b="1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71" name="Rectangle 73"/>
                <p:cNvSpPr>
                  <a:spLocks noChangeArrowheads="1"/>
                </p:cNvSpPr>
                <p:nvPr/>
              </p:nvSpPr>
              <p:spPr bwMode="auto">
                <a:xfrm>
                  <a:off x="8112519" y="1800197"/>
                  <a:ext cx="760136" cy="238745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>
                    <a:lnSpc>
                      <a:spcPts val="1700"/>
                    </a:lnSpc>
                  </a:pPr>
                  <a:r>
                    <a:rPr kumimoji="1" lang="zh-CN" altLang="en-US" sz="1125" dirty="0">
                      <a:solidFill>
                        <a:schemeClr val="bg1"/>
                      </a:solidFill>
                      <a:latin typeface="微软雅黑" panose="020B0503020204020204" charset="-122"/>
                      <a:ea typeface="微软雅黑" panose="020B0503020204020204" charset="-122"/>
                    </a:rPr>
                    <a:t>服务器</a:t>
                  </a:r>
                </a:p>
              </p:txBody>
            </p:sp>
            <p:sp>
              <p:nvSpPr>
                <p:cNvPr id="72" name="Rectangle 74"/>
                <p:cNvSpPr>
                  <a:spLocks noChangeArrowheads="1"/>
                </p:cNvSpPr>
                <p:nvPr/>
              </p:nvSpPr>
              <p:spPr bwMode="auto">
                <a:xfrm>
                  <a:off x="7733666" y="1829340"/>
                  <a:ext cx="378854" cy="17933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>
                    <a:lnSpc>
                      <a:spcPts val="1700"/>
                    </a:lnSpc>
                  </a:pPr>
                  <a:r>
                    <a:rPr kumimoji="1" lang="en-US" altLang="zh-CN" sz="1125" dirty="0">
                      <a:latin typeface="微软雅黑" panose="020B0503020204020204" charset="-122"/>
                      <a:ea typeface="微软雅黑" panose="020B0503020204020204" charset="-122"/>
                    </a:rPr>
                    <a:t>67</a:t>
                  </a:r>
                </a:p>
              </p:txBody>
            </p:sp>
            <p:sp>
              <p:nvSpPr>
                <p:cNvPr id="74" name="Text Box 76"/>
                <p:cNvSpPr txBox="1">
                  <a:spLocks noChangeArrowheads="1"/>
                </p:cNvSpPr>
                <p:nvPr/>
              </p:nvSpPr>
              <p:spPr bwMode="auto">
                <a:xfrm>
                  <a:off x="6872461" y="1553374"/>
                  <a:ext cx="1015663" cy="38685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3600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defRPr sz="3600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sz="3600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sz="3600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sz="3600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600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600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600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600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>
                    <a:lnSpc>
                      <a:spcPts val="1700"/>
                    </a:lnSpc>
                  </a:pPr>
                  <a:r>
                    <a:rPr kumimoji="1" lang="zh-CN" altLang="en-US" sz="1125" dirty="0">
                      <a:latin typeface="微软雅黑" panose="020B0503020204020204" charset="-122"/>
                      <a:ea typeface="微软雅黑" panose="020B0503020204020204" charset="-122"/>
                    </a:rPr>
                    <a:t>被动打开</a:t>
                  </a:r>
                </a:p>
              </p:txBody>
            </p:sp>
          </p:grpSp>
          <p:sp>
            <p:nvSpPr>
              <p:cNvPr id="75" name="Text Box 77"/>
              <p:cNvSpPr txBox="1">
                <a:spLocks noChangeArrowheads="1"/>
              </p:cNvSpPr>
              <p:nvPr/>
            </p:nvSpPr>
            <p:spPr bwMode="auto">
              <a:xfrm>
                <a:off x="8791488" y="1781983"/>
                <a:ext cx="556136" cy="42285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>
                  <a:lnSpc>
                    <a:spcPts val="1700"/>
                  </a:lnSpc>
                </a:pPr>
                <a:r>
                  <a:rPr kumimoji="1" lang="en-US" altLang="zh-CN" sz="2025" b="1">
                    <a:latin typeface="微软雅黑" panose="020B0503020204020204" charset="-122"/>
                    <a:ea typeface="微软雅黑" panose="020B0503020204020204" charset="-122"/>
                    <a:sym typeface="Wingdings" panose="05000000000000000000" pitchFamily="2" charset="2"/>
                  </a:rPr>
                  <a:t></a:t>
                </a:r>
              </a:p>
            </p:txBody>
          </p:sp>
        </p:grpSp>
      </p:grpSp>
      <p:grpSp>
        <p:nvGrpSpPr>
          <p:cNvPr id="93" name="组合 92"/>
          <p:cNvGrpSpPr/>
          <p:nvPr/>
        </p:nvGrpSpPr>
        <p:grpSpPr>
          <a:xfrm>
            <a:off x="1666454" y="1890652"/>
            <a:ext cx="6215596" cy="591434"/>
            <a:chOff x="2330330" y="2215759"/>
            <a:chExt cx="6542325" cy="581216"/>
          </a:xfrm>
        </p:grpSpPr>
        <p:sp>
          <p:nvSpPr>
            <p:cNvPr id="13" name="Text Box 12"/>
            <p:cNvSpPr txBox="1">
              <a:spLocks noChangeArrowheads="1"/>
            </p:cNvSpPr>
            <p:nvPr/>
          </p:nvSpPr>
          <p:spPr bwMode="auto">
            <a:xfrm>
              <a:off x="3552917" y="2389540"/>
              <a:ext cx="654453" cy="3868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ts val="1700"/>
                </a:lnSpc>
              </a:pPr>
              <a:r>
                <a:rPr kumimoji="1" lang="en-US" altLang="zh-CN" sz="1125" dirty="0">
                  <a:solidFill>
                    <a:srgbClr val="0000FF"/>
                  </a:solidFill>
                  <a:latin typeface="微软雅黑" panose="020B0503020204020204" charset="-122"/>
                  <a:ea typeface="微软雅黑" panose="020B0503020204020204" charset="-122"/>
                </a:rPr>
                <a:t>UDP</a:t>
              </a:r>
            </a:p>
          </p:txBody>
        </p:sp>
        <p:sp>
          <p:nvSpPr>
            <p:cNvPr id="14" name="Text Box 13"/>
            <p:cNvSpPr txBox="1">
              <a:spLocks noChangeArrowheads="1"/>
            </p:cNvSpPr>
            <p:nvPr/>
          </p:nvSpPr>
          <p:spPr bwMode="auto">
            <a:xfrm>
              <a:off x="7592809" y="2410117"/>
              <a:ext cx="654453" cy="3868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ts val="1700"/>
                </a:lnSpc>
              </a:pPr>
              <a:r>
                <a:rPr kumimoji="1" lang="en-US" altLang="zh-CN" sz="1125" dirty="0">
                  <a:solidFill>
                    <a:srgbClr val="0000FF"/>
                  </a:solidFill>
                  <a:latin typeface="微软雅黑" panose="020B0503020204020204" charset="-122"/>
                  <a:ea typeface="微软雅黑" panose="020B0503020204020204" charset="-122"/>
                </a:rPr>
                <a:t>UDP</a:t>
              </a:r>
            </a:p>
          </p:txBody>
        </p:sp>
        <p:grpSp>
          <p:nvGrpSpPr>
            <p:cNvPr id="87" name="组合 86"/>
            <p:cNvGrpSpPr/>
            <p:nvPr/>
          </p:nvGrpSpPr>
          <p:grpSpPr>
            <a:xfrm>
              <a:off x="2330330" y="2215759"/>
              <a:ext cx="6542325" cy="422850"/>
              <a:chOff x="2330330" y="2215759"/>
              <a:chExt cx="6542325" cy="422850"/>
            </a:xfrm>
          </p:grpSpPr>
          <p:sp>
            <p:nvSpPr>
              <p:cNvPr id="7" name="Line 6"/>
              <p:cNvSpPr>
                <a:spLocks noChangeShapeType="1"/>
              </p:cNvSpPr>
              <p:nvPr/>
            </p:nvSpPr>
            <p:spPr bwMode="auto">
              <a:xfrm>
                <a:off x="4087198" y="2372962"/>
                <a:ext cx="364646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lnSpc>
                    <a:spcPts val="1700"/>
                  </a:lnSpc>
                </a:pPr>
                <a:endParaRPr lang="zh-CN" altLang="en-US" sz="1125" b="1">
                  <a:latin typeface="微软雅黑" panose="020B0503020204020204" charset="-122"/>
                  <a:ea typeface="微软雅黑" panose="020B0503020204020204" charset="-122"/>
                </a:endParaRPr>
              </a:p>
            </p:txBody>
          </p:sp>
          <p:sp>
            <p:nvSpPr>
              <p:cNvPr id="8" name="Rectangle 7"/>
              <p:cNvSpPr>
                <a:spLocks noChangeArrowheads="1"/>
              </p:cNvSpPr>
              <p:nvPr/>
            </p:nvSpPr>
            <p:spPr bwMode="auto">
              <a:xfrm>
                <a:off x="2795210" y="2251908"/>
                <a:ext cx="760136" cy="240986"/>
              </a:xfrm>
              <a:prstGeom prst="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zh-CN" altLang="en-US" sz="1125" dirty="0">
                    <a:latin typeface="微软雅黑" panose="020B0503020204020204" charset="-122"/>
                    <a:ea typeface="微软雅黑" panose="020B0503020204020204" charset="-122"/>
                  </a:rPr>
                  <a:t>客户</a:t>
                </a:r>
              </a:p>
            </p:txBody>
          </p:sp>
          <p:sp>
            <p:nvSpPr>
              <p:cNvPr id="9" name="Rectangle 8"/>
              <p:cNvSpPr>
                <a:spLocks noChangeArrowheads="1"/>
              </p:cNvSpPr>
              <p:nvPr/>
            </p:nvSpPr>
            <p:spPr bwMode="auto">
              <a:xfrm>
                <a:off x="4846120" y="2281051"/>
                <a:ext cx="2050911" cy="181581"/>
              </a:xfrm>
              <a:prstGeom prst="rect">
                <a:avLst/>
              </a:prstGeom>
              <a:solidFill>
                <a:srgbClr val="B4DF6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en-US" altLang="zh-CN" sz="1125" dirty="0">
                    <a:latin typeface="微软雅黑" panose="020B0503020204020204" charset="-122"/>
                    <a:ea typeface="微软雅黑" panose="020B0503020204020204" charset="-122"/>
                  </a:rPr>
                  <a:t>DHCPDISCOVER</a:t>
                </a:r>
              </a:p>
            </p:txBody>
          </p:sp>
          <p:sp>
            <p:nvSpPr>
              <p:cNvPr id="10" name="Rectangle 9"/>
              <p:cNvSpPr>
                <a:spLocks noChangeArrowheads="1"/>
              </p:cNvSpPr>
              <p:nvPr/>
            </p:nvSpPr>
            <p:spPr bwMode="auto">
              <a:xfrm>
                <a:off x="8112519" y="2251908"/>
                <a:ext cx="760136" cy="24098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zh-CN" altLang="en-US" sz="1125" dirty="0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</a:rPr>
                  <a:t>服务器</a:t>
                </a:r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>
                <a:off x="7733666" y="2281051"/>
                <a:ext cx="378854" cy="181581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en-US" altLang="zh-CN" sz="1125" dirty="0">
                    <a:latin typeface="微软雅黑" panose="020B0503020204020204" charset="-122"/>
                    <a:ea typeface="微软雅黑" panose="020B0503020204020204" charset="-122"/>
                  </a:rPr>
                  <a:t>67</a:t>
                </a:r>
              </a:p>
            </p:txBody>
          </p:sp>
          <p:sp>
            <p:nvSpPr>
              <p:cNvPr id="12" name="Rectangle 11"/>
              <p:cNvSpPr>
                <a:spLocks noChangeArrowheads="1"/>
              </p:cNvSpPr>
              <p:nvPr/>
            </p:nvSpPr>
            <p:spPr bwMode="auto">
              <a:xfrm>
                <a:off x="3555346" y="2281051"/>
                <a:ext cx="531853" cy="181581"/>
              </a:xfrm>
              <a:prstGeom prst="rect">
                <a:avLst/>
              </a:prstGeom>
              <a:solidFill>
                <a:srgbClr val="CCFF99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en-US" altLang="zh-CN" sz="1125" dirty="0">
                    <a:latin typeface="微软雅黑" panose="020B0503020204020204" charset="-122"/>
                    <a:ea typeface="微软雅黑" panose="020B0503020204020204" charset="-122"/>
                  </a:rPr>
                  <a:t>68</a:t>
                </a:r>
              </a:p>
            </p:txBody>
          </p:sp>
          <p:sp>
            <p:nvSpPr>
              <p:cNvPr id="76" name="Text Box 78"/>
              <p:cNvSpPr txBox="1">
                <a:spLocks noChangeArrowheads="1"/>
              </p:cNvSpPr>
              <p:nvPr/>
            </p:nvSpPr>
            <p:spPr bwMode="auto">
              <a:xfrm>
                <a:off x="2330330" y="2215759"/>
                <a:ext cx="556136" cy="4228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>
                  <a:lnSpc>
                    <a:spcPts val="1700"/>
                  </a:lnSpc>
                </a:pPr>
                <a:r>
                  <a:rPr kumimoji="1" lang="en-US" altLang="zh-CN" sz="2025" b="1" dirty="0">
                    <a:latin typeface="微软雅黑" panose="020B0503020204020204" charset="-122"/>
                    <a:ea typeface="微软雅黑" panose="020B0503020204020204" charset="-122"/>
                    <a:sym typeface="Wingdings" panose="05000000000000000000" pitchFamily="2" charset="2"/>
                  </a:rPr>
                  <a:t></a:t>
                </a:r>
              </a:p>
            </p:txBody>
          </p:sp>
        </p:grpSp>
      </p:grpSp>
      <p:grpSp>
        <p:nvGrpSpPr>
          <p:cNvPr id="94" name="组合 93"/>
          <p:cNvGrpSpPr/>
          <p:nvPr/>
        </p:nvGrpSpPr>
        <p:grpSpPr>
          <a:xfrm>
            <a:off x="2116857" y="2325305"/>
            <a:ext cx="6225179" cy="573512"/>
            <a:chOff x="2795211" y="2655139"/>
            <a:chExt cx="6552411" cy="563604"/>
          </a:xfrm>
        </p:grpSpPr>
        <p:sp>
          <p:nvSpPr>
            <p:cNvPr id="21" name="Text Box 20"/>
            <p:cNvSpPr txBox="1">
              <a:spLocks noChangeArrowheads="1"/>
            </p:cNvSpPr>
            <p:nvPr/>
          </p:nvSpPr>
          <p:spPr bwMode="auto">
            <a:xfrm>
              <a:off x="3552918" y="2818833"/>
              <a:ext cx="654453" cy="3868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ts val="1700"/>
                </a:lnSpc>
              </a:pPr>
              <a:r>
                <a:rPr kumimoji="1" lang="en-US" altLang="zh-CN" sz="1125">
                  <a:solidFill>
                    <a:srgbClr val="0000FF"/>
                  </a:solidFill>
                  <a:latin typeface="微软雅黑" panose="020B0503020204020204" charset="-122"/>
                  <a:ea typeface="微软雅黑" panose="020B0503020204020204" charset="-122"/>
                </a:rPr>
                <a:t>UDP</a:t>
              </a:r>
              <a:endParaRPr kumimoji="1" lang="en-US" altLang="zh-CN" sz="1125" dirty="0">
                <a:solidFill>
                  <a:srgbClr val="0000FF"/>
                </a:solidFill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22" name="Text Box 21"/>
            <p:cNvSpPr txBox="1">
              <a:spLocks noChangeArrowheads="1"/>
            </p:cNvSpPr>
            <p:nvPr/>
          </p:nvSpPr>
          <p:spPr bwMode="auto">
            <a:xfrm>
              <a:off x="7592810" y="2831885"/>
              <a:ext cx="654453" cy="3868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ts val="1700"/>
                </a:lnSpc>
              </a:pPr>
              <a:r>
                <a:rPr kumimoji="1" lang="en-US" altLang="zh-CN" sz="1125">
                  <a:solidFill>
                    <a:srgbClr val="0000FF"/>
                  </a:solidFill>
                  <a:latin typeface="微软雅黑" panose="020B0503020204020204" charset="-122"/>
                  <a:ea typeface="微软雅黑" panose="020B0503020204020204" charset="-122"/>
                </a:rPr>
                <a:t>UDP</a:t>
              </a:r>
              <a:endParaRPr kumimoji="1" lang="en-US" altLang="zh-CN" sz="1125" dirty="0">
                <a:solidFill>
                  <a:srgbClr val="0000FF"/>
                </a:solidFill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grpSp>
          <p:nvGrpSpPr>
            <p:cNvPr id="86" name="组合 85"/>
            <p:cNvGrpSpPr/>
            <p:nvPr/>
          </p:nvGrpSpPr>
          <p:grpSpPr>
            <a:xfrm>
              <a:off x="2795211" y="2655139"/>
              <a:ext cx="6552411" cy="422850"/>
              <a:chOff x="2795211" y="2655139"/>
              <a:chExt cx="6552411" cy="422850"/>
            </a:xfrm>
          </p:grpSpPr>
          <p:sp>
            <p:nvSpPr>
              <p:cNvPr id="15" name="Line 14"/>
              <p:cNvSpPr>
                <a:spLocks noChangeShapeType="1"/>
              </p:cNvSpPr>
              <p:nvPr/>
            </p:nvSpPr>
            <p:spPr bwMode="auto">
              <a:xfrm flipH="1">
                <a:off x="4085984" y="2804496"/>
                <a:ext cx="3647682" cy="0"/>
              </a:xfrm>
              <a:prstGeom prst="line">
                <a:avLst/>
              </a:prstGeom>
              <a:noFill/>
              <a:ln w="38100">
                <a:solidFill>
                  <a:srgbClr val="C00000"/>
                </a:solidFill>
                <a:round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lnSpc>
                    <a:spcPts val="1700"/>
                  </a:lnSpc>
                </a:pPr>
                <a:endParaRPr lang="zh-CN" altLang="en-US" sz="1125" b="1">
                  <a:latin typeface="微软雅黑" panose="020B0503020204020204" charset="-122"/>
                  <a:ea typeface="微软雅黑" panose="020B0503020204020204" charset="-122"/>
                </a:endParaRPr>
              </a:p>
            </p:txBody>
          </p:sp>
          <p:sp>
            <p:nvSpPr>
              <p:cNvPr id="16" name="Rectangle 15"/>
              <p:cNvSpPr>
                <a:spLocks noChangeArrowheads="1"/>
              </p:cNvSpPr>
              <p:nvPr/>
            </p:nvSpPr>
            <p:spPr bwMode="auto">
              <a:xfrm>
                <a:off x="2795211" y="2683443"/>
                <a:ext cx="758921" cy="239866"/>
              </a:xfrm>
              <a:prstGeom prst="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zh-CN" altLang="en-US" sz="1125" dirty="0">
                    <a:latin typeface="微软雅黑" panose="020B0503020204020204" charset="-122"/>
                    <a:ea typeface="微软雅黑" panose="020B0503020204020204" charset="-122"/>
                  </a:rPr>
                  <a:t>客户</a:t>
                </a:r>
              </a:p>
            </p:txBody>
          </p:sp>
          <p:sp>
            <p:nvSpPr>
              <p:cNvPr id="17" name="Rectangle 16"/>
              <p:cNvSpPr>
                <a:spLocks noChangeArrowheads="1"/>
              </p:cNvSpPr>
              <p:nvPr/>
            </p:nvSpPr>
            <p:spPr bwMode="auto">
              <a:xfrm>
                <a:off x="4846120" y="2713706"/>
                <a:ext cx="2050911" cy="18045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en-US" altLang="zh-CN" sz="1125">
                    <a:latin typeface="微软雅黑" panose="020B0503020204020204" charset="-122"/>
                    <a:ea typeface="微软雅黑" panose="020B0503020204020204" charset="-122"/>
                  </a:rPr>
                  <a:t>DHCPOFFER</a:t>
                </a:r>
                <a:endParaRPr kumimoji="1" lang="en-US" altLang="zh-CN" sz="1125" dirty="0">
                  <a:latin typeface="微软雅黑" panose="020B0503020204020204" charset="-122"/>
                  <a:ea typeface="微软雅黑" panose="020B0503020204020204" charset="-122"/>
                </a:endParaRPr>
              </a:p>
            </p:txBody>
          </p:sp>
          <p:sp>
            <p:nvSpPr>
              <p:cNvPr id="18" name="Rectangle 17"/>
              <p:cNvSpPr>
                <a:spLocks noChangeArrowheads="1"/>
              </p:cNvSpPr>
              <p:nvPr/>
            </p:nvSpPr>
            <p:spPr bwMode="auto">
              <a:xfrm>
                <a:off x="8112519" y="2683443"/>
                <a:ext cx="760136" cy="23986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zh-CN" altLang="en-US" sz="1125" dirty="0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</a:rPr>
                  <a:t>服务器</a:t>
                </a:r>
              </a:p>
            </p:txBody>
          </p:sp>
          <p:sp>
            <p:nvSpPr>
              <p:cNvPr id="19" name="Rectangle 18"/>
              <p:cNvSpPr>
                <a:spLocks noChangeArrowheads="1"/>
              </p:cNvSpPr>
              <p:nvPr/>
            </p:nvSpPr>
            <p:spPr bwMode="auto">
              <a:xfrm>
                <a:off x="7733666" y="2713706"/>
                <a:ext cx="378854" cy="18045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en-US" altLang="zh-CN" sz="1125" dirty="0">
                    <a:latin typeface="微软雅黑" panose="020B0503020204020204" charset="-122"/>
                    <a:ea typeface="微软雅黑" panose="020B0503020204020204" charset="-122"/>
                  </a:rPr>
                  <a:t>67</a:t>
                </a:r>
              </a:p>
            </p:txBody>
          </p:sp>
          <p:sp>
            <p:nvSpPr>
              <p:cNvPr id="20" name="Rectangle 19"/>
              <p:cNvSpPr>
                <a:spLocks noChangeArrowheads="1"/>
              </p:cNvSpPr>
              <p:nvPr/>
            </p:nvSpPr>
            <p:spPr bwMode="auto">
              <a:xfrm>
                <a:off x="3554132" y="2713706"/>
                <a:ext cx="531853" cy="180459"/>
              </a:xfrm>
              <a:prstGeom prst="rect">
                <a:avLst/>
              </a:prstGeom>
              <a:solidFill>
                <a:srgbClr val="CCFF99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en-US" altLang="zh-CN" sz="1125">
                    <a:latin typeface="微软雅黑" panose="020B0503020204020204" charset="-122"/>
                    <a:ea typeface="微软雅黑" panose="020B0503020204020204" charset="-122"/>
                  </a:rPr>
                  <a:t>68</a:t>
                </a:r>
                <a:endParaRPr kumimoji="1" lang="en-US" altLang="zh-CN" sz="1125" dirty="0">
                  <a:latin typeface="微软雅黑" panose="020B0503020204020204" charset="-122"/>
                  <a:ea typeface="微软雅黑" panose="020B0503020204020204" charset="-122"/>
                </a:endParaRPr>
              </a:p>
            </p:txBody>
          </p:sp>
          <p:sp>
            <p:nvSpPr>
              <p:cNvPr id="77" name="Text Box 79"/>
              <p:cNvSpPr txBox="1">
                <a:spLocks noChangeArrowheads="1"/>
              </p:cNvSpPr>
              <p:nvPr/>
            </p:nvSpPr>
            <p:spPr bwMode="auto">
              <a:xfrm>
                <a:off x="8791486" y="2655139"/>
                <a:ext cx="556136" cy="4228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>
                  <a:lnSpc>
                    <a:spcPts val="1700"/>
                  </a:lnSpc>
                </a:pPr>
                <a:r>
                  <a:rPr kumimoji="1" lang="en-US" altLang="zh-CN" sz="2025" b="1">
                    <a:latin typeface="微软雅黑" panose="020B0503020204020204" charset="-122"/>
                    <a:ea typeface="微软雅黑" panose="020B0503020204020204" charset="-122"/>
                    <a:sym typeface="Wingdings" panose="05000000000000000000" pitchFamily="2" charset="2"/>
                  </a:rPr>
                  <a:t></a:t>
                </a:r>
                <a:endParaRPr kumimoji="1" lang="en-US" altLang="zh-CN" sz="2025" b="1" dirty="0">
                  <a:latin typeface="微软雅黑" panose="020B0503020204020204" charset="-122"/>
                  <a:ea typeface="微软雅黑" panose="020B0503020204020204" charset="-122"/>
                  <a:sym typeface="Wingdings" panose="05000000000000000000" pitchFamily="2" charset="2"/>
                </a:endParaRPr>
              </a:p>
            </p:txBody>
          </p:sp>
        </p:grpSp>
      </p:grpSp>
      <p:grpSp>
        <p:nvGrpSpPr>
          <p:cNvPr id="95" name="组合 94"/>
          <p:cNvGrpSpPr/>
          <p:nvPr/>
        </p:nvGrpSpPr>
        <p:grpSpPr>
          <a:xfrm>
            <a:off x="1646576" y="2757970"/>
            <a:ext cx="6215596" cy="591543"/>
            <a:chOff x="2330330" y="3076586"/>
            <a:chExt cx="6542325" cy="581324"/>
          </a:xfrm>
        </p:grpSpPr>
        <p:sp>
          <p:nvSpPr>
            <p:cNvPr id="29" name="Text Box 29"/>
            <p:cNvSpPr txBox="1">
              <a:spLocks noChangeArrowheads="1"/>
            </p:cNvSpPr>
            <p:nvPr/>
          </p:nvSpPr>
          <p:spPr bwMode="auto">
            <a:xfrm>
              <a:off x="3584301" y="3264511"/>
              <a:ext cx="654453" cy="3868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ts val="1700"/>
                </a:lnSpc>
              </a:pPr>
              <a:r>
                <a:rPr kumimoji="1" lang="en-US" altLang="zh-CN" sz="1125" dirty="0">
                  <a:solidFill>
                    <a:srgbClr val="0000FF"/>
                  </a:solidFill>
                  <a:latin typeface="微软雅黑" panose="020B0503020204020204" charset="-122"/>
                  <a:ea typeface="微软雅黑" panose="020B0503020204020204" charset="-122"/>
                </a:rPr>
                <a:t>UDP</a:t>
              </a:r>
            </a:p>
          </p:txBody>
        </p:sp>
        <p:sp>
          <p:nvSpPr>
            <p:cNvPr id="30" name="Text Box 30"/>
            <p:cNvSpPr txBox="1">
              <a:spLocks noChangeArrowheads="1"/>
            </p:cNvSpPr>
            <p:nvPr/>
          </p:nvSpPr>
          <p:spPr bwMode="auto">
            <a:xfrm>
              <a:off x="7603271" y="3271052"/>
              <a:ext cx="654453" cy="3868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ts val="1700"/>
                </a:lnSpc>
              </a:pPr>
              <a:r>
                <a:rPr kumimoji="1" lang="en-US" altLang="zh-CN" sz="1125" dirty="0">
                  <a:solidFill>
                    <a:srgbClr val="0000FF"/>
                  </a:solidFill>
                  <a:latin typeface="微软雅黑" panose="020B0503020204020204" charset="-122"/>
                  <a:ea typeface="微软雅黑" panose="020B0503020204020204" charset="-122"/>
                </a:rPr>
                <a:t>UDP</a:t>
              </a:r>
            </a:p>
          </p:txBody>
        </p:sp>
        <p:grpSp>
          <p:nvGrpSpPr>
            <p:cNvPr id="89" name="组合 88"/>
            <p:cNvGrpSpPr/>
            <p:nvPr/>
          </p:nvGrpSpPr>
          <p:grpSpPr>
            <a:xfrm>
              <a:off x="2330330" y="3076586"/>
              <a:ext cx="6542325" cy="422850"/>
              <a:chOff x="2330330" y="3076586"/>
              <a:chExt cx="6542325" cy="422850"/>
            </a:xfrm>
          </p:grpSpPr>
          <p:sp>
            <p:nvSpPr>
              <p:cNvPr id="23" name="Line 23"/>
              <p:cNvSpPr>
                <a:spLocks noChangeShapeType="1"/>
              </p:cNvSpPr>
              <p:nvPr/>
            </p:nvSpPr>
            <p:spPr bwMode="auto">
              <a:xfrm>
                <a:off x="4087198" y="3234909"/>
                <a:ext cx="364646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lnSpc>
                    <a:spcPts val="1700"/>
                  </a:lnSpc>
                </a:pPr>
                <a:endParaRPr lang="zh-CN" altLang="en-US" sz="1125" b="1">
                  <a:latin typeface="微软雅黑" panose="020B0503020204020204" charset="-122"/>
                  <a:ea typeface="微软雅黑" panose="020B0503020204020204" charset="-122"/>
                </a:endParaRPr>
              </a:p>
            </p:txBody>
          </p:sp>
          <p:sp>
            <p:nvSpPr>
              <p:cNvPr id="24" name="Rectangle 24"/>
              <p:cNvSpPr>
                <a:spLocks noChangeArrowheads="1"/>
              </p:cNvSpPr>
              <p:nvPr/>
            </p:nvSpPr>
            <p:spPr bwMode="auto">
              <a:xfrm>
                <a:off x="2833569" y="3114977"/>
                <a:ext cx="760136" cy="240986"/>
              </a:xfrm>
              <a:prstGeom prst="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zh-CN" altLang="en-US" sz="1125" dirty="0">
                    <a:latin typeface="微软雅黑" panose="020B0503020204020204" charset="-122"/>
                    <a:ea typeface="微软雅黑" panose="020B0503020204020204" charset="-122"/>
                  </a:rPr>
                  <a:t>客户</a:t>
                </a:r>
              </a:p>
            </p:txBody>
          </p:sp>
          <p:sp>
            <p:nvSpPr>
              <p:cNvPr id="25" name="Rectangle 25"/>
              <p:cNvSpPr>
                <a:spLocks noChangeArrowheads="1"/>
              </p:cNvSpPr>
              <p:nvPr/>
            </p:nvSpPr>
            <p:spPr bwMode="auto">
              <a:xfrm>
                <a:off x="4846120" y="3145240"/>
                <a:ext cx="2050911" cy="180460"/>
              </a:xfrm>
              <a:prstGeom prst="rect">
                <a:avLst/>
              </a:prstGeom>
              <a:solidFill>
                <a:srgbClr val="B4DF6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en-US" altLang="zh-CN" sz="1125" dirty="0">
                    <a:latin typeface="微软雅黑" panose="020B0503020204020204" charset="-122"/>
                    <a:ea typeface="微软雅黑" panose="020B0503020204020204" charset="-122"/>
                  </a:rPr>
                  <a:t>DHCPREQUEST</a:t>
                </a:r>
              </a:p>
            </p:txBody>
          </p:sp>
          <p:sp>
            <p:nvSpPr>
              <p:cNvPr id="26" name="Rectangle 26"/>
              <p:cNvSpPr>
                <a:spLocks noChangeArrowheads="1"/>
              </p:cNvSpPr>
              <p:nvPr/>
            </p:nvSpPr>
            <p:spPr bwMode="auto">
              <a:xfrm>
                <a:off x="8112519" y="3114977"/>
                <a:ext cx="760136" cy="24098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zh-CN" altLang="en-US" sz="1125" dirty="0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</a:rPr>
                  <a:t>服务器</a:t>
                </a:r>
              </a:p>
            </p:txBody>
          </p:sp>
          <p:sp>
            <p:nvSpPr>
              <p:cNvPr id="27" name="Rectangle 27"/>
              <p:cNvSpPr>
                <a:spLocks noChangeArrowheads="1"/>
              </p:cNvSpPr>
              <p:nvPr/>
            </p:nvSpPr>
            <p:spPr bwMode="auto">
              <a:xfrm>
                <a:off x="7733666" y="3145240"/>
                <a:ext cx="378854" cy="18046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en-US" altLang="zh-CN" sz="1125" dirty="0">
                    <a:latin typeface="微软雅黑" panose="020B0503020204020204" charset="-122"/>
                    <a:ea typeface="微软雅黑" panose="020B0503020204020204" charset="-122"/>
                  </a:rPr>
                  <a:t>67</a:t>
                </a:r>
              </a:p>
            </p:txBody>
          </p:sp>
          <p:sp>
            <p:nvSpPr>
              <p:cNvPr id="28" name="Rectangle 28"/>
              <p:cNvSpPr>
                <a:spLocks noChangeArrowheads="1"/>
              </p:cNvSpPr>
              <p:nvPr/>
            </p:nvSpPr>
            <p:spPr bwMode="auto">
              <a:xfrm>
                <a:off x="3597192" y="3145240"/>
                <a:ext cx="531853" cy="180460"/>
              </a:xfrm>
              <a:prstGeom prst="rect">
                <a:avLst/>
              </a:prstGeom>
              <a:solidFill>
                <a:srgbClr val="CCFF99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en-US" altLang="zh-CN" sz="1125" dirty="0">
                    <a:latin typeface="微软雅黑" panose="020B0503020204020204" charset="-122"/>
                    <a:ea typeface="微软雅黑" panose="020B0503020204020204" charset="-122"/>
                  </a:rPr>
                  <a:t>68</a:t>
                </a:r>
              </a:p>
            </p:txBody>
          </p:sp>
          <p:sp>
            <p:nvSpPr>
              <p:cNvPr id="78" name="Text Box 80"/>
              <p:cNvSpPr txBox="1">
                <a:spLocks noChangeArrowheads="1"/>
              </p:cNvSpPr>
              <p:nvPr/>
            </p:nvSpPr>
            <p:spPr bwMode="auto">
              <a:xfrm>
                <a:off x="2330330" y="3076586"/>
                <a:ext cx="556136" cy="4228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>
                  <a:lnSpc>
                    <a:spcPts val="1700"/>
                  </a:lnSpc>
                </a:pPr>
                <a:r>
                  <a:rPr kumimoji="1" lang="en-US" altLang="zh-CN" sz="2025" b="1" dirty="0">
                    <a:latin typeface="微软雅黑" panose="020B0503020204020204" charset="-122"/>
                    <a:ea typeface="微软雅黑" panose="020B0503020204020204" charset="-122"/>
                    <a:sym typeface="Wingdings" panose="05000000000000000000" pitchFamily="2" charset="2"/>
                  </a:rPr>
                  <a:t></a:t>
                </a:r>
              </a:p>
            </p:txBody>
          </p:sp>
        </p:grpSp>
      </p:grpSp>
      <p:grpSp>
        <p:nvGrpSpPr>
          <p:cNvPr id="96" name="组合 95"/>
          <p:cNvGrpSpPr/>
          <p:nvPr/>
        </p:nvGrpSpPr>
        <p:grpSpPr>
          <a:xfrm>
            <a:off x="2117203" y="3200085"/>
            <a:ext cx="6221717" cy="591214"/>
            <a:chOff x="2795211" y="3517087"/>
            <a:chExt cx="6548767" cy="581003"/>
          </a:xfrm>
        </p:grpSpPr>
        <p:grpSp>
          <p:nvGrpSpPr>
            <p:cNvPr id="90" name="组合 89"/>
            <p:cNvGrpSpPr/>
            <p:nvPr/>
          </p:nvGrpSpPr>
          <p:grpSpPr>
            <a:xfrm>
              <a:off x="2795211" y="3546511"/>
              <a:ext cx="6077444" cy="239866"/>
              <a:chOff x="2795211" y="3546511"/>
              <a:chExt cx="6077444" cy="239866"/>
            </a:xfrm>
          </p:grpSpPr>
          <p:sp>
            <p:nvSpPr>
              <p:cNvPr id="31" name="Line 31"/>
              <p:cNvSpPr>
                <a:spLocks noChangeShapeType="1"/>
              </p:cNvSpPr>
              <p:nvPr/>
            </p:nvSpPr>
            <p:spPr bwMode="auto">
              <a:xfrm flipH="1">
                <a:off x="4085984" y="3666444"/>
                <a:ext cx="3647682" cy="0"/>
              </a:xfrm>
              <a:prstGeom prst="line">
                <a:avLst/>
              </a:prstGeom>
              <a:noFill/>
              <a:ln w="38100">
                <a:solidFill>
                  <a:srgbClr val="C00000"/>
                </a:solidFill>
                <a:round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lnSpc>
                    <a:spcPts val="1700"/>
                  </a:lnSpc>
                </a:pPr>
                <a:endParaRPr lang="zh-CN" altLang="en-US" sz="1125" b="1">
                  <a:latin typeface="微软雅黑" panose="020B0503020204020204" charset="-122"/>
                  <a:ea typeface="微软雅黑" panose="020B0503020204020204" charset="-122"/>
                </a:endParaRPr>
              </a:p>
            </p:txBody>
          </p:sp>
          <p:sp>
            <p:nvSpPr>
              <p:cNvPr id="32" name="Rectangle 32"/>
              <p:cNvSpPr>
                <a:spLocks noChangeArrowheads="1"/>
              </p:cNvSpPr>
              <p:nvPr/>
            </p:nvSpPr>
            <p:spPr bwMode="auto">
              <a:xfrm>
                <a:off x="2795211" y="3546511"/>
                <a:ext cx="758921" cy="239866"/>
              </a:xfrm>
              <a:prstGeom prst="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zh-CN" altLang="en-US" sz="1125" dirty="0">
                    <a:latin typeface="微软雅黑" panose="020B0503020204020204" charset="-122"/>
                    <a:ea typeface="微软雅黑" panose="020B0503020204020204" charset="-122"/>
                  </a:rPr>
                  <a:t>客户</a:t>
                </a:r>
              </a:p>
            </p:txBody>
          </p:sp>
          <p:sp>
            <p:nvSpPr>
              <p:cNvPr id="33" name="Rectangle 33"/>
              <p:cNvSpPr>
                <a:spLocks noChangeArrowheads="1"/>
              </p:cNvSpPr>
              <p:nvPr/>
            </p:nvSpPr>
            <p:spPr bwMode="auto">
              <a:xfrm>
                <a:off x="4846120" y="3576775"/>
                <a:ext cx="2050911" cy="17933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en-US" altLang="zh-CN" sz="1125" dirty="0">
                    <a:latin typeface="微软雅黑" panose="020B0503020204020204" charset="-122"/>
                    <a:ea typeface="微软雅黑" panose="020B0503020204020204" charset="-122"/>
                  </a:rPr>
                  <a:t>DHCPACK</a:t>
                </a:r>
              </a:p>
            </p:txBody>
          </p:sp>
          <p:sp>
            <p:nvSpPr>
              <p:cNvPr id="34" name="Rectangle 34"/>
              <p:cNvSpPr>
                <a:spLocks noChangeArrowheads="1"/>
              </p:cNvSpPr>
              <p:nvPr/>
            </p:nvSpPr>
            <p:spPr bwMode="auto">
              <a:xfrm>
                <a:off x="8112519" y="3546511"/>
                <a:ext cx="760136" cy="23986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zh-CN" altLang="en-US" sz="1125" dirty="0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</a:rPr>
                  <a:t>服务器</a:t>
                </a:r>
              </a:p>
            </p:txBody>
          </p:sp>
          <p:sp>
            <p:nvSpPr>
              <p:cNvPr id="35" name="Rectangle 35"/>
              <p:cNvSpPr>
                <a:spLocks noChangeArrowheads="1"/>
              </p:cNvSpPr>
              <p:nvPr/>
            </p:nvSpPr>
            <p:spPr bwMode="auto">
              <a:xfrm>
                <a:off x="7733666" y="3576775"/>
                <a:ext cx="378854" cy="17933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en-US" altLang="zh-CN" sz="1125" dirty="0">
                    <a:latin typeface="微软雅黑" panose="020B0503020204020204" charset="-122"/>
                    <a:ea typeface="微软雅黑" panose="020B0503020204020204" charset="-122"/>
                  </a:rPr>
                  <a:t>67</a:t>
                </a:r>
              </a:p>
            </p:txBody>
          </p:sp>
          <p:sp>
            <p:nvSpPr>
              <p:cNvPr id="36" name="Rectangle 36"/>
              <p:cNvSpPr>
                <a:spLocks noChangeArrowheads="1"/>
              </p:cNvSpPr>
              <p:nvPr/>
            </p:nvSpPr>
            <p:spPr bwMode="auto">
              <a:xfrm>
                <a:off x="3554132" y="3576775"/>
                <a:ext cx="531853" cy="179339"/>
              </a:xfrm>
              <a:prstGeom prst="rect">
                <a:avLst/>
              </a:prstGeom>
              <a:solidFill>
                <a:srgbClr val="CCFF99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en-US" altLang="zh-CN" sz="1125">
                    <a:latin typeface="微软雅黑" panose="020B0503020204020204" charset="-122"/>
                    <a:ea typeface="微软雅黑" panose="020B0503020204020204" charset="-122"/>
                  </a:rPr>
                  <a:t>68</a:t>
                </a:r>
              </a:p>
            </p:txBody>
          </p:sp>
        </p:grpSp>
        <p:sp>
          <p:nvSpPr>
            <p:cNvPr id="37" name="Text Box 37"/>
            <p:cNvSpPr txBox="1">
              <a:spLocks noChangeArrowheads="1"/>
            </p:cNvSpPr>
            <p:nvPr/>
          </p:nvSpPr>
          <p:spPr bwMode="auto">
            <a:xfrm>
              <a:off x="3552918" y="3681902"/>
              <a:ext cx="654453" cy="3868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ts val="1700"/>
                </a:lnSpc>
              </a:pPr>
              <a:r>
                <a:rPr kumimoji="1" lang="en-US" altLang="zh-CN" sz="1125" dirty="0">
                  <a:solidFill>
                    <a:srgbClr val="0000FF"/>
                  </a:solidFill>
                  <a:latin typeface="微软雅黑" panose="020B0503020204020204" charset="-122"/>
                  <a:ea typeface="微软雅黑" panose="020B0503020204020204" charset="-122"/>
                </a:rPr>
                <a:t>UDP</a:t>
              </a:r>
            </a:p>
          </p:txBody>
        </p:sp>
        <p:sp>
          <p:nvSpPr>
            <p:cNvPr id="38" name="Text Box 38"/>
            <p:cNvSpPr txBox="1">
              <a:spLocks noChangeArrowheads="1"/>
            </p:cNvSpPr>
            <p:nvPr/>
          </p:nvSpPr>
          <p:spPr bwMode="auto">
            <a:xfrm>
              <a:off x="7592812" y="3711231"/>
              <a:ext cx="654453" cy="3868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ts val="1700"/>
                </a:lnSpc>
              </a:pPr>
              <a:r>
                <a:rPr kumimoji="1" lang="en-US" altLang="zh-CN" sz="1125" dirty="0">
                  <a:solidFill>
                    <a:srgbClr val="0000FF"/>
                  </a:solidFill>
                  <a:latin typeface="微软雅黑" panose="020B0503020204020204" charset="-122"/>
                  <a:ea typeface="微软雅黑" panose="020B0503020204020204" charset="-122"/>
                </a:rPr>
                <a:t>UDP</a:t>
              </a:r>
            </a:p>
          </p:txBody>
        </p:sp>
        <p:sp>
          <p:nvSpPr>
            <p:cNvPr id="79" name="Text Box 81"/>
            <p:cNvSpPr txBox="1">
              <a:spLocks noChangeArrowheads="1"/>
            </p:cNvSpPr>
            <p:nvPr/>
          </p:nvSpPr>
          <p:spPr bwMode="auto">
            <a:xfrm>
              <a:off x="8787842" y="3517087"/>
              <a:ext cx="556136" cy="4228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ts val="1700"/>
                </a:lnSpc>
              </a:pPr>
              <a:r>
                <a:rPr kumimoji="1" lang="en-US" altLang="zh-CN" sz="2025" b="1">
                  <a:latin typeface="微软雅黑" panose="020B0503020204020204" charset="-122"/>
                  <a:ea typeface="微软雅黑" panose="020B0503020204020204" charset="-122"/>
                  <a:sym typeface="Wingdings" panose="05000000000000000000" pitchFamily="2" charset="2"/>
                </a:rPr>
                <a:t></a:t>
              </a:r>
            </a:p>
          </p:txBody>
        </p:sp>
      </p:grpSp>
      <p:grpSp>
        <p:nvGrpSpPr>
          <p:cNvPr id="97" name="组合 96"/>
          <p:cNvGrpSpPr/>
          <p:nvPr/>
        </p:nvGrpSpPr>
        <p:grpSpPr>
          <a:xfrm>
            <a:off x="1675538" y="3721625"/>
            <a:ext cx="6663382" cy="2020919"/>
            <a:chOff x="2330330" y="3957590"/>
            <a:chExt cx="7013650" cy="2045151"/>
          </a:xfrm>
        </p:grpSpPr>
        <p:sp>
          <p:nvSpPr>
            <p:cNvPr id="69" name="Text Box 71"/>
            <p:cNvSpPr txBox="1">
              <a:spLocks noChangeArrowheads="1"/>
            </p:cNvSpPr>
            <p:nvPr/>
          </p:nvSpPr>
          <p:spPr bwMode="auto">
            <a:xfrm>
              <a:off x="3552917" y="5571687"/>
              <a:ext cx="654453" cy="3868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ts val="1700"/>
                </a:lnSpc>
              </a:pPr>
              <a:r>
                <a:rPr kumimoji="1" lang="en-US" altLang="zh-CN" sz="1125" dirty="0">
                  <a:solidFill>
                    <a:srgbClr val="0000FF"/>
                  </a:solidFill>
                  <a:latin typeface="微软雅黑" panose="020B0503020204020204" charset="-122"/>
                  <a:ea typeface="微软雅黑" panose="020B0503020204020204" charset="-122"/>
                </a:rPr>
                <a:t>UDP</a:t>
              </a:r>
            </a:p>
          </p:txBody>
        </p:sp>
        <p:sp>
          <p:nvSpPr>
            <p:cNvPr id="70" name="Text Box 72"/>
            <p:cNvSpPr txBox="1">
              <a:spLocks noChangeArrowheads="1"/>
            </p:cNvSpPr>
            <p:nvPr/>
          </p:nvSpPr>
          <p:spPr bwMode="auto">
            <a:xfrm>
              <a:off x="7592810" y="5615882"/>
              <a:ext cx="654453" cy="3868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ts val="1700"/>
                </a:lnSpc>
              </a:pPr>
              <a:r>
                <a:rPr kumimoji="1" lang="en-US" altLang="zh-CN" sz="1125" dirty="0">
                  <a:solidFill>
                    <a:srgbClr val="0000FF"/>
                  </a:solidFill>
                  <a:latin typeface="微软雅黑" panose="020B0503020204020204" charset="-122"/>
                  <a:ea typeface="微软雅黑" panose="020B0503020204020204" charset="-122"/>
                </a:rPr>
                <a:t>UDP</a:t>
              </a:r>
            </a:p>
          </p:txBody>
        </p:sp>
        <p:grpSp>
          <p:nvGrpSpPr>
            <p:cNvPr id="91" name="组合 90"/>
            <p:cNvGrpSpPr/>
            <p:nvPr/>
          </p:nvGrpSpPr>
          <p:grpSpPr>
            <a:xfrm>
              <a:off x="2330330" y="3957590"/>
              <a:ext cx="7013650" cy="1881425"/>
              <a:chOff x="2330330" y="3957590"/>
              <a:chExt cx="7013650" cy="1881425"/>
            </a:xfrm>
          </p:grpSpPr>
          <p:sp>
            <p:nvSpPr>
              <p:cNvPr id="39" name="Line 40"/>
              <p:cNvSpPr>
                <a:spLocks noChangeShapeType="1"/>
              </p:cNvSpPr>
              <p:nvPr/>
            </p:nvSpPr>
            <p:spPr bwMode="auto">
              <a:xfrm>
                <a:off x="4087198" y="4095736"/>
                <a:ext cx="364646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lnSpc>
                    <a:spcPts val="1700"/>
                  </a:lnSpc>
                </a:pPr>
                <a:endParaRPr lang="zh-CN" altLang="en-US" sz="1125" b="1">
                  <a:latin typeface="微软雅黑" panose="020B0503020204020204" charset="-122"/>
                  <a:ea typeface="微软雅黑" panose="020B0503020204020204" charset="-122"/>
                </a:endParaRPr>
              </a:p>
            </p:txBody>
          </p:sp>
          <p:sp>
            <p:nvSpPr>
              <p:cNvPr id="40" name="Rectangle 41"/>
              <p:cNvSpPr>
                <a:spLocks noChangeArrowheads="1"/>
              </p:cNvSpPr>
              <p:nvPr/>
            </p:nvSpPr>
            <p:spPr bwMode="auto">
              <a:xfrm>
                <a:off x="2795210" y="3975804"/>
                <a:ext cx="760136" cy="238745"/>
              </a:xfrm>
              <a:prstGeom prst="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zh-CN" altLang="en-US" sz="1125" dirty="0">
                    <a:latin typeface="微软雅黑" panose="020B0503020204020204" charset="-122"/>
                    <a:ea typeface="微软雅黑" panose="020B0503020204020204" charset="-122"/>
                  </a:rPr>
                  <a:t>客户</a:t>
                </a:r>
              </a:p>
            </p:txBody>
          </p:sp>
          <p:sp>
            <p:nvSpPr>
              <p:cNvPr id="41" name="Rectangle 42"/>
              <p:cNvSpPr>
                <a:spLocks noChangeArrowheads="1"/>
              </p:cNvSpPr>
              <p:nvPr/>
            </p:nvSpPr>
            <p:spPr bwMode="auto">
              <a:xfrm>
                <a:off x="4846120" y="4006067"/>
                <a:ext cx="2050911" cy="179339"/>
              </a:xfrm>
              <a:prstGeom prst="rect">
                <a:avLst/>
              </a:prstGeom>
              <a:solidFill>
                <a:srgbClr val="B4DF6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en-US" altLang="zh-CN" sz="1125" dirty="0">
                    <a:latin typeface="微软雅黑" panose="020B0503020204020204" charset="-122"/>
                    <a:ea typeface="微软雅黑" panose="020B0503020204020204" charset="-122"/>
                  </a:rPr>
                  <a:t>DHCPREQUEST</a:t>
                </a:r>
              </a:p>
            </p:txBody>
          </p:sp>
          <p:sp>
            <p:nvSpPr>
              <p:cNvPr id="42" name="Rectangle 43"/>
              <p:cNvSpPr>
                <a:spLocks noChangeArrowheads="1"/>
              </p:cNvSpPr>
              <p:nvPr/>
            </p:nvSpPr>
            <p:spPr bwMode="auto">
              <a:xfrm>
                <a:off x="8112519" y="3975804"/>
                <a:ext cx="760136" cy="2387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zh-CN" altLang="en-US" sz="1125" dirty="0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</a:rPr>
                  <a:t>服务器</a:t>
                </a:r>
              </a:p>
            </p:txBody>
          </p:sp>
          <p:sp>
            <p:nvSpPr>
              <p:cNvPr id="43" name="Rectangle 44"/>
              <p:cNvSpPr>
                <a:spLocks noChangeArrowheads="1"/>
              </p:cNvSpPr>
              <p:nvPr/>
            </p:nvSpPr>
            <p:spPr bwMode="auto">
              <a:xfrm>
                <a:off x="7733666" y="4006067"/>
                <a:ext cx="378854" cy="17933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en-US" altLang="zh-CN" sz="1125" dirty="0">
                    <a:latin typeface="微软雅黑" panose="020B0503020204020204" charset="-122"/>
                    <a:ea typeface="微软雅黑" panose="020B0503020204020204" charset="-122"/>
                  </a:rPr>
                  <a:t>67</a:t>
                </a:r>
              </a:p>
            </p:txBody>
          </p:sp>
          <p:sp>
            <p:nvSpPr>
              <p:cNvPr id="44" name="Rectangle 45"/>
              <p:cNvSpPr>
                <a:spLocks noChangeArrowheads="1"/>
              </p:cNvSpPr>
              <p:nvPr/>
            </p:nvSpPr>
            <p:spPr bwMode="auto">
              <a:xfrm>
                <a:off x="3555346" y="4006067"/>
                <a:ext cx="531853" cy="179339"/>
              </a:xfrm>
              <a:prstGeom prst="rect">
                <a:avLst/>
              </a:prstGeom>
              <a:solidFill>
                <a:srgbClr val="CCFF99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en-US" altLang="zh-CN" sz="1125" dirty="0">
                    <a:latin typeface="微软雅黑" panose="020B0503020204020204" charset="-122"/>
                    <a:ea typeface="微软雅黑" panose="020B0503020204020204" charset="-122"/>
                  </a:rPr>
                  <a:t>68</a:t>
                </a:r>
              </a:p>
            </p:txBody>
          </p:sp>
          <p:sp>
            <p:nvSpPr>
              <p:cNvPr id="45" name="Text Box 46"/>
              <p:cNvSpPr txBox="1">
                <a:spLocks noChangeArrowheads="1"/>
              </p:cNvSpPr>
              <p:nvPr/>
            </p:nvSpPr>
            <p:spPr bwMode="auto">
              <a:xfrm>
                <a:off x="3552917" y="4111195"/>
                <a:ext cx="654453" cy="38685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>
                  <a:lnSpc>
                    <a:spcPts val="1700"/>
                  </a:lnSpc>
                </a:pPr>
                <a:r>
                  <a:rPr kumimoji="1" lang="en-US" altLang="zh-CN" sz="1125" dirty="0">
                    <a:solidFill>
                      <a:srgbClr val="0000FF"/>
                    </a:solidFill>
                    <a:latin typeface="微软雅黑" panose="020B0503020204020204" charset="-122"/>
                    <a:ea typeface="微软雅黑" panose="020B0503020204020204" charset="-122"/>
                  </a:rPr>
                  <a:t>UDP</a:t>
                </a:r>
              </a:p>
            </p:txBody>
          </p:sp>
          <p:sp>
            <p:nvSpPr>
              <p:cNvPr id="46" name="Text Box 47"/>
              <p:cNvSpPr txBox="1">
                <a:spLocks noChangeArrowheads="1"/>
              </p:cNvSpPr>
              <p:nvPr/>
            </p:nvSpPr>
            <p:spPr bwMode="auto">
              <a:xfrm>
                <a:off x="7592810" y="4138627"/>
                <a:ext cx="654453" cy="38685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>
                  <a:lnSpc>
                    <a:spcPts val="1700"/>
                  </a:lnSpc>
                </a:pPr>
                <a:r>
                  <a:rPr kumimoji="1" lang="en-US" altLang="zh-CN" sz="1125" dirty="0">
                    <a:solidFill>
                      <a:srgbClr val="0000FF"/>
                    </a:solidFill>
                    <a:latin typeface="微软雅黑" panose="020B0503020204020204" charset="-122"/>
                    <a:ea typeface="微软雅黑" panose="020B0503020204020204" charset="-122"/>
                  </a:rPr>
                  <a:t>UDP</a:t>
                </a:r>
              </a:p>
            </p:txBody>
          </p:sp>
          <p:sp>
            <p:nvSpPr>
              <p:cNvPr id="47" name="Line 48"/>
              <p:cNvSpPr>
                <a:spLocks noChangeShapeType="1"/>
              </p:cNvSpPr>
              <p:nvPr/>
            </p:nvSpPr>
            <p:spPr bwMode="auto">
              <a:xfrm flipH="1">
                <a:off x="4085984" y="4528392"/>
                <a:ext cx="3647682" cy="0"/>
              </a:xfrm>
              <a:prstGeom prst="line">
                <a:avLst/>
              </a:prstGeom>
              <a:noFill/>
              <a:ln w="38100">
                <a:solidFill>
                  <a:srgbClr val="C00000"/>
                </a:solidFill>
                <a:round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lnSpc>
                    <a:spcPts val="1700"/>
                  </a:lnSpc>
                </a:pPr>
                <a:endParaRPr lang="zh-CN" altLang="en-US" sz="1125" b="1">
                  <a:latin typeface="微软雅黑" panose="020B0503020204020204" charset="-122"/>
                  <a:ea typeface="微软雅黑" panose="020B0503020204020204" charset="-122"/>
                </a:endParaRPr>
              </a:p>
            </p:txBody>
          </p:sp>
          <p:sp>
            <p:nvSpPr>
              <p:cNvPr id="48" name="Rectangle 49"/>
              <p:cNvSpPr>
                <a:spLocks noChangeArrowheads="1"/>
              </p:cNvSpPr>
              <p:nvPr/>
            </p:nvSpPr>
            <p:spPr bwMode="auto">
              <a:xfrm>
                <a:off x="2795211" y="4407338"/>
                <a:ext cx="758921" cy="238745"/>
              </a:xfrm>
              <a:prstGeom prst="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zh-CN" altLang="en-US" sz="1125" dirty="0">
                    <a:latin typeface="微软雅黑" panose="020B0503020204020204" charset="-122"/>
                    <a:ea typeface="微软雅黑" panose="020B0503020204020204" charset="-122"/>
                  </a:rPr>
                  <a:t>客户</a:t>
                </a:r>
              </a:p>
            </p:txBody>
          </p:sp>
          <p:sp>
            <p:nvSpPr>
              <p:cNvPr id="49" name="Rectangle 50"/>
              <p:cNvSpPr>
                <a:spLocks noChangeArrowheads="1"/>
              </p:cNvSpPr>
              <p:nvPr/>
            </p:nvSpPr>
            <p:spPr bwMode="auto">
              <a:xfrm>
                <a:off x="4846120" y="4437602"/>
                <a:ext cx="2050911" cy="18045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en-US" altLang="zh-CN" sz="1125" dirty="0">
                    <a:latin typeface="微软雅黑" panose="020B0503020204020204" charset="-122"/>
                    <a:ea typeface="微软雅黑" panose="020B0503020204020204" charset="-122"/>
                  </a:rPr>
                  <a:t>DHCPACK</a:t>
                </a:r>
              </a:p>
            </p:txBody>
          </p:sp>
          <p:sp>
            <p:nvSpPr>
              <p:cNvPr id="50" name="Rectangle 51"/>
              <p:cNvSpPr>
                <a:spLocks noChangeArrowheads="1"/>
              </p:cNvSpPr>
              <p:nvPr/>
            </p:nvSpPr>
            <p:spPr bwMode="auto">
              <a:xfrm>
                <a:off x="8112519" y="4407338"/>
                <a:ext cx="760136" cy="2387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zh-CN" altLang="en-US" sz="1125" dirty="0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</a:rPr>
                  <a:t>服务器</a:t>
                </a:r>
              </a:p>
            </p:txBody>
          </p:sp>
          <p:sp>
            <p:nvSpPr>
              <p:cNvPr id="51" name="Rectangle 52"/>
              <p:cNvSpPr>
                <a:spLocks noChangeArrowheads="1"/>
              </p:cNvSpPr>
              <p:nvPr/>
            </p:nvSpPr>
            <p:spPr bwMode="auto">
              <a:xfrm>
                <a:off x="7733666" y="4437602"/>
                <a:ext cx="378854" cy="18045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en-US" altLang="zh-CN" sz="1125" dirty="0">
                    <a:latin typeface="微软雅黑" panose="020B0503020204020204" charset="-122"/>
                    <a:ea typeface="微软雅黑" panose="020B0503020204020204" charset="-122"/>
                  </a:rPr>
                  <a:t>67</a:t>
                </a:r>
              </a:p>
            </p:txBody>
          </p:sp>
          <p:sp>
            <p:nvSpPr>
              <p:cNvPr id="52" name="Rectangle 53"/>
              <p:cNvSpPr>
                <a:spLocks noChangeArrowheads="1"/>
              </p:cNvSpPr>
              <p:nvPr/>
            </p:nvSpPr>
            <p:spPr bwMode="auto">
              <a:xfrm>
                <a:off x="3554132" y="4437602"/>
                <a:ext cx="531853" cy="180459"/>
              </a:xfrm>
              <a:prstGeom prst="rect">
                <a:avLst/>
              </a:prstGeom>
              <a:solidFill>
                <a:srgbClr val="CCFF99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en-US" altLang="zh-CN" sz="1125">
                    <a:latin typeface="微软雅黑" panose="020B0503020204020204" charset="-122"/>
                    <a:ea typeface="微软雅黑" panose="020B0503020204020204" charset="-122"/>
                  </a:rPr>
                  <a:t>68</a:t>
                </a:r>
              </a:p>
            </p:txBody>
          </p:sp>
          <p:sp>
            <p:nvSpPr>
              <p:cNvPr id="53" name="Text Box 54"/>
              <p:cNvSpPr txBox="1">
                <a:spLocks noChangeArrowheads="1"/>
              </p:cNvSpPr>
              <p:nvPr/>
            </p:nvSpPr>
            <p:spPr bwMode="auto">
              <a:xfrm>
                <a:off x="3552917" y="4542729"/>
                <a:ext cx="654453" cy="38685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>
                  <a:lnSpc>
                    <a:spcPts val="1700"/>
                  </a:lnSpc>
                </a:pPr>
                <a:r>
                  <a:rPr kumimoji="1" lang="en-US" altLang="zh-CN" sz="1125" dirty="0">
                    <a:solidFill>
                      <a:srgbClr val="0000FF"/>
                    </a:solidFill>
                    <a:latin typeface="微软雅黑" panose="020B0503020204020204" charset="-122"/>
                    <a:ea typeface="微软雅黑" panose="020B0503020204020204" charset="-122"/>
                  </a:rPr>
                  <a:t>UDP</a:t>
                </a:r>
              </a:p>
            </p:txBody>
          </p:sp>
          <p:sp>
            <p:nvSpPr>
              <p:cNvPr id="54" name="Text Box 55"/>
              <p:cNvSpPr txBox="1">
                <a:spLocks noChangeArrowheads="1"/>
              </p:cNvSpPr>
              <p:nvPr/>
            </p:nvSpPr>
            <p:spPr bwMode="auto">
              <a:xfrm>
                <a:off x="7592810" y="4563454"/>
                <a:ext cx="654453" cy="38685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>
                  <a:lnSpc>
                    <a:spcPts val="1700"/>
                  </a:lnSpc>
                </a:pPr>
                <a:r>
                  <a:rPr kumimoji="1" lang="en-US" altLang="zh-CN" sz="1125" dirty="0">
                    <a:solidFill>
                      <a:srgbClr val="0000FF"/>
                    </a:solidFill>
                    <a:latin typeface="微软雅黑" panose="020B0503020204020204" charset="-122"/>
                    <a:ea typeface="微软雅黑" panose="020B0503020204020204" charset="-122"/>
                  </a:rPr>
                  <a:t>UDP</a:t>
                </a:r>
              </a:p>
            </p:txBody>
          </p:sp>
          <p:sp>
            <p:nvSpPr>
              <p:cNvPr id="55" name="Line 56"/>
              <p:cNvSpPr>
                <a:spLocks noChangeShapeType="1"/>
              </p:cNvSpPr>
              <p:nvPr/>
            </p:nvSpPr>
            <p:spPr bwMode="auto">
              <a:xfrm flipH="1">
                <a:off x="4085984" y="4959926"/>
                <a:ext cx="3647682" cy="0"/>
              </a:xfrm>
              <a:prstGeom prst="line">
                <a:avLst/>
              </a:prstGeom>
              <a:noFill/>
              <a:ln w="38100">
                <a:solidFill>
                  <a:srgbClr val="C00000"/>
                </a:solidFill>
                <a:round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lnSpc>
                    <a:spcPts val="1700"/>
                  </a:lnSpc>
                </a:pPr>
                <a:endParaRPr lang="zh-CN" altLang="en-US" sz="1125" b="1">
                  <a:latin typeface="微软雅黑" panose="020B0503020204020204" charset="-122"/>
                  <a:ea typeface="微软雅黑" panose="020B0503020204020204" charset="-122"/>
                </a:endParaRPr>
              </a:p>
            </p:txBody>
          </p:sp>
          <p:sp>
            <p:nvSpPr>
              <p:cNvPr id="56" name="Rectangle 57"/>
              <p:cNvSpPr>
                <a:spLocks noChangeArrowheads="1"/>
              </p:cNvSpPr>
              <p:nvPr/>
            </p:nvSpPr>
            <p:spPr bwMode="auto">
              <a:xfrm>
                <a:off x="2795211" y="4838873"/>
                <a:ext cx="758921" cy="238745"/>
              </a:xfrm>
              <a:prstGeom prst="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zh-CN" altLang="en-US" sz="1125" dirty="0">
                    <a:latin typeface="微软雅黑" panose="020B0503020204020204" charset="-122"/>
                    <a:ea typeface="微软雅黑" panose="020B0503020204020204" charset="-122"/>
                  </a:rPr>
                  <a:t>客户</a:t>
                </a:r>
              </a:p>
            </p:txBody>
          </p:sp>
          <p:sp>
            <p:nvSpPr>
              <p:cNvPr id="57" name="Rectangle 58"/>
              <p:cNvSpPr>
                <a:spLocks noChangeArrowheads="1"/>
              </p:cNvSpPr>
              <p:nvPr/>
            </p:nvSpPr>
            <p:spPr bwMode="auto">
              <a:xfrm>
                <a:off x="4846120" y="4869136"/>
                <a:ext cx="2050911" cy="18046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en-US" altLang="zh-CN" sz="1125" dirty="0">
                    <a:latin typeface="微软雅黑" panose="020B0503020204020204" charset="-122"/>
                    <a:ea typeface="微软雅黑" panose="020B0503020204020204" charset="-122"/>
                  </a:rPr>
                  <a:t>DHCPNACK</a:t>
                </a:r>
              </a:p>
            </p:txBody>
          </p:sp>
          <p:sp>
            <p:nvSpPr>
              <p:cNvPr id="58" name="Rectangle 59"/>
              <p:cNvSpPr>
                <a:spLocks noChangeArrowheads="1"/>
              </p:cNvSpPr>
              <p:nvPr/>
            </p:nvSpPr>
            <p:spPr bwMode="auto">
              <a:xfrm>
                <a:off x="8112519" y="4838873"/>
                <a:ext cx="760136" cy="2387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zh-CN" altLang="en-US" sz="1125" dirty="0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</a:rPr>
                  <a:t>服务器</a:t>
                </a:r>
              </a:p>
            </p:txBody>
          </p:sp>
          <p:sp>
            <p:nvSpPr>
              <p:cNvPr id="59" name="Rectangle 60"/>
              <p:cNvSpPr>
                <a:spLocks noChangeArrowheads="1"/>
              </p:cNvSpPr>
              <p:nvPr/>
            </p:nvSpPr>
            <p:spPr bwMode="auto">
              <a:xfrm>
                <a:off x="7733666" y="4869136"/>
                <a:ext cx="378854" cy="180460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en-US" altLang="zh-CN" sz="1125">
                    <a:latin typeface="微软雅黑" panose="020B0503020204020204" charset="-122"/>
                    <a:ea typeface="微软雅黑" panose="020B0503020204020204" charset="-122"/>
                  </a:rPr>
                  <a:t>67</a:t>
                </a:r>
              </a:p>
            </p:txBody>
          </p:sp>
          <p:sp>
            <p:nvSpPr>
              <p:cNvPr id="60" name="Rectangle 61"/>
              <p:cNvSpPr>
                <a:spLocks noChangeArrowheads="1"/>
              </p:cNvSpPr>
              <p:nvPr/>
            </p:nvSpPr>
            <p:spPr bwMode="auto">
              <a:xfrm>
                <a:off x="3554132" y="4869136"/>
                <a:ext cx="531852" cy="180460"/>
              </a:xfrm>
              <a:prstGeom prst="rect">
                <a:avLst/>
              </a:prstGeom>
              <a:solidFill>
                <a:srgbClr val="CCFF99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en-US" altLang="zh-CN" sz="1125">
                    <a:latin typeface="微软雅黑" panose="020B0503020204020204" charset="-122"/>
                    <a:ea typeface="微软雅黑" panose="020B0503020204020204" charset="-122"/>
                  </a:rPr>
                  <a:t>68</a:t>
                </a:r>
              </a:p>
            </p:txBody>
          </p:sp>
          <p:sp>
            <p:nvSpPr>
              <p:cNvPr id="61" name="Text Box 62"/>
              <p:cNvSpPr txBox="1">
                <a:spLocks noChangeArrowheads="1"/>
              </p:cNvSpPr>
              <p:nvPr/>
            </p:nvSpPr>
            <p:spPr bwMode="auto">
              <a:xfrm>
                <a:off x="3552917" y="4974262"/>
                <a:ext cx="654453" cy="38685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>
                  <a:lnSpc>
                    <a:spcPts val="1700"/>
                  </a:lnSpc>
                </a:pPr>
                <a:r>
                  <a:rPr kumimoji="1" lang="en-US" altLang="zh-CN" sz="1125" dirty="0">
                    <a:solidFill>
                      <a:srgbClr val="0000FF"/>
                    </a:solidFill>
                    <a:latin typeface="微软雅黑" panose="020B0503020204020204" charset="-122"/>
                    <a:ea typeface="微软雅黑" panose="020B0503020204020204" charset="-122"/>
                  </a:rPr>
                  <a:t>UDP</a:t>
                </a:r>
              </a:p>
            </p:txBody>
          </p:sp>
          <p:sp>
            <p:nvSpPr>
              <p:cNvPr id="62" name="Text Box 63"/>
              <p:cNvSpPr txBox="1">
                <a:spLocks noChangeArrowheads="1"/>
              </p:cNvSpPr>
              <p:nvPr/>
            </p:nvSpPr>
            <p:spPr bwMode="auto">
              <a:xfrm>
                <a:off x="7592810" y="5031868"/>
                <a:ext cx="654453" cy="38685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>
                  <a:lnSpc>
                    <a:spcPts val="1700"/>
                  </a:lnSpc>
                </a:pPr>
                <a:r>
                  <a:rPr kumimoji="1" lang="en-US" altLang="zh-CN" sz="1125" dirty="0">
                    <a:solidFill>
                      <a:srgbClr val="0000FF"/>
                    </a:solidFill>
                    <a:latin typeface="微软雅黑" panose="020B0503020204020204" charset="-122"/>
                    <a:ea typeface="微软雅黑" panose="020B0503020204020204" charset="-122"/>
                  </a:rPr>
                  <a:t>UDP</a:t>
                </a:r>
              </a:p>
            </p:txBody>
          </p:sp>
          <p:sp>
            <p:nvSpPr>
              <p:cNvPr id="63" name="Line 65"/>
              <p:cNvSpPr>
                <a:spLocks noChangeShapeType="1"/>
              </p:cNvSpPr>
              <p:nvPr/>
            </p:nvSpPr>
            <p:spPr bwMode="auto">
              <a:xfrm>
                <a:off x="4087198" y="5556228"/>
                <a:ext cx="364646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lnSpc>
                    <a:spcPts val="1700"/>
                  </a:lnSpc>
                </a:pPr>
                <a:endParaRPr lang="zh-CN" altLang="en-US" sz="1125" b="1">
                  <a:latin typeface="微软雅黑" panose="020B0503020204020204" charset="-122"/>
                  <a:ea typeface="微软雅黑" panose="020B0503020204020204" charset="-122"/>
                </a:endParaRPr>
              </a:p>
            </p:txBody>
          </p:sp>
          <p:sp>
            <p:nvSpPr>
              <p:cNvPr id="64" name="Rectangle 66"/>
              <p:cNvSpPr>
                <a:spLocks noChangeArrowheads="1"/>
              </p:cNvSpPr>
              <p:nvPr/>
            </p:nvSpPr>
            <p:spPr bwMode="auto">
              <a:xfrm>
                <a:off x="2795210" y="5436295"/>
                <a:ext cx="760136" cy="238745"/>
              </a:xfrm>
              <a:prstGeom prst="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zh-CN" altLang="en-US" sz="1125" dirty="0">
                    <a:latin typeface="微软雅黑" panose="020B0503020204020204" charset="-122"/>
                    <a:ea typeface="微软雅黑" panose="020B0503020204020204" charset="-122"/>
                  </a:rPr>
                  <a:t>客户</a:t>
                </a:r>
              </a:p>
            </p:txBody>
          </p:sp>
          <p:sp>
            <p:nvSpPr>
              <p:cNvPr id="65" name="Rectangle 67"/>
              <p:cNvSpPr>
                <a:spLocks noChangeArrowheads="1"/>
              </p:cNvSpPr>
              <p:nvPr/>
            </p:nvSpPr>
            <p:spPr bwMode="auto">
              <a:xfrm>
                <a:off x="4846120" y="5466559"/>
                <a:ext cx="2050911" cy="179339"/>
              </a:xfrm>
              <a:prstGeom prst="rect">
                <a:avLst/>
              </a:prstGeom>
              <a:solidFill>
                <a:srgbClr val="B4DF6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en-US" altLang="zh-CN" sz="1125" dirty="0">
                    <a:latin typeface="微软雅黑" panose="020B0503020204020204" charset="-122"/>
                    <a:ea typeface="微软雅黑" panose="020B0503020204020204" charset="-122"/>
                  </a:rPr>
                  <a:t>DHCPRELEASE</a:t>
                </a:r>
              </a:p>
            </p:txBody>
          </p:sp>
          <p:sp>
            <p:nvSpPr>
              <p:cNvPr id="66" name="Rectangle 68"/>
              <p:cNvSpPr>
                <a:spLocks noChangeArrowheads="1"/>
              </p:cNvSpPr>
              <p:nvPr/>
            </p:nvSpPr>
            <p:spPr bwMode="auto">
              <a:xfrm>
                <a:off x="8112519" y="5436295"/>
                <a:ext cx="760136" cy="2387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zh-CN" altLang="en-US" sz="1125" dirty="0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</a:rPr>
                  <a:t>服务器</a:t>
                </a:r>
              </a:p>
            </p:txBody>
          </p:sp>
          <p:sp>
            <p:nvSpPr>
              <p:cNvPr id="67" name="Rectangle 69"/>
              <p:cNvSpPr>
                <a:spLocks noChangeArrowheads="1"/>
              </p:cNvSpPr>
              <p:nvPr/>
            </p:nvSpPr>
            <p:spPr bwMode="auto">
              <a:xfrm>
                <a:off x="7733666" y="5466559"/>
                <a:ext cx="378854" cy="179339"/>
              </a:xfrm>
              <a:prstGeom prst="rect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en-US" altLang="zh-CN" sz="1125" dirty="0">
                    <a:latin typeface="微软雅黑" panose="020B0503020204020204" charset="-122"/>
                    <a:ea typeface="微软雅黑" panose="020B0503020204020204" charset="-122"/>
                  </a:rPr>
                  <a:t>67</a:t>
                </a:r>
              </a:p>
            </p:txBody>
          </p:sp>
          <p:sp>
            <p:nvSpPr>
              <p:cNvPr id="68" name="Rectangle 70"/>
              <p:cNvSpPr>
                <a:spLocks noChangeArrowheads="1"/>
              </p:cNvSpPr>
              <p:nvPr/>
            </p:nvSpPr>
            <p:spPr bwMode="auto">
              <a:xfrm>
                <a:off x="3555346" y="5466559"/>
                <a:ext cx="531853" cy="179339"/>
              </a:xfrm>
              <a:prstGeom prst="rect">
                <a:avLst/>
              </a:prstGeom>
              <a:solidFill>
                <a:srgbClr val="CCFF99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ts val="1700"/>
                  </a:lnSpc>
                </a:pPr>
                <a:r>
                  <a:rPr kumimoji="1" lang="en-US" altLang="zh-CN" sz="1125">
                    <a:latin typeface="微软雅黑" panose="020B0503020204020204" charset="-122"/>
                    <a:ea typeface="微软雅黑" panose="020B0503020204020204" charset="-122"/>
                  </a:rPr>
                  <a:t>68</a:t>
                </a:r>
              </a:p>
            </p:txBody>
          </p:sp>
          <p:sp>
            <p:nvSpPr>
              <p:cNvPr id="80" name="Text Box 82"/>
              <p:cNvSpPr txBox="1">
                <a:spLocks noChangeArrowheads="1"/>
              </p:cNvSpPr>
              <p:nvPr/>
            </p:nvSpPr>
            <p:spPr bwMode="auto">
              <a:xfrm>
                <a:off x="2330330" y="3957590"/>
                <a:ext cx="556136" cy="42285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>
                  <a:lnSpc>
                    <a:spcPts val="1700"/>
                  </a:lnSpc>
                </a:pPr>
                <a:r>
                  <a:rPr kumimoji="1" lang="en-US" altLang="zh-CN" sz="2025" b="1" dirty="0">
                    <a:latin typeface="微软雅黑" panose="020B0503020204020204" charset="-122"/>
                    <a:ea typeface="微软雅黑" panose="020B0503020204020204" charset="-122"/>
                    <a:sym typeface="Wingdings" panose="05000000000000000000" pitchFamily="2" charset="2"/>
                  </a:rPr>
                  <a:t></a:t>
                </a:r>
              </a:p>
            </p:txBody>
          </p:sp>
          <p:sp>
            <p:nvSpPr>
              <p:cNvPr id="81" name="Text Box 83"/>
              <p:cNvSpPr txBox="1">
                <a:spLocks noChangeArrowheads="1"/>
              </p:cNvSpPr>
              <p:nvPr/>
            </p:nvSpPr>
            <p:spPr bwMode="auto">
              <a:xfrm>
                <a:off x="8787844" y="4370067"/>
                <a:ext cx="556136" cy="42285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>
                  <a:lnSpc>
                    <a:spcPts val="1700"/>
                  </a:lnSpc>
                </a:pPr>
                <a:r>
                  <a:rPr kumimoji="1" lang="en-US" altLang="zh-CN" sz="2025" b="1">
                    <a:latin typeface="微软雅黑" panose="020B0503020204020204" charset="-122"/>
                    <a:ea typeface="微软雅黑" panose="020B0503020204020204" charset="-122"/>
                    <a:sym typeface="Wingdings" panose="05000000000000000000" pitchFamily="2" charset="2"/>
                  </a:rPr>
                  <a:t></a:t>
                </a:r>
              </a:p>
            </p:txBody>
          </p:sp>
          <p:sp>
            <p:nvSpPr>
              <p:cNvPr id="82" name="Text Box 84"/>
              <p:cNvSpPr txBox="1">
                <a:spLocks noChangeArrowheads="1"/>
              </p:cNvSpPr>
              <p:nvPr/>
            </p:nvSpPr>
            <p:spPr bwMode="auto">
              <a:xfrm>
                <a:off x="8787843" y="4810569"/>
                <a:ext cx="556136" cy="42285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>
                  <a:lnSpc>
                    <a:spcPts val="1700"/>
                  </a:lnSpc>
                </a:pPr>
                <a:r>
                  <a:rPr kumimoji="1" lang="en-US" altLang="zh-CN" sz="2025" b="1">
                    <a:latin typeface="微软雅黑" panose="020B0503020204020204" charset="-122"/>
                    <a:ea typeface="微软雅黑" panose="020B0503020204020204" charset="-122"/>
                    <a:sym typeface="Wingdings" panose="05000000000000000000" pitchFamily="2" charset="2"/>
                  </a:rPr>
                  <a:t></a:t>
                </a:r>
              </a:p>
            </p:txBody>
          </p:sp>
          <p:sp>
            <p:nvSpPr>
              <p:cNvPr id="83" name="Text Box 85"/>
              <p:cNvSpPr txBox="1">
                <a:spLocks noChangeArrowheads="1"/>
              </p:cNvSpPr>
              <p:nvPr/>
            </p:nvSpPr>
            <p:spPr bwMode="auto">
              <a:xfrm rot="16200000">
                <a:off x="5463029" y="5043351"/>
                <a:ext cx="432171" cy="38685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>
                  <a:lnSpc>
                    <a:spcPts val="1700"/>
                  </a:lnSpc>
                </a:pPr>
                <a:r>
                  <a:rPr kumimoji="1" lang="en-US" altLang="zh-CN" sz="1125" b="1">
                    <a:latin typeface="微软雅黑" panose="020B0503020204020204" charset="-122"/>
                    <a:ea typeface="微软雅黑" panose="020B0503020204020204" charset="-122"/>
                  </a:rPr>
                  <a:t>…</a:t>
                </a:r>
              </a:p>
            </p:txBody>
          </p:sp>
          <p:sp>
            <p:nvSpPr>
              <p:cNvPr id="84" name="Text Box 86"/>
              <p:cNvSpPr txBox="1">
                <a:spLocks noChangeArrowheads="1"/>
              </p:cNvSpPr>
              <p:nvPr/>
            </p:nvSpPr>
            <p:spPr bwMode="auto">
              <a:xfrm>
                <a:off x="2330330" y="5416164"/>
                <a:ext cx="556136" cy="42285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6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>
                  <a:lnSpc>
                    <a:spcPts val="1700"/>
                  </a:lnSpc>
                </a:pPr>
                <a:r>
                  <a:rPr kumimoji="1" lang="en-US" altLang="zh-CN" sz="2025" b="1" dirty="0">
                    <a:latin typeface="微软雅黑" panose="020B0503020204020204" charset="-122"/>
                    <a:ea typeface="微软雅黑" panose="020B0503020204020204" charset="-122"/>
                    <a:sym typeface="Wingdings" panose="05000000000000000000" pitchFamily="2" charset="2"/>
                  </a:rPr>
                  <a:t></a:t>
                </a:r>
              </a:p>
            </p:txBody>
          </p:sp>
        </p:grpSp>
      </p:grpSp>
      <p:sp>
        <p:nvSpPr>
          <p:cNvPr id="100" name="Rectangle 2"/>
          <p:cNvSpPr>
            <a:spLocks noGrp="1" noChangeArrowheads="1"/>
          </p:cNvSpPr>
          <p:nvPr>
            <p:ph type="title"/>
          </p:nvPr>
        </p:nvSpPr>
        <p:spPr>
          <a:xfrm>
            <a:off x="431346" y="601388"/>
            <a:ext cx="8230054" cy="734206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DHCP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工作模式</a:t>
            </a:r>
            <a:endParaRPr lang="en-US" sz="2800" dirty="0"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02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 IPv4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</a:t>
            </a:r>
          </a:p>
        </p:txBody>
      </p:sp>
      <p:sp>
        <p:nvSpPr>
          <p:cNvPr id="103" name="矩形 102"/>
          <p:cNvSpPr/>
          <p:nvPr/>
        </p:nvSpPr>
        <p:spPr>
          <a:xfrm>
            <a:off x="2108117" y="5979165"/>
            <a:ext cx="4830305" cy="393698"/>
          </a:xfrm>
          <a:prstGeom prst="rect">
            <a:avLst/>
          </a:prstGeom>
          <a:solidFill>
            <a:schemeClr val="bg1"/>
          </a:solidFill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algn="ctr">
              <a:lnSpc>
                <a:spcPts val="2600"/>
              </a:lnSpc>
              <a:spcBef>
                <a:spcPts val="600"/>
              </a:spcBef>
              <a:buFont typeface="Wingdings" panose="05000000000000000000" charset="0"/>
              <a:buNone/>
              <a:defRPr/>
            </a:pPr>
            <a:r>
              <a:rPr lang="zh-CN" altLang="en-US" b="1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思考问题：如果不设置租约时间是否有问题？</a:t>
            </a:r>
            <a:endParaRPr lang="zh-CN" altLang="en-US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283613" y="3695047"/>
            <a:ext cx="1563409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latin typeface="微软雅黑" panose="020B0503020204020204" charset="-122"/>
                <a:ea typeface="微软雅黑" panose="020B0503020204020204" charset="-122"/>
              </a:rPr>
              <a:t>0.5T </a:t>
            </a:r>
            <a:r>
              <a:rPr lang="zh-CN" altLang="en-US" sz="1600" dirty="0">
                <a:latin typeface="微软雅黑" panose="020B0503020204020204" charset="-122"/>
                <a:ea typeface="微软雅黑" panose="020B0503020204020204" charset="-122"/>
              </a:rPr>
              <a:t>和 </a:t>
            </a:r>
            <a:r>
              <a:rPr lang="en-US" altLang="zh-CN" sz="1600" dirty="0">
                <a:latin typeface="微软雅黑" panose="020B0503020204020204" charset="-122"/>
                <a:ea typeface="微软雅黑" panose="020B0503020204020204" charset="-122"/>
              </a:rPr>
              <a:t>0.875T</a:t>
            </a:r>
            <a:endParaRPr lang="zh-CN" altLang="en-US" sz="160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1" dur="2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724" name="Group 4"/>
          <p:cNvGrpSpPr/>
          <p:nvPr/>
        </p:nvGrpSpPr>
        <p:grpSpPr bwMode="auto">
          <a:xfrm>
            <a:off x="395288" y="3227388"/>
            <a:ext cx="4422775" cy="3154362"/>
            <a:chOff x="2902" y="1949"/>
            <a:chExt cx="2786" cy="1987"/>
          </a:xfrm>
        </p:grpSpPr>
        <p:sp>
          <p:nvSpPr>
            <p:cNvPr id="30748" name="Freeform 5"/>
            <p:cNvSpPr/>
            <p:nvPr/>
          </p:nvSpPr>
          <p:spPr bwMode="auto">
            <a:xfrm>
              <a:off x="2902" y="1949"/>
              <a:ext cx="1223" cy="1291"/>
            </a:xfrm>
            <a:custGeom>
              <a:avLst/>
              <a:gdLst>
                <a:gd name="T0" fmla="*/ 1201 w 1223"/>
                <a:gd name="T1" fmla="*/ 756 h 1291"/>
                <a:gd name="T2" fmla="*/ 702 w 1223"/>
                <a:gd name="T3" fmla="*/ 670 h 1291"/>
                <a:gd name="T4" fmla="*/ 608 w 1223"/>
                <a:gd name="T5" fmla="*/ 103 h 1291"/>
                <a:gd name="T6" fmla="*/ 335 w 1223"/>
                <a:gd name="T7" fmla="*/ 52 h 1291"/>
                <a:gd name="T8" fmla="*/ 65 w 1223"/>
                <a:gd name="T9" fmla="*/ 82 h 1291"/>
                <a:gd name="T10" fmla="*/ 41 w 1223"/>
                <a:gd name="T11" fmla="*/ 544 h 1291"/>
                <a:gd name="T12" fmla="*/ 38 w 1223"/>
                <a:gd name="T13" fmla="*/ 751 h 1291"/>
                <a:gd name="T14" fmla="*/ 23 w 1223"/>
                <a:gd name="T15" fmla="*/ 940 h 1291"/>
                <a:gd name="T16" fmla="*/ 17 w 1223"/>
                <a:gd name="T17" fmla="*/ 1114 h 1291"/>
                <a:gd name="T18" fmla="*/ 128 w 1223"/>
                <a:gd name="T19" fmla="*/ 1219 h 1291"/>
                <a:gd name="T20" fmla="*/ 602 w 1223"/>
                <a:gd name="T21" fmla="*/ 1243 h 1291"/>
                <a:gd name="T22" fmla="*/ 686 w 1223"/>
                <a:gd name="T23" fmla="*/ 930 h 1291"/>
                <a:gd name="T24" fmla="*/ 1177 w 1223"/>
                <a:gd name="T25" fmla="*/ 916 h 1291"/>
                <a:gd name="T26" fmla="*/ 1201 w 1223"/>
                <a:gd name="T27" fmla="*/ 756 h 12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223"/>
                <a:gd name="T43" fmla="*/ 0 h 1291"/>
                <a:gd name="T44" fmla="*/ 1223 w 1223"/>
                <a:gd name="T45" fmla="*/ 1291 h 129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223" h="1291">
                  <a:moveTo>
                    <a:pt x="1201" y="756"/>
                  </a:moveTo>
                  <a:cubicBezTo>
                    <a:pt x="1180" y="640"/>
                    <a:pt x="798" y="744"/>
                    <a:pt x="702" y="670"/>
                  </a:cubicBezTo>
                  <a:cubicBezTo>
                    <a:pt x="603" y="561"/>
                    <a:pt x="669" y="206"/>
                    <a:pt x="608" y="103"/>
                  </a:cubicBezTo>
                  <a:cubicBezTo>
                    <a:pt x="547" y="0"/>
                    <a:pt x="425" y="55"/>
                    <a:pt x="335" y="52"/>
                  </a:cubicBezTo>
                  <a:cubicBezTo>
                    <a:pt x="245" y="49"/>
                    <a:pt x="114" y="0"/>
                    <a:pt x="65" y="82"/>
                  </a:cubicBezTo>
                  <a:cubicBezTo>
                    <a:pt x="16" y="164"/>
                    <a:pt x="45" y="433"/>
                    <a:pt x="41" y="544"/>
                  </a:cubicBezTo>
                  <a:cubicBezTo>
                    <a:pt x="37" y="655"/>
                    <a:pt x="41" y="685"/>
                    <a:pt x="38" y="751"/>
                  </a:cubicBezTo>
                  <a:cubicBezTo>
                    <a:pt x="35" y="817"/>
                    <a:pt x="26" y="880"/>
                    <a:pt x="23" y="940"/>
                  </a:cubicBezTo>
                  <a:cubicBezTo>
                    <a:pt x="20" y="1000"/>
                    <a:pt x="0" y="1068"/>
                    <a:pt x="17" y="1114"/>
                  </a:cubicBezTo>
                  <a:cubicBezTo>
                    <a:pt x="34" y="1160"/>
                    <a:pt x="31" y="1198"/>
                    <a:pt x="128" y="1219"/>
                  </a:cubicBezTo>
                  <a:cubicBezTo>
                    <a:pt x="225" y="1240"/>
                    <a:pt x="509" y="1291"/>
                    <a:pt x="602" y="1243"/>
                  </a:cubicBezTo>
                  <a:cubicBezTo>
                    <a:pt x="695" y="1195"/>
                    <a:pt x="590" y="984"/>
                    <a:pt x="686" y="930"/>
                  </a:cubicBezTo>
                  <a:cubicBezTo>
                    <a:pt x="782" y="876"/>
                    <a:pt x="1091" y="945"/>
                    <a:pt x="1177" y="916"/>
                  </a:cubicBezTo>
                  <a:cubicBezTo>
                    <a:pt x="1208" y="864"/>
                    <a:pt x="1223" y="871"/>
                    <a:pt x="1201" y="756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749" name="Freeform 6"/>
            <p:cNvSpPr/>
            <p:nvPr/>
          </p:nvSpPr>
          <p:spPr bwMode="auto">
            <a:xfrm>
              <a:off x="4487" y="2130"/>
              <a:ext cx="1201" cy="1234"/>
            </a:xfrm>
            <a:custGeom>
              <a:avLst/>
              <a:gdLst>
                <a:gd name="T0" fmla="*/ 25 w 1201"/>
                <a:gd name="T1" fmla="*/ 709 h 1234"/>
                <a:gd name="T2" fmla="*/ 526 w 1201"/>
                <a:gd name="T3" fmla="*/ 780 h 1234"/>
                <a:gd name="T4" fmla="*/ 613 w 1201"/>
                <a:gd name="T5" fmla="*/ 1134 h 1234"/>
                <a:gd name="T6" fmla="*/ 946 w 1201"/>
                <a:gd name="T7" fmla="*/ 1230 h 1234"/>
                <a:gd name="T8" fmla="*/ 1171 w 1201"/>
                <a:gd name="T9" fmla="*/ 1107 h 1234"/>
                <a:gd name="T10" fmla="*/ 1126 w 1201"/>
                <a:gd name="T11" fmla="*/ 894 h 1234"/>
                <a:gd name="T12" fmla="*/ 1114 w 1201"/>
                <a:gd name="T13" fmla="*/ 693 h 1234"/>
                <a:gd name="T14" fmla="*/ 1099 w 1201"/>
                <a:gd name="T15" fmla="*/ 423 h 1234"/>
                <a:gd name="T16" fmla="*/ 1141 w 1201"/>
                <a:gd name="T17" fmla="*/ 216 h 1234"/>
                <a:gd name="T18" fmla="*/ 1102 w 1201"/>
                <a:gd name="T19" fmla="*/ 33 h 1234"/>
                <a:gd name="T20" fmla="*/ 646 w 1201"/>
                <a:gd name="T21" fmla="*/ 81 h 1234"/>
                <a:gd name="T22" fmla="*/ 535 w 1201"/>
                <a:gd name="T23" fmla="*/ 519 h 1234"/>
                <a:gd name="T24" fmla="*/ 44 w 1201"/>
                <a:gd name="T25" fmla="*/ 548 h 1234"/>
                <a:gd name="T26" fmla="*/ 25 w 1201"/>
                <a:gd name="T27" fmla="*/ 709 h 12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201"/>
                <a:gd name="T43" fmla="*/ 0 h 1234"/>
                <a:gd name="T44" fmla="*/ 1201 w 1201"/>
                <a:gd name="T45" fmla="*/ 1234 h 123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201" h="1234">
                  <a:moveTo>
                    <a:pt x="25" y="709"/>
                  </a:moveTo>
                  <a:cubicBezTo>
                    <a:pt x="49" y="824"/>
                    <a:pt x="428" y="709"/>
                    <a:pt x="526" y="780"/>
                  </a:cubicBezTo>
                  <a:cubicBezTo>
                    <a:pt x="624" y="851"/>
                    <a:pt x="543" y="1059"/>
                    <a:pt x="613" y="1134"/>
                  </a:cubicBezTo>
                  <a:cubicBezTo>
                    <a:pt x="683" y="1209"/>
                    <a:pt x="853" y="1234"/>
                    <a:pt x="946" y="1230"/>
                  </a:cubicBezTo>
                  <a:cubicBezTo>
                    <a:pt x="1039" y="1226"/>
                    <a:pt x="1141" y="1163"/>
                    <a:pt x="1171" y="1107"/>
                  </a:cubicBezTo>
                  <a:cubicBezTo>
                    <a:pt x="1201" y="1051"/>
                    <a:pt x="1135" y="963"/>
                    <a:pt x="1126" y="894"/>
                  </a:cubicBezTo>
                  <a:cubicBezTo>
                    <a:pt x="1117" y="825"/>
                    <a:pt x="1119" y="772"/>
                    <a:pt x="1114" y="693"/>
                  </a:cubicBezTo>
                  <a:cubicBezTo>
                    <a:pt x="1109" y="614"/>
                    <a:pt x="1095" y="502"/>
                    <a:pt x="1099" y="423"/>
                  </a:cubicBezTo>
                  <a:cubicBezTo>
                    <a:pt x="1103" y="344"/>
                    <a:pt x="1141" y="281"/>
                    <a:pt x="1141" y="216"/>
                  </a:cubicBezTo>
                  <a:cubicBezTo>
                    <a:pt x="1141" y="151"/>
                    <a:pt x="1185" y="56"/>
                    <a:pt x="1102" y="33"/>
                  </a:cubicBezTo>
                  <a:cubicBezTo>
                    <a:pt x="1019" y="10"/>
                    <a:pt x="740" y="0"/>
                    <a:pt x="646" y="81"/>
                  </a:cubicBezTo>
                  <a:cubicBezTo>
                    <a:pt x="552" y="162"/>
                    <a:pt x="635" y="441"/>
                    <a:pt x="535" y="519"/>
                  </a:cubicBezTo>
                  <a:cubicBezTo>
                    <a:pt x="435" y="597"/>
                    <a:pt x="129" y="516"/>
                    <a:pt x="44" y="548"/>
                  </a:cubicBezTo>
                  <a:cubicBezTo>
                    <a:pt x="15" y="601"/>
                    <a:pt x="0" y="594"/>
                    <a:pt x="25" y="709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750" name="Freeform 7"/>
            <p:cNvSpPr/>
            <p:nvPr/>
          </p:nvSpPr>
          <p:spPr bwMode="auto">
            <a:xfrm>
              <a:off x="3663" y="2997"/>
              <a:ext cx="1295" cy="939"/>
            </a:xfrm>
            <a:custGeom>
              <a:avLst/>
              <a:gdLst>
                <a:gd name="T0" fmla="*/ 600 w 1295"/>
                <a:gd name="T1" fmla="*/ 30 h 939"/>
                <a:gd name="T2" fmla="*/ 525 w 1295"/>
                <a:gd name="T3" fmla="*/ 393 h 939"/>
                <a:gd name="T4" fmla="*/ 81 w 1295"/>
                <a:gd name="T5" fmla="*/ 471 h 939"/>
                <a:gd name="T6" fmla="*/ 39 w 1295"/>
                <a:gd name="T7" fmla="*/ 855 h 939"/>
                <a:gd name="T8" fmla="*/ 207 w 1295"/>
                <a:gd name="T9" fmla="*/ 927 h 939"/>
                <a:gd name="T10" fmla="*/ 429 w 1295"/>
                <a:gd name="T11" fmla="*/ 927 h 939"/>
                <a:gd name="T12" fmla="*/ 705 w 1295"/>
                <a:gd name="T13" fmla="*/ 891 h 939"/>
                <a:gd name="T14" fmla="*/ 1227 w 1295"/>
                <a:gd name="T15" fmla="*/ 849 h 939"/>
                <a:gd name="T16" fmla="*/ 1113 w 1295"/>
                <a:gd name="T17" fmla="*/ 459 h 939"/>
                <a:gd name="T18" fmla="*/ 777 w 1295"/>
                <a:gd name="T19" fmla="*/ 363 h 939"/>
                <a:gd name="T20" fmla="*/ 762 w 1295"/>
                <a:gd name="T21" fmla="*/ 42 h 939"/>
                <a:gd name="T22" fmla="*/ 600 w 1295"/>
                <a:gd name="T23" fmla="*/ 30 h 9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95"/>
                <a:gd name="T37" fmla="*/ 0 h 939"/>
                <a:gd name="T38" fmla="*/ 1295 w 1295"/>
                <a:gd name="T39" fmla="*/ 939 h 93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95" h="939">
                  <a:moveTo>
                    <a:pt x="600" y="30"/>
                  </a:moveTo>
                  <a:cubicBezTo>
                    <a:pt x="486" y="60"/>
                    <a:pt x="610" y="247"/>
                    <a:pt x="525" y="393"/>
                  </a:cubicBezTo>
                  <a:cubicBezTo>
                    <a:pt x="439" y="467"/>
                    <a:pt x="162" y="394"/>
                    <a:pt x="81" y="471"/>
                  </a:cubicBezTo>
                  <a:cubicBezTo>
                    <a:pt x="0" y="548"/>
                    <a:pt x="18" y="779"/>
                    <a:pt x="39" y="855"/>
                  </a:cubicBezTo>
                  <a:cubicBezTo>
                    <a:pt x="60" y="931"/>
                    <a:pt x="142" y="915"/>
                    <a:pt x="207" y="927"/>
                  </a:cubicBezTo>
                  <a:cubicBezTo>
                    <a:pt x="272" y="939"/>
                    <a:pt x="346" y="933"/>
                    <a:pt x="429" y="927"/>
                  </a:cubicBezTo>
                  <a:cubicBezTo>
                    <a:pt x="512" y="921"/>
                    <a:pt x="572" y="904"/>
                    <a:pt x="705" y="891"/>
                  </a:cubicBezTo>
                  <a:cubicBezTo>
                    <a:pt x="838" y="878"/>
                    <a:pt x="1159" y="921"/>
                    <a:pt x="1227" y="849"/>
                  </a:cubicBezTo>
                  <a:cubicBezTo>
                    <a:pt x="1295" y="777"/>
                    <a:pt x="1188" y="540"/>
                    <a:pt x="1113" y="459"/>
                  </a:cubicBezTo>
                  <a:cubicBezTo>
                    <a:pt x="1038" y="378"/>
                    <a:pt x="835" y="432"/>
                    <a:pt x="777" y="363"/>
                  </a:cubicBezTo>
                  <a:cubicBezTo>
                    <a:pt x="719" y="294"/>
                    <a:pt x="791" y="97"/>
                    <a:pt x="762" y="42"/>
                  </a:cubicBezTo>
                  <a:cubicBezTo>
                    <a:pt x="708" y="15"/>
                    <a:pt x="714" y="0"/>
                    <a:pt x="600" y="30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30751" name="Object 8"/>
            <p:cNvGraphicFramePr>
              <a:graphicFrameLocks noChangeAspect="1"/>
            </p:cNvGraphicFramePr>
            <p:nvPr/>
          </p:nvGraphicFramePr>
          <p:xfrm>
            <a:off x="2951" y="2015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3" imgW="1307465" imgH="1083945" progId="MS_ClipArt_Gallery.2">
                    <p:embed/>
                  </p:oleObj>
                </mc:Choice>
                <mc:Fallback>
                  <p:oleObj name="Clip" r:id="rId3" imgW="1307465" imgH="1083945" progId="MS_ClipArt_Gallery.2">
                    <p:embed/>
                    <p:pic>
                      <p:nvPicPr>
                        <p:cNvPr id="0" name="Object 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51" y="2015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0752" name="Line 9"/>
            <p:cNvSpPr>
              <a:spLocks noChangeShapeType="1"/>
            </p:cNvSpPr>
            <p:nvPr/>
          </p:nvSpPr>
          <p:spPr bwMode="auto">
            <a:xfrm>
              <a:off x="3304" y="2250"/>
              <a:ext cx="175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753" name="Line 10"/>
            <p:cNvSpPr>
              <a:spLocks noChangeShapeType="1"/>
            </p:cNvSpPr>
            <p:nvPr/>
          </p:nvSpPr>
          <p:spPr bwMode="auto">
            <a:xfrm flipH="1">
              <a:off x="3487" y="2241"/>
              <a:ext cx="0" cy="8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754" name="Line 11"/>
            <p:cNvSpPr>
              <a:spLocks noChangeShapeType="1"/>
            </p:cNvSpPr>
            <p:nvPr/>
          </p:nvSpPr>
          <p:spPr bwMode="auto">
            <a:xfrm flipV="1">
              <a:off x="3304" y="2656"/>
              <a:ext cx="175" cy="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755" name="Line 12"/>
            <p:cNvSpPr>
              <a:spLocks noChangeShapeType="1"/>
            </p:cNvSpPr>
            <p:nvPr/>
          </p:nvSpPr>
          <p:spPr bwMode="auto">
            <a:xfrm>
              <a:off x="3310" y="3051"/>
              <a:ext cx="172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30756" name="Object 13"/>
            <p:cNvGraphicFramePr>
              <a:graphicFrameLocks noChangeAspect="1"/>
            </p:cNvGraphicFramePr>
            <p:nvPr/>
          </p:nvGraphicFramePr>
          <p:xfrm>
            <a:off x="2951" y="2435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5" imgW="1307465" imgH="1083945" progId="MS_ClipArt_Gallery.2">
                    <p:embed/>
                  </p:oleObj>
                </mc:Choice>
                <mc:Fallback>
                  <p:oleObj name="Clip" r:id="rId5" imgW="1307465" imgH="1083945" progId="MS_ClipArt_Gallery.2">
                    <p:embed/>
                    <p:pic>
                      <p:nvPicPr>
                        <p:cNvPr id="0" name="Object 1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51" y="2435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0757" name="Object 14"/>
            <p:cNvGraphicFramePr>
              <a:graphicFrameLocks noChangeAspect="1"/>
            </p:cNvGraphicFramePr>
            <p:nvPr/>
          </p:nvGraphicFramePr>
          <p:xfrm>
            <a:off x="2951" y="2819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6" imgW="1307465" imgH="1083945" progId="MS_ClipArt_Gallery.2">
                    <p:embed/>
                  </p:oleObj>
                </mc:Choice>
                <mc:Fallback>
                  <p:oleObj name="Clip" r:id="rId6" imgW="1307465" imgH="1083945" progId="MS_ClipArt_Gallery.2">
                    <p:embed/>
                    <p:pic>
                      <p:nvPicPr>
                        <p:cNvPr id="0" name="Object 1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51" y="2819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0758" name="Line 15"/>
            <p:cNvSpPr>
              <a:spLocks noChangeShapeType="1"/>
            </p:cNvSpPr>
            <p:nvPr/>
          </p:nvSpPr>
          <p:spPr bwMode="auto">
            <a:xfrm>
              <a:off x="3487" y="2781"/>
              <a:ext cx="652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30759" name="Group 16"/>
            <p:cNvGrpSpPr/>
            <p:nvPr/>
          </p:nvGrpSpPr>
          <p:grpSpPr bwMode="auto">
            <a:xfrm>
              <a:off x="4081" y="2759"/>
              <a:ext cx="448" cy="240"/>
              <a:chOff x="3600" y="219"/>
              <a:chExt cx="360" cy="175"/>
            </a:xfrm>
          </p:grpSpPr>
          <p:sp>
            <p:nvSpPr>
              <p:cNvPr id="30795" name="Oval 17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ea typeface="楷体_GB2312" pitchFamily="49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796" name="Line 18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797" name="Line 19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798" name="Rectangle 20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kumimoji="0" lang="zh-CN" altLang="zh-CN" sz="2400">
                  <a:cs typeface="Times New Roman" panose="02020603050405020304" pitchFamily="18" charset="0"/>
                </a:endParaRPr>
              </a:p>
            </p:txBody>
          </p:sp>
          <p:sp>
            <p:nvSpPr>
              <p:cNvPr id="30799" name="Oval 21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ea typeface="楷体_GB2312" pitchFamily="49" charset="-122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30800" name="Group 22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30805" name="Line 23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0806" name="Line 24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0807" name="Line 25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30801" name="Group 26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30802" name="Line 27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0803" name="Line 28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0804" name="Line 29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</p:grpSp>
        <p:sp>
          <p:nvSpPr>
            <p:cNvPr id="30760" name="Text Box 30"/>
            <p:cNvSpPr txBox="1">
              <a:spLocks noChangeArrowheads="1"/>
            </p:cNvSpPr>
            <p:nvPr/>
          </p:nvSpPr>
          <p:spPr bwMode="auto">
            <a:xfrm>
              <a:off x="3278" y="2045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223.1.1.1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30761" name="Rectangle 31"/>
            <p:cNvSpPr>
              <a:spLocks noChangeArrowheads="1"/>
            </p:cNvSpPr>
            <p:nvPr/>
          </p:nvSpPr>
          <p:spPr bwMode="auto">
            <a:xfrm>
              <a:off x="3333" y="2499"/>
              <a:ext cx="195" cy="114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ea typeface="楷体_GB2312" pitchFamily="49" charset="-122"/>
                <a:cs typeface="Times New Roman" panose="02020603050405020304" pitchFamily="18" charset="0"/>
              </a:endParaRPr>
            </a:p>
          </p:txBody>
        </p:sp>
        <p:sp>
          <p:nvSpPr>
            <p:cNvPr id="30762" name="Text Box 32"/>
            <p:cNvSpPr txBox="1">
              <a:spLocks noChangeArrowheads="1"/>
            </p:cNvSpPr>
            <p:nvPr/>
          </p:nvSpPr>
          <p:spPr bwMode="auto">
            <a:xfrm>
              <a:off x="3327" y="2441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223.1.1.2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30763" name="Text Box 33"/>
            <p:cNvSpPr txBox="1">
              <a:spLocks noChangeArrowheads="1"/>
            </p:cNvSpPr>
            <p:nvPr/>
          </p:nvSpPr>
          <p:spPr bwMode="auto">
            <a:xfrm>
              <a:off x="3206" y="3041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223.1.1.3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30764" name="Text Box 34"/>
            <p:cNvSpPr txBox="1">
              <a:spLocks noChangeArrowheads="1"/>
            </p:cNvSpPr>
            <p:nvPr/>
          </p:nvSpPr>
          <p:spPr bwMode="auto">
            <a:xfrm>
              <a:off x="3704" y="2618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223.1.1.4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30765" name="Line 35"/>
            <p:cNvSpPr>
              <a:spLocks noChangeShapeType="1"/>
            </p:cNvSpPr>
            <p:nvPr/>
          </p:nvSpPr>
          <p:spPr bwMode="auto">
            <a:xfrm>
              <a:off x="4462" y="2787"/>
              <a:ext cx="640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766" name="Text Box 36"/>
            <p:cNvSpPr txBox="1">
              <a:spLocks noChangeArrowheads="1"/>
            </p:cNvSpPr>
            <p:nvPr/>
          </p:nvSpPr>
          <p:spPr bwMode="auto">
            <a:xfrm>
              <a:off x="4382" y="2612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223.1.2.9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30767" name="Line 37"/>
            <p:cNvSpPr>
              <a:spLocks noChangeShapeType="1"/>
            </p:cNvSpPr>
            <p:nvPr/>
          </p:nvSpPr>
          <p:spPr bwMode="auto">
            <a:xfrm flipH="1">
              <a:off x="5107" y="2349"/>
              <a:ext cx="0" cy="8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30768" name="Object 38"/>
            <p:cNvGraphicFramePr>
              <a:graphicFrameLocks noChangeAspect="1"/>
            </p:cNvGraphicFramePr>
            <p:nvPr/>
          </p:nvGraphicFramePr>
          <p:xfrm>
            <a:off x="5219" y="2165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9" imgW="1307465" imgH="1083945" progId="MS_ClipArt_Gallery.2">
                    <p:embed/>
                  </p:oleObj>
                </mc:Choice>
                <mc:Fallback>
                  <p:oleObj name="Clip" r:id="rId9" imgW="1307465" imgH="1083945" progId="MS_ClipArt_Gallery.2">
                    <p:embed/>
                    <p:pic>
                      <p:nvPicPr>
                        <p:cNvPr id="0" name="Object 3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219" y="2165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0769" name="Line 39"/>
            <p:cNvSpPr>
              <a:spLocks noChangeShapeType="1"/>
            </p:cNvSpPr>
            <p:nvPr/>
          </p:nvSpPr>
          <p:spPr bwMode="auto">
            <a:xfrm>
              <a:off x="5107" y="2352"/>
              <a:ext cx="148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30770" name="Object 40"/>
            <p:cNvGraphicFramePr>
              <a:graphicFrameLocks noChangeAspect="1"/>
            </p:cNvGraphicFramePr>
            <p:nvPr/>
          </p:nvGraphicFramePr>
          <p:xfrm>
            <a:off x="5222" y="3035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10" imgW="1307465" imgH="1083945" progId="MS_ClipArt_Gallery.2">
                    <p:embed/>
                  </p:oleObj>
                </mc:Choice>
                <mc:Fallback>
                  <p:oleObj name="Clip" r:id="rId10" imgW="1307465" imgH="1083945" progId="MS_ClipArt_Gallery.2">
                    <p:embed/>
                    <p:pic>
                      <p:nvPicPr>
                        <p:cNvPr id="0" name="Object 4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222" y="3035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0771" name="Line 41"/>
            <p:cNvSpPr>
              <a:spLocks noChangeShapeType="1"/>
            </p:cNvSpPr>
            <p:nvPr/>
          </p:nvSpPr>
          <p:spPr bwMode="auto">
            <a:xfrm>
              <a:off x="5107" y="3153"/>
              <a:ext cx="148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772" name="Rectangle 42"/>
            <p:cNvSpPr>
              <a:spLocks noChangeArrowheads="1"/>
            </p:cNvSpPr>
            <p:nvPr/>
          </p:nvSpPr>
          <p:spPr bwMode="auto">
            <a:xfrm>
              <a:off x="5073" y="2986"/>
              <a:ext cx="108" cy="114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ea typeface="楷体_GB2312" pitchFamily="49" charset="-122"/>
                <a:cs typeface="Times New Roman" panose="02020603050405020304" pitchFamily="18" charset="0"/>
              </a:endParaRPr>
            </a:p>
          </p:txBody>
        </p:sp>
        <p:sp>
          <p:nvSpPr>
            <p:cNvPr id="30773" name="Text Box 43"/>
            <p:cNvSpPr txBox="1">
              <a:spLocks noChangeArrowheads="1"/>
            </p:cNvSpPr>
            <p:nvPr/>
          </p:nvSpPr>
          <p:spPr bwMode="auto">
            <a:xfrm>
              <a:off x="4704" y="2915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223.1.2.2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30774" name="Rectangle 44"/>
            <p:cNvSpPr>
              <a:spLocks noChangeArrowheads="1"/>
            </p:cNvSpPr>
            <p:nvPr/>
          </p:nvSpPr>
          <p:spPr bwMode="auto">
            <a:xfrm>
              <a:off x="5082" y="2382"/>
              <a:ext cx="156" cy="114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ea typeface="楷体_GB2312" pitchFamily="49" charset="-122"/>
                <a:cs typeface="Times New Roman" panose="02020603050405020304" pitchFamily="18" charset="0"/>
              </a:endParaRPr>
            </a:p>
          </p:txBody>
        </p:sp>
        <p:sp>
          <p:nvSpPr>
            <p:cNvPr id="30775" name="Text Box 45"/>
            <p:cNvSpPr txBox="1">
              <a:spLocks noChangeArrowheads="1"/>
            </p:cNvSpPr>
            <p:nvPr/>
          </p:nvSpPr>
          <p:spPr bwMode="auto">
            <a:xfrm>
              <a:off x="4584" y="2321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223.1.2.1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30776" name="Line 46"/>
            <p:cNvSpPr>
              <a:spLocks noChangeShapeType="1"/>
            </p:cNvSpPr>
            <p:nvPr/>
          </p:nvSpPr>
          <p:spPr bwMode="auto">
            <a:xfrm flipH="1">
              <a:off x="4312" y="3000"/>
              <a:ext cx="0" cy="45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777" name="Line 47"/>
            <p:cNvSpPr>
              <a:spLocks noChangeShapeType="1"/>
            </p:cNvSpPr>
            <p:nvPr/>
          </p:nvSpPr>
          <p:spPr bwMode="auto">
            <a:xfrm flipH="1">
              <a:off x="3898" y="3453"/>
              <a:ext cx="74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778" name="Line 48"/>
            <p:cNvSpPr>
              <a:spLocks noChangeShapeType="1"/>
            </p:cNvSpPr>
            <p:nvPr/>
          </p:nvSpPr>
          <p:spPr bwMode="auto">
            <a:xfrm flipH="1" flipV="1">
              <a:off x="3896" y="3448"/>
              <a:ext cx="2" cy="15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779" name="Line 49"/>
            <p:cNvSpPr>
              <a:spLocks noChangeShapeType="1"/>
            </p:cNvSpPr>
            <p:nvPr/>
          </p:nvSpPr>
          <p:spPr bwMode="auto">
            <a:xfrm flipH="1" flipV="1">
              <a:off x="4637" y="3451"/>
              <a:ext cx="2" cy="15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30780" name="Object 50"/>
            <p:cNvGraphicFramePr>
              <a:graphicFrameLocks noChangeAspect="1"/>
            </p:cNvGraphicFramePr>
            <p:nvPr/>
          </p:nvGraphicFramePr>
          <p:xfrm>
            <a:off x="4502" y="3551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11" imgW="1307465" imgH="1083945" progId="MS_ClipArt_Gallery.2">
                    <p:embed/>
                  </p:oleObj>
                </mc:Choice>
                <mc:Fallback>
                  <p:oleObj name="Clip" r:id="rId11" imgW="1307465" imgH="1083945" progId="MS_ClipArt_Gallery.2">
                    <p:embed/>
                    <p:pic>
                      <p:nvPicPr>
                        <p:cNvPr id="0" name="Object 5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502" y="3551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0781" name="Object 51"/>
            <p:cNvGraphicFramePr>
              <a:graphicFrameLocks noChangeAspect="1"/>
            </p:cNvGraphicFramePr>
            <p:nvPr/>
          </p:nvGraphicFramePr>
          <p:xfrm>
            <a:off x="3710" y="3560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12" imgW="1307465" imgH="1083945" progId="MS_ClipArt_Gallery.2">
                    <p:embed/>
                  </p:oleObj>
                </mc:Choice>
                <mc:Fallback>
                  <p:oleObj name="Clip" r:id="rId12" imgW="1307465" imgH="1083945" progId="MS_ClipArt_Gallery.2">
                    <p:embed/>
                    <p:pic>
                      <p:nvPicPr>
                        <p:cNvPr id="0" name="Object 5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710" y="3560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0782" name="Text Box 52"/>
            <p:cNvSpPr txBox="1">
              <a:spLocks noChangeArrowheads="1"/>
            </p:cNvSpPr>
            <p:nvPr/>
          </p:nvSpPr>
          <p:spPr bwMode="auto">
            <a:xfrm>
              <a:off x="4640" y="3356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223.1.3.2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30783" name="Text Box 53"/>
            <p:cNvSpPr txBox="1">
              <a:spLocks noChangeArrowheads="1"/>
            </p:cNvSpPr>
            <p:nvPr/>
          </p:nvSpPr>
          <p:spPr bwMode="auto">
            <a:xfrm>
              <a:off x="3269" y="3380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223.1.3.1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30784" name="Rectangle 54"/>
            <p:cNvSpPr>
              <a:spLocks noChangeArrowheads="1"/>
            </p:cNvSpPr>
            <p:nvPr/>
          </p:nvSpPr>
          <p:spPr bwMode="auto">
            <a:xfrm>
              <a:off x="4272" y="3084"/>
              <a:ext cx="81" cy="114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ea typeface="楷体_GB2312" pitchFamily="49" charset="-122"/>
                <a:cs typeface="Times New Roman" panose="02020603050405020304" pitchFamily="18" charset="0"/>
              </a:endParaRPr>
            </a:p>
          </p:txBody>
        </p:sp>
        <p:sp>
          <p:nvSpPr>
            <p:cNvPr id="30785" name="Text Box 55"/>
            <p:cNvSpPr txBox="1">
              <a:spLocks noChangeArrowheads="1"/>
            </p:cNvSpPr>
            <p:nvPr/>
          </p:nvSpPr>
          <p:spPr bwMode="auto">
            <a:xfrm>
              <a:off x="3916" y="3043"/>
              <a:ext cx="666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223.1.3.27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grpSp>
          <p:nvGrpSpPr>
            <p:cNvPr id="30786" name="Group 56"/>
            <p:cNvGrpSpPr/>
            <p:nvPr/>
          </p:nvGrpSpPr>
          <p:grpSpPr bwMode="auto">
            <a:xfrm>
              <a:off x="3014" y="1991"/>
              <a:ext cx="233" cy="250"/>
              <a:chOff x="2822" y="1181"/>
              <a:chExt cx="233" cy="250"/>
            </a:xfrm>
          </p:grpSpPr>
          <p:sp>
            <p:nvSpPr>
              <p:cNvPr id="30793" name="Rectangle 57"/>
              <p:cNvSpPr>
                <a:spLocks noChangeArrowheads="1"/>
              </p:cNvSpPr>
              <p:nvPr/>
            </p:nvSpPr>
            <p:spPr bwMode="auto">
              <a:xfrm>
                <a:off x="2886" y="1230"/>
                <a:ext cx="114" cy="16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ea typeface="楷体_GB2312" pitchFamily="49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794" name="Text Box 58"/>
              <p:cNvSpPr txBox="1">
                <a:spLocks noChangeArrowheads="1"/>
              </p:cNvSpPr>
              <p:nvPr/>
            </p:nvSpPr>
            <p:spPr bwMode="auto">
              <a:xfrm>
                <a:off x="2822" y="1181"/>
                <a:ext cx="23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>
                    <a:solidFill>
                      <a:srgbClr val="FF0000"/>
                    </a:solidFill>
                    <a:cs typeface="Times New Roman" panose="02020603050405020304" pitchFamily="18" charset="0"/>
                  </a:rPr>
                  <a:t>A</a:t>
                </a:r>
                <a:endParaRPr kumimoji="0" lang="en-US" altLang="zh-CN" sz="1800">
                  <a:solidFill>
                    <a:srgbClr val="FF0000"/>
                  </a:solidFill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30787" name="Group 59"/>
            <p:cNvGrpSpPr/>
            <p:nvPr/>
          </p:nvGrpSpPr>
          <p:grpSpPr bwMode="auto">
            <a:xfrm>
              <a:off x="3008" y="2771"/>
              <a:ext cx="224" cy="252"/>
              <a:chOff x="2822" y="1181"/>
              <a:chExt cx="224" cy="252"/>
            </a:xfrm>
          </p:grpSpPr>
          <p:sp>
            <p:nvSpPr>
              <p:cNvPr id="30791" name="Rectangle 60"/>
              <p:cNvSpPr>
                <a:spLocks noChangeArrowheads="1"/>
              </p:cNvSpPr>
              <p:nvPr/>
            </p:nvSpPr>
            <p:spPr bwMode="auto">
              <a:xfrm>
                <a:off x="2886" y="1230"/>
                <a:ext cx="114" cy="16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ea typeface="楷体_GB2312" pitchFamily="49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792" name="Text Box 61"/>
              <p:cNvSpPr txBox="1">
                <a:spLocks noChangeArrowheads="1"/>
              </p:cNvSpPr>
              <p:nvPr/>
            </p:nvSpPr>
            <p:spPr bwMode="auto">
              <a:xfrm>
                <a:off x="2822" y="1181"/>
                <a:ext cx="224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>
                    <a:solidFill>
                      <a:srgbClr val="FF0000"/>
                    </a:solidFill>
                    <a:cs typeface="Times New Roman" panose="02020603050405020304" pitchFamily="18" charset="0"/>
                  </a:rPr>
                  <a:t>B</a:t>
                </a:r>
                <a:endParaRPr kumimoji="0" lang="en-US" altLang="zh-CN" sz="1800">
                  <a:solidFill>
                    <a:srgbClr val="FF0000"/>
                  </a:solidFill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30788" name="Group 62"/>
            <p:cNvGrpSpPr/>
            <p:nvPr/>
          </p:nvGrpSpPr>
          <p:grpSpPr bwMode="auto">
            <a:xfrm>
              <a:off x="5282" y="2999"/>
              <a:ext cx="216" cy="250"/>
              <a:chOff x="2822" y="1181"/>
              <a:chExt cx="216" cy="250"/>
            </a:xfrm>
          </p:grpSpPr>
          <p:sp>
            <p:nvSpPr>
              <p:cNvPr id="30789" name="Rectangle 63"/>
              <p:cNvSpPr>
                <a:spLocks noChangeArrowheads="1"/>
              </p:cNvSpPr>
              <p:nvPr/>
            </p:nvSpPr>
            <p:spPr bwMode="auto">
              <a:xfrm>
                <a:off x="2886" y="1230"/>
                <a:ext cx="114" cy="16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ea typeface="楷体_GB2312" pitchFamily="49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790" name="Text Box 64"/>
              <p:cNvSpPr txBox="1">
                <a:spLocks noChangeArrowheads="1"/>
              </p:cNvSpPr>
              <p:nvPr/>
            </p:nvSpPr>
            <p:spPr bwMode="auto">
              <a:xfrm>
                <a:off x="2822" y="1181"/>
                <a:ext cx="21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>
                    <a:solidFill>
                      <a:srgbClr val="FF0000"/>
                    </a:solidFill>
                    <a:cs typeface="Times New Roman" panose="02020603050405020304" pitchFamily="18" charset="0"/>
                  </a:rPr>
                  <a:t>E</a:t>
                </a:r>
                <a:endParaRPr kumimoji="0" lang="en-US" altLang="zh-CN" sz="1800">
                  <a:solidFill>
                    <a:srgbClr val="FF0000"/>
                  </a:solidFill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30725" name="Group 77"/>
          <p:cNvGrpSpPr/>
          <p:nvPr/>
        </p:nvGrpSpPr>
        <p:grpSpPr bwMode="auto">
          <a:xfrm>
            <a:off x="935038" y="1611315"/>
            <a:ext cx="3482975" cy="1398588"/>
            <a:chOff x="1442" y="3085"/>
            <a:chExt cx="2194" cy="881"/>
          </a:xfrm>
        </p:grpSpPr>
        <p:sp>
          <p:nvSpPr>
            <p:cNvPr id="30741" name="Text Box 78"/>
            <p:cNvSpPr txBox="1">
              <a:spLocks noChangeArrowheads="1"/>
            </p:cNvSpPr>
            <p:nvPr/>
          </p:nvSpPr>
          <p:spPr bwMode="auto">
            <a:xfrm>
              <a:off x="1442" y="3085"/>
              <a:ext cx="2079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zh-CN" altLang="en-US" sz="1800" dirty="0">
                  <a:cs typeface="Times New Roman" panose="02020603050405020304" pitchFamily="18" charset="0"/>
                </a:rPr>
                <a:t>目的网络</a:t>
              </a:r>
              <a:r>
                <a:rPr kumimoji="0" lang="en-US" altLang="zh-CN" sz="1800" dirty="0">
                  <a:cs typeface="Times New Roman" panose="02020603050405020304" pitchFamily="18" charset="0"/>
                </a:rPr>
                <a:t>  </a:t>
              </a:r>
              <a:r>
                <a:rPr lang="zh-CN" altLang="en-US" sz="1800" dirty="0">
                  <a:cs typeface="Times New Roman" panose="02020603050405020304" pitchFamily="18" charset="0"/>
                </a:rPr>
                <a:t>下一跳路由器    跳数</a:t>
              </a:r>
              <a:endParaRPr kumimoji="0" lang="en-US" altLang="zh-CN" sz="1800" dirty="0">
                <a:cs typeface="Times New Roman" panose="02020603050405020304" pitchFamily="18" charset="0"/>
              </a:endParaRPr>
            </a:p>
          </p:txBody>
        </p:sp>
        <p:sp>
          <p:nvSpPr>
            <p:cNvPr id="30742" name="Text Box 79"/>
            <p:cNvSpPr txBox="1">
              <a:spLocks noChangeArrowheads="1"/>
            </p:cNvSpPr>
            <p:nvPr/>
          </p:nvSpPr>
          <p:spPr bwMode="auto">
            <a:xfrm>
              <a:off x="1466" y="3337"/>
              <a:ext cx="197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800" dirty="0">
                  <a:cs typeface="Times New Roman" panose="02020603050405020304" pitchFamily="18" charset="0"/>
                </a:rPr>
                <a:t>223.1.1.0            —                  1</a:t>
              </a:r>
            </a:p>
          </p:txBody>
        </p:sp>
        <p:sp>
          <p:nvSpPr>
            <p:cNvPr id="30743" name="Text Box 80"/>
            <p:cNvSpPr txBox="1">
              <a:spLocks noChangeArrowheads="1"/>
            </p:cNvSpPr>
            <p:nvPr/>
          </p:nvSpPr>
          <p:spPr bwMode="auto">
            <a:xfrm>
              <a:off x="1472" y="3523"/>
              <a:ext cx="197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800" dirty="0">
                  <a:cs typeface="Times New Roman" panose="02020603050405020304" pitchFamily="18" charset="0"/>
                </a:rPr>
                <a:t>223.1.2.0       223.1.1.4            2</a:t>
              </a:r>
            </a:p>
          </p:txBody>
        </p:sp>
        <p:sp>
          <p:nvSpPr>
            <p:cNvPr id="30744" name="Text Box 81"/>
            <p:cNvSpPr txBox="1">
              <a:spLocks noChangeArrowheads="1"/>
            </p:cNvSpPr>
            <p:nvPr/>
          </p:nvSpPr>
          <p:spPr bwMode="auto">
            <a:xfrm>
              <a:off x="1478" y="3733"/>
              <a:ext cx="197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800" dirty="0">
                  <a:cs typeface="Times New Roman" panose="02020603050405020304" pitchFamily="18" charset="0"/>
                </a:rPr>
                <a:t>223.1.3.0       223.1.1.4            2</a:t>
              </a:r>
            </a:p>
          </p:txBody>
        </p:sp>
        <p:sp>
          <p:nvSpPr>
            <p:cNvPr id="30745" name="Line 82"/>
            <p:cNvSpPr>
              <a:spLocks noChangeShapeType="1"/>
            </p:cNvSpPr>
            <p:nvPr/>
          </p:nvSpPr>
          <p:spPr bwMode="auto">
            <a:xfrm flipV="1">
              <a:off x="1500" y="3324"/>
              <a:ext cx="2136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746" name="Line 83"/>
            <p:cNvSpPr>
              <a:spLocks noChangeShapeType="1"/>
            </p:cNvSpPr>
            <p:nvPr/>
          </p:nvSpPr>
          <p:spPr bwMode="auto">
            <a:xfrm>
              <a:off x="2128" y="3151"/>
              <a:ext cx="0" cy="744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747" name="Line 84"/>
            <p:cNvSpPr>
              <a:spLocks noChangeShapeType="1"/>
            </p:cNvSpPr>
            <p:nvPr/>
          </p:nvSpPr>
          <p:spPr bwMode="auto">
            <a:xfrm>
              <a:off x="3096" y="3168"/>
              <a:ext cx="0" cy="744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30726" name="Freeform 85"/>
          <p:cNvSpPr/>
          <p:nvPr/>
        </p:nvSpPr>
        <p:spPr bwMode="auto">
          <a:xfrm>
            <a:off x="655638" y="2219325"/>
            <a:ext cx="295275" cy="1143000"/>
          </a:xfrm>
          <a:custGeom>
            <a:avLst/>
            <a:gdLst>
              <a:gd name="T0" fmla="*/ 2147483646 w 186"/>
              <a:gd name="T1" fmla="*/ 0 h 720"/>
              <a:gd name="T2" fmla="*/ 2147483646 w 186"/>
              <a:gd name="T3" fmla="*/ 2147483646 h 720"/>
              <a:gd name="T4" fmla="*/ 0 60000 65536"/>
              <a:gd name="T5" fmla="*/ 0 60000 65536"/>
              <a:gd name="T6" fmla="*/ 0 w 186"/>
              <a:gd name="T7" fmla="*/ 0 h 720"/>
              <a:gd name="T8" fmla="*/ 186 w 186"/>
              <a:gd name="T9" fmla="*/ 720 h 7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86" h="720">
                <a:moveTo>
                  <a:pt x="186" y="0"/>
                </a:moveTo>
                <a:cubicBezTo>
                  <a:pt x="36" y="198"/>
                  <a:pt x="0" y="360"/>
                  <a:pt x="60" y="720"/>
                </a:cubicBezTo>
              </a:path>
            </a:pathLst>
          </a:custGeom>
          <a:noFill/>
          <a:ln w="57150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0727" name="Rectangle 86"/>
          <p:cNvSpPr>
            <a:spLocks noChangeArrowheads="1"/>
          </p:cNvSpPr>
          <p:nvPr/>
        </p:nvSpPr>
        <p:spPr bwMode="auto">
          <a:xfrm>
            <a:off x="1114425" y="1249363"/>
            <a:ext cx="30241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buFontTx/>
              <a:buNone/>
            </a:pPr>
            <a:r>
              <a:rPr kumimoji="0" lang="zh-CN" altLang="en-US" sz="1800" dirty="0">
                <a:solidFill>
                  <a:srgbClr val="FF0000"/>
                </a:solidFill>
                <a:cs typeface="Times New Roman" panose="02020603050405020304" pitchFamily="18" charset="0"/>
              </a:rPr>
              <a:t>主机</a:t>
            </a:r>
            <a:r>
              <a:rPr kumimoji="0" lang="en-US" altLang="zh-CN" sz="1800" dirty="0">
                <a:solidFill>
                  <a:srgbClr val="FF0000"/>
                </a:solidFill>
                <a:cs typeface="Times New Roman" panose="02020603050405020304" pitchFamily="18" charset="0"/>
              </a:rPr>
              <a:t>A</a:t>
            </a:r>
            <a:r>
              <a:rPr kumimoji="0" lang="zh-CN" altLang="en-US" sz="1800" dirty="0">
                <a:solidFill>
                  <a:srgbClr val="FF0000"/>
                </a:solidFill>
                <a:cs typeface="Times New Roman" panose="02020603050405020304" pitchFamily="18" charset="0"/>
              </a:rPr>
              <a:t>的</a:t>
            </a:r>
            <a:r>
              <a:rPr lang="zh-CN" altLang="en-US" sz="1800" dirty="0">
                <a:solidFill>
                  <a:srgbClr val="FF0000"/>
                </a:solidFill>
                <a:cs typeface="Times New Roman" panose="02020603050405020304" pitchFamily="18" charset="0"/>
              </a:rPr>
              <a:t>路由表</a:t>
            </a:r>
            <a:endParaRPr kumimoji="0" lang="en-US" altLang="zh-CN" sz="1800" dirty="0">
              <a:solidFill>
                <a:srgbClr val="FF0000"/>
              </a:solidFill>
              <a:cs typeface="Times New Roman" panose="02020603050405020304" pitchFamily="18" charset="0"/>
            </a:endParaRPr>
          </a:p>
        </p:txBody>
      </p:sp>
      <p:sp>
        <p:nvSpPr>
          <p:cNvPr id="30728" name="Rectangle 88"/>
          <p:cNvSpPr>
            <a:spLocks noGrp="1" noChangeArrowheads="1"/>
          </p:cNvSpPr>
          <p:nvPr>
            <p:ph type="body" sz="half" idx="1"/>
          </p:nvPr>
        </p:nvSpPr>
        <p:spPr>
          <a:xfrm>
            <a:off x="5076825" y="1773238"/>
            <a:ext cx="3600450" cy="523875"/>
          </a:xfrm>
          <a:noFill/>
        </p:spPr>
        <p:txBody>
          <a:bodyPr/>
          <a:lstStyle/>
          <a:p>
            <a:pPr>
              <a:buFontTx/>
              <a:buNone/>
            </a:pPr>
            <a:r>
              <a:rPr lang="en-US" altLang="zh-CN" sz="2000" dirty="0">
                <a:solidFill>
                  <a:srgbClr val="00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sz="2000" dirty="0">
                <a:solidFill>
                  <a:srgbClr val="00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数据包</a:t>
            </a:r>
            <a:r>
              <a:rPr lang="en-US" altLang="zh-CN" sz="2000" dirty="0">
                <a:solidFill>
                  <a:srgbClr val="000099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: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</a:p>
        </p:txBody>
      </p:sp>
      <p:grpSp>
        <p:nvGrpSpPr>
          <p:cNvPr id="30729" name="Group 89"/>
          <p:cNvGrpSpPr/>
          <p:nvPr/>
        </p:nvGrpSpPr>
        <p:grpSpPr bwMode="auto">
          <a:xfrm>
            <a:off x="4979988" y="2382841"/>
            <a:ext cx="3840163" cy="561975"/>
            <a:chOff x="299" y="2646"/>
            <a:chExt cx="2419" cy="354"/>
          </a:xfrm>
        </p:grpSpPr>
        <p:sp>
          <p:nvSpPr>
            <p:cNvPr id="30731" name="Rectangle 90"/>
            <p:cNvSpPr>
              <a:spLocks noChangeArrowheads="1"/>
            </p:cNvSpPr>
            <p:nvPr/>
          </p:nvSpPr>
          <p:spPr bwMode="auto">
            <a:xfrm>
              <a:off x="456" y="2646"/>
              <a:ext cx="2262" cy="31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600">
                <a:cs typeface="Times New Roman" panose="02020603050405020304" pitchFamily="18" charset="0"/>
              </a:endParaRPr>
            </a:p>
          </p:txBody>
        </p:sp>
        <p:grpSp>
          <p:nvGrpSpPr>
            <p:cNvPr id="30732" name="Group 91"/>
            <p:cNvGrpSpPr/>
            <p:nvPr/>
          </p:nvGrpSpPr>
          <p:grpSpPr bwMode="auto">
            <a:xfrm>
              <a:off x="299" y="2676"/>
              <a:ext cx="2371" cy="324"/>
              <a:chOff x="929" y="1470"/>
              <a:chExt cx="2371" cy="324"/>
            </a:xfrm>
          </p:grpSpPr>
          <p:sp>
            <p:nvSpPr>
              <p:cNvPr id="30733" name="Rectangle 92"/>
              <p:cNvSpPr>
                <a:spLocks noChangeArrowheads="1"/>
              </p:cNvSpPr>
              <p:nvPr/>
            </p:nvSpPr>
            <p:spPr bwMode="auto">
              <a:xfrm>
                <a:off x="977" y="1470"/>
                <a:ext cx="2323" cy="318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600">
                  <a:cs typeface="Times New Roman" panose="02020603050405020304" pitchFamily="18" charset="0"/>
                </a:endParaRPr>
              </a:p>
            </p:txBody>
          </p:sp>
          <p:sp>
            <p:nvSpPr>
              <p:cNvPr id="30734" name="Text Box 93"/>
              <p:cNvSpPr txBox="1">
                <a:spLocks noChangeArrowheads="1"/>
              </p:cNvSpPr>
              <p:nvPr/>
            </p:nvSpPr>
            <p:spPr bwMode="auto">
              <a:xfrm>
                <a:off x="929" y="1520"/>
                <a:ext cx="655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lang="zh-CN" altLang="en-US" sz="1600" dirty="0">
                    <a:cs typeface="Times New Roman" panose="02020603050405020304" pitchFamily="18" charset="0"/>
                  </a:rPr>
                  <a:t>其他字段</a:t>
                </a:r>
                <a:endParaRPr kumimoji="0" lang="en-US" altLang="zh-CN" sz="1600" dirty="0">
                  <a:cs typeface="Times New Roman" panose="02020603050405020304" pitchFamily="18" charset="0"/>
                </a:endParaRPr>
              </a:p>
            </p:txBody>
          </p:sp>
          <p:sp>
            <p:nvSpPr>
              <p:cNvPr id="30735" name="Line 94"/>
              <p:cNvSpPr>
                <a:spLocks noChangeShapeType="1"/>
              </p:cNvSpPr>
              <p:nvPr/>
            </p:nvSpPr>
            <p:spPr bwMode="auto">
              <a:xfrm>
                <a:off x="1500" y="1476"/>
                <a:ext cx="0" cy="31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6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736" name="Text Box 95"/>
              <p:cNvSpPr txBox="1">
                <a:spLocks noChangeArrowheads="1"/>
              </p:cNvSpPr>
              <p:nvPr/>
            </p:nvSpPr>
            <p:spPr bwMode="auto">
              <a:xfrm>
                <a:off x="1490" y="1508"/>
                <a:ext cx="619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zh-CN" altLang="en-US" sz="1600" dirty="0">
                    <a:solidFill>
                      <a:srgbClr val="FF0000"/>
                    </a:solidFill>
                    <a:cs typeface="Times New Roman" panose="02020603050405020304" pitchFamily="18" charset="0"/>
                  </a:rPr>
                  <a:t>源</a:t>
                </a:r>
                <a:r>
                  <a:rPr kumimoji="0" lang="en-US" altLang="zh-CN" sz="1600" dirty="0">
                    <a:solidFill>
                      <a:srgbClr val="FF0000"/>
                    </a:solidFill>
                    <a:cs typeface="Times New Roman" panose="02020603050405020304" pitchFamily="18" charset="0"/>
                  </a:rPr>
                  <a:t>IP</a:t>
                </a:r>
                <a:r>
                  <a:rPr kumimoji="0" lang="zh-CN" altLang="en-US" sz="1600" dirty="0">
                    <a:solidFill>
                      <a:srgbClr val="FF0000"/>
                    </a:solidFill>
                    <a:cs typeface="Times New Roman" panose="02020603050405020304" pitchFamily="18" charset="0"/>
                  </a:rPr>
                  <a:t>地址</a:t>
                </a:r>
                <a:endParaRPr kumimoji="0" lang="en-US" altLang="zh-CN" sz="1600" dirty="0">
                  <a:cs typeface="Times New Roman" panose="02020603050405020304" pitchFamily="18" charset="0"/>
                </a:endParaRPr>
              </a:p>
            </p:txBody>
          </p:sp>
          <p:sp>
            <p:nvSpPr>
              <p:cNvPr id="30737" name="Text Box 96"/>
              <p:cNvSpPr txBox="1">
                <a:spLocks noChangeArrowheads="1"/>
              </p:cNvSpPr>
              <p:nvPr/>
            </p:nvSpPr>
            <p:spPr bwMode="auto">
              <a:xfrm>
                <a:off x="2070" y="1508"/>
                <a:ext cx="748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zh-CN" altLang="en-US" sz="1600" dirty="0">
                    <a:solidFill>
                      <a:srgbClr val="FF0000"/>
                    </a:solidFill>
                    <a:cs typeface="Times New Roman" panose="02020603050405020304" pitchFamily="18" charset="0"/>
                  </a:rPr>
                  <a:t>目的</a:t>
                </a:r>
                <a:r>
                  <a:rPr kumimoji="0" lang="en-US" altLang="zh-CN" sz="1600" dirty="0">
                    <a:solidFill>
                      <a:srgbClr val="FF0000"/>
                    </a:solidFill>
                    <a:cs typeface="Times New Roman" panose="02020603050405020304" pitchFamily="18" charset="0"/>
                  </a:rPr>
                  <a:t>IP</a:t>
                </a:r>
                <a:r>
                  <a:rPr kumimoji="0" lang="zh-CN" altLang="en-US" sz="1600" dirty="0">
                    <a:solidFill>
                      <a:srgbClr val="FF0000"/>
                    </a:solidFill>
                    <a:cs typeface="Times New Roman" panose="02020603050405020304" pitchFamily="18" charset="0"/>
                  </a:rPr>
                  <a:t>地址</a:t>
                </a:r>
                <a:endParaRPr kumimoji="0" lang="en-US" altLang="zh-CN" sz="1600" dirty="0">
                  <a:cs typeface="Times New Roman" panose="02020603050405020304" pitchFamily="18" charset="0"/>
                </a:endParaRPr>
              </a:p>
            </p:txBody>
          </p:sp>
          <p:sp>
            <p:nvSpPr>
              <p:cNvPr id="30738" name="Line 97"/>
              <p:cNvSpPr>
                <a:spLocks noChangeShapeType="1"/>
              </p:cNvSpPr>
              <p:nvPr/>
            </p:nvSpPr>
            <p:spPr bwMode="auto">
              <a:xfrm>
                <a:off x="2082" y="1476"/>
                <a:ext cx="0" cy="31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6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739" name="Line 98"/>
              <p:cNvSpPr>
                <a:spLocks noChangeShapeType="1"/>
              </p:cNvSpPr>
              <p:nvPr/>
            </p:nvSpPr>
            <p:spPr bwMode="auto">
              <a:xfrm>
                <a:off x="2802" y="1476"/>
                <a:ext cx="0" cy="31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6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740" name="Text Box 99"/>
              <p:cNvSpPr txBox="1">
                <a:spLocks noChangeArrowheads="1"/>
              </p:cNvSpPr>
              <p:nvPr/>
            </p:nvSpPr>
            <p:spPr bwMode="auto">
              <a:xfrm>
                <a:off x="2850" y="1508"/>
                <a:ext cx="375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zh-CN" altLang="en-US" sz="1600" dirty="0">
                    <a:cs typeface="Times New Roman" panose="02020603050405020304" pitchFamily="18" charset="0"/>
                  </a:rPr>
                  <a:t>数据</a:t>
                </a:r>
                <a:endParaRPr kumimoji="0" lang="en-US" altLang="zh-CN" sz="1600" dirty="0">
                  <a:cs typeface="Times New Roman" panose="02020603050405020304" pitchFamily="18" charset="0"/>
                </a:endParaRPr>
              </a:p>
            </p:txBody>
          </p:sp>
        </p:grpSp>
      </p:grpSp>
      <p:sp>
        <p:nvSpPr>
          <p:cNvPr id="30730" name="Rectangle 100"/>
          <p:cNvSpPr>
            <a:spLocks noChangeArrowheads="1"/>
          </p:cNvSpPr>
          <p:nvPr/>
        </p:nvSpPr>
        <p:spPr bwMode="auto">
          <a:xfrm>
            <a:off x="4953392" y="3173549"/>
            <a:ext cx="3866759" cy="947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ts val="3000"/>
              </a:lnSpc>
              <a:spcBef>
                <a:spcPts val="600"/>
              </a:spcBef>
            </a:pPr>
            <a:r>
              <a:rPr kumimoji="0" lang="zh-CN" altLang="en-US" sz="2000" dirty="0">
                <a:cs typeface="Times New Roman" panose="02020603050405020304" pitchFamily="18" charset="0"/>
              </a:rPr>
              <a:t>从源到目的地，数据保持不变</a:t>
            </a:r>
            <a:endParaRPr kumimoji="0" lang="en-US" altLang="zh-CN" sz="2000" dirty="0">
              <a:cs typeface="Times New Roman" panose="02020603050405020304" pitchFamily="18" charset="0"/>
            </a:endParaRPr>
          </a:p>
          <a:p>
            <a:pPr>
              <a:lnSpc>
                <a:spcPts val="3000"/>
              </a:lnSpc>
              <a:spcBef>
                <a:spcPts val="600"/>
              </a:spcBef>
            </a:pPr>
            <a:r>
              <a:rPr kumimoji="0" lang="zh-CN" altLang="en-US" sz="2000" dirty="0">
                <a:cs typeface="Times New Roman" panose="02020603050405020304" pitchFamily="18" charset="0"/>
              </a:rPr>
              <a:t>仅关心地址字段</a:t>
            </a:r>
            <a:endParaRPr kumimoji="0" lang="en-US" altLang="zh-CN" sz="2000" dirty="0">
              <a:cs typeface="Times New Roman" panose="02020603050405020304" pitchFamily="18" charset="0"/>
            </a:endParaRPr>
          </a:p>
        </p:txBody>
      </p:sp>
      <p:sp>
        <p:nvSpPr>
          <p:cNvPr id="90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 IPv4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数据包转发</a:t>
            </a:r>
          </a:p>
        </p:txBody>
      </p:sp>
      <p:sp>
        <p:nvSpPr>
          <p:cNvPr id="89" name="Rectangle 2"/>
          <p:cNvSpPr>
            <a:spLocks noGrp="1" noChangeArrowheads="1"/>
          </p:cNvSpPr>
          <p:nvPr>
            <p:ph type="title"/>
          </p:nvPr>
        </p:nvSpPr>
        <p:spPr>
          <a:xfrm>
            <a:off x="431347" y="601274"/>
            <a:ext cx="8193542" cy="674947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IPv4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数据包转发</a:t>
            </a:r>
            <a:endParaRPr lang="en-US" sz="2800" dirty="0"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 IPv4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数据包转发</a:t>
            </a:r>
          </a:p>
        </p:txBody>
      </p:sp>
      <p:sp>
        <p:nvSpPr>
          <p:cNvPr id="89" name="Rectangle 2"/>
          <p:cNvSpPr>
            <a:spLocks noGrp="1" noChangeArrowheads="1"/>
          </p:cNvSpPr>
          <p:nvPr>
            <p:ph type="title"/>
          </p:nvPr>
        </p:nvSpPr>
        <p:spPr>
          <a:xfrm>
            <a:off x="431346" y="601274"/>
            <a:ext cx="8236403" cy="771120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IPv4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数据包转发</a:t>
            </a:r>
            <a:endParaRPr lang="en-US" sz="2800" dirty="0"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99" name="Group 21"/>
          <p:cNvGrpSpPr/>
          <p:nvPr/>
        </p:nvGrpSpPr>
        <p:grpSpPr bwMode="auto">
          <a:xfrm>
            <a:off x="4606925" y="3094038"/>
            <a:ext cx="4422775" cy="3154362"/>
            <a:chOff x="2902" y="1949"/>
            <a:chExt cx="2786" cy="1987"/>
          </a:xfrm>
        </p:grpSpPr>
        <p:sp>
          <p:nvSpPr>
            <p:cNvPr id="100" name="Freeform 22"/>
            <p:cNvSpPr/>
            <p:nvPr/>
          </p:nvSpPr>
          <p:spPr bwMode="auto">
            <a:xfrm>
              <a:off x="2902" y="1949"/>
              <a:ext cx="1223" cy="1291"/>
            </a:xfrm>
            <a:custGeom>
              <a:avLst/>
              <a:gdLst>
                <a:gd name="T0" fmla="*/ 1201 w 1223"/>
                <a:gd name="T1" fmla="*/ 756 h 1291"/>
                <a:gd name="T2" fmla="*/ 702 w 1223"/>
                <a:gd name="T3" fmla="*/ 670 h 1291"/>
                <a:gd name="T4" fmla="*/ 608 w 1223"/>
                <a:gd name="T5" fmla="*/ 103 h 1291"/>
                <a:gd name="T6" fmla="*/ 335 w 1223"/>
                <a:gd name="T7" fmla="*/ 52 h 1291"/>
                <a:gd name="T8" fmla="*/ 65 w 1223"/>
                <a:gd name="T9" fmla="*/ 82 h 1291"/>
                <a:gd name="T10" fmla="*/ 41 w 1223"/>
                <a:gd name="T11" fmla="*/ 544 h 1291"/>
                <a:gd name="T12" fmla="*/ 38 w 1223"/>
                <a:gd name="T13" fmla="*/ 751 h 1291"/>
                <a:gd name="T14" fmla="*/ 23 w 1223"/>
                <a:gd name="T15" fmla="*/ 940 h 1291"/>
                <a:gd name="T16" fmla="*/ 17 w 1223"/>
                <a:gd name="T17" fmla="*/ 1114 h 1291"/>
                <a:gd name="T18" fmla="*/ 128 w 1223"/>
                <a:gd name="T19" fmla="*/ 1219 h 1291"/>
                <a:gd name="T20" fmla="*/ 602 w 1223"/>
                <a:gd name="T21" fmla="*/ 1243 h 1291"/>
                <a:gd name="T22" fmla="*/ 686 w 1223"/>
                <a:gd name="T23" fmla="*/ 930 h 1291"/>
                <a:gd name="T24" fmla="*/ 1177 w 1223"/>
                <a:gd name="T25" fmla="*/ 916 h 1291"/>
                <a:gd name="T26" fmla="*/ 1201 w 1223"/>
                <a:gd name="T27" fmla="*/ 756 h 12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223"/>
                <a:gd name="T43" fmla="*/ 0 h 1291"/>
                <a:gd name="T44" fmla="*/ 1223 w 1223"/>
                <a:gd name="T45" fmla="*/ 1291 h 129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223" h="1291">
                  <a:moveTo>
                    <a:pt x="1201" y="756"/>
                  </a:moveTo>
                  <a:cubicBezTo>
                    <a:pt x="1180" y="640"/>
                    <a:pt x="798" y="744"/>
                    <a:pt x="702" y="670"/>
                  </a:cubicBezTo>
                  <a:cubicBezTo>
                    <a:pt x="603" y="561"/>
                    <a:pt x="669" y="206"/>
                    <a:pt x="608" y="103"/>
                  </a:cubicBezTo>
                  <a:cubicBezTo>
                    <a:pt x="547" y="0"/>
                    <a:pt x="425" y="55"/>
                    <a:pt x="335" y="52"/>
                  </a:cubicBezTo>
                  <a:cubicBezTo>
                    <a:pt x="245" y="49"/>
                    <a:pt x="114" y="0"/>
                    <a:pt x="65" y="82"/>
                  </a:cubicBezTo>
                  <a:cubicBezTo>
                    <a:pt x="16" y="164"/>
                    <a:pt x="45" y="433"/>
                    <a:pt x="41" y="544"/>
                  </a:cubicBezTo>
                  <a:cubicBezTo>
                    <a:pt x="37" y="655"/>
                    <a:pt x="41" y="685"/>
                    <a:pt x="38" y="751"/>
                  </a:cubicBezTo>
                  <a:cubicBezTo>
                    <a:pt x="35" y="817"/>
                    <a:pt x="26" y="880"/>
                    <a:pt x="23" y="940"/>
                  </a:cubicBezTo>
                  <a:cubicBezTo>
                    <a:pt x="20" y="1000"/>
                    <a:pt x="0" y="1068"/>
                    <a:pt x="17" y="1114"/>
                  </a:cubicBezTo>
                  <a:cubicBezTo>
                    <a:pt x="34" y="1160"/>
                    <a:pt x="31" y="1198"/>
                    <a:pt x="128" y="1219"/>
                  </a:cubicBezTo>
                  <a:cubicBezTo>
                    <a:pt x="225" y="1240"/>
                    <a:pt x="509" y="1291"/>
                    <a:pt x="602" y="1243"/>
                  </a:cubicBezTo>
                  <a:cubicBezTo>
                    <a:pt x="695" y="1195"/>
                    <a:pt x="590" y="984"/>
                    <a:pt x="686" y="930"/>
                  </a:cubicBezTo>
                  <a:cubicBezTo>
                    <a:pt x="782" y="876"/>
                    <a:pt x="1091" y="945"/>
                    <a:pt x="1177" y="916"/>
                  </a:cubicBezTo>
                  <a:cubicBezTo>
                    <a:pt x="1208" y="864"/>
                    <a:pt x="1223" y="871"/>
                    <a:pt x="1201" y="756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1" name="Freeform 23"/>
            <p:cNvSpPr/>
            <p:nvPr/>
          </p:nvSpPr>
          <p:spPr bwMode="auto">
            <a:xfrm>
              <a:off x="4487" y="2130"/>
              <a:ext cx="1201" cy="1234"/>
            </a:xfrm>
            <a:custGeom>
              <a:avLst/>
              <a:gdLst>
                <a:gd name="T0" fmla="*/ 25 w 1201"/>
                <a:gd name="T1" fmla="*/ 709 h 1234"/>
                <a:gd name="T2" fmla="*/ 526 w 1201"/>
                <a:gd name="T3" fmla="*/ 780 h 1234"/>
                <a:gd name="T4" fmla="*/ 613 w 1201"/>
                <a:gd name="T5" fmla="*/ 1134 h 1234"/>
                <a:gd name="T6" fmla="*/ 946 w 1201"/>
                <a:gd name="T7" fmla="*/ 1230 h 1234"/>
                <a:gd name="T8" fmla="*/ 1171 w 1201"/>
                <a:gd name="T9" fmla="*/ 1107 h 1234"/>
                <a:gd name="T10" fmla="*/ 1126 w 1201"/>
                <a:gd name="T11" fmla="*/ 894 h 1234"/>
                <a:gd name="T12" fmla="*/ 1114 w 1201"/>
                <a:gd name="T13" fmla="*/ 693 h 1234"/>
                <a:gd name="T14" fmla="*/ 1099 w 1201"/>
                <a:gd name="T15" fmla="*/ 423 h 1234"/>
                <a:gd name="T16" fmla="*/ 1141 w 1201"/>
                <a:gd name="T17" fmla="*/ 216 h 1234"/>
                <a:gd name="T18" fmla="*/ 1102 w 1201"/>
                <a:gd name="T19" fmla="*/ 33 h 1234"/>
                <a:gd name="T20" fmla="*/ 646 w 1201"/>
                <a:gd name="T21" fmla="*/ 81 h 1234"/>
                <a:gd name="T22" fmla="*/ 535 w 1201"/>
                <a:gd name="T23" fmla="*/ 519 h 1234"/>
                <a:gd name="T24" fmla="*/ 44 w 1201"/>
                <a:gd name="T25" fmla="*/ 548 h 1234"/>
                <a:gd name="T26" fmla="*/ 25 w 1201"/>
                <a:gd name="T27" fmla="*/ 709 h 12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201"/>
                <a:gd name="T43" fmla="*/ 0 h 1234"/>
                <a:gd name="T44" fmla="*/ 1201 w 1201"/>
                <a:gd name="T45" fmla="*/ 1234 h 123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201" h="1234">
                  <a:moveTo>
                    <a:pt x="25" y="709"/>
                  </a:moveTo>
                  <a:cubicBezTo>
                    <a:pt x="49" y="824"/>
                    <a:pt x="428" y="709"/>
                    <a:pt x="526" y="780"/>
                  </a:cubicBezTo>
                  <a:cubicBezTo>
                    <a:pt x="624" y="851"/>
                    <a:pt x="543" y="1059"/>
                    <a:pt x="613" y="1134"/>
                  </a:cubicBezTo>
                  <a:cubicBezTo>
                    <a:pt x="683" y="1209"/>
                    <a:pt x="853" y="1234"/>
                    <a:pt x="946" y="1230"/>
                  </a:cubicBezTo>
                  <a:cubicBezTo>
                    <a:pt x="1039" y="1226"/>
                    <a:pt x="1141" y="1163"/>
                    <a:pt x="1171" y="1107"/>
                  </a:cubicBezTo>
                  <a:cubicBezTo>
                    <a:pt x="1201" y="1051"/>
                    <a:pt x="1135" y="963"/>
                    <a:pt x="1126" y="894"/>
                  </a:cubicBezTo>
                  <a:cubicBezTo>
                    <a:pt x="1117" y="825"/>
                    <a:pt x="1119" y="772"/>
                    <a:pt x="1114" y="693"/>
                  </a:cubicBezTo>
                  <a:cubicBezTo>
                    <a:pt x="1109" y="614"/>
                    <a:pt x="1095" y="502"/>
                    <a:pt x="1099" y="423"/>
                  </a:cubicBezTo>
                  <a:cubicBezTo>
                    <a:pt x="1103" y="344"/>
                    <a:pt x="1141" y="281"/>
                    <a:pt x="1141" y="216"/>
                  </a:cubicBezTo>
                  <a:cubicBezTo>
                    <a:pt x="1141" y="151"/>
                    <a:pt x="1185" y="56"/>
                    <a:pt x="1102" y="33"/>
                  </a:cubicBezTo>
                  <a:cubicBezTo>
                    <a:pt x="1019" y="10"/>
                    <a:pt x="740" y="0"/>
                    <a:pt x="646" y="81"/>
                  </a:cubicBezTo>
                  <a:cubicBezTo>
                    <a:pt x="552" y="162"/>
                    <a:pt x="635" y="441"/>
                    <a:pt x="535" y="519"/>
                  </a:cubicBezTo>
                  <a:cubicBezTo>
                    <a:pt x="435" y="597"/>
                    <a:pt x="129" y="516"/>
                    <a:pt x="44" y="548"/>
                  </a:cubicBezTo>
                  <a:cubicBezTo>
                    <a:pt x="15" y="601"/>
                    <a:pt x="0" y="594"/>
                    <a:pt x="25" y="709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2" name="Freeform 24"/>
            <p:cNvSpPr/>
            <p:nvPr/>
          </p:nvSpPr>
          <p:spPr bwMode="auto">
            <a:xfrm>
              <a:off x="3663" y="2997"/>
              <a:ext cx="1295" cy="939"/>
            </a:xfrm>
            <a:custGeom>
              <a:avLst/>
              <a:gdLst>
                <a:gd name="T0" fmla="*/ 600 w 1295"/>
                <a:gd name="T1" fmla="*/ 30 h 939"/>
                <a:gd name="T2" fmla="*/ 525 w 1295"/>
                <a:gd name="T3" fmla="*/ 393 h 939"/>
                <a:gd name="T4" fmla="*/ 81 w 1295"/>
                <a:gd name="T5" fmla="*/ 471 h 939"/>
                <a:gd name="T6" fmla="*/ 39 w 1295"/>
                <a:gd name="T7" fmla="*/ 855 h 939"/>
                <a:gd name="T8" fmla="*/ 207 w 1295"/>
                <a:gd name="T9" fmla="*/ 927 h 939"/>
                <a:gd name="T10" fmla="*/ 429 w 1295"/>
                <a:gd name="T11" fmla="*/ 927 h 939"/>
                <a:gd name="T12" fmla="*/ 705 w 1295"/>
                <a:gd name="T13" fmla="*/ 891 h 939"/>
                <a:gd name="T14" fmla="*/ 1227 w 1295"/>
                <a:gd name="T15" fmla="*/ 849 h 939"/>
                <a:gd name="T16" fmla="*/ 1113 w 1295"/>
                <a:gd name="T17" fmla="*/ 459 h 939"/>
                <a:gd name="T18" fmla="*/ 777 w 1295"/>
                <a:gd name="T19" fmla="*/ 363 h 939"/>
                <a:gd name="T20" fmla="*/ 762 w 1295"/>
                <a:gd name="T21" fmla="*/ 42 h 939"/>
                <a:gd name="T22" fmla="*/ 600 w 1295"/>
                <a:gd name="T23" fmla="*/ 30 h 9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95"/>
                <a:gd name="T37" fmla="*/ 0 h 939"/>
                <a:gd name="T38" fmla="*/ 1295 w 1295"/>
                <a:gd name="T39" fmla="*/ 939 h 93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95" h="939">
                  <a:moveTo>
                    <a:pt x="600" y="30"/>
                  </a:moveTo>
                  <a:cubicBezTo>
                    <a:pt x="486" y="60"/>
                    <a:pt x="610" y="247"/>
                    <a:pt x="525" y="393"/>
                  </a:cubicBezTo>
                  <a:cubicBezTo>
                    <a:pt x="439" y="467"/>
                    <a:pt x="162" y="394"/>
                    <a:pt x="81" y="471"/>
                  </a:cubicBezTo>
                  <a:cubicBezTo>
                    <a:pt x="0" y="548"/>
                    <a:pt x="18" y="779"/>
                    <a:pt x="39" y="855"/>
                  </a:cubicBezTo>
                  <a:cubicBezTo>
                    <a:pt x="60" y="931"/>
                    <a:pt x="142" y="915"/>
                    <a:pt x="207" y="927"/>
                  </a:cubicBezTo>
                  <a:cubicBezTo>
                    <a:pt x="272" y="939"/>
                    <a:pt x="346" y="933"/>
                    <a:pt x="429" y="927"/>
                  </a:cubicBezTo>
                  <a:cubicBezTo>
                    <a:pt x="512" y="921"/>
                    <a:pt x="572" y="904"/>
                    <a:pt x="705" y="891"/>
                  </a:cubicBezTo>
                  <a:cubicBezTo>
                    <a:pt x="838" y="878"/>
                    <a:pt x="1159" y="921"/>
                    <a:pt x="1227" y="849"/>
                  </a:cubicBezTo>
                  <a:cubicBezTo>
                    <a:pt x="1295" y="777"/>
                    <a:pt x="1188" y="540"/>
                    <a:pt x="1113" y="459"/>
                  </a:cubicBezTo>
                  <a:cubicBezTo>
                    <a:pt x="1038" y="378"/>
                    <a:pt x="835" y="432"/>
                    <a:pt x="777" y="363"/>
                  </a:cubicBezTo>
                  <a:cubicBezTo>
                    <a:pt x="719" y="294"/>
                    <a:pt x="791" y="97"/>
                    <a:pt x="762" y="42"/>
                  </a:cubicBezTo>
                  <a:cubicBezTo>
                    <a:pt x="708" y="15"/>
                    <a:pt x="714" y="0"/>
                    <a:pt x="600" y="30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03" name="Object 25"/>
            <p:cNvGraphicFramePr>
              <a:graphicFrameLocks noChangeAspect="1"/>
            </p:cNvGraphicFramePr>
            <p:nvPr/>
          </p:nvGraphicFramePr>
          <p:xfrm>
            <a:off x="2951" y="2015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3" imgW="1307465" imgH="1083945" progId="MS_ClipArt_Gallery.2">
                    <p:embed/>
                  </p:oleObj>
                </mc:Choice>
                <mc:Fallback>
                  <p:oleObj name="Clip" r:id="rId3" imgW="1307465" imgH="1083945" progId="MS_ClipArt_Gallery.2">
                    <p:embed/>
                    <p:pic>
                      <p:nvPicPr>
                        <p:cNvPr id="0" name="Object 2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51" y="2015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4" name="Line 26"/>
            <p:cNvSpPr>
              <a:spLocks noChangeShapeType="1"/>
            </p:cNvSpPr>
            <p:nvPr/>
          </p:nvSpPr>
          <p:spPr bwMode="auto">
            <a:xfrm>
              <a:off x="3304" y="2250"/>
              <a:ext cx="175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5" name="Line 27"/>
            <p:cNvSpPr>
              <a:spLocks noChangeShapeType="1"/>
            </p:cNvSpPr>
            <p:nvPr/>
          </p:nvSpPr>
          <p:spPr bwMode="auto">
            <a:xfrm flipH="1">
              <a:off x="3487" y="2241"/>
              <a:ext cx="0" cy="8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6" name="Line 28"/>
            <p:cNvSpPr>
              <a:spLocks noChangeShapeType="1"/>
            </p:cNvSpPr>
            <p:nvPr/>
          </p:nvSpPr>
          <p:spPr bwMode="auto">
            <a:xfrm flipV="1">
              <a:off x="3304" y="2656"/>
              <a:ext cx="175" cy="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7" name="Line 29"/>
            <p:cNvSpPr>
              <a:spLocks noChangeShapeType="1"/>
            </p:cNvSpPr>
            <p:nvPr/>
          </p:nvSpPr>
          <p:spPr bwMode="auto">
            <a:xfrm>
              <a:off x="3310" y="3051"/>
              <a:ext cx="172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08" name="Object 30"/>
            <p:cNvGraphicFramePr>
              <a:graphicFrameLocks noChangeAspect="1"/>
            </p:cNvGraphicFramePr>
            <p:nvPr/>
          </p:nvGraphicFramePr>
          <p:xfrm>
            <a:off x="2951" y="2435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5" imgW="1307465" imgH="1083945" progId="MS_ClipArt_Gallery.2">
                    <p:embed/>
                  </p:oleObj>
                </mc:Choice>
                <mc:Fallback>
                  <p:oleObj name="Clip" r:id="rId5" imgW="1307465" imgH="1083945" progId="MS_ClipArt_Gallery.2">
                    <p:embed/>
                    <p:pic>
                      <p:nvPicPr>
                        <p:cNvPr id="0" name="Object 3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51" y="2435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09" name="Object 31"/>
            <p:cNvGraphicFramePr>
              <a:graphicFrameLocks noChangeAspect="1"/>
            </p:cNvGraphicFramePr>
            <p:nvPr/>
          </p:nvGraphicFramePr>
          <p:xfrm>
            <a:off x="2951" y="2819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6" imgW="1307465" imgH="1083945" progId="MS_ClipArt_Gallery.2">
                    <p:embed/>
                  </p:oleObj>
                </mc:Choice>
                <mc:Fallback>
                  <p:oleObj name="Clip" r:id="rId6" imgW="1307465" imgH="1083945" progId="MS_ClipArt_Gallery.2">
                    <p:embed/>
                    <p:pic>
                      <p:nvPicPr>
                        <p:cNvPr id="0" name="Object 3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51" y="2819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10" name="Line 32"/>
            <p:cNvSpPr>
              <a:spLocks noChangeShapeType="1"/>
            </p:cNvSpPr>
            <p:nvPr/>
          </p:nvSpPr>
          <p:spPr bwMode="auto">
            <a:xfrm>
              <a:off x="3487" y="2781"/>
              <a:ext cx="652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111" name="Group 33"/>
            <p:cNvGrpSpPr/>
            <p:nvPr/>
          </p:nvGrpSpPr>
          <p:grpSpPr bwMode="auto">
            <a:xfrm>
              <a:off x="4081" y="2759"/>
              <a:ext cx="448" cy="240"/>
              <a:chOff x="3600" y="219"/>
              <a:chExt cx="360" cy="175"/>
            </a:xfrm>
          </p:grpSpPr>
          <p:sp>
            <p:nvSpPr>
              <p:cNvPr id="147" name="Oval 34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cs typeface="Times New Roman" panose="02020603050405020304" pitchFamily="18" charset="0"/>
                </a:endParaRPr>
              </a:p>
            </p:txBody>
          </p:sp>
          <p:sp>
            <p:nvSpPr>
              <p:cNvPr id="148" name="Line 35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" name="Line 36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" name="Rectangle 37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kumimoji="0" lang="zh-CN" altLang="zh-CN" sz="2400">
                  <a:cs typeface="Times New Roman" panose="02020603050405020304" pitchFamily="18" charset="0"/>
                </a:endParaRPr>
              </a:p>
            </p:txBody>
          </p:sp>
          <p:sp>
            <p:nvSpPr>
              <p:cNvPr id="151" name="Oval 38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52" name="Group 39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157" name="Line 40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8" name="Line 41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9" name="Line 42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53" name="Group 43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154" name="Line 44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5" name="Line 45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6" name="Line 46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</p:grpSp>
        </p:grpSp>
        <p:sp>
          <p:nvSpPr>
            <p:cNvPr id="112" name="Text Box 47"/>
            <p:cNvSpPr txBox="1">
              <a:spLocks noChangeArrowheads="1"/>
            </p:cNvSpPr>
            <p:nvPr/>
          </p:nvSpPr>
          <p:spPr bwMode="auto">
            <a:xfrm>
              <a:off x="3278" y="2045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 dirty="0">
                  <a:cs typeface="Times New Roman" panose="02020603050405020304" pitchFamily="18" charset="0"/>
                </a:rPr>
                <a:t>223.1.1.1</a:t>
              </a:r>
              <a:endParaRPr kumimoji="0" lang="en-US" altLang="zh-CN" sz="1800" dirty="0">
                <a:cs typeface="Times New Roman" panose="02020603050405020304" pitchFamily="18" charset="0"/>
              </a:endParaRPr>
            </a:p>
          </p:txBody>
        </p:sp>
        <p:sp>
          <p:nvSpPr>
            <p:cNvPr id="113" name="Rectangle 48"/>
            <p:cNvSpPr>
              <a:spLocks noChangeArrowheads="1"/>
            </p:cNvSpPr>
            <p:nvPr/>
          </p:nvSpPr>
          <p:spPr bwMode="auto">
            <a:xfrm>
              <a:off x="3333" y="2499"/>
              <a:ext cx="195" cy="114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cs typeface="Times New Roman" panose="02020603050405020304" pitchFamily="18" charset="0"/>
              </a:endParaRPr>
            </a:p>
          </p:txBody>
        </p:sp>
        <p:sp>
          <p:nvSpPr>
            <p:cNvPr id="114" name="Text Box 49"/>
            <p:cNvSpPr txBox="1">
              <a:spLocks noChangeArrowheads="1"/>
            </p:cNvSpPr>
            <p:nvPr/>
          </p:nvSpPr>
          <p:spPr bwMode="auto">
            <a:xfrm>
              <a:off x="3327" y="2441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223.1.1.2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115" name="Text Box 50"/>
            <p:cNvSpPr txBox="1">
              <a:spLocks noChangeArrowheads="1"/>
            </p:cNvSpPr>
            <p:nvPr/>
          </p:nvSpPr>
          <p:spPr bwMode="auto">
            <a:xfrm>
              <a:off x="3206" y="3041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 dirty="0">
                  <a:cs typeface="Times New Roman" panose="02020603050405020304" pitchFamily="18" charset="0"/>
                </a:rPr>
                <a:t>223.1.1.3</a:t>
              </a:r>
              <a:endParaRPr kumimoji="0" lang="en-US" altLang="zh-CN" sz="1800" dirty="0">
                <a:cs typeface="Times New Roman" panose="02020603050405020304" pitchFamily="18" charset="0"/>
              </a:endParaRPr>
            </a:p>
          </p:txBody>
        </p:sp>
        <p:sp>
          <p:nvSpPr>
            <p:cNvPr id="116" name="Text Box 51"/>
            <p:cNvSpPr txBox="1">
              <a:spLocks noChangeArrowheads="1"/>
            </p:cNvSpPr>
            <p:nvPr/>
          </p:nvSpPr>
          <p:spPr bwMode="auto">
            <a:xfrm>
              <a:off x="3704" y="2618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223.1.1.4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117" name="Line 52"/>
            <p:cNvSpPr>
              <a:spLocks noChangeShapeType="1"/>
            </p:cNvSpPr>
            <p:nvPr/>
          </p:nvSpPr>
          <p:spPr bwMode="auto">
            <a:xfrm>
              <a:off x="4462" y="2787"/>
              <a:ext cx="640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18" name="Text Box 53"/>
            <p:cNvSpPr txBox="1">
              <a:spLocks noChangeArrowheads="1"/>
            </p:cNvSpPr>
            <p:nvPr/>
          </p:nvSpPr>
          <p:spPr bwMode="auto">
            <a:xfrm>
              <a:off x="4382" y="2612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223.1.2.9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119" name="Line 54"/>
            <p:cNvSpPr>
              <a:spLocks noChangeShapeType="1"/>
            </p:cNvSpPr>
            <p:nvPr/>
          </p:nvSpPr>
          <p:spPr bwMode="auto">
            <a:xfrm flipH="1">
              <a:off x="5107" y="2349"/>
              <a:ext cx="0" cy="8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20" name="Object 55"/>
            <p:cNvGraphicFramePr>
              <a:graphicFrameLocks noChangeAspect="1"/>
            </p:cNvGraphicFramePr>
            <p:nvPr/>
          </p:nvGraphicFramePr>
          <p:xfrm>
            <a:off x="5219" y="2165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9" imgW="1307465" imgH="1083945" progId="MS_ClipArt_Gallery.2">
                    <p:embed/>
                  </p:oleObj>
                </mc:Choice>
                <mc:Fallback>
                  <p:oleObj name="Clip" r:id="rId9" imgW="1307465" imgH="1083945" progId="MS_ClipArt_Gallery.2">
                    <p:embed/>
                    <p:pic>
                      <p:nvPicPr>
                        <p:cNvPr id="0" name="Object 5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219" y="2165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1" name="Line 56"/>
            <p:cNvSpPr>
              <a:spLocks noChangeShapeType="1"/>
            </p:cNvSpPr>
            <p:nvPr/>
          </p:nvSpPr>
          <p:spPr bwMode="auto">
            <a:xfrm>
              <a:off x="5107" y="2352"/>
              <a:ext cx="148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22" name="Object 57"/>
            <p:cNvGraphicFramePr>
              <a:graphicFrameLocks noChangeAspect="1"/>
            </p:cNvGraphicFramePr>
            <p:nvPr/>
          </p:nvGraphicFramePr>
          <p:xfrm>
            <a:off x="5222" y="3035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10" imgW="1307465" imgH="1083945" progId="MS_ClipArt_Gallery.2">
                    <p:embed/>
                  </p:oleObj>
                </mc:Choice>
                <mc:Fallback>
                  <p:oleObj name="Clip" r:id="rId10" imgW="1307465" imgH="1083945" progId="MS_ClipArt_Gallery.2">
                    <p:embed/>
                    <p:pic>
                      <p:nvPicPr>
                        <p:cNvPr id="0" name="Object 5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222" y="3035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3" name="Line 58"/>
            <p:cNvSpPr>
              <a:spLocks noChangeShapeType="1"/>
            </p:cNvSpPr>
            <p:nvPr/>
          </p:nvSpPr>
          <p:spPr bwMode="auto">
            <a:xfrm>
              <a:off x="5107" y="3153"/>
              <a:ext cx="148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4" name="Rectangle 59"/>
            <p:cNvSpPr>
              <a:spLocks noChangeArrowheads="1"/>
            </p:cNvSpPr>
            <p:nvPr/>
          </p:nvSpPr>
          <p:spPr bwMode="auto">
            <a:xfrm>
              <a:off x="5073" y="2986"/>
              <a:ext cx="108" cy="114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cs typeface="Times New Roman" panose="02020603050405020304" pitchFamily="18" charset="0"/>
              </a:endParaRPr>
            </a:p>
          </p:txBody>
        </p:sp>
        <p:sp>
          <p:nvSpPr>
            <p:cNvPr id="125" name="Text Box 60"/>
            <p:cNvSpPr txBox="1">
              <a:spLocks noChangeArrowheads="1"/>
            </p:cNvSpPr>
            <p:nvPr/>
          </p:nvSpPr>
          <p:spPr bwMode="auto">
            <a:xfrm>
              <a:off x="4704" y="2915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223.1.2.2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126" name="Rectangle 61"/>
            <p:cNvSpPr>
              <a:spLocks noChangeArrowheads="1"/>
            </p:cNvSpPr>
            <p:nvPr/>
          </p:nvSpPr>
          <p:spPr bwMode="auto">
            <a:xfrm>
              <a:off x="5082" y="2382"/>
              <a:ext cx="156" cy="114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cs typeface="Times New Roman" panose="02020603050405020304" pitchFamily="18" charset="0"/>
              </a:endParaRPr>
            </a:p>
          </p:txBody>
        </p:sp>
        <p:sp>
          <p:nvSpPr>
            <p:cNvPr id="127" name="Text Box 62"/>
            <p:cNvSpPr txBox="1">
              <a:spLocks noChangeArrowheads="1"/>
            </p:cNvSpPr>
            <p:nvPr/>
          </p:nvSpPr>
          <p:spPr bwMode="auto">
            <a:xfrm>
              <a:off x="4584" y="2321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223.1.2.1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128" name="Line 63"/>
            <p:cNvSpPr>
              <a:spLocks noChangeShapeType="1"/>
            </p:cNvSpPr>
            <p:nvPr/>
          </p:nvSpPr>
          <p:spPr bwMode="auto">
            <a:xfrm flipH="1">
              <a:off x="4312" y="3000"/>
              <a:ext cx="0" cy="45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9" name="Line 64"/>
            <p:cNvSpPr>
              <a:spLocks noChangeShapeType="1"/>
            </p:cNvSpPr>
            <p:nvPr/>
          </p:nvSpPr>
          <p:spPr bwMode="auto">
            <a:xfrm flipH="1">
              <a:off x="3898" y="3453"/>
              <a:ext cx="74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30" name="Line 65"/>
            <p:cNvSpPr>
              <a:spLocks noChangeShapeType="1"/>
            </p:cNvSpPr>
            <p:nvPr/>
          </p:nvSpPr>
          <p:spPr bwMode="auto">
            <a:xfrm flipH="1" flipV="1">
              <a:off x="3896" y="3448"/>
              <a:ext cx="2" cy="15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31" name="Line 66"/>
            <p:cNvSpPr>
              <a:spLocks noChangeShapeType="1"/>
            </p:cNvSpPr>
            <p:nvPr/>
          </p:nvSpPr>
          <p:spPr bwMode="auto">
            <a:xfrm flipH="1" flipV="1">
              <a:off x="4637" y="3451"/>
              <a:ext cx="2" cy="15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32" name="Object 67"/>
            <p:cNvGraphicFramePr>
              <a:graphicFrameLocks noChangeAspect="1"/>
            </p:cNvGraphicFramePr>
            <p:nvPr/>
          </p:nvGraphicFramePr>
          <p:xfrm>
            <a:off x="4502" y="3551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11" imgW="1307465" imgH="1083945" progId="MS_ClipArt_Gallery.2">
                    <p:embed/>
                  </p:oleObj>
                </mc:Choice>
                <mc:Fallback>
                  <p:oleObj name="Clip" r:id="rId11" imgW="1307465" imgH="1083945" progId="MS_ClipArt_Gallery.2">
                    <p:embed/>
                    <p:pic>
                      <p:nvPicPr>
                        <p:cNvPr id="0" name="Object 6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502" y="3551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3" name="Object 68"/>
            <p:cNvGraphicFramePr>
              <a:graphicFrameLocks noChangeAspect="1"/>
            </p:cNvGraphicFramePr>
            <p:nvPr/>
          </p:nvGraphicFramePr>
          <p:xfrm>
            <a:off x="3710" y="3560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12" imgW="1307465" imgH="1083945" progId="MS_ClipArt_Gallery.2">
                    <p:embed/>
                  </p:oleObj>
                </mc:Choice>
                <mc:Fallback>
                  <p:oleObj name="Clip" r:id="rId12" imgW="1307465" imgH="1083945" progId="MS_ClipArt_Gallery.2">
                    <p:embed/>
                    <p:pic>
                      <p:nvPicPr>
                        <p:cNvPr id="0" name="Object 6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710" y="3560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34" name="Text Box 69"/>
            <p:cNvSpPr txBox="1">
              <a:spLocks noChangeArrowheads="1"/>
            </p:cNvSpPr>
            <p:nvPr/>
          </p:nvSpPr>
          <p:spPr bwMode="auto">
            <a:xfrm>
              <a:off x="4640" y="3356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223.1.3.2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135" name="Text Box 70"/>
            <p:cNvSpPr txBox="1">
              <a:spLocks noChangeArrowheads="1"/>
            </p:cNvSpPr>
            <p:nvPr/>
          </p:nvSpPr>
          <p:spPr bwMode="auto">
            <a:xfrm>
              <a:off x="3269" y="3380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223.1.3.1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136" name="Rectangle 71"/>
            <p:cNvSpPr>
              <a:spLocks noChangeArrowheads="1"/>
            </p:cNvSpPr>
            <p:nvPr/>
          </p:nvSpPr>
          <p:spPr bwMode="auto">
            <a:xfrm>
              <a:off x="4272" y="3084"/>
              <a:ext cx="81" cy="114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cs typeface="Times New Roman" panose="02020603050405020304" pitchFamily="18" charset="0"/>
              </a:endParaRPr>
            </a:p>
          </p:txBody>
        </p:sp>
        <p:sp>
          <p:nvSpPr>
            <p:cNvPr id="137" name="Text Box 72"/>
            <p:cNvSpPr txBox="1">
              <a:spLocks noChangeArrowheads="1"/>
            </p:cNvSpPr>
            <p:nvPr/>
          </p:nvSpPr>
          <p:spPr bwMode="auto">
            <a:xfrm>
              <a:off x="3916" y="3043"/>
              <a:ext cx="666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223.1.3.27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grpSp>
          <p:nvGrpSpPr>
            <p:cNvPr id="138" name="Group 73"/>
            <p:cNvGrpSpPr/>
            <p:nvPr/>
          </p:nvGrpSpPr>
          <p:grpSpPr bwMode="auto">
            <a:xfrm>
              <a:off x="3014" y="1991"/>
              <a:ext cx="233" cy="252"/>
              <a:chOff x="2822" y="1181"/>
              <a:chExt cx="233" cy="252"/>
            </a:xfrm>
          </p:grpSpPr>
          <p:sp>
            <p:nvSpPr>
              <p:cNvPr id="145" name="Rectangle 74"/>
              <p:cNvSpPr>
                <a:spLocks noChangeArrowheads="1"/>
              </p:cNvSpPr>
              <p:nvPr/>
            </p:nvSpPr>
            <p:spPr bwMode="auto">
              <a:xfrm>
                <a:off x="2886" y="1230"/>
                <a:ext cx="114" cy="16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cs typeface="Times New Roman" panose="02020603050405020304" pitchFamily="18" charset="0"/>
                </a:endParaRPr>
              </a:p>
            </p:txBody>
          </p:sp>
          <p:sp>
            <p:nvSpPr>
              <p:cNvPr id="146" name="Text Box 75"/>
              <p:cNvSpPr txBox="1">
                <a:spLocks noChangeArrowheads="1"/>
              </p:cNvSpPr>
              <p:nvPr/>
            </p:nvSpPr>
            <p:spPr bwMode="auto">
              <a:xfrm>
                <a:off x="2822" y="1181"/>
                <a:ext cx="233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>
                    <a:solidFill>
                      <a:srgbClr val="FF0000"/>
                    </a:solidFill>
                    <a:cs typeface="Times New Roman" panose="02020603050405020304" pitchFamily="18" charset="0"/>
                  </a:rPr>
                  <a:t>A</a:t>
                </a:r>
                <a:endParaRPr kumimoji="0" lang="en-US" altLang="zh-CN" sz="1800">
                  <a:solidFill>
                    <a:srgbClr val="FF0000"/>
                  </a:solidFill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39" name="Group 76"/>
            <p:cNvGrpSpPr/>
            <p:nvPr/>
          </p:nvGrpSpPr>
          <p:grpSpPr bwMode="auto">
            <a:xfrm>
              <a:off x="3008" y="2771"/>
              <a:ext cx="224" cy="252"/>
              <a:chOff x="2822" y="1181"/>
              <a:chExt cx="224" cy="252"/>
            </a:xfrm>
          </p:grpSpPr>
          <p:sp>
            <p:nvSpPr>
              <p:cNvPr id="143" name="Rectangle 77"/>
              <p:cNvSpPr>
                <a:spLocks noChangeArrowheads="1"/>
              </p:cNvSpPr>
              <p:nvPr/>
            </p:nvSpPr>
            <p:spPr bwMode="auto">
              <a:xfrm>
                <a:off x="2886" y="1230"/>
                <a:ext cx="114" cy="16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cs typeface="Times New Roman" panose="02020603050405020304" pitchFamily="18" charset="0"/>
                </a:endParaRPr>
              </a:p>
            </p:txBody>
          </p:sp>
          <p:sp>
            <p:nvSpPr>
              <p:cNvPr id="144" name="Text Box 78"/>
              <p:cNvSpPr txBox="1">
                <a:spLocks noChangeArrowheads="1"/>
              </p:cNvSpPr>
              <p:nvPr/>
            </p:nvSpPr>
            <p:spPr bwMode="auto">
              <a:xfrm>
                <a:off x="2822" y="1181"/>
                <a:ext cx="224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>
                    <a:solidFill>
                      <a:srgbClr val="FF0000"/>
                    </a:solidFill>
                    <a:cs typeface="Times New Roman" panose="02020603050405020304" pitchFamily="18" charset="0"/>
                  </a:rPr>
                  <a:t>B</a:t>
                </a:r>
                <a:endParaRPr kumimoji="0" lang="en-US" altLang="zh-CN" sz="1800">
                  <a:solidFill>
                    <a:srgbClr val="FF0000"/>
                  </a:solidFill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40" name="Group 79"/>
            <p:cNvGrpSpPr/>
            <p:nvPr/>
          </p:nvGrpSpPr>
          <p:grpSpPr bwMode="auto">
            <a:xfrm>
              <a:off x="5282" y="2999"/>
              <a:ext cx="215" cy="252"/>
              <a:chOff x="2822" y="1181"/>
              <a:chExt cx="215" cy="252"/>
            </a:xfrm>
          </p:grpSpPr>
          <p:sp>
            <p:nvSpPr>
              <p:cNvPr id="141" name="Rectangle 80"/>
              <p:cNvSpPr>
                <a:spLocks noChangeArrowheads="1"/>
              </p:cNvSpPr>
              <p:nvPr/>
            </p:nvSpPr>
            <p:spPr bwMode="auto">
              <a:xfrm>
                <a:off x="2886" y="1230"/>
                <a:ext cx="114" cy="16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cs typeface="Times New Roman" panose="02020603050405020304" pitchFamily="18" charset="0"/>
                </a:endParaRPr>
              </a:p>
            </p:txBody>
          </p:sp>
          <p:sp>
            <p:nvSpPr>
              <p:cNvPr id="142" name="Text Box 81"/>
              <p:cNvSpPr txBox="1">
                <a:spLocks noChangeArrowheads="1"/>
              </p:cNvSpPr>
              <p:nvPr/>
            </p:nvSpPr>
            <p:spPr bwMode="auto">
              <a:xfrm>
                <a:off x="2822" y="1181"/>
                <a:ext cx="215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>
                    <a:solidFill>
                      <a:srgbClr val="FF0000"/>
                    </a:solidFill>
                    <a:cs typeface="Times New Roman" panose="02020603050405020304" pitchFamily="18" charset="0"/>
                  </a:rPr>
                  <a:t>E</a:t>
                </a:r>
                <a:endParaRPr kumimoji="0" lang="en-US" altLang="zh-CN" sz="1800">
                  <a:solidFill>
                    <a:srgbClr val="FF0000"/>
                  </a:solidFill>
                  <a:cs typeface="Times New Roman" panose="02020603050405020304" pitchFamily="18" charset="0"/>
                </a:endParaRPr>
              </a:p>
            </p:txBody>
          </p:sp>
        </p:grpSp>
      </p:grpSp>
      <p:sp>
        <p:nvSpPr>
          <p:cNvPr id="160" name="Freeform 82"/>
          <p:cNvSpPr/>
          <p:nvPr/>
        </p:nvSpPr>
        <p:spPr bwMode="auto">
          <a:xfrm>
            <a:off x="4867275" y="2085975"/>
            <a:ext cx="295275" cy="1143000"/>
          </a:xfrm>
          <a:custGeom>
            <a:avLst/>
            <a:gdLst>
              <a:gd name="T0" fmla="*/ 2147483646 w 186"/>
              <a:gd name="T1" fmla="*/ 0 h 720"/>
              <a:gd name="T2" fmla="*/ 2147483646 w 186"/>
              <a:gd name="T3" fmla="*/ 2147483646 h 720"/>
              <a:gd name="T4" fmla="*/ 0 60000 65536"/>
              <a:gd name="T5" fmla="*/ 0 60000 65536"/>
              <a:gd name="T6" fmla="*/ 0 w 186"/>
              <a:gd name="T7" fmla="*/ 0 h 720"/>
              <a:gd name="T8" fmla="*/ 186 w 186"/>
              <a:gd name="T9" fmla="*/ 720 h 7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86" h="720">
                <a:moveTo>
                  <a:pt x="186" y="0"/>
                </a:moveTo>
                <a:cubicBezTo>
                  <a:pt x="36" y="198"/>
                  <a:pt x="0" y="360"/>
                  <a:pt x="60" y="720"/>
                </a:cubicBezTo>
              </a:path>
            </a:pathLst>
          </a:custGeom>
          <a:noFill/>
          <a:ln w="57150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61" name="Group 77"/>
          <p:cNvGrpSpPr/>
          <p:nvPr/>
        </p:nvGrpSpPr>
        <p:grpSpPr bwMode="auto">
          <a:xfrm>
            <a:off x="5146774" y="1496219"/>
            <a:ext cx="3482975" cy="1398588"/>
            <a:chOff x="1442" y="3085"/>
            <a:chExt cx="2194" cy="881"/>
          </a:xfrm>
        </p:grpSpPr>
        <p:sp>
          <p:nvSpPr>
            <p:cNvPr id="162" name="Text Box 78"/>
            <p:cNvSpPr txBox="1">
              <a:spLocks noChangeArrowheads="1"/>
            </p:cNvSpPr>
            <p:nvPr/>
          </p:nvSpPr>
          <p:spPr bwMode="auto">
            <a:xfrm>
              <a:off x="1442" y="3085"/>
              <a:ext cx="2079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zh-CN" altLang="en-US" sz="1800" dirty="0">
                  <a:cs typeface="Times New Roman" panose="02020603050405020304" pitchFamily="18" charset="0"/>
                </a:rPr>
                <a:t>目的网络</a:t>
              </a:r>
              <a:r>
                <a:rPr kumimoji="0" lang="en-US" altLang="zh-CN" sz="1800" dirty="0">
                  <a:cs typeface="Times New Roman" panose="02020603050405020304" pitchFamily="18" charset="0"/>
                </a:rPr>
                <a:t>  </a:t>
              </a:r>
              <a:r>
                <a:rPr lang="zh-CN" altLang="en-US" sz="1800" dirty="0">
                  <a:cs typeface="Times New Roman" panose="02020603050405020304" pitchFamily="18" charset="0"/>
                </a:rPr>
                <a:t>下一跳路由器    跳数</a:t>
              </a:r>
              <a:endParaRPr kumimoji="0" lang="en-US" altLang="zh-CN" sz="1800" dirty="0">
                <a:cs typeface="Times New Roman" panose="02020603050405020304" pitchFamily="18" charset="0"/>
              </a:endParaRPr>
            </a:p>
          </p:txBody>
        </p:sp>
        <p:sp>
          <p:nvSpPr>
            <p:cNvPr id="163" name="Text Box 79"/>
            <p:cNvSpPr txBox="1">
              <a:spLocks noChangeArrowheads="1"/>
            </p:cNvSpPr>
            <p:nvPr/>
          </p:nvSpPr>
          <p:spPr bwMode="auto">
            <a:xfrm>
              <a:off x="1466" y="3337"/>
              <a:ext cx="197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800" dirty="0">
                  <a:cs typeface="Times New Roman" panose="02020603050405020304" pitchFamily="18" charset="0"/>
                </a:rPr>
                <a:t>223.1.1.0             —                 1</a:t>
              </a:r>
            </a:p>
          </p:txBody>
        </p:sp>
        <p:sp>
          <p:nvSpPr>
            <p:cNvPr id="164" name="Text Box 80"/>
            <p:cNvSpPr txBox="1">
              <a:spLocks noChangeArrowheads="1"/>
            </p:cNvSpPr>
            <p:nvPr/>
          </p:nvSpPr>
          <p:spPr bwMode="auto">
            <a:xfrm>
              <a:off x="1472" y="3523"/>
              <a:ext cx="197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800" dirty="0">
                  <a:cs typeface="Times New Roman" panose="02020603050405020304" pitchFamily="18" charset="0"/>
                </a:rPr>
                <a:t>223.1.2.0       223.1.1.4            2</a:t>
              </a:r>
            </a:p>
          </p:txBody>
        </p:sp>
        <p:sp>
          <p:nvSpPr>
            <p:cNvPr id="165" name="Text Box 81"/>
            <p:cNvSpPr txBox="1">
              <a:spLocks noChangeArrowheads="1"/>
            </p:cNvSpPr>
            <p:nvPr/>
          </p:nvSpPr>
          <p:spPr bwMode="auto">
            <a:xfrm>
              <a:off x="1478" y="3733"/>
              <a:ext cx="197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800" dirty="0">
                  <a:cs typeface="Times New Roman" panose="02020603050405020304" pitchFamily="18" charset="0"/>
                </a:rPr>
                <a:t>223.1.3.0       223.1.1.4            2</a:t>
              </a:r>
            </a:p>
          </p:txBody>
        </p:sp>
        <p:sp>
          <p:nvSpPr>
            <p:cNvPr id="166" name="Line 82"/>
            <p:cNvSpPr>
              <a:spLocks noChangeShapeType="1"/>
            </p:cNvSpPr>
            <p:nvPr/>
          </p:nvSpPr>
          <p:spPr bwMode="auto">
            <a:xfrm flipV="1">
              <a:off x="1500" y="3324"/>
              <a:ext cx="2136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7" name="Line 83"/>
            <p:cNvSpPr>
              <a:spLocks noChangeShapeType="1"/>
            </p:cNvSpPr>
            <p:nvPr/>
          </p:nvSpPr>
          <p:spPr bwMode="auto">
            <a:xfrm>
              <a:off x="2128" y="3151"/>
              <a:ext cx="0" cy="744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8" name="Line 84"/>
            <p:cNvSpPr>
              <a:spLocks noChangeShapeType="1"/>
            </p:cNvSpPr>
            <p:nvPr/>
          </p:nvSpPr>
          <p:spPr bwMode="auto">
            <a:xfrm>
              <a:off x="3096" y="3168"/>
              <a:ext cx="0" cy="744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69" name="Rectangle 86"/>
          <p:cNvSpPr>
            <a:spLocks noChangeArrowheads="1"/>
          </p:cNvSpPr>
          <p:nvPr/>
        </p:nvSpPr>
        <p:spPr bwMode="auto">
          <a:xfrm>
            <a:off x="5326161" y="1134267"/>
            <a:ext cx="30241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buFontTx/>
              <a:buNone/>
            </a:pPr>
            <a:r>
              <a:rPr kumimoji="0" lang="zh-CN" altLang="en-US" sz="1800" dirty="0">
                <a:solidFill>
                  <a:srgbClr val="FF0000"/>
                </a:solidFill>
                <a:cs typeface="Times New Roman" panose="02020603050405020304" pitchFamily="18" charset="0"/>
              </a:rPr>
              <a:t>主机</a:t>
            </a:r>
            <a:r>
              <a:rPr kumimoji="0" lang="en-US" altLang="zh-CN" sz="1800" dirty="0">
                <a:solidFill>
                  <a:srgbClr val="FF0000"/>
                </a:solidFill>
                <a:cs typeface="Times New Roman" panose="02020603050405020304" pitchFamily="18" charset="0"/>
              </a:rPr>
              <a:t>A</a:t>
            </a:r>
            <a:r>
              <a:rPr kumimoji="0" lang="zh-CN" altLang="en-US" sz="1800" dirty="0">
                <a:solidFill>
                  <a:srgbClr val="FF0000"/>
                </a:solidFill>
                <a:cs typeface="Times New Roman" panose="02020603050405020304" pitchFamily="18" charset="0"/>
              </a:rPr>
              <a:t>的</a:t>
            </a:r>
            <a:r>
              <a:rPr lang="zh-CN" altLang="en-US" sz="1800" dirty="0">
                <a:solidFill>
                  <a:srgbClr val="FF0000"/>
                </a:solidFill>
                <a:cs typeface="Times New Roman" panose="02020603050405020304" pitchFamily="18" charset="0"/>
              </a:rPr>
              <a:t>路由表</a:t>
            </a:r>
            <a:endParaRPr kumimoji="0" lang="en-US" altLang="zh-CN" sz="1800" dirty="0">
              <a:solidFill>
                <a:srgbClr val="FF0000"/>
              </a:solidFill>
              <a:cs typeface="Times New Roman" panose="02020603050405020304" pitchFamily="18" charset="0"/>
            </a:endParaRPr>
          </a:p>
        </p:txBody>
      </p:sp>
      <p:grpSp>
        <p:nvGrpSpPr>
          <p:cNvPr id="170" name="Group 89"/>
          <p:cNvGrpSpPr/>
          <p:nvPr/>
        </p:nvGrpSpPr>
        <p:grpSpPr bwMode="auto">
          <a:xfrm>
            <a:off x="447775" y="1496219"/>
            <a:ext cx="3811588" cy="561975"/>
            <a:chOff x="317" y="2646"/>
            <a:chExt cx="2401" cy="354"/>
          </a:xfrm>
        </p:grpSpPr>
        <p:sp>
          <p:nvSpPr>
            <p:cNvPr id="171" name="Rectangle 90"/>
            <p:cNvSpPr>
              <a:spLocks noChangeArrowheads="1"/>
            </p:cNvSpPr>
            <p:nvPr/>
          </p:nvSpPr>
          <p:spPr bwMode="auto">
            <a:xfrm>
              <a:off x="456" y="2646"/>
              <a:ext cx="2262" cy="31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600">
                <a:cs typeface="Times New Roman" panose="02020603050405020304" pitchFamily="18" charset="0"/>
              </a:endParaRPr>
            </a:p>
          </p:txBody>
        </p:sp>
        <p:grpSp>
          <p:nvGrpSpPr>
            <p:cNvPr id="172" name="Group 91"/>
            <p:cNvGrpSpPr/>
            <p:nvPr/>
          </p:nvGrpSpPr>
          <p:grpSpPr bwMode="auto">
            <a:xfrm>
              <a:off x="317" y="2676"/>
              <a:ext cx="2353" cy="324"/>
              <a:chOff x="947" y="1470"/>
              <a:chExt cx="2353" cy="324"/>
            </a:xfrm>
          </p:grpSpPr>
          <p:sp>
            <p:nvSpPr>
              <p:cNvPr id="173" name="Rectangle 92"/>
              <p:cNvSpPr>
                <a:spLocks noChangeArrowheads="1"/>
              </p:cNvSpPr>
              <p:nvPr/>
            </p:nvSpPr>
            <p:spPr bwMode="auto">
              <a:xfrm>
                <a:off x="989" y="1470"/>
                <a:ext cx="2311" cy="318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600">
                  <a:cs typeface="Times New Roman" panose="02020603050405020304" pitchFamily="18" charset="0"/>
                </a:endParaRPr>
              </a:p>
            </p:txBody>
          </p:sp>
          <p:sp>
            <p:nvSpPr>
              <p:cNvPr id="174" name="Text Box 93"/>
              <p:cNvSpPr txBox="1">
                <a:spLocks noChangeArrowheads="1"/>
              </p:cNvSpPr>
              <p:nvPr/>
            </p:nvSpPr>
            <p:spPr bwMode="auto">
              <a:xfrm>
                <a:off x="947" y="1520"/>
                <a:ext cx="633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lang="zh-CN" altLang="en-US" sz="1600" dirty="0">
                    <a:cs typeface="Times New Roman" panose="02020603050405020304" pitchFamily="18" charset="0"/>
                  </a:rPr>
                  <a:t>其他字段</a:t>
                </a:r>
                <a:endParaRPr kumimoji="0" lang="en-US" altLang="zh-CN" sz="1600" dirty="0">
                  <a:cs typeface="Times New Roman" panose="02020603050405020304" pitchFamily="18" charset="0"/>
                </a:endParaRPr>
              </a:p>
            </p:txBody>
          </p:sp>
          <p:sp>
            <p:nvSpPr>
              <p:cNvPr id="175" name="Line 94"/>
              <p:cNvSpPr>
                <a:spLocks noChangeShapeType="1"/>
              </p:cNvSpPr>
              <p:nvPr/>
            </p:nvSpPr>
            <p:spPr bwMode="auto">
              <a:xfrm>
                <a:off x="1500" y="1476"/>
                <a:ext cx="0" cy="31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6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6" name="Text Box 95"/>
              <p:cNvSpPr txBox="1">
                <a:spLocks noChangeArrowheads="1"/>
              </p:cNvSpPr>
              <p:nvPr/>
            </p:nvSpPr>
            <p:spPr bwMode="auto">
              <a:xfrm>
                <a:off x="1499" y="1514"/>
                <a:ext cx="601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zh-CN" sz="1600" dirty="0">
                    <a:solidFill>
                      <a:srgbClr val="FF0000"/>
                    </a:solidFill>
                    <a:cs typeface="Times New Roman" panose="02020603050405020304" pitchFamily="18" charset="0"/>
                  </a:rPr>
                  <a:t>223.1.1.1</a:t>
                </a:r>
              </a:p>
            </p:txBody>
          </p:sp>
          <p:sp>
            <p:nvSpPr>
              <p:cNvPr id="177" name="Text Box 96"/>
              <p:cNvSpPr txBox="1">
                <a:spLocks noChangeArrowheads="1"/>
              </p:cNvSpPr>
              <p:nvPr/>
            </p:nvSpPr>
            <p:spPr bwMode="auto">
              <a:xfrm>
                <a:off x="2149" y="1508"/>
                <a:ext cx="601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zh-CN" sz="1600" dirty="0">
                    <a:solidFill>
                      <a:srgbClr val="FF0000"/>
                    </a:solidFill>
                    <a:cs typeface="Times New Roman" panose="02020603050405020304" pitchFamily="18" charset="0"/>
                  </a:rPr>
                  <a:t>223.1.1.3</a:t>
                </a:r>
              </a:p>
            </p:txBody>
          </p:sp>
          <p:sp>
            <p:nvSpPr>
              <p:cNvPr id="178" name="Line 97"/>
              <p:cNvSpPr>
                <a:spLocks noChangeShapeType="1"/>
              </p:cNvSpPr>
              <p:nvPr/>
            </p:nvSpPr>
            <p:spPr bwMode="auto">
              <a:xfrm>
                <a:off x="2082" y="1476"/>
                <a:ext cx="0" cy="31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6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9" name="Line 98"/>
              <p:cNvSpPr>
                <a:spLocks noChangeShapeType="1"/>
              </p:cNvSpPr>
              <p:nvPr/>
            </p:nvSpPr>
            <p:spPr bwMode="auto">
              <a:xfrm>
                <a:off x="2802" y="1476"/>
                <a:ext cx="0" cy="31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6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0" name="Text Box 99"/>
              <p:cNvSpPr txBox="1">
                <a:spLocks noChangeArrowheads="1"/>
              </p:cNvSpPr>
              <p:nvPr/>
            </p:nvSpPr>
            <p:spPr bwMode="auto">
              <a:xfrm>
                <a:off x="2850" y="1508"/>
                <a:ext cx="375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zh-CN" altLang="en-US" sz="1600" dirty="0">
                    <a:cs typeface="Times New Roman" panose="02020603050405020304" pitchFamily="18" charset="0"/>
                  </a:rPr>
                  <a:t>数据</a:t>
                </a:r>
                <a:endParaRPr kumimoji="0" lang="en-US" altLang="zh-CN" sz="1600" dirty="0">
                  <a:cs typeface="Times New Roman" panose="02020603050405020304" pitchFamily="18" charset="0"/>
                </a:endParaRPr>
              </a:p>
            </p:txBody>
          </p:sp>
        </p:grpSp>
      </p:grpSp>
      <p:sp>
        <p:nvSpPr>
          <p:cNvPr id="181" name="Rectangle 3"/>
          <p:cNvSpPr>
            <a:spLocks noChangeArrowheads="1"/>
          </p:cNvSpPr>
          <p:nvPr/>
        </p:nvSpPr>
        <p:spPr bwMode="auto">
          <a:xfrm>
            <a:off x="471699" y="2453611"/>
            <a:ext cx="3838575" cy="3492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ct val="150000"/>
              </a:lnSpc>
              <a:spcBef>
                <a:spcPts val="600"/>
              </a:spcBef>
              <a:buFontTx/>
              <a:buNone/>
            </a:pPr>
            <a:r>
              <a:rPr lang="zh-CN" altLang="en-US" sz="2400" dirty="0">
                <a:solidFill>
                  <a:schemeClr val="accent2"/>
                </a:solidFill>
                <a:cs typeface="Times New Roman" panose="02020603050405020304" pitchFamily="18" charset="0"/>
              </a:rPr>
              <a:t>示例</a:t>
            </a:r>
            <a:r>
              <a:rPr lang="en-US" altLang="zh-CN" sz="2400" dirty="0">
                <a:solidFill>
                  <a:schemeClr val="accent2"/>
                </a:solidFill>
                <a:cs typeface="Times New Roman" panose="02020603050405020304" pitchFamily="18" charset="0"/>
              </a:rPr>
              <a:t>1</a:t>
            </a:r>
            <a:r>
              <a:rPr lang="zh-CN" altLang="en-US" sz="2400" dirty="0">
                <a:solidFill>
                  <a:schemeClr val="accent2"/>
                </a:solidFill>
                <a:cs typeface="Times New Roman" panose="02020603050405020304" pitchFamily="18" charset="0"/>
              </a:rPr>
              <a:t>：从主机</a:t>
            </a:r>
            <a:r>
              <a:rPr lang="en-US" altLang="zh-CN" sz="2400" dirty="0">
                <a:solidFill>
                  <a:schemeClr val="accent2"/>
                </a:solidFill>
                <a:cs typeface="Times New Roman" panose="02020603050405020304" pitchFamily="18" charset="0"/>
              </a:rPr>
              <a:t>A</a:t>
            </a:r>
            <a:r>
              <a:rPr lang="zh-CN" altLang="en-US" sz="2400" dirty="0">
                <a:solidFill>
                  <a:schemeClr val="accent2"/>
                </a:solidFill>
                <a:cs typeface="Times New Roman" panose="02020603050405020304" pitchFamily="18" charset="0"/>
              </a:rPr>
              <a:t>到主机</a:t>
            </a:r>
            <a:r>
              <a:rPr lang="en-US" altLang="zh-CN" sz="2400" dirty="0">
                <a:solidFill>
                  <a:schemeClr val="accent2"/>
                </a:solidFill>
                <a:cs typeface="Times New Roman" panose="02020603050405020304" pitchFamily="18" charset="0"/>
              </a:rPr>
              <a:t>B</a:t>
            </a:r>
            <a:endParaRPr kumimoji="0" lang="en-US" altLang="zh-CN" sz="2400" dirty="0">
              <a:solidFill>
                <a:schemeClr val="accent2"/>
              </a:solidFill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ts val="600"/>
              </a:spcBef>
            </a:pPr>
            <a:r>
              <a:rPr lang="zh-CN" altLang="en-US" sz="2000" dirty="0">
                <a:cs typeface="Times New Roman" panose="02020603050405020304" pitchFamily="18" charset="0"/>
              </a:rPr>
              <a:t>检查目的</a:t>
            </a:r>
            <a:r>
              <a:rPr lang="en-US" altLang="zh-CN" sz="2000" dirty="0">
                <a:cs typeface="Times New Roman" panose="02020603050405020304" pitchFamily="18" charset="0"/>
              </a:rPr>
              <a:t>IP</a:t>
            </a:r>
            <a:r>
              <a:rPr lang="zh-CN" altLang="en-US" sz="2000" dirty="0">
                <a:cs typeface="Times New Roman" panose="02020603050405020304" pitchFamily="18" charset="0"/>
              </a:rPr>
              <a:t>地址的网络号部分</a:t>
            </a:r>
            <a:endParaRPr lang="en-US" altLang="zh-CN" sz="2000" dirty="0"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ts val="600"/>
              </a:spcBef>
            </a:pPr>
            <a:r>
              <a:rPr kumimoji="0" lang="zh-CN" altLang="en-US" sz="2000" dirty="0">
                <a:cs typeface="Times New Roman" panose="02020603050405020304" pitchFamily="18" charset="0"/>
              </a:rPr>
              <a:t>确定主机</a:t>
            </a:r>
            <a:r>
              <a:rPr kumimoji="0" lang="en-US" altLang="zh-CN" sz="2000" dirty="0">
                <a:cs typeface="Times New Roman" panose="02020603050405020304" pitchFamily="18" charset="0"/>
              </a:rPr>
              <a:t>B</a:t>
            </a:r>
            <a:r>
              <a:rPr kumimoji="0" lang="zh-CN" altLang="en-US" sz="2000" dirty="0">
                <a:cs typeface="Times New Roman" panose="02020603050405020304" pitchFamily="18" charset="0"/>
              </a:rPr>
              <a:t>与主机</a:t>
            </a:r>
            <a:r>
              <a:rPr kumimoji="0" lang="en-US" altLang="zh-CN" sz="2000" dirty="0">
                <a:cs typeface="Times New Roman" panose="02020603050405020304" pitchFamily="18" charset="0"/>
              </a:rPr>
              <a:t>A</a:t>
            </a:r>
            <a:r>
              <a:rPr lang="zh-CN" altLang="en-US" sz="2000" dirty="0">
                <a:cs typeface="Times New Roman" panose="02020603050405020304" pitchFamily="18" charset="0"/>
              </a:rPr>
              <a:t>属于同一</a:t>
            </a:r>
            <a:r>
              <a:rPr lang="en-US" altLang="zh-CN" sz="2000" dirty="0">
                <a:cs typeface="Times New Roman" panose="02020603050405020304" pitchFamily="18" charset="0"/>
              </a:rPr>
              <a:t>IP</a:t>
            </a:r>
            <a:r>
              <a:rPr lang="zh-CN" altLang="en-US" sz="2000" dirty="0">
                <a:cs typeface="Times New Roman" panose="02020603050405020304" pitchFamily="18" charset="0"/>
              </a:rPr>
              <a:t>网络</a:t>
            </a:r>
            <a:endParaRPr lang="en-US" altLang="zh-CN" sz="2000" dirty="0"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ts val="600"/>
              </a:spcBef>
            </a:pPr>
            <a:r>
              <a:rPr kumimoji="0" lang="zh-CN" altLang="en-US" sz="2000" dirty="0">
                <a:cs typeface="Times New Roman" panose="02020603050405020304" pitchFamily="18" charset="0"/>
              </a:rPr>
              <a:t>将</a:t>
            </a:r>
            <a:r>
              <a:rPr kumimoji="0" lang="en-US" altLang="zh-CN" sz="2000" dirty="0">
                <a:cs typeface="Times New Roman" panose="02020603050405020304" pitchFamily="18" charset="0"/>
              </a:rPr>
              <a:t>IP</a:t>
            </a:r>
            <a:r>
              <a:rPr kumimoji="0" lang="zh-CN" altLang="en-US" sz="2000" dirty="0">
                <a:cs typeface="Times New Roman" panose="02020603050405020304" pitchFamily="18" charset="0"/>
              </a:rPr>
              <a:t>数据包封装到链路层帧中，直接发送</a:t>
            </a:r>
            <a:r>
              <a:rPr lang="zh-CN" altLang="en-US" sz="2000" dirty="0">
                <a:cs typeface="Times New Roman" panose="02020603050405020304" pitchFamily="18" charset="0"/>
              </a:rPr>
              <a:t>给主机</a:t>
            </a:r>
            <a:r>
              <a:rPr lang="en-US" altLang="zh-CN" sz="2000" dirty="0">
                <a:cs typeface="Times New Roman" panose="02020603050405020304" pitchFamily="18" charset="0"/>
              </a:rPr>
              <a:t>B</a:t>
            </a:r>
            <a:r>
              <a:rPr kumimoji="0" lang="en-US" altLang="zh-CN" sz="2400" dirty="0">
                <a:cs typeface="Times New Roman" panose="02020603050405020304" pitchFamily="18" charset="0"/>
              </a:rPr>
              <a:t> </a:t>
            </a:r>
            <a:endParaRPr lang="en-US" altLang="zh-CN" sz="2400" dirty="0"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 IPv4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数据包转发</a:t>
            </a:r>
          </a:p>
        </p:txBody>
      </p:sp>
      <p:sp>
        <p:nvSpPr>
          <p:cNvPr id="89" name="Rectangle 2"/>
          <p:cNvSpPr>
            <a:spLocks noGrp="1" noChangeArrowheads="1"/>
          </p:cNvSpPr>
          <p:nvPr>
            <p:ph type="title"/>
          </p:nvPr>
        </p:nvSpPr>
        <p:spPr>
          <a:xfrm>
            <a:off x="431347" y="601274"/>
            <a:ext cx="8198402" cy="745720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IPv4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数据包转发</a:t>
            </a:r>
            <a:endParaRPr lang="en-US" sz="2800" dirty="0"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99" name="Group 21"/>
          <p:cNvGrpSpPr/>
          <p:nvPr/>
        </p:nvGrpSpPr>
        <p:grpSpPr bwMode="auto">
          <a:xfrm>
            <a:off x="4606925" y="3094038"/>
            <a:ext cx="4422775" cy="3154362"/>
            <a:chOff x="2902" y="1949"/>
            <a:chExt cx="2786" cy="1987"/>
          </a:xfrm>
        </p:grpSpPr>
        <p:sp>
          <p:nvSpPr>
            <p:cNvPr id="100" name="Freeform 22"/>
            <p:cNvSpPr/>
            <p:nvPr/>
          </p:nvSpPr>
          <p:spPr bwMode="auto">
            <a:xfrm>
              <a:off x="2902" y="1949"/>
              <a:ext cx="1223" cy="1291"/>
            </a:xfrm>
            <a:custGeom>
              <a:avLst/>
              <a:gdLst>
                <a:gd name="T0" fmla="*/ 1201 w 1223"/>
                <a:gd name="T1" fmla="*/ 756 h 1291"/>
                <a:gd name="T2" fmla="*/ 702 w 1223"/>
                <a:gd name="T3" fmla="*/ 670 h 1291"/>
                <a:gd name="T4" fmla="*/ 608 w 1223"/>
                <a:gd name="T5" fmla="*/ 103 h 1291"/>
                <a:gd name="T6" fmla="*/ 335 w 1223"/>
                <a:gd name="T7" fmla="*/ 52 h 1291"/>
                <a:gd name="T8" fmla="*/ 65 w 1223"/>
                <a:gd name="T9" fmla="*/ 82 h 1291"/>
                <a:gd name="T10" fmla="*/ 41 w 1223"/>
                <a:gd name="T11" fmla="*/ 544 h 1291"/>
                <a:gd name="T12" fmla="*/ 38 w 1223"/>
                <a:gd name="T13" fmla="*/ 751 h 1291"/>
                <a:gd name="T14" fmla="*/ 23 w 1223"/>
                <a:gd name="T15" fmla="*/ 940 h 1291"/>
                <a:gd name="T16" fmla="*/ 17 w 1223"/>
                <a:gd name="T17" fmla="*/ 1114 h 1291"/>
                <a:gd name="T18" fmla="*/ 128 w 1223"/>
                <a:gd name="T19" fmla="*/ 1219 h 1291"/>
                <a:gd name="T20" fmla="*/ 602 w 1223"/>
                <a:gd name="T21" fmla="*/ 1243 h 1291"/>
                <a:gd name="T22" fmla="*/ 686 w 1223"/>
                <a:gd name="T23" fmla="*/ 930 h 1291"/>
                <a:gd name="T24" fmla="*/ 1177 w 1223"/>
                <a:gd name="T25" fmla="*/ 916 h 1291"/>
                <a:gd name="T26" fmla="*/ 1201 w 1223"/>
                <a:gd name="T27" fmla="*/ 756 h 12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223"/>
                <a:gd name="T43" fmla="*/ 0 h 1291"/>
                <a:gd name="T44" fmla="*/ 1223 w 1223"/>
                <a:gd name="T45" fmla="*/ 1291 h 129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223" h="1291">
                  <a:moveTo>
                    <a:pt x="1201" y="756"/>
                  </a:moveTo>
                  <a:cubicBezTo>
                    <a:pt x="1180" y="640"/>
                    <a:pt x="798" y="744"/>
                    <a:pt x="702" y="670"/>
                  </a:cubicBezTo>
                  <a:cubicBezTo>
                    <a:pt x="603" y="561"/>
                    <a:pt x="669" y="206"/>
                    <a:pt x="608" y="103"/>
                  </a:cubicBezTo>
                  <a:cubicBezTo>
                    <a:pt x="547" y="0"/>
                    <a:pt x="425" y="55"/>
                    <a:pt x="335" y="52"/>
                  </a:cubicBezTo>
                  <a:cubicBezTo>
                    <a:pt x="245" y="49"/>
                    <a:pt x="114" y="0"/>
                    <a:pt x="65" y="82"/>
                  </a:cubicBezTo>
                  <a:cubicBezTo>
                    <a:pt x="16" y="164"/>
                    <a:pt x="45" y="433"/>
                    <a:pt x="41" y="544"/>
                  </a:cubicBezTo>
                  <a:cubicBezTo>
                    <a:pt x="37" y="655"/>
                    <a:pt x="41" y="685"/>
                    <a:pt x="38" y="751"/>
                  </a:cubicBezTo>
                  <a:cubicBezTo>
                    <a:pt x="35" y="817"/>
                    <a:pt x="26" y="880"/>
                    <a:pt x="23" y="940"/>
                  </a:cubicBezTo>
                  <a:cubicBezTo>
                    <a:pt x="20" y="1000"/>
                    <a:pt x="0" y="1068"/>
                    <a:pt x="17" y="1114"/>
                  </a:cubicBezTo>
                  <a:cubicBezTo>
                    <a:pt x="34" y="1160"/>
                    <a:pt x="31" y="1198"/>
                    <a:pt x="128" y="1219"/>
                  </a:cubicBezTo>
                  <a:cubicBezTo>
                    <a:pt x="225" y="1240"/>
                    <a:pt x="509" y="1291"/>
                    <a:pt x="602" y="1243"/>
                  </a:cubicBezTo>
                  <a:cubicBezTo>
                    <a:pt x="695" y="1195"/>
                    <a:pt x="590" y="984"/>
                    <a:pt x="686" y="930"/>
                  </a:cubicBezTo>
                  <a:cubicBezTo>
                    <a:pt x="782" y="876"/>
                    <a:pt x="1091" y="945"/>
                    <a:pt x="1177" y="916"/>
                  </a:cubicBezTo>
                  <a:cubicBezTo>
                    <a:pt x="1208" y="864"/>
                    <a:pt x="1223" y="871"/>
                    <a:pt x="1201" y="756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1" name="Freeform 23"/>
            <p:cNvSpPr/>
            <p:nvPr/>
          </p:nvSpPr>
          <p:spPr bwMode="auto">
            <a:xfrm>
              <a:off x="4487" y="2130"/>
              <a:ext cx="1201" cy="1234"/>
            </a:xfrm>
            <a:custGeom>
              <a:avLst/>
              <a:gdLst>
                <a:gd name="T0" fmla="*/ 25 w 1201"/>
                <a:gd name="T1" fmla="*/ 709 h 1234"/>
                <a:gd name="T2" fmla="*/ 526 w 1201"/>
                <a:gd name="T3" fmla="*/ 780 h 1234"/>
                <a:gd name="T4" fmla="*/ 613 w 1201"/>
                <a:gd name="T5" fmla="*/ 1134 h 1234"/>
                <a:gd name="T6" fmla="*/ 946 w 1201"/>
                <a:gd name="T7" fmla="*/ 1230 h 1234"/>
                <a:gd name="T8" fmla="*/ 1171 w 1201"/>
                <a:gd name="T9" fmla="*/ 1107 h 1234"/>
                <a:gd name="T10" fmla="*/ 1126 w 1201"/>
                <a:gd name="T11" fmla="*/ 894 h 1234"/>
                <a:gd name="T12" fmla="*/ 1114 w 1201"/>
                <a:gd name="T13" fmla="*/ 693 h 1234"/>
                <a:gd name="T14" fmla="*/ 1099 w 1201"/>
                <a:gd name="T15" fmla="*/ 423 h 1234"/>
                <a:gd name="T16" fmla="*/ 1141 w 1201"/>
                <a:gd name="T17" fmla="*/ 216 h 1234"/>
                <a:gd name="T18" fmla="*/ 1102 w 1201"/>
                <a:gd name="T19" fmla="*/ 33 h 1234"/>
                <a:gd name="T20" fmla="*/ 646 w 1201"/>
                <a:gd name="T21" fmla="*/ 81 h 1234"/>
                <a:gd name="T22" fmla="*/ 535 w 1201"/>
                <a:gd name="T23" fmla="*/ 519 h 1234"/>
                <a:gd name="T24" fmla="*/ 44 w 1201"/>
                <a:gd name="T25" fmla="*/ 548 h 1234"/>
                <a:gd name="T26" fmla="*/ 25 w 1201"/>
                <a:gd name="T27" fmla="*/ 709 h 12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201"/>
                <a:gd name="T43" fmla="*/ 0 h 1234"/>
                <a:gd name="T44" fmla="*/ 1201 w 1201"/>
                <a:gd name="T45" fmla="*/ 1234 h 123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201" h="1234">
                  <a:moveTo>
                    <a:pt x="25" y="709"/>
                  </a:moveTo>
                  <a:cubicBezTo>
                    <a:pt x="49" y="824"/>
                    <a:pt x="428" y="709"/>
                    <a:pt x="526" y="780"/>
                  </a:cubicBezTo>
                  <a:cubicBezTo>
                    <a:pt x="624" y="851"/>
                    <a:pt x="543" y="1059"/>
                    <a:pt x="613" y="1134"/>
                  </a:cubicBezTo>
                  <a:cubicBezTo>
                    <a:pt x="683" y="1209"/>
                    <a:pt x="853" y="1234"/>
                    <a:pt x="946" y="1230"/>
                  </a:cubicBezTo>
                  <a:cubicBezTo>
                    <a:pt x="1039" y="1226"/>
                    <a:pt x="1141" y="1163"/>
                    <a:pt x="1171" y="1107"/>
                  </a:cubicBezTo>
                  <a:cubicBezTo>
                    <a:pt x="1201" y="1051"/>
                    <a:pt x="1135" y="963"/>
                    <a:pt x="1126" y="894"/>
                  </a:cubicBezTo>
                  <a:cubicBezTo>
                    <a:pt x="1117" y="825"/>
                    <a:pt x="1119" y="772"/>
                    <a:pt x="1114" y="693"/>
                  </a:cubicBezTo>
                  <a:cubicBezTo>
                    <a:pt x="1109" y="614"/>
                    <a:pt x="1095" y="502"/>
                    <a:pt x="1099" y="423"/>
                  </a:cubicBezTo>
                  <a:cubicBezTo>
                    <a:pt x="1103" y="344"/>
                    <a:pt x="1141" y="281"/>
                    <a:pt x="1141" y="216"/>
                  </a:cubicBezTo>
                  <a:cubicBezTo>
                    <a:pt x="1141" y="151"/>
                    <a:pt x="1185" y="56"/>
                    <a:pt x="1102" y="33"/>
                  </a:cubicBezTo>
                  <a:cubicBezTo>
                    <a:pt x="1019" y="10"/>
                    <a:pt x="740" y="0"/>
                    <a:pt x="646" y="81"/>
                  </a:cubicBezTo>
                  <a:cubicBezTo>
                    <a:pt x="552" y="162"/>
                    <a:pt x="635" y="441"/>
                    <a:pt x="535" y="519"/>
                  </a:cubicBezTo>
                  <a:cubicBezTo>
                    <a:pt x="435" y="597"/>
                    <a:pt x="129" y="516"/>
                    <a:pt x="44" y="548"/>
                  </a:cubicBezTo>
                  <a:cubicBezTo>
                    <a:pt x="15" y="601"/>
                    <a:pt x="0" y="594"/>
                    <a:pt x="25" y="709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2" name="Freeform 24"/>
            <p:cNvSpPr/>
            <p:nvPr/>
          </p:nvSpPr>
          <p:spPr bwMode="auto">
            <a:xfrm>
              <a:off x="3663" y="2997"/>
              <a:ext cx="1295" cy="939"/>
            </a:xfrm>
            <a:custGeom>
              <a:avLst/>
              <a:gdLst>
                <a:gd name="T0" fmla="*/ 600 w 1295"/>
                <a:gd name="T1" fmla="*/ 30 h 939"/>
                <a:gd name="T2" fmla="*/ 525 w 1295"/>
                <a:gd name="T3" fmla="*/ 393 h 939"/>
                <a:gd name="T4" fmla="*/ 81 w 1295"/>
                <a:gd name="T5" fmla="*/ 471 h 939"/>
                <a:gd name="T6" fmla="*/ 39 w 1295"/>
                <a:gd name="T7" fmla="*/ 855 h 939"/>
                <a:gd name="T8" fmla="*/ 207 w 1295"/>
                <a:gd name="T9" fmla="*/ 927 h 939"/>
                <a:gd name="T10" fmla="*/ 429 w 1295"/>
                <a:gd name="T11" fmla="*/ 927 h 939"/>
                <a:gd name="T12" fmla="*/ 705 w 1295"/>
                <a:gd name="T13" fmla="*/ 891 h 939"/>
                <a:gd name="T14" fmla="*/ 1227 w 1295"/>
                <a:gd name="T15" fmla="*/ 849 h 939"/>
                <a:gd name="T16" fmla="*/ 1113 w 1295"/>
                <a:gd name="T17" fmla="*/ 459 h 939"/>
                <a:gd name="T18" fmla="*/ 777 w 1295"/>
                <a:gd name="T19" fmla="*/ 363 h 939"/>
                <a:gd name="T20" fmla="*/ 762 w 1295"/>
                <a:gd name="T21" fmla="*/ 42 h 939"/>
                <a:gd name="T22" fmla="*/ 600 w 1295"/>
                <a:gd name="T23" fmla="*/ 30 h 9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95"/>
                <a:gd name="T37" fmla="*/ 0 h 939"/>
                <a:gd name="T38" fmla="*/ 1295 w 1295"/>
                <a:gd name="T39" fmla="*/ 939 h 93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95" h="939">
                  <a:moveTo>
                    <a:pt x="600" y="30"/>
                  </a:moveTo>
                  <a:cubicBezTo>
                    <a:pt x="486" y="60"/>
                    <a:pt x="610" y="247"/>
                    <a:pt x="525" y="393"/>
                  </a:cubicBezTo>
                  <a:cubicBezTo>
                    <a:pt x="439" y="467"/>
                    <a:pt x="162" y="394"/>
                    <a:pt x="81" y="471"/>
                  </a:cubicBezTo>
                  <a:cubicBezTo>
                    <a:pt x="0" y="548"/>
                    <a:pt x="18" y="779"/>
                    <a:pt x="39" y="855"/>
                  </a:cubicBezTo>
                  <a:cubicBezTo>
                    <a:pt x="60" y="931"/>
                    <a:pt x="142" y="915"/>
                    <a:pt x="207" y="927"/>
                  </a:cubicBezTo>
                  <a:cubicBezTo>
                    <a:pt x="272" y="939"/>
                    <a:pt x="346" y="933"/>
                    <a:pt x="429" y="927"/>
                  </a:cubicBezTo>
                  <a:cubicBezTo>
                    <a:pt x="512" y="921"/>
                    <a:pt x="572" y="904"/>
                    <a:pt x="705" y="891"/>
                  </a:cubicBezTo>
                  <a:cubicBezTo>
                    <a:pt x="838" y="878"/>
                    <a:pt x="1159" y="921"/>
                    <a:pt x="1227" y="849"/>
                  </a:cubicBezTo>
                  <a:cubicBezTo>
                    <a:pt x="1295" y="777"/>
                    <a:pt x="1188" y="540"/>
                    <a:pt x="1113" y="459"/>
                  </a:cubicBezTo>
                  <a:cubicBezTo>
                    <a:pt x="1038" y="378"/>
                    <a:pt x="835" y="432"/>
                    <a:pt x="777" y="363"/>
                  </a:cubicBezTo>
                  <a:cubicBezTo>
                    <a:pt x="719" y="294"/>
                    <a:pt x="791" y="97"/>
                    <a:pt x="762" y="42"/>
                  </a:cubicBezTo>
                  <a:cubicBezTo>
                    <a:pt x="708" y="15"/>
                    <a:pt x="714" y="0"/>
                    <a:pt x="600" y="30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03" name="Object 25"/>
            <p:cNvGraphicFramePr>
              <a:graphicFrameLocks noChangeAspect="1"/>
            </p:cNvGraphicFramePr>
            <p:nvPr/>
          </p:nvGraphicFramePr>
          <p:xfrm>
            <a:off x="2951" y="2015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3" imgW="1307465" imgH="1083945" progId="MS_ClipArt_Gallery.2">
                    <p:embed/>
                  </p:oleObj>
                </mc:Choice>
                <mc:Fallback>
                  <p:oleObj name="Clip" r:id="rId3" imgW="1307465" imgH="1083945" progId="MS_ClipArt_Gallery.2">
                    <p:embed/>
                    <p:pic>
                      <p:nvPicPr>
                        <p:cNvPr id="0" name="Object 2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51" y="2015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4" name="Line 26"/>
            <p:cNvSpPr>
              <a:spLocks noChangeShapeType="1"/>
            </p:cNvSpPr>
            <p:nvPr/>
          </p:nvSpPr>
          <p:spPr bwMode="auto">
            <a:xfrm>
              <a:off x="3304" y="2250"/>
              <a:ext cx="175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5" name="Line 27"/>
            <p:cNvSpPr>
              <a:spLocks noChangeShapeType="1"/>
            </p:cNvSpPr>
            <p:nvPr/>
          </p:nvSpPr>
          <p:spPr bwMode="auto">
            <a:xfrm flipH="1">
              <a:off x="3487" y="2241"/>
              <a:ext cx="0" cy="8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6" name="Line 28"/>
            <p:cNvSpPr>
              <a:spLocks noChangeShapeType="1"/>
            </p:cNvSpPr>
            <p:nvPr/>
          </p:nvSpPr>
          <p:spPr bwMode="auto">
            <a:xfrm flipV="1">
              <a:off x="3304" y="2656"/>
              <a:ext cx="175" cy="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7" name="Line 29"/>
            <p:cNvSpPr>
              <a:spLocks noChangeShapeType="1"/>
            </p:cNvSpPr>
            <p:nvPr/>
          </p:nvSpPr>
          <p:spPr bwMode="auto">
            <a:xfrm>
              <a:off x="3310" y="3051"/>
              <a:ext cx="172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08" name="Object 30"/>
            <p:cNvGraphicFramePr>
              <a:graphicFrameLocks noChangeAspect="1"/>
            </p:cNvGraphicFramePr>
            <p:nvPr/>
          </p:nvGraphicFramePr>
          <p:xfrm>
            <a:off x="2951" y="2435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5" imgW="1307465" imgH="1083945" progId="MS_ClipArt_Gallery.2">
                    <p:embed/>
                  </p:oleObj>
                </mc:Choice>
                <mc:Fallback>
                  <p:oleObj name="Clip" r:id="rId5" imgW="1307465" imgH="1083945" progId="MS_ClipArt_Gallery.2">
                    <p:embed/>
                    <p:pic>
                      <p:nvPicPr>
                        <p:cNvPr id="0" name="Object 3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51" y="2435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09" name="Object 31"/>
            <p:cNvGraphicFramePr>
              <a:graphicFrameLocks noChangeAspect="1"/>
            </p:cNvGraphicFramePr>
            <p:nvPr/>
          </p:nvGraphicFramePr>
          <p:xfrm>
            <a:off x="2951" y="2819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6" imgW="1307465" imgH="1083945" progId="MS_ClipArt_Gallery.2">
                    <p:embed/>
                  </p:oleObj>
                </mc:Choice>
                <mc:Fallback>
                  <p:oleObj name="Clip" r:id="rId6" imgW="1307465" imgH="1083945" progId="MS_ClipArt_Gallery.2">
                    <p:embed/>
                    <p:pic>
                      <p:nvPicPr>
                        <p:cNvPr id="0" name="Object 3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51" y="2819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10" name="Line 32"/>
            <p:cNvSpPr>
              <a:spLocks noChangeShapeType="1"/>
            </p:cNvSpPr>
            <p:nvPr/>
          </p:nvSpPr>
          <p:spPr bwMode="auto">
            <a:xfrm>
              <a:off x="3487" y="2781"/>
              <a:ext cx="652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111" name="Group 33"/>
            <p:cNvGrpSpPr/>
            <p:nvPr/>
          </p:nvGrpSpPr>
          <p:grpSpPr bwMode="auto">
            <a:xfrm>
              <a:off x="4081" y="2759"/>
              <a:ext cx="448" cy="240"/>
              <a:chOff x="3600" y="219"/>
              <a:chExt cx="360" cy="175"/>
            </a:xfrm>
          </p:grpSpPr>
          <p:sp>
            <p:nvSpPr>
              <p:cNvPr id="147" name="Oval 34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cs typeface="Times New Roman" panose="02020603050405020304" pitchFamily="18" charset="0"/>
                </a:endParaRPr>
              </a:p>
            </p:txBody>
          </p:sp>
          <p:sp>
            <p:nvSpPr>
              <p:cNvPr id="148" name="Line 35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" name="Line 36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" name="Rectangle 37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kumimoji="0" lang="zh-CN" altLang="zh-CN" sz="2400">
                  <a:cs typeface="Times New Roman" panose="02020603050405020304" pitchFamily="18" charset="0"/>
                </a:endParaRPr>
              </a:p>
            </p:txBody>
          </p:sp>
          <p:sp>
            <p:nvSpPr>
              <p:cNvPr id="151" name="Oval 38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52" name="Group 39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157" name="Line 40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8" name="Line 41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9" name="Line 42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53" name="Group 43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154" name="Line 44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5" name="Line 45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6" name="Line 46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</p:grpSp>
        </p:grpSp>
        <p:sp>
          <p:nvSpPr>
            <p:cNvPr id="112" name="Text Box 47"/>
            <p:cNvSpPr txBox="1">
              <a:spLocks noChangeArrowheads="1"/>
            </p:cNvSpPr>
            <p:nvPr/>
          </p:nvSpPr>
          <p:spPr bwMode="auto">
            <a:xfrm>
              <a:off x="3278" y="2045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 dirty="0">
                  <a:cs typeface="Times New Roman" panose="02020603050405020304" pitchFamily="18" charset="0"/>
                </a:rPr>
                <a:t>223.1.1.1</a:t>
              </a:r>
              <a:endParaRPr kumimoji="0" lang="en-US" altLang="zh-CN" sz="1800" dirty="0">
                <a:cs typeface="Times New Roman" panose="02020603050405020304" pitchFamily="18" charset="0"/>
              </a:endParaRPr>
            </a:p>
          </p:txBody>
        </p:sp>
        <p:sp>
          <p:nvSpPr>
            <p:cNvPr id="113" name="Rectangle 48"/>
            <p:cNvSpPr>
              <a:spLocks noChangeArrowheads="1"/>
            </p:cNvSpPr>
            <p:nvPr/>
          </p:nvSpPr>
          <p:spPr bwMode="auto">
            <a:xfrm>
              <a:off x="3333" y="2499"/>
              <a:ext cx="195" cy="114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cs typeface="Times New Roman" panose="02020603050405020304" pitchFamily="18" charset="0"/>
              </a:endParaRPr>
            </a:p>
          </p:txBody>
        </p:sp>
        <p:sp>
          <p:nvSpPr>
            <p:cNvPr id="114" name="Text Box 49"/>
            <p:cNvSpPr txBox="1">
              <a:spLocks noChangeArrowheads="1"/>
            </p:cNvSpPr>
            <p:nvPr/>
          </p:nvSpPr>
          <p:spPr bwMode="auto">
            <a:xfrm>
              <a:off x="3327" y="2441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223.1.1.2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115" name="Text Box 50"/>
            <p:cNvSpPr txBox="1">
              <a:spLocks noChangeArrowheads="1"/>
            </p:cNvSpPr>
            <p:nvPr/>
          </p:nvSpPr>
          <p:spPr bwMode="auto">
            <a:xfrm>
              <a:off x="3206" y="3041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 dirty="0">
                  <a:cs typeface="Times New Roman" panose="02020603050405020304" pitchFamily="18" charset="0"/>
                </a:rPr>
                <a:t>223.1.1.3</a:t>
              </a:r>
              <a:endParaRPr kumimoji="0" lang="en-US" altLang="zh-CN" sz="1800" dirty="0">
                <a:cs typeface="Times New Roman" panose="02020603050405020304" pitchFamily="18" charset="0"/>
              </a:endParaRPr>
            </a:p>
          </p:txBody>
        </p:sp>
        <p:sp>
          <p:nvSpPr>
            <p:cNvPr id="116" name="Text Box 51"/>
            <p:cNvSpPr txBox="1">
              <a:spLocks noChangeArrowheads="1"/>
            </p:cNvSpPr>
            <p:nvPr/>
          </p:nvSpPr>
          <p:spPr bwMode="auto">
            <a:xfrm>
              <a:off x="3704" y="2618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223.1.1.4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117" name="Line 52"/>
            <p:cNvSpPr>
              <a:spLocks noChangeShapeType="1"/>
            </p:cNvSpPr>
            <p:nvPr/>
          </p:nvSpPr>
          <p:spPr bwMode="auto">
            <a:xfrm>
              <a:off x="4462" y="2787"/>
              <a:ext cx="640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18" name="Text Box 53"/>
            <p:cNvSpPr txBox="1">
              <a:spLocks noChangeArrowheads="1"/>
            </p:cNvSpPr>
            <p:nvPr/>
          </p:nvSpPr>
          <p:spPr bwMode="auto">
            <a:xfrm>
              <a:off x="4382" y="2612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223.1.2.9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119" name="Line 54"/>
            <p:cNvSpPr>
              <a:spLocks noChangeShapeType="1"/>
            </p:cNvSpPr>
            <p:nvPr/>
          </p:nvSpPr>
          <p:spPr bwMode="auto">
            <a:xfrm flipH="1">
              <a:off x="5107" y="2349"/>
              <a:ext cx="0" cy="8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20" name="Object 55"/>
            <p:cNvGraphicFramePr>
              <a:graphicFrameLocks noChangeAspect="1"/>
            </p:cNvGraphicFramePr>
            <p:nvPr/>
          </p:nvGraphicFramePr>
          <p:xfrm>
            <a:off x="5219" y="2165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9" imgW="1307465" imgH="1083945" progId="MS_ClipArt_Gallery.2">
                    <p:embed/>
                  </p:oleObj>
                </mc:Choice>
                <mc:Fallback>
                  <p:oleObj name="Clip" r:id="rId9" imgW="1307465" imgH="1083945" progId="MS_ClipArt_Gallery.2">
                    <p:embed/>
                    <p:pic>
                      <p:nvPicPr>
                        <p:cNvPr id="0" name="Object 5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219" y="2165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1" name="Line 56"/>
            <p:cNvSpPr>
              <a:spLocks noChangeShapeType="1"/>
            </p:cNvSpPr>
            <p:nvPr/>
          </p:nvSpPr>
          <p:spPr bwMode="auto">
            <a:xfrm>
              <a:off x="5107" y="2352"/>
              <a:ext cx="148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22" name="Object 57"/>
            <p:cNvGraphicFramePr>
              <a:graphicFrameLocks noChangeAspect="1"/>
            </p:cNvGraphicFramePr>
            <p:nvPr/>
          </p:nvGraphicFramePr>
          <p:xfrm>
            <a:off x="5222" y="3035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10" imgW="1307465" imgH="1083945" progId="MS_ClipArt_Gallery.2">
                    <p:embed/>
                  </p:oleObj>
                </mc:Choice>
                <mc:Fallback>
                  <p:oleObj name="Clip" r:id="rId10" imgW="1307465" imgH="1083945" progId="MS_ClipArt_Gallery.2">
                    <p:embed/>
                    <p:pic>
                      <p:nvPicPr>
                        <p:cNvPr id="0" name="Object 5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222" y="3035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3" name="Line 58"/>
            <p:cNvSpPr>
              <a:spLocks noChangeShapeType="1"/>
            </p:cNvSpPr>
            <p:nvPr/>
          </p:nvSpPr>
          <p:spPr bwMode="auto">
            <a:xfrm>
              <a:off x="5107" y="3153"/>
              <a:ext cx="148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4" name="Rectangle 59"/>
            <p:cNvSpPr>
              <a:spLocks noChangeArrowheads="1"/>
            </p:cNvSpPr>
            <p:nvPr/>
          </p:nvSpPr>
          <p:spPr bwMode="auto">
            <a:xfrm>
              <a:off x="5073" y="2986"/>
              <a:ext cx="108" cy="114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cs typeface="Times New Roman" panose="02020603050405020304" pitchFamily="18" charset="0"/>
              </a:endParaRPr>
            </a:p>
          </p:txBody>
        </p:sp>
        <p:sp>
          <p:nvSpPr>
            <p:cNvPr id="125" name="Text Box 60"/>
            <p:cNvSpPr txBox="1">
              <a:spLocks noChangeArrowheads="1"/>
            </p:cNvSpPr>
            <p:nvPr/>
          </p:nvSpPr>
          <p:spPr bwMode="auto">
            <a:xfrm>
              <a:off x="4704" y="2915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223.1.2.2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126" name="Rectangle 61"/>
            <p:cNvSpPr>
              <a:spLocks noChangeArrowheads="1"/>
            </p:cNvSpPr>
            <p:nvPr/>
          </p:nvSpPr>
          <p:spPr bwMode="auto">
            <a:xfrm>
              <a:off x="5082" y="2382"/>
              <a:ext cx="156" cy="114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cs typeface="Times New Roman" panose="02020603050405020304" pitchFamily="18" charset="0"/>
              </a:endParaRPr>
            </a:p>
          </p:txBody>
        </p:sp>
        <p:sp>
          <p:nvSpPr>
            <p:cNvPr id="127" name="Text Box 62"/>
            <p:cNvSpPr txBox="1">
              <a:spLocks noChangeArrowheads="1"/>
            </p:cNvSpPr>
            <p:nvPr/>
          </p:nvSpPr>
          <p:spPr bwMode="auto">
            <a:xfrm>
              <a:off x="4584" y="2321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223.1.2.1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128" name="Line 63"/>
            <p:cNvSpPr>
              <a:spLocks noChangeShapeType="1"/>
            </p:cNvSpPr>
            <p:nvPr/>
          </p:nvSpPr>
          <p:spPr bwMode="auto">
            <a:xfrm flipH="1">
              <a:off x="4312" y="3000"/>
              <a:ext cx="0" cy="45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9" name="Line 64"/>
            <p:cNvSpPr>
              <a:spLocks noChangeShapeType="1"/>
            </p:cNvSpPr>
            <p:nvPr/>
          </p:nvSpPr>
          <p:spPr bwMode="auto">
            <a:xfrm flipH="1">
              <a:off x="3898" y="3453"/>
              <a:ext cx="74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30" name="Line 65"/>
            <p:cNvSpPr>
              <a:spLocks noChangeShapeType="1"/>
            </p:cNvSpPr>
            <p:nvPr/>
          </p:nvSpPr>
          <p:spPr bwMode="auto">
            <a:xfrm flipH="1" flipV="1">
              <a:off x="3896" y="3448"/>
              <a:ext cx="2" cy="15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31" name="Line 66"/>
            <p:cNvSpPr>
              <a:spLocks noChangeShapeType="1"/>
            </p:cNvSpPr>
            <p:nvPr/>
          </p:nvSpPr>
          <p:spPr bwMode="auto">
            <a:xfrm flipH="1" flipV="1">
              <a:off x="4637" y="3451"/>
              <a:ext cx="2" cy="15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32" name="Object 67"/>
            <p:cNvGraphicFramePr>
              <a:graphicFrameLocks noChangeAspect="1"/>
            </p:cNvGraphicFramePr>
            <p:nvPr/>
          </p:nvGraphicFramePr>
          <p:xfrm>
            <a:off x="4502" y="3551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11" imgW="1307465" imgH="1083945" progId="MS_ClipArt_Gallery.2">
                    <p:embed/>
                  </p:oleObj>
                </mc:Choice>
                <mc:Fallback>
                  <p:oleObj name="Clip" r:id="rId11" imgW="1307465" imgH="1083945" progId="MS_ClipArt_Gallery.2">
                    <p:embed/>
                    <p:pic>
                      <p:nvPicPr>
                        <p:cNvPr id="0" name="Object 6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502" y="3551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3" name="Object 68"/>
            <p:cNvGraphicFramePr>
              <a:graphicFrameLocks noChangeAspect="1"/>
            </p:cNvGraphicFramePr>
            <p:nvPr/>
          </p:nvGraphicFramePr>
          <p:xfrm>
            <a:off x="3710" y="3560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12" imgW="1307465" imgH="1083945" progId="MS_ClipArt_Gallery.2">
                    <p:embed/>
                  </p:oleObj>
                </mc:Choice>
                <mc:Fallback>
                  <p:oleObj name="Clip" r:id="rId12" imgW="1307465" imgH="1083945" progId="MS_ClipArt_Gallery.2">
                    <p:embed/>
                    <p:pic>
                      <p:nvPicPr>
                        <p:cNvPr id="0" name="Object 6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710" y="3560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34" name="Text Box 69"/>
            <p:cNvSpPr txBox="1">
              <a:spLocks noChangeArrowheads="1"/>
            </p:cNvSpPr>
            <p:nvPr/>
          </p:nvSpPr>
          <p:spPr bwMode="auto">
            <a:xfrm>
              <a:off x="4640" y="3356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223.1.3.2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135" name="Text Box 70"/>
            <p:cNvSpPr txBox="1">
              <a:spLocks noChangeArrowheads="1"/>
            </p:cNvSpPr>
            <p:nvPr/>
          </p:nvSpPr>
          <p:spPr bwMode="auto">
            <a:xfrm>
              <a:off x="3269" y="3380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223.1.3.1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136" name="Rectangle 71"/>
            <p:cNvSpPr>
              <a:spLocks noChangeArrowheads="1"/>
            </p:cNvSpPr>
            <p:nvPr/>
          </p:nvSpPr>
          <p:spPr bwMode="auto">
            <a:xfrm>
              <a:off x="4272" y="3084"/>
              <a:ext cx="81" cy="114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cs typeface="Times New Roman" panose="02020603050405020304" pitchFamily="18" charset="0"/>
              </a:endParaRPr>
            </a:p>
          </p:txBody>
        </p:sp>
        <p:sp>
          <p:nvSpPr>
            <p:cNvPr id="137" name="Text Box 72"/>
            <p:cNvSpPr txBox="1">
              <a:spLocks noChangeArrowheads="1"/>
            </p:cNvSpPr>
            <p:nvPr/>
          </p:nvSpPr>
          <p:spPr bwMode="auto">
            <a:xfrm>
              <a:off x="3916" y="3043"/>
              <a:ext cx="666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223.1.3.27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grpSp>
          <p:nvGrpSpPr>
            <p:cNvPr id="138" name="Group 73"/>
            <p:cNvGrpSpPr/>
            <p:nvPr/>
          </p:nvGrpSpPr>
          <p:grpSpPr bwMode="auto">
            <a:xfrm>
              <a:off x="3014" y="1991"/>
              <a:ext cx="233" cy="252"/>
              <a:chOff x="2822" y="1181"/>
              <a:chExt cx="233" cy="252"/>
            </a:xfrm>
          </p:grpSpPr>
          <p:sp>
            <p:nvSpPr>
              <p:cNvPr id="145" name="Rectangle 74"/>
              <p:cNvSpPr>
                <a:spLocks noChangeArrowheads="1"/>
              </p:cNvSpPr>
              <p:nvPr/>
            </p:nvSpPr>
            <p:spPr bwMode="auto">
              <a:xfrm>
                <a:off x="2886" y="1230"/>
                <a:ext cx="114" cy="16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cs typeface="Times New Roman" panose="02020603050405020304" pitchFamily="18" charset="0"/>
                </a:endParaRPr>
              </a:p>
            </p:txBody>
          </p:sp>
          <p:sp>
            <p:nvSpPr>
              <p:cNvPr id="146" name="Text Box 75"/>
              <p:cNvSpPr txBox="1">
                <a:spLocks noChangeArrowheads="1"/>
              </p:cNvSpPr>
              <p:nvPr/>
            </p:nvSpPr>
            <p:spPr bwMode="auto">
              <a:xfrm>
                <a:off x="2822" y="1181"/>
                <a:ext cx="233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>
                    <a:solidFill>
                      <a:srgbClr val="FF0000"/>
                    </a:solidFill>
                    <a:cs typeface="Times New Roman" panose="02020603050405020304" pitchFamily="18" charset="0"/>
                  </a:rPr>
                  <a:t>A</a:t>
                </a:r>
                <a:endParaRPr kumimoji="0" lang="en-US" altLang="zh-CN" sz="1800">
                  <a:solidFill>
                    <a:srgbClr val="FF0000"/>
                  </a:solidFill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39" name="Group 76"/>
            <p:cNvGrpSpPr/>
            <p:nvPr/>
          </p:nvGrpSpPr>
          <p:grpSpPr bwMode="auto">
            <a:xfrm>
              <a:off x="3008" y="2771"/>
              <a:ext cx="224" cy="252"/>
              <a:chOff x="2822" y="1181"/>
              <a:chExt cx="224" cy="252"/>
            </a:xfrm>
          </p:grpSpPr>
          <p:sp>
            <p:nvSpPr>
              <p:cNvPr id="143" name="Rectangle 77"/>
              <p:cNvSpPr>
                <a:spLocks noChangeArrowheads="1"/>
              </p:cNvSpPr>
              <p:nvPr/>
            </p:nvSpPr>
            <p:spPr bwMode="auto">
              <a:xfrm>
                <a:off x="2886" y="1230"/>
                <a:ext cx="114" cy="16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cs typeface="Times New Roman" panose="02020603050405020304" pitchFamily="18" charset="0"/>
                </a:endParaRPr>
              </a:p>
            </p:txBody>
          </p:sp>
          <p:sp>
            <p:nvSpPr>
              <p:cNvPr id="144" name="Text Box 78"/>
              <p:cNvSpPr txBox="1">
                <a:spLocks noChangeArrowheads="1"/>
              </p:cNvSpPr>
              <p:nvPr/>
            </p:nvSpPr>
            <p:spPr bwMode="auto">
              <a:xfrm>
                <a:off x="2822" y="1181"/>
                <a:ext cx="224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>
                    <a:solidFill>
                      <a:srgbClr val="FF0000"/>
                    </a:solidFill>
                    <a:cs typeface="Times New Roman" panose="02020603050405020304" pitchFamily="18" charset="0"/>
                  </a:rPr>
                  <a:t>B</a:t>
                </a:r>
                <a:endParaRPr kumimoji="0" lang="en-US" altLang="zh-CN" sz="1800">
                  <a:solidFill>
                    <a:srgbClr val="FF0000"/>
                  </a:solidFill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40" name="Group 79"/>
            <p:cNvGrpSpPr/>
            <p:nvPr/>
          </p:nvGrpSpPr>
          <p:grpSpPr bwMode="auto">
            <a:xfrm>
              <a:off x="5282" y="2999"/>
              <a:ext cx="215" cy="252"/>
              <a:chOff x="2822" y="1181"/>
              <a:chExt cx="215" cy="252"/>
            </a:xfrm>
          </p:grpSpPr>
          <p:sp>
            <p:nvSpPr>
              <p:cNvPr id="141" name="Rectangle 80"/>
              <p:cNvSpPr>
                <a:spLocks noChangeArrowheads="1"/>
              </p:cNvSpPr>
              <p:nvPr/>
            </p:nvSpPr>
            <p:spPr bwMode="auto">
              <a:xfrm>
                <a:off x="2886" y="1230"/>
                <a:ext cx="114" cy="16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cs typeface="Times New Roman" panose="02020603050405020304" pitchFamily="18" charset="0"/>
                </a:endParaRPr>
              </a:p>
            </p:txBody>
          </p:sp>
          <p:sp>
            <p:nvSpPr>
              <p:cNvPr id="142" name="Text Box 81"/>
              <p:cNvSpPr txBox="1">
                <a:spLocks noChangeArrowheads="1"/>
              </p:cNvSpPr>
              <p:nvPr/>
            </p:nvSpPr>
            <p:spPr bwMode="auto">
              <a:xfrm>
                <a:off x="2822" y="1181"/>
                <a:ext cx="215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>
                    <a:solidFill>
                      <a:srgbClr val="FF0000"/>
                    </a:solidFill>
                    <a:cs typeface="Times New Roman" panose="02020603050405020304" pitchFamily="18" charset="0"/>
                  </a:rPr>
                  <a:t>E</a:t>
                </a:r>
                <a:endParaRPr kumimoji="0" lang="en-US" altLang="zh-CN" sz="1800">
                  <a:solidFill>
                    <a:srgbClr val="FF0000"/>
                  </a:solidFill>
                  <a:cs typeface="Times New Roman" panose="02020603050405020304" pitchFamily="18" charset="0"/>
                </a:endParaRPr>
              </a:p>
            </p:txBody>
          </p:sp>
        </p:grpSp>
      </p:grpSp>
      <p:sp>
        <p:nvSpPr>
          <p:cNvPr id="160" name="Freeform 82"/>
          <p:cNvSpPr/>
          <p:nvPr/>
        </p:nvSpPr>
        <p:spPr bwMode="auto">
          <a:xfrm>
            <a:off x="4867275" y="2085975"/>
            <a:ext cx="295275" cy="1143000"/>
          </a:xfrm>
          <a:custGeom>
            <a:avLst/>
            <a:gdLst>
              <a:gd name="T0" fmla="*/ 2147483646 w 186"/>
              <a:gd name="T1" fmla="*/ 0 h 720"/>
              <a:gd name="T2" fmla="*/ 2147483646 w 186"/>
              <a:gd name="T3" fmla="*/ 2147483646 h 720"/>
              <a:gd name="T4" fmla="*/ 0 60000 65536"/>
              <a:gd name="T5" fmla="*/ 0 60000 65536"/>
              <a:gd name="T6" fmla="*/ 0 w 186"/>
              <a:gd name="T7" fmla="*/ 0 h 720"/>
              <a:gd name="T8" fmla="*/ 186 w 186"/>
              <a:gd name="T9" fmla="*/ 720 h 7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86" h="720">
                <a:moveTo>
                  <a:pt x="186" y="0"/>
                </a:moveTo>
                <a:cubicBezTo>
                  <a:pt x="36" y="198"/>
                  <a:pt x="0" y="360"/>
                  <a:pt x="60" y="720"/>
                </a:cubicBezTo>
              </a:path>
            </a:pathLst>
          </a:custGeom>
          <a:noFill/>
          <a:ln w="57150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61" name="Group 77"/>
          <p:cNvGrpSpPr/>
          <p:nvPr/>
        </p:nvGrpSpPr>
        <p:grpSpPr bwMode="auto">
          <a:xfrm>
            <a:off x="5146774" y="1496219"/>
            <a:ext cx="3482975" cy="1398588"/>
            <a:chOff x="1442" y="3085"/>
            <a:chExt cx="2194" cy="881"/>
          </a:xfrm>
        </p:grpSpPr>
        <p:sp>
          <p:nvSpPr>
            <p:cNvPr id="162" name="Text Box 78"/>
            <p:cNvSpPr txBox="1">
              <a:spLocks noChangeArrowheads="1"/>
            </p:cNvSpPr>
            <p:nvPr/>
          </p:nvSpPr>
          <p:spPr bwMode="auto">
            <a:xfrm>
              <a:off x="1442" y="3085"/>
              <a:ext cx="2079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zh-CN" altLang="en-US" sz="1800" dirty="0">
                  <a:cs typeface="Times New Roman" panose="02020603050405020304" pitchFamily="18" charset="0"/>
                </a:rPr>
                <a:t>目的网络</a:t>
              </a:r>
              <a:r>
                <a:rPr kumimoji="0" lang="en-US" altLang="zh-CN" sz="1800" dirty="0">
                  <a:cs typeface="Times New Roman" panose="02020603050405020304" pitchFamily="18" charset="0"/>
                </a:rPr>
                <a:t>  </a:t>
              </a:r>
              <a:r>
                <a:rPr lang="zh-CN" altLang="en-US" sz="1800" dirty="0">
                  <a:cs typeface="Times New Roman" panose="02020603050405020304" pitchFamily="18" charset="0"/>
                </a:rPr>
                <a:t>下一跳路由器    跳数</a:t>
              </a:r>
              <a:endParaRPr kumimoji="0" lang="en-US" altLang="zh-CN" sz="1800" dirty="0">
                <a:cs typeface="Times New Roman" panose="02020603050405020304" pitchFamily="18" charset="0"/>
              </a:endParaRPr>
            </a:p>
          </p:txBody>
        </p:sp>
        <p:sp>
          <p:nvSpPr>
            <p:cNvPr id="163" name="Text Box 79"/>
            <p:cNvSpPr txBox="1">
              <a:spLocks noChangeArrowheads="1"/>
            </p:cNvSpPr>
            <p:nvPr/>
          </p:nvSpPr>
          <p:spPr bwMode="auto">
            <a:xfrm>
              <a:off x="1466" y="3337"/>
              <a:ext cx="197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800" dirty="0">
                  <a:cs typeface="Times New Roman" panose="02020603050405020304" pitchFamily="18" charset="0"/>
                </a:rPr>
                <a:t>223.1.1.0             —                 1</a:t>
              </a:r>
            </a:p>
          </p:txBody>
        </p:sp>
        <p:sp>
          <p:nvSpPr>
            <p:cNvPr id="164" name="Text Box 80"/>
            <p:cNvSpPr txBox="1">
              <a:spLocks noChangeArrowheads="1"/>
            </p:cNvSpPr>
            <p:nvPr/>
          </p:nvSpPr>
          <p:spPr bwMode="auto">
            <a:xfrm>
              <a:off x="1472" y="3523"/>
              <a:ext cx="197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800" dirty="0">
                  <a:cs typeface="Times New Roman" panose="02020603050405020304" pitchFamily="18" charset="0"/>
                </a:rPr>
                <a:t>223.1.2.0       223.1.1.4            2</a:t>
              </a:r>
            </a:p>
          </p:txBody>
        </p:sp>
        <p:sp>
          <p:nvSpPr>
            <p:cNvPr id="165" name="Text Box 81"/>
            <p:cNvSpPr txBox="1">
              <a:spLocks noChangeArrowheads="1"/>
            </p:cNvSpPr>
            <p:nvPr/>
          </p:nvSpPr>
          <p:spPr bwMode="auto">
            <a:xfrm>
              <a:off x="1478" y="3733"/>
              <a:ext cx="197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800" dirty="0">
                  <a:cs typeface="Times New Roman" panose="02020603050405020304" pitchFamily="18" charset="0"/>
                </a:rPr>
                <a:t>223.1.3.0       223.1.1.4            2</a:t>
              </a:r>
            </a:p>
          </p:txBody>
        </p:sp>
        <p:sp>
          <p:nvSpPr>
            <p:cNvPr id="166" name="Line 82"/>
            <p:cNvSpPr>
              <a:spLocks noChangeShapeType="1"/>
            </p:cNvSpPr>
            <p:nvPr/>
          </p:nvSpPr>
          <p:spPr bwMode="auto">
            <a:xfrm flipV="1">
              <a:off x="1500" y="3324"/>
              <a:ext cx="2136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7" name="Line 83"/>
            <p:cNvSpPr>
              <a:spLocks noChangeShapeType="1"/>
            </p:cNvSpPr>
            <p:nvPr/>
          </p:nvSpPr>
          <p:spPr bwMode="auto">
            <a:xfrm>
              <a:off x="2128" y="3151"/>
              <a:ext cx="0" cy="744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8" name="Line 84"/>
            <p:cNvSpPr>
              <a:spLocks noChangeShapeType="1"/>
            </p:cNvSpPr>
            <p:nvPr/>
          </p:nvSpPr>
          <p:spPr bwMode="auto">
            <a:xfrm>
              <a:off x="3096" y="3168"/>
              <a:ext cx="0" cy="744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69" name="Rectangle 86"/>
          <p:cNvSpPr>
            <a:spLocks noChangeArrowheads="1"/>
          </p:cNvSpPr>
          <p:nvPr/>
        </p:nvSpPr>
        <p:spPr bwMode="auto">
          <a:xfrm>
            <a:off x="5326161" y="1134267"/>
            <a:ext cx="30241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buFontTx/>
              <a:buNone/>
            </a:pPr>
            <a:r>
              <a:rPr kumimoji="0" lang="zh-CN" altLang="en-US" sz="1800" dirty="0">
                <a:solidFill>
                  <a:srgbClr val="FF0000"/>
                </a:solidFill>
                <a:cs typeface="Times New Roman" panose="02020603050405020304" pitchFamily="18" charset="0"/>
              </a:rPr>
              <a:t>主机</a:t>
            </a:r>
            <a:r>
              <a:rPr kumimoji="0" lang="en-US" altLang="zh-CN" sz="1800" dirty="0">
                <a:solidFill>
                  <a:srgbClr val="FF0000"/>
                </a:solidFill>
                <a:cs typeface="Times New Roman" panose="02020603050405020304" pitchFamily="18" charset="0"/>
              </a:rPr>
              <a:t>A</a:t>
            </a:r>
            <a:r>
              <a:rPr kumimoji="0" lang="zh-CN" altLang="en-US" sz="1800" dirty="0">
                <a:solidFill>
                  <a:srgbClr val="FF0000"/>
                </a:solidFill>
                <a:cs typeface="Times New Roman" panose="02020603050405020304" pitchFamily="18" charset="0"/>
              </a:rPr>
              <a:t>的</a:t>
            </a:r>
            <a:r>
              <a:rPr lang="zh-CN" altLang="en-US" sz="1800" dirty="0">
                <a:solidFill>
                  <a:srgbClr val="FF0000"/>
                </a:solidFill>
                <a:cs typeface="Times New Roman" panose="02020603050405020304" pitchFamily="18" charset="0"/>
              </a:rPr>
              <a:t>路由表</a:t>
            </a:r>
            <a:endParaRPr kumimoji="0" lang="en-US" altLang="zh-CN" sz="1800" dirty="0">
              <a:solidFill>
                <a:srgbClr val="FF0000"/>
              </a:solidFill>
              <a:cs typeface="Times New Roman" panose="02020603050405020304" pitchFamily="18" charset="0"/>
            </a:endParaRPr>
          </a:p>
        </p:txBody>
      </p:sp>
      <p:grpSp>
        <p:nvGrpSpPr>
          <p:cNvPr id="170" name="Group 89"/>
          <p:cNvGrpSpPr/>
          <p:nvPr/>
        </p:nvGrpSpPr>
        <p:grpSpPr bwMode="auto">
          <a:xfrm>
            <a:off x="450950" y="1496219"/>
            <a:ext cx="3808413" cy="561975"/>
            <a:chOff x="319" y="2646"/>
            <a:chExt cx="2399" cy="354"/>
          </a:xfrm>
        </p:grpSpPr>
        <p:sp>
          <p:nvSpPr>
            <p:cNvPr id="171" name="Rectangle 90"/>
            <p:cNvSpPr>
              <a:spLocks noChangeArrowheads="1"/>
            </p:cNvSpPr>
            <p:nvPr/>
          </p:nvSpPr>
          <p:spPr bwMode="auto">
            <a:xfrm>
              <a:off x="456" y="2646"/>
              <a:ext cx="2262" cy="31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600">
                <a:cs typeface="Times New Roman" panose="02020603050405020304" pitchFamily="18" charset="0"/>
              </a:endParaRPr>
            </a:p>
          </p:txBody>
        </p:sp>
        <p:grpSp>
          <p:nvGrpSpPr>
            <p:cNvPr id="172" name="Group 91"/>
            <p:cNvGrpSpPr/>
            <p:nvPr/>
          </p:nvGrpSpPr>
          <p:grpSpPr bwMode="auto">
            <a:xfrm>
              <a:off x="319" y="2676"/>
              <a:ext cx="2351" cy="324"/>
              <a:chOff x="949" y="1470"/>
              <a:chExt cx="2351" cy="324"/>
            </a:xfrm>
          </p:grpSpPr>
          <p:sp>
            <p:nvSpPr>
              <p:cNvPr id="173" name="Rectangle 92"/>
              <p:cNvSpPr>
                <a:spLocks noChangeArrowheads="1"/>
              </p:cNvSpPr>
              <p:nvPr/>
            </p:nvSpPr>
            <p:spPr bwMode="auto">
              <a:xfrm>
                <a:off x="989" y="1470"/>
                <a:ext cx="2311" cy="318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600">
                  <a:cs typeface="Times New Roman" panose="02020603050405020304" pitchFamily="18" charset="0"/>
                </a:endParaRPr>
              </a:p>
            </p:txBody>
          </p:sp>
          <p:sp>
            <p:nvSpPr>
              <p:cNvPr id="174" name="Text Box 93"/>
              <p:cNvSpPr txBox="1">
                <a:spLocks noChangeArrowheads="1"/>
              </p:cNvSpPr>
              <p:nvPr/>
            </p:nvSpPr>
            <p:spPr bwMode="auto">
              <a:xfrm>
                <a:off x="949" y="1520"/>
                <a:ext cx="631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lang="zh-CN" altLang="en-US" sz="1600" dirty="0">
                    <a:cs typeface="Times New Roman" panose="02020603050405020304" pitchFamily="18" charset="0"/>
                  </a:rPr>
                  <a:t>其他字段</a:t>
                </a:r>
                <a:endParaRPr kumimoji="0" lang="en-US" altLang="zh-CN" sz="1600" dirty="0">
                  <a:cs typeface="Times New Roman" panose="02020603050405020304" pitchFamily="18" charset="0"/>
                </a:endParaRPr>
              </a:p>
            </p:txBody>
          </p:sp>
          <p:sp>
            <p:nvSpPr>
              <p:cNvPr id="175" name="Line 94"/>
              <p:cNvSpPr>
                <a:spLocks noChangeShapeType="1"/>
              </p:cNvSpPr>
              <p:nvPr/>
            </p:nvSpPr>
            <p:spPr bwMode="auto">
              <a:xfrm>
                <a:off x="1500" y="1476"/>
                <a:ext cx="0" cy="31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6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6" name="Text Box 95"/>
              <p:cNvSpPr txBox="1">
                <a:spLocks noChangeArrowheads="1"/>
              </p:cNvSpPr>
              <p:nvPr/>
            </p:nvSpPr>
            <p:spPr bwMode="auto">
              <a:xfrm>
                <a:off x="1499" y="1514"/>
                <a:ext cx="601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zh-CN" sz="1600" dirty="0">
                    <a:solidFill>
                      <a:srgbClr val="FF0000"/>
                    </a:solidFill>
                    <a:cs typeface="Times New Roman" panose="02020603050405020304" pitchFamily="18" charset="0"/>
                  </a:rPr>
                  <a:t>223.1.1.1</a:t>
                </a:r>
              </a:p>
            </p:txBody>
          </p:sp>
          <p:sp>
            <p:nvSpPr>
              <p:cNvPr id="177" name="Text Box 96"/>
              <p:cNvSpPr txBox="1">
                <a:spLocks noChangeArrowheads="1"/>
              </p:cNvSpPr>
              <p:nvPr/>
            </p:nvSpPr>
            <p:spPr bwMode="auto">
              <a:xfrm>
                <a:off x="2149" y="1508"/>
                <a:ext cx="601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zh-CN" sz="1600" dirty="0">
                    <a:solidFill>
                      <a:srgbClr val="FF0000"/>
                    </a:solidFill>
                    <a:cs typeface="Times New Roman" panose="02020603050405020304" pitchFamily="18" charset="0"/>
                  </a:rPr>
                  <a:t>223.1.2.2</a:t>
                </a:r>
              </a:p>
            </p:txBody>
          </p:sp>
          <p:sp>
            <p:nvSpPr>
              <p:cNvPr id="178" name="Line 97"/>
              <p:cNvSpPr>
                <a:spLocks noChangeShapeType="1"/>
              </p:cNvSpPr>
              <p:nvPr/>
            </p:nvSpPr>
            <p:spPr bwMode="auto">
              <a:xfrm>
                <a:off x="2082" y="1476"/>
                <a:ext cx="0" cy="31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6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9" name="Line 98"/>
              <p:cNvSpPr>
                <a:spLocks noChangeShapeType="1"/>
              </p:cNvSpPr>
              <p:nvPr/>
            </p:nvSpPr>
            <p:spPr bwMode="auto">
              <a:xfrm>
                <a:off x="2802" y="1476"/>
                <a:ext cx="0" cy="31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6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0" name="Text Box 99"/>
              <p:cNvSpPr txBox="1">
                <a:spLocks noChangeArrowheads="1"/>
              </p:cNvSpPr>
              <p:nvPr/>
            </p:nvSpPr>
            <p:spPr bwMode="auto">
              <a:xfrm>
                <a:off x="2850" y="1508"/>
                <a:ext cx="375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zh-CN" altLang="en-US" sz="1600" dirty="0">
                    <a:cs typeface="Times New Roman" panose="02020603050405020304" pitchFamily="18" charset="0"/>
                  </a:rPr>
                  <a:t>数据</a:t>
                </a:r>
                <a:endParaRPr kumimoji="0" lang="en-US" altLang="zh-CN" sz="1600" dirty="0">
                  <a:cs typeface="Times New Roman" panose="02020603050405020304" pitchFamily="18" charset="0"/>
                </a:endParaRPr>
              </a:p>
            </p:txBody>
          </p:sp>
        </p:grpSp>
      </p:grpSp>
      <p:sp>
        <p:nvSpPr>
          <p:cNvPr id="181" name="Rectangle 3"/>
          <p:cNvSpPr>
            <a:spLocks noChangeArrowheads="1"/>
          </p:cNvSpPr>
          <p:nvPr/>
        </p:nvSpPr>
        <p:spPr bwMode="auto">
          <a:xfrm>
            <a:off x="471699" y="2348043"/>
            <a:ext cx="3838575" cy="39086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ct val="150000"/>
              </a:lnSpc>
              <a:spcBef>
                <a:spcPts val="600"/>
              </a:spcBef>
              <a:buFontTx/>
              <a:buNone/>
            </a:pPr>
            <a:r>
              <a:rPr lang="zh-CN" altLang="en-US" sz="2400" dirty="0">
                <a:solidFill>
                  <a:schemeClr val="accent2"/>
                </a:solidFill>
                <a:cs typeface="Times New Roman" panose="02020603050405020304" pitchFamily="18" charset="0"/>
              </a:rPr>
              <a:t>示例</a:t>
            </a:r>
            <a:r>
              <a:rPr lang="en-US" altLang="zh-CN" sz="2400" dirty="0">
                <a:solidFill>
                  <a:schemeClr val="accent2"/>
                </a:solidFill>
                <a:cs typeface="Times New Roman" panose="02020603050405020304" pitchFamily="18" charset="0"/>
              </a:rPr>
              <a:t>2</a:t>
            </a:r>
            <a:r>
              <a:rPr lang="zh-CN" altLang="en-US" sz="2400" dirty="0">
                <a:solidFill>
                  <a:schemeClr val="accent2"/>
                </a:solidFill>
                <a:cs typeface="Times New Roman" panose="02020603050405020304" pitchFamily="18" charset="0"/>
              </a:rPr>
              <a:t>：从主机</a:t>
            </a:r>
            <a:r>
              <a:rPr lang="en-US" altLang="zh-CN" sz="2400" dirty="0">
                <a:solidFill>
                  <a:schemeClr val="accent2"/>
                </a:solidFill>
                <a:cs typeface="Times New Roman" panose="02020603050405020304" pitchFamily="18" charset="0"/>
              </a:rPr>
              <a:t>A</a:t>
            </a:r>
            <a:r>
              <a:rPr lang="zh-CN" altLang="en-US" sz="2400" dirty="0">
                <a:solidFill>
                  <a:schemeClr val="accent2"/>
                </a:solidFill>
                <a:cs typeface="Times New Roman" panose="02020603050405020304" pitchFamily="18" charset="0"/>
              </a:rPr>
              <a:t>到主机</a:t>
            </a:r>
            <a:r>
              <a:rPr lang="en-US" altLang="zh-CN" sz="2400" dirty="0">
                <a:solidFill>
                  <a:schemeClr val="accent2"/>
                </a:solidFill>
                <a:cs typeface="Times New Roman" panose="02020603050405020304" pitchFamily="18" charset="0"/>
              </a:rPr>
              <a:t>E</a:t>
            </a:r>
            <a:endParaRPr kumimoji="0" lang="en-US" altLang="zh-CN" sz="2400" dirty="0">
              <a:solidFill>
                <a:schemeClr val="accent2"/>
              </a:solidFill>
              <a:cs typeface="Times New Roman" panose="02020603050405020304" pitchFamily="18" charset="0"/>
            </a:endParaRPr>
          </a:p>
          <a:p>
            <a:pPr>
              <a:lnSpc>
                <a:spcPts val="3000"/>
              </a:lnSpc>
              <a:spcBef>
                <a:spcPts val="600"/>
              </a:spcBef>
            </a:pPr>
            <a:r>
              <a:rPr lang="zh-CN" altLang="en-US" sz="2000" dirty="0">
                <a:cs typeface="Times New Roman" panose="02020603050405020304" pitchFamily="18" charset="0"/>
              </a:rPr>
              <a:t>检查目的</a:t>
            </a:r>
            <a:r>
              <a:rPr lang="en-US" altLang="zh-CN" sz="2000" dirty="0">
                <a:cs typeface="Times New Roman" panose="02020603050405020304" pitchFamily="18" charset="0"/>
              </a:rPr>
              <a:t>IP</a:t>
            </a:r>
            <a:r>
              <a:rPr lang="zh-CN" altLang="en-US" sz="2000" dirty="0">
                <a:cs typeface="Times New Roman" panose="02020603050405020304" pitchFamily="18" charset="0"/>
              </a:rPr>
              <a:t>地址的网络号部分</a:t>
            </a:r>
            <a:endParaRPr lang="en-US" altLang="zh-CN" sz="2000" dirty="0">
              <a:cs typeface="Times New Roman" panose="02020603050405020304" pitchFamily="18" charset="0"/>
            </a:endParaRPr>
          </a:p>
          <a:p>
            <a:pPr>
              <a:lnSpc>
                <a:spcPts val="3000"/>
              </a:lnSpc>
              <a:spcBef>
                <a:spcPts val="600"/>
              </a:spcBef>
            </a:pPr>
            <a:r>
              <a:rPr kumimoji="0" lang="zh-CN" altLang="en-US" sz="2000" dirty="0">
                <a:cs typeface="Times New Roman" panose="02020603050405020304" pitchFamily="18" charset="0"/>
              </a:rPr>
              <a:t>确定主机</a:t>
            </a:r>
            <a:r>
              <a:rPr kumimoji="0" lang="en-US" altLang="zh-CN" sz="2000" dirty="0">
                <a:cs typeface="Times New Roman" panose="02020603050405020304" pitchFamily="18" charset="0"/>
              </a:rPr>
              <a:t>E</a:t>
            </a:r>
            <a:r>
              <a:rPr kumimoji="0" lang="zh-CN" altLang="en-US" sz="2000" dirty="0">
                <a:cs typeface="Times New Roman" panose="02020603050405020304" pitchFamily="18" charset="0"/>
              </a:rPr>
              <a:t>与主机</a:t>
            </a:r>
            <a:r>
              <a:rPr kumimoji="0" lang="en-US" altLang="zh-CN" sz="2000" dirty="0">
                <a:cs typeface="Times New Roman" panose="02020603050405020304" pitchFamily="18" charset="0"/>
              </a:rPr>
              <a:t>A</a:t>
            </a:r>
            <a:r>
              <a:rPr kumimoji="0" lang="zh-CN" altLang="en-US" sz="2000" dirty="0">
                <a:cs typeface="Times New Roman" panose="02020603050405020304" pitchFamily="18" charset="0"/>
              </a:rPr>
              <a:t>不</a:t>
            </a:r>
            <a:r>
              <a:rPr lang="zh-CN" altLang="en-US" sz="2000" dirty="0">
                <a:cs typeface="Times New Roman" panose="02020603050405020304" pitchFamily="18" charset="0"/>
              </a:rPr>
              <a:t>属于同一</a:t>
            </a:r>
            <a:r>
              <a:rPr lang="en-US" altLang="zh-CN" sz="2000" dirty="0">
                <a:cs typeface="Times New Roman" panose="02020603050405020304" pitchFamily="18" charset="0"/>
              </a:rPr>
              <a:t>IP</a:t>
            </a:r>
            <a:r>
              <a:rPr lang="zh-CN" altLang="en-US" sz="2000" dirty="0">
                <a:cs typeface="Times New Roman" panose="02020603050405020304" pitchFamily="18" charset="0"/>
              </a:rPr>
              <a:t>网络</a:t>
            </a:r>
            <a:endParaRPr lang="en-US" altLang="zh-CN" sz="2000" dirty="0">
              <a:cs typeface="Times New Roman" panose="02020603050405020304" pitchFamily="18" charset="0"/>
            </a:endParaRPr>
          </a:p>
          <a:p>
            <a:pPr>
              <a:lnSpc>
                <a:spcPts val="3000"/>
              </a:lnSpc>
              <a:spcBef>
                <a:spcPts val="600"/>
              </a:spcBef>
            </a:pPr>
            <a:r>
              <a:rPr lang="zh-CN" altLang="en-US" sz="2000" dirty="0">
                <a:cs typeface="Times New Roman" panose="02020603050405020304" pitchFamily="18" charset="0"/>
              </a:rPr>
              <a:t>查找路由表，判断到</a:t>
            </a:r>
            <a:r>
              <a:rPr lang="en-US" altLang="zh-CN" sz="2000" dirty="0">
                <a:cs typeface="Times New Roman" panose="02020603050405020304" pitchFamily="18" charset="0"/>
              </a:rPr>
              <a:t>E</a:t>
            </a:r>
            <a:r>
              <a:rPr lang="zh-CN" altLang="en-US" sz="2000" dirty="0">
                <a:cs typeface="Times New Roman" panose="02020603050405020304" pitchFamily="18" charset="0"/>
              </a:rPr>
              <a:t>所在网络的下一跳路由器</a:t>
            </a:r>
            <a:r>
              <a:rPr lang="en-US" altLang="zh-CN" sz="2000" dirty="0">
                <a:cs typeface="Times New Roman" panose="02020603050405020304" pitchFamily="18" charset="0"/>
              </a:rPr>
              <a:t>IP</a:t>
            </a:r>
            <a:r>
              <a:rPr lang="zh-CN" altLang="en-US" sz="2000" dirty="0">
                <a:cs typeface="Times New Roman" panose="02020603050405020304" pitchFamily="18" charset="0"/>
              </a:rPr>
              <a:t>地址为</a:t>
            </a:r>
            <a:r>
              <a:rPr lang="en-US" altLang="zh-CN" sz="2000" dirty="0">
                <a:cs typeface="Times New Roman" panose="02020603050405020304" pitchFamily="18" charset="0"/>
              </a:rPr>
              <a:t>223.1.1.4</a:t>
            </a:r>
          </a:p>
          <a:p>
            <a:r>
              <a:rPr lang="zh-CN" altLang="en-US" sz="2000" dirty="0">
                <a:cs typeface="Times New Roman" panose="02020603050405020304" pitchFamily="18" charset="0"/>
              </a:rPr>
              <a:t>将</a:t>
            </a:r>
            <a:r>
              <a:rPr lang="en-US" altLang="zh-CN" sz="2000" dirty="0">
                <a:cs typeface="Times New Roman" panose="02020603050405020304" pitchFamily="18" charset="0"/>
              </a:rPr>
              <a:t>IP</a:t>
            </a:r>
            <a:r>
              <a:rPr lang="zh-CN" altLang="en-US" sz="2000" dirty="0">
                <a:cs typeface="Times New Roman" panose="02020603050405020304" pitchFamily="18" charset="0"/>
              </a:rPr>
              <a:t>数据包封装到链路层帧中，发送给路由器</a:t>
            </a:r>
            <a:endParaRPr lang="en-US" altLang="zh-CN" sz="2400" dirty="0"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 IPv4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数据包转发</a:t>
            </a:r>
          </a:p>
        </p:txBody>
      </p:sp>
      <p:sp>
        <p:nvSpPr>
          <p:cNvPr id="89" name="Rectangle 2"/>
          <p:cNvSpPr>
            <a:spLocks noGrp="1" noChangeArrowheads="1"/>
          </p:cNvSpPr>
          <p:nvPr>
            <p:ph type="title"/>
          </p:nvPr>
        </p:nvSpPr>
        <p:spPr>
          <a:xfrm>
            <a:off x="330200" y="601274"/>
            <a:ext cx="8396287" cy="733020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IPv4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数据包转发</a:t>
            </a:r>
            <a:endParaRPr lang="en-US" sz="2800" dirty="0"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99" name="Group 21"/>
          <p:cNvGrpSpPr/>
          <p:nvPr/>
        </p:nvGrpSpPr>
        <p:grpSpPr bwMode="auto">
          <a:xfrm>
            <a:off x="4606925" y="3094038"/>
            <a:ext cx="4422775" cy="3154362"/>
            <a:chOff x="2902" y="1949"/>
            <a:chExt cx="2786" cy="1987"/>
          </a:xfrm>
        </p:grpSpPr>
        <p:sp>
          <p:nvSpPr>
            <p:cNvPr id="100" name="Freeform 22"/>
            <p:cNvSpPr/>
            <p:nvPr/>
          </p:nvSpPr>
          <p:spPr bwMode="auto">
            <a:xfrm>
              <a:off x="2902" y="1949"/>
              <a:ext cx="1223" cy="1291"/>
            </a:xfrm>
            <a:custGeom>
              <a:avLst/>
              <a:gdLst>
                <a:gd name="T0" fmla="*/ 1201 w 1223"/>
                <a:gd name="T1" fmla="*/ 756 h 1291"/>
                <a:gd name="T2" fmla="*/ 702 w 1223"/>
                <a:gd name="T3" fmla="*/ 670 h 1291"/>
                <a:gd name="T4" fmla="*/ 608 w 1223"/>
                <a:gd name="T5" fmla="*/ 103 h 1291"/>
                <a:gd name="T6" fmla="*/ 335 w 1223"/>
                <a:gd name="T7" fmla="*/ 52 h 1291"/>
                <a:gd name="T8" fmla="*/ 65 w 1223"/>
                <a:gd name="T9" fmla="*/ 82 h 1291"/>
                <a:gd name="T10" fmla="*/ 41 w 1223"/>
                <a:gd name="T11" fmla="*/ 544 h 1291"/>
                <a:gd name="T12" fmla="*/ 38 w 1223"/>
                <a:gd name="T13" fmla="*/ 751 h 1291"/>
                <a:gd name="T14" fmla="*/ 23 w 1223"/>
                <a:gd name="T15" fmla="*/ 940 h 1291"/>
                <a:gd name="T16" fmla="*/ 17 w 1223"/>
                <a:gd name="T17" fmla="*/ 1114 h 1291"/>
                <a:gd name="T18" fmla="*/ 128 w 1223"/>
                <a:gd name="T19" fmla="*/ 1219 h 1291"/>
                <a:gd name="T20" fmla="*/ 602 w 1223"/>
                <a:gd name="T21" fmla="*/ 1243 h 1291"/>
                <a:gd name="T22" fmla="*/ 686 w 1223"/>
                <a:gd name="T23" fmla="*/ 930 h 1291"/>
                <a:gd name="T24" fmla="*/ 1177 w 1223"/>
                <a:gd name="T25" fmla="*/ 916 h 1291"/>
                <a:gd name="T26" fmla="*/ 1201 w 1223"/>
                <a:gd name="T27" fmla="*/ 756 h 12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223"/>
                <a:gd name="T43" fmla="*/ 0 h 1291"/>
                <a:gd name="T44" fmla="*/ 1223 w 1223"/>
                <a:gd name="T45" fmla="*/ 1291 h 129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223" h="1291">
                  <a:moveTo>
                    <a:pt x="1201" y="756"/>
                  </a:moveTo>
                  <a:cubicBezTo>
                    <a:pt x="1180" y="640"/>
                    <a:pt x="798" y="744"/>
                    <a:pt x="702" y="670"/>
                  </a:cubicBezTo>
                  <a:cubicBezTo>
                    <a:pt x="603" y="561"/>
                    <a:pt x="669" y="206"/>
                    <a:pt x="608" y="103"/>
                  </a:cubicBezTo>
                  <a:cubicBezTo>
                    <a:pt x="547" y="0"/>
                    <a:pt x="425" y="55"/>
                    <a:pt x="335" y="52"/>
                  </a:cubicBezTo>
                  <a:cubicBezTo>
                    <a:pt x="245" y="49"/>
                    <a:pt x="114" y="0"/>
                    <a:pt x="65" y="82"/>
                  </a:cubicBezTo>
                  <a:cubicBezTo>
                    <a:pt x="16" y="164"/>
                    <a:pt x="45" y="433"/>
                    <a:pt x="41" y="544"/>
                  </a:cubicBezTo>
                  <a:cubicBezTo>
                    <a:pt x="37" y="655"/>
                    <a:pt x="41" y="685"/>
                    <a:pt x="38" y="751"/>
                  </a:cubicBezTo>
                  <a:cubicBezTo>
                    <a:pt x="35" y="817"/>
                    <a:pt x="26" y="880"/>
                    <a:pt x="23" y="940"/>
                  </a:cubicBezTo>
                  <a:cubicBezTo>
                    <a:pt x="20" y="1000"/>
                    <a:pt x="0" y="1068"/>
                    <a:pt x="17" y="1114"/>
                  </a:cubicBezTo>
                  <a:cubicBezTo>
                    <a:pt x="34" y="1160"/>
                    <a:pt x="31" y="1198"/>
                    <a:pt x="128" y="1219"/>
                  </a:cubicBezTo>
                  <a:cubicBezTo>
                    <a:pt x="225" y="1240"/>
                    <a:pt x="509" y="1291"/>
                    <a:pt x="602" y="1243"/>
                  </a:cubicBezTo>
                  <a:cubicBezTo>
                    <a:pt x="695" y="1195"/>
                    <a:pt x="590" y="984"/>
                    <a:pt x="686" y="930"/>
                  </a:cubicBezTo>
                  <a:cubicBezTo>
                    <a:pt x="782" y="876"/>
                    <a:pt x="1091" y="945"/>
                    <a:pt x="1177" y="916"/>
                  </a:cubicBezTo>
                  <a:cubicBezTo>
                    <a:pt x="1208" y="864"/>
                    <a:pt x="1223" y="871"/>
                    <a:pt x="1201" y="756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1" name="Freeform 23"/>
            <p:cNvSpPr/>
            <p:nvPr/>
          </p:nvSpPr>
          <p:spPr bwMode="auto">
            <a:xfrm>
              <a:off x="4487" y="2130"/>
              <a:ext cx="1201" cy="1234"/>
            </a:xfrm>
            <a:custGeom>
              <a:avLst/>
              <a:gdLst>
                <a:gd name="T0" fmla="*/ 25 w 1201"/>
                <a:gd name="T1" fmla="*/ 709 h 1234"/>
                <a:gd name="T2" fmla="*/ 526 w 1201"/>
                <a:gd name="T3" fmla="*/ 780 h 1234"/>
                <a:gd name="T4" fmla="*/ 613 w 1201"/>
                <a:gd name="T5" fmla="*/ 1134 h 1234"/>
                <a:gd name="T6" fmla="*/ 946 w 1201"/>
                <a:gd name="T7" fmla="*/ 1230 h 1234"/>
                <a:gd name="T8" fmla="*/ 1171 w 1201"/>
                <a:gd name="T9" fmla="*/ 1107 h 1234"/>
                <a:gd name="T10" fmla="*/ 1126 w 1201"/>
                <a:gd name="T11" fmla="*/ 894 h 1234"/>
                <a:gd name="T12" fmla="*/ 1114 w 1201"/>
                <a:gd name="T13" fmla="*/ 693 h 1234"/>
                <a:gd name="T14" fmla="*/ 1099 w 1201"/>
                <a:gd name="T15" fmla="*/ 423 h 1234"/>
                <a:gd name="T16" fmla="*/ 1141 w 1201"/>
                <a:gd name="T17" fmla="*/ 216 h 1234"/>
                <a:gd name="T18" fmla="*/ 1102 w 1201"/>
                <a:gd name="T19" fmla="*/ 33 h 1234"/>
                <a:gd name="T20" fmla="*/ 646 w 1201"/>
                <a:gd name="T21" fmla="*/ 81 h 1234"/>
                <a:gd name="T22" fmla="*/ 535 w 1201"/>
                <a:gd name="T23" fmla="*/ 519 h 1234"/>
                <a:gd name="T24" fmla="*/ 44 w 1201"/>
                <a:gd name="T25" fmla="*/ 548 h 1234"/>
                <a:gd name="T26" fmla="*/ 25 w 1201"/>
                <a:gd name="T27" fmla="*/ 709 h 12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201"/>
                <a:gd name="T43" fmla="*/ 0 h 1234"/>
                <a:gd name="T44" fmla="*/ 1201 w 1201"/>
                <a:gd name="T45" fmla="*/ 1234 h 123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201" h="1234">
                  <a:moveTo>
                    <a:pt x="25" y="709"/>
                  </a:moveTo>
                  <a:cubicBezTo>
                    <a:pt x="49" y="824"/>
                    <a:pt x="428" y="709"/>
                    <a:pt x="526" y="780"/>
                  </a:cubicBezTo>
                  <a:cubicBezTo>
                    <a:pt x="624" y="851"/>
                    <a:pt x="543" y="1059"/>
                    <a:pt x="613" y="1134"/>
                  </a:cubicBezTo>
                  <a:cubicBezTo>
                    <a:pt x="683" y="1209"/>
                    <a:pt x="853" y="1234"/>
                    <a:pt x="946" y="1230"/>
                  </a:cubicBezTo>
                  <a:cubicBezTo>
                    <a:pt x="1039" y="1226"/>
                    <a:pt x="1141" y="1163"/>
                    <a:pt x="1171" y="1107"/>
                  </a:cubicBezTo>
                  <a:cubicBezTo>
                    <a:pt x="1201" y="1051"/>
                    <a:pt x="1135" y="963"/>
                    <a:pt x="1126" y="894"/>
                  </a:cubicBezTo>
                  <a:cubicBezTo>
                    <a:pt x="1117" y="825"/>
                    <a:pt x="1119" y="772"/>
                    <a:pt x="1114" y="693"/>
                  </a:cubicBezTo>
                  <a:cubicBezTo>
                    <a:pt x="1109" y="614"/>
                    <a:pt x="1095" y="502"/>
                    <a:pt x="1099" y="423"/>
                  </a:cubicBezTo>
                  <a:cubicBezTo>
                    <a:pt x="1103" y="344"/>
                    <a:pt x="1141" y="281"/>
                    <a:pt x="1141" y="216"/>
                  </a:cubicBezTo>
                  <a:cubicBezTo>
                    <a:pt x="1141" y="151"/>
                    <a:pt x="1185" y="56"/>
                    <a:pt x="1102" y="33"/>
                  </a:cubicBezTo>
                  <a:cubicBezTo>
                    <a:pt x="1019" y="10"/>
                    <a:pt x="740" y="0"/>
                    <a:pt x="646" y="81"/>
                  </a:cubicBezTo>
                  <a:cubicBezTo>
                    <a:pt x="552" y="162"/>
                    <a:pt x="635" y="441"/>
                    <a:pt x="535" y="519"/>
                  </a:cubicBezTo>
                  <a:cubicBezTo>
                    <a:pt x="435" y="597"/>
                    <a:pt x="129" y="516"/>
                    <a:pt x="44" y="548"/>
                  </a:cubicBezTo>
                  <a:cubicBezTo>
                    <a:pt x="15" y="601"/>
                    <a:pt x="0" y="594"/>
                    <a:pt x="25" y="709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2" name="Freeform 24"/>
            <p:cNvSpPr/>
            <p:nvPr/>
          </p:nvSpPr>
          <p:spPr bwMode="auto">
            <a:xfrm>
              <a:off x="3663" y="2997"/>
              <a:ext cx="1295" cy="939"/>
            </a:xfrm>
            <a:custGeom>
              <a:avLst/>
              <a:gdLst>
                <a:gd name="T0" fmla="*/ 600 w 1295"/>
                <a:gd name="T1" fmla="*/ 30 h 939"/>
                <a:gd name="T2" fmla="*/ 525 w 1295"/>
                <a:gd name="T3" fmla="*/ 393 h 939"/>
                <a:gd name="T4" fmla="*/ 81 w 1295"/>
                <a:gd name="T5" fmla="*/ 471 h 939"/>
                <a:gd name="T6" fmla="*/ 39 w 1295"/>
                <a:gd name="T7" fmla="*/ 855 h 939"/>
                <a:gd name="T8" fmla="*/ 207 w 1295"/>
                <a:gd name="T9" fmla="*/ 927 h 939"/>
                <a:gd name="T10" fmla="*/ 429 w 1295"/>
                <a:gd name="T11" fmla="*/ 927 h 939"/>
                <a:gd name="T12" fmla="*/ 705 w 1295"/>
                <a:gd name="T13" fmla="*/ 891 h 939"/>
                <a:gd name="T14" fmla="*/ 1227 w 1295"/>
                <a:gd name="T15" fmla="*/ 849 h 939"/>
                <a:gd name="T16" fmla="*/ 1113 w 1295"/>
                <a:gd name="T17" fmla="*/ 459 h 939"/>
                <a:gd name="T18" fmla="*/ 777 w 1295"/>
                <a:gd name="T19" fmla="*/ 363 h 939"/>
                <a:gd name="T20" fmla="*/ 762 w 1295"/>
                <a:gd name="T21" fmla="*/ 42 h 939"/>
                <a:gd name="T22" fmla="*/ 600 w 1295"/>
                <a:gd name="T23" fmla="*/ 30 h 9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95"/>
                <a:gd name="T37" fmla="*/ 0 h 939"/>
                <a:gd name="T38" fmla="*/ 1295 w 1295"/>
                <a:gd name="T39" fmla="*/ 939 h 93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95" h="939">
                  <a:moveTo>
                    <a:pt x="600" y="30"/>
                  </a:moveTo>
                  <a:cubicBezTo>
                    <a:pt x="486" y="60"/>
                    <a:pt x="610" y="247"/>
                    <a:pt x="525" y="393"/>
                  </a:cubicBezTo>
                  <a:cubicBezTo>
                    <a:pt x="439" y="467"/>
                    <a:pt x="162" y="394"/>
                    <a:pt x="81" y="471"/>
                  </a:cubicBezTo>
                  <a:cubicBezTo>
                    <a:pt x="0" y="548"/>
                    <a:pt x="18" y="779"/>
                    <a:pt x="39" y="855"/>
                  </a:cubicBezTo>
                  <a:cubicBezTo>
                    <a:pt x="60" y="931"/>
                    <a:pt x="142" y="915"/>
                    <a:pt x="207" y="927"/>
                  </a:cubicBezTo>
                  <a:cubicBezTo>
                    <a:pt x="272" y="939"/>
                    <a:pt x="346" y="933"/>
                    <a:pt x="429" y="927"/>
                  </a:cubicBezTo>
                  <a:cubicBezTo>
                    <a:pt x="512" y="921"/>
                    <a:pt x="572" y="904"/>
                    <a:pt x="705" y="891"/>
                  </a:cubicBezTo>
                  <a:cubicBezTo>
                    <a:pt x="838" y="878"/>
                    <a:pt x="1159" y="921"/>
                    <a:pt x="1227" y="849"/>
                  </a:cubicBezTo>
                  <a:cubicBezTo>
                    <a:pt x="1295" y="777"/>
                    <a:pt x="1188" y="540"/>
                    <a:pt x="1113" y="459"/>
                  </a:cubicBezTo>
                  <a:cubicBezTo>
                    <a:pt x="1038" y="378"/>
                    <a:pt x="835" y="432"/>
                    <a:pt x="777" y="363"/>
                  </a:cubicBezTo>
                  <a:cubicBezTo>
                    <a:pt x="719" y="294"/>
                    <a:pt x="791" y="97"/>
                    <a:pt x="762" y="42"/>
                  </a:cubicBezTo>
                  <a:cubicBezTo>
                    <a:pt x="708" y="15"/>
                    <a:pt x="714" y="0"/>
                    <a:pt x="600" y="30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03" name="Object 25"/>
            <p:cNvGraphicFramePr>
              <a:graphicFrameLocks noChangeAspect="1"/>
            </p:cNvGraphicFramePr>
            <p:nvPr/>
          </p:nvGraphicFramePr>
          <p:xfrm>
            <a:off x="2951" y="2015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3" imgW="1307465" imgH="1083945" progId="MS_ClipArt_Gallery.2">
                    <p:embed/>
                  </p:oleObj>
                </mc:Choice>
                <mc:Fallback>
                  <p:oleObj name="Clip" r:id="rId3" imgW="1307465" imgH="1083945" progId="MS_ClipArt_Gallery.2">
                    <p:embed/>
                    <p:pic>
                      <p:nvPicPr>
                        <p:cNvPr id="0" name="Object 2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51" y="2015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4" name="Line 26"/>
            <p:cNvSpPr>
              <a:spLocks noChangeShapeType="1"/>
            </p:cNvSpPr>
            <p:nvPr/>
          </p:nvSpPr>
          <p:spPr bwMode="auto">
            <a:xfrm>
              <a:off x="3304" y="2250"/>
              <a:ext cx="175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5" name="Line 27"/>
            <p:cNvSpPr>
              <a:spLocks noChangeShapeType="1"/>
            </p:cNvSpPr>
            <p:nvPr/>
          </p:nvSpPr>
          <p:spPr bwMode="auto">
            <a:xfrm flipH="1">
              <a:off x="3487" y="2241"/>
              <a:ext cx="0" cy="8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6" name="Line 28"/>
            <p:cNvSpPr>
              <a:spLocks noChangeShapeType="1"/>
            </p:cNvSpPr>
            <p:nvPr/>
          </p:nvSpPr>
          <p:spPr bwMode="auto">
            <a:xfrm flipV="1">
              <a:off x="3304" y="2656"/>
              <a:ext cx="175" cy="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7" name="Line 29"/>
            <p:cNvSpPr>
              <a:spLocks noChangeShapeType="1"/>
            </p:cNvSpPr>
            <p:nvPr/>
          </p:nvSpPr>
          <p:spPr bwMode="auto">
            <a:xfrm>
              <a:off x="3310" y="3051"/>
              <a:ext cx="172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08" name="Object 30"/>
            <p:cNvGraphicFramePr>
              <a:graphicFrameLocks noChangeAspect="1"/>
            </p:cNvGraphicFramePr>
            <p:nvPr/>
          </p:nvGraphicFramePr>
          <p:xfrm>
            <a:off x="2951" y="2435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5" imgW="1307465" imgH="1083945" progId="MS_ClipArt_Gallery.2">
                    <p:embed/>
                  </p:oleObj>
                </mc:Choice>
                <mc:Fallback>
                  <p:oleObj name="Clip" r:id="rId5" imgW="1307465" imgH="1083945" progId="MS_ClipArt_Gallery.2">
                    <p:embed/>
                    <p:pic>
                      <p:nvPicPr>
                        <p:cNvPr id="0" name="Object 3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51" y="2435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09" name="Object 31"/>
            <p:cNvGraphicFramePr>
              <a:graphicFrameLocks noChangeAspect="1"/>
            </p:cNvGraphicFramePr>
            <p:nvPr/>
          </p:nvGraphicFramePr>
          <p:xfrm>
            <a:off x="2951" y="2819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6" imgW="1307465" imgH="1083945" progId="MS_ClipArt_Gallery.2">
                    <p:embed/>
                  </p:oleObj>
                </mc:Choice>
                <mc:Fallback>
                  <p:oleObj name="Clip" r:id="rId6" imgW="1307465" imgH="1083945" progId="MS_ClipArt_Gallery.2">
                    <p:embed/>
                    <p:pic>
                      <p:nvPicPr>
                        <p:cNvPr id="0" name="Object 3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51" y="2819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10" name="Line 32"/>
            <p:cNvSpPr>
              <a:spLocks noChangeShapeType="1"/>
            </p:cNvSpPr>
            <p:nvPr/>
          </p:nvSpPr>
          <p:spPr bwMode="auto">
            <a:xfrm>
              <a:off x="3487" y="2781"/>
              <a:ext cx="652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111" name="Group 33"/>
            <p:cNvGrpSpPr/>
            <p:nvPr/>
          </p:nvGrpSpPr>
          <p:grpSpPr bwMode="auto">
            <a:xfrm>
              <a:off x="4081" y="2759"/>
              <a:ext cx="448" cy="240"/>
              <a:chOff x="3600" y="219"/>
              <a:chExt cx="360" cy="175"/>
            </a:xfrm>
          </p:grpSpPr>
          <p:sp>
            <p:nvSpPr>
              <p:cNvPr id="147" name="Oval 34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cs typeface="Times New Roman" panose="02020603050405020304" pitchFamily="18" charset="0"/>
                </a:endParaRPr>
              </a:p>
            </p:txBody>
          </p:sp>
          <p:sp>
            <p:nvSpPr>
              <p:cNvPr id="148" name="Line 35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" name="Line 36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" name="Rectangle 37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kumimoji="0" lang="zh-CN" altLang="zh-CN" sz="2400">
                  <a:cs typeface="Times New Roman" panose="02020603050405020304" pitchFamily="18" charset="0"/>
                </a:endParaRPr>
              </a:p>
            </p:txBody>
          </p:sp>
          <p:sp>
            <p:nvSpPr>
              <p:cNvPr id="151" name="Oval 38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52" name="Group 39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157" name="Line 40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8" name="Line 41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9" name="Line 42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53" name="Group 43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154" name="Line 44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5" name="Line 45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6" name="Line 46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</p:grpSp>
        </p:grpSp>
        <p:sp>
          <p:nvSpPr>
            <p:cNvPr id="112" name="Text Box 47"/>
            <p:cNvSpPr txBox="1">
              <a:spLocks noChangeArrowheads="1"/>
            </p:cNvSpPr>
            <p:nvPr/>
          </p:nvSpPr>
          <p:spPr bwMode="auto">
            <a:xfrm>
              <a:off x="3278" y="2045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 dirty="0">
                  <a:cs typeface="Times New Roman" panose="02020603050405020304" pitchFamily="18" charset="0"/>
                </a:rPr>
                <a:t>223.1.1.1</a:t>
              </a:r>
              <a:endParaRPr kumimoji="0" lang="en-US" altLang="zh-CN" sz="1800" dirty="0">
                <a:cs typeface="Times New Roman" panose="02020603050405020304" pitchFamily="18" charset="0"/>
              </a:endParaRPr>
            </a:p>
          </p:txBody>
        </p:sp>
        <p:sp>
          <p:nvSpPr>
            <p:cNvPr id="113" name="Rectangle 48"/>
            <p:cNvSpPr>
              <a:spLocks noChangeArrowheads="1"/>
            </p:cNvSpPr>
            <p:nvPr/>
          </p:nvSpPr>
          <p:spPr bwMode="auto">
            <a:xfrm>
              <a:off x="3333" y="2499"/>
              <a:ext cx="195" cy="114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cs typeface="Times New Roman" panose="02020603050405020304" pitchFamily="18" charset="0"/>
              </a:endParaRPr>
            </a:p>
          </p:txBody>
        </p:sp>
        <p:sp>
          <p:nvSpPr>
            <p:cNvPr id="114" name="Text Box 49"/>
            <p:cNvSpPr txBox="1">
              <a:spLocks noChangeArrowheads="1"/>
            </p:cNvSpPr>
            <p:nvPr/>
          </p:nvSpPr>
          <p:spPr bwMode="auto">
            <a:xfrm>
              <a:off x="3327" y="2441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223.1.1.2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115" name="Text Box 50"/>
            <p:cNvSpPr txBox="1">
              <a:spLocks noChangeArrowheads="1"/>
            </p:cNvSpPr>
            <p:nvPr/>
          </p:nvSpPr>
          <p:spPr bwMode="auto">
            <a:xfrm>
              <a:off x="3206" y="3041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 dirty="0">
                  <a:cs typeface="Times New Roman" panose="02020603050405020304" pitchFamily="18" charset="0"/>
                </a:rPr>
                <a:t>223.1.1.3</a:t>
              </a:r>
              <a:endParaRPr kumimoji="0" lang="en-US" altLang="zh-CN" sz="1800" dirty="0">
                <a:cs typeface="Times New Roman" panose="02020603050405020304" pitchFamily="18" charset="0"/>
              </a:endParaRPr>
            </a:p>
          </p:txBody>
        </p:sp>
        <p:sp>
          <p:nvSpPr>
            <p:cNvPr id="116" name="Text Box 51"/>
            <p:cNvSpPr txBox="1">
              <a:spLocks noChangeArrowheads="1"/>
            </p:cNvSpPr>
            <p:nvPr/>
          </p:nvSpPr>
          <p:spPr bwMode="auto">
            <a:xfrm>
              <a:off x="3704" y="2618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223.1.1.4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117" name="Line 52"/>
            <p:cNvSpPr>
              <a:spLocks noChangeShapeType="1"/>
            </p:cNvSpPr>
            <p:nvPr/>
          </p:nvSpPr>
          <p:spPr bwMode="auto">
            <a:xfrm>
              <a:off x="4462" y="2787"/>
              <a:ext cx="640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18" name="Text Box 53"/>
            <p:cNvSpPr txBox="1">
              <a:spLocks noChangeArrowheads="1"/>
            </p:cNvSpPr>
            <p:nvPr/>
          </p:nvSpPr>
          <p:spPr bwMode="auto">
            <a:xfrm>
              <a:off x="4382" y="2612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223.1.2.9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119" name="Line 54"/>
            <p:cNvSpPr>
              <a:spLocks noChangeShapeType="1"/>
            </p:cNvSpPr>
            <p:nvPr/>
          </p:nvSpPr>
          <p:spPr bwMode="auto">
            <a:xfrm flipH="1">
              <a:off x="5107" y="2349"/>
              <a:ext cx="0" cy="8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20" name="Object 55"/>
            <p:cNvGraphicFramePr>
              <a:graphicFrameLocks noChangeAspect="1"/>
            </p:cNvGraphicFramePr>
            <p:nvPr/>
          </p:nvGraphicFramePr>
          <p:xfrm>
            <a:off x="5219" y="2165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9" imgW="1307465" imgH="1083945" progId="MS_ClipArt_Gallery.2">
                    <p:embed/>
                  </p:oleObj>
                </mc:Choice>
                <mc:Fallback>
                  <p:oleObj name="Clip" r:id="rId9" imgW="1307465" imgH="1083945" progId="MS_ClipArt_Gallery.2">
                    <p:embed/>
                    <p:pic>
                      <p:nvPicPr>
                        <p:cNvPr id="0" name="Object 5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219" y="2165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1" name="Line 56"/>
            <p:cNvSpPr>
              <a:spLocks noChangeShapeType="1"/>
            </p:cNvSpPr>
            <p:nvPr/>
          </p:nvSpPr>
          <p:spPr bwMode="auto">
            <a:xfrm>
              <a:off x="5107" y="2352"/>
              <a:ext cx="148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22" name="Object 57"/>
            <p:cNvGraphicFramePr>
              <a:graphicFrameLocks noChangeAspect="1"/>
            </p:cNvGraphicFramePr>
            <p:nvPr/>
          </p:nvGraphicFramePr>
          <p:xfrm>
            <a:off x="5222" y="3035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10" imgW="1307465" imgH="1083945" progId="MS_ClipArt_Gallery.2">
                    <p:embed/>
                  </p:oleObj>
                </mc:Choice>
                <mc:Fallback>
                  <p:oleObj name="Clip" r:id="rId10" imgW="1307465" imgH="1083945" progId="MS_ClipArt_Gallery.2">
                    <p:embed/>
                    <p:pic>
                      <p:nvPicPr>
                        <p:cNvPr id="0" name="Object 5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222" y="3035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3" name="Line 58"/>
            <p:cNvSpPr>
              <a:spLocks noChangeShapeType="1"/>
            </p:cNvSpPr>
            <p:nvPr/>
          </p:nvSpPr>
          <p:spPr bwMode="auto">
            <a:xfrm>
              <a:off x="5107" y="3153"/>
              <a:ext cx="148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4" name="Rectangle 59"/>
            <p:cNvSpPr>
              <a:spLocks noChangeArrowheads="1"/>
            </p:cNvSpPr>
            <p:nvPr/>
          </p:nvSpPr>
          <p:spPr bwMode="auto">
            <a:xfrm>
              <a:off x="5073" y="2986"/>
              <a:ext cx="108" cy="114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cs typeface="Times New Roman" panose="02020603050405020304" pitchFamily="18" charset="0"/>
              </a:endParaRPr>
            </a:p>
          </p:txBody>
        </p:sp>
        <p:sp>
          <p:nvSpPr>
            <p:cNvPr id="125" name="Text Box 60"/>
            <p:cNvSpPr txBox="1">
              <a:spLocks noChangeArrowheads="1"/>
            </p:cNvSpPr>
            <p:nvPr/>
          </p:nvSpPr>
          <p:spPr bwMode="auto">
            <a:xfrm>
              <a:off x="4704" y="2915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223.1.2.2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126" name="Rectangle 61"/>
            <p:cNvSpPr>
              <a:spLocks noChangeArrowheads="1"/>
            </p:cNvSpPr>
            <p:nvPr/>
          </p:nvSpPr>
          <p:spPr bwMode="auto">
            <a:xfrm>
              <a:off x="5082" y="2382"/>
              <a:ext cx="156" cy="114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cs typeface="Times New Roman" panose="02020603050405020304" pitchFamily="18" charset="0"/>
              </a:endParaRPr>
            </a:p>
          </p:txBody>
        </p:sp>
        <p:sp>
          <p:nvSpPr>
            <p:cNvPr id="127" name="Text Box 62"/>
            <p:cNvSpPr txBox="1">
              <a:spLocks noChangeArrowheads="1"/>
            </p:cNvSpPr>
            <p:nvPr/>
          </p:nvSpPr>
          <p:spPr bwMode="auto">
            <a:xfrm>
              <a:off x="4584" y="2321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223.1.2.1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128" name="Line 63"/>
            <p:cNvSpPr>
              <a:spLocks noChangeShapeType="1"/>
            </p:cNvSpPr>
            <p:nvPr/>
          </p:nvSpPr>
          <p:spPr bwMode="auto">
            <a:xfrm flipH="1">
              <a:off x="4312" y="3000"/>
              <a:ext cx="0" cy="45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9" name="Line 64"/>
            <p:cNvSpPr>
              <a:spLocks noChangeShapeType="1"/>
            </p:cNvSpPr>
            <p:nvPr/>
          </p:nvSpPr>
          <p:spPr bwMode="auto">
            <a:xfrm flipH="1">
              <a:off x="3898" y="3453"/>
              <a:ext cx="74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30" name="Line 65"/>
            <p:cNvSpPr>
              <a:spLocks noChangeShapeType="1"/>
            </p:cNvSpPr>
            <p:nvPr/>
          </p:nvSpPr>
          <p:spPr bwMode="auto">
            <a:xfrm flipH="1" flipV="1">
              <a:off x="3896" y="3448"/>
              <a:ext cx="2" cy="15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31" name="Line 66"/>
            <p:cNvSpPr>
              <a:spLocks noChangeShapeType="1"/>
            </p:cNvSpPr>
            <p:nvPr/>
          </p:nvSpPr>
          <p:spPr bwMode="auto">
            <a:xfrm flipH="1" flipV="1">
              <a:off x="4637" y="3451"/>
              <a:ext cx="2" cy="15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32" name="Object 67"/>
            <p:cNvGraphicFramePr>
              <a:graphicFrameLocks noChangeAspect="1"/>
            </p:cNvGraphicFramePr>
            <p:nvPr/>
          </p:nvGraphicFramePr>
          <p:xfrm>
            <a:off x="4502" y="3551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11" imgW="1307465" imgH="1083945" progId="MS_ClipArt_Gallery.2">
                    <p:embed/>
                  </p:oleObj>
                </mc:Choice>
                <mc:Fallback>
                  <p:oleObj name="Clip" r:id="rId11" imgW="1307465" imgH="1083945" progId="MS_ClipArt_Gallery.2">
                    <p:embed/>
                    <p:pic>
                      <p:nvPicPr>
                        <p:cNvPr id="0" name="Object 6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502" y="3551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3" name="Object 68"/>
            <p:cNvGraphicFramePr>
              <a:graphicFrameLocks noChangeAspect="1"/>
            </p:cNvGraphicFramePr>
            <p:nvPr/>
          </p:nvGraphicFramePr>
          <p:xfrm>
            <a:off x="3710" y="3560"/>
            <a:ext cx="368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12" imgW="1307465" imgH="1083945" progId="MS_ClipArt_Gallery.2">
                    <p:embed/>
                  </p:oleObj>
                </mc:Choice>
                <mc:Fallback>
                  <p:oleObj name="Clip" r:id="rId12" imgW="1307465" imgH="1083945" progId="MS_ClipArt_Gallery.2">
                    <p:embed/>
                    <p:pic>
                      <p:nvPicPr>
                        <p:cNvPr id="0" name="Object 6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710" y="3560"/>
                          <a:ext cx="368" cy="2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34" name="Text Box 69"/>
            <p:cNvSpPr txBox="1">
              <a:spLocks noChangeArrowheads="1"/>
            </p:cNvSpPr>
            <p:nvPr/>
          </p:nvSpPr>
          <p:spPr bwMode="auto">
            <a:xfrm>
              <a:off x="4640" y="3356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223.1.3.2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135" name="Text Box 70"/>
            <p:cNvSpPr txBox="1">
              <a:spLocks noChangeArrowheads="1"/>
            </p:cNvSpPr>
            <p:nvPr/>
          </p:nvSpPr>
          <p:spPr bwMode="auto">
            <a:xfrm>
              <a:off x="3269" y="3380"/>
              <a:ext cx="6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223.1.3.1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sp>
          <p:nvSpPr>
            <p:cNvPr id="136" name="Rectangle 71"/>
            <p:cNvSpPr>
              <a:spLocks noChangeArrowheads="1"/>
            </p:cNvSpPr>
            <p:nvPr/>
          </p:nvSpPr>
          <p:spPr bwMode="auto">
            <a:xfrm>
              <a:off x="4272" y="3084"/>
              <a:ext cx="81" cy="114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cs typeface="Times New Roman" panose="02020603050405020304" pitchFamily="18" charset="0"/>
              </a:endParaRPr>
            </a:p>
          </p:txBody>
        </p:sp>
        <p:sp>
          <p:nvSpPr>
            <p:cNvPr id="137" name="Text Box 72"/>
            <p:cNvSpPr txBox="1">
              <a:spLocks noChangeArrowheads="1"/>
            </p:cNvSpPr>
            <p:nvPr/>
          </p:nvSpPr>
          <p:spPr bwMode="auto">
            <a:xfrm>
              <a:off x="3916" y="3043"/>
              <a:ext cx="666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cs typeface="Times New Roman" panose="02020603050405020304" pitchFamily="18" charset="0"/>
                </a:rPr>
                <a:t>223.1.3.27</a:t>
              </a:r>
              <a:endParaRPr kumimoji="0" lang="en-US" altLang="zh-CN" sz="1800">
                <a:cs typeface="Times New Roman" panose="02020603050405020304" pitchFamily="18" charset="0"/>
              </a:endParaRPr>
            </a:p>
          </p:txBody>
        </p:sp>
        <p:grpSp>
          <p:nvGrpSpPr>
            <p:cNvPr id="138" name="Group 73"/>
            <p:cNvGrpSpPr/>
            <p:nvPr/>
          </p:nvGrpSpPr>
          <p:grpSpPr bwMode="auto">
            <a:xfrm>
              <a:off x="3014" y="1991"/>
              <a:ext cx="233" cy="252"/>
              <a:chOff x="2822" y="1181"/>
              <a:chExt cx="233" cy="252"/>
            </a:xfrm>
          </p:grpSpPr>
          <p:sp>
            <p:nvSpPr>
              <p:cNvPr id="145" name="Rectangle 74"/>
              <p:cNvSpPr>
                <a:spLocks noChangeArrowheads="1"/>
              </p:cNvSpPr>
              <p:nvPr/>
            </p:nvSpPr>
            <p:spPr bwMode="auto">
              <a:xfrm>
                <a:off x="2886" y="1230"/>
                <a:ext cx="114" cy="16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cs typeface="Times New Roman" panose="02020603050405020304" pitchFamily="18" charset="0"/>
                </a:endParaRPr>
              </a:p>
            </p:txBody>
          </p:sp>
          <p:sp>
            <p:nvSpPr>
              <p:cNvPr id="146" name="Text Box 75"/>
              <p:cNvSpPr txBox="1">
                <a:spLocks noChangeArrowheads="1"/>
              </p:cNvSpPr>
              <p:nvPr/>
            </p:nvSpPr>
            <p:spPr bwMode="auto">
              <a:xfrm>
                <a:off x="2822" y="1181"/>
                <a:ext cx="233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>
                    <a:solidFill>
                      <a:srgbClr val="FF0000"/>
                    </a:solidFill>
                    <a:cs typeface="Times New Roman" panose="02020603050405020304" pitchFamily="18" charset="0"/>
                  </a:rPr>
                  <a:t>A</a:t>
                </a:r>
                <a:endParaRPr kumimoji="0" lang="en-US" altLang="zh-CN" sz="1800">
                  <a:solidFill>
                    <a:srgbClr val="FF0000"/>
                  </a:solidFill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39" name="Group 76"/>
            <p:cNvGrpSpPr/>
            <p:nvPr/>
          </p:nvGrpSpPr>
          <p:grpSpPr bwMode="auto">
            <a:xfrm>
              <a:off x="3008" y="2771"/>
              <a:ext cx="224" cy="252"/>
              <a:chOff x="2822" y="1181"/>
              <a:chExt cx="224" cy="252"/>
            </a:xfrm>
          </p:grpSpPr>
          <p:sp>
            <p:nvSpPr>
              <p:cNvPr id="143" name="Rectangle 77"/>
              <p:cNvSpPr>
                <a:spLocks noChangeArrowheads="1"/>
              </p:cNvSpPr>
              <p:nvPr/>
            </p:nvSpPr>
            <p:spPr bwMode="auto">
              <a:xfrm>
                <a:off x="2886" y="1230"/>
                <a:ext cx="114" cy="16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cs typeface="Times New Roman" panose="02020603050405020304" pitchFamily="18" charset="0"/>
                </a:endParaRPr>
              </a:p>
            </p:txBody>
          </p:sp>
          <p:sp>
            <p:nvSpPr>
              <p:cNvPr id="144" name="Text Box 78"/>
              <p:cNvSpPr txBox="1">
                <a:spLocks noChangeArrowheads="1"/>
              </p:cNvSpPr>
              <p:nvPr/>
            </p:nvSpPr>
            <p:spPr bwMode="auto">
              <a:xfrm>
                <a:off x="2822" y="1181"/>
                <a:ext cx="224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>
                    <a:solidFill>
                      <a:srgbClr val="FF0000"/>
                    </a:solidFill>
                    <a:cs typeface="Times New Roman" panose="02020603050405020304" pitchFamily="18" charset="0"/>
                  </a:rPr>
                  <a:t>B</a:t>
                </a:r>
                <a:endParaRPr kumimoji="0" lang="en-US" altLang="zh-CN" sz="1800">
                  <a:solidFill>
                    <a:srgbClr val="FF0000"/>
                  </a:solidFill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40" name="Group 79"/>
            <p:cNvGrpSpPr/>
            <p:nvPr/>
          </p:nvGrpSpPr>
          <p:grpSpPr bwMode="auto">
            <a:xfrm>
              <a:off x="5282" y="2999"/>
              <a:ext cx="215" cy="252"/>
              <a:chOff x="2822" y="1181"/>
              <a:chExt cx="215" cy="252"/>
            </a:xfrm>
          </p:grpSpPr>
          <p:sp>
            <p:nvSpPr>
              <p:cNvPr id="141" name="Rectangle 80"/>
              <p:cNvSpPr>
                <a:spLocks noChangeArrowheads="1"/>
              </p:cNvSpPr>
              <p:nvPr/>
            </p:nvSpPr>
            <p:spPr bwMode="auto">
              <a:xfrm>
                <a:off x="2886" y="1230"/>
                <a:ext cx="114" cy="16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cs typeface="Times New Roman" panose="02020603050405020304" pitchFamily="18" charset="0"/>
                </a:endParaRPr>
              </a:p>
            </p:txBody>
          </p:sp>
          <p:sp>
            <p:nvSpPr>
              <p:cNvPr id="142" name="Text Box 81"/>
              <p:cNvSpPr txBox="1">
                <a:spLocks noChangeArrowheads="1"/>
              </p:cNvSpPr>
              <p:nvPr/>
            </p:nvSpPr>
            <p:spPr bwMode="auto">
              <a:xfrm>
                <a:off x="2822" y="1181"/>
                <a:ext cx="215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>
                    <a:solidFill>
                      <a:srgbClr val="FF0000"/>
                    </a:solidFill>
                    <a:cs typeface="Times New Roman" panose="02020603050405020304" pitchFamily="18" charset="0"/>
                  </a:rPr>
                  <a:t>E</a:t>
                </a:r>
                <a:endParaRPr kumimoji="0" lang="en-US" altLang="zh-CN" sz="1800">
                  <a:solidFill>
                    <a:srgbClr val="FF0000"/>
                  </a:solidFill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161" name="Group 77"/>
          <p:cNvGrpSpPr/>
          <p:nvPr/>
        </p:nvGrpSpPr>
        <p:grpSpPr bwMode="auto">
          <a:xfrm>
            <a:off x="4951501" y="1496219"/>
            <a:ext cx="3819526" cy="1398588"/>
            <a:chOff x="1442" y="3085"/>
            <a:chExt cx="2406" cy="881"/>
          </a:xfrm>
        </p:grpSpPr>
        <p:sp>
          <p:nvSpPr>
            <p:cNvPr id="162" name="Text Box 78"/>
            <p:cNvSpPr txBox="1">
              <a:spLocks noChangeArrowheads="1"/>
            </p:cNvSpPr>
            <p:nvPr/>
          </p:nvSpPr>
          <p:spPr bwMode="auto">
            <a:xfrm>
              <a:off x="1442" y="3085"/>
              <a:ext cx="215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zh-CN" altLang="en-US" sz="1800" dirty="0">
                  <a:cs typeface="Times New Roman" panose="02020603050405020304" pitchFamily="18" charset="0"/>
                </a:rPr>
                <a:t>目的网络</a:t>
              </a:r>
              <a:r>
                <a:rPr kumimoji="0" lang="en-US" altLang="zh-CN" sz="1800" dirty="0">
                  <a:cs typeface="Times New Roman" panose="02020603050405020304" pitchFamily="18" charset="0"/>
                </a:rPr>
                <a:t>  </a:t>
              </a:r>
              <a:r>
                <a:rPr lang="zh-CN" altLang="en-US" sz="1800" dirty="0">
                  <a:cs typeface="Times New Roman" panose="02020603050405020304" pitchFamily="18" charset="0"/>
                </a:rPr>
                <a:t>下一跳    跳数      接口</a:t>
              </a:r>
              <a:endParaRPr kumimoji="0" lang="en-US" altLang="zh-CN" sz="1800" dirty="0">
                <a:cs typeface="Times New Roman" panose="02020603050405020304" pitchFamily="18" charset="0"/>
              </a:endParaRPr>
            </a:p>
          </p:txBody>
        </p:sp>
        <p:sp>
          <p:nvSpPr>
            <p:cNvPr id="163" name="Text Box 79"/>
            <p:cNvSpPr txBox="1">
              <a:spLocks noChangeArrowheads="1"/>
            </p:cNvSpPr>
            <p:nvPr/>
          </p:nvSpPr>
          <p:spPr bwMode="auto">
            <a:xfrm>
              <a:off x="1466" y="3337"/>
              <a:ext cx="2297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800" dirty="0">
                  <a:cs typeface="Times New Roman" panose="02020603050405020304" pitchFamily="18" charset="0"/>
                </a:rPr>
                <a:t>223.1.1.0       —           1      223.1.1.4</a:t>
              </a:r>
            </a:p>
          </p:txBody>
        </p:sp>
        <p:sp>
          <p:nvSpPr>
            <p:cNvPr id="164" name="Text Box 80"/>
            <p:cNvSpPr txBox="1">
              <a:spLocks noChangeArrowheads="1"/>
            </p:cNvSpPr>
            <p:nvPr/>
          </p:nvSpPr>
          <p:spPr bwMode="auto">
            <a:xfrm>
              <a:off x="1472" y="3523"/>
              <a:ext cx="2297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800" dirty="0">
                  <a:cs typeface="Times New Roman" panose="02020603050405020304" pitchFamily="18" charset="0"/>
                </a:rPr>
                <a:t>223.1.2.0       —           1      223.1.2.9</a:t>
              </a:r>
            </a:p>
          </p:txBody>
        </p:sp>
        <p:sp>
          <p:nvSpPr>
            <p:cNvPr id="165" name="Text Box 81"/>
            <p:cNvSpPr txBox="1">
              <a:spLocks noChangeArrowheads="1"/>
            </p:cNvSpPr>
            <p:nvPr/>
          </p:nvSpPr>
          <p:spPr bwMode="auto">
            <a:xfrm>
              <a:off x="1478" y="3733"/>
              <a:ext cx="237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800" dirty="0">
                  <a:cs typeface="Times New Roman" panose="02020603050405020304" pitchFamily="18" charset="0"/>
                </a:rPr>
                <a:t>223.1.3.0       —           1      223.1.3.27</a:t>
              </a:r>
            </a:p>
          </p:txBody>
        </p:sp>
        <p:sp>
          <p:nvSpPr>
            <p:cNvPr id="166" name="Line 82"/>
            <p:cNvSpPr>
              <a:spLocks noChangeShapeType="1"/>
            </p:cNvSpPr>
            <p:nvPr/>
          </p:nvSpPr>
          <p:spPr bwMode="auto">
            <a:xfrm flipV="1">
              <a:off x="1500" y="3324"/>
              <a:ext cx="2136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7" name="Line 83"/>
            <p:cNvSpPr>
              <a:spLocks noChangeShapeType="1"/>
            </p:cNvSpPr>
            <p:nvPr/>
          </p:nvSpPr>
          <p:spPr bwMode="auto">
            <a:xfrm>
              <a:off x="2128" y="3151"/>
              <a:ext cx="0" cy="744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8" name="Line 84"/>
            <p:cNvSpPr>
              <a:spLocks noChangeShapeType="1"/>
            </p:cNvSpPr>
            <p:nvPr/>
          </p:nvSpPr>
          <p:spPr bwMode="auto">
            <a:xfrm>
              <a:off x="2668" y="3150"/>
              <a:ext cx="0" cy="744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69" name="Rectangle 86"/>
          <p:cNvSpPr>
            <a:spLocks noChangeArrowheads="1"/>
          </p:cNvSpPr>
          <p:nvPr/>
        </p:nvSpPr>
        <p:spPr bwMode="auto">
          <a:xfrm>
            <a:off x="5326161" y="1134267"/>
            <a:ext cx="30241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buFontTx/>
              <a:buNone/>
            </a:pPr>
            <a:r>
              <a:rPr kumimoji="0" lang="zh-CN" altLang="en-US" sz="1800" dirty="0">
                <a:solidFill>
                  <a:srgbClr val="FF0000"/>
                </a:solidFill>
                <a:cs typeface="Times New Roman" panose="02020603050405020304" pitchFamily="18" charset="0"/>
              </a:rPr>
              <a:t>路由器的</a:t>
            </a:r>
            <a:r>
              <a:rPr lang="zh-CN" altLang="en-US" sz="1800" dirty="0">
                <a:solidFill>
                  <a:srgbClr val="FF0000"/>
                </a:solidFill>
                <a:cs typeface="Times New Roman" panose="02020603050405020304" pitchFamily="18" charset="0"/>
              </a:rPr>
              <a:t>路由表</a:t>
            </a:r>
            <a:endParaRPr kumimoji="0" lang="en-US" altLang="zh-CN" sz="1800" dirty="0">
              <a:solidFill>
                <a:srgbClr val="FF0000"/>
              </a:solidFill>
              <a:cs typeface="Times New Roman" panose="02020603050405020304" pitchFamily="18" charset="0"/>
            </a:endParaRPr>
          </a:p>
        </p:txBody>
      </p:sp>
      <p:grpSp>
        <p:nvGrpSpPr>
          <p:cNvPr id="170" name="Group 89"/>
          <p:cNvGrpSpPr/>
          <p:nvPr/>
        </p:nvGrpSpPr>
        <p:grpSpPr bwMode="auto">
          <a:xfrm>
            <a:off x="447775" y="1496219"/>
            <a:ext cx="3811588" cy="561975"/>
            <a:chOff x="317" y="2646"/>
            <a:chExt cx="2401" cy="354"/>
          </a:xfrm>
        </p:grpSpPr>
        <p:sp>
          <p:nvSpPr>
            <p:cNvPr id="171" name="Rectangle 90"/>
            <p:cNvSpPr>
              <a:spLocks noChangeArrowheads="1"/>
            </p:cNvSpPr>
            <p:nvPr/>
          </p:nvSpPr>
          <p:spPr bwMode="auto">
            <a:xfrm>
              <a:off x="456" y="2646"/>
              <a:ext cx="2262" cy="31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7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8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600">
                <a:cs typeface="Times New Roman" panose="02020603050405020304" pitchFamily="18" charset="0"/>
              </a:endParaRPr>
            </a:p>
          </p:txBody>
        </p:sp>
        <p:grpSp>
          <p:nvGrpSpPr>
            <p:cNvPr id="172" name="Group 91"/>
            <p:cNvGrpSpPr/>
            <p:nvPr/>
          </p:nvGrpSpPr>
          <p:grpSpPr bwMode="auto">
            <a:xfrm>
              <a:off x="317" y="2676"/>
              <a:ext cx="2353" cy="324"/>
              <a:chOff x="947" y="1470"/>
              <a:chExt cx="2353" cy="324"/>
            </a:xfrm>
          </p:grpSpPr>
          <p:sp>
            <p:nvSpPr>
              <p:cNvPr id="173" name="Rectangle 92"/>
              <p:cNvSpPr>
                <a:spLocks noChangeArrowheads="1"/>
              </p:cNvSpPr>
              <p:nvPr/>
            </p:nvSpPr>
            <p:spPr bwMode="auto">
              <a:xfrm>
                <a:off x="985" y="1470"/>
                <a:ext cx="2315" cy="318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600">
                  <a:cs typeface="Times New Roman" panose="02020603050405020304" pitchFamily="18" charset="0"/>
                </a:endParaRPr>
              </a:p>
            </p:txBody>
          </p:sp>
          <p:sp>
            <p:nvSpPr>
              <p:cNvPr id="174" name="Text Box 93"/>
              <p:cNvSpPr txBox="1">
                <a:spLocks noChangeArrowheads="1"/>
              </p:cNvSpPr>
              <p:nvPr/>
            </p:nvSpPr>
            <p:spPr bwMode="auto">
              <a:xfrm>
                <a:off x="947" y="1520"/>
                <a:ext cx="633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lang="zh-CN" altLang="en-US" sz="1600" dirty="0">
                    <a:cs typeface="Times New Roman" panose="02020603050405020304" pitchFamily="18" charset="0"/>
                  </a:rPr>
                  <a:t>其他字段</a:t>
                </a:r>
                <a:endParaRPr kumimoji="0" lang="en-US" altLang="zh-CN" sz="1600" dirty="0">
                  <a:cs typeface="Times New Roman" panose="02020603050405020304" pitchFamily="18" charset="0"/>
                </a:endParaRPr>
              </a:p>
            </p:txBody>
          </p:sp>
          <p:sp>
            <p:nvSpPr>
              <p:cNvPr id="175" name="Line 94"/>
              <p:cNvSpPr>
                <a:spLocks noChangeShapeType="1"/>
              </p:cNvSpPr>
              <p:nvPr/>
            </p:nvSpPr>
            <p:spPr bwMode="auto">
              <a:xfrm>
                <a:off x="1500" y="1476"/>
                <a:ext cx="0" cy="31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6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6" name="Text Box 95"/>
              <p:cNvSpPr txBox="1">
                <a:spLocks noChangeArrowheads="1"/>
              </p:cNvSpPr>
              <p:nvPr/>
            </p:nvSpPr>
            <p:spPr bwMode="auto">
              <a:xfrm>
                <a:off x="1499" y="1514"/>
                <a:ext cx="601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zh-CN" sz="1600" dirty="0">
                    <a:solidFill>
                      <a:srgbClr val="FF0000"/>
                    </a:solidFill>
                    <a:cs typeface="Times New Roman" panose="02020603050405020304" pitchFamily="18" charset="0"/>
                  </a:rPr>
                  <a:t>223.1.1.1</a:t>
                </a:r>
              </a:p>
            </p:txBody>
          </p:sp>
          <p:sp>
            <p:nvSpPr>
              <p:cNvPr id="177" name="Text Box 96"/>
              <p:cNvSpPr txBox="1">
                <a:spLocks noChangeArrowheads="1"/>
              </p:cNvSpPr>
              <p:nvPr/>
            </p:nvSpPr>
            <p:spPr bwMode="auto">
              <a:xfrm>
                <a:off x="2149" y="1508"/>
                <a:ext cx="601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zh-CN" sz="1600" dirty="0">
                    <a:solidFill>
                      <a:srgbClr val="FF0000"/>
                    </a:solidFill>
                    <a:cs typeface="Times New Roman" panose="02020603050405020304" pitchFamily="18" charset="0"/>
                  </a:rPr>
                  <a:t>223.1.2.2</a:t>
                </a:r>
              </a:p>
            </p:txBody>
          </p:sp>
          <p:sp>
            <p:nvSpPr>
              <p:cNvPr id="178" name="Line 97"/>
              <p:cNvSpPr>
                <a:spLocks noChangeShapeType="1"/>
              </p:cNvSpPr>
              <p:nvPr/>
            </p:nvSpPr>
            <p:spPr bwMode="auto">
              <a:xfrm>
                <a:off x="2082" y="1476"/>
                <a:ext cx="0" cy="31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6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9" name="Line 98"/>
              <p:cNvSpPr>
                <a:spLocks noChangeShapeType="1"/>
              </p:cNvSpPr>
              <p:nvPr/>
            </p:nvSpPr>
            <p:spPr bwMode="auto">
              <a:xfrm>
                <a:off x="2802" y="1476"/>
                <a:ext cx="0" cy="31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6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0" name="Text Box 99"/>
              <p:cNvSpPr txBox="1">
                <a:spLocks noChangeArrowheads="1"/>
              </p:cNvSpPr>
              <p:nvPr/>
            </p:nvSpPr>
            <p:spPr bwMode="auto">
              <a:xfrm>
                <a:off x="2850" y="1508"/>
                <a:ext cx="375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7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8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zh-CN" altLang="en-US" sz="1600" dirty="0">
                    <a:cs typeface="Times New Roman" panose="02020603050405020304" pitchFamily="18" charset="0"/>
                  </a:rPr>
                  <a:t>数据</a:t>
                </a:r>
                <a:endParaRPr kumimoji="0" lang="en-US" altLang="zh-CN" sz="1600" dirty="0">
                  <a:cs typeface="Times New Roman" panose="02020603050405020304" pitchFamily="18" charset="0"/>
                </a:endParaRPr>
              </a:p>
            </p:txBody>
          </p:sp>
        </p:grpSp>
      </p:grpSp>
      <p:sp>
        <p:nvSpPr>
          <p:cNvPr id="181" name="Rectangle 3"/>
          <p:cNvSpPr>
            <a:spLocks noChangeArrowheads="1"/>
          </p:cNvSpPr>
          <p:nvPr/>
        </p:nvSpPr>
        <p:spPr bwMode="auto">
          <a:xfrm>
            <a:off x="471699" y="2353789"/>
            <a:ext cx="4133639" cy="37469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7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8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ct val="150000"/>
              </a:lnSpc>
              <a:spcBef>
                <a:spcPts val="600"/>
              </a:spcBef>
              <a:buFontTx/>
              <a:buNone/>
            </a:pPr>
            <a:r>
              <a:rPr lang="zh-CN" altLang="en-US" sz="2400" dirty="0">
                <a:solidFill>
                  <a:schemeClr val="accent2"/>
                </a:solidFill>
                <a:cs typeface="Times New Roman" panose="02020603050405020304" pitchFamily="18" charset="0"/>
              </a:rPr>
              <a:t>示例</a:t>
            </a:r>
            <a:r>
              <a:rPr lang="en-US" altLang="zh-CN" sz="2400" dirty="0">
                <a:solidFill>
                  <a:schemeClr val="accent2"/>
                </a:solidFill>
                <a:cs typeface="Times New Roman" panose="02020603050405020304" pitchFamily="18" charset="0"/>
              </a:rPr>
              <a:t>2</a:t>
            </a:r>
            <a:r>
              <a:rPr lang="zh-CN" altLang="en-US" sz="2400" dirty="0">
                <a:solidFill>
                  <a:schemeClr val="accent2"/>
                </a:solidFill>
                <a:cs typeface="Times New Roman" panose="02020603050405020304" pitchFamily="18" charset="0"/>
              </a:rPr>
              <a:t>：从主机</a:t>
            </a:r>
            <a:r>
              <a:rPr lang="en-US" altLang="zh-CN" sz="2400" dirty="0">
                <a:solidFill>
                  <a:schemeClr val="accent2"/>
                </a:solidFill>
                <a:cs typeface="Times New Roman" panose="02020603050405020304" pitchFamily="18" charset="0"/>
              </a:rPr>
              <a:t>A</a:t>
            </a:r>
            <a:r>
              <a:rPr lang="zh-CN" altLang="en-US" sz="2400" dirty="0">
                <a:solidFill>
                  <a:schemeClr val="accent2"/>
                </a:solidFill>
                <a:cs typeface="Times New Roman" panose="02020603050405020304" pitchFamily="18" charset="0"/>
              </a:rPr>
              <a:t>到主机</a:t>
            </a:r>
            <a:r>
              <a:rPr lang="en-US" altLang="zh-CN" sz="2400" dirty="0">
                <a:solidFill>
                  <a:schemeClr val="accent2"/>
                </a:solidFill>
                <a:cs typeface="Times New Roman" panose="02020603050405020304" pitchFamily="18" charset="0"/>
              </a:rPr>
              <a:t>E</a:t>
            </a:r>
            <a:r>
              <a:rPr lang="zh-CN" altLang="en-US" sz="2400" dirty="0">
                <a:solidFill>
                  <a:schemeClr val="accent2"/>
                </a:solidFill>
                <a:cs typeface="Times New Roman" panose="02020603050405020304" pitchFamily="18" charset="0"/>
              </a:rPr>
              <a:t>（续）</a:t>
            </a:r>
            <a:endParaRPr kumimoji="0" lang="en-US" altLang="zh-CN" sz="2400" dirty="0">
              <a:solidFill>
                <a:schemeClr val="accent2"/>
              </a:solidFill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ts val="600"/>
              </a:spcBef>
            </a:pPr>
            <a:r>
              <a:rPr lang="zh-CN" altLang="en-US" sz="2000" dirty="0">
                <a:cs typeface="Times New Roman" panose="02020603050405020304" pitchFamily="18" charset="0"/>
              </a:rPr>
              <a:t>检查目的</a:t>
            </a:r>
            <a:r>
              <a:rPr lang="en-US" altLang="zh-CN" sz="2000" dirty="0">
                <a:cs typeface="Times New Roman" panose="02020603050405020304" pitchFamily="18" charset="0"/>
              </a:rPr>
              <a:t>IP</a:t>
            </a:r>
            <a:r>
              <a:rPr lang="zh-CN" altLang="en-US" sz="2000" dirty="0">
                <a:cs typeface="Times New Roman" panose="02020603050405020304" pitchFamily="18" charset="0"/>
              </a:rPr>
              <a:t>地址的网络号部分</a:t>
            </a:r>
            <a:endParaRPr lang="en-US" altLang="zh-CN" sz="2000" dirty="0"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ts val="600"/>
              </a:spcBef>
            </a:pPr>
            <a:r>
              <a:rPr kumimoji="0" lang="zh-CN" altLang="en-US" sz="2000" dirty="0">
                <a:cs typeface="Times New Roman" panose="02020603050405020304" pitchFamily="18" charset="0"/>
              </a:rPr>
              <a:t>确定主机</a:t>
            </a:r>
            <a:r>
              <a:rPr kumimoji="0" lang="en-US" altLang="zh-CN" sz="2000" dirty="0">
                <a:cs typeface="Times New Roman" panose="02020603050405020304" pitchFamily="18" charset="0"/>
              </a:rPr>
              <a:t>E</a:t>
            </a:r>
            <a:r>
              <a:rPr lang="zh-CN" altLang="en-US" sz="2000" dirty="0">
                <a:cs typeface="Times New Roman" panose="02020603050405020304" pitchFamily="18" charset="0"/>
              </a:rPr>
              <a:t>与路由器的</a:t>
            </a:r>
            <a:r>
              <a:rPr lang="en-US" altLang="zh-CN" sz="2000" dirty="0">
                <a:cs typeface="Times New Roman" panose="02020603050405020304" pitchFamily="18" charset="0"/>
              </a:rPr>
              <a:t>223.1.2.9</a:t>
            </a:r>
            <a:r>
              <a:rPr lang="zh-CN" altLang="en-US" sz="2000" dirty="0">
                <a:cs typeface="Times New Roman" panose="02020603050405020304" pitchFamily="18" charset="0"/>
              </a:rPr>
              <a:t>属于相同的</a:t>
            </a:r>
            <a:r>
              <a:rPr lang="en-US" altLang="zh-CN" sz="2000" dirty="0">
                <a:cs typeface="Times New Roman" panose="02020603050405020304" pitchFamily="18" charset="0"/>
              </a:rPr>
              <a:t>IP</a:t>
            </a:r>
            <a:r>
              <a:rPr lang="zh-CN" altLang="en-US" sz="2000" dirty="0">
                <a:cs typeface="Times New Roman" panose="02020603050405020304" pitchFamily="18" charset="0"/>
              </a:rPr>
              <a:t>网络</a:t>
            </a:r>
            <a:endParaRPr lang="en-US" altLang="zh-CN" sz="2000" dirty="0"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zh-CN" altLang="en-US" sz="2000" dirty="0">
                <a:cs typeface="Times New Roman" panose="02020603050405020304" pitchFamily="18" charset="0"/>
              </a:rPr>
              <a:t>将</a:t>
            </a:r>
            <a:r>
              <a:rPr lang="en-US" altLang="zh-CN" sz="2000" dirty="0">
                <a:cs typeface="Times New Roman" panose="02020603050405020304" pitchFamily="18" charset="0"/>
              </a:rPr>
              <a:t>IP</a:t>
            </a:r>
            <a:r>
              <a:rPr lang="zh-CN" altLang="en-US" sz="2000" dirty="0">
                <a:cs typeface="Times New Roman" panose="02020603050405020304" pitchFamily="18" charset="0"/>
              </a:rPr>
              <a:t>数据包封装到链路层帧中，发送给主机</a:t>
            </a:r>
            <a:r>
              <a:rPr lang="en-US" altLang="zh-CN" sz="2000" dirty="0">
                <a:cs typeface="Times New Roman" panose="02020603050405020304" pitchFamily="18" charset="0"/>
              </a:rPr>
              <a:t>E</a:t>
            </a:r>
            <a:endParaRPr lang="en-US" altLang="zh-CN" sz="2400" dirty="0"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zh-CN" altLang="en-US" sz="2000" dirty="0">
                <a:cs typeface="Times New Roman" panose="02020603050405020304" pitchFamily="18" charset="0"/>
              </a:rPr>
              <a:t>数据包到达</a:t>
            </a:r>
            <a:r>
              <a:rPr lang="en-US" altLang="zh-CN" sz="2000" dirty="0">
                <a:cs typeface="Times New Roman" panose="02020603050405020304" pitchFamily="18" charset="0"/>
              </a:rPr>
              <a:t>223.1.2.2</a:t>
            </a:r>
            <a:endParaRPr lang="en-US" altLang="zh-CN" sz="2000" dirty="0">
              <a:solidFill>
                <a:srgbClr val="FF0000"/>
              </a:solidFill>
              <a:cs typeface="Times New Roman" panose="02020603050405020304" pitchFamily="18" charset="0"/>
            </a:endParaRPr>
          </a:p>
        </p:txBody>
      </p:sp>
      <p:sp>
        <p:nvSpPr>
          <p:cNvPr id="2" name="Freeform 3"/>
          <p:cNvSpPr/>
          <p:nvPr/>
        </p:nvSpPr>
        <p:spPr bwMode="auto">
          <a:xfrm>
            <a:off x="6848475" y="2905125"/>
            <a:ext cx="238125" cy="1476375"/>
          </a:xfrm>
          <a:custGeom>
            <a:avLst/>
            <a:gdLst>
              <a:gd name="T0" fmla="*/ 2147483646 w 150"/>
              <a:gd name="T1" fmla="*/ 0 h 720"/>
              <a:gd name="T2" fmla="*/ 0 w 150"/>
              <a:gd name="T3" fmla="*/ 2147483646 h 720"/>
              <a:gd name="T4" fmla="*/ 0 60000 65536"/>
              <a:gd name="T5" fmla="*/ 0 60000 65536"/>
              <a:gd name="T6" fmla="*/ 0 w 150"/>
              <a:gd name="T7" fmla="*/ 0 h 720"/>
              <a:gd name="T8" fmla="*/ 150 w 150"/>
              <a:gd name="T9" fmla="*/ 720 h 7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0" h="720">
                <a:moveTo>
                  <a:pt x="126" y="0"/>
                </a:moveTo>
                <a:cubicBezTo>
                  <a:pt x="150" y="210"/>
                  <a:pt x="138" y="450"/>
                  <a:pt x="0" y="720"/>
                </a:cubicBezTo>
              </a:path>
            </a:pathLst>
          </a:custGeom>
          <a:noFill/>
          <a:ln w="57150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Line 84"/>
          <p:cNvSpPr>
            <a:spLocks noChangeShapeType="1"/>
          </p:cNvSpPr>
          <p:nvPr/>
        </p:nvSpPr>
        <p:spPr bwMode="auto">
          <a:xfrm>
            <a:off x="7559764" y="1599407"/>
            <a:ext cx="0" cy="118110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9" name="Rectangle 2"/>
          <p:cNvSpPr>
            <a:spLocks noGrp="1" noChangeArrowheads="1"/>
          </p:cNvSpPr>
          <p:nvPr>
            <p:ph type="title"/>
          </p:nvPr>
        </p:nvSpPr>
        <p:spPr>
          <a:xfrm>
            <a:off x="431346" y="609600"/>
            <a:ext cx="8388804" cy="731838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数据包分片与重组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34821" name="Freeform 4"/>
          <p:cNvSpPr/>
          <p:nvPr/>
        </p:nvSpPr>
        <p:spPr bwMode="auto">
          <a:xfrm>
            <a:off x="5427678" y="1566863"/>
            <a:ext cx="2436812" cy="2255838"/>
          </a:xfrm>
          <a:custGeom>
            <a:avLst/>
            <a:gdLst>
              <a:gd name="T0" fmla="*/ 2147483646 w 1292"/>
              <a:gd name="T1" fmla="*/ 2147483646 h 1255"/>
              <a:gd name="T2" fmla="*/ 2147483646 w 1292"/>
              <a:gd name="T3" fmla="*/ 2147483646 h 1255"/>
              <a:gd name="T4" fmla="*/ 2147483646 w 1292"/>
              <a:gd name="T5" fmla="*/ 2147483646 h 1255"/>
              <a:gd name="T6" fmla="*/ 2147483646 w 1292"/>
              <a:gd name="T7" fmla="*/ 2147483646 h 1255"/>
              <a:gd name="T8" fmla="*/ 2147483646 w 1292"/>
              <a:gd name="T9" fmla="*/ 2147483646 h 1255"/>
              <a:gd name="T10" fmla="*/ 2147483646 w 1292"/>
              <a:gd name="T11" fmla="*/ 2147483646 h 1255"/>
              <a:gd name="T12" fmla="*/ 2147483646 w 1292"/>
              <a:gd name="T13" fmla="*/ 2147483646 h 1255"/>
              <a:gd name="T14" fmla="*/ 2147483646 w 1292"/>
              <a:gd name="T15" fmla="*/ 2147483646 h 1255"/>
              <a:gd name="T16" fmla="*/ 2147483646 w 1292"/>
              <a:gd name="T17" fmla="*/ 2147483646 h 1255"/>
              <a:gd name="T18" fmla="*/ 2147483646 w 1292"/>
              <a:gd name="T19" fmla="*/ 2147483646 h 1255"/>
              <a:gd name="T20" fmla="*/ 2147483646 w 1292"/>
              <a:gd name="T21" fmla="*/ 2147483646 h 1255"/>
              <a:gd name="T22" fmla="*/ 2147483646 w 1292"/>
              <a:gd name="T23" fmla="*/ 2147483646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4822" name="Freeform 5"/>
          <p:cNvSpPr/>
          <p:nvPr/>
        </p:nvSpPr>
        <p:spPr bwMode="auto">
          <a:xfrm>
            <a:off x="5427678" y="3968751"/>
            <a:ext cx="1976437" cy="1987550"/>
          </a:xfrm>
          <a:custGeom>
            <a:avLst/>
            <a:gdLst>
              <a:gd name="T0" fmla="*/ 2147483646 w 873"/>
              <a:gd name="T1" fmla="*/ 2147483646 h 940"/>
              <a:gd name="T2" fmla="*/ 2147483646 w 873"/>
              <a:gd name="T3" fmla="*/ 2147483646 h 940"/>
              <a:gd name="T4" fmla="*/ 2147483646 w 873"/>
              <a:gd name="T5" fmla="*/ 2147483646 h 940"/>
              <a:gd name="T6" fmla="*/ 2147483646 w 873"/>
              <a:gd name="T7" fmla="*/ 2147483646 h 940"/>
              <a:gd name="T8" fmla="*/ 2147483646 w 873"/>
              <a:gd name="T9" fmla="*/ 2147483646 h 940"/>
              <a:gd name="T10" fmla="*/ 2147483646 w 873"/>
              <a:gd name="T11" fmla="*/ 2147483646 h 940"/>
              <a:gd name="T12" fmla="*/ 2147483646 w 873"/>
              <a:gd name="T13" fmla="*/ 2147483646 h 940"/>
              <a:gd name="T14" fmla="*/ 2147483646 w 873"/>
              <a:gd name="T15" fmla="*/ 2147483646 h 940"/>
              <a:gd name="T16" fmla="*/ 2147483646 w 873"/>
              <a:gd name="T17" fmla="*/ 2147483646 h 940"/>
              <a:gd name="T18" fmla="*/ 2147483646 w 873"/>
              <a:gd name="T19" fmla="*/ 2147483646 h 940"/>
              <a:gd name="T20" fmla="*/ 2147483646 w 873"/>
              <a:gd name="T21" fmla="*/ 2147483646 h 94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873"/>
              <a:gd name="T34" fmla="*/ 0 h 940"/>
              <a:gd name="T35" fmla="*/ 873 w 873"/>
              <a:gd name="T36" fmla="*/ 940 h 940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873" h="940">
                <a:moveTo>
                  <a:pt x="2" y="405"/>
                </a:moveTo>
                <a:cubicBezTo>
                  <a:pt x="17" y="290"/>
                  <a:pt x="138" y="129"/>
                  <a:pt x="230" y="65"/>
                </a:cubicBezTo>
                <a:cubicBezTo>
                  <a:pt x="322" y="1"/>
                  <a:pt x="460" y="0"/>
                  <a:pt x="555" y="22"/>
                </a:cubicBezTo>
                <a:cubicBezTo>
                  <a:pt x="650" y="44"/>
                  <a:pt x="748" y="143"/>
                  <a:pt x="800" y="197"/>
                </a:cubicBezTo>
                <a:cubicBezTo>
                  <a:pt x="852" y="251"/>
                  <a:pt x="859" y="292"/>
                  <a:pt x="866" y="347"/>
                </a:cubicBezTo>
                <a:cubicBezTo>
                  <a:pt x="873" y="402"/>
                  <a:pt x="855" y="457"/>
                  <a:pt x="842" y="527"/>
                </a:cubicBezTo>
                <a:cubicBezTo>
                  <a:pt x="829" y="597"/>
                  <a:pt x="827" y="714"/>
                  <a:pt x="788" y="767"/>
                </a:cubicBezTo>
                <a:cubicBezTo>
                  <a:pt x="749" y="820"/>
                  <a:pt x="670" y="819"/>
                  <a:pt x="608" y="845"/>
                </a:cubicBezTo>
                <a:cubicBezTo>
                  <a:pt x="546" y="871"/>
                  <a:pt x="496" y="940"/>
                  <a:pt x="418" y="925"/>
                </a:cubicBezTo>
                <a:cubicBezTo>
                  <a:pt x="340" y="910"/>
                  <a:pt x="208" y="840"/>
                  <a:pt x="139" y="754"/>
                </a:cubicBezTo>
                <a:cubicBezTo>
                  <a:pt x="69" y="667"/>
                  <a:pt x="0" y="546"/>
                  <a:pt x="2" y="405"/>
                </a:cubicBezTo>
                <a:close/>
              </a:path>
            </a:pathLst>
          </a:cu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34823" name="Group 6"/>
          <p:cNvGrpSpPr/>
          <p:nvPr/>
        </p:nvGrpSpPr>
        <p:grpSpPr bwMode="auto">
          <a:xfrm>
            <a:off x="5021278" y="1946276"/>
            <a:ext cx="649287" cy="1247775"/>
            <a:chOff x="3314" y="1248"/>
            <a:chExt cx="344" cy="694"/>
          </a:xfrm>
        </p:grpSpPr>
        <p:graphicFrame>
          <p:nvGraphicFramePr>
            <p:cNvPr id="34962" name="Object 7"/>
            <p:cNvGraphicFramePr>
              <a:graphicFrameLocks noChangeAspect="1"/>
            </p:cNvGraphicFramePr>
            <p:nvPr/>
          </p:nvGraphicFramePr>
          <p:xfrm>
            <a:off x="3314" y="1248"/>
            <a:ext cx="299" cy="24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Art" r:id="rId3" imgW="1307465" imgH="1083945" progId="MS_ClipArt_Gallery.2">
                    <p:embed/>
                  </p:oleObj>
                </mc:Choice>
                <mc:Fallback>
                  <p:oleObj name="ClipArt" r:id="rId3" imgW="1307465" imgH="1083945" progId="MS_ClipArt_Gallery.2">
                    <p:embed/>
                    <p:pic>
                      <p:nvPicPr>
                        <p:cNvPr id="0" name="Object 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14" y="1248"/>
                          <a:ext cx="299" cy="24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4963" name="Line 8"/>
            <p:cNvSpPr>
              <a:spLocks noChangeShapeType="1"/>
            </p:cNvSpPr>
            <p:nvPr/>
          </p:nvSpPr>
          <p:spPr bwMode="auto">
            <a:xfrm flipV="1">
              <a:off x="3606" y="1433"/>
              <a:ext cx="52" cy="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aphicFrame>
          <p:nvGraphicFramePr>
            <p:cNvPr id="34964" name="Object 9"/>
            <p:cNvGraphicFramePr>
              <a:graphicFrameLocks noChangeAspect="1"/>
            </p:cNvGraphicFramePr>
            <p:nvPr/>
          </p:nvGraphicFramePr>
          <p:xfrm>
            <a:off x="3314" y="1694"/>
            <a:ext cx="299" cy="24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Art" r:id="rId5" imgW="1307465" imgH="1083945" progId="MS_ClipArt_Gallery.2">
                    <p:embed/>
                  </p:oleObj>
                </mc:Choice>
                <mc:Fallback>
                  <p:oleObj name="ClipArt" r:id="rId5" imgW="1307465" imgH="1083945" progId="MS_ClipArt_Gallery.2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14" y="1694"/>
                          <a:ext cx="299" cy="24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4965" name="Line 10"/>
            <p:cNvSpPr>
              <a:spLocks noChangeShapeType="1"/>
            </p:cNvSpPr>
            <p:nvPr/>
          </p:nvSpPr>
          <p:spPr bwMode="auto">
            <a:xfrm flipV="1">
              <a:off x="3606" y="1882"/>
              <a:ext cx="52" cy="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34966" name="Group 11"/>
            <p:cNvGrpSpPr/>
            <p:nvPr/>
          </p:nvGrpSpPr>
          <p:grpSpPr bwMode="auto">
            <a:xfrm>
              <a:off x="3404" y="1504"/>
              <a:ext cx="51" cy="167"/>
              <a:chOff x="3842" y="406"/>
              <a:chExt cx="51" cy="167"/>
            </a:xfrm>
          </p:grpSpPr>
          <p:sp>
            <p:nvSpPr>
              <p:cNvPr id="34968" name="Oval 12"/>
              <p:cNvSpPr>
                <a:spLocks noChangeArrowheads="1"/>
              </p:cNvSpPr>
              <p:nvPr/>
            </p:nvSpPr>
            <p:spPr bwMode="auto">
              <a:xfrm>
                <a:off x="3842" y="406"/>
                <a:ext cx="47" cy="47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6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7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34969" name="Oval 13"/>
              <p:cNvSpPr>
                <a:spLocks noChangeArrowheads="1"/>
              </p:cNvSpPr>
              <p:nvPr/>
            </p:nvSpPr>
            <p:spPr bwMode="auto">
              <a:xfrm>
                <a:off x="3844" y="466"/>
                <a:ext cx="47" cy="47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6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7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34970" name="Oval 14"/>
              <p:cNvSpPr>
                <a:spLocks noChangeArrowheads="1"/>
              </p:cNvSpPr>
              <p:nvPr/>
            </p:nvSpPr>
            <p:spPr bwMode="auto">
              <a:xfrm>
                <a:off x="3846" y="526"/>
                <a:ext cx="47" cy="47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6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7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</p:grpSp>
        <p:sp>
          <p:nvSpPr>
            <p:cNvPr id="34967" name="Line 15"/>
            <p:cNvSpPr>
              <a:spLocks noChangeShapeType="1"/>
            </p:cNvSpPr>
            <p:nvPr/>
          </p:nvSpPr>
          <p:spPr bwMode="auto">
            <a:xfrm>
              <a:off x="3654" y="1431"/>
              <a:ext cx="0" cy="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sp>
        <p:nvSpPr>
          <p:cNvPr id="34824" name="Line 16"/>
          <p:cNvSpPr>
            <a:spLocks noChangeShapeType="1"/>
          </p:cNvSpPr>
          <p:nvPr/>
        </p:nvSpPr>
        <p:spPr bwMode="auto">
          <a:xfrm flipV="1">
            <a:off x="5500703" y="2522538"/>
            <a:ext cx="127000" cy="31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4825" name="Line 17"/>
          <p:cNvSpPr>
            <a:spLocks noChangeShapeType="1"/>
          </p:cNvSpPr>
          <p:nvPr/>
        </p:nvSpPr>
        <p:spPr bwMode="auto">
          <a:xfrm>
            <a:off x="6076965" y="1847851"/>
            <a:ext cx="658813" cy="279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4826" name="Line 18"/>
          <p:cNvSpPr>
            <a:spLocks noChangeShapeType="1"/>
          </p:cNvSpPr>
          <p:nvPr/>
        </p:nvSpPr>
        <p:spPr bwMode="auto">
          <a:xfrm>
            <a:off x="6923103" y="2184401"/>
            <a:ext cx="196850" cy="6699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4827" name="Line 19"/>
          <p:cNvSpPr>
            <a:spLocks noChangeShapeType="1"/>
          </p:cNvSpPr>
          <p:nvPr/>
        </p:nvSpPr>
        <p:spPr bwMode="auto">
          <a:xfrm>
            <a:off x="5826140" y="1960563"/>
            <a:ext cx="1588" cy="5826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4828" name="Line 20"/>
          <p:cNvSpPr>
            <a:spLocks noChangeShapeType="1"/>
          </p:cNvSpPr>
          <p:nvPr/>
        </p:nvSpPr>
        <p:spPr bwMode="auto">
          <a:xfrm>
            <a:off x="5851540" y="2608263"/>
            <a:ext cx="971550" cy="40163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4829" name="Line 21"/>
          <p:cNvSpPr>
            <a:spLocks noChangeShapeType="1"/>
          </p:cNvSpPr>
          <p:nvPr/>
        </p:nvSpPr>
        <p:spPr bwMode="auto">
          <a:xfrm flipH="1" flipV="1">
            <a:off x="7378715" y="3100388"/>
            <a:ext cx="476250" cy="6873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4830" name="Line 22"/>
          <p:cNvSpPr>
            <a:spLocks noChangeShapeType="1"/>
          </p:cNvSpPr>
          <p:nvPr/>
        </p:nvSpPr>
        <p:spPr bwMode="auto">
          <a:xfrm flipH="1">
            <a:off x="6084903" y="2152651"/>
            <a:ext cx="758825" cy="5175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4831" name="Line 23"/>
          <p:cNvSpPr>
            <a:spLocks noChangeShapeType="1"/>
          </p:cNvSpPr>
          <p:nvPr/>
        </p:nvSpPr>
        <p:spPr bwMode="auto">
          <a:xfrm flipH="1">
            <a:off x="6094428" y="1592263"/>
            <a:ext cx="476250" cy="3429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4832" name="Line 24"/>
          <p:cNvSpPr>
            <a:spLocks noChangeShapeType="1"/>
          </p:cNvSpPr>
          <p:nvPr/>
        </p:nvSpPr>
        <p:spPr bwMode="auto">
          <a:xfrm flipH="1">
            <a:off x="6811978" y="1768476"/>
            <a:ext cx="273050" cy="23653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34833" name="Group 25"/>
          <p:cNvGrpSpPr/>
          <p:nvPr/>
        </p:nvGrpSpPr>
        <p:grpSpPr bwMode="auto">
          <a:xfrm>
            <a:off x="5575315" y="1731963"/>
            <a:ext cx="679450" cy="314325"/>
            <a:chOff x="3600" y="219"/>
            <a:chExt cx="360" cy="175"/>
          </a:xfrm>
        </p:grpSpPr>
        <p:sp>
          <p:nvSpPr>
            <p:cNvPr id="34949" name="Oval 26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4950" name="Line 27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4951" name="Line 28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4952" name="Rectangle 29"/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4953" name="Oval 30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grpSp>
          <p:nvGrpSpPr>
            <p:cNvPr id="34954" name="Group 31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34959" name="Line 32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4960" name="Line 33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4961" name="Line 34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34955" name="Group 35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34956" name="Line 36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4957" name="Line 37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4958" name="Line 38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34834" name="Group 39"/>
          <p:cNvGrpSpPr/>
          <p:nvPr/>
        </p:nvGrpSpPr>
        <p:grpSpPr bwMode="auto">
          <a:xfrm>
            <a:off x="5592778" y="2389188"/>
            <a:ext cx="679450" cy="314325"/>
            <a:chOff x="3600" y="219"/>
            <a:chExt cx="360" cy="175"/>
          </a:xfrm>
        </p:grpSpPr>
        <p:sp>
          <p:nvSpPr>
            <p:cNvPr id="34936" name="Oval 40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4937" name="Line 41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4938" name="Line 42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4939" name="Rectangle 43"/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4940" name="Oval 44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grpSp>
          <p:nvGrpSpPr>
            <p:cNvPr id="34941" name="Group 45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34946" name="Line 46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4947" name="Line 47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4948" name="Line 48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34942" name="Group 49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34943" name="Line 50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4944" name="Line 51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4945" name="Line 52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34835" name="Group 53"/>
          <p:cNvGrpSpPr/>
          <p:nvPr/>
        </p:nvGrpSpPr>
        <p:grpSpPr bwMode="auto">
          <a:xfrm>
            <a:off x="6562740" y="1939926"/>
            <a:ext cx="676275" cy="314325"/>
            <a:chOff x="3600" y="219"/>
            <a:chExt cx="360" cy="175"/>
          </a:xfrm>
        </p:grpSpPr>
        <p:sp>
          <p:nvSpPr>
            <p:cNvPr id="34923" name="Oval 54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4924" name="Line 55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4925" name="Line 56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4926" name="Rectangle 57"/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4927" name="Oval 58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grpSp>
          <p:nvGrpSpPr>
            <p:cNvPr id="34928" name="Group 59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34933" name="Line 60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4934" name="Line 61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4935" name="Line 62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34929" name="Group 63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34930" name="Line 64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4931" name="Line 65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4932" name="Line 66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34836" name="Group 67"/>
          <p:cNvGrpSpPr/>
          <p:nvPr/>
        </p:nvGrpSpPr>
        <p:grpSpPr bwMode="auto">
          <a:xfrm>
            <a:off x="6807215" y="2846388"/>
            <a:ext cx="679450" cy="314325"/>
            <a:chOff x="3600" y="219"/>
            <a:chExt cx="360" cy="175"/>
          </a:xfrm>
        </p:grpSpPr>
        <p:sp>
          <p:nvSpPr>
            <p:cNvPr id="34910" name="Oval 68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4911" name="Line 69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4912" name="Line 70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4913" name="Rectangle 71"/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4914" name="Oval 72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grpSp>
          <p:nvGrpSpPr>
            <p:cNvPr id="34915" name="Group 73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34920" name="Line 74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4921" name="Line 75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4922" name="Line 76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34916" name="Group 77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34917" name="Line 78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4918" name="Line 79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4919" name="Line 80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34837" name="Group 81"/>
          <p:cNvGrpSpPr/>
          <p:nvPr/>
        </p:nvGrpSpPr>
        <p:grpSpPr bwMode="auto">
          <a:xfrm>
            <a:off x="6575440" y="4838701"/>
            <a:ext cx="715963" cy="311150"/>
            <a:chOff x="3600" y="219"/>
            <a:chExt cx="360" cy="175"/>
          </a:xfrm>
        </p:grpSpPr>
        <p:sp>
          <p:nvSpPr>
            <p:cNvPr id="34897" name="Oval 82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4898" name="Line 83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4899" name="Line 84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4900" name="Rectangle 85"/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4901" name="Oval 86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grpSp>
          <p:nvGrpSpPr>
            <p:cNvPr id="34902" name="Group 87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34907" name="Line 88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4908" name="Line 89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4909" name="Line 90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34903" name="Group 91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34904" name="Line 92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4905" name="Line 93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4906" name="Line 94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34838" name="Group 95"/>
          <p:cNvGrpSpPr/>
          <p:nvPr/>
        </p:nvGrpSpPr>
        <p:grpSpPr bwMode="auto">
          <a:xfrm>
            <a:off x="7569215" y="3827463"/>
            <a:ext cx="679450" cy="314325"/>
            <a:chOff x="3600" y="219"/>
            <a:chExt cx="360" cy="175"/>
          </a:xfrm>
        </p:grpSpPr>
        <p:sp>
          <p:nvSpPr>
            <p:cNvPr id="34884" name="Oval 96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4885" name="Line 97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4886" name="Line 98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4887" name="Rectangle 99"/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4888" name="Oval 100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grpSp>
          <p:nvGrpSpPr>
            <p:cNvPr id="34889" name="Group 101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34894" name="Line 102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4895" name="Line 103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4896" name="Line 104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34890" name="Group 105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34891" name="Line 106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4892" name="Line 107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4893" name="Line 108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aphicFrame>
        <p:nvGraphicFramePr>
          <p:cNvPr id="34839" name="Object 109"/>
          <p:cNvGraphicFramePr>
            <a:graphicFrameLocks noChangeAspect="1"/>
          </p:cNvGraphicFramePr>
          <p:nvPr/>
        </p:nvGraphicFramePr>
        <p:xfrm>
          <a:off x="5535628" y="4330701"/>
          <a:ext cx="563562" cy="4460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Art" r:id="rId8" imgW="1307465" imgH="1083945" progId="MS_ClipArt_Gallery.2">
                  <p:embed/>
                </p:oleObj>
              </mc:Choice>
              <mc:Fallback>
                <p:oleObj name="ClipArt" r:id="rId8" imgW="1307465" imgH="1083945" progId="MS_ClipArt_Gallery.2">
                  <p:embed/>
                  <p:pic>
                    <p:nvPicPr>
                      <p:cNvPr id="0" name="Object 10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535628" y="4330701"/>
                        <a:ext cx="563562" cy="4460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4840" name="Line 110"/>
          <p:cNvSpPr>
            <a:spLocks noChangeShapeType="1"/>
          </p:cNvSpPr>
          <p:nvPr/>
        </p:nvSpPr>
        <p:spPr bwMode="auto">
          <a:xfrm>
            <a:off x="6080140" y="4659313"/>
            <a:ext cx="31432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aphicFrame>
        <p:nvGraphicFramePr>
          <p:cNvPr id="34841" name="Object 111"/>
          <p:cNvGraphicFramePr>
            <a:graphicFrameLocks noChangeAspect="1"/>
          </p:cNvGraphicFramePr>
          <p:nvPr/>
        </p:nvGraphicFramePr>
        <p:xfrm>
          <a:off x="5745178" y="5129213"/>
          <a:ext cx="563562" cy="4460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Art" r:id="rId9" imgW="1307465" imgH="1083945" progId="MS_ClipArt_Gallery.2">
                  <p:embed/>
                </p:oleObj>
              </mc:Choice>
              <mc:Fallback>
                <p:oleObj name="ClipArt" r:id="rId9" imgW="1307465" imgH="1083945" progId="MS_ClipArt_Gallery.2">
                  <p:embed/>
                  <p:pic>
                    <p:nvPicPr>
                      <p:cNvPr id="0" name="Object 1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745178" y="5129213"/>
                        <a:ext cx="563562" cy="4460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4842" name="Line 112"/>
          <p:cNvSpPr>
            <a:spLocks noChangeShapeType="1"/>
          </p:cNvSpPr>
          <p:nvPr/>
        </p:nvSpPr>
        <p:spPr bwMode="auto">
          <a:xfrm flipV="1">
            <a:off x="6296040" y="5467351"/>
            <a:ext cx="98425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34843" name="Group 113"/>
          <p:cNvGrpSpPr/>
          <p:nvPr/>
        </p:nvGrpSpPr>
        <p:grpSpPr bwMode="auto">
          <a:xfrm>
            <a:off x="5915040" y="4787901"/>
            <a:ext cx="96838" cy="300037"/>
            <a:chOff x="3842" y="406"/>
            <a:chExt cx="51" cy="167"/>
          </a:xfrm>
        </p:grpSpPr>
        <p:sp>
          <p:nvSpPr>
            <p:cNvPr id="34881" name="Oval 114"/>
            <p:cNvSpPr>
              <a:spLocks noChangeArrowheads="1"/>
            </p:cNvSpPr>
            <p:nvPr/>
          </p:nvSpPr>
          <p:spPr bwMode="auto">
            <a:xfrm>
              <a:off x="3842" y="406"/>
              <a:ext cx="47" cy="4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4882" name="Oval 115"/>
            <p:cNvSpPr>
              <a:spLocks noChangeArrowheads="1"/>
            </p:cNvSpPr>
            <p:nvPr/>
          </p:nvSpPr>
          <p:spPr bwMode="auto">
            <a:xfrm>
              <a:off x="3844" y="466"/>
              <a:ext cx="47" cy="4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4883" name="Oval 116"/>
            <p:cNvSpPr>
              <a:spLocks noChangeArrowheads="1"/>
            </p:cNvSpPr>
            <p:nvPr/>
          </p:nvSpPr>
          <p:spPr bwMode="auto">
            <a:xfrm>
              <a:off x="3846" y="526"/>
              <a:ext cx="47" cy="4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  <p:sp>
        <p:nvSpPr>
          <p:cNvPr id="34844" name="Line 117"/>
          <p:cNvSpPr>
            <a:spLocks noChangeShapeType="1"/>
          </p:cNvSpPr>
          <p:nvPr/>
        </p:nvSpPr>
        <p:spPr bwMode="auto">
          <a:xfrm>
            <a:off x="6386528" y="4656138"/>
            <a:ext cx="0" cy="8096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4845" name="Line 118"/>
          <p:cNvSpPr>
            <a:spLocks noChangeShapeType="1"/>
          </p:cNvSpPr>
          <p:nvPr/>
        </p:nvSpPr>
        <p:spPr bwMode="auto">
          <a:xfrm>
            <a:off x="6386528" y="5005388"/>
            <a:ext cx="187325" cy="31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4846" name="Line 119"/>
          <p:cNvSpPr>
            <a:spLocks noChangeShapeType="1"/>
          </p:cNvSpPr>
          <p:nvPr/>
        </p:nvSpPr>
        <p:spPr bwMode="auto">
          <a:xfrm flipH="1">
            <a:off x="7291403" y="4144963"/>
            <a:ext cx="636587" cy="8778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34847" name="Group 120"/>
          <p:cNvGrpSpPr/>
          <p:nvPr/>
        </p:nvGrpSpPr>
        <p:grpSpPr bwMode="auto">
          <a:xfrm rot="1433392">
            <a:off x="5834078" y="2894013"/>
            <a:ext cx="1028700" cy="171450"/>
            <a:chOff x="4712" y="1742"/>
            <a:chExt cx="648" cy="108"/>
          </a:xfrm>
        </p:grpSpPr>
        <p:sp>
          <p:nvSpPr>
            <p:cNvPr id="34879" name="Rectangle 121"/>
            <p:cNvSpPr>
              <a:spLocks noChangeArrowheads="1"/>
            </p:cNvSpPr>
            <p:nvPr/>
          </p:nvSpPr>
          <p:spPr bwMode="auto">
            <a:xfrm>
              <a:off x="4712" y="1742"/>
              <a:ext cx="648" cy="10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4880" name="Rectangle 122"/>
            <p:cNvSpPr>
              <a:spLocks noChangeArrowheads="1"/>
            </p:cNvSpPr>
            <p:nvPr/>
          </p:nvSpPr>
          <p:spPr bwMode="auto">
            <a:xfrm>
              <a:off x="4712" y="1742"/>
              <a:ext cx="534" cy="10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  <p:grpSp>
        <p:nvGrpSpPr>
          <p:cNvPr id="34848" name="Group 123"/>
          <p:cNvGrpSpPr/>
          <p:nvPr/>
        </p:nvGrpSpPr>
        <p:grpSpPr bwMode="auto">
          <a:xfrm rot="3346875">
            <a:off x="7113602" y="3179764"/>
            <a:ext cx="447675" cy="171450"/>
            <a:chOff x="5078" y="1860"/>
            <a:chExt cx="282" cy="108"/>
          </a:xfrm>
        </p:grpSpPr>
        <p:sp>
          <p:nvSpPr>
            <p:cNvPr id="34877" name="Rectangle 124"/>
            <p:cNvSpPr>
              <a:spLocks noChangeArrowheads="1"/>
            </p:cNvSpPr>
            <p:nvPr/>
          </p:nvSpPr>
          <p:spPr bwMode="auto">
            <a:xfrm>
              <a:off x="5216" y="1860"/>
              <a:ext cx="144" cy="10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4878" name="Rectangle 125"/>
            <p:cNvSpPr>
              <a:spLocks noChangeArrowheads="1"/>
            </p:cNvSpPr>
            <p:nvPr/>
          </p:nvSpPr>
          <p:spPr bwMode="auto">
            <a:xfrm>
              <a:off x="5078" y="1860"/>
              <a:ext cx="166" cy="10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  <p:grpSp>
        <p:nvGrpSpPr>
          <p:cNvPr id="34849" name="Group 126"/>
          <p:cNvGrpSpPr/>
          <p:nvPr/>
        </p:nvGrpSpPr>
        <p:grpSpPr bwMode="auto">
          <a:xfrm rot="3215306">
            <a:off x="7431102" y="3284539"/>
            <a:ext cx="447675" cy="171450"/>
            <a:chOff x="5078" y="1860"/>
            <a:chExt cx="282" cy="108"/>
          </a:xfrm>
        </p:grpSpPr>
        <p:sp>
          <p:nvSpPr>
            <p:cNvPr id="34875" name="Rectangle 127"/>
            <p:cNvSpPr>
              <a:spLocks noChangeArrowheads="1"/>
            </p:cNvSpPr>
            <p:nvPr/>
          </p:nvSpPr>
          <p:spPr bwMode="auto">
            <a:xfrm>
              <a:off x="5216" y="1860"/>
              <a:ext cx="144" cy="10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4876" name="Rectangle 128"/>
            <p:cNvSpPr>
              <a:spLocks noChangeArrowheads="1"/>
            </p:cNvSpPr>
            <p:nvPr/>
          </p:nvSpPr>
          <p:spPr bwMode="auto">
            <a:xfrm>
              <a:off x="5078" y="1860"/>
              <a:ext cx="166" cy="10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  <p:grpSp>
        <p:nvGrpSpPr>
          <p:cNvPr id="34850" name="Group 129"/>
          <p:cNvGrpSpPr/>
          <p:nvPr/>
        </p:nvGrpSpPr>
        <p:grpSpPr bwMode="auto">
          <a:xfrm rot="3051000">
            <a:off x="7783527" y="3405189"/>
            <a:ext cx="447675" cy="171450"/>
            <a:chOff x="5078" y="1860"/>
            <a:chExt cx="282" cy="108"/>
          </a:xfrm>
        </p:grpSpPr>
        <p:sp>
          <p:nvSpPr>
            <p:cNvPr id="34873" name="Rectangle 130"/>
            <p:cNvSpPr>
              <a:spLocks noChangeArrowheads="1"/>
            </p:cNvSpPr>
            <p:nvPr/>
          </p:nvSpPr>
          <p:spPr bwMode="auto">
            <a:xfrm>
              <a:off x="5216" y="1860"/>
              <a:ext cx="144" cy="10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4874" name="Rectangle 131"/>
            <p:cNvSpPr>
              <a:spLocks noChangeArrowheads="1"/>
            </p:cNvSpPr>
            <p:nvPr/>
          </p:nvSpPr>
          <p:spPr bwMode="auto">
            <a:xfrm>
              <a:off x="5078" y="1860"/>
              <a:ext cx="166" cy="10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  <p:sp>
        <p:nvSpPr>
          <p:cNvPr id="34851" name="Line 132"/>
          <p:cNvSpPr>
            <a:spLocks noChangeShapeType="1"/>
          </p:cNvSpPr>
          <p:nvPr/>
        </p:nvSpPr>
        <p:spPr bwMode="auto">
          <a:xfrm>
            <a:off x="6837378" y="3214688"/>
            <a:ext cx="219075" cy="69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4852" name="Line 133"/>
          <p:cNvSpPr>
            <a:spLocks noChangeShapeType="1"/>
          </p:cNvSpPr>
          <p:nvPr/>
        </p:nvSpPr>
        <p:spPr bwMode="auto">
          <a:xfrm>
            <a:off x="7472378" y="3455988"/>
            <a:ext cx="133350" cy="177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4853" name="Line 134"/>
          <p:cNvSpPr>
            <a:spLocks noChangeShapeType="1"/>
          </p:cNvSpPr>
          <p:nvPr/>
        </p:nvSpPr>
        <p:spPr bwMode="auto">
          <a:xfrm>
            <a:off x="7796228" y="3554413"/>
            <a:ext cx="117475" cy="177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4854" name="Line 135"/>
          <p:cNvSpPr>
            <a:spLocks noChangeShapeType="1"/>
          </p:cNvSpPr>
          <p:nvPr/>
        </p:nvSpPr>
        <p:spPr bwMode="auto">
          <a:xfrm>
            <a:off x="8164528" y="3668713"/>
            <a:ext cx="101600" cy="1873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34856" name="Group 137"/>
          <p:cNvGrpSpPr/>
          <p:nvPr/>
        </p:nvGrpSpPr>
        <p:grpSpPr bwMode="auto">
          <a:xfrm rot="10826657">
            <a:off x="6440503" y="4291013"/>
            <a:ext cx="447675" cy="171450"/>
            <a:chOff x="5078" y="1860"/>
            <a:chExt cx="282" cy="108"/>
          </a:xfrm>
        </p:grpSpPr>
        <p:sp>
          <p:nvSpPr>
            <p:cNvPr id="34871" name="Rectangle 138"/>
            <p:cNvSpPr>
              <a:spLocks noChangeArrowheads="1"/>
            </p:cNvSpPr>
            <p:nvPr/>
          </p:nvSpPr>
          <p:spPr bwMode="auto">
            <a:xfrm>
              <a:off x="5216" y="1860"/>
              <a:ext cx="144" cy="10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4872" name="Rectangle 139"/>
            <p:cNvSpPr>
              <a:spLocks noChangeArrowheads="1"/>
            </p:cNvSpPr>
            <p:nvPr/>
          </p:nvSpPr>
          <p:spPr bwMode="auto">
            <a:xfrm>
              <a:off x="5078" y="1860"/>
              <a:ext cx="166" cy="10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  <p:grpSp>
        <p:nvGrpSpPr>
          <p:cNvPr id="34857" name="Group 140"/>
          <p:cNvGrpSpPr/>
          <p:nvPr/>
        </p:nvGrpSpPr>
        <p:grpSpPr bwMode="auto">
          <a:xfrm rot="10826657">
            <a:off x="6443678" y="4484688"/>
            <a:ext cx="447675" cy="171450"/>
            <a:chOff x="5078" y="1860"/>
            <a:chExt cx="282" cy="108"/>
          </a:xfrm>
        </p:grpSpPr>
        <p:sp>
          <p:nvSpPr>
            <p:cNvPr id="34869" name="Rectangle 141"/>
            <p:cNvSpPr>
              <a:spLocks noChangeArrowheads="1"/>
            </p:cNvSpPr>
            <p:nvPr/>
          </p:nvSpPr>
          <p:spPr bwMode="auto">
            <a:xfrm>
              <a:off x="5216" y="1860"/>
              <a:ext cx="144" cy="10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4870" name="Rectangle 142"/>
            <p:cNvSpPr>
              <a:spLocks noChangeArrowheads="1"/>
            </p:cNvSpPr>
            <p:nvPr/>
          </p:nvSpPr>
          <p:spPr bwMode="auto">
            <a:xfrm>
              <a:off x="5078" y="1860"/>
              <a:ext cx="166" cy="10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  <p:grpSp>
        <p:nvGrpSpPr>
          <p:cNvPr id="34858" name="Group 143"/>
          <p:cNvGrpSpPr/>
          <p:nvPr/>
        </p:nvGrpSpPr>
        <p:grpSpPr bwMode="auto">
          <a:xfrm rot="10826657">
            <a:off x="6446853" y="4678363"/>
            <a:ext cx="447675" cy="171450"/>
            <a:chOff x="5078" y="1860"/>
            <a:chExt cx="282" cy="108"/>
          </a:xfrm>
        </p:grpSpPr>
        <p:sp>
          <p:nvSpPr>
            <p:cNvPr id="34867" name="Rectangle 144"/>
            <p:cNvSpPr>
              <a:spLocks noChangeArrowheads="1"/>
            </p:cNvSpPr>
            <p:nvPr/>
          </p:nvSpPr>
          <p:spPr bwMode="auto">
            <a:xfrm>
              <a:off x="5216" y="1860"/>
              <a:ext cx="144" cy="10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4868" name="Rectangle 145"/>
            <p:cNvSpPr>
              <a:spLocks noChangeArrowheads="1"/>
            </p:cNvSpPr>
            <p:nvPr/>
          </p:nvSpPr>
          <p:spPr bwMode="auto">
            <a:xfrm>
              <a:off x="5078" y="1860"/>
              <a:ext cx="166" cy="10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  <p:sp>
        <p:nvSpPr>
          <p:cNvPr id="34859" name="Line 146"/>
          <p:cNvSpPr>
            <a:spLocks noChangeShapeType="1"/>
          </p:cNvSpPr>
          <p:nvPr/>
        </p:nvSpPr>
        <p:spPr bwMode="auto">
          <a:xfrm rot="9691848">
            <a:off x="6196028" y="4348163"/>
            <a:ext cx="219075" cy="69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4860" name="Line 147"/>
          <p:cNvSpPr>
            <a:spLocks noChangeShapeType="1"/>
          </p:cNvSpPr>
          <p:nvPr/>
        </p:nvSpPr>
        <p:spPr bwMode="auto">
          <a:xfrm rot="9691848">
            <a:off x="6186503" y="4522788"/>
            <a:ext cx="219075" cy="69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4861" name="Line 148"/>
          <p:cNvSpPr>
            <a:spLocks noChangeShapeType="1"/>
          </p:cNvSpPr>
          <p:nvPr/>
        </p:nvSpPr>
        <p:spPr bwMode="auto">
          <a:xfrm rot="9691848">
            <a:off x="6189678" y="4729163"/>
            <a:ext cx="219075" cy="69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34862" name="Group 149"/>
          <p:cNvGrpSpPr/>
          <p:nvPr/>
        </p:nvGrpSpPr>
        <p:grpSpPr bwMode="auto">
          <a:xfrm rot="10793026">
            <a:off x="5173678" y="4127501"/>
            <a:ext cx="1030287" cy="173037"/>
            <a:chOff x="4712" y="1742"/>
            <a:chExt cx="648" cy="108"/>
          </a:xfrm>
        </p:grpSpPr>
        <p:sp>
          <p:nvSpPr>
            <p:cNvPr id="34865" name="Rectangle 150"/>
            <p:cNvSpPr>
              <a:spLocks noChangeArrowheads="1"/>
            </p:cNvSpPr>
            <p:nvPr/>
          </p:nvSpPr>
          <p:spPr bwMode="auto">
            <a:xfrm>
              <a:off x="4712" y="1742"/>
              <a:ext cx="648" cy="10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4866" name="Rectangle 151"/>
            <p:cNvSpPr>
              <a:spLocks noChangeArrowheads="1"/>
            </p:cNvSpPr>
            <p:nvPr/>
          </p:nvSpPr>
          <p:spPr bwMode="auto">
            <a:xfrm>
              <a:off x="4712" y="1742"/>
              <a:ext cx="534" cy="10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6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7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  <p:sp>
        <p:nvSpPr>
          <p:cNvPr id="34863" name="Line 152"/>
          <p:cNvSpPr>
            <a:spLocks noChangeShapeType="1"/>
          </p:cNvSpPr>
          <p:nvPr/>
        </p:nvSpPr>
        <p:spPr bwMode="auto">
          <a:xfrm rot="9691848">
            <a:off x="4924440" y="4170363"/>
            <a:ext cx="219075" cy="69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56" name="Rectangle 3"/>
          <p:cNvSpPr>
            <a:spLocks noChangeArrowheads="1"/>
          </p:cNvSpPr>
          <p:nvPr/>
        </p:nvSpPr>
        <p:spPr bwMode="auto">
          <a:xfrm>
            <a:off x="406780" y="1515046"/>
            <a:ext cx="4418851" cy="36601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6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7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ct val="150000"/>
              </a:lnSpc>
              <a:spcBef>
                <a:spcPts val="0"/>
              </a:spcBef>
            </a:pPr>
            <a:r>
              <a:rPr lang="zh-CN" altLang="en-US" sz="2400" dirty="0">
                <a:latin typeface="Arial" panose="020B0604020202020204" pitchFamily="34" charset="0"/>
              </a:rPr>
              <a:t>每种物理网络规定</a:t>
            </a:r>
            <a:r>
              <a:rPr lang="en-US" altLang="zh-CN" sz="2400" dirty="0">
                <a:latin typeface="Arial" panose="020B0604020202020204" pitchFamily="34" charset="0"/>
              </a:rPr>
              <a:t>MTU</a:t>
            </a:r>
          </a:p>
          <a:p>
            <a:pPr lvl="1">
              <a:lnSpc>
                <a:spcPct val="150000"/>
              </a:lnSpc>
              <a:spcBef>
                <a:spcPts val="0"/>
              </a:spcBef>
            </a:pPr>
            <a:r>
              <a:rPr lang="zh-CN" altLang="en-US" sz="2000" dirty="0">
                <a:latin typeface="Arial" panose="020B0604020202020204" pitchFamily="34" charset="0"/>
              </a:rPr>
              <a:t>不同物理网络的</a:t>
            </a:r>
            <a:r>
              <a:rPr lang="en-US" altLang="zh-CN" sz="2000" dirty="0">
                <a:latin typeface="Arial" panose="020B0604020202020204" pitchFamily="34" charset="0"/>
              </a:rPr>
              <a:t>MTU</a:t>
            </a:r>
            <a:r>
              <a:rPr lang="zh-CN" altLang="en-US" sz="2000" dirty="0">
                <a:latin typeface="Arial" panose="020B0604020202020204" pitchFamily="34" charset="0"/>
              </a:rPr>
              <a:t>可能不同</a:t>
            </a:r>
            <a:endParaRPr lang="en-US" altLang="zh-CN" sz="2000" dirty="0">
              <a:latin typeface="Arial" panose="020B0604020202020204" pitchFamily="34" charset="0"/>
            </a:endParaRPr>
          </a:p>
          <a:p>
            <a:pPr>
              <a:lnSpc>
                <a:spcPct val="150000"/>
              </a:lnSpc>
              <a:spcBef>
                <a:spcPts val="600"/>
              </a:spcBef>
            </a:pPr>
            <a:r>
              <a:rPr lang="zh-CN" altLang="en-US" sz="2400" dirty="0">
                <a:latin typeface="Arial" panose="020B0604020202020204" pitchFamily="34" charset="0"/>
              </a:rPr>
              <a:t>较大</a:t>
            </a:r>
            <a:r>
              <a:rPr lang="en-US" altLang="zh-CN" sz="2400" dirty="0">
                <a:latin typeface="Arial" panose="020B0604020202020204" pitchFamily="34" charset="0"/>
              </a:rPr>
              <a:t>IP</a:t>
            </a:r>
            <a:r>
              <a:rPr lang="zh-CN" altLang="en-US" sz="2400" dirty="0">
                <a:latin typeface="Arial" panose="020B0604020202020204" pitchFamily="34" charset="0"/>
              </a:rPr>
              <a:t>数据包在路由器转发时，可能被分片</a:t>
            </a:r>
            <a:endParaRPr lang="en-US" altLang="zh-CN" sz="2400" dirty="0">
              <a:latin typeface="Arial" panose="020B0604020202020204" pitchFamily="34" charset="0"/>
            </a:endParaRPr>
          </a:p>
          <a:p>
            <a:pPr lvl="1">
              <a:lnSpc>
                <a:spcPct val="150000"/>
              </a:lnSpc>
              <a:spcBef>
                <a:spcPts val="0"/>
              </a:spcBef>
            </a:pPr>
            <a:r>
              <a:rPr lang="zh-CN" altLang="en-US" sz="2000" b="1" dirty="0">
                <a:solidFill>
                  <a:srgbClr val="C00000"/>
                </a:solidFill>
                <a:latin typeface="Arial" panose="020B0604020202020204" pitchFamily="34" charset="0"/>
              </a:rPr>
              <a:t>仅在目的主机进行重组</a:t>
            </a:r>
            <a:endParaRPr lang="en-US" altLang="zh-CN" sz="2000" b="1" dirty="0">
              <a:solidFill>
                <a:srgbClr val="C00000"/>
              </a:solidFill>
              <a:latin typeface="Arial" panose="020B0604020202020204" pitchFamily="34" charset="0"/>
            </a:endParaRPr>
          </a:p>
          <a:p>
            <a:pPr lvl="1">
              <a:lnSpc>
                <a:spcPct val="150000"/>
              </a:lnSpc>
              <a:spcBef>
                <a:spcPts val="0"/>
              </a:spcBef>
            </a:pPr>
            <a:r>
              <a:rPr lang="en-US" altLang="zh-CN" sz="2000" dirty="0">
                <a:latin typeface="Arial" panose="020B0604020202020204" pitchFamily="34" charset="0"/>
              </a:rPr>
              <a:t>IP</a:t>
            </a:r>
            <a:r>
              <a:rPr lang="zh-CN" altLang="en-US" sz="2000" dirty="0">
                <a:latin typeface="Arial" panose="020B0604020202020204" pitchFamily="34" charset="0"/>
              </a:rPr>
              <a:t>首部中的一些字段用于</a:t>
            </a:r>
            <a:r>
              <a:rPr lang="en-US" altLang="zh-CN" sz="2000" dirty="0">
                <a:latin typeface="Arial" panose="020B0604020202020204" pitchFamily="34" charset="0"/>
              </a:rPr>
              <a:t>IP</a:t>
            </a:r>
            <a:r>
              <a:rPr lang="zh-CN" altLang="en-US" sz="2000" dirty="0">
                <a:latin typeface="Arial" panose="020B0604020202020204" pitchFamily="34" charset="0"/>
              </a:rPr>
              <a:t>数据包的分片与重组</a:t>
            </a:r>
            <a:endParaRPr lang="en-US" altLang="zh-CN" sz="2000" dirty="0">
              <a:latin typeface="Arial" panose="020B0604020202020204" pitchFamily="34" charset="0"/>
            </a:endParaRPr>
          </a:p>
        </p:txBody>
      </p:sp>
      <p:sp>
        <p:nvSpPr>
          <p:cNvPr id="160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 IPv4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数据包转发</a:t>
            </a:r>
          </a:p>
        </p:txBody>
      </p:sp>
      <p:sp>
        <p:nvSpPr>
          <p:cNvPr id="157" name="文本框 156"/>
          <p:cNvSpPr txBox="1"/>
          <p:nvPr/>
        </p:nvSpPr>
        <p:spPr>
          <a:xfrm>
            <a:off x="834090" y="5771635"/>
            <a:ext cx="3115610" cy="400110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6">
                <a:lumMod val="20000"/>
                <a:lumOff val="80000"/>
              </a:schemeClr>
            </a:solidFill>
          </a:ln>
        </p:spPr>
        <p:txBody>
          <a:bodyPr wrap="square">
            <a:spAutoFit/>
          </a:bodyPr>
          <a:lstStyle/>
          <a:p>
            <a:r>
              <a:rPr lang="en-US" altLang="zh-CN" sz="2000" dirty="0">
                <a:latin typeface="Arial" panose="020B0604020202020204" pitchFamily="34" charset="0"/>
              </a:rPr>
              <a:t>MTU</a:t>
            </a:r>
            <a:r>
              <a:rPr lang="zh-CN" altLang="en-US" sz="2000" dirty="0">
                <a:latin typeface="Arial" panose="020B0604020202020204" pitchFamily="34" charset="0"/>
              </a:rPr>
              <a:t>：</a:t>
            </a:r>
            <a:r>
              <a:rPr lang="en-US" altLang="zh-CN" sz="2000" dirty="0">
                <a:latin typeface="Arial" panose="020B0604020202020204" pitchFamily="34" charset="0"/>
              </a:rPr>
              <a:t>Max Transfer Unit</a:t>
            </a:r>
            <a:endParaRPr lang="zh-CN" altLang="en-US" sz="2000" dirty="0"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9" name="Rectangle 2"/>
          <p:cNvSpPr>
            <a:spLocks noGrp="1" noChangeArrowheads="1"/>
          </p:cNvSpPr>
          <p:nvPr>
            <p:ph type="title"/>
          </p:nvPr>
        </p:nvSpPr>
        <p:spPr>
          <a:xfrm>
            <a:off x="431346" y="609600"/>
            <a:ext cx="8388804" cy="731838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数据包分片与重组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60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 IPv4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数据包转发</a:t>
            </a:r>
          </a:p>
        </p:txBody>
      </p:sp>
      <p:grpSp>
        <p:nvGrpSpPr>
          <p:cNvPr id="154" name="Group 4"/>
          <p:cNvGrpSpPr/>
          <p:nvPr/>
        </p:nvGrpSpPr>
        <p:grpSpPr bwMode="auto">
          <a:xfrm>
            <a:off x="3667129" y="1571998"/>
            <a:ext cx="4248150" cy="665163"/>
            <a:chOff x="3006" y="1205"/>
            <a:chExt cx="2676" cy="419"/>
          </a:xfrm>
        </p:grpSpPr>
        <p:sp>
          <p:nvSpPr>
            <p:cNvPr id="155" name="Rectangle 5"/>
            <p:cNvSpPr>
              <a:spLocks noChangeArrowheads="1"/>
            </p:cNvSpPr>
            <p:nvPr/>
          </p:nvSpPr>
          <p:spPr bwMode="auto">
            <a:xfrm>
              <a:off x="3048" y="1212"/>
              <a:ext cx="2634" cy="342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58" name="Rectangle 6"/>
            <p:cNvSpPr>
              <a:spLocks noChangeArrowheads="1"/>
            </p:cNvSpPr>
            <p:nvPr/>
          </p:nvSpPr>
          <p:spPr bwMode="auto">
            <a:xfrm>
              <a:off x="3006" y="1242"/>
              <a:ext cx="2634" cy="342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59" name="Text Box 7"/>
            <p:cNvSpPr txBox="1">
              <a:spLocks noChangeArrowheads="1"/>
            </p:cNvSpPr>
            <p:nvPr/>
          </p:nvSpPr>
          <p:spPr bwMode="auto">
            <a:xfrm>
              <a:off x="3676" y="1205"/>
              <a:ext cx="272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zh-CN" sz="18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ID</a:t>
              </a:r>
            </a:p>
            <a:p>
              <a:r>
                <a:rPr lang="en-US" altLang="zh-CN" sz="18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=x</a:t>
              </a:r>
            </a:p>
          </p:txBody>
        </p:sp>
        <p:sp>
          <p:nvSpPr>
            <p:cNvPr id="161" name="Text Box 8"/>
            <p:cNvSpPr txBox="1">
              <a:spLocks noChangeArrowheads="1"/>
            </p:cNvSpPr>
            <p:nvPr/>
          </p:nvSpPr>
          <p:spPr bwMode="auto">
            <a:xfrm>
              <a:off x="4548" y="1217"/>
              <a:ext cx="553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zh-CN" altLang="en-US" sz="18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偏移量</a:t>
              </a:r>
              <a:endParaRPr lang="en-US" altLang="zh-CN" sz="18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  <a:p>
              <a:pPr algn="ctr"/>
              <a:r>
                <a:rPr lang="en-US" altLang="zh-CN" sz="18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=0</a:t>
              </a:r>
            </a:p>
          </p:txBody>
        </p:sp>
        <p:sp>
          <p:nvSpPr>
            <p:cNvPr id="162" name="Text Box 9"/>
            <p:cNvSpPr txBox="1">
              <a:spLocks noChangeArrowheads="1"/>
            </p:cNvSpPr>
            <p:nvPr/>
          </p:nvSpPr>
          <p:spPr bwMode="auto">
            <a:xfrm>
              <a:off x="3982" y="1217"/>
              <a:ext cx="553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zh-CN" altLang="en-US" sz="18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标志位</a:t>
              </a:r>
              <a:endParaRPr lang="en-US" altLang="zh-CN" sz="18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  <a:p>
              <a:pPr algn="ctr"/>
              <a:r>
                <a:rPr lang="en-US" altLang="zh-CN" sz="18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=0</a:t>
              </a:r>
            </a:p>
          </p:txBody>
        </p:sp>
        <p:sp>
          <p:nvSpPr>
            <p:cNvPr id="163" name="Text Box 10"/>
            <p:cNvSpPr txBox="1">
              <a:spLocks noChangeArrowheads="1"/>
            </p:cNvSpPr>
            <p:nvPr/>
          </p:nvSpPr>
          <p:spPr bwMode="auto">
            <a:xfrm>
              <a:off x="3172" y="1205"/>
              <a:ext cx="489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zh-CN" altLang="en-US" sz="18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长度</a:t>
              </a:r>
              <a:endParaRPr lang="en-US" altLang="zh-CN" sz="18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  <a:p>
              <a:r>
                <a:rPr lang="en-US" altLang="zh-CN" sz="18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=4000</a:t>
              </a:r>
            </a:p>
          </p:txBody>
        </p:sp>
        <p:sp>
          <p:nvSpPr>
            <p:cNvPr id="164" name="Line 11"/>
            <p:cNvSpPr>
              <a:spLocks noChangeShapeType="1"/>
            </p:cNvSpPr>
            <p:nvPr/>
          </p:nvSpPr>
          <p:spPr bwMode="auto">
            <a:xfrm>
              <a:off x="3192" y="1242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65" name="Line 12"/>
            <p:cNvSpPr>
              <a:spLocks noChangeShapeType="1"/>
            </p:cNvSpPr>
            <p:nvPr/>
          </p:nvSpPr>
          <p:spPr bwMode="auto">
            <a:xfrm>
              <a:off x="3696" y="1242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66" name="Line 13"/>
            <p:cNvSpPr>
              <a:spLocks noChangeShapeType="1"/>
            </p:cNvSpPr>
            <p:nvPr/>
          </p:nvSpPr>
          <p:spPr bwMode="auto">
            <a:xfrm>
              <a:off x="3966" y="1254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67" name="Line 14"/>
            <p:cNvSpPr>
              <a:spLocks noChangeShapeType="1"/>
            </p:cNvSpPr>
            <p:nvPr/>
          </p:nvSpPr>
          <p:spPr bwMode="auto">
            <a:xfrm>
              <a:off x="4584" y="1242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68" name="Line 15"/>
            <p:cNvSpPr>
              <a:spLocks noChangeShapeType="1"/>
            </p:cNvSpPr>
            <p:nvPr/>
          </p:nvSpPr>
          <p:spPr bwMode="auto">
            <a:xfrm>
              <a:off x="5058" y="1242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69" name="Rectangle 16"/>
            <p:cNvSpPr>
              <a:spLocks noChangeArrowheads="1"/>
            </p:cNvSpPr>
            <p:nvPr/>
          </p:nvSpPr>
          <p:spPr bwMode="auto">
            <a:xfrm>
              <a:off x="5329" y="1210"/>
              <a:ext cx="138" cy="37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70" name="Group 70"/>
          <p:cNvGrpSpPr/>
          <p:nvPr/>
        </p:nvGrpSpPr>
        <p:grpSpPr bwMode="auto">
          <a:xfrm>
            <a:off x="3667129" y="2860909"/>
            <a:ext cx="4686300" cy="3287711"/>
            <a:chOff x="2337" y="1440"/>
            <a:chExt cx="2952" cy="2071"/>
          </a:xfrm>
        </p:grpSpPr>
        <p:grpSp>
          <p:nvGrpSpPr>
            <p:cNvPr id="171" name="Group 17"/>
            <p:cNvGrpSpPr/>
            <p:nvPr/>
          </p:nvGrpSpPr>
          <p:grpSpPr bwMode="auto">
            <a:xfrm>
              <a:off x="2613" y="2066"/>
              <a:ext cx="2676" cy="419"/>
              <a:chOff x="3006" y="1205"/>
              <a:chExt cx="2676" cy="419"/>
            </a:xfrm>
          </p:grpSpPr>
          <p:sp>
            <p:nvSpPr>
              <p:cNvPr id="202" name="Rectangle 18"/>
              <p:cNvSpPr>
                <a:spLocks noChangeArrowheads="1"/>
              </p:cNvSpPr>
              <p:nvPr/>
            </p:nvSpPr>
            <p:spPr bwMode="auto">
              <a:xfrm>
                <a:off x="3048" y="1212"/>
                <a:ext cx="2634" cy="342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18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" name="Rectangle 19"/>
              <p:cNvSpPr>
                <a:spLocks noChangeArrowheads="1"/>
              </p:cNvSpPr>
              <p:nvPr/>
            </p:nvSpPr>
            <p:spPr bwMode="auto">
              <a:xfrm>
                <a:off x="3006" y="1242"/>
                <a:ext cx="2634" cy="342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" name="Text Box 20"/>
              <p:cNvSpPr txBox="1">
                <a:spLocks noChangeArrowheads="1"/>
              </p:cNvSpPr>
              <p:nvPr/>
            </p:nvSpPr>
            <p:spPr bwMode="auto">
              <a:xfrm>
                <a:off x="3652" y="1205"/>
                <a:ext cx="272" cy="4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ID</a:t>
                </a:r>
              </a:p>
              <a:p>
                <a:r>
                  <a:rPr lang="en-US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=x</a:t>
                </a:r>
              </a:p>
            </p:txBody>
          </p:sp>
          <p:sp>
            <p:nvSpPr>
              <p:cNvPr id="205" name="Text Box 21"/>
              <p:cNvSpPr txBox="1">
                <a:spLocks noChangeArrowheads="1"/>
              </p:cNvSpPr>
              <p:nvPr/>
            </p:nvSpPr>
            <p:spPr bwMode="auto">
              <a:xfrm>
                <a:off x="4524" y="1217"/>
                <a:ext cx="5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zh-CN" altLang="en-US" sz="18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偏移量</a:t>
                </a:r>
                <a:endParaRPr lang="en-US" altLang="zh-CN" sz="18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  <a:p>
                <a:pPr algn="ctr"/>
                <a:r>
                  <a:rPr lang="en-US" altLang="zh-CN" sz="18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=0</a:t>
                </a:r>
              </a:p>
            </p:txBody>
          </p:sp>
          <p:sp>
            <p:nvSpPr>
              <p:cNvPr id="206" name="Text Box 22"/>
              <p:cNvSpPr txBox="1">
                <a:spLocks noChangeArrowheads="1"/>
              </p:cNvSpPr>
              <p:nvPr/>
            </p:nvSpPr>
            <p:spPr bwMode="auto">
              <a:xfrm>
                <a:off x="3958" y="1217"/>
                <a:ext cx="5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zh-CN" altLang="en-US" sz="18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标志位</a:t>
                </a:r>
                <a:endParaRPr lang="en-US" altLang="zh-CN" sz="18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  <a:p>
                <a:pPr algn="ctr"/>
                <a:r>
                  <a:rPr lang="en-US" altLang="zh-CN" sz="18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=1</a:t>
                </a:r>
              </a:p>
            </p:txBody>
          </p:sp>
          <p:sp>
            <p:nvSpPr>
              <p:cNvPr id="207" name="Text Box 23"/>
              <p:cNvSpPr txBox="1">
                <a:spLocks noChangeArrowheads="1"/>
              </p:cNvSpPr>
              <p:nvPr/>
            </p:nvSpPr>
            <p:spPr bwMode="auto">
              <a:xfrm>
                <a:off x="3172" y="1205"/>
                <a:ext cx="489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zh-CN" altLang="en-US" sz="18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长度</a:t>
                </a:r>
                <a:endParaRPr lang="en-US" altLang="zh-CN" sz="18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  <a:p>
                <a:r>
                  <a:rPr lang="en-US" altLang="zh-CN" sz="18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=1500</a:t>
                </a:r>
              </a:p>
            </p:txBody>
          </p:sp>
          <p:sp>
            <p:nvSpPr>
              <p:cNvPr id="208" name="Line 24"/>
              <p:cNvSpPr>
                <a:spLocks noChangeShapeType="1"/>
              </p:cNvSpPr>
              <p:nvPr/>
            </p:nvSpPr>
            <p:spPr bwMode="auto">
              <a:xfrm>
                <a:off x="3190" y="1242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" name="Line 25"/>
              <p:cNvSpPr>
                <a:spLocks noChangeShapeType="1"/>
              </p:cNvSpPr>
              <p:nvPr/>
            </p:nvSpPr>
            <p:spPr bwMode="auto">
              <a:xfrm>
                <a:off x="3694" y="1242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" name="Line 26"/>
              <p:cNvSpPr>
                <a:spLocks noChangeShapeType="1"/>
              </p:cNvSpPr>
              <p:nvPr/>
            </p:nvSpPr>
            <p:spPr bwMode="auto">
              <a:xfrm>
                <a:off x="3964" y="1254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" name="Line 27"/>
              <p:cNvSpPr>
                <a:spLocks noChangeShapeType="1"/>
              </p:cNvSpPr>
              <p:nvPr/>
            </p:nvSpPr>
            <p:spPr bwMode="auto">
              <a:xfrm>
                <a:off x="4582" y="1242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" name="Line 28"/>
              <p:cNvSpPr>
                <a:spLocks noChangeShapeType="1"/>
              </p:cNvSpPr>
              <p:nvPr/>
            </p:nvSpPr>
            <p:spPr bwMode="auto">
              <a:xfrm>
                <a:off x="5056" y="1242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" name="Rectangle 29"/>
              <p:cNvSpPr>
                <a:spLocks noChangeArrowheads="1"/>
              </p:cNvSpPr>
              <p:nvPr/>
            </p:nvSpPr>
            <p:spPr bwMode="auto">
              <a:xfrm>
                <a:off x="5332" y="1212"/>
                <a:ext cx="138" cy="37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72" name="Group 30"/>
            <p:cNvGrpSpPr/>
            <p:nvPr/>
          </p:nvGrpSpPr>
          <p:grpSpPr bwMode="auto">
            <a:xfrm>
              <a:off x="2613" y="2562"/>
              <a:ext cx="2676" cy="427"/>
              <a:chOff x="3006" y="1197"/>
              <a:chExt cx="2676" cy="427"/>
            </a:xfrm>
          </p:grpSpPr>
          <p:sp>
            <p:nvSpPr>
              <p:cNvPr id="190" name="Rectangle 31"/>
              <p:cNvSpPr>
                <a:spLocks noChangeArrowheads="1"/>
              </p:cNvSpPr>
              <p:nvPr/>
            </p:nvSpPr>
            <p:spPr bwMode="auto">
              <a:xfrm>
                <a:off x="3048" y="1212"/>
                <a:ext cx="2634" cy="342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18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" name="Rectangle 32"/>
              <p:cNvSpPr>
                <a:spLocks noChangeArrowheads="1"/>
              </p:cNvSpPr>
              <p:nvPr/>
            </p:nvSpPr>
            <p:spPr bwMode="auto">
              <a:xfrm>
                <a:off x="3006" y="1242"/>
                <a:ext cx="2634" cy="342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" name="Text Box 33"/>
              <p:cNvSpPr txBox="1">
                <a:spLocks noChangeArrowheads="1"/>
              </p:cNvSpPr>
              <p:nvPr/>
            </p:nvSpPr>
            <p:spPr bwMode="auto">
              <a:xfrm>
                <a:off x="3656" y="1205"/>
                <a:ext cx="272" cy="4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ID</a:t>
                </a:r>
              </a:p>
              <a:p>
                <a:r>
                  <a:rPr lang="en-US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=x</a:t>
                </a:r>
              </a:p>
            </p:txBody>
          </p:sp>
          <p:sp>
            <p:nvSpPr>
              <p:cNvPr id="193" name="Text Box 34"/>
              <p:cNvSpPr txBox="1">
                <a:spLocks noChangeArrowheads="1"/>
              </p:cNvSpPr>
              <p:nvPr/>
            </p:nvSpPr>
            <p:spPr bwMode="auto">
              <a:xfrm>
                <a:off x="4528" y="1217"/>
                <a:ext cx="5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zh-CN" altLang="en-US" sz="18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偏移量</a:t>
                </a:r>
                <a:endParaRPr lang="en-US" altLang="zh-CN" sz="18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  <a:p>
                <a:pPr algn="ctr"/>
                <a:r>
                  <a:rPr lang="en-US" altLang="zh-CN" sz="18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=185</a:t>
                </a:r>
              </a:p>
            </p:txBody>
          </p:sp>
          <p:sp>
            <p:nvSpPr>
              <p:cNvPr id="194" name="Text Box 35"/>
              <p:cNvSpPr txBox="1">
                <a:spLocks noChangeArrowheads="1"/>
              </p:cNvSpPr>
              <p:nvPr/>
            </p:nvSpPr>
            <p:spPr bwMode="auto">
              <a:xfrm>
                <a:off x="3963" y="1217"/>
                <a:ext cx="5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zh-CN" altLang="en-US" sz="18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标志位</a:t>
                </a:r>
                <a:endParaRPr lang="en-US" altLang="zh-CN" sz="18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  <a:p>
                <a:pPr algn="ctr"/>
                <a:r>
                  <a:rPr lang="en-US" altLang="zh-CN" sz="18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=1</a:t>
                </a:r>
              </a:p>
            </p:txBody>
          </p:sp>
          <p:sp>
            <p:nvSpPr>
              <p:cNvPr id="195" name="Text Box 36"/>
              <p:cNvSpPr txBox="1">
                <a:spLocks noChangeArrowheads="1"/>
              </p:cNvSpPr>
              <p:nvPr/>
            </p:nvSpPr>
            <p:spPr bwMode="auto">
              <a:xfrm>
                <a:off x="3183" y="1197"/>
                <a:ext cx="489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zh-CN" altLang="en-US" sz="18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长度</a:t>
                </a:r>
                <a:endParaRPr lang="en-US" altLang="zh-CN" sz="18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  <a:p>
                <a:r>
                  <a:rPr lang="en-US" altLang="zh-CN" sz="18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=1500</a:t>
                </a:r>
              </a:p>
            </p:txBody>
          </p:sp>
          <p:sp>
            <p:nvSpPr>
              <p:cNvPr id="196" name="Line 37"/>
              <p:cNvSpPr>
                <a:spLocks noChangeShapeType="1"/>
              </p:cNvSpPr>
              <p:nvPr/>
            </p:nvSpPr>
            <p:spPr bwMode="auto">
              <a:xfrm>
                <a:off x="3190" y="1230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" name="Line 38"/>
              <p:cNvSpPr>
                <a:spLocks noChangeShapeType="1"/>
              </p:cNvSpPr>
              <p:nvPr/>
            </p:nvSpPr>
            <p:spPr bwMode="auto">
              <a:xfrm>
                <a:off x="3696" y="1242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" name="Line 39"/>
              <p:cNvSpPr>
                <a:spLocks noChangeShapeType="1"/>
              </p:cNvSpPr>
              <p:nvPr/>
            </p:nvSpPr>
            <p:spPr bwMode="auto">
              <a:xfrm>
                <a:off x="3966" y="1254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" name="Line 40"/>
              <p:cNvSpPr>
                <a:spLocks noChangeShapeType="1"/>
              </p:cNvSpPr>
              <p:nvPr/>
            </p:nvSpPr>
            <p:spPr bwMode="auto">
              <a:xfrm>
                <a:off x="4584" y="1242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" name="Line 41"/>
              <p:cNvSpPr>
                <a:spLocks noChangeShapeType="1"/>
              </p:cNvSpPr>
              <p:nvPr/>
            </p:nvSpPr>
            <p:spPr bwMode="auto">
              <a:xfrm>
                <a:off x="5058" y="1242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" name="Rectangle 42"/>
              <p:cNvSpPr>
                <a:spLocks noChangeArrowheads="1"/>
              </p:cNvSpPr>
              <p:nvPr/>
            </p:nvSpPr>
            <p:spPr bwMode="auto">
              <a:xfrm>
                <a:off x="5338" y="1212"/>
                <a:ext cx="138" cy="37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73" name="Group 43"/>
            <p:cNvGrpSpPr/>
            <p:nvPr/>
          </p:nvGrpSpPr>
          <p:grpSpPr bwMode="auto">
            <a:xfrm>
              <a:off x="2607" y="3090"/>
              <a:ext cx="2676" cy="421"/>
              <a:chOff x="3006" y="1203"/>
              <a:chExt cx="2676" cy="421"/>
            </a:xfrm>
          </p:grpSpPr>
          <p:sp>
            <p:nvSpPr>
              <p:cNvPr id="178" name="Rectangle 44"/>
              <p:cNvSpPr>
                <a:spLocks noChangeArrowheads="1"/>
              </p:cNvSpPr>
              <p:nvPr/>
            </p:nvSpPr>
            <p:spPr bwMode="auto">
              <a:xfrm>
                <a:off x="3048" y="1212"/>
                <a:ext cx="2634" cy="342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zh-CN" altLang="zh-CN" sz="18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9" name="Rectangle 45"/>
              <p:cNvSpPr>
                <a:spLocks noChangeArrowheads="1"/>
              </p:cNvSpPr>
              <p:nvPr/>
            </p:nvSpPr>
            <p:spPr bwMode="auto">
              <a:xfrm>
                <a:off x="3006" y="1242"/>
                <a:ext cx="2634" cy="342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0" name="Text Box 46"/>
              <p:cNvSpPr txBox="1">
                <a:spLocks noChangeArrowheads="1"/>
              </p:cNvSpPr>
              <p:nvPr/>
            </p:nvSpPr>
            <p:spPr bwMode="auto">
              <a:xfrm>
                <a:off x="3688" y="1205"/>
                <a:ext cx="272" cy="4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ID</a:t>
                </a:r>
              </a:p>
              <a:p>
                <a:r>
                  <a:rPr lang="en-US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=x</a:t>
                </a:r>
              </a:p>
            </p:txBody>
          </p:sp>
          <p:sp>
            <p:nvSpPr>
              <p:cNvPr id="181" name="Text Box 47"/>
              <p:cNvSpPr txBox="1">
                <a:spLocks noChangeArrowheads="1"/>
              </p:cNvSpPr>
              <p:nvPr/>
            </p:nvSpPr>
            <p:spPr bwMode="auto">
              <a:xfrm>
                <a:off x="4560" y="1217"/>
                <a:ext cx="5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zh-CN" altLang="en-US" sz="18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偏移量</a:t>
                </a:r>
                <a:endParaRPr lang="en-US" altLang="zh-CN" sz="18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  <a:p>
                <a:pPr algn="ctr"/>
                <a:r>
                  <a:rPr lang="en-US" altLang="zh-CN" sz="18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=370</a:t>
                </a:r>
              </a:p>
            </p:txBody>
          </p:sp>
          <p:sp>
            <p:nvSpPr>
              <p:cNvPr id="182" name="Text Box 48"/>
              <p:cNvSpPr txBox="1">
                <a:spLocks noChangeArrowheads="1"/>
              </p:cNvSpPr>
              <p:nvPr/>
            </p:nvSpPr>
            <p:spPr bwMode="auto">
              <a:xfrm>
                <a:off x="3994" y="1217"/>
                <a:ext cx="5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zh-CN" altLang="en-US" sz="18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标志位</a:t>
                </a:r>
                <a:endParaRPr lang="en-US" altLang="zh-CN" sz="18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  <a:p>
                <a:pPr algn="ctr"/>
                <a:r>
                  <a:rPr lang="en-US" altLang="zh-CN" sz="18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=0</a:t>
                </a:r>
              </a:p>
            </p:txBody>
          </p:sp>
          <p:sp>
            <p:nvSpPr>
              <p:cNvPr id="183" name="Text Box 49"/>
              <p:cNvSpPr txBox="1">
                <a:spLocks noChangeArrowheads="1"/>
              </p:cNvSpPr>
              <p:nvPr/>
            </p:nvSpPr>
            <p:spPr bwMode="auto">
              <a:xfrm>
                <a:off x="3183" y="1203"/>
                <a:ext cx="489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zh-CN" altLang="en-US" sz="18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长度</a:t>
                </a:r>
                <a:endParaRPr lang="en-US" altLang="zh-CN" sz="18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  <a:p>
                <a:r>
                  <a:rPr lang="en-US" altLang="zh-CN" sz="18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=1040</a:t>
                </a:r>
              </a:p>
            </p:txBody>
          </p:sp>
          <p:sp>
            <p:nvSpPr>
              <p:cNvPr id="184" name="Line 50"/>
              <p:cNvSpPr>
                <a:spLocks noChangeShapeType="1"/>
              </p:cNvSpPr>
              <p:nvPr/>
            </p:nvSpPr>
            <p:spPr bwMode="auto">
              <a:xfrm>
                <a:off x="3196" y="1236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5" name="Line 51"/>
              <p:cNvSpPr>
                <a:spLocks noChangeShapeType="1"/>
              </p:cNvSpPr>
              <p:nvPr/>
            </p:nvSpPr>
            <p:spPr bwMode="auto">
              <a:xfrm>
                <a:off x="3704" y="1242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" name="Line 52"/>
              <p:cNvSpPr>
                <a:spLocks noChangeShapeType="1"/>
              </p:cNvSpPr>
              <p:nvPr/>
            </p:nvSpPr>
            <p:spPr bwMode="auto">
              <a:xfrm>
                <a:off x="4020" y="1254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" name="Line 53"/>
              <p:cNvSpPr>
                <a:spLocks noChangeShapeType="1"/>
              </p:cNvSpPr>
              <p:nvPr/>
            </p:nvSpPr>
            <p:spPr bwMode="auto">
              <a:xfrm>
                <a:off x="4592" y="1242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" name="Line 54"/>
              <p:cNvSpPr>
                <a:spLocks noChangeShapeType="1"/>
              </p:cNvSpPr>
              <p:nvPr/>
            </p:nvSpPr>
            <p:spPr bwMode="auto">
              <a:xfrm>
                <a:off x="5066" y="1242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" name="Rectangle 55"/>
              <p:cNvSpPr>
                <a:spLocks noChangeArrowheads="1"/>
              </p:cNvSpPr>
              <p:nvPr/>
            </p:nvSpPr>
            <p:spPr bwMode="auto">
              <a:xfrm>
                <a:off x="5349" y="1212"/>
                <a:ext cx="138" cy="37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zh-CN" altLang="zh-CN" sz="18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174" name="Freeform 56"/>
            <p:cNvSpPr/>
            <p:nvPr/>
          </p:nvSpPr>
          <p:spPr bwMode="auto">
            <a:xfrm>
              <a:off x="2337" y="1440"/>
              <a:ext cx="210" cy="1362"/>
            </a:xfrm>
            <a:custGeom>
              <a:avLst/>
              <a:gdLst>
                <a:gd name="T0" fmla="*/ 0 w 210"/>
                <a:gd name="T1" fmla="*/ 0 h 1362"/>
                <a:gd name="T2" fmla="*/ 0 w 210"/>
                <a:gd name="T3" fmla="*/ 1362 h 1362"/>
                <a:gd name="T4" fmla="*/ 210 w 210"/>
                <a:gd name="T5" fmla="*/ 858 h 1362"/>
                <a:gd name="T6" fmla="*/ 0 60000 65536"/>
                <a:gd name="T7" fmla="*/ 0 60000 65536"/>
                <a:gd name="T8" fmla="*/ 0 60000 65536"/>
                <a:gd name="T9" fmla="*/ 0 w 210"/>
                <a:gd name="T10" fmla="*/ 0 h 1362"/>
                <a:gd name="T11" fmla="*/ 210 w 210"/>
                <a:gd name="T12" fmla="*/ 1362 h 136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0" h="1362">
                  <a:moveTo>
                    <a:pt x="0" y="0"/>
                  </a:moveTo>
                  <a:lnTo>
                    <a:pt x="0" y="1362"/>
                  </a:lnTo>
                  <a:lnTo>
                    <a:pt x="210" y="858"/>
                  </a:lnTo>
                </a:path>
              </a:pathLst>
            </a:custGeom>
            <a:noFill/>
            <a:ln w="19050" cap="flat" cmpd="sng">
              <a:solidFill>
                <a:srgbClr val="CC0000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75" name="Line 57"/>
            <p:cNvSpPr>
              <a:spLocks noChangeShapeType="1"/>
            </p:cNvSpPr>
            <p:nvPr/>
          </p:nvSpPr>
          <p:spPr bwMode="auto">
            <a:xfrm>
              <a:off x="2337" y="2787"/>
              <a:ext cx="228" cy="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76" name="Line 58"/>
            <p:cNvSpPr>
              <a:spLocks noChangeShapeType="1"/>
            </p:cNvSpPr>
            <p:nvPr/>
          </p:nvSpPr>
          <p:spPr bwMode="auto">
            <a:xfrm>
              <a:off x="2343" y="2793"/>
              <a:ext cx="210" cy="49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77" name="Text Box 59"/>
            <p:cNvSpPr txBox="1">
              <a:spLocks noChangeArrowheads="1"/>
            </p:cNvSpPr>
            <p:nvPr/>
          </p:nvSpPr>
          <p:spPr bwMode="auto">
            <a:xfrm>
              <a:off x="2421" y="1490"/>
              <a:ext cx="1561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zh-CN" altLang="en-US" sz="2000" dirty="0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一个大的</a:t>
              </a:r>
              <a:r>
                <a:rPr lang="en-US" altLang="zh-CN" sz="2000" dirty="0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IP</a:t>
              </a:r>
              <a:r>
                <a:rPr lang="zh-CN" altLang="en-US" sz="2000" dirty="0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数据包分成几个小的数据包</a:t>
              </a:r>
              <a:endParaRPr lang="en-US" altLang="zh-CN" sz="200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214" name="Rectangle 60"/>
          <p:cNvSpPr>
            <a:spLocks noChangeArrowheads="1"/>
          </p:cNvSpPr>
          <p:nvPr/>
        </p:nvSpPr>
        <p:spPr bwMode="auto">
          <a:xfrm>
            <a:off x="431346" y="1551360"/>
            <a:ext cx="2940508" cy="1677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ts val="12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None/>
            </a:pPr>
            <a:r>
              <a:rPr lang="zh-CN" altLang="en-US" sz="280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示例：</a:t>
            </a:r>
            <a:endParaRPr lang="en-US" altLang="zh-CN" sz="2800" dirty="0">
              <a:solidFill>
                <a:srgbClr val="CC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>
              <a:spcBef>
                <a:spcPts val="1200"/>
              </a:spcBef>
              <a:buClr>
                <a:srgbClr val="000099"/>
              </a:buClr>
              <a:buSzPct val="80000"/>
              <a:buFont typeface="Wingdings" panose="05000000000000000000" pitchFamily="2" charset="2"/>
              <a:buChar char="v"/>
            </a:pP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数据包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=4000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字节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>
              <a:spcBef>
                <a:spcPts val="1200"/>
              </a:spcBef>
              <a:buClr>
                <a:srgbClr val="000099"/>
              </a:buClr>
              <a:buSzPct val="80000"/>
              <a:buFont typeface="Wingdings" panose="05000000000000000000" pitchFamily="2" charset="2"/>
              <a:buChar char="v"/>
            </a:pP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MTU=1500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字节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</a:pPr>
            <a:endParaRPr lang="en-US" altLang="zh-CN" sz="2000" dirty="0">
              <a:cs typeface="Arial" panose="020B0604020202020204" pitchFamily="34" charset="0"/>
            </a:endParaRPr>
          </a:p>
        </p:txBody>
      </p:sp>
      <p:sp>
        <p:nvSpPr>
          <p:cNvPr id="216" name="Text Box 63"/>
          <p:cNvSpPr txBox="1">
            <a:spLocks noChangeArrowheads="1"/>
          </p:cNvSpPr>
          <p:nvPr/>
        </p:nvSpPr>
        <p:spPr bwMode="auto">
          <a:xfrm>
            <a:off x="1777996" y="5848290"/>
            <a:ext cx="1964626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偏移量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=1480/8 </a:t>
            </a:r>
          </a:p>
        </p:txBody>
      </p:sp>
      <p:sp>
        <p:nvSpPr>
          <p:cNvPr id="218" name="Line 69"/>
          <p:cNvSpPr>
            <a:spLocks noChangeShapeType="1"/>
          </p:cNvSpPr>
          <p:nvPr/>
        </p:nvSpPr>
        <p:spPr bwMode="auto">
          <a:xfrm flipH="1">
            <a:off x="3667129" y="5177070"/>
            <a:ext cx="3098092" cy="88076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86258" y="642712"/>
            <a:ext cx="4713116" cy="613374"/>
          </a:xfrm>
          <a:prstGeom prst="rect">
            <a:avLst/>
          </a:prstGeom>
          <a:ln>
            <a:solidFill>
              <a:schemeClr val="accent2">
                <a:lumMod val="60000"/>
                <a:lumOff val="40000"/>
              </a:schemeClr>
            </a:solidFill>
          </a:ln>
        </p:spPr>
      </p:pic>
      <p:sp>
        <p:nvSpPr>
          <p:cNvPr id="66" name="Line 28"/>
          <p:cNvSpPr>
            <a:spLocks noChangeShapeType="1"/>
          </p:cNvSpPr>
          <p:nvPr/>
        </p:nvSpPr>
        <p:spPr bwMode="auto">
          <a:xfrm>
            <a:off x="7198523" y="1621210"/>
            <a:ext cx="0" cy="5429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67" name="Line 28"/>
          <p:cNvSpPr>
            <a:spLocks noChangeShapeType="1"/>
          </p:cNvSpPr>
          <p:nvPr/>
        </p:nvSpPr>
        <p:spPr bwMode="auto">
          <a:xfrm>
            <a:off x="7628809" y="3905234"/>
            <a:ext cx="0" cy="5429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69" name="Line 28"/>
          <p:cNvSpPr>
            <a:spLocks noChangeShapeType="1"/>
          </p:cNvSpPr>
          <p:nvPr/>
        </p:nvSpPr>
        <p:spPr bwMode="auto">
          <a:xfrm>
            <a:off x="7628809" y="5532669"/>
            <a:ext cx="0" cy="5429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70" name="Line 28"/>
          <p:cNvSpPr>
            <a:spLocks noChangeShapeType="1"/>
          </p:cNvSpPr>
          <p:nvPr/>
        </p:nvSpPr>
        <p:spPr bwMode="auto">
          <a:xfrm>
            <a:off x="7628809" y="4713519"/>
            <a:ext cx="0" cy="5429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" name="右中括号 4"/>
          <p:cNvSpPr/>
          <p:nvPr/>
        </p:nvSpPr>
        <p:spPr>
          <a:xfrm rot="5400000">
            <a:off x="5384521" y="515078"/>
            <a:ext cx="98260" cy="3529725"/>
          </a:xfrm>
          <a:prstGeom prst="rightBracket">
            <a:avLst/>
          </a:prstGeom>
          <a:ln w="127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3" name="Text Box 59"/>
          <p:cNvSpPr txBox="1">
            <a:spLocks noChangeArrowheads="1"/>
          </p:cNvSpPr>
          <p:nvPr/>
        </p:nvSpPr>
        <p:spPr bwMode="auto">
          <a:xfrm>
            <a:off x="4462785" y="2298409"/>
            <a:ext cx="222408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8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sz="18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首部</a:t>
            </a:r>
            <a:endParaRPr lang="en-US" altLang="zh-CN" sz="18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71" name="爆炸形: 14 pt  70">
            <a:extLst>
              <a:ext uri="{FF2B5EF4-FFF2-40B4-BE49-F238E27FC236}">
                <a16:creationId xmlns:a16="http://schemas.microsoft.com/office/drawing/2014/main" id="{3004599B-07F1-4ADE-AE99-A2A50E89B478}"/>
              </a:ext>
            </a:extLst>
          </p:cNvPr>
          <p:cNvSpPr/>
          <p:nvPr/>
        </p:nvSpPr>
        <p:spPr>
          <a:xfrm>
            <a:off x="245459" y="5425690"/>
            <a:ext cx="1440160" cy="936104"/>
          </a:xfrm>
          <a:prstGeom prst="irregularSeal2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CN" sz="2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4-1</a:t>
            </a:r>
            <a:endParaRPr lang="zh-CN" altLang="en-US" sz="24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6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1" name="Rectangle 2"/>
          <p:cNvSpPr>
            <a:spLocks noGrp="1" noChangeArrowheads="1"/>
          </p:cNvSpPr>
          <p:nvPr>
            <p:ph type="title"/>
          </p:nvPr>
        </p:nvSpPr>
        <p:spPr>
          <a:xfrm>
            <a:off x="431346" y="620713"/>
            <a:ext cx="8424863" cy="863600"/>
          </a:xfrm>
        </p:spPr>
        <p:txBody>
          <a:bodyPr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路由器转发</a:t>
            </a: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数据包过程：总结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6" name="Rectangle 3"/>
          <p:cNvSpPr>
            <a:spLocks noChangeArrowheads="1"/>
          </p:cNvSpPr>
          <p:nvPr/>
        </p:nvSpPr>
        <p:spPr bwMode="auto">
          <a:xfrm>
            <a:off x="431346" y="1559375"/>
            <a:ext cx="8145917" cy="4727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ts val="3500"/>
              </a:lnSpc>
              <a:spcBef>
                <a:spcPts val="600"/>
              </a:spcBef>
            </a:pPr>
            <a:r>
              <a:rPr lang="zh-CN" altLang="en-US" sz="2400" dirty="0">
                <a:cs typeface="Times New Roman" panose="02020603050405020304" pitchFamily="18" charset="0"/>
              </a:rPr>
              <a:t>路由器确定</a:t>
            </a:r>
            <a:r>
              <a:rPr lang="en-US" altLang="zh-CN" sz="2400" dirty="0">
                <a:cs typeface="Times New Roman" panose="02020603050405020304" pitchFamily="18" charset="0"/>
              </a:rPr>
              <a:t>IP</a:t>
            </a:r>
            <a:r>
              <a:rPr lang="zh-CN" altLang="en-US" sz="2400" dirty="0">
                <a:cs typeface="Times New Roman" panose="02020603050405020304" pitchFamily="18" charset="0"/>
              </a:rPr>
              <a:t>数据包中目的地址的网络号</a:t>
            </a:r>
            <a:endParaRPr lang="en-US" altLang="zh-CN" sz="2400" dirty="0">
              <a:cs typeface="Times New Roman" panose="02020603050405020304" pitchFamily="18" charset="0"/>
            </a:endParaRPr>
          </a:p>
          <a:p>
            <a:pPr>
              <a:lnSpc>
                <a:spcPts val="3500"/>
              </a:lnSpc>
              <a:spcBef>
                <a:spcPts val="600"/>
              </a:spcBef>
            </a:pPr>
            <a:r>
              <a:rPr lang="zh-CN" altLang="en-US" sz="2400" dirty="0">
                <a:cs typeface="Times New Roman" panose="02020603050405020304" pitchFamily="18" charset="0"/>
              </a:rPr>
              <a:t>如果目的主机与路由器属于同一</a:t>
            </a:r>
            <a:r>
              <a:rPr lang="en-US" altLang="zh-CN" sz="2400" dirty="0">
                <a:cs typeface="Times New Roman" panose="02020603050405020304" pitchFamily="18" charset="0"/>
              </a:rPr>
              <a:t>IP</a:t>
            </a:r>
            <a:r>
              <a:rPr lang="zh-CN" altLang="en-US" sz="2400" dirty="0">
                <a:cs typeface="Times New Roman" panose="02020603050405020304" pitchFamily="18" charset="0"/>
              </a:rPr>
              <a:t>网络，则直接转发到目的主机</a:t>
            </a:r>
            <a:endParaRPr lang="en-US" altLang="zh-CN" sz="2400" dirty="0">
              <a:cs typeface="Times New Roman" panose="02020603050405020304" pitchFamily="18" charset="0"/>
            </a:endParaRPr>
          </a:p>
          <a:p>
            <a:pPr>
              <a:lnSpc>
                <a:spcPts val="3500"/>
              </a:lnSpc>
              <a:spcBef>
                <a:spcPts val="600"/>
              </a:spcBef>
            </a:pPr>
            <a:r>
              <a:rPr lang="zh-CN" altLang="en-US" sz="2400" dirty="0">
                <a:cs typeface="Times New Roman" panose="02020603050405020304" pitchFamily="18" charset="0"/>
              </a:rPr>
              <a:t>如果目的主机与路由器不属于同一</a:t>
            </a:r>
            <a:r>
              <a:rPr lang="en-US" altLang="zh-CN" sz="2400" dirty="0">
                <a:cs typeface="Times New Roman" panose="02020603050405020304" pitchFamily="18" charset="0"/>
              </a:rPr>
              <a:t>IP</a:t>
            </a:r>
            <a:r>
              <a:rPr lang="zh-CN" altLang="en-US" sz="2400" dirty="0">
                <a:cs typeface="Times New Roman" panose="02020603050405020304" pitchFamily="18" charset="0"/>
              </a:rPr>
              <a:t>网络，则查找路由表，确定下一跳路由器地址</a:t>
            </a:r>
            <a:endParaRPr lang="en-US" altLang="zh-CN" sz="2400" dirty="0">
              <a:cs typeface="Times New Roman" panose="02020603050405020304" pitchFamily="18" charset="0"/>
            </a:endParaRPr>
          </a:p>
          <a:p>
            <a:pPr lvl="1">
              <a:lnSpc>
                <a:spcPts val="3500"/>
              </a:lnSpc>
              <a:spcBef>
                <a:spcPts val="600"/>
              </a:spcBef>
            </a:pPr>
            <a:r>
              <a:rPr lang="zh-CN" altLang="en-US" sz="2200" dirty="0">
                <a:solidFill>
                  <a:srgbClr val="000099"/>
                </a:solidFill>
                <a:cs typeface="Times New Roman" panose="02020603050405020304" pitchFamily="18" charset="0"/>
              </a:rPr>
              <a:t>如果存在相应的路由信息，则转发</a:t>
            </a:r>
            <a:endParaRPr lang="en-US" altLang="zh-CN" sz="2200" dirty="0">
              <a:solidFill>
                <a:srgbClr val="000099"/>
              </a:solidFill>
              <a:cs typeface="Times New Roman" panose="02020603050405020304" pitchFamily="18" charset="0"/>
            </a:endParaRPr>
          </a:p>
          <a:p>
            <a:pPr lvl="1">
              <a:lnSpc>
                <a:spcPts val="3500"/>
              </a:lnSpc>
              <a:spcBef>
                <a:spcPts val="600"/>
              </a:spcBef>
            </a:pPr>
            <a:r>
              <a:rPr lang="zh-CN" altLang="en-US" sz="2200" dirty="0">
                <a:solidFill>
                  <a:srgbClr val="000099"/>
                </a:solidFill>
                <a:cs typeface="Times New Roman" panose="02020603050405020304" pitchFamily="18" charset="0"/>
              </a:rPr>
              <a:t>如果没有相应的路由信息，则丢弃</a:t>
            </a:r>
            <a:endParaRPr lang="en-US" altLang="zh-CN" sz="2200" dirty="0">
              <a:solidFill>
                <a:srgbClr val="000099"/>
              </a:solidFill>
              <a:cs typeface="Times New Roman" panose="02020603050405020304" pitchFamily="18" charset="0"/>
            </a:endParaRPr>
          </a:p>
          <a:p>
            <a:pPr>
              <a:lnSpc>
                <a:spcPts val="3500"/>
              </a:lnSpc>
              <a:spcBef>
                <a:spcPts val="600"/>
              </a:spcBef>
            </a:pPr>
            <a:r>
              <a:rPr lang="zh-CN" altLang="en-US" sz="2400" dirty="0">
                <a:cs typeface="Times New Roman" panose="02020603050405020304" pitchFamily="18" charset="0"/>
              </a:rPr>
              <a:t>减小</a:t>
            </a:r>
            <a:r>
              <a:rPr lang="en-US" altLang="zh-CN" sz="2400" dirty="0">
                <a:cs typeface="Times New Roman" panose="02020603050405020304" pitchFamily="18" charset="0"/>
              </a:rPr>
              <a:t>TTL</a:t>
            </a:r>
            <a:r>
              <a:rPr lang="zh-CN" altLang="en-US" sz="2400" dirty="0">
                <a:cs typeface="Times New Roman" panose="02020603050405020304" pitchFamily="18" charset="0"/>
              </a:rPr>
              <a:t>值，修改</a:t>
            </a:r>
            <a:r>
              <a:rPr lang="en-US" altLang="zh-CN" sz="2400" dirty="0">
                <a:cs typeface="Times New Roman" panose="02020603050405020304" pitchFamily="18" charset="0"/>
              </a:rPr>
              <a:t>IP</a:t>
            </a:r>
            <a:r>
              <a:rPr lang="zh-CN" altLang="en-US" sz="2400" dirty="0">
                <a:cs typeface="Times New Roman" panose="02020603050405020304" pitchFamily="18" charset="0"/>
              </a:rPr>
              <a:t>首部的校验和</a:t>
            </a:r>
            <a:endParaRPr lang="en-US" altLang="zh-CN" sz="2400" dirty="0">
              <a:cs typeface="Times New Roman" panose="02020603050405020304" pitchFamily="18" charset="0"/>
            </a:endParaRPr>
          </a:p>
          <a:p>
            <a:pPr>
              <a:lnSpc>
                <a:spcPts val="3500"/>
              </a:lnSpc>
              <a:spcBef>
                <a:spcPts val="600"/>
              </a:spcBef>
            </a:pPr>
            <a:r>
              <a:rPr lang="zh-CN" altLang="en-US" sz="2400" dirty="0">
                <a:cs typeface="Times New Roman" panose="02020603050405020304" pitchFamily="18" charset="0"/>
              </a:rPr>
              <a:t>将</a:t>
            </a:r>
            <a:r>
              <a:rPr lang="en-US" altLang="zh-CN" sz="2400" dirty="0">
                <a:cs typeface="Times New Roman" panose="02020603050405020304" pitchFamily="18" charset="0"/>
              </a:rPr>
              <a:t>IP</a:t>
            </a:r>
            <a:r>
              <a:rPr lang="zh-CN" altLang="en-US" sz="2400" dirty="0">
                <a:cs typeface="Times New Roman" panose="02020603050405020304" pitchFamily="18" charset="0"/>
              </a:rPr>
              <a:t>数据包转发到相应的接口</a:t>
            </a:r>
            <a:endParaRPr lang="en-US" altLang="zh-CN" sz="2400" dirty="0">
              <a:cs typeface="Times New Roman" panose="02020603050405020304" pitchFamily="18" charset="0"/>
            </a:endParaRPr>
          </a:p>
        </p:txBody>
      </p:sp>
      <p:sp>
        <p:nvSpPr>
          <p:cNvPr id="9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 IPv4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数据包转发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1" name="Rectangle 2"/>
          <p:cNvSpPr>
            <a:spLocks noGrp="1" noChangeArrowheads="1"/>
          </p:cNvSpPr>
          <p:nvPr>
            <p:ph type="title"/>
          </p:nvPr>
        </p:nvSpPr>
        <p:spPr>
          <a:xfrm>
            <a:off x="431346" y="620713"/>
            <a:ext cx="8424863" cy="863600"/>
          </a:xfrm>
        </p:spPr>
        <p:txBody>
          <a:bodyPr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路由器转发</a:t>
            </a: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数据包：示例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9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 IPv4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数据包转发</a:t>
            </a:r>
          </a:p>
        </p:txBody>
      </p:sp>
      <p:sp>
        <p:nvSpPr>
          <p:cNvPr id="5" name="Text Box 3"/>
          <p:cNvSpPr txBox="1">
            <a:spLocks noChangeArrowheads="1"/>
          </p:cNvSpPr>
          <p:nvPr/>
        </p:nvSpPr>
        <p:spPr bwMode="auto">
          <a:xfrm>
            <a:off x="4419600" y="3290888"/>
            <a:ext cx="1041400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128.9.0.0</a:t>
            </a:r>
          </a:p>
        </p:txBody>
      </p:sp>
      <p:sp>
        <p:nvSpPr>
          <p:cNvPr id="7" name="Text Box 4"/>
          <p:cNvSpPr txBox="1">
            <a:spLocks noChangeArrowheads="1"/>
          </p:cNvSpPr>
          <p:nvPr/>
        </p:nvSpPr>
        <p:spPr bwMode="auto">
          <a:xfrm>
            <a:off x="4419600" y="3582988"/>
            <a:ext cx="1041400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223.1.5.0</a:t>
            </a:r>
          </a:p>
        </p:txBody>
      </p:sp>
      <p:sp>
        <p:nvSpPr>
          <p:cNvPr id="8" name="Text Box 6"/>
          <p:cNvSpPr txBox="1">
            <a:spLocks noChangeArrowheads="1"/>
          </p:cNvSpPr>
          <p:nvPr/>
        </p:nvSpPr>
        <p:spPr bwMode="auto">
          <a:xfrm>
            <a:off x="4419600" y="3875088"/>
            <a:ext cx="1382713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202.113.16.0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4419600" y="4167188"/>
            <a:ext cx="1154113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128.20.0.0</a:t>
            </a:r>
          </a:p>
        </p:txBody>
      </p:sp>
      <p:sp>
        <p:nvSpPr>
          <p:cNvPr id="11" name="Text Box 8"/>
          <p:cNvSpPr txBox="1">
            <a:spLocks noChangeArrowheads="1"/>
          </p:cNvSpPr>
          <p:nvPr/>
        </p:nvSpPr>
        <p:spPr bwMode="auto">
          <a:xfrm>
            <a:off x="4419600" y="4751388"/>
            <a:ext cx="1154113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142.12.0.0</a:t>
            </a:r>
          </a:p>
        </p:txBody>
      </p:sp>
      <p:sp>
        <p:nvSpPr>
          <p:cNvPr id="12" name="Text Box 9"/>
          <p:cNvSpPr txBox="1">
            <a:spLocks noChangeArrowheads="1"/>
          </p:cNvSpPr>
          <p:nvPr/>
        </p:nvSpPr>
        <p:spPr bwMode="auto">
          <a:xfrm>
            <a:off x="4419600" y="2998788"/>
            <a:ext cx="927100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65.0.0.0</a:t>
            </a:r>
          </a:p>
        </p:txBody>
      </p:sp>
      <p:sp>
        <p:nvSpPr>
          <p:cNvPr id="13" name="Rectangle 10"/>
          <p:cNvSpPr>
            <a:spLocks noChangeArrowheads="1"/>
          </p:cNvSpPr>
          <p:nvPr/>
        </p:nvSpPr>
        <p:spPr bwMode="auto">
          <a:xfrm>
            <a:off x="4419600" y="2514600"/>
            <a:ext cx="4038600" cy="2590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14" name="Line 11"/>
          <p:cNvSpPr>
            <a:spLocks noChangeShapeType="1"/>
          </p:cNvSpPr>
          <p:nvPr/>
        </p:nvSpPr>
        <p:spPr bwMode="auto">
          <a:xfrm>
            <a:off x="5791200" y="2514600"/>
            <a:ext cx="0" cy="25908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5" name="Group 12"/>
          <p:cNvGrpSpPr/>
          <p:nvPr/>
        </p:nvGrpSpPr>
        <p:grpSpPr bwMode="auto">
          <a:xfrm>
            <a:off x="4419600" y="2971800"/>
            <a:ext cx="4038600" cy="1828800"/>
            <a:chOff x="1824" y="2400"/>
            <a:chExt cx="1728" cy="1152"/>
          </a:xfrm>
        </p:grpSpPr>
        <p:sp>
          <p:nvSpPr>
            <p:cNvPr id="16" name="Line 13"/>
            <p:cNvSpPr>
              <a:spLocks noChangeShapeType="1"/>
            </p:cNvSpPr>
            <p:nvPr/>
          </p:nvSpPr>
          <p:spPr bwMode="auto">
            <a:xfrm>
              <a:off x="1824" y="2592"/>
              <a:ext cx="172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7" name="Line 14"/>
            <p:cNvSpPr>
              <a:spLocks noChangeShapeType="1"/>
            </p:cNvSpPr>
            <p:nvPr/>
          </p:nvSpPr>
          <p:spPr bwMode="auto">
            <a:xfrm>
              <a:off x="1824" y="2784"/>
              <a:ext cx="172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8" name="Line 15"/>
            <p:cNvSpPr>
              <a:spLocks noChangeShapeType="1"/>
            </p:cNvSpPr>
            <p:nvPr/>
          </p:nvSpPr>
          <p:spPr bwMode="auto">
            <a:xfrm>
              <a:off x="1824" y="2976"/>
              <a:ext cx="172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9" name="Line 16"/>
            <p:cNvSpPr>
              <a:spLocks noChangeShapeType="1"/>
            </p:cNvSpPr>
            <p:nvPr/>
          </p:nvSpPr>
          <p:spPr bwMode="auto">
            <a:xfrm>
              <a:off x="1824" y="3168"/>
              <a:ext cx="172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0" name="Line 17"/>
            <p:cNvSpPr>
              <a:spLocks noChangeShapeType="1"/>
            </p:cNvSpPr>
            <p:nvPr/>
          </p:nvSpPr>
          <p:spPr bwMode="auto">
            <a:xfrm>
              <a:off x="1824" y="3360"/>
              <a:ext cx="172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1" name="Line 18"/>
            <p:cNvSpPr>
              <a:spLocks noChangeShapeType="1"/>
            </p:cNvSpPr>
            <p:nvPr/>
          </p:nvSpPr>
          <p:spPr bwMode="auto">
            <a:xfrm>
              <a:off x="1824" y="3552"/>
              <a:ext cx="172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2" name="Line 19"/>
            <p:cNvSpPr>
              <a:spLocks noChangeShapeType="1"/>
            </p:cNvSpPr>
            <p:nvPr/>
          </p:nvSpPr>
          <p:spPr bwMode="auto">
            <a:xfrm>
              <a:off x="1824" y="2400"/>
              <a:ext cx="1728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sp>
        <p:nvSpPr>
          <p:cNvPr id="23" name="Text Box 20"/>
          <p:cNvSpPr txBox="1">
            <a:spLocks noChangeArrowheads="1"/>
          </p:cNvSpPr>
          <p:nvPr/>
        </p:nvSpPr>
        <p:spPr bwMode="auto">
          <a:xfrm>
            <a:off x="4427538" y="2566988"/>
            <a:ext cx="121058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zh-CN" altLang="en-US" sz="2000" dirty="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目的网络</a:t>
            </a:r>
            <a:endParaRPr kumimoji="0" lang="en-US" altLang="zh-CN" sz="2000" dirty="0">
              <a:solidFill>
                <a:srgbClr val="000099"/>
              </a:solidFill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24" name="Text Box 21"/>
          <p:cNvSpPr txBox="1">
            <a:spLocks noChangeArrowheads="1"/>
          </p:cNvSpPr>
          <p:nvPr/>
        </p:nvSpPr>
        <p:spPr bwMode="auto">
          <a:xfrm>
            <a:off x="7467600" y="2566988"/>
            <a:ext cx="69762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zh-CN" altLang="en-US" sz="2000" dirty="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接口</a:t>
            </a:r>
            <a:endParaRPr kumimoji="0" lang="en-US" altLang="zh-CN" sz="2000" dirty="0">
              <a:solidFill>
                <a:srgbClr val="000099"/>
              </a:solidFill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25" name="Text Box 22"/>
          <p:cNvSpPr txBox="1">
            <a:spLocks noChangeArrowheads="1"/>
          </p:cNvSpPr>
          <p:nvPr/>
        </p:nvSpPr>
        <p:spPr bwMode="auto">
          <a:xfrm>
            <a:off x="7620000" y="2995613"/>
            <a:ext cx="298450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4</a:t>
            </a:r>
          </a:p>
        </p:txBody>
      </p:sp>
      <p:sp>
        <p:nvSpPr>
          <p:cNvPr id="26" name="Text Box 23"/>
          <p:cNvSpPr txBox="1">
            <a:spLocks noChangeArrowheads="1"/>
          </p:cNvSpPr>
          <p:nvPr/>
        </p:nvSpPr>
        <p:spPr bwMode="auto">
          <a:xfrm>
            <a:off x="7620000" y="3289300"/>
            <a:ext cx="298450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</a:t>
            </a:r>
          </a:p>
        </p:txBody>
      </p:sp>
      <p:sp>
        <p:nvSpPr>
          <p:cNvPr id="27" name="Text Box 24"/>
          <p:cNvSpPr txBox="1">
            <a:spLocks noChangeArrowheads="1"/>
          </p:cNvSpPr>
          <p:nvPr/>
        </p:nvSpPr>
        <p:spPr bwMode="auto">
          <a:xfrm>
            <a:off x="7620000" y="3581400"/>
            <a:ext cx="298450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</a:t>
            </a:r>
          </a:p>
        </p:txBody>
      </p:sp>
      <p:sp>
        <p:nvSpPr>
          <p:cNvPr id="28" name="Text Box 25"/>
          <p:cNvSpPr txBox="1">
            <a:spLocks noChangeArrowheads="1"/>
          </p:cNvSpPr>
          <p:nvPr/>
        </p:nvSpPr>
        <p:spPr bwMode="auto">
          <a:xfrm>
            <a:off x="7620000" y="3873500"/>
            <a:ext cx="298450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4</a:t>
            </a:r>
          </a:p>
        </p:txBody>
      </p:sp>
      <p:sp>
        <p:nvSpPr>
          <p:cNvPr id="29" name="Text Box 26"/>
          <p:cNvSpPr txBox="1">
            <a:spLocks noChangeArrowheads="1"/>
          </p:cNvSpPr>
          <p:nvPr/>
        </p:nvSpPr>
        <p:spPr bwMode="auto">
          <a:xfrm>
            <a:off x="7620000" y="4167188"/>
            <a:ext cx="298450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</a:t>
            </a:r>
          </a:p>
        </p:txBody>
      </p:sp>
      <p:sp>
        <p:nvSpPr>
          <p:cNvPr id="30" name="Text Box 28"/>
          <p:cNvSpPr txBox="1">
            <a:spLocks noChangeArrowheads="1"/>
          </p:cNvSpPr>
          <p:nvPr/>
        </p:nvSpPr>
        <p:spPr bwMode="auto">
          <a:xfrm>
            <a:off x="7620000" y="4751388"/>
            <a:ext cx="298450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4</a:t>
            </a:r>
          </a:p>
        </p:txBody>
      </p:sp>
      <p:sp>
        <p:nvSpPr>
          <p:cNvPr id="31" name="Text Box 29"/>
          <p:cNvSpPr txBox="1">
            <a:spLocks noChangeArrowheads="1"/>
          </p:cNvSpPr>
          <p:nvPr/>
        </p:nvSpPr>
        <p:spPr bwMode="auto">
          <a:xfrm>
            <a:off x="5949950" y="3290888"/>
            <a:ext cx="1154113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128.18.0.1</a:t>
            </a:r>
          </a:p>
        </p:txBody>
      </p:sp>
      <p:sp>
        <p:nvSpPr>
          <p:cNvPr id="32" name="Text Box 30"/>
          <p:cNvSpPr txBox="1">
            <a:spLocks noChangeArrowheads="1"/>
          </p:cNvSpPr>
          <p:nvPr/>
        </p:nvSpPr>
        <p:spPr bwMode="auto">
          <a:xfrm>
            <a:off x="5949950" y="3582988"/>
            <a:ext cx="1154113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128.18.0.1</a:t>
            </a:r>
          </a:p>
        </p:txBody>
      </p:sp>
      <p:sp>
        <p:nvSpPr>
          <p:cNvPr id="33" name="Text Box 32"/>
          <p:cNvSpPr txBox="1">
            <a:spLocks noChangeArrowheads="1"/>
          </p:cNvSpPr>
          <p:nvPr/>
        </p:nvSpPr>
        <p:spPr bwMode="auto">
          <a:xfrm>
            <a:off x="5949950" y="3875088"/>
            <a:ext cx="1154113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128.19.0.1</a:t>
            </a:r>
          </a:p>
        </p:txBody>
      </p:sp>
      <p:sp>
        <p:nvSpPr>
          <p:cNvPr id="34" name="Text Box 33"/>
          <p:cNvSpPr txBox="1">
            <a:spLocks noChangeArrowheads="1"/>
          </p:cNvSpPr>
          <p:nvPr/>
        </p:nvSpPr>
        <p:spPr bwMode="auto">
          <a:xfrm>
            <a:off x="5949950" y="4167188"/>
            <a:ext cx="1154113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128.18.0.1</a:t>
            </a:r>
          </a:p>
        </p:txBody>
      </p:sp>
      <p:sp>
        <p:nvSpPr>
          <p:cNvPr id="35" name="Text Box 34"/>
          <p:cNvSpPr txBox="1">
            <a:spLocks noChangeArrowheads="1"/>
          </p:cNvSpPr>
          <p:nvPr/>
        </p:nvSpPr>
        <p:spPr bwMode="auto">
          <a:xfrm>
            <a:off x="5949950" y="4751388"/>
            <a:ext cx="1154113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128.19.0.1</a:t>
            </a:r>
          </a:p>
        </p:txBody>
      </p:sp>
      <p:sp>
        <p:nvSpPr>
          <p:cNvPr id="36" name="Text Box 35"/>
          <p:cNvSpPr txBox="1">
            <a:spLocks noChangeArrowheads="1"/>
          </p:cNvSpPr>
          <p:nvPr/>
        </p:nvSpPr>
        <p:spPr bwMode="auto">
          <a:xfrm>
            <a:off x="5949950" y="2998788"/>
            <a:ext cx="1154113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128.19.0.1</a:t>
            </a:r>
          </a:p>
        </p:txBody>
      </p:sp>
      <p:sp>
        <p:nvSpPr>
          <p:cNvPr id="37" name="Line 36"/>
          <p:cNvSpPr>
            <a:spLocks noChangeShapeType="1"/>
          </p:cNvSpPr>
          <p:nvPr/>
        </p:nvSpPr>
        <p:spPr bwMode="auto">
          <a:xfrm>
            <a:off x="7321550" y="2514600"/>
            <a:ext cx="0" cy="2590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8" name="Text Box 37"/>
          <p:cNvSpPr txBox="1">
            <a:spLocks noChangeArrowheads="1"/>
          </p:cNvSpPr>
          <p:nvPr/>
        </p:nvSpPr>
        <p:spPr bwMode="auto">
          <a:xfrm>
            <a:off x="5943600" y="2566988"/>
            <a:ext cx="95410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zh-CN" altLang="en-US" sz="2000" dirty="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下一跳</a:t>
            </a:r>
            <a:endParaRPr kumimoji="0" lang="en-US" altLang="zh-CN" sz="2000" dirty="0">
              <a:solidFill>
                <a:srgbClr val="000099"/>
              </a:solidFill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39" name="Line 38"/>
          <p:cNvSpPr>
            <a:spLocks noChangeShapeType="1"/>
          </p:cNvSpPr>
          <p:nvPr/>
        </p:nvSpPr>
        <p:spPr bwMode="auto">
          <a:xfrm>
            <a:off x="3154363" y="5257800"/>
            <a:ext cx="0" cy="609600"/>
          </a:xfrm>
          <a:prstGeom prst="line">
            <a:avLst/>
          </a:prstGeom>
          <a:noFill/>
          <a:ln w="38100" cap="rnd">
            <a:solidFill>
              <a:schemeClr val="tx1"/>
            </a:solidFill>
            <a:prstDash val="sysDot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Line 39"/>
          <p:cNvSpPr>
            <a:spLocks noChangeShapeType="1"/>
          </p:cNvSpPr>
          <p:nvPr/>
        </p:nvSpPr>
        <p:spPr bwMode="auto">
          <a:xfrm>
            <a:off x="258763" y="3582988"/>
            <a:ext cx="7620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Line 40"/>
          <p:cNvSpPr>
            <a:spLocks noChangeShapeType="1"/>
          </p:cNvSpPr>
          <p:nvPr/>
        </p:nvSpPr>
        <p:spPr bwMode="auto">
          <a:xfrm flipV="1">
            <a:off x="1630363" y="2566988"/>
            <a:ext cx="1143000" cy="86201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Line 41"/>
          <p:cNvSpPr>
            <a:spLocks noChangeShapeType="1"/>
          </p:cNvSpPr>
          <p:nvPr/>
        </p:nvSpPr>
        <p:spPr bwMode="auto">
          <a:xfrm>
            <a:off x="1811338" y="3625850"/>
            <a:ext cx="962025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Line 42"/>
          <p:cNvSpPr>
            <a:spLocks noChangeShapeType="1"/>
          </p:cNvSpPr>
          <p:nvPr/>
        </p:nvSpPr>
        <p:spPr bwMode="auto">
          <a:xfrm>
            <a:off x="1630363" y="3873500"/>
            <a:ext cx="1143000" cy="7747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Oval 43"/>
          <p:cNvSpPr>
            <a:spLocks noChangeArrowheads="1"/>
          </p:cNvSpPr>
          <p:nvPr/>
        </p:nvSpPr>
        <p:spPr bwMode="auto">
          <a:xfrm>
            <a:off x="1020763" y="3200400"/>
            <a:ext cx="790575" cy="762000"/>
          </a:xfrm>
          <a:prstGeom prst="ellipse">
            <a:avLst/>
          </a:prstGeom>
          <a:solidFill>
            <a:schemeClr val="accent6">
              <a:lumMod val="40000"/>
              <a:lumOff val="60000"/>
            </a:schemeClr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24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R1</a:t>
            </a:r>
          </a:p>
        </p:txBody>
      </p:sp>
      <p:sp>
        <p:nvSpPr>
          <p:cNvPr id="45" name="Oval 44"/>
          <p:cNvSpPr>
            <a:spLocks noChangeArrowheads="1"/>
          </p:cNvSpPr>
          <p:nvPr/>
        </p:nvSpPr>
        <p:spPr bwMode="auto">
          <a:xfrm>
            <a:off x="2744788" y="2057400"/>
            <a:ext cx="790575" cy="762000"/>
          </a:xfrm>
          <a:prstGeom prst="ellipse">
            <a:avLst/>
          </a:prstGeom>
          <a:solidFill>
            <a:schemeClr val="accent6">
              <a:lumMod val="40000"/>
              <a:lumOff val="60000"/>
            </a:schemeClr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24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R2</a:t>
            </a:r>
          </a:p>
        </p:txBody>
      </p:sp>
      <p:sp>
        <p:nvSpPr>
          <p:cNvPr id="46" name="Oval 45"/>
          <p:cNvSpPr>
            <a:spLocks noChangeArrowheads="1"/>
          </p:cNvSpPr>
          <p:nvPr/>
        </p:nvSpPr>
        <p:spPr bwMode="auto">
          <a:xfrm>
            <a:off x="2773363" y="3200400"/>
            <a:ext cx="790575" cy="762000"/>
          </a:xfrm>
          <a:prstGeom prst="ellipse">
            <a:avLst/>
          </a:prstGeom>
          <a:solidFill>
            <a:schemeClr val="accent6">
              <a:lumMod val="40000"/>
              <a:lumOff val="60000"/>
            </a:schemeClr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24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R3</a:t>
            </a:r>
          </a:p>
        </p:txBody>
      </p:sp>
      <p:sp>
        <p:nvSpPr>
          <p:cNvPr id="47" name="Oval 46"/>
          <p:cNvSpPr>
            <a:spLocks noChangeArrowheads="1"/>
          </p:cNvSpPr>
          <p:nvPr/>
        </p:nvSpPr>
        <p:spPr bwMode="auto">
          <a:xfrm>
            <a:off x="2773363" y="4343400"/>
            <a:ext cx="790575" cy="762000"/>
          </a:xfrm>
          <a:prstGeom prst="ellipse">
            <a:avLst/>
          </a:prstGeom>
          <a:solidFill>
            <a:schemeClr val="accent6">
              <a:lumMod val="40000"/>
              <a:lumOff val="60000"/>
            </a:schemeClr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24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R4</a:t>
            </a:r>
          </a:p>
        </p:txBody>
      </p:sp>
      <p:sp>
        <p:nvSpPr>
          <p:cNvPr id="48" name="Text Box 47"/>
          <p:cNvSpPr txBox="1">
            <a:spLocks noChangeArrowheads="1"/>
          </p:cNvSpPr>
          <p:nvPr/>
        </p:nvSpPr>
        <p:spPr bwMode="auto">
          <a:xfrm>
            <a:off x="1477963" y="3214688"/>
            <a:ext cx="3127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</a:p>
        </p:txBody>
      </p:sp>
      <p:sp>
        <p:nvSpPr>
          <p:cNvPr id="49" name="Text Box 48"/>
          <p:cNvSpPr txBox="1">
            <a:spLocks noChangeArrowheads="1"/>
          </p:cNvSpPr>
          <p:nvPr/>
        </p:nvSpPr>
        <p:spPr bwMode="auto">
          <a:xfrm>
            <a:off x="1554163" y="3443288"/>
            <a:ext cx="3127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</a:t>
            </a:r>
          </a:p>
        </p:txBody>
      </p:sp>
      <p:sp>
        <p:nvSpPr>
          <p:cNvPr id="50" name="Text Box 49"/>
          <p:cNvSpPr txBox="1">
            <a:spLocks noChangeArrowheads="1"/>
          </p:cNvSpPr>
          <p:nvPr/>
        </p:nvSpPr>
        <p:spPr bwMode="auto">
          <a:xfrm>
            <a:off x="1401763" y="3671888"/>
            <a:ext cx="3127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4</a:t>
            </a:r>
          </a:p>
        </p:txBody>
      </p:sp>
      <p:sp>
        <p:nvSpPr>
          <p:cNvPr id="51" name="Text Box 50"/>
          <p:cNvSpPr txBox="1">
            <a:spLocks noChangeArrowheads="1"/>
          </p:cNvSpPr>
          <p:nvPr/>
        </p:nvSpPr>
        <p:spPr bwMode="auto">
          <a:xfrm>
            <a:off x="1401763" y="1873250"/>
            <a:ext cx="127476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128.17.0.1</a:t>
            </a:r>
          </a:p>
        </p:txBody>
      </p:sp>
      <p:sp>
        <p:nvSpPr>
          <p:cNvPr id="52" name="Line 51"/>
          <p:cNvSpPr>
            <a:spLocks noChangeShapeType="1"/>
          </p:cNvSpPr>
          <p:nvPr/>
        </p:nvSpPr>
        <p:spPr bwMode="auto">
          <a:xfrm>
            <a:off x="2087563" y="2239963"/>
            <a:ext cx="657225" cy="2746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Text Box 52"/>
          <p:cNvSpPr txBox="1">
            <a:spLocks noChangeArrowheads="1"/>
          </p:cNvSpPr>
          <p:nvPr/>
        </p:nvSpPr>
        <p:spPr bwMode="auto">
          <a:xfrm>
            <a:off x="1401763" y="4967288"/>
            <a:ext cx="1274762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128.19.0.1</a:t>
            </a:r>
          </a:p>
        </p:txBody>
      </p:sp>
      <p:sp>
        <p:nvSpPr>
          <p:cNvPr id="54" name="Line 53"/>
          <p:cNvSpPr>
            <a:spLocks noChangeShapeType="1"/>
          </p:cNvSpPr>
          <p:nvPr/>
        </p:nvSpPr>
        <p:spPr bwMode="auto">
          <a:xfrm flipV="1">
            <a:off x="2087563" y="4648200"/>
            <a:ext cx="677862" cy="3190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Text Box 54"/>
          <p:cNvSpPr txBox="1">
            <a:spLocks noChangeArrowheads="1"/>
          </p:cNvSpPr>
          <p:nvPr/>
        </p:nvSpPr>
        <p:spPr bwMode="auto">
          <a:xfrm>
            <a:off x="4419600" y="1873250"/>
            <a:ext cx="349885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2400" dirty="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202.113.16.14     Port 4</a:t>
            </a:r>
          </a:p>
        </p:txBody>
      </p:sp>
      <p:sp>
        <p:nvSpPr>
          <p:cNvPr id="56" name="Text Box 55"/>
          <p:cNvSpPr txBox="1">
            <a:spLocks noChangeArrowheads="1"/>
          </p:cNvSpPr>
          <p:nvPr/>
        </p:nvSpPr>
        <p:spPr bwMode="auto">
          <a:xfrm>
            <a:off x="5718847" y="5284787"/>
            <a:ext cx="163378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zh-CN" altLang="en-US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路由</a:t>
            </a:r>
            <a:r>
              <a:rPr lang="zh-CN" altLang="en-US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表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/</a:t>
            </a:r>
            <a:r>
              <a:rPr lang="zh-CN" altLang="en-US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转发表</a:t>
            </a:r>
            <a:endParaRPr kumimoji="0" lang="en-US" altLang="zh-CN" sz="1800" dirty="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57" name="Text Box 49"/>
          <p:cNvSpPr txBox="1">
            <a:spLocks noChangeArrowheads="1"/>
          </p:cNvSpPr>
          <p:nvPr/>
        </p:nvSpPr>
        <p:spPr bwMode="auto">
          <a:xfrm>
            <a:off x="684213" y="3573463"/>
            <a:ext cx="312737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</a:t>
            </a:r>
          </a:p>
        </p:txBody>
      </p:sp>
      <p:sp>
        <p:nvSpPr>
          <p:cNvPr id="58" name="Text Box 52"/>
          <p:cNvSpPr txBox="1">
            <a:spLocks noChangeArrowheads="1"/>
          </p:cNvSpPr>
          <p:nvPr/>
        </p:nvSpPr>
        <p:spPr bwMode="auto">
          <a:xfrm>
            <a:off x="827088" y="4221163"/>
            <a:ext cx="1274762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128.18.0.1</a:t>
            </a:r>
          </a:p>
        </p:txBody>
      </p:sp>
      <p:sp>
        <p:nvSpPr>
          <p:cNvPr id="59" name="Line 53"/>
          <p:cNvSpPr>
            <a:spLocks noChangeShapeType="1"/>
          </p:cNvSpPr>
          <p:nvPr/>
        </p:nvSpPr>
        <p:spPr bwMode="auto">
          <a:xfrm flipV="1">
            <a:off x="1692275" y="3789363"/>
            <a:ext cx="1150938" cy="463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右箭头 61"/>
          <p:cNvSpPr>
            <a:spLocks noChangeArrowheads="1"/>
          </p:cNvSpPr>
          <p:nvPr/>
        </p:nvSpPr>
        <p:spPr bwMode="auto">
          <a:xfrm>
            <a:off x="6527006" y="2025955"/>
            <a:ext cx="287338" cy="144463"/>
          </a:xfrm>
          <a:prstGeom prst="rightArrow">
            <a:avLst>
              <a:gd name="adj1" fmla="val 50000"/>
              <a:gd name="adj2" fmla="val 49725"/>
            </a:avLst>
          </a:prstGeom>
          <a:solidFill>
            <a:srgbClr val="C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Blip>
                <a:blip r:embed="rId3"/>
              </a:buBlip>
            </a:pPr>
            <a:endParaRPr lang="zh-CN" altLang="en-US">
              <a:latin typeface="Comic Sans MS" panose="030F0702030302020204" pitchFamily="66" charset="0"/>
              <a:ea typeface="楷体_GB2312" pitchFamily="49" charset="-122"/>
            </a:endParaRPr>
          </a:p>
        </p:txBody>
      </p:sp>
      <p:sp>
        <p:nvSpPr>
          <p:cNvPr id="61" name="Text Box 6"/>
          <p:cNvSpPr txBox="1">
            <a:spLocks noChangeArrowheads="1"/>
          </p:cNvSpPr>
          <p:nvPr/>
        </p:nvSpPr>
        <p:spPr bwMode="auto">
          <a:xfrm>
            <a:off x="4427538" y="4478338"/>
            <a:ext cx="1382712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202.100.18.0</a:t>
            </a:r>
          </a:p>
        </p:txBody>
      </p:sp>
      <p:sp>
        <p:nvSpPr>
          <p:cNvPr id="62" name="Text Box 25"/>
          <p:cNvSpPr txBox="1">
            <a:spLocks noChangeArrowheads="1"/>
          </p:cNvSpPr>
          <p:nvPr/>
        </p:nvSpPr>
        <p:spPr bwMode="auto">
          <a:xfrm>
            <a:off x="7627938" y="4476750"/>
            <a:ext cx="298450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</a:p>
        </p:txBody>
      </p:sp>
      <p:sp>
        <p:nvSpPr>
          <p:cNvPr id="63" name="Text Box 32"/>
          <p:cNvSpPr txBox="1">
            <a:spLocks noChangeArrowheads="1"/>
          </p:cNvSpPr>
          <p:nvPr/>
        </p:nvSpPr>
        <p:spPr bwMode="auto">
          <a:xfrm>
            <a:off x="5957888" y="4478338"/>
            <a:ext cx="1155700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6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128.17.0.1</a:t>
            </a:r>
          </a:p>
        </p:txBody>
      </p:sp>
      <p:sp>
        <p:nvSpPr>
          <p:cNvPr id="64" name="矩形 65"/>
          <p:cNvSpPr>
            <a:spLocks noChangeArrowheads="1"/>
          </p:cNvSpPr>
          <p:nvPr/>
        </p:nvSpPr>
        <p:spPr bwMode="auto">
          <a:xfrm>
            <a:off x="4404528" y="3871913"/>
            <a:ext cx="4032250" cy="339725"/>
          </a:xfrm>
          <a:prstGeom prst="rect">
            <a:avLst/>
          </a:prstGeom>
          <a:noFill/>
          <a:ln w="28575" algn="ctr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Blip>
                <a:blip r:embed="rId3"/>
              </a:buBlip>
            </a:pPr>
            <a:endParaRPr lang="zh-CN" altLang="en-US">
              <a:latin typeface="Comic Sans MS" panose="030F0702030302020204" pitchFamily="66" charset="0"/>
              <a:ea typeface="楷体_GB2312" pitchFamily="49" charset="-122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9" name="AutoShape 2"/>
          <p:cNvSpPr>
            <a:spLocks noChangeArrowheads="1"/>
          </p:cNvSpPr>
          <p:nvPr/>
        </p:nvSpPr>
        <p:spPr bwMode="auto">
          <a:xfrm>
            <a:off x="2270125" y="1365250"/>
            <a:ext cx="4286250" cy="48006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9525">
            <a:solidFill>
              <a:schemeClr val="bg2"/>
            </a:solidFill>
            <a:round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latin typeface="Arial" panose="020B0604020202020204" pitchFamily="34" charset="0"/>
              <a:ea typeface="楷体_GB2312" pitchFamily="49" charset="-122"/>
              <a:cs typeface="Arial" panose="020B0604020202020204" pitchFamily="34" charset="0"/>
            </a:endParaRPr>
          </a:p>
        </p:txBody>
      </p:sp>
      <p:sp>
        <p:nvSpPr>
          <p:cNvPr id="39940" name="AutoShape 3"/>
          <p:cNvSpPr>
            <a:spLocks noChangeArrowheads="1"/>
          </p:cNvSpPr>
          <p:nvPr/>
        </p:nvSpPr>
        <p:spPr bwMode="auto">
          <a:xfrm>
            <a:off x="2457450" y="1670050"/>
            <a:ext cx="1717675" cy="1490663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latin typeface="Arial" panose="020B0604020202020204" pitchFamily="34" charset="0"/>
              <a:ea typeface="楷体_GB2312" pitchFamily="49" charset="-122"/>
              <a:cs typeface="Arial" panose="020B0604020202020204" pitchFamily="34" charset="0"/>
            </a:endParaRPr>
          </a:p>
        </p:txBody>
      </p:sp>
      <p:sp>
        <p:nvSpPr>
          <p:cNvPr id="39941" name="Rectangle 4"/>
          <p:cNvSpPr>
            <a:spLocks noGrp="1" noChangeArrowheads="1"/>
          </p:cNvSpPr>
          <p:nvPr>
            <p:ph type="title"/>
          </p:nvPr>
        </p:nvSpPr>
        <p:spPr>
          <a:xfrm>
            <a:off x="481012" y="620713"/>
            <a:ext cx="8339137" cy="708025"/>
          </a:xfrm>
        </p:spPr>
        <p:txBody>
          <a:bodyPr/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路由器内部结构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39942" name="Line 5"/>
          <p:cNvSpPr>
            <a:spLocks noChangeShapeType="1"/>
          </p:cNvSpPr>
          <p:nvPr/>
        </p:nvSpPr>
        <p:spPr bwMode="auto">
          <a:xfrm>
            <a:off x="746125" y="3651250"/>
            <a:ext cx="15240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9943" name="Line 6"/>
          <p:cNvSpPr>
            <a:spLocks noChangeShapeType="1"/>
          </p:cNvSpPr>
          <p:nvPr/>
        </p:nvSpPr>
        <p:spPr bwMode="auto">
          <a:xfrm>
            <a:off x="746125" y="4489450"/>
            <a:ext cx="15240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9944" name="Line 7"/>
          <p:cNvSpPr>
            <a:spLocks noChangeShapeType="1"/>
          </p:cNvSpPr>
          <p:nvPr/>
        </p:nvSpPr>
        <p:spPr bwMode="auto">
          <a:xfrm>
            <a:off x="746125" y="5403850"/>
            <a:ext cx="15240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39945" name="Group 8"/>
          <p:cNvGrpSpPr/>
          <p:nvPr/>
        </p:nvGrpSpPr>
        <p:grpSpPr bwMode="auto">
          <a:xfrm>
            <a:off x="6099175" y="2736850"/>
            <a:ext cx="1524000" cy="2667000"/>
            <a:chOff x="1824" y="1632"/>
            <a:chExt cx="1200" cy="1680"/>
          </a:xfrm>
        </p:grpSpPr>
        <p:sp>
          <p:nvSpPr>
            <p:cNvPr id="40003" name="Line 9"/>
            <p:cNvSpPr>
              <a:spLocks noChangeShapeType="1"/>
            </p:cNvSpPr>
            <p:nvPr/>
          </p:nvSpPr>
          <p:spPr bwMode="auto">
            <a:xfrm>
              <a:off x="1824" y="1632"/>
              <a:ext cx="120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004" name="Line 10"/>
            <p:cNvSpPr>
              <a:spLocks noChangeShapeType="1"/>
            </p:cNvSpPr>
            <p:nvPr/>
          </p:nvSpPr>
          <p:spPr bwMode="auto">
            <a:xfrm>
              <a:off x="1824" y="2208"/>
              <a:ext cx="120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005" name="Line 11"/>
            <p:cNvSpPr>
              <a:spLocks noChangeShapeType="1"/>
            </p:cNvSpPr>
            <p:nvPr/>
          </p:nvSpPr>
          <p:spPr bwMode="auto">
            <a:xfrm>
              <a:off x="1824" y="2736"/>
              <a:ext cx="120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006" name="Line 12"/>
            <p:cNvSpPr>
              <a:spLocks noChangeShapeType="1"/>
            </p:cNvSpPr>
            <p:nvPr/>
          </p:nvSpPr>
          <p:spPr bwMode="auto">
            <a:xfrm>
              <a:off x="1824" y="3312"/>
              <a:ext cx="120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9946" name="Text Box 13"/>
          <p:cNvSpPr txBox="1">
            <a:spLocks noChangeArrowheads="1"/>
          </p:cNvSpPr>
          <p:nvPr/>
        </p:nvSpPr>
        <p:spPr bwMode="auto">
          <a:xfrm>
            <a:off x="998542" y="2432050"/>
            <a:ext cx="107914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buNone/>
              <a:defRPr/>
            </a:pPr>
            <a:r>
              <a:rPr kumimoji="0" lang="zh-CN" altLang="en-US" sz="1400" dirty="0">
                <a:latin typeface="+mn-lt"/>
                <a:ea typeface="宋体" panose="02010600030101010101" pitchFamily="2" charset="-122"/>
              </a:rPr>
              <a:t>链路</a:t>
            </a:r>
            <a:r>
              <a:rPr kumimoji="0" lang="en-US" altLang="zh-CN" sz="1400" dirty="0">
                <a:latin typeface="+mn-lt"/>
                <a:ea typeface="宋体" panose="02010600030101010101" pitchFamily="2" charset="-122"/>
              </a:rPr>
              <a:t>1, </a:t>
            </a:r>
            <a:r>
              <a:rPr kumimoji="0" lang="zh-CN" altLang="en-US" sz="1400" dirty="0">
                <a:latin typeface="+mn-lt"/>
                <a:ea typeface="宋体" panose="02010600030101010101" pitchFamily="2" charset="-122"/>
              </a:rPr>
              <a:t>输入</a:t>
            </a:r>
            <a:endParaRPr kumimoji="0" lang="en-US" altLang="zh-CN" sz="1400" dirty="0">
              <a:latin typeface="+mn-lt"/>
              <a:ea typeface="宋体" panose="02010600030101010101" pitchFamily="2" charset="-122"/>
            </a:endParaRPr>
          </a:p>
        </p:txBody>
      </p:sp>
      <p:sp>
        <p:nvSpPr>
          <p:cNvPr id="39948" name="Text Box 15"/>
          <p:cNvSpPr txBox="1">
            <a:spLocks noChangeArrowheads="1"/>
          </p:cNvSpPr>
          <p:nvPr/>
        </p:nvSpPr>
        <p:spPr bwMode="auto">
          <a:xfrm>
            <a:off x="998542" y="3346450"/>
            <a:ext cx="107914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buNone/>
              <a:defRPr/>
            </a:pPr>
            <a:r>
              <a:rPr kumimoji="0" lang="zh-CN" altLang="en-US" sz="1400" dirty="0">
                <a:latin typeface="+mn-lt"/>
                <a:ea typeface="宋体" panose="02010600030101010101" pitchFamily="2" charset="-122"/>
              </a:rPr>
              <a:t>链路</a:t>
            </a:r>
            <a:r>
              <a:rPr lang="en-US" altLang="zh-CN" sz="1400" dirty="0">
                <a:latin typeface="+mn-lt"/>
                <a:ea typeface="宋体" panose="02010600030101010101" pitchFamily="2" charset="-122"/>
              </a:rPr>
              <a:t>2</a:t>
            </a:r>
            <a:r>
              <a:rPr kumimoji="0" lang="en-US" altLang="zh-CN" sz="1400" dirty="0">
                <a:latin typeface="+mn-lt"/>
                <a:ea typeface="宋体" panose="02010600030101010101" pitchFamily="2" charset="-122"/>
              </a:rPr>
              <a:t>, </a:t>
            </a:r>
            <a:r>
              <a:rPr kumimoji="0" lang="zh-CN" altLang="en-US" sz="1400" dirty="0">
                <a:latin typeface="+mn-lt"/>
                <a:ea typeface="宋体" panose="02010600030101010101" pitchFamily="2" charset="-122"/>
              </a:rPr>
              <a:t>输入</a:t>
            </a:r>
            <a:endParaRPr kumimoji="0" lang="en-US" altLang="zh-CN" sz="1400" dirty="0">
              <a:latin typeface="+mn-lt"/>
              <a:ea typeface="宋体" panose="02010600030101010101" pitchFamily="2" charset="-122"/>
            </a:endParaRPr>
          </a:p>
        </p:txBody>
      </p:sp>
      <p:sp>
        <p:nvSpPr>
          <p:cNvPr id="39950" name="Text Box 17"/>
          <p:cNvSpPr txBox="1">
            <a:spLocks noChangeArrowheads="1"/>
          </p:cNvSpPr>
          <p:nvPr/>
        </p:nvSpPr>
        <p:spPr bwMode="auto">
          <a:xfrm>
            <a:off x="998542" y="4184650"/>
            <a:ext cx="107914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buNone/>
              <a:defRPr/>
            </a:pPr>
            <a:r>
              <a:rPr kumimoji="0" lang="zh-CN" altLang="en-US" sz="1400" dirty="0">
                <a:latin typeface="+mn-lt"/>
                <a:ea typeface="宋体" panose="02010600030101010101" pitchFamily="2" charset="-122"/>
              </a:rPr>
              <a:t>链路</a:t>
            </a:r>
            <a:r>
              <a:rPr lang="en-US" altLang="zh-CN" sz="1400" dirty="0">
                <a:latin typeface="+mn-lt"/>
                <a:ea typeface="宋体" panose="02010600030101010101" pitchFamily="2" charset="-122"/>
              </a:rPr>
              <a:t>3</a:t>
            </a:r>
            <a:r>
              <a:rPr kumimoji="0" lang="en-US" altLang="zh-CN" sz="1400" dirty="0">
                <a:latin typeface="+mn-lt"/>
                <a:ea typeface="宋体" panose="02010600030101010101" pitchFamily="2" charset="-122"/>
              </a:rPr>
              <a:t>, </a:t>
            </a:r>
            <a:r>
              <a:rPr kumimoji="0" lang="zh-CN" altLang="en-US" sz="1400" dirty="0">
                <a:latin typeface="+mn-lt"/>
                <a:ea typeface="宋体" panose="02010600030101010101" pitchFamily="2" charset="-122"/>
              </a:rPr>
              <a:t>输入</a:t>
            </a:r>
            <a:endParaRPr kumimoji="0" lang="en-US" altLang="zh-CN" sz="1400" dirty="0">
              <a:latin typeface="+mn-lt"/>
              <a:ea typeface="宋体" panose="02010600030101010101" pitchFamily="2" charset="-122"/>
            </a:endParaRPr>
          </a:p>
        </p:txBody>
      </p:sp>
      <p:sp>
        <p:nvSpPr>
          <p:cNvPr id="39952" name="Text Box 19"/>
          <p:cNvSpPr txBox="1">
            <a:spLocks noChangeArrowheads="1"/>
          </p:cNvSpPr>
          <p:nvPr/>
        </p:nvSpPr>
        <p:spPr bwMode="auto">
          <a:xfrm>
            <a:off x="998542" y="5099050"/>
            <a:ext cx="107914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buNone/>
              <a:defRPr/>
            </a:pPr>
            <a:r>
              <a:rPr kumimoji="0" lang="zh-CN" altLang="en-US" sz="1400" dirty="0">
                <a:latin typeface="+mn-lt"/>
                <a:ea typeface="宋体" panose="02010600030101010101" pitchFamily="2" charset="-122"/>
              </a:rPr>
              <a:t>链路</a:t>
            </a:r>
            <a:r>
              <a:rPr lang="en-US" altLang="zh-CN" sz="1400" dirty="0">
                <a:latin typeface="+mn-lt"/>
                <a:ea typeface="宋体" panose="02010600030101010101" pitchFamily="2" charset="-122"/>
              </a:rPr>
              <a:t>4</a:t>
            </a:r>
            <a:r>
              <a:rPr kumimoji="0" lang="en-US" altLang="zh-CN" sz="1400" dirty="0">
                <a:latin typeface="+mn-lt"/>
                <a:ea typeface="宋体" panose="02010600030101010101" pitchFamily="2" charset="-122"/>
              </a:rPr>
              <a:t>, </a:t>
            </a:r>
            <a:r>
              <a:rPr kumimoji="0" lang="zh-CN" altLang="en-US" sz="1400" dirty="0">
                <a:latin typeface="+mn-lt"/>
                <a:ea typeface="宋体" panose="02010600030101010101" pitchFamily="2" charset="-122"/>
              </a:rPr>
              <a:t>输入</a:t>
            </a:r>
            <a:endParaRPr kumimoji="0" lang="en-US" altLang="zh-CN" sz="1400" dirty="0">
              <a:latin typeface="+mn-lt"/>
              <a:ea typeface="宋体" panose="02010600030101010101" pitchFamily="2" charset="-122"/>
            </a:endParaRPr>
          </a:p>
        </p:txBody>
      </p:sp>
      <p:grpSp>
        <p:nvGrpSpPr>
          <p:cNvPr id="39954" name="Group 21"/>
          <p:cNvGrpSpPr/>
          <p:nvPr/>
        </p:nvGrpSpPr>
        <p:grpSpPr bwMode="auto">
          <a:xfrm>
            <a:off x="5413375" y="2508250"/>
            <a:ext cx="914400" cy="533400"/>
            <a:chOff x="3696" y="1056"/>
            <a:chExt cx="576" cy="336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40001" name="Freeform 22"/>
            <p:cNvSpPr/>
            <p:nvPr/>
          </p:nvSpPr>
          <p:spPr bwMode="auto">
            <a:xfrm>
              <a:off x="3696" y="1056"/>
              <a:ext cx="576" cy="336"/>
            </a:xfrm>
            <a:custGeom>
              <a:avLst/>
              <a:gdLst>
                <a:gd name="T0" fmla="*/ 0 w 576"/>
                <a:gd name="T1" fmla="*/ 0 h 336"/>
                <a:gd name="T2" fmla="*/ 576 w 576"/>
                <a:gd name="T3" fmla="*/ 0 h 336"/>
                <a:gd name="T4" fmla="*/ 576 w 576"/>
                <a:gd name="T5" fmla="*/ 336 h 336"/>
                <a:gd name="T6" fmla="*/ 0 w 576"/>
                <a:gd name="T7" fmla="*/ 336 h 3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76"/>
                <a:gd name="T13" fmla="*/ 0 h 336"/>
                <a:gd name="T14" fmla="*/ 576 w 576"/>
                <a:gd name="T15" fmla="*/ 336 h 3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76" h="336">
                  <a:moveTo>
                    <a:pt x="0" y="0"/>
                  </a:moveTo>
                  <a:lnTo>
                    <a:pt x="576" y="0"/>
                  </a:lnTo>
                  <a:lnTo>
                    <a:pt x="576" y="336"/>
                  </a:lnTo>
                  <a:lnTo>
                    <a:pt x="0" y="336"/>
                  </a:lnTo>
                </a:path>
              </a:pathLst>
            </a:custGeom>
            <a:grpFill/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0002" name="Line 23"/>
            <p:cNvSpPr>
              <a:spLocks noChangeShapeType="1"/>
            </p:cNvSpPr>
            <p:nvPr/>
          </p:nvSpPr>
          <p:spPr bwMode="auto">
            <a:xfrm>
              <a:off x="4080" y="1152"/>
              <a:ext cx="0" cy="144"/>
            </a:xfrm>
            <a:prstGeom prst="line">
              <a:avLst/>
            </a:prstGeom>
            <a:grpFill/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9955" name="Group 24"/>
          <p:cNvGrpSpPr/>
          <p:nvPr/>
        </p:nvGrpSpPr>
        <p:grpSpPr bwMode="auto">
          <a:xfrm>
            <a:off x="5413375" y="3346450"/>
            <a:ext cx="914400" cy="533400"/>
            <a:chOff x="3696" y="1056"/>
            <a:chExt cx="576" cy="336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39999" name="Freeform 25"/>
            <p:cNvSpPr/>
            <p:nvPr/>
          </p:nvSpPr>
          <p:spPr bwMode="auto">
            <a:xfrm>
              <a:off x="3696" y="1056"/>
              <a:ext cx="576" cy="336"/>
            </a:xfrm>
            <a:custGeom>
              <a:avLst/>
              <a:gdLst>
                <a:gd name="T0" fmla="*/ 0 w 576"/>
                <a:gd name="T1" fmla="*/ 0 h 336"/>
                <a:gd name="T2" fmla="*/ 576 w 576"/>
                <a:gd name="T3" fmla="*/ 0 h 336"/>
                <a:gd name="T4" fmla="*/ 576 w 576"/>
                <a:gd name="T5" fmla="*/ 336 h 336"/>
                <a:gd name="T6" fmla="*/ 0 w 576"/>
                <a:gd name="T7" fmla="*/ 336 h 3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76"/>
                <a:gd name="T13" fmla="*/ 0 h 336"/>
                <a:gd name="T14" fmla="*/ 576 w 576"/>
                <a:gd name="T15" fmla="*/ 336 h 3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76" h="336">
                  <a:moveTo>
                    <a:pt x="0" y="0"/>
                  </a:moveTo>
                  <a:lnTo>
                    <a:pt x="576" y="0"/>
                  </a:lnTo>
                  <a:lnTo>
                    <a:pt x="576" y="336"/>
                  </a:lnTo>
                  <a:lnTo>
                    <a:pt x="0" y="336"/>
                  </a:lnTo>
                </a:path>
              </a:pathLst>
            </a:custGeom>
            <a:grpFill/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0000" name="Line 26"/>
            <p:cNvSpPr>
              <a:spLocks noChangeShapeType="1"/>
            </p:cNvSpPr>
            <p:nvPr/>
          </p:nvSpPr>
          <p:spPr bwMode="auto">
            <a:xfrm>
              <a:off x="4080" y="1152"/>
              <a:ext cx="0" cy="144"/>
            </a:xfrm>
            <a:prstGeom prst="line">
              <a:avLst/>
            </a:prstGeom>
            <a:grpFill/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9956" name="Group 27"/>
          <p:cNvGrpSpPr/>
          <p:nvPr/>
        </p:nvGrpSpPr>
        <p:grpSpPr bwMode="auto">
          <a:xfrm>
            <a:off x="5413375" y="4184650"/>
            <a:ext cx="914400" cy="533400"/>
            <a:chOff x="3696" y="1056"/>
            <a:chExt cx="576" cy="336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39997" name="Freeform 28"/>
            <p:cNvSpPr/>
            <p:nvPr/>
          </p:nvSpPr>
          <p:spPr bwMode="auto">
            <a:xfrm>
              <a:off x="3696" y="1056"/>
              <a:ext cx="576" cy="336"/>
            </a:xfrm>
            <a:custGeom>
              <a:avLst/>
              <a:gdLst>
                <a:gd name="T0" fmla="*/ 0 w 576"/>
                <a:gd name="T1" fmla="*/ 0 h 336"/>
                <a:gd name="T2" fmla="*/ 576 w 576"/>
                <a:gd name="T3" fmla="*/ 0 h 336"/>
                <a:gd name="T4" fmla="*/ 576 w 576"/>
                <a:gd name="T5" fmla="*/ 336 h 336"/>
                <a:gd name="T6" fmla="*/ 0 w 576"/>
                <a:gd name="T7" fmla="*/ 336 h 3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76"/>
                <a:gd name="T13" fmla="*/ 0 h 336"/>
                <a:gd name="T14" fmla="*/ 576 w 576"/>
                <a:gd name="T15" fmla="*/ 336 h 3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76" h="336">
                  <a:moveTo>
                    <a:pt x="0" y="0"/>
                  </a:moveTo>
                  <a:lnTo>
                    <a:pt x="576" y="0"/>
                  </a:lnTo>
                  <a:lnTo>
                    <a:pt x="576" y="336"/>
                  </a:lnTo>
                  <a:lnTo>
                    <a:pt x="0" y="336"/>
                  </a:lnTo>
                </a:path>
              </a:pathLst>
            </a:custGeom>
            <a:grpFill/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9998" name="Line 29"/>
            <p:cNvSpPr>
              <a:spLocks noChangeShapeType="1"/>
            </p:cNvSpPr>
            <p:nvPr/>
          </p:nvSpPr>
          <p:spPr bwMode="auto">
            <a:xfrm>
              <a:off x="4080" y="1152"/>
              <a:ext cx="0" cy="144"/>
            </a:xfrm>
            <a:prstGeom prst="line">
              <a:avLst/>
            </a:prstGeom>
            <a:grpFill/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9957" name="Group 30"/>
          <p:cNvGrpSpPr/>
          <p:nvPr/>
        </p:nvGrpSpPr>
        <p:grpSpPr bwMode="auto">
          <a:xfrm>
            <a:off x="5413375" y="5099050"/>
            <a:ext cx="914400" cy="533400"/>
            <a:chOff x="3696" y="1056"/>
            <a:chExt cx="576" cy="336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39995" name="Freeform 31"/>
            <p:cNvSpPr/>
            <p:nvPr/>
          </p:nvSpPr>
          <p:spPr bwMode="auto">
            <a:xfrm>
              <a:off x="3696" y="1056"/>
              <a:ext cx="576" cy="336"/>
            </a:xfrm>
            <a:custGeom>
              <a:avLst/>
              <a:gdLst>
                <a:gd name="T0" fmla="*/ 0 w 576"/>
                <a:gd name="T1" fmla="*/ 0 h 336"/>
                <a:gd name="T2" fmla="*/ 576 w 576"/>
                <a:gd name="T3" fmla="*/ 0 h 336"/>
                <a:gd name="T4" fmla="*/ 576 w 576"/>
                <a:gd name="T5" fmla="*/ 336 h 336"/>
                <a:gd name="T6" fmla="*/ 0 w 576"/>
                <a:gd name="T7" fmla="*/ 336 h 3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76"/>
                <a:gd name="T13" fmla="*/ 0 h 336"/>
                <a:gd name="T14" fmla="*/ 576 w 576"/>
                <a:gd name="T15" fmla="*/ 336 h 3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76" h="336">
                  <a:moveTo>
                    <a:pt x="0" y="0"/>
                  </a:moveTo>
                  <a:lnTo>
                    <a:pt x="576" y="0"/>
                  </a:lnTo>
                  <a:lnTo>
                    <a:pt x="576" y="336"/>
                  </a:lnTo>
                  <a:lnTo>
                    <a:pt x="0" y="336"/>
                  </a:lnTo>
                </a:path>
              </a:pathLst>
            </a:custGeom>
            <a:grpFill/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9996" name="Line 32"/>
            <p:cNvSpPr>
              <a:spLocks noChangeShapeType="1"/>
            </p:cNvSpPr>
            <p:nvPr/>
          </p:nvSpPr>
          <p:spPr bwMode="auto">
            <a:xfrm>
              <a:off x="4080" y="1152"/>
              <a:ext cx="0" cy="144"/>
            </a:xfrm>
            <a:prstGeom prst="line">
              <a:avLst/>
            </a:prstGeom>
            <a:grpFill/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9958" name="Group 33"/>
          <p:cNvGrpSpPr/>
          <p:nvPr/>
        </p:nvGrpSpPr>
        <p:grpSpPr bwMode="auto">
          <a:xfrm>
            <a:off x="4346575" y="2736850"/>
            <a:ext cx="1066800" cy="2667000"/>
            <a:chOff x="2736" y="1584"/>
            <a:chExt cx="1008" cy="1680"/>
          </a:xfrm>
        </p:grpSpPr>
        <p:grpSp>
          <p:nvGrpSpPr>
            <p:cNvPr id="39975" name="Group 34"/>
            <p:cNvGrpSpPr/>
            <p:nvPr/>
          </p:nvGrpSpPr>
          <p:grpSpPr bwMode="auto">
            <a:xfrm>
              <a:off x="2736" y="1584"/>
              <a:ext cx="1008" cy="1680"/>
              <a:chOff x="2736" y="1584"/>
              <a:chExt cx="1008" cy="1680"/>
            </a:xfrm>
          </p:grpSpPr>
          <p:sp>
            <p:nvSpPr>
              <p:cNvPr id="39991" name="Line 35"/>
              <p:cNvSpPr>
                <a:spLocks noChangeShapeType="1"/>
              </p:cNvSpPr>
              <p:nvPr/>
            </p:nvSpPr>
            <p:spPr bwMode="auto">
              <a:xfrm>
                <a:off x="2736" y="1584"/>
                <a:ext cx="100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992" name="Line 36"/>
              <p:cNvSpPr>
                <a:spLocks noChangeShapeType="1"/>
              </p:cNvSpPr>
              <p:nvPr/>
            </p:nvSpPr>
            <p:spPr bwMode="auto">
              <a:xfrm flipV="1">
                <a:off x="2736" y="1584"/>
                <a:ext cx="1008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993" name="Line 37"/>
              <p:cNvSpPr>
                <a:spLocks noChangeShapeType="1"/>
              </p:cNvSpPr>
              <p:nvPr/>
            </p:nvSpPr>
            <p:spPr bwMode="auto">
              <a:xfrm flipV="1">
                <a:off x="2736" y="1632"/>
                <a:ext cx="1008" cy="10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994" name="Line 38"/>
              <p:cNvSpPr>
                <a:spLocks noChangeShapeType="1"/>
              </p:cNvSpPr>
              <p:nvPr/>
            </p:nvSpPr>
            <p:spPr bwMode="auto">
              <a:xfrm flipV="1">
                <a:off x="2736" y="1680"/>
                <a:ext cx="1008" cy="15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39976" name="Group 39"/>
            <p:cNvGrpSpPr/>
            <p:nvPr/>
          </p:nvGrpSpPr>
          <p:grpSpPr bwMode="auto">
            <a:xfrm flipV="1">
              <a:off x="2736" y="1584"/>
              <a:ext cx="1008" cy="1680"/>
              <a:chOff x="2736" y="1584"/>
              <a:chExt cx="1008" cy="1680"/>
            </a:xfrm>
          </p:grpSpPr>
          <p:sp>
            <p:nvSpPr>
              <p:cNvPr id="39987" name="Line 40"/>
              <p:cNvSpPr>
                <a:spLocks noChangeShapeType="1"/>
              </p:cNvSpPr>
              <p:nvPr/>
            </p:nvSpPr>
            <p:spPr bwMode="auto">
              <a:xfrm>
                <a:off x="2736" y="1584"/>
                <a:ext cx="100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988" name="Line 41"/>
              <p:cNvSpPr>
                <a:spLocks noChangeShapeType="1"/>
              </p:cNvSpPr>
              <p:nvPr/>
            </p:nvSpPr>
            <p:spPr bwMode="auto">
              <a:xfrm flipV="1">
                <a:off x="2736" y="1584"/>
                <a:ext cx="1008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989" name="Line 42"/>
              <p:cNvSpPr>
                <a:spLocks noChangeShapeType="1"/>
              </p:cNvSpPr>
              <p:nvPr/>
            </p:nvSpPr>
            <p:spPr bwMode="auto">
              <a:xfrm flipV="1">
                <a:off x="2736" y="1632"/>
                <a:ext cx="1008" cy="10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990" name="Line 43"/>
              <p:cNvSpPr>
                <a:spLocks noChangeShapeType="1"/>
              </p:cNvSpPr>
              <p:nvPr/>
            </p:nvSpPr>
            <p:spPr bwMode="auto">
              <a:xfrm flipV="1">
                <a:off x="2736" y="1680"/>
                <a:ext cx="1008" cy="15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39977" name="Group 44"/>
            <p:cNvGrpSpPr/>
            <p:nvPr/>
          </p:nvGrpSpPr>
          <p:grpSpPr bwMode="auto">
            <a:xfrm>
              <a:off x="2736" y="1584"/>
              <a:ext cx="1008" cy="1680"/>
              <a:chOff x="2736" y="1584"/>
              <a:chExt cx="1008" cy="1680"/>
            </a:xfrm>
          </p:grpSpPr>
          <p:sp>
            <p:nvSpPr>
              <p:cNvPr id="39983" name="Line 45"/>
              <p:cNvSpPr>
                <a:spLocks noChangeShapeType="1"/>
              </p:cNvSpPr>
              <p:nvPr/>
            </p:nvSpPr>
            <p:spPr bwMode="auto">
              <a:xfrm>
                <a:off x="2736" y="1584"/>
                <a:ext cx="1008" cy="4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984" name="Line 46"/>
              <p:cNvSpPr>
                <a:spLocks noChangeShapeType="1"/>
              </p:cNvSpPr>
              <p:nvPr/>
            </p:nvSpPr>
            <p:spPr bwMode="auto">
              <a:xfrm flipV="1">
                <a:off x="2736" y="2112"/>
                <a:ext cx="1008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985" name="Line 47"/>
              <p:cNvSpPr>
                <a:spLocks noChangeShapeType="1"/>
              </p:cNvSpPr>
              <p:nvPr/>
            </p:nvSpPr>
            <p:spPr bwMode="auto">
              <a:xfrm flipV="1">
                <a:off x="2736" y="2160"/>
                <a:ext cx="1008" cy="52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986" name="Line 48"/>
              <p:cNvSpPr>
                <a:spLocks noChangeShapeType="1"/>
              </p:cNvSpPr>
              <p:nvPr/>
            </p:nvSpPr>
            <p:spPr bwMode="auto">
              <a:xfrm flipV="1">
                <a:off x="2736" y="2256"/>
                <a:ext cx="1008" cy="100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39978" name="Group 49"/>
            <p:cNvGrpSpPr/>
            <p:nvPr/>
          </p:nvGrpSpPr>
          <p:grpSpPr bwMode="auto">
            <a:xfrm flipV="1">
              <a:off x="2736" y="1584"/>
              <a:ext cx="1008" cy="1680"/>
              <a:chOff x="2736" y="1584"/>
              <a:chExt cx="1008" cy="1680"/>
            </a:xfrm>
          </p:grpSpPr>
          <p:sp>
            <p:nvSpPr>
              <p:cNvPr id="39979" name="Line 50"/>
              <p:cNvSpPr>
                <a:spLocks noChangeShapeType="1"/>
              </p:cNvSpPr>
              <p:nvPr/>
            </p:nvSpPr>
            <p:spPr bwMode="auto">
              <a:xfrm>
                <a:off x="2736" y="1584"/>
                <a:ext cx="1008" cy="4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980" name="Line 51"/>
              <p:cNvSpPr>
                <a:spLocks noChangeShapeType="1"/>
              </p:cNvSpPr>
              <p:nvPr/>
            </p:nvSpPr>
            <p:spPr bwMode="auto">
              <a:xfrm flipV="1">
                <a:off x="2736" y="2112"/>
                <a:ext cx="1008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981" name="Line 52"/>
              <p:cNvSpPr>
                <a:spLocks noChangeShapeType="1"/>
              </p:cNvSpPr>
              <p:nvPr/>
            </p:nvSpPr>
            <p:spPr bwMode="auto">
              <a:xfrm flipV="1">
                <a:off x="2736" y="2160"/>
                <a:ext cx="1008" cy="52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982" name="Line 53"/>
              <p:cNvSpPr>
                <a:spLocks noChangeShapeType="1"/>
              </p:cNvSpPr>
              <p:nvPr/>
            </p:nvSpPr>
            <p:spPr bwMode="auto">
              <a:xfrm flipV="1">
                <a:off x="2736" y="2256"/>
                <a:ext cx="1008" cy="100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39959" name="Rectangle 54"/>
          <p:cNvSpPr>
            <a:spLocks noChangeArrowheads="1"/>
          </p:cNvSpPr>
          <p:nvPr/>
        </p:nvSpPr>
        <p:spPr bwMode="auto">
          <a:xfrm>
            <a:off x="3584575" y="3346450"/>
            <a:ext cx="762000" cy="5334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buNone/>
              <a:defRPr/>
            </a:pPr>
            <a:r>
              <a:rPr lang="zh-CN" altLang="en-US" sz="1600" dirty="0">
                <a:ea typeface="宋体" panose="02010600030101010101" pitchFamily="2" charset="-122"/>
              </a:rPr>
              <a:t>出口</a:t>
            </a:r>
            <a:endParaRPr lang="en-US" altLang="zh-CN" sz="1600" dirty="0">
              <a:ea typeface="宋体" panose="02010600030101010101" pitchFamily="2" charset="-122"/>
            </a:endParaRPr>
          </a:p>
          <a:p>
            <a:pPr algn="ctr">
              <a:spcBef>
                <a:spcPts val="0"/>
              </a:spcBef>
              <a:buNone/>
              <a:defRPr/>
            </a:pPr>
            <a:r>
              <a:rPr lang="zh-CN" altLang="en-US" sz="1600" dirty="0">
                <a:ea typeface="宋体" panose="02010600030101010101" pitchFamily="2" charset="-122"/>
              </a:rPr>
              <a:t>选择</a:t>
            </a:r>
            <a:endParaRPr kumimoji="0" lang="en-US" altLang="zh-CN" sz="16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9960" name="Rectangle 55"/>
          <p:cNvSpPr>
            <a:spLocks noChangeArrowheads="1"/>
          </p:cNvSpPr>
          <p:nvPr/>
        </p:nvSpPr>
        <p:spPr bwMode="auto">
          <a:xfrm>
            <a:off x="3584575" y="4184650"/>
            <a:ext cx="762000" cy="5334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ts val="0"/>
              </a:spcBef>
              <a:buNone/>
            </a:pPr>
            <a:r>
              <a:rPr lang="zh-CN" altLang="en-US" sz="1600" dirty="0">
                <a:ea typeface="宋体" panose="02010600030101010101" pitchFamily="2" charset="-122"/>
              </a:rPr>
              <a:t>出口</a:t>
            </a:r>
            <a:endParaRPr lang="en-US" altLang="zh-CN" sz="1600" dirty="0">
              <a:ea typeface="宋体" panose="02010600030101010101" pitchFamily="2" charset="-122"/>
            </a:endParaRPr>
          </a:p>
          <a:p>
            <a:pPr algn="ctr">
              <a:spcBef>
                <a:spcPts val="0"/>
              </a:spcBef>
              <a:buNone/>
            </a:pPr>
            <a:r>
              <a:rPr lang="zh-CN" altLang="en-US" sz="1600" dirty="0">
                <a:ea typeface="宋体" panose="02010600030101010101" pitchFamily="2" charset="-122"/>
              </a:rPr>
              <a:t>选择</a:t>
            </a:r>
            <a:endParaRPr lang="en-US" altLang="zh-CN" sz="1600" dirty="0">
              <a:ea typeface="宋体" panose="02010600030101010101" pitchFamily="2" charset="-122"/>
            </a:endParaRPr>
          </a:p>
        </p:txBody>
      </p:sp>
      <p:sp>
        <p:nvSpPr>
          <p:cNvPr id="39961" name="Rectangle 56"/>
          <p:cNvSpPr>
            <a:spLocks noChangeArrowheads="1"/>
          </p:cNvSpPr>
          <p:nvPr/>
        </p:nvSpPr>
        <p:spPr bwMode="auto">
          <a:xfrm>
            <a:off x="3584575" y="5099050"/>
            <a:ext cx="762000" cy="5334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ts val="0"/>
              </a:spcBef>
              <a:buNone/>
            </a:pPr>
            <a:r>
              <a:rPr lang="zh-CN" altLang="en-US" sz="1600" dirty="0">
                <a:ea typeface="宋体" panose="02010600030101010101" pitchFamily="2" charset="-122"/>
              </a:rPr>
              <a:t>出口</a:t>
            </a:r>
            <a:endParaRPr lang="en-US" altLang="zh-CN" sz="1600" dirty="0">
              <a:ea typeface="宋体" panose="02010600030101010101" pitchFamily="2" charset="-122"/>
            </a:endParaRPr>
          </a:p>
          <a:p>
            <a:pPr algn="ctr">
              <a:spcBef>
                <a:spcPts val="0"/>
              </a:spcBef>
              <a:buNone/>
            </a:pPr>
            <a:r>
              <a:rPr lang="zh-CN" altLang="en-US" sz="1600" dirty="0">
                <a:ea typeface="宋体" panose="02010600030101010101" pitchFamily="2" charset="-122"/>
              </a:rPr>
              <a:t>选择</a:t>
            </a:r>
            <a:endParaRPr lang="en-US" altLang="zh-CN" sz="1600" dirty="0">
              <a:ea typeface="宋体" panose="02010600030101010101" pitchFamily="2" charset="-122"/>
            </a:endParaRPr>
          </a:p>
        </p:txBody>
      </p:sp>
      <p:sp>
        <p:nvSpPr>
          <p:cNvPr id="39962" name="Rectangle 57"/>
          <p:cNvSpPr>
            <a:spLocks noChangeArrowheads="1"/>
          </p:cNvSpPr>
          <p:nvPr/>
        </p:nvSpPr>
        <p:spPr bwMode="auto">
          <a:xfrm>
            <a:off x="2727325" y="2474913"/>
            <a:ext cx="1193794" cy="49212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kumimoji="0" lang="zh-CN" altLang="en-US" sz="1800" dirty="0">
                <a:latin typeface="Arial" panose="020B0604020202020204" pitchFamily="34" charset="0"/>
                <a:cs typeface="Arial" panose="020B0604020202020204" pitchFamily="34" charset="0"/>
              </a:rPr>
              <a:t>转发决策</a:t>
            </a:r>
            <a:endParaRPr kumimoji="0" lang="en-US" altLang="zh-CN" sz="18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9964" name="Rectangle 59"/>
          <p:cNvSpPr>
            <a:spLocks noChangeArrowheads="1"/>
          </p:cNvSpPr>
          <p:nvPr/>
        </p:nvSpPr>
        <p:spPr bwMode="auto">
          <a:xfrm>
            <a:off x="2783681" y="1788276"/>
            <a:ext cx="1065212" cy="369974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</a:ln>
        </p:spPr>
        <p:txBody>
          <a:bodyPr wrap="square" lIns="92075" tIns="46038" rIns="92075" bIns="46038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zh-CN" altLang="en-US" sz="1800" dirty="0">
                <a:solidFill>
                  <a:srgbClr val="00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路由表</a:t>
            </a:r>
            <a:endParaRPr kumimoji="0" lang="en-US" altLang="zh-CN" sz="1800" dirty="0">
              <a:solidFill>
                <a:srgbClr val="000099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9965" name="Line 60"/>
          <p:cNvSpPr>
            <a:spLocks noChangeShapeType="1"/>
          </p:cNvSpPr>
          <p:nvPr/>
        </p:nvSpPr>
        <p:spPr bwMode="auto">
          <a:xfrm>
            <a:off x="3316288" y="2166938"/>
            <a:ext cx="0" cy="3032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stealth" w="med" len="med"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9966" name="Line 61"/>
          <p:cNvSpPr>
            <a:spLocks noChangeShapeType="1"/>
          </p:cNvSpPr>
          <p:nvPr/>
        </p:nvSpPr>
        <p:spPr bwMode="auto">
          <a:xfrm>
            <a:off x="746125" y="2736850"/>
            <a:ext cx="19812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9967" name="Line 62"/>
          <p:cNvSpPr>
            <a:spLocks noChangeShapeType="1"/>
          </p:cNvSpPr>
          <p:nvPr/>
        </p:nvSpPr>
        <p:spPr bwMode="auto">
          <a:xfrm>
            <a:off x="4092575" y="2736850"/>
            <a:ext cx="254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2" name="Group 109"/>
          <p:cNvGrpSpPr/>
          <p:nvPr/>
        </p:nvGrpSpPr>
        <p:grpSpPr bwMode="auto">
          <a:xfrm>
            <a:off x="758826" y="2547938"/>
            <a:ext cx="928688" cy="304800"/>
            <a:chOff x="855" y="1152"/>
            <a:chExt cx="585" cy="192"/>
          </a:xfrm>
        </p:grpSpPr>
        <p:sp>
          <p:nvSpPr>
            <p:cNvPr id="39969" name="Rectangle 110"/>
            <p:cNvSpPr>
              <a:spLocks noChangeArrowheads="1"/>
            </p:cNvSpPr>
            <p:nvPr/>
          </p:nvSpPr>
          <p:spPr bwMode="auto">
            <a:xfrm>
              <a:off x="855" y="1152"/>
              <a:ext cx="345" cy="192"/>
            </a:xfrm>
            <a:prstGeom prst="rect">
              <a:avLst/>
            </a:prstGeom>
            <a:solidFill>
              <a:schemeClr val="accent2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latin typeface="Arial" panose="020B0604020202020204" pitchFamily="34" charset="0"/>
                <a:ea typeface="楷体_GB2312" pitchFamily="49" charset="-122"/>
                <a:cs typeface="Arial" panose="020B0604020202020204" pitchFamily="34" charset="0"/>
              </a:endParaRPr>
            </a:p>
          </p:txBody>
        </p:sp>
        <p:sp>
          <p:nvSpPr>
            <p:cNvPr id="39971" name="Rectangle 115"/>
            <p:cNvSpPr>
              <a:spLocks noChangeArrowheads="1"/>
            </p:cNvSpPr>
            <p:nvPr/>
          </p:nvSpPr>
          <p:spPr bwMode="auto">
            <a:xfrm>
              <a:off x="1200" y="1152"/>
              <a:ext cx="240" cy="192"/>
            </a:xfrm>
            <a:prstGeom prst="rect">
              <a:avLst/>
            </a:prstGeom>
            <a:solidFill>
              <a:schemeClr val="accent2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600" dirty="0">
                  <a:latin typeface="Arial" panose="020B0604020202020204" pitchFamily="34" charset="0"/>
                  <a:cs typeface="Arial" panose="020B0604020202020204" pitchFamily="34" charset="0"/>
                </a:rPr>
                <a:t>“4”</a:t>
              </a:r>
            </a:p>
          </p:txBody>
        </p:sp>
      </p:grpSp>
      <p:sp>
        <p:nvSpPr>
          <p:cNvPr id="72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 IPv4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数据包转发</a:t>
            </a:r>
          </a:p>
        </p:txBody>
      </p:sp>
      <p:sp>
        <p:nvSpPr>
          <p:cNvPr id="2" name="Text Box 57"/>
          <p:cNvSpPr txBox="1">
            <a:spLocks noChangeArrowheads="1"/>
          </p:cNvSpPr>
          <p:nvPr/>
        </p:nvSpPr>
        <p:spPr bwMode="auto">
          <a:xfrm>
            <a:off x="6599416" y="2429073"/>
            <a:ext cx="1079142" cy="307777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>
              <a:defRPr/>
            </a:pPr>
            <a:r>
              <a:rPr kumimoji="0" lang="zh-CN" altLang="en-US" sz="1400" dirty="0">
                <a:latin typeface="+mn-lt"/>
                <a:ea typeface="宋体" panose="02010600030101010101" pitchFamily="2" charset="-122"/>
              </a:rPr>
              <a:t>链路</a:t>
            </a:r>
            <a:r>
              <a:rPr kumimoji="0" lang="en-US" altLang="zh-CN" sz="1400" dirty="0">
                <a:latin typeface="+mn-lt"/>
                <a:ea typeface="宋体" panose="02010600030101010101" pitchFamily="2" charset="-122"/>
              </a:rPr>
              <a:t>1, </a:t>
            </a:r>
            <a:r>
              <a:rPr kumimoji="0" lang="zh-CN" altLang="en-US" sz="1400" dirty="0">
                <a:latin typeface="+mn-lt"/>
                <a:ea typeface="宋体" panose="02010600030101010101" pitchFamily="2" charset="-122"/>
              </a:rPr>
              <a:t>输出</a:t>
            </a:r>
            <a:endParaRPr kumimoji="0" lang="en-US" altLang="zh-CN" sz="1400" dirty="0">
              <a:latin typeface="+mn-lt"/>
              <a:ea typeface="宋体" panose="02010600030101010101" pitchFamily="2" charset="-122"/>
            </a:endParaRPr>
          </a:p>
        </p:txBody>
      </p:sp>
      <p:sp>
        <p:nvSpPr>
          <p:cNvPr id="3" name="Text Box 59"/>
          <p:cNvSpPr txBox="1">
            <a:spLocks noChangeArrowheads="1"/>
          </p:cNvSpPr>
          <p:nvPr/>
        </p:nvSpPr>
        <p:spPr bwMode="auto">
          <a:xfrm>
            <a:off x="6599416" y="3343473"/>
            <a:ext cx="1079142" cy="307777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>
              <a:defRPr/>
            </a:pPr>
            <a:r>
              <a:rPr lang="zh-CN" altLang="en-US" sz="1400" dirty="0">
                <a:ea typeface="宋体" panose="02010600030101010101" pitchFamily="2" charset="-122"/>
              </a:rPr>
              <a:t>链路</a:t>
            </a:r>
            <a:r>
              <a:rPr kumimoji="0" lang="en-US" altLang="zh-CN" sz="1400" dirty="0">
                <a:latin typeface="+mn-lt"/>
                <a:ea typeface="宋体" panose="02010600030101010101" pitchFamily="2" charset="-122"/>
              </a:rPr>
              <a:t>2, </a:t>
            </a:r>
            <a:r>
              <a:rPr lang="zh-CN" altLang="en-US" sz="1400" dirty="0">
                <a:ea typeface="宋体" panose="02010600030101010101" pitchFamily="2" charset="-122"/>
              </a:rPr>
              <a:t>输出</a:t>
            </a:r>
            <a:endParaRPr kumimoji="0" lang="en-US" altLang="zh-CN" sz="1400" dirty="0">
              <a:latin typeface="+mn-lt"/>
              <a:ea typeface="宋体" panose="02010600030101010101" pitchFamily="2" charset="-122"/>
            </a:endParaRPr>
          </a:p>
        </p:txBody>
      </p:sp>
      <p:sp>
        <p:nvSpPr>
          <p:cNvPr id="4" name="Text Box 61"/>
          <p:cNvSpPr txBox="1">
            <a:spLocks noChangeArrowheads="1"/>
          </p:cNvSpPr>
          <p:nvPr/>
        </p:nvSpPr>
        <p:spPr bwMode="auto">
          <a:xfrm>
            <a:off x="6599416" y="4181673"/>
            <a:ext cx="1079142" cy="307777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>
              <a:defRPr/>
            </a:pPr>
            <a:r>
              <a:rPr lang="zh-CN" altLang="en-US" sz="1400" dirty="0">
                <a:ea typeface="宋体" panose="02010600030101010101" pitchFamily="2" charset="-122"/>
              </a:rPr>
              <a:t>链路</a:t>
            </a:r>
            <a:r>
              <a:rPr kumimoji="0" lang="en-US" altLang="zh-CN" sz="1400" dirty="0">
                <a:latin typeface="+mn-lt"/>
                <a:ea typeface="宋体" panose="02010600030101010101" pitchFamily="2" charset="-122"/>
              </a:rPr>
              <a:t>3, </a:t>
            </a:r>
            <a:r>
              <a:rPr lang="zh-CN" altLang="en-US" sz="1400" dirty="0">
                <a:ea typeface="宋体" panose="02010600030101010101" pitchFamily="2" charset="-122"/>
              </a:rPr>
              <a:t>输出</a:t>
            </a:r>
            <a:endParaRPr kumimoji="0" lang="en-US" altLang="zh-CN" sz="1400" dirty="0">
              <a:latin typeface="+mn-lt"/>
              <a:ea typeface="宋体" panose="02010600030101010101" pitchFamily="2" charset="-122"/>
            </a:endParaRPr>
          </a:p>
        </p:txBody>
      </p:sp>
      <p:sp>
        <p:nvSpPr>
          <p:cNvPr id="5" name="Text Box 63"/>
          <p:cNvSpPr txBox="1">
            <a:spLocks noChangeArrowheads="1"/>
          </p:cNvSpPr>
          <p:nvPr/>
        </p:nvSpPr>
        <p:spPr bwMode="auto">
          <a:xfrm>
            <a:off x="6599416" y="5096073"/>
            <a:ext cx="1079142" cy="307777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>
              <a:defRPr/>
            </a:pPr>
            <a:r>
              <a:rPr lang="zh-CN" altLang="en-US" sz="1400" dirty="0">
                <a:ea typeface="宋体" panose="02010600030101010101" pitchFamily="2" charset="-122"/>
              </a:rPr>
              <a:t>链路</a:t>
            </a:r>
            <a:r>
              <a:rPr kumimoji="0" lang="en-US" altLang="zh-CN" sz="1400" dirty="0">
                <a:latin typeface="+mn-lt"/>
                <a:ea typeface="宋体" panose="02010600030101010101" pitchFamily="2" charset="-122"/>
              </a:rPr>
              <a:t>4, </a:t>
            </a:r>
            <a:r>
              <a:rPr lang="zh-CN" altLang="en-US" sz="1400" dirty="0">
                <a:ea typeface="宋体" panose="02010600030101010101" pitchFamily="2" charset="-122"/>
              </a:rPr>
              <a:t>输出</a:t>
            </a:r>
            <a:endParaRPr kumimoji="0" lang="en-US" altLang="zh-CN" sz="1400" dirty="0">
              <a:latin typeface="+mn-lt"/>
              <a:ea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719 0.00579 L 0.35886 0.00579 " pathEditMode="relative" rAng="0" ptsTypes="AA">
                                      <p:cBhvr>
                                        <p:cTn id="9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583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4500000">
                                      <p:cBhvr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5886 0.00579 L 0.46875 0.38981 " pathEditMode="relative" rAng="0" ptsTypes="AA">
                                      <p:cBhvr>
                                        <p:cTn id="1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86" y="1919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8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-4500000">
                                      <p:cBhvr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63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6875 0.39213 L 0.71875 0.39213 " pathEditMode="relative" rAng="0" ptsTypes="AA">
                                      <p:cBhvr>
                                        <p:cTn id="2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50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3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609600"/>
            <a:ext cx="8496300" cy="803275"/>
          </a:xfrm>
        </p:spPr>
        <p:txBody>
          <a:bodyPr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按类划分</a:t>
            </a: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地址存在的问题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5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</a:t>
            </a: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-IPv4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地址问题及解决策略</a:t>
            </a:r>
          </a:p>
        </p:txBody>
      </p:sp>
      <p:sp>
        <p:nvSpPr>
          <p:cNvPr id="6" name="Rectangle 3"/>
          <p:cNvSpPr>
            <a:spLocks noChangeArrowheads="1"/>
          </p:cNvSpPr>
          <p:nvPr/>
        </p:nvSpPr>
        <p:spPr bwMode="auto">
          <a:xfrm>
            <a:off x="419101" y="1574799"/>
            <a:ext cx="8166100" cy="4572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ts val="3200"/>
              </a:lnSpc>
              <a:spcBef>
                <a:spcPts val="600"/>
              </a:spcBef>
            </a:pPr>
            <a:r>
              <a:rPr lang="zh-CN" altLang="en-US" sz="2200" dirty="0">
                <a:cs typeface="Times New Roman" panose="02020603050405020304" pitchFamily="18" charset="0"/>
              </a:rPr>
              <a:t>组织内部的每个物理网络需要一个独立的</a:t>
            </a:r>
            <a:r>
              <a:rPr lang="en-US" altLang="zh-CN" sz="2200" dirty="0">
                <a:cs typeface="Times New Roman" panose="02020603050405020304" pitchFamily="18" charset="0"/>
              </a:rPr>
              <a:t>net-id</a:t>
            </a:r>
            <a:r>
              <a:rPr lang="zh-CN" altLang="en-US" sz="2200" dirty="0">
                <a:cs typeface="Times New Roman" panose="02020603050405020304" pitchFamily="18" charset="0"/>
              </a:rPr>
              <a:t>（</a:t>
            </a:r>
            <a:r>
              <a:rPr lang="en-US" altLang="zh-CN" sz="2200" dirty="0">
                <a:cs typeface="Times New Roman" panose="02020603050405020304" pitchFamily="18" charset="0"/>
              </a:rPr>
              <a:t>A</a:t>
            </a:r>
            <a:r>
              <a:rPr lang="zh-CN" altLang="en-US" sz="2200" dirty="0">
                <a:cs typeface="Times New Roman" panose="02020603050405020304" pitchFamily="18" charset="0"/>
              </a:rPr>
              <a:t>类、</a:t>
            </a:r>
            <a:r>
              <a:rPr lang="en-US" altLang="zh-CN" sz="2200" dirty="0">
                <a:cs typeface="Times New Roman" panose="02020603050405020304" pitchFamily="18" charset="0"/>
              </a:rPr>
              <a:t>B</a:t>
            </a:r>
            <a:r>
              <a:rPr lang="zh-CN" altLang="en-US" sz="2200" dirty="0">
                <a:cs typeface="Times New Roman" panose="02020603050405020304" pitchFamily="18" charset="0"/>
              </a:rPr>
              <a:t>类、</a:t>
            </a:r>
            <a:r>
              <a:rPr lang="en-US" altLang="zh-CN" sz="2200" dirty="0">
                <a:cs typeface="Times New Roman" panose="02020603050405020304" pitchFamily="18" charset="0"/>
              </a:rPr>
              <a:t>C</a:t>
            </a:r>
            <a:r>
              <a:rPr lang="zh-CN" altLang="en-US" sz="2200" dirty="0">
                <a:cs typeface="Times New Roman" panose="02020603050405020304" pitchFamily="18" charset="0"/>
              </a:rPr>
              <a:t>类），而</a:t>
            </a:r>
            <a:r>
              <a:rPr lang="en-US" altLang="zh-CN" sz="2200" dirty="0">
                <a:cs typeface="Times New Roman" panose="02020603050405020304" pitchFamily="18" charset="0"/>
              </a:rPr>
              <a:t>net-id</a:t>
            </a:r>
            <a:r>
              <a:rPr lang="zh-CN" altLang="en-US" sz="2200" dirty="0">
                <a:cs typeface="Times New Roman" panose="02020603050405020304" pitchFamily="18" charset="0"/>
              </a:rPr>
              <a:t>和</a:t>
            </a:r>
            <a:r>
              <a:rPr lang="en-US" altLang="zh-CN" sz="2200" dirty="0">
                <a:cs typeface="Times New Roman" panose="02020603050405020304" pitchFamily="18" charset="0"/>
              </a:rPr>
              <a:t>host-id</a:t>
            </a:r>
            <a:r>
              <a:rPr lang="zh-CN" altLang="en-US" sz="2200" dirty="0">
                <a:cs typeface="Times New Roman" panose="02020603050405020304" pitchFamily="18" charset="0"/>
              </a:rPr>
              <a:t>划分不灵活，</a:t>
            </a:r>
            <a:r>
              <a:rPr lang="en-US" altLang="zh-CN" sz="2200" dirty="0">
                <a:cs typeface="Times New Roman" panose="02020603050405020304" pitchFamily="18" charset="0"/>
              </a:rPr>
              <a:t>IP</a:t>
            </a:r>
            <a:r>
              <a:rPr lang="zh-CN" altLang="en-US" sz="2200" dirty="0">
                <a:cs typeface="Times New Roman" panose="02020603050405020304" pitchFamily="18" charset="0"/>
              </a:rPr>
              <a:t>地址不能充分利用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lvl="1">
              <a:lnSpc>
                <a:spcPts val="3200"/>
              </a:lnSpc>
              <a:spcBef>
                <a:spcPts val="600"/>
              </a:spcBef>
            </a:pPr>
            <a:r>
              <a:rPr lang="zh-CN" altLang="en-US" sz="2000" dirty="0">
                <a:cs typeface="Times New Roman" panose="02020603050405020304" pitchFamily="18" charset="0"/>
              </a:rPr>
              <a:t>例如：一个</a:t>
            </a:r>
            <a:r>
              <a:rPr lang="en-US" altLang="zh-CN" sz="2000" dirty="0">
                <a:cs typeface="Times New Roman" panose="02020603050405020304" pitchFamily="18" charset="0"/>
              </a:rPr>
              <a:t>B</a:t>
            </a:r>
            <a:r>
              <a:rPr lang="zh-CN" altLang="en-US" sz="2000" dirty="0">
                <a:cs typeface="Times New Roman" panose="02020603050405020304" pitchFamily="18" charset="0"/>
              </a:rPr>
              <a:t>类网络地址</a:t>
            </a:r>
            <a:r>
              <a:rPr lang="en-US" altLang="zh-CN" sz="2000" dirty="0">
                <a:cs typeface="Times New Roman" panose="02020603050405020304" pitchFamily="18" charset="0"/>
              </a:rPr>
              <a:t>172.123.0.0</a:t>
            </a:r>
            <a:r>
              <a:rPr lang="zh-CN" altLang="en-US" sz="2000" dirty="0">
                <a:cs typeface="Times New Roman" panose="02020603050405020304" pitchFamily="18" charset="0"/>
              </a:rPr>
              <a:t>，可以包含</a:t>
            </a:r>
            <a:r>
              <a:rPr lang="en-US" altLang="zh-CN" sz="2000" dirty="0">
                <a:cs typeface="Times New Roman" panose="02020603050405020304" pitchFamily="18" charset="0"/>
              </a:rPr>
              <a:t>2</a:t>
            </a:r>
            <a:r>
              <a:rPr lang="en-US" altLang="zh-CN" sz="2000" baseline="30000" dirty="0">
                <a:cs typeface="Times New Roman" panose="02020603050405020304" pitchFamily="18" charset="0"/>
              </a:rPr>
              <a:t>16</a:t>
            </a:r>
            <a:r>
              <a:rPr lang="en-US" altLang="zh-CN" sz="2000" dirty="0">
                <a:cs typeface="Times New Roman" panose="02020603050405020304" pitchFamily="18" charset="0"/>
              </a:rPr>
              <a:t>-2</a:t>
            </a:r>
            <a:r>
              <a:rPr lang="zh-CN" altLang="en-US" sz="2000" dirty="0">
                <a:cs typeface="Times New Roman" panose="02020603050405020304" pitchFamily="18" charset="0"/>
              </a:rPr>
              <a:t>个有效</a:t>
            </a:r>
            <a:r>
              <a:rPr lang="en-US" altLang="zh-CN" sz="2000" dirty="0">
                <a:cs typeface="Times New Roman" panose="02020603050405020304" pitchFamily="18" charset="0"/>
              </a:rPr>
              <a:t>IP</a:t>
            </a:r>
            <a:r>
              <a:rPr lang="zh-CN" altLang="en-US" sz="2000" dirty="0">
                <a:cs typeface="Times New Roman" panose="02020603050405020304" pitchFamily="18" charset="0"/>
              </a:rPr>
              <a:t>地址（分配给路由器或主机），如果一个网络仅需</a:t>
            </a:r>
            <a:r>
              <a:rPr lang="en-US" altLang="zh-CN" sz="2000" dirty="0">
                <a:cs typeface="Times New Roman" panose="02020603050405020304" pitchFamily="18" charset="0"/>
              </a:rPr>
              <a:t>256</a:t>
            </a:r>
            <a:r>
              <a:rPr lang="zh-CN" altLang="en-US" sz="2000" dirty="0">
                <a:cs typeface="Times New Roman" panose="02020603050405020304" pitchFamily="18" charset="0"/>
              </a:rPr>
              <a:t>个</a:t>
            </a:r>
            <a:r>
              <a:rPr lang="en-US" altLang="zh-CN" sz="2000" dirty="0">
                <a:cs typeface="Times New Roman" panose="02020603050405020304" pitchFamily="18" charset="0"/>
              </a:rPr>
              <a:t>IP</a:t>
            </a:r>
            <a:r>
              <a:rPr lang="zh-CN" altLang="en-US" sz="2000" dirty="0">
                <a:cs typeface="Times New Roman" panose="02020603050405020304" pitchFamily="18" charset="0"/>
              </a:rPr>
              <a:t>地址，分配该</a:t>
            </a:r>
            <a:r>
              <a:rPr lang="en-US" altLang="zh-CN" sz="2000" dirty="0">
                <a:cs typeface="Times New Roman" panose="02020603050405020304" pitchFamily="18" charset="0"/>
              </a:rPr>
              <a:t>B</a:t>
            </a:r>
            <a:r>
              <a:rPr lang="zh-CN" altLang="en-US" sz="2000" dirty="0">
                <a:cs typeface="Times New Roman" panose="02020603050405020304" pitchFamily="18" charset="0"/>
              </a:rPr>
              <a:t>类地址，则有</a:t>
            </a:r>
            <a:r>
              <a:rPr lang="en-US" altLang="zh-CN" sz="2000" dirty="0">
                <a:cs typeface="Times New Roman" panose="02020603050405020304" pitchFamily="18" charset="0"/>
              </a:rPr>
              <a:t>2</a:t>
            </a:r>
            <a:r>
              <a:rPr lang="en-US" altLang="zh-CN" sz="2000" baseline="30000" dirty="0">
                <a:cs typeface="Times New Roman" panose="02020603050405020304" pitchFamily="18" charset="0"/>
              </a:rPr>
              <a:t>16</a:t>
            </a:r>
            <a:r>
              <a:rPr lang="en-US" altLang="zh-CN" sz="2000" dirty="0">
                <a:cs typeface="Times New Roman" panose="02020603050405020304" pitchFamily="18" charset="0"/>
              </a:rPr>
              <a:t>-2-256</a:t>
            </a:r>
            <a:r>
              <a:rPr lang="zh-CN" altLang="en-US" sz="2000" dirty="0">
                <a:cs typeface="Times New Roman" panose="02020603050405020304" pitchFamily="18" charset="0"/>
              </a:rPr>
              <a:t>个地址被浪费，不能被其他网络使用</a:t>
            </a:r>
            <a:endParaRPr lang="en-US" altLang="zh-CN" sz="2000" dirty="0">
              <a:cs typeface="Times New Roman" panose="02020603050405020304" pitchFamily="18" charset="0"/>
            </a:endParaRPr>
          </a:p>
          <a:p>
            <a:pPr>
              <a:lnSpc>
                <a:spcPts val="3200"/>
              </a:lnSpc>
              <a:spcBef>
                <a:spcPts val="600"/>
              </a:spcBef>
            </a:pPr>
            <a:r>
              <a:rPr lang="en-US" altLang="zh-CN" sz="2200" dirty="0">
                <a:cs typeface="Times New Roman" panose="02020603050405020304" pitchFamily="18" charset="0"/>
              </a:rPr>
              <a:t>A</a:t>
            </a:r>
            <a:r>
              <a:rPr lang="zh-CN" altLang="en-US" sz="2200" dirty="0">
                <a:cs typeface="Times New Roman" panose="02020603050405020304" pitchFamily="18" charset="0"/>
              </a:rPr>
              <a:t>类</a:t>
            </a:r>
            <a:r>
              <a:rPr lang="zh-CN" altLang="en-US" sz="2000" dirty="0">
                <a:cs typeface="Times New Roman" panose="02020603050405020304" pitchFamily="18" charset="0"/>
              </a:rPr>
              <a:t>（</a:t>
            </a:r>
            <a:r>
              <a:rPr lang="en-US" altLang="zh-CN" sz="2000" dirty="0">
                <a:cs typeface="Times New Roman" panose="02020603050405020304" pitchFamily="18" charset="0"/>
              </a:rPr>
              <a:t>2</a:t>
            </a:r>
            <a:r>
              <a:rPr lang="en-US" altLang="zh-CN" sz="2000" baseline="30000" dirty="0">
                <a:cs typeface="Times New Roman" panose="02020603050405020304" pitchFamily="18" charset="0"/>
              </a:rPr>
              <a:t>7</a:t>
            </a:r>
            <a:r>
              <a:rPr lang="zh-CN" altLang="en-US" sz="2000" dirty="0">
                <a:cs typeface="Times New Roman" panose="02020603050405020304" pitchFamily="18" charset="0"/>
              </a:rPr>
              <a:t>）</a:t>
            </a:r>
            <a:r>
              <a:rPr lang="zh-CN" altLang="en-US" sz="2200" dirty="0">
                <a:cs typeface="Times New Roman" panose="02020603050405020304" pitchFamily="18" charset="0"/>
              </a:rPr>
              <a:t>、</a:t>
            </a:r>
            <a:r>
              <a:rPr lang="en-US" altLang="zh-CN" sz="2200" dirty="0">
                <a:cs typeface="Times New Roman" panose="02020603050405020304" pitchFamily="18" charset="0"/>
              </a:rPr>
              <a:t>B</a:t>
            </a:r>
            <a:r>
              <a:rPr lang="zh-CN" altLang="en-US" sz="2200" dirty="0">
                <a:cs typeface="Times New Roman" panose="02020603050405020304" pitchFamily="18" charset="0"/>
              </a:rPr>
              <a:t>类</a:t>
            </a:r>
            <a:r>
              <a:rPr lang="zh-CN" altLang="en-US" sz="2000" dirty="0">
                <a:cs typeface="Times New Roman" panose="02020603050405020304" pitchFamily="18" charset="0"/>
              </a:rPr>
              <a:t>（</a:t>
            </a:r>
            <a:r>
              <a:rPr lang="en-US" altLang="zh-CN" sz="2000" dirty="0">
                <a:cs typeface="Times New Roman" panose="02020603050405020304" pitchFamily="18" charset="0"/>
              </a:rPr>
              <a:t>2</a:t>
            </a:r>
            <a:r>
              <a:rPr lang="en-US" altLang="zh-CN" sz="2000" baseline="30000" dirty="0">
                <a:cs typeface="Times New Roman" panose="02020603050405020304" pitchFamily="18" charset="0"/>
              </a:rPr>
              <a:t>14</a:t>
            </a:r>
            <a:r>
              <a:rPr lang="zh-CN" altLang="en-US" sz="2000" dirty="0">
                <a:cs typeface="Times New Roman" panose="02020603050405020304" pitchFamily="18" charset="0"/>
              </a:rPr>
              <a:t>）</a:t>
            </a:r>
            <a:r>
              <a:rPr lang="zh-CN" altLang="en-US" sz="2200" dirty="0">
                <a:cs typeface="Times New Roman" panose="02020603050405020304" pitchFamily="18" charset="0"/>
              </a:rPr>
              <a:t>网络号有限，大量</a:t>
            </a:r>
            <a:r>
              <a:rPr lang="en-US" altLang="zh-CN" sz="2200" dirty="0">
                <a:cs typeface="Times New Roman" panose="02020603050405020304" pitchFamily="18" charset="0"/>
              </a:rPr>
              <a:t>C</a:t>
            </a:r>
            <a:r>
              <a:rPr lang="zh-CN" altLang="en-US" sz="2200" dirty="0">
                <a:cs typeface="Times New Roman" panose="02020603050405020304" pitchFamily="18" charset="0"/>
              </a:rPr>
              <a:t>类网络号使核心路由器的</a:t>
            </a:r>
            <a:r>
              <a:rPr lang="zh-CN" altLang="en-US" sz="2200" b="1" dirty="0">
                <a:solidFill>
                  <a:srgbClr val="C00000"/>
                </a:solidFill>
                <a:cs typeface="Times New Roman" panose="02020603050405020304" pitchFamily="18" charset="0"/>
              </a:rPr>
              <a:t>路由表条数剧增</a:t>
            </a:r>
            <a:endParaRPr lang="en-US" altLang="zh-CN" sz="2200" b="1" dirty="0">
              <a:solidFill>
                <a:srgbClr val="C00000"/>
              </a:solidFill>
              <a:cs typeface="Times New Roman" panose="02020603050405020304" pitchFamily="18" charset="0"/>
            </a:endParaRPr>
          </a:p>
          <a:p>
            <a:pPr lvl="1">
              <a:lnSpc>
                <a:spcPts val="3200"/>
              </a:lnSpc>
              <a:spcBef>
                <a:spcPts val="600"/>
              </a:spcBef>
            </a:pPr>
            <a:r>
              <a:rPr lang="zh-CN" altLang="en-US" sz="2000" dirty="0">
                <a:cs typeface="Times New Roman" panose="02020603050405020304" pitchFamily="18" charset="0"/>
              </a:rPr>
              <a:t>例如：一个</a:t>
            </a:r>
            <a:r>
              <a:rPr lang="en-US" altLang="zh-CN" sz="2000" dirty="0">
                <a:cs typeface="Times New Roman" panose="02020603050405020304" pitchFamily="18" charset="0"/>
              </a:rPr>
              <a:t>B</a:t>
            </a:r>
            <a:r>
              <a:rPr lang="zh-CN" altLang="en-US" sz="2000" dirty="0">
                <a:cs typeface="Times New Roman" panose="02020603050405020304" pitchFamily="18" charset="0"/>
              </a:rPr>
              <a:t>类网络地址</a:t>
            </a:r>
            <a:r>
              <a:rPr lang="en-US" altLang="zh-CN" sz="2000" dirty="0">
                <a:cs typeface="Times New Roman" panose="02020603050405020304" pitchFamily="18" charset="0"/>
              </a:rPr>
              <a:t>172.123.0.0</a:t>
            </a:r>
            <a:r>
              <a:rPr lang="zh-CN" altLang="en-US" sz="2000" dirty="0">
                <a:cs typeface="Times New Roman" panose="02020603050405020304" pitchFamily="18" charset="0"/>
              </a:rPr>
              <a:t>，可以包含</a:t>
            </a:r>
            <a:r>
              <a:rPr lang="en-US" altLang="zh-CN" sz="2000" dirty="0">
                <a:cs typeface="Times New Roman" panose="02020603050405020304" pitchFamily="18" charset="0"/>
              </a:rPr>
              <a:t>2</a:t>
            </a:r>
            <a:r>
              <a:rPr lang="en-US" altLang="zh-CN" sz="2000" baseline="30000" dirty="0">
                <a:cs typeface="Times New Roman" panose="02020603050405020304" pitchFamily="18" charset="0"/>
              </a:rPr>
              <a:t>16</a:t>
            </a:r>
            <a:r>
              <a:rPr lang="en-US" altLang="zh-CN" sz="2000" dirty="0">
                <a:cs typeface="Times New Roman" panose="02020603050405020304" pitchFamily="18" charset="0"/>
              </a:rPr>
              <a:t>-2</a:t>
            </a:r>
            <a:r>
              <a:rPr lang="zh-CN" altLang="en-US" sz="2000" dirty="0">
                <a:cs typeface="Times New Roman" panose="02020603050405020304" pitchFamily="18" charset="0"/>
              </a:rPr>
              <a:t>个有效</a:t>
            </a:r>
            <a:r>
              <a:rPr lang="en-US" altLang="zh-CN" sz="2000" dirty="0">
                <a:cs typeface="Times New Roman" panose="02020603050405020304" pitchFamily="18" charset="0"/>
              </a:rPr>
              <a:t>IP</a:t>
            </a:r>
            <a:r>
              <a:rPr lang="zh-CN" altLang="en-US" sz="2000" dirty="0">
                <a:cs typeface="Times New Roman" panose="02020603050405020304" pitchFamily="18" charset="0"/>
              </a:rPr>
              <a:t>地址，覆盖同样规模网络，如果使用</a:t>
            </a:r>
            <a:r>
              <a:rPr lang="en-US" altLang="zh-CN" sz="2000" dirty="0">
                <a:cs typeface="Times New Roman" panose="02020603050405020304" pitchFamily="18" charset="0"/>
              </a:rPr>
              <a:t>C</a:t>
            </a:r>
            <a:r>
              <a:rPr lang="zh-CN" altLang="en-US" sz="2000" dirty="0">
                <a:cs typeface="Times New Roman" panose="02020603050405020304" pitchFamily="18" charset="0"/>
              </a:rPr>
              <a:t>类地址，可能构建</a:t>
            </a:r>
            <a:r>
              <a:rPr lang="en-US" altLang="zh-CN" sz="2000" dirty="0">
                <a:cs typeface="Times New Roman" panose="02020603050405020304" pitchFamily="18" charset="0"/>
              </a:rPr>
              <a:t>256</a:t>
            </a:r>
            <a:r>
              <a:rPr lang="zh-CN" altLang="en-US" sz="2000" dirty="0">
                <a:cs typeface="Times New Roman" panose="02020603050405020304" pitchFamily="18" charset="0"/>
              </a:rPr>
              <a:t>个物理网络，需要</a:t>
            </a:r>
            <a:r>
              <a:rPr lang="en-US" altLang="zh-CN" sz="2000" dirty="0">
                <a:cs typeface="Times New Roman" panose="02020603050405020304" pitchFamily="18" charset="0"/>
              </a:rPr>
              <a:t>256</a:t>
            </a:r>
            <a:r>
              <a:rPr lang="zh-CN" altLang="en-US" sz="2000" dirty="0">
                <a:cs typeface="Times New Roman" panose="02020603050405020304" pitchFamily="18" charset="0"/>
              </a:rPr>
              <a:t>个</a:t>
            </a:r>
            <a:r>
              <a:rPr lang="en-US" altLang="zh-CN" sz="2000" dirty="0">
                <a:cs typeface="Times New Roman" panose="02020603050405020304" pitchFamily="18" charset="0"/>
              </a:rPr>
              <a:t>C</a:t>
            </a:r>
            <a:r>
              <a:rPr lang="zh-CN" altLang="en-US" sz="2000" dirty="0">
                <a:cs typeface="Times New Roman" panose="02020603050405020304" pitchFamily="18" charset="0"/>
              </a:rPr>
              <a:t>类网络号（每个</a:t>
            </a:r>
            <a:r>
              <a:rPr lang="en-US" altLang="zh-CN" sz="2000" dirty="0">
                <a:cs typeface="Times New Roman" panose="02020603050405020304" pitchFamily="18" charset="0"/>
              </a:rPr>
              <a:t>C</a:t>
            </a:r>
            <a:r>
              <a:rPr lang="zh-CN" altLang="en-US" sz="2000" dirty="0">
                <a:cs typeface="Times New Roman" panose="02020603050405020304" pitchFamily="18" charset="0"/>
              </a:rPr>
              <a:t>类网络包含</a:t>
            </a:r>
            <a:r>
              <a:rPr lang="en-US" altLang="zh-CN" sz="2000" dirty="0">
                <a:cs typeface="Times New Roman" panose="02020603050405020304" pitchFamily="18" charset="0"/>
              </a:rPr>
              <a:t>2</a:t>
            </a:r>
            <a:r>
              <a:rPr lang="en-US" altLang="zh-CN" sz="2000" baseline="30000" dirty="0">
                <a:cs typeface="Times New Roman" panose="02020603050405020304" pitchFamily="18" charset="0"/>
              </a:rPr>
              <a:t>8</a:t>
            </a:r>
            <a:r>
              <a:rPr lang="en-US" altLang="zh-CN" sz="2000" dirty="0">
                <a:cs typeface="Times New Roman" panose="02020603050405020304" pitchFamily="18" charset="0"/>
              </a:rPr>
              <a:t>-2</a:t>
            </a:r>
            <a:r>
              <a:rPr lang="zh-CN" altLang="en-US" sz="2000" dirty="0">
                <a:cs typeface="Times New Roman" panose="02020603050405020304" pitchFamily="18" charset="0"/>
              </a:rPr>
              <a:t>个有效地址）</a:t>
            </a:r>
            <a:endParaRPr lang="en-US" altLang="zh-CN" sz="2000" dirty="0"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5" name="Rectangle 2"/>
          <p:cNvSpPr>
            <a:spLocks noGrp="1" noChangeArrowheads="1"/>
          </p:cNvSpPr>
          <p:nvPr>
            <p:ph type="title"/>
          </p:nvPr>
        </p:nvSpPr>
        <p:spPr>
          <a:xfrm>
            <a:off x="431346" y="609600"/>
            <a:ext cx="8388804" cy="803275"/>
          </a:xfrm>
        </p:spPr>
        <p:txBody>
          <a:bodyPr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无类地址划分（</a:t>
            </a: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CIDR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）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6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</a:t>
            </a: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-IPv4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地址问题及解决策略</a:t>
            </a:r>
          </a:p>
        </p:txBody>
      </p:sp>
      <p:sp>
        <p:nvSpPr>
          <p:cNvPr id="17" name="Rectangle 3"/>
          <p:cNvSpPr>
            <a:spLocks noChangeArrowheads="1"/>
          </p:cNvSpPr>
          <p:nvPr/>
        </p:nvSpPr>
        <p:spPr bwMode="auto">
          <a:xfrm>
            <a:off x="471487" y="1510565"/>
            <a:ext cx="8348663" cy="26709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ts val="2800"/>
              </a:lnSpc>
              <a:spcBef>
                <a:spcPts val="600"/>
              </a:spcBef>
            </a:pPr>
            <a:r>
              <a:rPr lang="en-US" altLang="zh-CN" sz="2400" dirty="0">
                <a:solidFill>
                  <a:srgbClr val="FF0000"/>
                </a:solidFill>
                <a:latin typeface="Arial" panose="020B0604020202020204" pitchFamily="34" charset="0"/>
              </a:rPr>
              <a:t>CIDR:</a:t>
            </a:r>
            <a:r>
              <a:rPr lang="en-US" altLang="zh-CN" sz="2400" dirty="0">
                <a:latin typeface="Arial" panose="020B0604020202020204" pitchFamily="34" charset="0"/>
              </a:rPr>
              <a:t> </a:t>
            </a:r>
            <a:r>
              <a:rPr lang="en-US" altLang="zh-CN" sz="2400" dirty="0">
                <a:solidFill>
                  <a:srgbClr val="FF0000"/>
                </a:solidFill>
                <a:latin typeface="Arial" panose="020B0604020202020204" pitchFamily="34" charset="0"/>
              </a:rPr>
              <a:t>C</a:t>
            </a:r>
            <a:r>
              <a:rPr lang="en-US" altLang="zh-CN" sz="2400" dirty="0">
                <a:latin typeface="Arial" panose="020B0604020202020204" pitchFamily="34" charset="0"/>
              </a:rPr>
              <a:t>lassless </a:t>
            </a:r>
            <a:r>
              <a:rPr lang="en-US" altLang="zh-CN" sz="2400" dirty="0">
                <a:solidFill>
                  <a:srgbClr val="FF0000"/>
                </a:solidFill>
                <a:latin typeface="Arial" panose="020B0604020202020204" pitchFamily="34" charset="0"/>
              </a:rPr>
              <a:t>I</a:t>
            </a:r>
            <a:r>
              <a:rPr lang="en-US" altLang="zh-CN" sz="2400" dirty="0">
                <a:latin typeface="Arial" panose="020B0604020202020204" pitchFamily="34" charset="0"/>
              </a:rPr>
              <a:t>nter-</a:t>
            </a:r>
            <a:r>
              <a:rPr lang="en-US" altLang="zh-CN" sz="2400" dirty="0">
                <a:solidFill>
                  <a:srgbClr val="FF0000"/>
                </a:solidFill>
                <a:latin typeface="Arial" panose="020B0604020202020204" pitchFamily="34" charset="0"/>
              </a:rPr>
              <a:t>D</a:t>
            </a:r>
            <a:r>
              <a:rPr lang="en-US" altLang="zh-CN" sz="2400" dirty="0">
                <a:latin typeface="Arial" panose="020B0604020202020204" pitchFamily="34" charset="0"/>
              </a:rPr>
              <a:t>omain </a:t>
            </a:r>
            <a:r>
              <a:rPr lang="en-US" altLang="zh-CN" sz="2400" dirty="0">
                <a:solidFill>
                  <a:srgbClr val="FF0000"/>
                </a:solidFill>
                <a:latin typeface="Arial" panose="020B0604020202020204" pitchFamily="34" charset="0"/>
              </a:rPr>
              <a:t>R</a:t>
            </a:r>
            <a:r>
              <a:rPr lang="en-US" altLang="zh-CN" sz="2400" dirty="0">
                <a:latin typeface="Arial" panose="020B0604020202020204" pitchFamily="34" charset="0"/>
              </a:rPr>
              <a:t>outing</a:t>
            </a:r>
          </a:p>
          <a:p>
            <a:pPr lvl="1">
              <a:lnSpc>
                <a:spcPts val="2800"/>
              </a:lnSpc>
              <a:spcBef>
                <a:spcPts val="600"/>
              </a:spcBef>
            </a:pPr>
            <a:r>
              <a:rPr lang="en-US" altLang="zh-CN" sz="2200" dirty="0">
                <a:cs typeface="Times New Roman" panose="02020603050405020304" pitchFamily="18" charset="0"/>
              </a:rPr>
              <a:t>IP</a:t>
            </a:r>
            <a:r>
              <a:rPr lang="zh-CN" altLang="en-US" sz="2200" dirty="0">
                <a:cs typeface="Times New Roman" panose="02020603050405020304" pitchFamily="18" charset="0"/>
              </a:rPr>
              <a:t>地址分为前缀和后缀两部分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lvl="2">
              <a:lnSpc>
                <a:spcPts val="2800"/>
              </a:lnSpc>
              <a:spcBef>
                <a:spcPts val="600"/>
              </a:spcBef>
            </a:pPr>
            <a:r>
              <a:rPr lang="zh-CN" altLang="en-US" dirty="0">
                <a:cs typeface="Times New Roman" panose="02020603050405020304" pitchFamily="18" charset="0"/>
              </a:rPr>
              <a:t>一个前缀不一定标识一个物理网络</a:t>
            </a:r>
            <a:endParaRPr lang="en-US" altLang="zh-CN" dirty="0">
              <a:cs typeface="Times New Roman" panose="02020603050405020304" pitchFamily="18" charset="0"/>
            </a:endParaRPr>
          </a:p>
          <a:p>
            <a:pPr lvl="1">
              <a:lnSpc>
                <a:spcPts val="2800"/>
              </a:lnSpc>
              <a:spcBef>
                <a:spcPts val="600"/>
              </a:spcBef>
            </a:pPr>
            <a:r>
              <a:rPr lang="zh-CN" altLang="en-US" sz="2200" dirty="0">
                <a:cs typeface="Times New Roman" panose="02020603050405020304" pitchFamily="18" charset="0"/>
              </a:rPr>
              <a:t>前缀可以是任意长度，前缀和后缀长度用</a:t>
            </a:r>
            <a:r>
              <a:rPr lang="en-US" altLang="zh-CN" sz="2200" dirty="0">
                <a:cs typeface="Times New Roman" panose="02020603050405020304" pitchFamily="18" charset="0"/>
              </a:rPr>
              <a:t>32</a:t>
            </a:r>
            <a:r>
              <a:rPr lang="zh-CN" altLang="en-US" sz="2200" dirty="0">
                <a:cs typeface="Times New Roman" panose="02020603050405020304" pitchFamily="18" charset="0"/>
              </a:rPr>
              <a:t>位掩码标识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lvl="2">
              <a:lnSpc>
                <a:spcPts val="2800"/>
              </a:lnSpc>
              <a:spcBef>
                <a:spcPts val="600"/>
              </a:spcBef>
            </a:pPr>
            <a:r>
              <a:rPr lang="zh-CN" altLang="en-US" dirty="0">
                <a:cs typeface="Times New Roman" panose="02020603050405020304" pitchFamily="18" charset="0"/>
              </a:rPr>
              <a:t>也可以表示成：</a:t>
            </a:r>
            <a:r>
              <a:rPr lang="en-US" altLang="zh-CN" dirty="0" err="1">
                <a:solidFill>
                  <a:srgbClr val="FF0000"/>
                </a:solidFill>
                <a:latin typeface="Arial" panose="020B0604020202020204" pitchFamily="34" charset="0"/>
              </a:rPr>
              <a:t>a.b.c.d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</a:rPr>
              <a:t> /x</a:t>
            </a:r>
            <a:r>
              <a:rPr lang="zh-CN" altLang="en-US" dirty="0">
                <a:solidFill>
                  <a:srgbClr val="FF0000"/>
                </a:solidFill>
                <a:latin typeface="Arial" panose="020B0604020202020204" pitchFamily="34" charset="0"/>
              </a:rPr>
              <a:t>，</a:t>
            </a:r>
            <a:r>
              <a:rPr lang="en-US" altLang="zh-CN" dirty="0">
                <a:cs typeface="Times New Roman" panose="02020603050405020304" pitchFamily="18" charset="0"/>
              </a:rPr>
              <a:t>x</a:t>
            </a:r>
            <a:r>
              <a:rPr lang="zh-CN" altLang="en-US" dirty="0">
                <a:cs typeface="Times New Roman" panose="02020603050405020304" pitchFamily="18" charset="0"/>
              </a:rPr>
              <a:t>为前缀长度</a:t>
            </a:r>
            <a:endParaRPr lang="en-US" altLang="zh-CN" dirty="0">
              <a:cs typeface="Times New Roman" panose="02020603050405020304" pitchFamily="18" charset="0"/>
            </a:endParaRPr>
          </a:p>
          <a:p>
            <a:pPr lvl="1">
              <a:lnSpc>
                <a:spcPts val="2800"/>
              </a:lnSpc>
              <a:spcBef>
                <a:spcPts val="600"/>
              </a:spcBef>
            </a:pPr>
            <a:r>
              <a:rPr lang="zh-CN" altLang="en-US" sz="2200" dirty="0">
                <a:cs typeface="Times New Roman" panose="02020603050405020304" pitchFamily="18" charset="0"/>
              </a:rPr>
              <a:t>例如：</a:t>
            </a:r>
            <a:r>
              <a:rPr lang="en-US" altLang="zh-CN" sz="2200" dirty="0">
                <a:cs typeface="Times New Roman" panose="02020603050405020304" pitchFamily="18" charset="0"/>
              </a:rPr>
              <a:t>200.23.16.0/20</a:t>
            </a:r>
            <a:r>
              <a:rPr lang="zh-CN" altLang="en-US" sz="2200" dirty="0">
                <a:cs typeface="Times New Roman" panose="02020603050405020304" pitchFamily="18" charset="0"/>
              </a:rPr>
              <a:t>地址块</a:t>
            </a:r>
            <a:endParaRPr lang="en-US" altLang="zh-CN" sz="2200" dirty="0">
              <a:cs typeface="Times New Roman" panose="02020603050405020304" pitchFamily="18" charset="0"/>
            </a:endParaRPr>
          </a:p>
        </p:txBody>
      </p:sp>
      <p:pic>
        <p:nvPicPr>
          <p:cNvPr id="7" name="图片 6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5434" y="4279224"/>
            <a:ext cx="6503851" cy="1920667"/>
          </a:xfrm>
          <a:prstGeom prst="rect">
            <a:avLst/>
          </a:prstGeom>
        </p:spPr>
      </p:pic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3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609600"/>
            <a:ext cx="8496300" cy="803275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CIDR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示例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51204" name="Text Box 4"/>
          <p:cNvSpPr txBox="1">
            <a:spLocks noChangeArrowheads="1"/>
          </p:cNvSpPr>
          <p:nvPr/>
        </p:nvSpPr>
        <p:spPr bwMode="auto">
          <a:xfrm>
            <a:off x="438151" y="1557787"/>
            <a:ext cx="8381999" cy="44012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800" dirty="0">
                <a:solidFill>
                  <a:srgbClr val="FF0000"/>
                </a:solidFill>
                <a:cs typeface="Times New Roman" panose="02020603050405020304" pitchFamily="18" charset="0"/>
              </a:rPr>
              <a:t>ISP</a:t>
            </a:r>
            <a:r>
              <a:rPr kumimoji="0" lang="zh-CN" altLang="en-US" sz="1800" dirty="0">
                <a:solidFill>
                  <a:srgbClr val="FF0000"/>
                </a:solidFill>
                <a:cs typeface="Times New Roman" panose="02020603050405020304" pitchFamily="18" charset="0"/>
              </a:rPr>
              <a:t>的地址块</a:t>
            </a:r>
            <a:r>
              <a:rPr kumimoji="0" lang="en-US" altLang="zh-CN" sz="1800" dirty="0">
                <a:solidFill>
                  <a:srgbClr val="FF0000"/>
                </a:solidFill>
                <a:latin typeface="宋体" panose="02010600030101010101" pitchFamily="2" charset="-122"/>
              </a:rPr>
              <a:t>  </a:t>
            </a:r>
            <a:r>
              <a:rPr kumimoji="0" lang="en-US" altLang="zh-CN" sz="1800" u="sng" dirty="0">
                <a:solidFill>
                  <a:srgbClr val="FF0000"/>
                </a:solidFill>
                <a:latin typeface="宋体" panose="02010600030101010101" pitchFamily="2" charset="-122"/>
              </a:rPr>
              <a:t>11001000  00010111  0001</a:t>
            </a:r>
            <a:r>
              <a:rPr kumimoji="0" lang="en-US" altLang="zh-CN" sz="1800" dirty="0">
                <a:solidFill>
                  <a:srgbClr val="00B050"/>
                </a:solidFill>
                <a:latin typeface="宋体" panose="02010600030101010101" pitchFamily="2" charset="-122"/>
              </a:rPr>
              <a:t>0000  00000000    </a:t>
            </a:r>
            <a:r>
              <a:rPr lang="en-US" altLang="zh-CN" sz="1800" dirty="0">
                <a:cs typeface="Times New Roman" panose="02020603050405020304" pitchFamily="18" charset="0"/>
              </a:rPr>
              <a:t>200.23.16.0/20</a:t>
            </a:r>
            <a:r>
              <a:rPr kumimoji="0" lang="en-US" altLang="zh-CN" sz="1800" dirty="0">
                <a:solidFill>
                  <a:srgbClr val="FF0000"/>
                </a:solidFill>
                <a:latin typeface="宋体" panose="02010600030101010101" pitchFamily="2" charset="-122"/>
              </a:rPr>
              <a:t> </a:t>
            </a:r>
          </a:p>
          <a:p>
            <a:pPr>
              <a:spcBef>
                <a:spcPct val="0"/>
              </a:spcBef>
              <a:buFontTx/>
              <a:buNone/>
            </a:pPr>
            <a:endParaRPr kumimoji="0" lang="en-US" altLang="zh-CN" sz="2000" dirty="0">
              <a:latin typeface="Arial" panose="020B0604020202020204" pitchFamily="34" charset="0"/>
            </a:endParaRPr>
          </a:p>
          <a:p>
            <a:pPr indent="36195">
              <a:spcBef>
                <a:spcPts val="1200"/>
              </a:spcBef>
              <a:buFontTx/>
              <a:buNone/>
            </a:pPr>
            <a:r>
              <a:rPr kumimoji="0" lang="zh-CN" altLang="en-US" sz="1800" dirty="0">
                <a:cs typeface="Times New Roman" panose="02020603050405020304" pitchFamily="18" charset="0"/>
              </a:rPr>
              <a:t>机构</a:t>
            </a:r>
            <a:r>
              <a:rPr kumimoji="0" lang="en-US" altLang="zh-CN" sz="1800" dirty="0">
                <a:cs typeface="Times New Roman" panose="02020603050405020304" pitchFamily="18" charset="0"/>
              </a:rPr>
              <a:t> 1</a:t>
            </a:r>
            <a:r>
              <a:rPr kumimoji="0" lang="en-US" altLang="zh-CN" sz="1800" dirty="0">
                <a:latin typeface="宋体" panose="02010600030101010101" pitchFamily="2" charset="-122"/>
              </a:rPr>
              <a:t>       </a:t>
            </a:r>
            <a:r>
              <a:rPr kumimoji="0" lang="en-US" altLang="zh-CN" sz="1800" u="sng" dirty="0">
                <a:latin typeface="宋体" panose="02010600030101010101" pitchFamily="2" charset="-122"/>
              </a:rPr>
              <a:t>11001000  00010111  0001</a:t>
            </a:r>
            <a:r>
              <a:rPr kumimoji="0" lang="en-US" altLang="zh-CN" sz="1800" u="sng" dirty="0">
                <a:solidFill>
                  <a:srgbClr val="00B0F0"/>
                </a:solidFill>
                <a:latin typeface="宋体" panose="02010600030101010101" pitchFamily="2" charset="-122"/>
              </a:rPr>
              <a:t>000</a:t>
            </a:r>
            <a:r>
              <a:rPr kumimoji="0" lang="en-US" altLang="zh-CN" sz="1800" dirty="0">
                <a:solidFill>
                  <a:schemeClr val="accent2">
                    <a:lumMod val="75000"/>
                  </a:schemeClr>
                </a:solidFill>
                <a:latin typeface="宋体" panose="02010600030101010101" pitchFamily="2" charset="-122"/>
              </a:rPr>
              <a:t>0</a:t>
            </a:r>
            <a:r>
              <a:rPr kumimoji="0" lang="en-US" altLang="zh-CN" sz="1800" dirty="0">
                <a:latin typeface="宋体" panose="02010600030101010101" pitchFamily="2" charset="-122"/>
              </a:rPr>
              <a:t>  </a:t>
            </a:r>
            <a:r>
              <a:rPr lang="en-US" altLang="zh-CN" sz="1800" dirty="0">
                <a:solidFill>
                  <a:schemeClr val="accent2">
                    <a:lumMod val="75000"/>
                  </a:schemeClr>
                </a:solidFill>
                <a:latin typeface="宋体" panose="02010600030101010101" pitchFamily="2" charset="-122"/>
              </a:rPr>
              <a:t>00000000</a:t>
            </a:r>
            <a:r>
              <a:rPr kumimoji="0" lang="en-US" altLang="zh-CN" sz="1800" dirty="0">
                <a:latin typeface="宋体" panose="02010600030101010101" pitchFamily="2" charset="-122"/>
              </a:rPr>
              <a:t>    </a:t>
            </a:r>
            <a:r>
              <a:rPr lang="en-US" altLang="zh-CN" sz="1800" dirty="0">
                <a:cs typeface="Times New Roman" panose="02020603050405020304" pitchFamily="18" charset="0"/>
              </a:rPr>
              <a:t>200.23.16.0/23</a:t>
            </a:r>
            <a:r>
              <a:rPr kumimoji="0" lang="en-US" altLang="zh-CN" sz="1800" dirty="0">
                <a:latin typeface="宋体" panose="02010600030101010101" pitchFamily="2" charset="-122"/>
              </a:rPr>
              <a:t> </a:t>
            </a:r>
          </a:p>
          <a:p>
            <a:pPr indent="36195">
              <a:spcBef>
                <a:spcPts val="1200"/>
              </a:spcBef>
              <a:buFontTx/>
              <a:buNone/>
            </a:pPr>
            <a:r>
              <a:rPr kumimoji="0" lang="zh-CN" altLang="en-US" sz="1800" dirty="0">
                <a:cs typeface="Times New Roman" panose="02020603050405020304" pitchFamily="18" charset="0"/>
              </a:rPr>
              <a:t>机构 </a:t>
            </a:r>
            <a:r>
              <a:rPr kumimoji="0" lang="en-US" altLang="zh-CN" sz="1800" dirty="0">
                <a:cs typeface="Times New Roman" panose="02020603050405020304" pitchFamily="18" charset="0"/>
              </a:rPr>
              <a:t>2</a:t>
            </a:r>
            <a:r>
              <a:rPr kumimoji="0" lang="en-US" altLang="zh-CN" sz="1800" dirty="0">
                <a:latin typeface="宋体" panose="02010600030101010101" pitchFamily="2" charset="-122"/>
              </a:rPr>
              <a:t>       </a:t>
            </a:r>
            <a:r>
              <a:rPr kumimoji="0" lang="en-US" altLang="zh-CN" sz="1800" u="sng" dirty="0">
                <a:latin typeface="宋体" panose="02010600030101010101" pitchFamily="2" charset="-122"/>
              </a:rPr>
              <a:t>11001000  00010111  0001</a:t>
            </a:r>
            <a:r>
              <a:rPr lang="en-US" altLang="zh-CN" sz="1800" u="sng" dirty="0">
                <a:solidFill>
                  <a:srgbClr val="00B0F0"/>
                </a:solidFill>
                <a:latin typeface="宋体" panose="02010600030101010101" pitchFamily="2" charset="-122"/>
              </a:rPr>
              <a:t>001</a:t>
            </a:r>
            <a:r>
              <a:rPr lang="en-US" altLang="zh-CN" sz="1800" dirty="0">
                <a:solidFill>
                  <a:schemeClr val="accent2">
                    <a:lumMod val="75000"/>
                  </a:schemeClr>
                </a:solidFill>
                <a:latin typeface="宋体" panose="02010600030101010101" pitchFamily="2" charset="-122"/>
              </a:rPr>
              <a:t>0</a:t>
            </a:r>
            <a:r>
              <a:rPr kumimoji="0" lang="en-US" altLang="zh-CN" sz="1800" dirty="0">
                <a:latin typeface="宋体" panose="02010600030101010101" pitchFamily="2" charset="-122"/>
              </a:rPr>
              <a:t>  </a:t>
            </a:r>
            <a:r>
              <a:rPr lang="en-US" altLang="zh-CN" sz="1800" dirty="0">
                <a:solidFill>
                  <a:schemeClr val="accent2">
                    <a:lumMod val="75000"/>
                  </a:schemeClr>
                </a:solidFill>
                <a:latin typeface="宋体" panose="02010600030101010101" pitchFamily="2" charset="-122"/>
              </a:rPr>
              <a:t>00000000</a:t>
            </a:r>
            <a:r>
              <a:rPr kumimoji="0" lang="en-US" altLang="zh-CN" sz="1800" dirty="0">
                <a:latin typeface="宋体" panose="02010600030101010101" pitchFamily="2" charset="-122"/>
              </a:rPr>
              <a:t>    </a:t>
            </a:r>
            <a:r>
              <a:rPr lang="en-US" altLang="zh-CN" sz="1800" dirty="0">
                <a:cs typeface="Times New Roman" panose="02020603050405020304" pitchFamily="18" charset="0"/>
              </a:rPr>
              <a:t>200.23.18.0/23</a:t>
            </a:r>
            <a:r>
              <a:rPr kumimoji="0" lang="en-US" altLang="zh-CN" sz="1800" dirty="0">
                <a:latin typeface="宋体" panose="02010600030101010101" pitchFamily="2" charset="-122"/>
              </a:rPr>
              <a:t> </a:t>
            </a:r>
          </a:p>
          <a:p>
            <a:pPr indent="36195">
              <a:spcBef>
                <a:spcPts val="1200"/>
              </a:spcBef>
              <a:buFontTx/>
              <a:buNone/>
            </a:pPr>
            <a:r>
              <a:rPr kumimoji="0" lang="zh-CN" altLang="en-US" sz="1800" dirty="0">
                <a:cs typeface="Times New Roman" panose="02020603050405020304" pitchFamily="18" charset="0"/>
              </a:rPr>
              <a:t>机构 </a:t>
            </a:r>
            <a:r>
              <a:rPr lang="en-US" altLang="zh-CN" sz="1800" dirty="0">
                <a:cs typeface="Times New Roman" panose="02020603050405020304" pitchFamily="18" charset="0"/>
              </a:rPr>
              <a:t>3</a:t>
            </a:r>
            <a:r>
              <a:rPr kumimoji="0" lang="en-US" altLang="zh-CN" sz="1800" dirty="0">
                <a:latin typeface="宋体" panose="02010600030101010101" pitchFamily="2" charset="-122"/>
              </a:rPr>
              <a:t>       </a:t>
            </a:r>
            <a:r>
              <a:rPr kumimoji="0" lang="en-US" altLang="zh-CN" sz="1800" u="sng" dirty="0">
                <a:latin typeface="宋体" panose="02010600030101010101" pitchFamily="2" charset="-122"/>
              </a:rPr>
              <a:t>11001000  00010111  0001</a:t>
            </a:r>
            <a:r>
              <a:rPr lang="en-US" altLang="zh-CN" sz="1800" u="sng" dirty="0">
                <a:solidFill>
                  <a:srgbClr val="00B0F0"/>
                </a:solidFill>
                <a:latin typeface="宋体" panose="02010600030101010101" pitchFamily="2" charset="-122"/>
              </a:rPr>
              <a:t>010</a:t>
            </a:r>
            <a:r>
              <a:rPr lang="en-US" altLang="zh-CN" sz="1800" dirty="0">
                <a:solidFill>
                  <a:schemeClr val="accent2">
                    <a:lumMod val="75000"/>
                  </a:schemeClr>
                </a:solidFill>
                <a:latin typeface="宋体" panose="02010600030101010101" pitchFamily="2" charset="-122"/>
              </a:rPr>
              <a:t>0</a:t>
            </a:r>
            <a:r>
              <a:rPr kumimoji="0" lang="en-US" altLang="zh-CN" sz="1800" dirty="0">
                <a:latin typeface="宋体" panose="02010600030101010101" pitchFamily="2" charset="-122"/>
              </a:rPr>
              <a:t>  </a:t>
            </a:r>
            <a:r>
              <a:rPr lang="en-US" altLang="zh-CN" sz="1800" dirty="0">
                <a:solidFill>
                  <a:schemeClr val="accent2">
                    <a:lumMod val="75000"/>
                  </a:schemeClr>
                </a:solidFill>
                <a:latin typeface="宋体" panose="02010600030101010101" pitchFamily="2" charset="-122"/>
              </a:rPr>
              <a:t>00000000</a:t>
            </a:r>
            <a:r>
              <a:rPr kumimoji="0" lang="en-US" altLang="zh-CN" sz="1800" dirty="0">
                <a:latin typeface="宋体" panose="02010600030101010101" pitchFamily="2" charset="-122"/>
              </a:rPr>
              <a:t>    </a:t>
            </a:r>
            <a:r>
              <a:rPr lang="en-US" altLang="zh-CN" sz="1800" dirty="0">
                <a:cs typeface="Times New Roman" panose="02020603050405020304" pitchFamily="18" charset="0"/>
              </a:rPr>
              <a:t>200.23.20.0/23</a:t>
            </a:r>
            <a:r>
              <a:rPr kumimoji="0" lang="en-US" altLang="zh-CN" sz="1800" dirty="0">
                <a:latin typeface="宋体" panose="02010600030101010101" pitchFamily="2" charset="-122"/>
              </a:rPr>
              <a:t> </a:t>
            </a:r>
          </a:p>
          <a:p>
            <a:pPr indent="36195">
              <a:spcBef>
                <a:spcPts val="1200"/>
              </a:spcBef>
              <a:buNone/>
            </a:pPr>
            <a:r>
              <a:rPr kumimoji="0" lang="zh-CN" altLang="en-US" sz="1800" dirty="0">
                <a:cs typeface="Times New Roman" panose="02020603050405020304" pitchFamily="18" charset="0"/>
              </a:rPr>
              <a:t>机构 </a:t>
            </a:r>
            <a:r>
              <a:rPr kumimoji="0" lang="en-US" altLang="zh-CN" sz="1800" dirty="0">
                <a:cs typeface="Times New Roman" panose="02020603050405020304" pitchFamily="18" charset="0"/>
              </a:rPr>
              <a:t>4</a:t>
            </a:r>
            <a:r>
              <a:rPr lang="en-US" altLang="zh-CN" sz="1800" dirty="0">
                <a:latin typeface="宋体" panose="02010600030101010101" pitchFamily="2" charset="-122"/>
              </a:rPr>
              <a:t>       </a:t>
            </a:r>
            <a:r>
              <a:rPr lang="en-US" altLang="zh-CN" sz="1800" u="sng" dirty="0">
                <a:latin typeface="宋体" panose="02010600030101010101" pitchFamily="2" charset="-122"/>
              </a:rPr>
              <a:t>11001000  00010111  0001</a:t>
            </a:r>
            <a:r>
              <a:rPr lang="en-US" altLang="zh-CN" sz="1800" u="sng" dirty="0">
                <a:solidFill>
                  <a:srgbClr val="00B0F0"/>
                </a:solidFill>
                <a:latin typeface="宋体" panose="02010600030101010101" pitchFamily="2" charset="-122"/>
              </a:rPr>
              <a:t>011</a:t>
            </a:r>
            <a:r>
              <a:rPr lang="en-US" altLang="zh-CN" sz="1800" dirty="0">
                <a:solidFill>
                  <a:schemeClr val="accent2">
                    <a:lumMod val="75000"/>
                  </a:schemeClr>
                </a:solidFill>
                <a:latin typeface="宋体" panose="02010600030101010101" pitchFamily="2" charset="-122"/>
              </a:rPr>
              <a:t>0</a:t>
            </a:r>
            <a:r>
              <a:rPr lang="en-US" altLang="zh-CN" sz="1800" dirty="0">
                <a:latin typeface="宋体" panose="02010600030101010101" pitchFamily="2" charset="-122"/>
              </a:rPr>
              <a:t>  </a:t>
            </a:r>
            <a:r>
              <a:rPr lang="en-US" altLang="zh-CN" sz="1800" dirty="0">
                <a:solidFill>
                  <a:schemeClr val="accent2">
                    <a:lumMod val="75000"/>
                  </a:schemeClr>
                </a:solidFill>
                <a:latin typeface="宋体" panose="02010600030101010101" pitchFamily="2" charset="-122"/>
              </a:rPr>
              <a:t>00000000</a:t>
            </a:r>
            <a:r>
              <a:rPr lang="en-US" altLang="zh-CN" sz="1800" dirty="0">
                <a:latin typeface="宋体" panose="02010600030101010101" pitchFamily="2" charset="-122"/>
              </a:rPr>
              <a:t>    </a:t>
            </a:r>
            <a:r>
              <a:rPr lang="en-US" altLang="zh-CN" sz="1800" dirty="0">
                <a:cs typeface="Times New Roman" panose="02020603050405020304" pitchFamily="18" charset="0"/>
              </a:rPr>
              <a:t>200.23.22.0/23</a:t>
            </a:r>
            <a:r>
              <a:rPr lang="en-US" altLang="zh-CN" sz="1800" dirty="0">
                <a:latin typeface="宋体" panose="02010600030101010101" pitchFamily="2" charset="-122"/>
              </a:rPr>
              <a:t> </a:t>
            </a:r>
          </a:p>
          <a:p>
            <a:pPr indent="36195">
              <a:spcBef>
                <a:spcPts val="1200"/>
              </a:spcBef>
              <a:buNone/>
            </a:pPr>
            <a:r>
              <a:rPr kumimoji="0" lang="zh-CN" altLang="en-US" sz="1800" dirty="0">
                <a:cs typeface="Times New Roman" panose="02020603050405020304" pitchFamily="18" charset="0"/>
              </a:rPr>
              <a:t>机构 </a:t>
            </a:r>
            <a:r>
              <a:rPr kumimoji="0" lang="en-US" altLang="zh-CN" sz="1800" dirty="0">
                <a:cs typeface="Times New Roman" panose="02020603050405020304" pitchFamily="18" charset="0"/>
              </a:rPr>
              <a:t>5</a:t>
            </a:r>
            <a:r>
              <a:rPr lang="en-US" altLang="zh-CN" sz="1800" dirty="0">
                <a:latin typeface="宋体" panose="02010600030101010101" pitchFamily="2" charset="-122"/>
              </a:rPr>
              <a:t>       </a:t>
            </a:r>
            <a:r>
              <a:rPr lang="en-US" altLang="zh-CN" sz="1800" u="sng" dirty="0">
                <a:latin typeface="宋体" panose="02010600030101010101" pitchFamily="2" charset="-122"/>
              </a:rPr>
              <a:t>11001000  00010111  0001</a:t>
            </a:r>
            <a:r>
              <a:rPr lang="en-US" altLang="zh-CN" sz="1800" u="sng" dirty="0">
                <a:solidFill>
                  <a:srgbClr val="00B0F0"/>
                </a:solidFill>
                <a:latin typeface="宋体" panose="02010600030101010101" pitchFamily="2" charset="-122"/>
              </a:rPr>
              <a:t>100</a:t>
            </a:r>
            <a:r>
              <a:rPr lang="en-US" altLang="zh-CN" sz="1800" dirty="0">
                <a:solidFill>
                  <a:schemeClr val="accent2">
                    <a:lumMod val="75000"/>
                  </a:schemeClr>
                </a:solidFill>
                <a:latin typeface="宋体" panose="02010600030101010101" pitchFamily="2" charset="-122"/>
              </a:rPr>
              <a:t>0</a:t>
            </a:r>
            <a:r>
              <a:rPr lang="en-US" altLang="zh-CN" sz="1800" dirty="0">
                <a:latin typeface="宋体" panose="02010600030101010101" pitchFamily="2" charset="-122"/>
              </a:rPr>
              <a:t>  </a:t>
            </a:r>
            <a:r>
              <a:rPr lang="en-US" altLang="zh-CN" sz="1800" dirty="0">
                <a:solidFill>
                  <a:schemeClr val="accent2">
                    <a:lumMod val="75000"/>
                  </a:schemeClr>
                </a:solidFill>
                <a:latin typeface="宋体" panose="02010600030101010101" pitchFamily="2" charset="-122"/>
              </a:rPr>
              <a:t>00000000</a:t>
            </a:r>
            <a:r>
              <a:rPr lang="en-US" altLang="zh-CN" sz="1800" dirty="0">
                <a:latin typeface="宋体" panose="02010600030101010101" pitchFamily="2" charset="-122"/>
              </a:rPr>
              <a:t>    </a:t>
            </a:r>
            <a:r>
              <a:rPr lang="en-US" altLang="zh-CN" sz="1800" dirty="0">
                <a:cs typeface="Times New Roman" panose="02020603050405020304" pitchFamily="18" charset="0"/>
              </a:rPr>
              <a:t>200.23.24.0/23</a:t>
            </a:r>
            <a:r>
              <a:rPr lang="en-US" altLang="zh-CN" sz="1800" dirty="0">
                <a:latin typeface="宋体" panose="02010600030101010101" pitchFamily="2" charset="-122"/>
              </a:rPr>
              <a:t> </a:t>
            </a:r>
          </a:p>
          <a:p>
            <a:pPr indent="36195">
              <a:spcBef>
                <a:spcPts val="1200"/>
              </a:spcBef>
              <a:buNone/>
            </a:pPr>
            <a:r>
              <a:rPr kumimoji="0" lang="zh-CN" altLang="en-US" sz="1800" dirty="0">
                <a:cs typeface="Times New Roman" panose="02020603050405020304" pitchFamily="18" charset="0"/>
              </a:rPr>
              <a:t>机构 </a:t>
            </a:r>
            <a:r>
              <a:rPr kumimoji="0" lang="en-US" altLang="zh-CN" sz="1800" dirty="0">
                <a:cs typeface="Times New Roman" panose="02020603050405020304" pitchFamily="18" charset="0"/>
              </a:rPr>
              <a:t>6</a:t>
            </a:r>
            <a:r>
              <a:rPr lang="en-US" altLang="zh-CN" sz="1800" dirty="0">
                <a:latin typeface="宋体" panose="02010600030101010101" pitchFamily="2" charset="-122"/>
              </a:rPr>
              <a:t>       </a:t>
            </a:r>
            <a:r>
              <a:rPr lang="en-US" altLang="zh-CN" sz="1800" u="sng" dirty="0">
                <a:latin typeface="宋体" panose="02010600030101010101" pitchFamily="2" charset="-122"/>
              </a:rPr>
              <a:t>11001000  00010111  0001</a:t>
            </a:r>
            <a:r>
              <a:rPr lang="en-US" altLang="zh-CN" sz="1800" u="sng" dirty="0">
                <a:solidFill>
                  <a:srgbClr val="00B0F0"/>
                </a:solidFill>
                <a:latin typeface="宋体" panose="02010600030101010101" pitchFamily="2" charset="-122"/>
              </a:rPr>
              <a:t>101</a:t>
            </a:r>
            <a:r>
              <a:rPr lang="en-US" altLang="zh-CN" sz="1800" dirty="0">
                <a:solidFill>
                  <a:schemeClr val="accent2">
                    <a:lumMod val="75000"/>
                  </a:schemeClr>
                </a:solidFill>
                <a:latin typeface="宋体" panose="02010600030101010101" pitchFamily="2" charset="-122"/>
              </a:rPr>
              <a:t>0</a:t>
            </a:r>
            <a:r>
              <a:rPr lang="en-US" altLang="zh-CN" sz="1800" dirty="0">
                <a:latin typeface="宋体" panose="02010600030101010101" pitchFamily="2" charset="-122"/>
              </a:rPr>
              <a:t>  </a:t>
            </a:r>
            <a:r>
              <a:rPr lang="en-US" altLang="zh-CN" sz="1800" dirty="0">
                <a:solidFill>
                  <a:schemeClr val="accent2">
                    <a:lumMod val="75000"/>
                  </a:schemeClr>
                </a:solidFill>
                <a:latin typeface="宋体" panose="02010600030101010101" pitchFamily="2" charset="-122"/>
              </a:rPr>
              <a:t>00000000</a:t>
            </a:r>
            <a:r>
              <a:rPr lang="en-US" altLang="zh-CN" sz="1800" dirty="0">
                <a:latin typeface="宋体" panose="02010600030101010101" pitchFamily="2" charset="-122"/>
              </a:rPr>
              <a:t>    </a:t>
            </a:r>
            <a:r>
              <a:rPr lang="en-US" altLang="zh-CN" sz="1800" dirty="0">
                <a:cs typeface="Times New Roman" panose="02020603050405020304" pitchFamily="18" charset="0"/>
              </a:rPr>
              <a:t>200.23.26.0/23</a:t>
            </a:r>
            <a:r>
              <a:rPr lang="en-US" altLang="zh-CN" sz="1800" dirty="0">
                <a:latin typeface="宋体" panose="02010600030101010101" pitchFamily="2" charset="-122"/>
              </a:rPr>
              <a:t> </a:t>
            </a:r>
          </a:p>
          <a:p>
            <a:pPr indent="36195">
              <a:spcBef>
                <a:spcPts val="1200"/>
              </a:spcBef>
              <a:buNone/>
            </a:pPr>
            <a:r>
              <a:rPr kumimoji="0" lang="zh-CN" altLang="en-US" sz="1800" dirty="0">
                <a:cs typeface="Times New Roman" panose="02020603050405020304" pitchFamily="18" charset="0"/>
              </a:rPr>
              <a:t>机构 </a:t>
            </a:r>
            <a:r>
              <a:rPr kumimoji="0" lang="en-US" altLang="zh-CN" sz="1800" dirty="0">
                <a:cs typeface="Times New Roman" panose="02020603050405020304" pitchFamily="18" charset="0"/>
              </a:rPr>
              <a:t>7</a:t>
            </a:r>
            <a:r>
              <a:rPr lang="en-US" altLang="zh-CN" sz="1800" dirty="0">
                <a:latin typeface="宋体" panose="02010600030101010101" pitchFamily="2" charset="-122"/>
              </a:rPr>
              <a:t>       </a:t>
            </a:r>
            <a:r>
              <a:rPr lang="en-US" altLang="zh-CN" sz="1800" u="sng" dirty="0">
                <a:latin typeface="宋体" panose="02010600030101010101" pitchFamily="2" charset="-122"/>
              </a:rPr>
              <a:t>11001000  </a:t>
            </a:r>
            <a:r>
              <a:rPr lang="en-US" altLang="zh-CN" sz="1800" u="sng">
                <a:latin typeface="宋体" panose="02010600030101010101" pitchFamily="2" charset="-122"/>
              </a:rPr>
              <a:t>00010111  0001</a:t>
            </a:r>
            <a:r>
              <a:rPr lang="en-US" altLang="zh-CN" sz="1800" u="sng" dirty="0">
                <a:solidFill>
                  <a:srgbClr val="00B0F0"/>
                </a:solidFill>
                <a:latin typeface="宋体" panose="02010600030101010101" pitchFamily="2" charset="-122"/>
              </a:rPr>
              <a:t>1</a:t>
            </a:r>
            <a:r>
              <a:rPr lang="en-US" altLang="zh-CN" sz="1800" u="sng">
                <a:solidFill>
                  <a:srgbClr val="00B0F0"/>
                </a:solidFill>
                <a:latin typeface="宋体" panose="02010600030101010101" pitchFamily="2" charset="-122"/>
              </a:rPr>
              <a:t>10</a:t>
            </a:r>
            <a:r>
              <a:rPr lang="en-US" altLang="zh-CN" sz="1800">
                <a:solidFill>
                  <a:schemeClr val="accent2">
                    <a:lumMod val="75000"/>
                  </a:schemeClr>
                </a:solidFill>
                <a:latin typeface="宋体" panose="02010600030101010101" pitchFamily="2" charset="-122"/>
              </a:rPr>
              <a:t>0</a:t>
            </a:r>
            <a:r>
              <a:rPr lang="en-US" altLang="zh-CN" sz="1800">
                <a:latin typeface="宋体" panose="02010600030101010101" pitchFamily="2" charset="-122"/>
              </a:rPr>
              <a:t>  </a:t>
            </a:r>
            <a:r>
              <a:rPr lang="en-US" altLang="zh-CN" sz="1800" dirty="0">
                <a:solidFill>
                  <a:schemeClr val="accent2">
                    <a:lumMod val="75000"/>
                  </a:schemeClr>
                </a:solidFill>
                <a:latin typeface="宋体" panose="02010600030101010101" pitchFamily="2" charset="-122"/>
              </a:rPr>
              <a:t>00000000</a:t>
            </a:r>
            <a:r>
              <a:rPr lang="en-US" altLang="zh-CN" sz="1800" dirty="0">
                <a:latin typeface="宋体" panose="02010600030101010101" pitchFamily="2" charset="-122"/>
              </a:rPr>
              <a:t>    </a:t>
            </a:r>
            <a:r>
              <a:rPr lang="en-US" altLang="zh-CN" sz="1800" dirty="0">
                <a:cs typeface="Times New Roman" panose="02020603050405020304" pitchFamily="18" charset="0"/>
              </a:rPr>
              <a:t>200.23.28.0/2</a:t>
            </a:r>
            <a:r>
              <a:rPr lang="en-US" altLang="zh-CN" sz="1800" dirty="0">
                <a:latin typeface="宋体" panose="02010600030101010101" pitchFamily="2" charset="-122"/>
              </a:rPr>
              <a:t>3 </a:t>
            </a:r>
          </a:p>
          <a:p>
            <a:pPr indent="36195">
              <a:spcBef>
                <a:spcPts val="1200"/>
              </a:spcBef>
              <a:buFontTx/>
              <a:buNone/>
            </a:pPr>
            <a:r>
              <a:rPr kumimoji="0" lang="zh-CN" altLang="en-US" sz="1800" dirty="0">
                <a:cs typeface="Times New Roman" panose="02020603050405020304" pitchFamily="18" charset="0"/>
              </a:rPr>
              <a:t>机构 </a:t>
            </a:r>
            <a:r>
              <a:rPr kumimoji="0" lang="en-US" altLang="zh-CN" sz="1800" dirty="0">
                <a:cs typeface="Times New Roman" panose="02020603050405020304" pitchFamily="18" charset="0"/>
              </a:rPr>
              <a:t>8</a:t>
            </a:r>
            <a:r>
              <a:rPr kumimoji="0" lang="en-US" altLang="zh-CN" sz="1800" dirty="0">
                <a:latin typeface="宋体" panose="02010600030101010101" pitchFamily="2" charset="-122"/>
              </a:rPr>
              <a:t>       </a:t>
            </a:r>
            <a:r>
              <a:rPr kumimoji="0" lang="en-US" altLang="zh-CN" sz="1800" u="sng" dirty="0">
                <a:latin typeface="宋体" panose="02010600030101010101" pitchFamily="2" charset="-122"/>
              </a:rPr>
              <a:t>11001000  00010111  0001</a:t>
            </a:r>
            <a:r>
              <a:rPr lang="en-US" altLang="zh-CN" sz="1800" u="sng" dirty="0">
                <a:solidFill>
                  <a:srgbClr val="00B0F0"/>
                </a:solidFill>
                <a:latin typeface="宋体" panose="02010600030101010101" pitchFamily="2" charset="-122"/>
              </a:rPr>
              <a:t>111</a:t>
            </a:r>
            <a:r>
              <a:rPr lang="en-US" altLang="zh-CN" sz="1800" dirty="0">
                <a:solidFill>
                  <a:schemeClr val="accent2">
                    <a:lumMod val="75000"/>
                  </a:schemeClr>
                </a:solidFill>
                <a:latin typeface="宋体" panose="02010600030101010101" pitchFamily="2" charset="-122"/>
              </a:rPr>
              <a:t>0</a:t>
            </a:r>
            <a:r>
              <a:rPr kumimoji="0" lang="en-US" altLang="zh-CN" sz="1800" dirty="0">
                <a:latin typeface="宋体" panose="02010600030101010101" pitchFamily="2" charset="-122"/>
              </a:rPr>
              <a:t>  </a:t>
            </a:r>
            <a:r>
              <a:rPr lang="en-US" altLang="zh-CN" sz="1800" dirty="0">
                <a:solidFill>
                  <a:schemeClr val="accent2">
                    <a:lumMod val="75000"/>
                  </a:schemeClr>
                </a:solidFill>
                <a:latin typeface="宋体" panose="02010600030101010101" pitchFamily="2" charset="-122"/>
              </a:rPr>
              <a:t>00000000</a:t>
            </a:r>
            <a:r>
              <a:rPr kumimoji="0" lang="en-US" altLang="zh-CN" sz="1800" dirty="0">
                <a:latin typeface="宋体" panose="02010600030101010101" pitchFamily="2" charset="-122"/>
              </a:rPr>
              <a:t>    </a:t>
            </a:r>
            <a:r>
              <a:rPr lang="en-US" altLang="zh-CN" sz="1800" dirty="0">
                <a:cs typeface="Times New Roman" panose="02020603050405020304" pitchFamily="18" charset="0"/>
              </a:rPr>
              <a:t>200.23.30.0/23</a:t>
            </a:r>
            <a:r>
              <a:rPr kumimoji="0" lang="en-US" altLang="zh-CN" sz="1800" dirty="0">
                <a:latin typeface="宋体" panose="02010600030101010101" pitchFamily="2" charset="-122"/>
              </a:rPr>
              <a:t> </a:t>
            </a:r>
          </a:p>
          <a:p>
            <a:pPr>
              <a:spcBef>
                <a:spcPct val="0"/>
              </a:spcBef>
              <a:buFontTx/>
              <a:buNone/>
            </a:pPr>
            <a:endParaRPr kumimoji="0" lang="en-US" altLang="zh-CN" sz="1800" dirty="0">
              <a:latin typeface="Comic Sans MS" panose="030F0702030302020204" pitchFamily="66" charset="0"/>
            </a:endParaRPr>
          </a:p>
        </p:txBody>
      </p:sp>
      <p:sp>
        <p:nvSpPr>
          <p:cNvPr id="6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</a:t>
            </a: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-IPv4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地址问题及解决策略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7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620713"/>
            <a:ext cx="8496300" cy="792162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CIDR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路由聚合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52228" name="Freeform 3"/>
          <p:cNvSpPr/>
          <p:nvPr/>
        </p:nvSpPr>
        <p:spPr bwMode="auto">
          <a:xfrm>
            <a:off x="5127625" y="3263900"/>
            <a:ext cx="2019300" cy="295275"/>
          </a:xfrm>
          <a:custGeom>
            <a:avLst/>
            <a:gdLst>
              <a:gd name="T0" fmla="*/ 0 w 1272"/>
              <a:gd name="T1" fmla="*/ 0 h 186"/>
              <a:gd name="T2" fmla="*/ 2147483646 w 1272"/>
              <a:gd name="T3" fmla="*/ 2147483646 h 186"/>
              <a:gd name="T4" fmla="*/ 0 60000 65536"/>
              <a:gd name="T5" fmla="*/ 0 60000 65536"/>
              <a:gd name="T6" fmla="*/ 0 w 1272"/>
              <a:gd name="T7" fmla="*/ 0 h 186"/>
              <a:gd name="T8" fmla="*/ 1272 w 127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272" h="186">
                <a:moveTo>
                  <a:pt x="0" y="0"/>
                </a:moveTo>
                <a:lnTo>
                  <a:pt x="1272" y="186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2229" name="Line 4"/>
          <p:cNvSpPr>
            <a:spLocks noChangeShapeType="1"/>
          </p:cNvSpPr>
          <p:nvPr/>
        </p:nvSpPr>
        <p:spPr bwMode="auto">
          <a:xfrm flipV="1">
            <a:off x="2784475" y="3540125"/>
            <a:ext cx="895350" cy="4572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2230" name="Line 5"/>
          <p:cNvSpPr>
            <a:spLocks noChangeShapeType="1"/>
          </p:cNvSpPr>
          <p:nvPr/>
        </p:nvSpPr>
        <p:spPr bwMode="auto">
          <a:xfrm>
            <a:off x="2908300" y="2744788"/>
            <a:ext cx="657225" cy="338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2231" name="Line 6"/>
          <p:cNvSpPr>
            <a:spLocks noChangeShapeType="1"/>
          </p:cNvSpPr>
          <p:nvPr/>
        </p:nvSpPr>
        <p:spPr bwMode="auto">
          <a:xfrm>
            <a:off x="2879725" y="2130425"/>
            <a:ext cx="847725" cy="762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2232" name="Freeform 7"/>
          <p:cNvSpPr/>
          <p:nvPr/>
        </p:nvSpPr>
        <p:spPr bwMode="auto">
          <a:xfrm>
            <a:off x="3525838" y="2709863"/>
            <a:ext cx="1773237" cy="979487"/>
          </a:xfrm>
          <a:custGeom>
            <a:avLst/>
            <a:gdLst>
              <a:gd name="T0" fmla="*/ 2147483646 w 1117"/>
              <a:gd name="T1" fmla="*/ 2147483646 h 617"/>
              <a:gd name="T2" fmla="*/ 2147483646 w 1117"/>
              <a:gd name="T3" fmla="*/ 2147483646 h 617"/>
              <a:gd name="T4" fmla="*/ 2147483646 w 1117"/>
              <a:gd name="T5" fmla="*/ 2147483646 h 617"/>
              <a:gd name="T6" fmla="*/ 2147483646 w 1117"/>
              <a:gd name="T7" fmla="*/ 2147483646 h 617"/>
              <a:gd name="T8" fmla="*/ 2147483646 w 1117"/>
              <a:gd name="T9" fmla="*/ 2147483646 h 617"/>
              <a:gd name="T10" fmla="*/ 2147483646 w 1117"/>
              <a:gd name="T11" fmla="*/ 2147483646 h 617"/>
              <a:gd name="T12" fmla="*/ 2147483646 w 1117"/>
              <a:gd name="T13" fmla="*/ 2147483646 h 617"/>
              <a:gd name="T14" fmla="*/ 2147483646 w 1117"/>
              <a:gd name="T15" fmla="*/ 2147483646 h 617"/>
              <a:gd name="T16" fmla="*/ 2147483646 w 1117"/>
              <a:gd name="T17" fmla="*/ 2147483646 h 617"/>
              <a:gd name="T18" fmla="*/ 2147483646 w 1117"/>
              <a:gd name="T19" fmla="*/ 2147483646 h 617"/>
              <a:gd name="T20" fmla="*/ 2147483646 w 1117"/>
              <a:gd name="T21" fmla="*/ 2147483646 h 617"/>
              <a:gd name="T22" fmla="*/ 2147483646 w 1117"/>
              <a:gd name="T23" fmla="*/ 2147483646 h 617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117"/>
              <a:gd name="T37" fmla="*/ 0 h 617"/>
              <a:gd name="T38" fmla="*/ 1117 w 1117"/>
              <a:gd name="T39" fmla="*/ 617 h 617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117" h="617">
                <a:moveTo>
                  <a:pt x="439" y="97"/>
                </a:moveTo>
                <a:cubicBezTo>
                  <a:pt x="358" y="85"/>
                  <a:pt x="269" y="23"/>
                  <a:pt x="205" y="19"/>
                </a:cubicBezTo>
                <a:cubicBezTo>
                  <a:pt x="141" y="15"/>
                  <a:pt x="89" y="0"/>
                  <a:pt x="55" y="73"/>
                </a:cubicBezTo>
                <a:cubicBezTo>
                  <a:pt x="21" y="146"/>
                  <a:pt x="0" y="371"/>
                  <a:pt x="4" y="456"/>
                </a:cubicBezTo>
                <a:cubicBezTo>
                  <a:pt x="8" y="541"/>
                  <a:pt x="3" y="560"/>
                  <a:pt x="77" y="582"/>
                </a:cubicBezTo>
                <a:cubicBezTo>
                  <a:pt x="152" y="604"/>
                  <a:pt x="350" y="582"/>
                  <a:pt x="451" y="587"/>
                </a:cubicBezTo>
                <a:cubicBezTo>
                  <a:pt x="552" y="592"/>
                  <a:pt x="606" y="617"/>
                  <a:pt x="685" y="613"/>
                </a:cubicBezTo>
                <a:cubicBezTo>
                  <a:pt x="764" y="609"/>
                  <a:pt x="856" y="612"/>
                  <a:pt x="925" y="565"/>
                </a:cubicBezTo>
                <a:cubicBezTo>
                  <a:pt x="994" y="518"/>
                  <a:pt x="1081" y="401"/>
                  <a:pt x="1099" y="330"/>
                </a:cubicBezTo>
                <a:cubicBezTo>
                  <a:pt x="1117" y="259"/>
                  <a:pt x="1104" y="178"/>
                  <a:pt x="1036" y="138"/>
                </a:cubicBezTo>
                <a:cubicBezTo>
                  <a:pt x="968" y="98"/>
                  <a:pt x="790" y="98"/>
                  <a:pt x="691" y="91"/>
                </a:cubicBezTo>
                <a:cubicBezTo>
                  <a:pt x="592" y="84"/>
                  <a:pt x="520" y="109"/>
                  <a:pt x="439" y="97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2233" name="Text Box 8"/>
          <p:cNvSpPr txBox="1">
            <a:spLocks noChangeArrowheads="1"/>
          </p:cNvSpPr>
          <p:nvPr/>
        </p:nvSpPr>
        <p:spPr bwMode="auto">
          <a:xfrm>
            <a:off x="5531500" y="3016547"/>
            <a:ext cx="137730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4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200.23.16.0/20</a:t>
            </a:r>
          </a:p>
        </p:txBody>
      </p:sp>
      <p:grpSp>
        <p:nvGrpSpPr>
          <p:cNvPr id="52234" name="Group 9"/>
          <p:cNvGrpSpPr/>
          <p:nvPr/>
        </p:nvGrpSpPr>
        <p:grpSpPr bwMode="auto">
          <a:xfrm>
            <a:off x="711200" y="1903413"/>
            <a:ext cx="2338388" cy="404812"/>
            <a:chOff x="1004" y="1639"/>
            <a:chExt cx="1473" cy="255"/>
          </a:xfrm>
        </p:grpSpPr>
        <p:sp>
          <p:nvSpPr>
            <p:cNvPr id="52267" name="Freeform 10"/>
            <p:cNvSpPr/>
            <p:nvPr/>
          </p:nvSpPr>
          <p:spPr bwMode="auto">
            <a:xfrm>
              <a:off x="1004" y="1639"/>
              <a:ext cx="1473" cy="255"/>
            </a:xfrm>
            <a:custGeom>
              <a:avLst/>
              <a:gdLst>
                <a:gd name="T0" fmla="*/ 172 w 1473"/>
                <a:gd name="T1" fmla="*/ 11 h 255"/>
                <a:gd name="T2" fmla="*/ 73 w 1473"/>
                <a:gd name="T3" fmla="*/ 94 h 255"/>
                <a:gd name="T4" fmla="*/ 146 w 1473"/>
                <a:gd name="T5" fmla="*/ 220 h 255"/>
                <a:gd name="T6" fmla="*/ 520 w 1473"/>
                <a:gd name="T7" fmla="*/ 225 h 255"/>
                <a:gd name="T8" fmla="*/ 754 w 1473"/>
                <a:gd name="T9" fmla="*/ 251 h 255"/>
                <a:gd name="T10" fmla="*/ 1306 w 1473"/>
                <a:gd name="T11" fmla="*/ 203 h 255"/>
                <a:gd name="T12" fmla="*/ 1360 w 1473"/>
                <a:gd name="T13" fmla="*/ 29 h 255"/>
                <a:gd name="T14" fmla="*/ 628 w 1473"/>
                <a:gd name="T15" fmla="*/ 29 h 255"/>
                <a:gd name="T16" fmla="*/ 172 w 1473"/>
                <a:gd name="T17" fmla="*/ 11 h 2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73"/>
                <a:gd name="T28" fmla="*/ 0 h 255"/>
                <a:gd name="T29" fmla="*/ 1473 w 1473"/>
                <a:gd name="T30" fmla="*/ 255 h 25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73" h="255">
                  <a:moveTo>
                    <a:pt x="172" y="11"/>
                  </a:moveTo>
                  <a:cubicBezTo>
                    <a:pt x="0" y="64"/>
                    <a:pt x="77" y="59"/>
                    <a:pt x="73" y="94"/>
                  </a:cubicBezTo>
                  <a:cubicBezTo>
                    <a:pt x="69" y="129"/>
                    <a:pt x="72" y="198"/>
                    <a:pt x="146" y="220"/>
                  </a:cubicBezTo>
                  <a:cubicBezTo>
                    <a:pt x="221" y="242"/>
                    <a:pt x="419" y="220"/>
                    <a:pt x="520" y="225"/>
                  </a:cubicBezTo>
                  <a:cubicBezTo>
                    <a:pt x="621" y="230"/>
                    <a:pt x="623" y="255"/>
                    <a:pt x="754" y="251"/>
                  </a:cubicBezTo>
                  <a:cubicBezTo>
                    <a:pt x="885" y="247"/>
                    <a:pt x="1205" y="240"/>
                    <a:pt x="1306" y="203"/>
                  </a:cubicBezTo>
                  <a:cubicBezTo>
                    <a:pt x="1407" y="166"/>
                    <a:pt x="1473" y="58"/>
                    <a:pt x="1360" y="29"/>
                  </a:cubicBezTo>
                  <a:cubicBezTo>
                    <a:pt x="1247" y="0"/>
                    <a:pt x="826" y="32"/>
                    <a:pt x="628" y="29"/>
                  </a:cubicBezTo>
                  <a:cubicBezTo>
                    <a:pt x="430" y="26"/>
                    <a:pt x="267" y="15"/>
                    <a:pt x="172" y="11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2268" name="Text Box 11"/>
            <p:cNvSpPr txBox="1">
              <a:spLocks noChangeArrowheads="1"/>
            </p:cNvSpPr>
            <p:nvPr/>
          </p:nvSpPr>
          <p:spPr bwMode="auto">
            <a:xfrm>
              <a:off x="1226" y="1667"/>
              <a:ext cx="979" cy="213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200.23.16.0/23</a:t>
              </a:r>
              <a:endParaRPr kumimoji="0"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  <p:grpSp>
        <p:nvGrpSpPr>
          <p:cNvPr id="52235" name="Group 12"/>
          <p:cNvGrpSpPr/>
          <p:nvPr/>
        </p:nvGrpSpPr>
        <p:grpSpPr bwMode="auto">
          <a:xfrm>
            <a:off x="739775" y="2493963"/>
            <a:ext cx="2338388" cy="404812"/>
            <a:chOff x="1004" y="1639"/>
            <a:chExt cx="1473" cy="255"/>
          </a:xfrm>
        </p:grpSpPr>
        <p:sp>
          <p:nvSpPr>
            <p:cNvPr id="52265" name="Freeform 13"/>
            <p:cNvSpPr/>
            <p:nvPr/>
          </p:nvSpPr>
          <p:spPr bwMode="auto">
            <a:xfrm>
              <a:off x="1004" y="1639"/>
              <a:ext cx="1473" cy="255"/>
            </a:xfrm>
            <a:custGeom>
              <a:avLst/>
              <a:gdLst>
                <a:gd name="T0" fmla="*/ 172 w 1473"/>
                <a:gd name="T1" fmla="*/ 11 h 255"/>
                <a:gd name="T2" fmla="*/ 73 w 1473"/>
                <a:gd name="T3" fmla="*/ 94 h 255"/>
                <a:gd name="T4" fmla="*/ 146 w 1473"/>
                <a:gd name="T5" fmla="*/ 220 h 255"/>
                <a:gd name="T6" fmla="*/ 520 w 1473"/>
                <a:gd name="T7" fmla="*/ 225 h 255"/>
                <a:gd name="T8" fmla="*/ 754 w 1473"/>
                <a:gd name="T9" fmla="*/ 251 h 255"/>
                <a:gd name="T10" fmla="*/ 1306 w 1473"/>
                <a:gd name="T11" fmla="*/ 203 h 255"/>
                <a:gd name="T12" fmla="*/ 1360 w 1473"/>
                <a:gd name="T13" fmla="*/ 29 h 255"/>
                <a:gd name="T14" fmla="*/ 628 w 1473"/>
                <a:gd name="T15" fmla="*/ 29 h 255"/>
                <a:gd name="T16" fmla="*/ 172 w 1473"/>
                <a:gd name="T17" fmla="*/ 11 h 2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73"/>
                <a:gd name="T28" fmla="*/ 0 h 255"/>
                <a:gd name="T29" fmla="*/ 1473 w 1473"/>
                <a:gd name="T30" fmla="*/ 255 h 25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73" h="255">
                  <a:moveTo>
                    <a:pt x="172" y="11"/>
                  </a:moveTo>
                  <a:cubicBezTo>
                    <a:pt x="0" y="64"/>
                    <a:pt x="77" y="59"/>
                    <a:pt x="73" y="94"/>
                  </a:cubicBezTo>
                  <a:cubicBezTo>
                    <a:pt x="69" y="129"/>
                    <a:pt x="72" y="198"/>
                    <a:pt x="146" y="220"/>
                  </a:cubicBezTo>
                  <a:cubicBezTo>
                    <a:pt x="221" y="242"/>
                    <a:pt x="419" y="220"/>
                    <a:pt x="520" y="225"/>
                  </a:cubicBezTo>
                  <a:cubicBezTo>
                    <a:pt x="621" y="230"/>
                    <a:pt x="623" y="255"/>
                    <a:pt x="754" y="251"/>
                  </a:cubicBezTo>
                  <a:cubicBezTo>
                    <a:pt x="885" y="247"/>
                    <a:pt x="1205" y="240"/>
                    <a:pt x="1306" y="203"/>
                  </a:cubicBezTo>
                  <a:cubicBezTo>
                    <a:pt x="1407" y="166"/>
                    <a:pt x="1473" y="58"/>
                    <a:pt x="1360" y="29"/>
                  </a:cubicBezTo>
                  <a:cubicBezTo>
                    <a:pt x="1247" y="0"/>
                    <a:pt x="826" y="32"/>
                    <a:pt x="628" y="29"/>
                  </a:cubicBezTo>
                  <a:cubicBezTo>
                    <a:pt x="430" y="26"/>
                    <a:pt x="267" y="15"/>
                    <a:pt x="172" y="11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2266" name="Text Box 14"/>
            <p:cNvSpPr txBox="1">
              <a:spLocks noChangeArrowheads="1"/>
            </p:cNvSpPr>
            <p:nvPr/>
          </p:nvSpPr>
          <p:spPr bwMode="auto">
            <a:xfrm>
              <a:off x="1226" y="1667"/>
              <a:ext cx="979" cy="213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200.23.18.0/23</a:t>
              </a:r>
              <a:endParaRPr kumimoji="0"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  <p:grpSp>
        <p:nvGrpSpPr>
          <p:cNvPr id="52236" name="Group 15"/>
          <p:cNvGrpSpPr/>
          <p:nvPr/>
        </p:nvGrpSpPr>
        <p:grpSpPr bwMode="auto">
          <a:xfrm>
            <a:off x="739775" y="3914776"/>
            <a:ext cx="2338388" cy="404812"/>
            <a:chOff x="1004" y="1639"/>
            <a:chExt cx="1473" cy="255"/>
          </a:xfrm>
        </p:grpSpPr>
        <p:sp>
          <p:nvSpPr>
            <p:cNvPr id="52263" name="Freeform 16"/>
            <p:cNvSpPr/>
            <p:nvPr/>
          </p:nvSpPr>
          <p:spPr bwMode="auto">
            <a:xfrm>
              <a:off x="1004" y="1639"/>
              <a:ext cx="1473" cy="255"/>
            </a:xfrm>
            <a:custGeom>
              <a:avLst/>
              <a:gdLst>
                <a:gd name="T0" fmla="*/ 172 w 1473"/>
                <a:gd name="T1" fmla="*/ 11 h 255"/>
                <a:gd name="T2" fmla="*/ 73 w 1473"/>
                <a:gd name="T3" fmla="*/ 94 h 255"/>
                <a:gd name="T4" fmla="*/ 146 w 1473"/>
                <a:gd name="T5" fmla="*/ 220 h 255"/>
                <a:gd name="T6" fmla="*/ 520 w 1473"/>
                <a:gd name="T7" fmla="*/ 225 h 255"/>
                <a:gd name="T8" fmla="*/ 754 w 1473"/>
                <a:gd name="T9" fmla="*/ 251 h 255"/>
                <a:gd name="T10" fmla="*/ 1306 w 1473"/>
                <a:gd name="T11" fmla="*/ 203 h 255"/>
                <a:gd name="T12" fmla="*/ 1360 w 1473"/>
                <a:gd name="T13" fmla="*/ 29 h 255"/>
                <a:gd name="T14" fmla="*/ 628 w 1473"/>
                <a:gd name="T15" fmla="*/ 29 h 255"/>
                <a:gd name="T16" fmla="*/ 172 w 1473"/>
                <a:gd name="T17" fmla="*/ 11 h 2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73"/>
                <a:gd name="T28" fmla="*/ 0 h 255"/>
                <a:gd name="T29" fmla="*/ 1473 w 1473"/>
                <a:gd name="T30" fmla="*/ 255 h 25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73" h="255">
                  <a:moveTo>
                    <a:pt x="172" y="11"/>
                  </a:moveTo>
                  <a:cubicBezTo>
                    <a:pt x="0" y="64"/>
                    <a:pt x="77" y="59"/>
                    <a:pt x="73" y="94"/>
                  </a:cubicBezTo>
                  <a:cubicBezTo>
                    <a:pt x="69" y="129"/>
                    <a:pt x="72" y="198"/>
                    <a:pt x="146" y="220"/>
                  </a:cubicBezTo>
                  <a:cubicBezTo>
                    <a:pt x="221" y="242"/>
                    <a:pt x="419" y="220"/>
                    <a:pt x="520" y="225"/>
                  </a:cubicBezTo>
                  <a:cubicBezTo>
                    <a:pt x="621" y="230"/>
                    <a:pt x="623" y="255"/>
                    <a:pt x="754" y="251"/>
                  </a:cubicBezTo>
                  <a:cubicBezTo>
                    <a:pt x="885" y="247"/>
                    <a:pt x="1205" y="240"/>
                    <a:pt x="1306" y="203"/>
                  </a:cubicBezTo>
                  <a:cubicBezTo>
                    <a:pt x="1407" y="166"/>
                    <a:pt x="1473" y="58"/>
                    <a:pt x="1360" y="29"/>
                  </a:cubicBezTo>
                  <a:cubicBezTo>
                    <a:pt x="1247" y="0"/>
                    <a:pt x="826" y="32"/>
                    <a:pt x="628" y="29"/>
                  </a:cubicBezTo>
                  <a:cubicBezTo>
                    <a:pt x="430" y="26"/>
                    <a:pt x="267" y="15"/>
                    <a:pt x="172" y="11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2264" name="Text Box 17"/>
            <p:cNvSpPr txBox="1">
              <a:spLocks noChangeArrowheads="1"/>
            </p:cNvSpPr>
            <p:nvPr/>
          </p:nvSpPr>
          <p:spPr bwMode="auto">
            <a:xfrm>
              <a:off x="1226" y="1667"/>
              <a:ext cx="979" cy="213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200.23.30.0/23</a:t>
              </a:r>
              <a:endParaRPr kumimoji="0"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  <p:sp>
        <p:nvSpPr>
          <p:cNvPr id="52237" name="Text Box 18"/>
          <p:cNvSpPr txBox="1">
            <a:spLocks noChangeArrowheads="1"/>
          </p:cNvSpPr>
          <p:nvPr/>
        </p:nvSpPr>
        <p:spPr bwMode="auto">
          <a:xfrm>
            <a:off x="3559175" y="3144838"/>
            <a:ext cx="16129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14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ISP A</a:t>
            </a:r>
            <a:endParaRPr kumimoji="0" lang="en-US" altLang="zh-CN" sz="180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52238" name="Freeform 19"/>
          <p:cNvSpPr/>
          <p:nvPr/>
        </p:nvSpPr>
        <p:spPr bwMode="auto">
          <a:xfrm>
            <a:off x="7121525" y="2327275"/>
            <a:ext cx="730250" cy="2535238"/>
          </a:xfrm>
          <a:custGeom>
            <a:avLst/>
            <a:gdLst>
              <a:gd name="T0" fmla="*/ 2147483646 w 460"/>
              <a:gd name="T1" fmla="*/ 2147483646 h 1597"/>
              <a:gd name="T2" fmla="*/ 2147483646 w 460"/>
              <a:gd name="T3" fmla="*/ 2147483646 h 1597"/>
              <a:gd name="T4" fmla="*/ 2147483646 w 460"/>
              <a:gd name="T5" fmla="*/ 2147483646 h 1597"/>
              <a:gd name="T6" fmla="*/ 2147483646 w 460"/>
              <a:gd name="T7" fmla="*/ 2147483646 h 1597"/>
              <a:gd name="T8" fmla="*/ 2147483646 w 460"/>
              <a:gd name="T9" fmla="*/ 2147483646 h 1597"/>
              <a:gd name="T10" fmla="*/ 2147483646 w 460"/>
              <a:gd name="T11" fmla="*/ 2147483646 h 1597"/>
              <a:gd name="T12" fmla="*/ 2147483646 w 460"/>
              <a:gd name="T13" fmla="*/ 2147483646 h 1597"/>
              <a:gd name="T14" fmla="*/ 2147483646 w 460"/>
              <a:gd name="T15" fmla="*/ 2147483646 h 1597"/>
              <a:gd name="T16" fmla="*/ 2147483646 w 460"/>
              <a:gd name="T17" fmla="*/ 2147483646 h 1597"/>
              <a:gd name="T18" fmla="*/ 2147483646 w 460"/>
              <a:gd name="T19" fmla="*/ 2147483646 h 1597"/>
              <a:gd name="T20" fmla="*/ 2147483646 w 460"/>
              <a:gd name="T21" fmla="*/ 2147483646 h 1597"/>
              <a:gd name="T22" fmla="*/ 2147483646 w 460"/>
              <a:gd name="T23" fmla="*/ 2147483646 h 1597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460"/>
              <a:gd name="T37" fmla="*/ 0 h 1597"/>
              <a:gd name="T38" fmla="*/ 460 w 460"/>
              <a:gd name="T39" fmla="*/ 1597 h 1597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460" h="1597">
                <a:moveTo>
                  <a:pt x="328" y="56"/>
                </a:moveTo>
                <a:cubicBezTo>
                  <a:pt x="247" y="0"/>
                  <a:pt x="253" y="138"/>
                  <a:pt x="208" y="218"/>
                </a:cubicBezTo>
                <a:cubicBezTo>
                  <a:pt x="163" y="298"/>
                  <a:pt x="91" y="419"/>
                  <a:pt x="58" y="536"/>
                </a:cubicBezTo>
                <a:cubicBezTo>
                  <a:pt x="25" y="653"/>
                  <a:pt x="0" y="822"/>
                  <a:pt x="7" y="919"/>
                </a:cubicBezTo>
                <a:cubicBezTo>
                  <a:pt x="14" y="1016"/>
                  <a:pt x="64" y="1046"/>
                  <a:pt x="100" y="1118"/>
                </a:cubicBezTo>
                <a:cubicBezTo>
                  <a:pt x="136" y="1190"/>
                  <a:pt x="166" y="1278"/>
                  <a:pt x="220" y="1352"/>
                </a:cubicBezTo>
                <a:cubicBezTo>
                  <a:pt x="274" y="1426"/>
                  <a:pt x="388" y="1597"/>
                  <a:pt x="424" y="1562"/>
                </a:cubicBezTo>
                <a:cubicBezTo>
                  <a:pt x="460" y="1527"/>
                  <a:pt x="436" y="1228"/>
                  <a:pt x="436" y="1142"/>
                </a:cubicBezTo>
                <a:cubicBezTo>
                  <a:pt x="436" y="1056"/>
                  <a:pt x="439" y="1094"/>
                  <a:pt x="424" y="1046"/>
                </a:cubicBezTo>
                <a:cubicBezTo>
                  <a:pt x="409" y="998"/>
                  <a:pt x="365" y="928"/>
                  <a:pt x="346" y="854"/>
                </a:cubicBezTo>
                <a:cubicBezTo>
                  <a:pt x="327" y="780"/>
                  <a:pt x="313" y="735"/>
                  <a:pt x="310" y="602"/>
                </a:cubicBezTo>
                <a:cubicBezTo>
                  <a:pt x="307" y="469"/>
                  <a:pt x="324" y="170"/>
                  <a:pt x="328" y="5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2239" name="Text Box 20"/>
          <p:cNvSpPr txBox="1">
            <a:spLocks noChangeArrowheads="1"/>
          </p:cNvSpPr>
          <p:nvPr/>
        </p:nvSpPr>
        <p:spPr bwMode="auto">
          <a:xfrm>
            <a:off x="711200" y="1649413"/>
            <a:ext cx="69281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zh-CN" altLang="en-US" sz="14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机构 </a:t>
            </a:r>
            <a:r>
              <a:rPr kumimoji="0" lang="en-US" altLang="zh-CN" sz="14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</a:t>
            </a:r>
          </a:p>
        </p:txBody>
      </p:sp>
      <p:sp>
        <p:nvSpPr>
          <p:cNvPr id="52240" name="Text Box 21"/>
          <p:cNvSpPr txBox="1">
            <a:spLocks noChangeArrowheads="1"/>
          </p:cNvSpPr>
          <p:nvPr/>
        </p:nvSpPr>
        <p:spPr bwMode="auto">
          <a:xfrm>
            <a:off x="721979" y="3656013"/>
            <a:ext cx="69281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zh-CN" altLang="en-US" sz="14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机构 </a:t>
            </a:r>
            <a:r>
              <a:rPr kumimoji="0" lang="en-US" altLang="zh-CN" sz="14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8</a:t>
            </a:r>
          </a:p>
        </p:txBody>
      </p:sp>
      <p:sp>
        <p:nvSpPr>
          <p:cNvPr id="52241" name="Text Box 22"/>
          <p:cNvSpPr txBox="1">
            <a:spLocks noChangeArrowheads="1"/>
          </p:cNvSpPr>
          <p:nvPr/>
        </p:nvSpPr>
        <p:spPr bwMode="auto">
          <a:xfrm>
            <a:off x="7359650" y="3468688"/>
            <a:ext cx="7905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4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Internet</a:t>
            </a:r>
          </a:p>
        </p:txBody>
      </p:sp>
      <p:sp>
        <p:nvSpPr>
          <p:cNvPr id="52242" name="Text Box 23"/>
          <p:cNvSpPr txBox="1">
            <a:spLocks noChangeArrowheads="1"/>
          </p:cNvSpPr>
          <p:nvPr/>
        </p:nvSpPr>
        <p:spPr bwMode="auto">
          <a:xfrm>
            <a:off x="707691" y="2241748"/>
            <a:ext cx="69281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zh-CN" altLang="en-US" sz="14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机构 </a:t>
            </a:r>
            <a:r>
              <a:rPr kumimoji="0" lang="en-US" altLang="zh-CN" sz="14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</a:p>
        </p:txBody>
      </p:sp>
      <p:sp>
        <p:nvSpPr>
          <p:cNvPr id="52243" name="Freeform 24"/>
          <p:cNvSpPr/>
          <p:nvPr/>
        </p:nvSpPr>
        <p:spPr bwMode="auto">
          <a:xfrm>
            <a:off x="3468688" y="4024313"/>
            <a:ext cx="1773237" cy="979487"/>
          </a:xfrm>
          <a:custGeom>
            <a:avLst/>
            <a:gdLst>
              <a:gd name="T0" fmla="*/ 2147483646 w 1117"/>
              <a:gd name="T1" fmla="*/ 2147483646 h 617"/>
              <a:gd name="T2" fmla="*/ 2147483646 w 1117"/>
              <a:gd name="T3" fmla="*/ 2147483646 h 617"/>
              <a:gd name="T4" fmla="*/ 2147483646 w 1117"/>
              <a:gd name="T5" fmla="*/ 2147483646 h 617"/>
              <a:gd name="T6" fmla="*/ 2147483646 w 1117"/>
              <a:gd name="T7" fmla="*/ 2147483646 h 617"/>
              <a:gd name="T8" fmla="*/ 2147483646 w 1117"/>
              <a:gd name="T9" fmla="*/ 2147483646 h 617"/>
              <a:gd name="T10" fmla="*/ 2147483646 w 1117"/>
              <a:gd name="T11" fmla="*/ 2147483646 h 617"/>
              <a:gd name="T12" fmla="*/ 2147483646 w 1117"/>
              <a:gd name="T13" fmla="*/ 2147483646 h 617"/>
              <a:gd name="T14" fmla="*/ 2147483646 w 1117"/>
              <a:gd name="T15" fmla="*/ 2147483646 h 617"/>
              <a:gd name="T16" fmla="*/ 2147483646 w 1117"/>
              <a:gd name="T17" fmla="*/ 2147483646 h 617"/>
              <a:gd name="T18" fmla="*/ 2147483646 w 1117"/>
              <a:gd name="T19" fmla="*/ 2147483646 h 617"/>
              <a:gd name="T20" fmla="*/ 2147483646 w 1117"/>
              <a:gd name="T21" fmla="*/ 2147483646 h 617"/>
              <a:gd name="T22" fmla="*/ 2147483646 w 1117"/>
              <a:gd name="T23" fmla="*/ 2147483646 h 617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117"/>
              <a:gd name="T37" fmla="*/ 0 h 617"/>
              <a:gd name="T38" fmla="*/ 1117 w 1117"/>
              <a:gd name="T39" fmla="*/ 617 h 617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117" h="617">
                <a:moveTo>
                  <a:pt x="439" y="97"/>
                </a:moveTo>
                <a:cubicBezTo>
                  <a:pt x="358" y="85"/>
                  <a:pt x="269" y="23"/>
                  <a:pt x="205" y="19"/>
                </a:cubicBezTo>
                <a:cubicBezTo>
                  <a:pt x="141" y="15"/>
                  <a:pt x="89" y="0"/>
                  <a:pt x="55" y="73"/>
                </a:cubicBezTo>
                <a:cubicBezTo>
                  <a:pt x="21" y="146"/>
                  <a:pt x="0" y="371"/>
                  <a:pt x="4" y="456"/>
                </a:cubicBezTo>
                <a:cubicBezTo>
                  <a:pt x="8" y="541"/>
                  <a:pt x="3" y="560"/>
                  <a:pt x="77" y="582"/>
                </a:cubicBezTo>
                <a:cubicBezTo>
                  <a:pt x="152" y="604"/>
                  <a:pt x="350" y="582"/>
                  <a:pt x="451" y="587"/>
                </a:cubicBezTo>
                <a:cubicBezTo>
                  <a:pt x="552" y="592"/>
                  <a:pt x="606" y="617"/>
                  <a:pt x="685" y="613"/>
                </a:cubicBezTo>
                <a:cubicBezTo>
                  <a:pt x="764" y="609"/>
                  <a:pt x="856" y="612"/>
                  <a:pt x="925" y="565"/>
                </a:cubicBezTo>
                <a:cubicBezTo>
                  <a:pt x="994" y="518"/>
                  <a:pt x="1081" y="401"/>
                  <a:pt x="1099" y="330"/>
                </a:cubicBezTo>
                <a:cubicBezTo>
                  <a:pt x="1117" y="259"/>
                  <a:pt x="1104" y="178"/>
                  <a:pt x="1036" y="138"/>
                </a:cubicBezTo>
                <a:cubicBezTo>
                  <a:pt x="968" y="98"/>
                  <a:pt x="790" y="98"/>
                  <a:pt x="691" y="91"/>
                </a:cubicBezTo>
                <a:cubicBezTo>
                  <a:pt x="592" y="84"/>
                  <a:pt x="520" y="109"/>
                  <a:pt x="439" y="97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2244" name="Text Box 25"/>
          <p:cNvSpPr txBox="1">
            <a:spLocks noChangeArrowheads="1"/>
          </p:cNvSpPr>
          <p:nvPr/>
        </p:nvSpPr>
        <p:spPr bwMode="auto">
          <a:xfrm>
            <a:off x="3768725" y="4402138"/>
            <a:ext cx="11160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14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ISP B</a:t>
            </a:r>
            <a:endParaRPr kumimoji="0" lang="en-US" altLang="zh-CN" sz="180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52245" name="Freeform 26"/>
          <p:cNvSpPr/>
          <p:nvPr/>
        </p:nvSpPr>
        <p:spPr bwMode="auto">
          <a:xfrm flipV="1">
            <a:off x="5194300" y="3948111"/>
            <a:ext cx="2019300" cy="392113"/>
          </a:xfrm>
          <a:custGeom>
            <a:avLst/>
            <a:gdLst>
              <a:gd name="T0" fmla="*/ 0 w 1272"/>
              <a:gd name="T1" fmla="*/ 0 h 186"/>
              <a:gd name="T2" fmla="*/ 2147483646 w 1272"/>
              <a:gd name="T3" fmla="*/ 2147483646 h 186"/>
              <a:gd name="T4" fmla="*/ 0 60000 65536"/>
              <a:gd name="T5" fmla="*/ 0 60000 65536"/>
              <a:gd name="T6" fmla="*/ 0 w 1272"/>
              <a:gd name="T7" fmla="*/ 0 h 186"/>
              <a:gd name="T8" fmla="*/ 1272 w 127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272" h="186">
                <a:moveTo>
                  <a:pt x="0" y="0"/>
                </a:moveTo>
                <a:lnTo>
                  <a:pt x="1272" y="186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2246" name="Line 27"/>
          <p:cNvSpPr>
            <a:spLocks noChangeShapeType="1"/>
          </p:cNvSpPr>
          <p:nvPr/>
        </p:nvSpPr>
        <p:spPr bwMode="auto">
          <a:xfrm>
            <a:off x="2992438" y="4437063"/>
            <a:ext cx="477837" cy="1508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2247" name="Line 28"/>
          <p:cNvSpPr>
            <a:spLocks noChangeShapeType="1"/>
          </p:cNvSpPr>
          <p:nvPr/>
        </p:nvSpPr>
        <p:spPr bwMode="auto">
          <a:xfrm flipV="1">
            <a:off x="2832101" y="4741862"/>
            <a:ext cx="636588" cy="84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2248" name="Line 29"/>
          <p:cNvSpPr>
            <a:spLocks noChangeShapeType="1"/>
          </p:cNvSpPr>
          <p:nvPr/>
        </p:nvSpPr>
        <p:spPr bwMode="auto">
          <a:xfrm flipV="1">
            <a:off x="3136900" y="4902200"/>
            <a:ext cx="381000" cy="3127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2249" name="Text Box 30"/>
          <p:cNvSpPr txBox="1">
            <a:spLocks noChangeArrowheads="1"/>
          </p:cNvSpPr>
          <p:nvPr/>
        </p:nvSpPr>
        <p:spPr bwMode="auto">
          <a:xfrm>
            <a:off x="5535337" y="4295775"/>
            <a:ext cx="127791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4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199.31.0.0/16</a:t>
            </a:r>
          </a:p>
        </p:txBody>
      </p:sp>
      <p:grpSp>
        <p:nvGrpSpPr>
          <p:cNvPr id="52250" name="Group 31"/>
          <p:cNvGrpSpPr/>
          <p:nvPr/>
        </p:nvGrpSpPr>
        <p:grpSpPr bwMode="auto">
          <a:xfrm>
            <a:off x="758825" y="3084513"/>
            <a:ext cx="2338388" cy="404812"/>
            <a:chOff x="1004" y="1639"/>
            <a:chExt cx="1473" cy="255"/>
          </a:xfrm>
        </p:grpSpPr>
        <p:sp>
          <p:nvSpPr>
            <p:cNvPr id="52261" name="Freeform 32"/>
            <p:cNvSpPr/>
            <p:nvPr/>
          </p:nvSpPr>
          <p:spPr bwMode="auto">
            <a:xfrm>
              <a:off x="1004" y="1639"/>
              <a:ext cx="1473" cy="255"/>
            </a:xfrm>
            <a:custGeom>
              <a:avLst/>
              <a:gdLst>
                <a:gd name="T0" fmla="*/ 172 w 1473"/>
                <a:gd name="T1" fmla="*/ 11 h 255"/>
                <a:gd name="T2" fmla="*/ 73 w 1473"/>
                <a:gd name="T3" fmla="*/ 94 h 255"/>
                <a:gd name="T4" fmla="*/ 146 w 1473"/>
                <a:gd name="T5" fmla="*/ 220 h 255"/>
                <a:gd name="T6" fmla="*/ 520 w 1473"/>
                <a:gd name="T7" fmla="*/ 225 h 255"/>
                <a:gd name="T8" fmla="*/ 754 w 1473"/>
                <a:gd name="T9" fmla="*/ 251 h 255"/>
                <a:gd name="T10" fmla="*/ 1306 w 1473"/>
                <a:gd name="T11" fmla="*/ 203 h 255"/>
                <a:gd name="T12" fmla="*/ 1360 w 1473"/>
                <a:gd name="T13" fmla="*/ 29 h 255"/>
                <a:gd name="T14" fmla="*/ 628 w 1473"/>
                <a:gd name="T15" fmla="*/ 29 h 255"/>
                <a:gd name="T16" fmla="*/ 172 w 1473"/>
                <a:gd name="T17" fmla="*/ 11 h 2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73"/>
                <a:gd name="T28" fmla="*/ 0 h 255"/>
                <a:gd name="T29" fmla="*/ 1473 w 1473"/>
                <a:gd name="T30" fmla="*/ 255 h 25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73" h="255">
                  <a:moveTo>
                    <a:pt x="172" y="11"/>
                  </a:moveTo>
                  <a:cubicBezTo>
                    <a:pt x="0" y="64"/>
                    <a:pt x="77" y="59"/>
                    <a:pt x="73" y="94"/>
                  </a:cubicBezTo>
                  <a:cubicBezTo>
                    <a:pt x="69" y="129"/>
                    <a:pt x="72" y="198"/>
                    <a:pt x="146" y="220"/>
                  </a:cubicBezTo>
                  <a:cubicBezTo>
                    <a:pt x="221" y="242"/>
                    <a:pt x="419" y="220"/>
                    <a:pt x="520" y="225"/>
                  </a:cubicBezTo>
                  <a:cubicBezTo>
                    <a:pt x="621" y="230"/>
                    <a:pt x="623" y="255"/>
                    <a:pt x="754" y="251"/>
                  </a:cubicBezTo>
                  <a:cubicBezTo>
                    <a:pt x="885" y="247"/>
                    <a:pt x="1205" y="240"/>
                    <a:pt x="1306" y="203"/>
                  </a:cubicBezTo>
                  <a:cubicBezTo>
                    <a:pt x="1407" y="166"/>
                    <a:pt x="1473" y="58"/>
                    <a:pt x="1360" y="29"/>
                  </a:cubicBezTo>
                  <a:cubicBezTo>
                    <a:pt x="1247" y="0"/>
                    <a:pt x="826" y="32"/>
                    <a:pt x="628" y="29"/>
                  </a:cubicBezTo>
                  <a:cubicBezTo>
                    <a:pt x="430" y="26"/>
                    <a:pt x="267" y="15"/>
                    <a:pt x="172" y="11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2262" name="Text Box 33"/>
            <p:cNvSpPr txBox="1">
              <a:spLocks noChangeArrowheads="1"/>
            </p:cNvSpPr>
            <p:nvPr/>
          </p:nvSpPr>
          <p:spPr bwMode="auto">
            <a:xfrm>
              <a:off x="1226" y="1667"/>
              <a:ext cx="979" cy="213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200.23.20.0/23</a:t>
              </a:r>
              <a:endParaRPr kumimoji="0"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  <p:sp>
        <p:nvSpPr>
          <p:cNvPr id="52251" name="Text Box 34"/>
          <p:cNvSpPr txBox="1">
            <a:spLocks noChangeArrowheads="1"/>
          </p:cNvSpPr>
          <p:nvPr/>
        </p:nvSpPr>
        <p:spPr bwMode="auto">
          <a:xfrm>
            <a:off x="715629" y="2852043"/>
            <a:ext cx="69281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zh-CN" altLang="en-US" sz="14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机构 </a:t>
            </a:r>
            <a:r>
              <a:rPr lang="en-US" altLang="zh-CN" sz="14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</a:t>
            </a:r>
            <a:endParaRPr kumimoji="0" lang="en-US" altLang="zh-CN" sz="1400" dirty="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grpSp>
        <p:nvGrpSpPr>
          <p:cNvPr id="52252" name="Group 35"/>
          <p:cNvGrpSpPr/>
          <p:nvPr/>
        </p:nvGrpSpPr>
        <p:grpSpPr bwMode="auto">
          <a:xfrm>
            <a:off x="2108200" y="3348038"/>
            <a:ext cx="260350" cy="666750"/>
            <a:chOff x="870" y="2945"/>
            <a:chExt cx="164" cy="420"/>
          </a:xfrm>
        </p:grpSpPr>
        <p:sp>
          <p:nvSpPr>
            <p:cNvPr id="52258" name="Text Box 36"/>
            <p:cNvSpPr txBox="1">
              <a:spLocks noChangeArrowheads="1"/>
            </p:cNvSpPr>
            <p:nvPr/>
          </p:nvSpPr>
          <p:spPr bwMode="auto">
            <a:xfrm>
              <a:off x="872" y="2945"/>
              <a:ext cx="162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2000" b="1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.</a:t>
              </a:r>
              <a:endParaRPr kumimoji="0" lang="en-US" altLang="zh-CN" sz="20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52259" name="Text Box 37"/>
            <p:cNvSpPr txBox="1">
              <a:spLocks noChangeArrowheads="1"/>
            </p:cNvSpPr>
            <p:nvPr/>
          </p:nvSpPr>
          <p:spPr bwMode="auto">
            <a:xfrm>
              <a:off x="870" y="3030"/>
              <a:ext cx="162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2000" b="1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.</a:t>
              </a:r>
              <a:endParaRPr kumimoji="0" lang="en-US" altLang="zh-CN" sz="20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52260" name="Text Box 38"/>
            <p:cNvSpPr txBox="1">
              <a:spLocks noChangeArrowheads="1"/>
            </p:cNvSpPr>
            <p:nvPr/>
          </p:nvSpPr>
          <p:spPr bwMode="auto">
            <a:xfrm>
              <a:off x="871" y="3113"/>
              <a:ext cx="162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2000" b="1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.</a:t>
              </a:r>
              <a:endParaRPr kumimoji="0" lang="en-US" altLang="zh-CN" sz="20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  <p:grpSp>
        <p:nvGrpSpPr>
          <p:cNvPr id="52253" name="Group 39"/>
          <p:cNvGrpSpPr/>
          <p:nvPr/>
        </p:nvGrpSpPr>
        <p:grpSpPr bwMode="auto">
          <a:xfrm>
            <a:off x="3136900" y="3052763"/>
            <a:ext cx="260350" cy="666750"/>
            <a:chOff x="870" y="2945"/>
            <a:chExt cx="164" cy="420"/>
          </a:xfrm>
        </p:grpSpPr>
        <p:sp>
          <p:nvSpPr>
            <p:cNvPr id="52255" name="Text Box 40"/>
            <p:cNvSpPr txBox="1">
              <a:spLocks noChangeArrowheads="1"/>
            </p:cNvSpPr>
            <p:nvPr/>
          </p:nvSpPr>
          <p:spPr bwMode="auto">
            <a:xfrm>
              <a:off x="872" y="2945"/>
              <a:ext cx="162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2000" b="1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.</a:t>
              </a:r>
              <a:endParaRPr kumimoji="0" lang="en-US" altLang="zh-CN" sz="20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52256" name="Text Box 41"/>
            <p:cNvSpPr txBox="1">
              <a:spLocks noChangeArrowheads="1"/>
            </p:cNvSpPr>
            <p:nvPr/>
          </p:nvSpPr>
          <p:spPr bwMode="auto">
            <a:xfrm>
              <a:off x="870" y="3030"/>
              <a:ext cx="162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2000" b="1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.</a:t>
              </a:r>
              <a:endParaRPr kumimoji="0" lang="en-US" altLang="zh-CN" sz="20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52257" name="Text Box 42"/>
            <p:cNvSpPr txBox="1">
              <a:spLocks noChangeArrowheads="1"/>
            </p:cNvSpPr>
            <p:nvPr/>
          </p:nvSpPr>
          <p:spPr bwMode="auto">
            <a:xfrm>
              <a:off x="871" y="3113"/>
              <a:ext cx="162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2000" b="1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.</a:t>
              </a:r>
              <a:endParaRPr kumimoji="0" lang="en-US" altLang="zh-CN" sz="20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  <p:sp>
        <p:nvSpPr>
          <p:cNvPr id="46" name="Line 5"/>
          <p:cNvSpPr>
            <a:spLocks noChangeShapeType="1"/>
          </p:cNvSpPr>
          <p:nvPr/>
        </p:nvSpPr>
        <p:spPr bwMode="auto">
          <a:xfrm>
            <a:off x="3017839" y="3225800"/>
            <a:ext cx="508000" cy="174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7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</a:t>
            </a: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-IPv4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地址问题及解决策略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3" name="Freeform 4"/>
          <p:cNvSpPr/>
          <p:nvPr/>
        </p:nvSpPr>
        <p:spPr bwMode="auto">
          <a:xfrm>
            <a:off x="5164138" y="3384539"/>
            <a:ext cx="2019300" cy="295275"/>
          </a:xfrm>
          <a:custGeom>
            <a:avLst/>
            <a:gdLst>
              <a:gd name="T0" fmla="*/ 0 w 1272"/>
              <a:gd name="T1" fmla="*/ 0 h 186"/>
              <a:gd name="T2" fmla="*/ 2147483646 w 1272"/>
              <a:gd name="T3" fmla="*/ 2147483646 h 186"/>
              <a:gd name="T4" fmla="*/ 0 60000 65536"/>
              <a:gd name="T5" fmla="*/ 0 60000 65536"/>
              <a:gd name="T6" fmla="*/ 0 w 1272"/>
              <a:gd name="T7" fmla="*/ 0 h 186"/>
              <a:gd name="T8" fmla="*/ 1272 w 127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272" h="186">
                <a:moveTo>
                  <a:pt x="0" y="0"/>
                </a:moveTo>
                <a:lnTo>
                  <a:pt x="1272" y="186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3254" name="Line 5"/>
          <p:cNvSpPr>
            <a:spLocks noChangeShapeType="1"/>
          </p:cNvSpPr>
          <p:nvPr/>
        </p:nvSpPr>
        <p:spPr bwMode="auto">
          <a:xfrm flipV="1">
            <a:off x="2820988" y="3660764"/>
            <a:ext cx="895350" cy="4572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3256" name="Line 7"/>
          <p:cNvSpPr>
            <a:spLocks noChangeShapeType="1"/>
          </p:cNvSpPr>
          <p:nvPr/>
        </p:nvSpPr>
        <p:spPr bwMode="auto">
          <a:xfrm>
            <a:off x="2916238" y="2251064"/>
            <a:ext cx="847725" cy="762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3257" name="Freeform 8"/>
          <p:cNvSpPr/>
          <p:nvPr/>
        </p:nvSpPr>
        <p:spPr bwMode="auto">
          <a:xfrm>
            <a:off x="3562350" y="2830501"/>
            <a:ext cx="1773238" cy="979488"/>
          </a:xfrm>
          <a:custGeom>
            <a:avLst/>
            <a:gdLst>
              <a:gd name="T0" fmla="*/ 2147483646 w 1117"/>
              <a:gd name="T1" fmla="*/ 2147483646 h 617"/>
              <a:gd name="T2" fmla="*/ 2147483646 w 1117"/>
              <a:gd name="T3" fmla="*/ 2147483646 h 617"/>
              <a:gd name="T4" fmla="*/ 2147483646 w 1117"/>
              <a:gd name="T5" fmla="*/ 2147483646 h 617"/>
              <a:gd name="T6" fmla="*/ 2147483646 w 1117"/>
              <a:gd name="T7" fmla="*/ 2147483646 h 617"/>
              <a:gd name="T8" fmla="*/ 2147483646 w 1117"/>
              <a:gd name="T9" fmla="*/ 2147483646 h 617"/>
              <a:gd name="T10" fmla="*/ 2147483646 w 1117"/>
              <a:gd name="T11" fmla="*/ 2147483646 h 617"/>
              <a:gd name="T12" fmla="*/ 2147483646 w 1117"/>
              <a:gd name="T13" fmla="*/ 2147483646 h 617"/>
              <a:gd name="T14" fmla="*/ 2147483646 w 1117"/>
              <a:gd name="T15" fmla="*/ 2147483646 h 617"/>
              <a:gd name="T16" fmla="*/ 2147483646 w 1117"/>
              <a:gd name="T17" fmla="*/ 2147483646 h 617"/>
              <a:gd name="T18" fmla="*/ 2147483646 w 1117"/>
              <a:gd name="T19" fmla="*/ 2147483646 h 617"/>
              <a:gd name="T20" fmla="*/ 2147483646 w 1117"/>
              <a:gd name="T21" fmla="*/ 2147483646 h 617"/>
              <a:gd name="T22" fmla="*/ 2147483646 w 1117"/>
              <a:gd name="T23" fmla="*/ 2147483646 h 617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117"/>
              <a:gd name="T37" fmla="*/ 0 h 617"/>
              <a:gd name="T38" fmla="*/ 1117 w 1117"/>
              <a:gd name="T39" fmla="*/ 617 h 617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117" h="617">
                <a:moveTo>
                  <a:pt x="439" y="97"/>
                </a:moveTo>
                <a:cubicBezTo>
                  <a:pt x="358" y="85"/>
                  <a:pt x="269" y="23"/>
                  <a:pt x="205" y="19"/>
                </a:cubicBezTo>
                <a:cubicBezTo>
                  <a:pt x="141" y="15"/>
                  <a:pt x="89" y="0"/>
                  <a:pt x="55" y="73"/>
                </a:cubicBezTo>
                <a:cubicBezTo>
                  <a:pt x="21" y="146"/>
                  <a:pt x="0" y="371"/>
                  <a:pt x="4" y="456"/>
                </a:cubicBezTo>
                <a:cubicBezTo>
                  <a:pt x="8" y="541"/>
                  <a:pt x="3" y="560"/>
                  <a:pt x="77" y="582"/>
                </a:cubicBezTo>
                <a:cubicBezTo>
                  <a:pt x="152" y="604"/>
                  <a:pt x="350" y="582"/>
                  <a:pt x="451" y="587"/>
                </a:cubicBezTo>
                <a:cubicBezTo>
                  <a:pt x="552" y="592"/>
                  <a:pt x="606" y="617"/>
                  <a:pt x="685" y="613"/>
                </a:cubicBezTo>
                <a:cubicBezTo>
                  <a:pt x="764" y="609"/>
                  <a:pt x="856" y="612"/>
                  <a:pt x="925" y="565"/>
                </a:cubicBezTo>
                <a:cubicBezTo>
                  <a:pt x="994" y="518"/>
                  <a:pt x="1081" y="401"/>
                  <a:pt x="1099" y="330"/>
                </a:cubicBezTo>
                <a:cubicBezTo>
                  <a:pt x="1117" y="259"/>
                  <a:pt x="1104" y="178"/>
                  <a:pt x="1036" y="138"/>
                </a:cubicBezTo>
                <a:cubicBezTo>
                  <a:pt x="968" y="98"/>
                  <a:pt x="790" y="98"/>
                  <a:pt x="691" y="91"/>
                </a:cubicBezTo>
                <a:cubicBezTo>
                  <a:pt x="592" y="84"/>
                  <a:pt x="520" y="109"/>
                  <a:pt x="439" y="97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3258" name="Text Box 9"/>
          <p:cNvSpPr txBox="1">
            <a:spLocks noChangeArrowheads="1"/>
          </p:cNvSpPr>
          <p:nvPr/>
        </p:nvSpPr>
        <p:spPr bwMode="auto">
          <a:xfrm>
            <a:off x="5447363" y="3110099"/>
            <a:ext cx="137730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4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200.23.16.0/20</a:t>
            </a:r>
          </a:p>
        </p:txBody>
      </p:sp>
      <p:grpSp>
        <p:nvGrpSpPr>
          <p:cNvPr id="53259" name="Group 10"/>
          <p:cNvGrpSpPr/>
          <p:nvPr/>
        </p:nvGrpSpPr>
        <p:grpSpPr bwMode="auto">
          <a:xfrm>
            <a:off x="747713" y="2024051"/>
            <a:ext cx="2338387" cy="404813"/>
            <a:chOff x="1004" y="1639"/>
            <a:chExt cx="1473" cy="255"/>
          </a:xfrm>
        </p:grpSpPr>
        <p:sp>
          <p:nvSpPr>
            <p:cNvPr id="53291" name="Freeform 11"/>
            <p:cNvSpPr/>
            <p:nvPr/>
          </p:nvSpPr>
          <p:spPr bwMode="auto">
            <a:xfrm>
              <a:off x="1004" y="1639"/>
              <a:ext cx="1473" cy="255"/>
            </a:xfrm>
            <a:custGeom>
              <a:avLst/>
              <a:gdLst>
                <a:gd name="T0" fmla="*/ 172 w 1473"/>
                <a:gd name="T1" fmla="*/ 11 h 255"/>
                <a:gd name="T2" fmla="*/ 73 w 1473"/>
                <a:gd name="T3" fmla="*/ 94 h 255"/>
                <a:gd name="T4" fmla="*/ 146 w 1473"/>
                <a:gd name="T5" fmla="*/ 220 h 255"/>
                <a:gd name="T6" fmla="*/ 520 w 1473"/>
                <a:gd name="T7" fmla="*/ 225 h 255"/>
                <a:gd name="T8" fmla="*/ 754 w 1473"/>
                <a:gd name="T9" fmla="*/ 251 h 255"/>
                <a:gd name="T10" fmla="*/ 1306 w 1473"/>
                <a:gd name="T11" fmla="*/ 203 h 255"/>
                <a:gd name="T12" fmla="*/ 1360 w 1473"/>
                <a:gd name="T13" fmla="*/ 29 h 255"/>
                <a:gd name="T14" fmla="*/ 628 w 1473"/>
                <a:gd name="T15" fmla="*/ 29 h 255"/>
                <a:gd name="T16" fmla="*/ 172 w 1473"/>
                <a:gd name="T17" fmla="*/ 11 h 2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73"/>
                <a:gd name="T28" fmla="*/ 0 h 255"/>
                <a:gd name="T29" fmla="*/ 1473 w 1473"/>
                <a:gd name="T30" fmla="*/ 255 h 25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73" h="255">
                  <a:moveTo>
                    <a:pt x="172" y="11"/>
                  </a:moveTo>
                  <a:cubicBezTo>
                    <a:pt x="0" y="64"/>
                    <a:pt x="77" y="59"/>
                    <a:pt x="73" y="94"/>
                  </a:cubicBezTo>
                  <a:cubicBezTo>
                    <a:pt x="69" y="129"/>
                    <a:pt x="72" y="198"/>
                    <a:pt x="146" y="220"/>
                  </a:cubicBezTo>
                  <a:cubicBezTo>
                    <a:pt x="221" y="242"/>
                    <a:pt x="419" y="220"/>
                    <a:pt x="520" y="225"/>
                  </a:cubicBezTo>
                  <a:cubicBezTo>
                    <a:pt x="621" y="230"/>
                    <a:pt x="623" y="255"/>
                    <a:pt x="754" y="251"/>
                  </a:cubicBezTo>
                  <a:cubicBezTo>
                    <a:pt x="885" y="247"/>
                    <a:pt x="1205" y="240"/>
                    <a:pt x="1306" y="203"/>
                  </a:cubicBezTo>
                  <a:cubicBezTo>
                    <a:pt x="1407" y="166"/>
                    <a:pt x="1473" y="58"/>
                    <a:pt x="1360" y="29"/>
                  </a:cubicBezTo>
                  <a:cubicBezTo>
                    <a:pt x="1247" y="0"/>
                    <a:pt x="826" y="32"/>
                    <a:pt x="628" y="29"/>
                  </a:cubicBezTo>
                  <a:cubicBezTo>
                    <a:pt x="430" y="26"/>
                    <a:pt x="267" y="15"/>
                    <a:pt x="172" y="11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3292" name="Text Box 12"/>
            <p:cNvSpPr txBox="1">
              <a:spLocks noChangeArrowheads="1"/>
            </p:cNvSpPr>
            <p:nvPr/>
          </p:nvSpPr>
          <p:spPr bwMode="auto">
            <a:xfrm>
              <a:off x="1226" y="1667"/>
              <a:ext cx="979" cy="213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200.23.16.0/23</a:t>
              </a:r>
              <a:endParaRPr kumimoji="0"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  <p:grpSp>
        <p:nvGrpSpPr>
          <p:cNvPr id="53260" name="Group 13"/>
          <p:cNvGrpSpPr/>
          <p:nvPr/>
        </p:nvGrpSpPr>
        <p:grpSpPr bwMode="auto">
          <a:xfrm>
            <a:off x="732403" y="4858283"/>
            <a:ext cx="2338387" cy="404813"/>
            <a:chOff x="1004" y="1639"/>
            <a:chExt cx="1473" cy="255"/>
          </a:xfrm>
        </p:grpSpPr>
        <p:sp>
          <p:nvSpPr>
            <p:cNvPr id="53289" name="Freeform 14"/>
            <p:cNvSpPr/>
            <p:nvPr/>
          </p:nvSpPr>
          <p:spPr bwMode="auto">
            <a:xfrm>
              <a:off x="1004" y="1639"/>
              <a:ext cx="1473" cy="255"/>
            </a:xfrm>
            <a:custGeom>
              <a:avLst/>
              <a:gdLst>
                <a:gd name="T0" fmla="*/ 172 w 1473"/>
                <a:gd name="T1" fmla="*/ 11 h 255"/>
                <a:gd name="T2" fmla="*/ 73 w 1473"/>
                <a:gd name="T3" fmla="*/ 94 h 255"/>
                <a:gd name="T4" fmla="*/ 146 w 1473"/>
                <a:gd name="T5" fmla="*/ 220 h 255"/>
                <a:gd name="T6" fmla="*/ 520 w 1473"/>
                <a:gd name="T7" fmla="*/ 225 h 255"/>
                <a:gd name="T8" fmla="*/ 754 w 1473"/>
                <a:gd name="T9" fmla="*/ 251 h 255"/>
                <a:gd name="T10" fmla="*/ 1306 w 1473"/>
                <a:gd name="T11" fmla="*/ 203 h 255"/>
                <a:gd name="T12" fmla="*/ 1360 w 1473"/>
                <a:gd name="T13" fmla="*/ 29 h 255"/>
                <a:gd name="T14" fmla="*/ 628 w 1473"/>
                <a:gd name="T15" fmla="*/ 29 h 255"/>
                <a:gd name="T16" fmla="*/ 172 w 1473"/>
                <a:gd name="T17" fmla="*/ 11 h 2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73"/>
                <a:gd name="T28" fmla="*/ 0 h 255"/>
                <a:gd name="T29" fmla="*/ 1473 w 1473"/>
                <a:gd name="T30" fmla="*/ 255 h 25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73" h="255">
                  <a:moveTo>
                    <a:pt x="172" y="11"/>
                  </a:moveTo>
                  <a:cubicBezTo>
                    <a:pt x="0" y="64"/>
                    <a:pt x="77" y="59"/>
                    <a:pt x="73" y="94"/>
                  </a:cubicBezTo>
                  <a:cubicBezTo>
                    <a:pt x="69" y="129"/>
                    <a:pt x="72" y="198"/>
                    <a:pt x="146" y="220"/>
                  </a:cubicBezTo>
                  <a:cubicBezTo>
                    <a:pt x="221" y="242"/>
                    <a:pt x="419" y="220"/>
                    <a:pt x="520" y="225"/>
                  </a:cubicBezTo>
                  <a:cubicBezTo>
                    <a:pt x="621" y="230"/>
                    <a:pt x="623" y="255"/>
                    <a:pt x="754" y="251"/>
                  </a:cubicBezTo>
                  <a:cubicBezTo>
                    <a:pt x="885" y="247"/>
                    <a:pt x="1205" y="240"/>
                    <a:pt x="1306" y="203"/>
                  </a:cubicBezTo>
                  <a:cubicBezTo>
                    <a:pt x="1407" y="166"/>
                    <a:pt x="1473" y="58"/>
                    <a:pt x="1360" y="29"/>
                  </a:cubicBezTo>
                  <a:cubicBezTo>
                    <a:pt x="1247" y="0"/>
                    <a:pt x="826" y="32"/>
                    <a:pt x="628" y="29"/>
                  </a:cubicBezTo>
                  <a:cubicBezTo>
                    <a:pt x="430" y="26"/>
                    <a:pt x="267" y="15"/>
                    <a:pt x="172" y="11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3290" name="Text Box 15"/>
            <p:cNvSpPr txBox="1">
              <a:spLocks noChangeArrowheads="1"/>
            </p:cNvSpPr>
            <p:nvPr/>
          </p:nvSpPr>
          <p:spPr bwMode="auto">
            <a:xfrm>
              <a:off x="1226" y="1667"/>
              <a:ext cx="979" cy="213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200.23.18.0/23</a:t>
              </a:r>
              <a:endParaRPr kumimoji="0"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  <p:grpSp>
        <p:nvGrpSpPr>
          <p:cNvPr id="53261" name="Group 16"/>
          <p:cNvGrpSpPr/>
          <p:nvPr/>
        </p:nvGrpSpPr>
        <p:grpSpPr bwMode="auto">
          <a:xfrm>
            <a:off x="767276" y="4033827"/>
            <a:ext cx="2338387" cy="404813"/>
            <a:chOff x="1004" y="1639"/>
            <a:chExt cx="1473" cy="255"/>
          </a:xfrm>
        </p:grpSpPr>
        <p:sp>
          <p:nvSpPr>
            <p:cNvPr id="53287" name="Freeform 17"/>
            <p:cNvSpPr/>
            <p:nvPr/>
          </p:nvSpPr>
          <p:spPr bwMode="auto">
            <a:xfrm>
              <a:off x="1004" y="1639"/>
              <a:ext cx="1473" cy="255"/>
            </a:xfrm>
            <a:custGeom>
              <a:avLst/>
              <a:gdLst>
                <a:gd name="T0" fmla="*/ 172 w 1473"/>
                <a:gd name="T1" fmla="*/ 11 h 255"/>
                <a:gd name="T2" fmla="*/ 73 w 1473"/>
                <a:gd name="T3" fmla="*/ 94 h 255"/>
                <a:gd name="T4" fmla="*/ 146 w 1473"/>
                <a:gd name="T5" fmla="*/ 220 h 255"/>
                <a:gd name="T6" fmla="*/ 520 w 1473"/>
                <a:gd name="T7" fmla="*/ 225 h 255"/>
                <a:gd name="T8" fmla="*/ 754 w 1473"/>
                <a:gd name="T9" fmla="*/ 251 h 255"/>
                <a:gd name="T10" fmla="*/ 1306 w 1473"/>
                <a:gd name="T11" fmla="*/ 203 h 255"/>
                <a:gd name="T12" fmla="*/ 1360 w 1473"/>
                <a:gd name="T13" fmla="*/ 29 h 255"/>
                <a:gd name="T14" fmla="*/ 628 w 1473"/>
                <a:gd name="T15" fmla="*/ 29 h 255"/>
                <a:gd name="T16" fmla="*/ 172 w 1473"/>
                <a:gd name="T17" fmla="*/ 11 h 2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73"/>
                <a:gd name="T28" fmla="*/ 0 h 255"/>
                <a:gd name="T29" fmla="*/ 1473 w 1473"/>
                <a:gd name="T30" fmla="*/ 255 h 25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73" h="255">
                  <a:moveTo>
                    <a:pt x="172" y="11"/>
                  </a:moveTo>
                  <a:cubicBezTo>
                    <a:pt x="0" y="64"/>
                    <a:pt x="77" y="59"/>
                    <a:pt x="73" y="94"/>
                  </a:cubicBezTo>
                  <a:cubicBezTo>
                    <a:pt x="69" y="129"/>
                    <a:pt x="72" y="198"/>
                    <a:pt x="146" y="220"/>
                  </a:cubicBezTo>
                  <a:cubicBezTo>
                    <a:pt x="221" y="242"/>
                    <a:pt x="419" y="220"/>
                    <a:pt x="520" y="225"/>
                  </a:cubicBezTo>
                  <a:cubicBezTo>
                    <a:pt x="621" y="230"/>
                    <a:pt x="623" y="255"/>
                    <a:pt x="754" y="251"/>
                  </a:cubicBezTo>
                  <a:cubicBezTo>
                    <a:pt x="885" y="247"/>
                    <a:pt x="1205" y="240"/>
                    <a:pt x="1306" y="203"/>
                  </a:cubicBezTo>
                  <a:cubicBezTo>
                    <a:pt x="1407" y="166"/>
                    <a:pt x="1473" y="58"/>
                    <a:pt x="1360" y="29"/>
                  </a:cubicBezTo>
                  <a:cubicBezTo>
                    <a:pt x="1247" y="0"/>
                    <a:pt x="826" y="32"/>
                    <a:pt x="628" y="29"/>
                  </a:cubicBezTo>
                  <a:cubicBezTo>
                    <a:pt x="430" y="26"/>
                    <a:pt x="267" y="15"/>
                    <a:pt x="172" y="11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3288" name="Text Box 18"/>
            <p:cNvSpPr txBox="1">
              <a:spLocks noChangeArrowheads="1"/>
            </p:cNvSpPr>
            <p:nvPr/>
          </p:nvSpPr>
          <p:spPr bwMode="auto">
            <a:xfrm>
              <a:off x="1226" y="1667"/>
              <a:ext cx="979" cy="213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200.23.30.0/23</a:t>
              </a:r>
              <a:endParaRPr kumimoji="0"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  <p:sp>
        <p:nvSpPr>
          <p:cNvPr id="53262" name="Text Box 19"/>
          <p:cNvSpPr txBox="1">
            <a:spLocks noChangeArrowheads="1"/>
          </p:cNvSpPr>
          <p:nvPr/>
        </p:nvSpPr>
        <p:spPr bwMode="auto">
          <a:xfrm>
            <a:off x="3595688" y="3265476"/>
            <a:ext cx="140811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14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ISP A</a:t>
            </a:r>
            <a:endParaRPr kumimoji="0" lang="en-US" altLang="zh-CN" sz="180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53263" name="Freeform 20"/>
          <p:cNvSpPr/>
          <p:nvPr/>
        </p:nvSpPr>
        <p:spPr bwMode="auto">
          <a:xfrm>
            <a:off x="7158038" y="2447914"/>
            <a:ext cx="730250" cy="2535237"/>
          </a:xfrm>
          <a:custGeom>
            <a:avLst/>
            <a:gdLst>
              <a:gd name="T0" fmla="*/ 2147483646 w 460"/>
              <a:gd name="T1" fmla="*/ 2147483646 h 1597"/>
              <a:gd name="T2" fmla="*/ 2147483646 w 460"/>
              <a:gd name="T3" fmla="*/ 2147483646 h 1597"/>
              <a:gd name="T4" fmla="*/ 2147483646 w 460"/>
              <a:gd name="T5" fmla="*/ 2147483646 h 1597"/>
              <a:gd name="T6" fmla="*/ 2147483646 w 460"/>
              <a:gd name="T7" fmla="*/ 2147483646 h 1597"/>
              <a:gd name="T8" fmla="*/ 2147483646 w 460"/>
              <a:gd name="T9" fmla="*/ 2147483646 h 1597"/>
              <a:gd name="T10" fmla="*/ 2147483646 w 460"/>
              <a:gd name="T11" fmla="*/ 2147483646 h 1597"/>
              <a:gd name="T12" fmla="*/ 2147483646 w 460"/>
              <a:gd name="T13" fmla="*/ 2147483646 h 1597"/>
              <a:gd name="T14" fmla="*/ 2147483646 w 460"/>
              <a:gd name="T15" fmla="*/ 2147483646 h 1597"/>
              <a:gd name="T16" fmla="*/ 2147483646 w 460"/>
              <a:gd name="T17" fmla="*/ 2147483646 h 1597"/>
              <a:gd name="T18" fmla="*/ 2147483646 w 460"/>
              <a:gd name="T19" fmla="*/ 2147483646 h 1597"/>
              <a:gd name="T20" fmla="*/ 2147483646 w 460"/>
              <a:gd name="T21" fmla="*/ 2147483646 h 1597"/>
              <a:gd name="T22" fmla="*/ 2147483646 w 460"/>
              <a:gd name="T23" fmla="*/ 2147483646 h 1597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460"/>
              <a:gd name="T37" fmla="*/ 0 h 1597"/>
              <a:gd name="T38" fmla="*/ 460 w 460"/>
              <a:gd name="T39" fmla="*/ 1597 h 1597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460" h="1597">
                <a:moveTo>
                  <a:pt x="328" y="56"/>
                </a:moveTo>
                <a:cubicBezTo>
                  <a:pt x="247" y="0"/>
                  <a:pt x="253" y="138"/>
                  <a:pt x="208" y="218"/>
                </a:cubicBezTo>
                <a:cubicBezTo>
                  <a:pt x="163" y="298"/>
                  <a:pt x="91" y="419"/>
                  <a:pt x="58" y="536"/>
                </a:cubicBezTo>
                <a:cubicBezTo>
                  <a:pt x="25" y="653"/>
                  <a:pt x="0" y="822"/>
                  <a:pt x="7" y="919"/>
                </a:cubicBezTo>
                <a:cubicBezTo>
                  <a:pt x="14" y="1016"/>
                  <a:pt x="64" y="1046"/>
                  <a:pt x="100" y="1118"/>
                </a:cubicBezTo>
                <a:cubicBezTo>
                  <a:pt x="136" y="1190"/>
                  <a:pt x="166" y="1278"/>
                  <a:pt x="220" y="1352"/>
                </a:cubicBezTo>
                <a:cubicBezTo>
                  <a:pt x="274" y="1426"/>
                  <a:pt x="388" y="1597"/>
                  <a:pt x="424" y="1562"/>
                </a:cubicBezTo>
                <a:cubicBezTo>
                  <a:pt x="460" y="1527"/>
                  <a:pt x="436" y="1228"/>
                  <a:pt x="436" y="1142"/>
                </a:cubicBezTo>
                <a:cubicBezTo>
                  <a:pt x="436" y="1056"/>
                  <a:pt x="439" y="1094"/>
                  <a:pt x="424" y="1046"/>
                </a:cubicBezTo>
                <a:cubicBezTo>
                  <a:pt x="409" y="998"/>
                  <a:pt x="365" y="928"/>
                  <a:pt x="346" y="854"/>
                </a:cubicBezTo>
                <a:cubicBezTo>
                  <a:pt x="327" y="780"/>
                  <a:pt x="313" y="735"/>
                  <a:pt x="310" y="602"/>
                </a:cubicBezTo>
                <a:cubicBezTo>
                  <a:pt x="307" y="469"/>
                  <a:pt x="324" y="170"/>
                  <a:pt x="328" y="5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3264" name="Text Box 21"/>
          <p:cNvSpPr txBox="1">
            <a:spLocks noChangeArrowheads="1"/>
          </p:cNvSpPr>
          <p:nvPr/>
        </p:nvSpPr>
        <p:spPr bwMode="auto">
          <a:xfrm>
            <a:off x="747713" y="1770051"/>
            <a:ext cx="69281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zh-CN" altLang="en-US" sz="14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机构 </a:t>
            </a:r>
            <a:r>
              <a:rPr kumimoji="0" lang="en-US" altLang="zh-CN" sz="14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</a:t>
            </a:r>
          </a:p>
        </p:txBody>
      </p:sp>
      <p:sp>
        <p:nvSpPr>
          <p:cNvPr id="53265" name="Text Box 22"/>
          <p:cNvSpPr txBox="1">
            <a:spLocks noChangeArrowheads="1"/>
          </p:cNvSpPr>
          <p:nvPr/>
        </p:nvSpPr>
        <p:spPr bwMode="auto">
          <a:xfrm>
            <a:off x="776288" y="3779826"/>
            <a:ext cx="69281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zh-CN" altLang="en-US" sz="14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机构</a:t>
            </a:r>
            <a:r>
              <a:rPr kumimoji="0" lang="en-US" altLang="zh-CN" sz="14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8</a:t>
            </a:r>
          </a:p>
        </p:txBody>
      </p:sp>
      <p:sp>
        <p:nvSpPr>
          <p:cNvPr id="53266" name="Text Box 23"/>
          <p:cNvSpPr txBox="1">
            <a:spLocks noChangeArrowheads="1"/>
          </p:cNvSpPr>
          <p:nvPr/>
        </p:nvSpPr>
        <p:spPr bwMode="auto">
          <a:xfrm>
            <a:off x="7396163" y="3589326"/>
            <a:ext cx="7905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4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Internet</a:t>
            </a:r>
          </a:p>
        </p:txBody>
      </p:sp>
      <p:sp>
        <p:nvSpPr>
          <p:cNvPr id="53267" name="Text Box 24"/>
          <p:cNvSpPr txBox="1">
            <a:spLocks noChangeArrowheads="1"/>
          </p:cNvSpPr>
          <p:nvPr/>
        </p:nvSpPr>
        <p:spPr bwMode="auto">
          <a:xfrm>
            <a:off x="802254" y="4542371"/>
            <a:ext cx="69281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zh-CN" altLang="en-US" sz="14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机构</a:t>
            </a:r>
            <a:r>
              <a:rPr kumimoji="0" lang="en-US" altLang="zh-CN" sz="14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</a:t>
            </a:r>
            <a:r>
              <a:rPr lang="en-US" altLang="zh-CN" sz="14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  <a:endParaRPr kumimoji="0" lang="en-US" altLang="zh-CN" sz="1400" dirty="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53268" name="Freeform 25"/>
          <p:cNvSpPr/>
          <p:nvPr/>
        </p:nvSpPr>
        <p:spPr bwMode="auto">
          <a:xfrm>
            <a:off x="3505200" y="4144951"/>
            <a:ext cx="1773238" cy="979488"/>
          </a:xfrm>
          <a:custGeom>
            <a:avLst/>
            <a:gdLst>
              <a:gd name="T0" fmla="*/ 2147483646 w 1117"/>
              <a:gd name="T1" fmla="*/ 2147483646 h 617"/>
              <a:gd name="T2" fmla="*/ 2147483646 w 1117"/>
              <a:gd name="T3" fmla="*/ 2147483646 h 617"/>
              <a:gd name="T4" fmla="*/ 2147483646 w 1117"/>
              <a:gd name="T5" fmla="*/ 2147483646 h 617"/>
              <a:gd name="T6" fmla="*/ 2147483646 w 1117"/>
              <a:gd name="T7" fmla="*/ 2147483646 h 617"/>
              <a:gd name="T8" fmla="*/ 2147483646 w 1117"/>
              <a:gd name="T9" fmla="*/ 2147483646 h 617"/>
              <a:gd name="T10" fmla="*/ 2147483646 w 1117"/>
              <a:gd name="T11" fmla="*/ 2147483646 h 617"/>
              <a:gd name="T12" fmla="*/ 2147483646 w 1117"/>
              <a:gd name="T13" fmla="*/ 2147483646 h 617"/>
              <a:gd name="T14" fmla="*/ 2147483646 w 1117"/>
              <a:gd name="T15" fmla="*/ 2147483646 h 617"/>
              <a:gd name="T16" fmla="*/ 2147483646 w 1117"/>
              <a:gd name="T17" fmla="*/ 2147483646 h 617"/>
              <a:gd name="T18" fmla="*/ 2147483646 w 1117"/>
              <a:gd name="T19" fmla="*/ 2147483646 h 617"/>
              <a:gd name="T20" fmla="*/ 2147483646 w 1117"/>
              <a:gd name="T21" fmla="*/ 2147483646 h 617"/>
              <a:gd name="T22" fmla="*/ 2147483646 w 1117"/>
              <a:gd name="T23" fmla="*/ 2147483646 h 617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117"/>
              <a:gd name="T37" fmla="*/ 0 h 617"/>
              <a:gd name="T38" fmla="*/ 1117 w 1117"/>
              <a:gd name="T39" fmla="*/ 617 h 617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117" h="617">
                <a:moveTo>
                  <a:pt x="439" y="97"/>
                </a:moveTo>
                <a:cubicBezTo>
                  <a:pt x="358" y="85"/>
                  <a:pt x="269" y="23"/>
                  <a:pt x="205" y="19"/>
                </a:cubicBezTo>
                <a:cubicBezTo>
                  <a:pt x="141" y="15"/>
                  <a:pt x="89" y="0"/>
                  <a:pt x="55" y="73"/>
                </a:cubicBezTo>
                <a:cubicBezTo>
                  <a:pt x="21" y="146"/>
                  <a:pt x="0" y="371"/>
                  <a:pt x="4" y="456"/>
                </a:cubicBezTo>
                <a:cubicBezTo>
                  <a:pt x="8" y="541"/>
                  <a:pt x="3" y="560"/>
                  <a:pt x="77" y="582"/>
                </a:cubicBezTo>
                <a:cubicBezTo>
                  <a:pt x="152" y="604"/>
                  <a:pt x="350" y="582"/>
                  <a:pt x="451" y="587"/>
                </a:cubicBezTo>
                <a:cubicBezTo>
                  <a:pt x="552" y="592"/>
                  <a:pt x="606" y="617"/>
                  <a:pt x="685" y="613"/>
                </a:cubicBezTo>
                <a:cubicBezTo>
                  <a:pt x="764" y="609"/>
                  <a:pt x="856" y="612"/>
                  <a:pt x="925" y="565"/>
                </a:cubicBezTo>
                <a:cubicBezTo>
                  <a:pt x="994" y="518"/>
                  <a:pt x="1081" y="401"/>
                  <a:pt x="1099" y="330"/>
                </a:cubicBezTo>
                <a:cubicBezTo>
                  <a:pt x="1117" y="259"/>
                  <a:pt x="1104" y="178"/>
                  <a:pt x="1036" y="138"/>
                </a:cubicBezTo>
                <a:cubicBezTo>
                  <a:pt x="968" y="98"/>
                  <a:pt x="790" y="98"/>
                  <a:pt x="691" y="91"/>
                </a:cubicBezTo>
                <a:cubicBezTo>
                  <a:pt x="592" y="84"/>
                  <a:pt x="520" y="109"/>
                  <a:pt x="439" y="97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3269" name="Text Box 26"/>
          <p:cNvSpPr txBox="1">
            <a:spLocks noChangeArrowheads="1"/>
          </p:cNvSpPr>
          <p:nvPr/>
        </p:nvSpPr>
        <p:spPr bwMode="auto">
          <a:xfrm>
            <a:off x="3995738" y="4489439"/>
            <a:ext cx="6619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4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ISP B</a:t>
            </a:r>
            <a:endParaRPr kumimoji="0" lang="en-US" altLang="zh-CN" sz="180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53270" name="Freeform 27"/>
          <p:cNvSpPr/>
          <p:nvPr/>
        </p:nvSpPr>
        <p:spPr bwMode="auto">
          <a:xfrm flipV="1">
            <a:off x="5230813" y="4165589"/>
            <a:ext cx="2019300" cy="295275"/>
          </a:xfrm>
          <a:custGeom>
            <a:avLst/>
            <a:gdLst>
              <a:gd name="T0" fmla="*/ 0 w 1272"/>
              <a:gd name="T1" fmla="*/ 0 h 186"/>
              <a:gd name="T2" fmla="*/ 2147483646 w 1272"/>
              <a:gd name="T3" fmla="*/ 2147483646 h 186"/>
              <a:gd name="T4" fmla="*/ 0 60000 65536"/>
              <a:gd name="T5" fmla="*/ 0 60000 65536"/>
              <a:gd name="T6" fmla="*/ 0 w 1272"/>
              <a:gd name="T7" fmla="*/ 0 h 186"/>
              <a:gd name="T8" fmla="*/ 1272 w 127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272" h="186">
                <a:moveTo>
                  <a:pt x="0" y="0"/>
                </a:moveTo>
                <a:lnTo>
                  <a:pt x="1272" y="186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3274" name="Text Box 31"/>
          <p:cNvSpPr txBox="1">
            <a:spLocks noChangeArrowheads="1"/>
          </p:cNvSpPr>
          <p:nvPr/>
        </p:nvSpPr>
        <p:spPr bwMode="auto">
          <a:xfrm>
            <a:off x="5519738" y="4418001"/>
            <a:ext cx="13773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4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199.31.0.0/16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400" b="1" dirty="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200.23.18.0/23</a:t>
            </a:r>
          </a:p>
        </p:txBody>
      </p:sp>
      <p:grpSp>
        <p:nvGrpSpPr>
          <p:cNvPr id="53275" name="Group 32"/>
          <p:cNvGrpSpPr/>
          <p:nvPr/>
        </p:nvGrpSpPr>
        <p:grpSpPr bwMode="auto">
          <a:xfrm>
            <a:off x="795338" y="3205151"/>
            <a:ext cx="2338387" cy="404813"/>
            <a:chOff x="1004" y="1639"/>
            <a:chExt cx="1473" cy="255"/>
          </a:xfrm>
        </p:grpSpPr>
        <p:sp>
          <p:nvSpPr>
            <p:cNvPr id="53285" name="Freeform 33"/>
            <p:cNvSpPr/>
            <p:nvPr/>
          </p:nvSpPr>
          <p:spPr bwMode="auto">
            <a:xfrm>
              <a:off x="1004" y="1639"/>
              <a:ext cx="1473" cy="255"/>
            </a:xfrm>
            <a:custGeom>
              <a:avLst/>
              <a:gdLst>
                <a:gd name="T0" fmla="*/ 172 w 1473"/>
                <a:gd name="T1" fmla="*/ 11 h 255"/>
                <a:gd name="T2" fmla="*/ 73 w 1473"/>
                <a:gd name="T3" fmla="*/ 94 h 255"/>
                <a:gd name="T4" fmla="*/ 146 w 1473"/>
                <a:gd name="T5" fmla="*/ 220 h 255"/>
                <a:gd name="T6" fmla="*/ 520 w 1473"/>
                <a:gd name="T7" fmla="*/ 225 h 255"/>
                <a:gd name="T8" fmla="*/ 754 w 1473"/>
                <a:gd name="T9" fmla="*/ 251 h 255"/>
                <a:gd name="T10" fmla="*/ 1306 w 1473"/>
                <a:gd name="T11" fmla="*/ 203 h 255"/>
                <a:gd name="T12" fmla="*/ 1360 w 1473"/>
                <a:gd name="T13" fmla="*/ 29 h 255"/>
                <a:gd name="T14" fmla="*/ 628 w 1473"/>
                <a:gd name="T15" fmla="*/ 29 h 255"/>
                <a:gd name="T16" fmla="*/ 172 w 1473"/>
                <a:gd name="T17" fmla="*/ 11 h 2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73"/>
                <a:gd name="T28" fmla="*/ 0 h 255"/>
                <a:gd name="T29" fmla="*/ 1473 w 1473"/>
                <a:gd name="T30" fmla="*/ 255 h 25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73" h="255">
                  <a:moveTo>
                    <a:pt x="172" y="11"/>
                  </a:moveTo>
                  <a:cubicBezTo>
                    <a:pt x="0" y="64"/>
                    <a:pt x="77" y="59"/>
                    <a:pt x="73" y="94"/>
                  </a:cubicBezTo>
                  <a:cubicBezTo>
                    <a:pt x="69" y="129"/>
                    <a:pt x="72" y="198"/>
                    <a:pt x="146" y="220"/>
                  </a:cubicBezTo>
                  <a:cubicBezTo>
                    <a:pt x="221" y="242"/>
                    <a:pt x="419" y="220"/>
                    <a:pt x="520" y="225"/>
                  </a:cubicBezTo>
                  <a:cubicBezTo>
                    <a:pt x="621" y="230"/>
                    <a:pt x="623" y="255"/>
                    <a:pt x="754" y="251"/>
                  </a:cubicBezTo>
                  <a:cubicBezTo>
                    <a:pt x="885" y="247"/>
                    <a:pt x="1205" y="240"/>
                    <a:pt x="1306" y="203"/>
                  </a:cubicBezTo>
                  <a:cubicBezTo>
                    <a:pt x="1407" y="166"/>
                    <a:pt x="1473" y="58"/>
                    <a:pt x="1360" y="29"/>
                  </a:cubicBezTo>
                  <a:cubicBezTo>
                    <a:pt x="1247" y="0"/>
                    <a:pt x="826" y="32"/>
                    <a:pt x="628" y="29"/>
                  </a:cubicBezTo>
                  <a:cubicBezTo>
                    <a:pt x="430" y="26"/>
                    <a:pt x="267" y="15"/>
                    <a:pt x="172" y="11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3286" name="Text Box 34"/>
            <p:cNvSpPr txBox="1">
              <a:spLocks noChangeArrowheads="1"/>
            </p:cNvSpPr>
            <p:nvPr/>
          </p:nvSpPr>
          <p:spPr bwMode="auto">
            <a:xfrm>
              <a:off x="1226" y="1667"/>
              <a:ext cx="979" cy="213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160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200.23.20.0/23</a:t>
              </a:r>
              <a:endParaRPr kumimoji="0"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  <p:sp>
        <p:nvSpPr>
          <p:cNvPr id="53276" name="Text Box 35"/>
          <p:cNvSpPr txBox="1">
            <a:spLocks noChangeArrowheads="1"/>
          </p:cNvSpPr>
          <p:nvPr/>
        </p:nvSpPr>
        <p:spPr bwMode="auto">
          <a:xfrm>
            <a:off x="738982" y="2918608"/>
            <a:ext cx="69281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zh-CN" altLang="en-US" sz="14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机构 </a:t>
            </a:r>
            <a:r>
              <a:rPr kumimoji="0" lang="en-US" altLang="zh-CN" sz="14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</a:t>
            </a:r>
          </a:p>
        </p:txBody>
      </p:sp>
      <p:grpSp>
        <p:nvGrpSpPr>
          <p:cNvPr id="53277" name="Group 36"/>
          <p:cNvGrpSpPr/>
          <p:nvPr/>
        </p:nvGrpSpPr>
        <p:grpSpPr bwMode="auto">
          <a:xfrm>
            <a:off x="2144713" y="3468676"/>
            <a:ext cx="260350" cy="666750"/>
            <a:chOff x="870" y="2945"/>
            <a:chExt cx="164" cy="420"/>
          </a:xfrm>
        </p:grpSpPr>
        <p:sp>
          <p:nvSpPr>
            <p:cNvPr id="53282" name="Text Box 37"/>
            <p:cNvSpPr txBox="1">
              <a:spLocks noChangeArrowheads="1"/>
            </p:cNvSpPr>
            <p:nvPr/>
          </p:nvSpPr>
          <p:spPr bwMode="auto">
            <a:xfrm>
              <a:off x="872" y="2945"/>
              <a:ext cx="162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2000" b="1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.</a:t>
              </a:r>
              <a:endParaRPr kumimoji="0" lang="en-US" altLang="zh-CN" sz="20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53283" name="Text Box 38"/>
            <p:cNvSpPr txBox="1">
              <a:spLocks noChangeArrowheads="1"/>
            </p:cNvSpPr>
            <p:nvPr/>
          </p:nvSpPr>
          <p:spPr bwMode="auto">
            <a:xfrm>
              <a:off x="870" y="3030"/>
              <a:ext cx="162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2000" b="1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.</a:t>
              </a:r>
              <a:endParaRPr kumimoji="0" lang="en-US" altLang="zh-CN" sz="20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53284" name="Text Box 39"/>
            <p:cNvSpPr txBox="1">
              <a:spLocks noChangeArrowheads="1"/>
            </p:cNvSpPr>
            <p:nvPr/>
          </p:nvSpPr>
          <p:spPr bwMode="auto">
            <a:xfrm>
              <a:off x="871" y="3113"/>
              <a:ext cx="162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2000" b="1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.</a:t>
              </a:r>
              <a:endParaRPr kumimoji="0" lang="en-US" altLang="zh-CN" sz="20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  <p:grpSp>
        <p:nvGrpSpPr>
          <p:cNvPr id="53278" name="Group 40"/>
          <p:cNvGrpSpPr/>
          <p:nvPr/>
        </p:nvGrpSpPr>
        <p:grpSpPr bwMode="auto">
          <a:xfrm>
            <a:off x="3173413" y="3173401"/>
            <a:ext cx="260350" cy="666750"/>
            <a:chOff x="870" y="2945"/>
            <a:chExt cx="164" cy="420"/>
          </a:xfrm>
        </p:grpSpPr>
        <p:sp>
          <p:nvSpPr>
            <p:cNvPr id="53279" name="Text Box 41"/>
            <p:cNvSpPr txBox="1">
              <a:spLocks noChangeArrowheads="1"/>
            </p:cNvSpPr>
            <p:nvPr/>
          </p:nvSpPr>
          <p:spPr bwMode="auto">
            <a:xfrm>
              <a:off x="872" y="2945"/>
              <a:ext cx="162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2000" b="1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.</a:t>
              </a:r>
              <a:endParaRPr kumimoji="0" lang="en-US" altLang="zh-CN" sz="20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53280" name="Text Box 42"/>
            <p:cNvSpPr txBox="1">
              <a:spLocks noChangeArrowheads="1"/>
            </p:cNvSpPr>
            <p:nvPr/>
          </p:nvSpPr>
          <p:spPr bwMode="auto">
            <a:xfrm>
              <a:off x="870" y="3030"/>
              <a:ext cx="162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2000" b="1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.</a:t>
              </a:r>
              <a:endParaRPr kumimoji="0" lang="en-US" altLang="zh-CN" sz="20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53281" name="Text Box 43"/>
            <p:cNvSpPr txBox="1">
              <a:spLocks noChangeArrowheads="1"/>
            </p:cNvSpPr>
            <p:nvPr/>
          </p:nvSpPr>
          <p:spPr bwMode="auto">
            <a:xfrm>
              <a:off x="871" y="3113"/>
              <a:ext cx="162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kumimoji="0" lang="en-US" altLang="zh-CN" sz="2000" b="1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.</a:t>
              </a:r>
              <a:endParaRPr kumimoji="0" lang="en-US" altLang="zh-CN" sz="20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  <p:sp>
        <p:nvSpPr>
          <p:cNvPr id="46" name="Line 28"/>
          <p:cNvSpPr>
            <a:spLocks noChangeShapeType="1"/>
          </p:cNvSpPr>
          <p:nvPr/>
        </p:nvSpPr>
        <p:spPr bwMode="auto">
          <a:xfrm flipV="1">
            <a:off x="3049588" y="3221027"/>
            <a:ext cx="546100" cy="10715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9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620713"/>
            <a:ext cx="8496300" cy="792162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CIDR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路由聚合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50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</a:t>
            </a: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-IPv4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地址问题及解决策略</a:t>
            </a:r>
          </a:p>
        </p:txBody>
      </p:sp>
      <p:sp>
        <p:nvSpPr>
          <p:cNvPr id="45" name="Line 27">
            <a:extLst>
              <a:ext uri="{FF2B5EF4-FFF2-40B4-BE49-F238E27FC236}">
                <a16:creationId xmlns:a16="http://schemas.microsoft.com/office/drawing/2014/main" id="{783DD30B-DC7C-4858-B2E2-72283150C436}"/>
              </a:ext>
            </a:extLst>
          </p:cNvPr>
          <p:cNvSpPr>
            <a:spLocks noChangeShapeType="1"/>
          </p:cNvSpPr>
          <p:nvPr/>
        </p:nvSpPr>
        <p:spPr bwMode="auto">
          <a:xfrm>
            <a:off x="3055938" y="4550157"/>
            <a:ext cx="477837" cy="1508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7" name="Line 28">
            <a:extLst>
              <a:ext uri="{FF2B5EF4-FFF2-40B4-BE49-F238E27FC236}">
                <a16:creationId xmlns:a16="http://schemas.microsoft.com/office/drawing/2014/main" id="{82478F3F-C7D8-40ED-AADD-443051AEA7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43789" y="4854955"/>
            <a:ext cx="588399" cy="1051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8" name="Line 29">
            <a:extLst>
              <a:ext uri="{FF2B5EF4-FFF2-40B4-BE49-F238E27FC236}">
                <a16:creationId xmlns:a16="http://schemas.microsoft.com/office/drawing/2014/main" id="{041D20A4-B723-42AF-9C40-24D18A2560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00400" y="5015294"/>
            <a:ext cx="381000" cy="3127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5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620713"/>
            <a:ext cx="8483600" cy="720725"/>
          </a:xfrm>
        </p:spPr>
        <p:txBody>
          <a:bodyPr/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最长匹配原则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54276" name="Freeform 4"/>
          <p:cNvSpPr/>
          <p:nvPr/>
        </p:nvSpPr>
        <p:spPr bwMode="auto">
          <a:xfrm>
            <a:off x="2020634" y="2455357"/>
            <a:ext cx="2016125" cy="431800"/>
          </a:xfrm>
          <a:custGeom>
            <a:avLst/>
            <a:gdLst>
              <a:gd name="T0" fmla="*/ 0 w 1272"/>
              <a:gd name="T1" fmla="*/ 0 h 186"/>
              <a:gd name="T2" fmla="*/ 2147483646 w 1272"/>
              <a:gd name="T3" fmla="*/ 2147483646 h 186"/>
              <a:gd name="T4" fmla="*/ 0 60000 65536"/>
              <a:gd name="T5" fmla="*/ 0 60000 65536"/>
              <a:gd name="T6" fmla="*/ 0 w 1272"/>
              <a:gd name="T7" fmla="*/ 0 h 186"/>
              <a:gd name="T8" fmla="*/ 1272 w 127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272" h="186">
                <a:moveTo>
                  <a:pt x="0" y="0"/>
                </a:moveTo>
                <a:lnTo>
                  <a:pt x="1272" y="186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4277" name="Freeform 8"/>
          <p:cNvSpPr/>
          <p:nvPr/>
        </p:nvSpPr>
        <p:spPr bwMode="auto">
          <a:xfrm>
            <a:off x="418847" y="1901320"/>
            <a:ext cx="1773237" cy="979487"/>
          </a:xfrm>
          <a:custGeom>
            <a:avLst/>
            <a:gdLst>
              <a:gd name="T0" fmla="*/ 2147483646 w 1117"/>
              <a:gd name="T1" fmla="*/ 2147483646 h 617"/>
              <a:gd name="T2" fmla="*/ 2147483646 w 1117"/>
              <a:gd name="T3" fmla="*/ 2147483646 h 617"/>
              <a:gd name="T4" fmla="*/ 2147483646 w 1117"/>
              <a:gd name="T5" fmla="*/ 2147483646 h 617"/>
              <a:gd name="T6" fmla="*/ 2147483646 w 1117"/>
              <a:gd name="T7" fmla="*/ 2147483646 h 617"/>
              <a:gd name="T8" fmla="*/ 2147483646 w 1117"/>
              <a:gd name="T9" fmla="*/ 2147483646 h 617"/>
              <a:gd name="T10" fmla="*/ 2147483646 w 1117"/>
              <a:gd name="T11" fmla="*/ 2147483646 h 617"/>
              <a:gd name="T12" fmla="*/ 2147483646 w 1117"/>
              <a:gd name="T13" fmla="*/ 2147483646 h 617"/>
              <a:gd name="T14" fmla="*/ 2147483646 w 1117"/>
              <a:gd name="T15" fmla="*/ 2147483646 h 617"/>
              <a:gd name="T16" fmla="*/ 2147483646 w 1117"/>
              <a:gd name="T17" fmla="*/ 2147483646 h 617"/>
              <a:gd name="T18" fmla="*/ 2147483646 w 1117"/>
              <a:gd name="T19" fmla="*/ 2147483646 h 617"/>
              <a:gd name="T20" fmla="*/ 2147483646 w 1117"/>
              <a:gd name="T21" fmla="*/ 2147483646 h 617"/>
              <a:gd name="T22" fmla="*/ 2147483646 w 1117"/>
              <a:gd name="T23" fmla="*/ 2147483646 h 617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117"/>
              <a:gd name="T37" fmla="*/ 0 h 617"/>
              <a:gd name="T38" fmla="*/ 1117 w 1117"/>
              <a:gd name="T39" fmla="*/ 617 h 617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117" h="617">
                <a:moveTo>
                  <a:pt x="439" y="97"/>
                </a:moveTo>
                <a:cubicBezTo>
                  <a:pt x="358" y="85"/>
                  <a:pt x="269" y="23"/>
                  <a:pt x="205" y="19"/>
                </a:cubicBezTo>
                <a:cubicBezTo>
                  <a:pt x="141" y="15"/>
                  <a:pt x="89" y="0"/>
                  <a:pt x="55" y="73"/>
                </a:cubicBezTo>
                <a:cubicBezTo>
                  <a:pt x="21" y="146"/>
                  <a:pt x="0" y="371"/>
                  <a:pt x="4" y="456"/>
                </a:cubicBezTo>
                <a:cubicBezTo>
                  <a:pt x="8" y="541"/>
                  <a:pt x="3" y="560"/>
                  <a:pt x="77" y="582"/>
                </a:cubicBezTo>
                <a:cubicBezTo>
                  <a:pt x="152" y="604"/>
                  <a:pt x="350" y="582"/>
                  <a:pt x="451" y="587"/>
                </a:cubicBezTo>
                <a:cubicBezTo>
                  <a:pt x="552" y="592"/>
                  <a:pt x="606" y="617"/>
                  <a:pt x="685" y="613"/>
                </a:cubicBezTo>
                <a:cubicBezTo>
                  <a:pt x="764" y="609"/>
                  <a:pt x="856" y="612"/>
                  <a:pt x="925" y="565"/>
                </a:cubicBezTo>
                <a:cubicBezTo>
                  <a:pt x="994" y="518"/>
                  <a:pt x="1081" y="401"/>
                  <a:pt x="1099" y="330"/>
                </a:cubicBezTo>
                <a:cubicBezTo>
                  <a:pt x="1117" y="259"/>
                  <a:pt x="1104" y="178"/>
                  <a:pt x="1036" y="138"/>
                </a:cubicBezTo>
                <a:cubicBezTo>
                  <a:pt x="968" y="98"/>
                  <a:pt x="790" y="98"/>
                  <a:pt x="691" y="91"/>
                </a:cubicBezTo>
                <a:cubicBezTo>
                  <a:pt x="592" y="84"/>
                  <a:pt x="520" y="109"/>
                  <a:pt x="439" y="97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4278" name="Text Box 9"/>
          <p:cNvSpPr txBox="1">
            <a:spLocks noChangeArrowheads="1"/>
          </p:cNvSpPr>
          <p:nvPr/>
        </p:nvSpPr>
        <p:spPr bwMode="auto">
          <a:xfrm>
            <a:off x="2116048" y="1818697"/>
            <a:ext cx="21774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zh-CN" altLang="en-US" sz="1400" dirty="0">
                <a:cs typeface="Times New Roman" panose="02020603050405020304" pitchFamily="18" charset="0"/>
              </a:rPr>
              <a:t>目的地址为</a:t>
            </a:r>
            <a:r>
              <a:rPr kumimoji="0" lang="en-US" altLang="zh-CN" sz="1400" dirty="0">
                <a:cs typeface="Times New Roman" panose="02020603050405020304" pitchFamily="18" charset="0"/>
              </a:rPr>
              <a:t>200.23.16.0/20</a:t>
            </a:r>
            <a:r>
              <a:rPr kumimoji="0" lang="zh-CN" altLang="en-US" sz="1400" dirty="0">
                <a:cs typeface="Times New Roman" panose="02020603050405020304" pitchFamily="18" charset="0"/>
              </a:rPr>
              <a:t>的数据包发送到</a:t>
            </a:r>
            <a:r>
              <a:rPr kumimoji="0" lang="en-US" altLang="zh-CN" sz="1400" dirty="0">
                <a:cs typeface="Times New Roman" panose="02020603050405020304" pitchFamily="18" charset="0"/>
              </a:rPr>
              <a:t>ISP A</a:t>
            </a:r>
          </a:p>
        </p:txBody>
      </p:sp>
      <p:sp>
        <p:nvSpPr>
          <p:cNvPr id="54279" name="Text Box 19"/>
          <p:cNvSpPr txBox="1">
            <a:spLocks noChangeArrowheads="1"/>
          </p:cNvSpPr>
          <p:nvPr/>
        </p:nvSpPr>
        <p:spPr bwMode="auto">
          <a:xfrm>
            <a:off x="452184" y="2336295"/>
            <a:ext cx="14081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1400">
                <a:cs typeface="Times New Roman" panose="02020603050405020304" pitchFamily="18" charset="0"/>
              </a:rPr>
              <a:t>ISP A</a:t>
            </a:r>
            <a:endParaRPr kumimoji="0" lang="en-US" altLang="zh-CN" sz="1800">
              <a:cs typeface="Times New Roman" panose="02020603050405020304" pitchFamily="18" charset="0"/>
            </a:endParaRPr>
          </a:p>
        </p:txBody>
      </p:sp>
      <p:sp>
        <p:nvSpPr>
          <p:cNvPr id="54280" name="Freeform 20"/>
          <p:cNvSpPr/>
          <p:nvPr/>
        </p:nvSpPr>
        <p:spPr bwMode="auto">
          <a:xfrm>
            <a:off x="4036759" y="1585407"/>
            <a:ext cx="730250" cy="2535238"/>
          </a:xfrm>
          <a:custGeom>
            <a:avLst/>
            <a:gdLst>
              <a:gd name="T0" fmla="*/ 2147483646 w 460"/>
              <a:gd name="T1" fmla="*/ 2147483646 h 1597"/>
              <a:gd name="T2" fmla="*/ 2147483646 w 460"/>
              <a:gd name="T3" fmla="*/ 2147483646 h 1597"/>
              <a:gd name="T4" fmla="*/ 2147483646 w 460"/>
              <a:gd name="T5" fmla="*/ 2147483646 h 1597"/>
              <a:gd name="T6" fmla="*/ 2147483646 w 460"/>
              <a:gd name="T7" fmla="*/ 2147483646 h 1597"/>
              <a:gd name="T8" fmla="*/ 2147483646 w 460"/>
              <a:gd name="T9" fmla="*/ 2147483646 h 1597"/>
              <a:gd name="T10" fmla="*/ 2147483646 w 460"/>
              <a:gd name="T11" fmla="*/ 2147483646 h 1597"/>
              <a:gd name="T12" fmla="*/ 2147483646 w 460"/>
              <a:gd name="T13" fmla="*/ 2147483646 h 1597"/>
              <a:gd name="T14" fmla="*/ 2147483646 w 460"/>
              <a:gd name="T15" fmla="*/ 2147483646 h 1597"/>
              <a:gd name="T16" fmla="*/ 2147483646 w 460"/>
              <a:gd name="T17" fmla="*/ 2147483646 h 1597"/>
              <a:gd name="T18" fmla="*/ 2147483646 w 460"/>
              <a:gd name="T19" fmla="*/ 2147483646 h 1597"/>
              <a:gd name="T20" fmla="*/ 2147483646 w 460"/>
              <a:gd name="T21" fmla="*/ 2147483646 h 1597"/>
              <a:gd name="T22" fmla="*/ 2147483646 w 460"/>
              <a:gd name="T23" fmla="*/ 2147483646 h 1597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460"/>
              <a:gd name="T37" fmla="*/ 0 h 1597"/>
              <a:gd name="T38" fmla="*/ 460 w 460"/>
              <a:gd name="T39" fmla="*/ 1597 h 1597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460" h="1597">
                <a:moveTo>
                  <a:pt x="328" y="56"/>
                </a:moveTo>
                <a:cubicBezTo>
                  <a:pt x="247" y="0"/>
                  <a:pt x="253" y="138"/>
                  <a:pt x="208" y="218"/>
                </a:cubicBezTo>
                <a:cubicBezTo>
                  <a:pt x="163" y="298"/>
                  <a:pt x="91" y="419"/>
                  <a:pt x="58" y="536"/>
                </a:cubicBezTo>
                <a:cubicBezTo>
                  <a:pt x="25" y="653"/>
                  <a:pt x="0" y="822"/>
                  <a:pt x="7" y="919"/>
                </a:cubicBezTo>
                <a:cubicBezTo>
                  <a:pt x="14" y="1016"/>
                  <a:pt x="64" y="1046"/>
                  <a:pt x="100" y="1118"/>
                </a:cubicBezTo>
                <a:cubicBezTo>
                  <a:pt x="136" y="1190"/>
                  <a:pt x="166" y="1278"/>
                  <a:pt x="220" y="1352"/>
                </a:cubicBezTo>
                <a:cubicBezTo>
                  <a:pt x="274" y="1426"/>
                  <a:pt x="388" y="1597"/>
                  <a:pt x="424" y="1562"/>
                </a:cubicBezTo>
                <a:cubicBezTo>
                  <a:pt x="460" y="1527"/>
                  <a:pt x="436" y="1228"/>
                  <a:pt x="436" y="1142"/>
                </a:cubicBezTo>
                <a:cubicBezTo>
                  <a:pt x="436" y="1056"/>
                  <a:pt x="439" y="1094"/>
                  <a:pt x="424" y="1046"/>
                </a:cubicBezTo>
                <a:cubicBezTo>
                  <a:pt x="409" y="998"/>
                  <a:pt x="365" y="928"/>
                  <a:pt x="346" y="854"/>
                </a:cubicBezTo>
                <a:cubicBezTo>
                  <a:pt x="327" y="780"/>
                  <a:pt x="313" y="735"/>
                  <a:pt x="310" y="602"/>
                </a:cubicBezTo>
                <a:cubicBezTo>
                  <a:pt x="307" y="469"/>
                  <a:pt x="324" y="170"/>
                  <a:pt x="328" y="5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4281" name="Text Box 23"/>
          <p:cNvSpPr txBox="1">
            <a:spLocks noChangeArrowheads="1"/>
          </p:cNvSpPr>
          <p:nvPr/>
        </p:nvSpPr>
        <p:spPr bwMode="auto">
          <a:xfrm>
            <a:off x="4252659" y="2383920"/>
            <a:ext cx="74251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400">
                <a:cs typeface="Times New Roman" panose="02020603050405020304" pitchFamily="18" charset="0"/>
              </a:rPr>
              <a:t>Internet</a:t>
            </a:r>
          </a:p>
        </p:txBody>
      </p:sp>
      <p:sp>
        <p:nvSpPr>
          <p:cNvPr id="54282" name="Freeform 25"/>
          <p:cNvSpPr/>
          <p:nvPr/>
        </p:nvSpPr>
        <p:spPr bwMode="auto">
          <a:xfrm>
            <a:off x="361697" y="3215770"/>
            <a:ext cx="1773237" cy="979487"/>
          </a:xfrm>
          <a:custGeom>
            <a:avLst/>
            <a:gdLst>
              <a:gd name="T0" fmla="*/ 2147483646 w 1117"/>
              <a:gd name="T1" fmla="*/ 2147483646 h 617"/>
              <a:gd name="T2" fmla="*/ 2147483646 w 1117"/>
              <a:gd name="T3" fmla="*/ 2147483646 h 617"/>
              <a:gd name="T4" fmla="*/ 2147483646 w 1117"/>
              <a:gd name="T5" fmla="*/ 2147483646 h 617"/>
              <a:gd name="T6" fmla="*/ 2147483646 w 1117"/>
              <a:gd name="T7" fmla="*/ 2147483646 h 617"/>
              <a:gd name="T8" fmla="*/ 2147483646 w 1117"/>
              <a:gd name="T9" fmla="*/ 2147483646 h 617"/>
              <a:gd name="T10" fmla="*/ 2147483646 w 1117"/>
              <a:gd name="T11" fmla="*/ 2147483646 h 617"/>
              <a:gd name="T12" fmla="*/ 2147483646 w 1117"/>
              <a:gd name="T13" fmla="*/ 2147483646 h 617"/>
              <a:gd name="T14" fmla="*/ 2147483646 w 1117"/>
              <a:gd name="T15" fmla="*/ 2147483646 h 617"/>
              <a:gd name="T16" fmla="*/ 2147483646 w 1117"/>
              <a:gd name="T17" fmla="*/ 2147483646 h 617"/>
              <a:gd name="T18" fmla="*/ 2147483646 w 1117"/>
              <a:gd name="T19" fmla="*/ 2147483646 h 617"/>
              <a:gd name="T20" fmla="*/ 2147483646 w 1117"/>
              <a:gd name="T21" fmla="*/ 2147483646 h 617"/>
              <a:gd name="T22" fmla="*/ 2147483646 w 1117"/>
              <a:gd name="T23" fmla="*/ 2147483646 h 617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117"/>
              <a:gd name="T37" fmla="*/ 0 h 617"/>
              <a:gd name="T38" fmla="*/ 1117 w 1117"/>
              <a:gd name="T39" fmla="*/ 617 h 617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117" h="617">
                <a:moveTo>
                  <a:pt x="439" y="97"/>
                </a:moveTo>
                <a:cubicBezTo>
                  <a:pt x="358" y="85"/>
                  <a:pt x="269" y="23"/>
                  <a:pt x="205" y="19"/>
                </a:cubicBezTo>
                <a:cubicBezTo>
                  <a:pt x="141" y="15"/>
                  <a:pt x="89" y="0"/>
                  <a:pt x="55" y="73"/>
                </a:cubicBezTo>
                <a:cubicBezTo>
                  <a:pt x="21" y="146"/>
                  <a:pt x="0" y="371"/>
                  <a:pt x="4" y="456"/>
                </a:cubicBezTo>
                <a:cubicBezTo>
                  <a:pt x="8" y="541"/>
                  <a:pt x="3" y="560"/>
                  <a:pt x="77" y="582"/>
                </a:cubicBezTo>
                <a:cubicBezTo>
                  <a:pt x="152" y="604"/>
                  <a:pt x="350" y="582"/>
                  <a:pt x="451" y="587"/>
                </a:cubicBezTo>
                <a:cubicBezTo>
                  <a:pt x="552" y="592"/>
                  <a:pt x="606" y="617"/>
                  <a:pt x="685" y="613"/>
                </a:cubicBezTo>
                <a:cubicBezTo>
                  <a:pt x="764" y="609"/>
                  <a:pt x="856" y="612"/>
                  <a:pt x="925" y="565"/>
                </a:cubicBezTo>
                <a:cubicBezTo>
                  <a:pt x="994" y="518"/>
                  <a:pt x="1081" y="401"/>
                  <a:pt x="1099" y="330"/>
                </a:cubicBezTo>
                <a:cubicBezTo>
                  <a:pt x="1117" y="259"/>
                  <a:pt x="1104" y="178"/>
                  <a:pt x="1036" y="138"/>
                </a:cubicBezTo>
                <a:cubicBezTo>
                  <a:pt x="968" y="98"/>
                  <a:pt x="790" y="98"/>
                  <a:pt x="691" y="91"/>
                </a:cubicBezTo>
                <a:cubicBezTo>
                  <a:pt x="592" y="84"/>
                  <a:pt x="520" y="109"/>
                  <a:pt x="439" y="97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4283" name="Text Box 26"/>
          <p:cNvSpPr txBox="1">
            <a:spLocks noChangeArrowheads="1"/>
          </p:cNvSpPr>
          <p:nvPr/>
        </p:nvSpPr>
        <p:spPr bwMode="auto">
          <a:xfrm>
            <a:off x="852234" y="3560257"/>
            <a:ext cx="60119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400">
                <a:cs typeface="Times New Roman" panose="02020603050405020304" pitchFamily="18" charset="0"/>
              </a:rPr>
              <a:t>ISP B</a:t>
            </a:r>
            <a:endParaRPr kumimoji="0" lang="en-US" altLang="zh-CN" sz="1800">
              <a:cs typeface="Times New Roman" panose="02020603050405020304" pitchFamily="18" charset="0"/>
            </a:endParaRPr>
          </a:p>
        </p:txBody>
      </p:sp>
      <p:sp>
        <p:nvSpPr>
          <p:cNvPr id="54284" name="Freeform 27"/>
          <p:cNvSpPr/>
          <p:nvPr/>
        </p:nvSpPr>
        <p:spPr bwMode="auto">
          <a:xfrm flipV="1">
            <a:off x="2087309" y="3103057"/>
            <a:ext cx="2022475" cy="428625"/>
          </a:xfrm>
          <a:custGeom>
            <a:avLst/>
            <a:gdLst>
              <a:gd name="T0" fmla="*/ 0 w 1272"/>
              <a:gd name="T1" fmla="*/ 0 h 186"/>
              <a:gd name="T2" fmla="*/ 2147483646 w 1272"/>
              <a:gd name="T3" fmla="*/ 2147483646 h 186"/>
              <a:gd name="T4" fmla="*/ 0 60000 65536"/>
              <a:gd name="T5" fmla="*/ 0 60000 65536"/>
              <a:gd name="T6" fmla="*/ 0 w 1272"/>
              <a:gd name="T7" fmla="*/ 0 h 186"/>
              <a:gd name="T8" fmla="*/ 1272 w 127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272" h="186">
                <a:moveTo>
                  <a:pt x="0" y="0"/>
                </a:moveTo>
                <a:lnTo>
                  <a:pt x="1272" y="186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4285" name="Text Box 31"/>
          <p:cNvSpPr txBox="1">
            <a:spLocks noChangeArrowheads="1"/>
          </p:cNvSpPr>
          <p:nvPr/>
        </p:nvSpPr>
        <p:spPr bwMode="auto">
          <a:xfrm>
            <a:off x="2044261" y="3537457"/>
            <a:ext cx="2282100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zh-CN" altLang="en-US" sz="1400" dirty="0">
                <a:cs typeface="Times New Roman" panose="02020603050405020304" pitchFamily="18" charset="0"/>
              </a:rPr>
              <a:t>目的地址为</a:t>
            </a:r>
            <a:r>
              <a:rPr lang="en-US" altLang="zh-CN" sz="1400" dirty="0">
                <a:cs typeface="Times New Roman" panose="02020603050405020304" pitchFamily="18" charset="0"/>
              </a:rPr>
              <a:t>199.31.0.0/16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zh-CN" altLang="en-US" sz="1400" dirty="0">
                <a:cs typeface="Times New Roman" panose="02020603050405020304" pitchFamily="18" charset="0"/>
              </a:rPr>
              <a:t>或</a:t>
            </a:r>
            <a:r>
              <a:rPr lang="en-US" altLang="zh-CN" sz="1400" b="1" dirty="0">
                <a:solidFill>
                  <a:srgbClr val="FF0000"/>
                </a:solidFill>
                <a:cs typeface="Times New Roman" panose="02020603050405020304" pitchFamily="18" charset="0"/>
              </a:rPr>
              <a:t>200.23.18.0/23</a:t>
            </a:r>
            <a:r>
              <a:rPr lang="zh-CN" altLang="en-US" sz="1400" dirty="0">
                <a:cs typeface="Times New Roman" panose="02020603050405020304" pitchFamily="18" charset="0"/>
              </a:rPr>
              <a:t>的数据包发送到</a:t>
            </a:r>
            <a:r>
              <a:rPr lang="en-US" altLang="zh-CN" sz="1400" dirty="0">
                <a:cs typeface="Times New Roman" panose="02020603050405020304" pitchFamily="18" charset="0"/>
              </a:rPr>
              <a:t>ISP B</a:t>
            </a:r>
          </a:p>
        </p:txBody>
      </p:sp>
      <p:sp>
        <p:nvSpPr>
          <p:cNvPr id="54302" name="Text Box 54"/>
          <p:cNvSpPr txBox="1">
            <a:spLocks noChangeArrowheads="1"/>
          </p:cNvSpPr>
          <p:nvPr/>
        </p:nvSpPr>
        <p:spPr bwMode="auto">
          <a:xfrm>
            <a:off x="5573460" y="2403644"/>
            <a:ext cx="281359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zh-CN" altLang="en-US" sz="2000" dirty="0">
                <a:solidFill>
                  <a:srgbClr val="000099"/>
                </a:solidFill>
                <a:cs typeface="Times New Roman" panose="02020603050405020304" pitchFamily="18" charset="0"/>
              </a:rPr>
              <a:t>目的地址：</a:t>
            </a:r>
            <a:r>
              <a:rPr kumimoji="0" lang="en-US" altLang="zh-CN" sz="2000" dirty="0">
                <a:solidFill>
                  <a:srgbClr val="000099"/>
                </a:solidFill>
                <a:cs typeface="Times New Roman" panose="02020603050405020304" pitchFamily="18" charset="0"/>
              </a:rPr>
              <a:t>200.23.18.10</a:t>
            </a:r>
          </a:p>
        </p:txBody>
      </p:sp>
      <p:sp>
        <p:nvSpPr>
          <p:cNvPr id="54303" name="Text Box 55"/>
          <p:cNvSpPr txBox="1">
            <a:spLocks noChangeArrowheads="1"/>
          </p:cNvSpPr>
          <p:nvPr/>
        </p:nvSpPr>
        <p:spPr bwMode="auto">
          <a:xfrm>
            <a:off x="5933146" y="5362257"/>
            <a:ext cx="198002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zh-CN" altLang="en-US" sz="2000" dirty="0">
                <a:cs typeface="Times New Roman" panose="02020603050405020304" pitchFamily="18" charset="0"/>
              </a:rPr>
              <a:t>路由表或转发表</a:t>
            </a:r>
            <a:endParaRPr kumimoji="0" lang="en-US" altLang="zh-CN" sz="2000" dirty="0">
              <a:cs typeface="Times New Roman" panose="02020603050405020304" pitchFamily="18" charset="0"/>
            </a:endParaRPr>
          </a:p>
        </p:txBody>
      </p:sp>
      <p:grpSp>
        <p:nvGrpSpPr>
          <p:cNvPr id="54305" name="Group 25"/>
          <p:cNvGrpSpPr/>
          <p:nvPr/>
        </p:nvGrpSpPr>
        <p:grpSpPr bwMode="auto">
          <a:xfrm>
            <a:off x="3998663" y="2815720"/>
            <a:ext cx="679450" cy="314325"/>
            <a:chOff x="3600" y="219"/>
            <a:chExt cx="360" cy="175"/>
          </a:xfrm>
        </p:grpSpPr>
        <p:sp>
          <p:nvSpPr>
            <p:cNvPr id="54344" name="Oval 26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cs typeface="Times New Roman" panose="02020603050405020304" pitchFamily="18" charset="0"/>
              </a:endParaRPr>
            </a:p>
          </p:txBody>
        </p:sp>
        <p:sp>
          <p:nvSpPr>
            <p:cNvPr id="54345" name="Line 27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54346" name="Line 28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54347" name="Rectangle 29"/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cs typeface="Times New Roman" panose="02020603050405020304" pitchFamily="18" charset="0"/>
              </a:endParaRPr>
            </a:p>
          </p:txBody>
        </p:sp>
        <p:sp>
          <p:nvSpPr>
            <p:cNvPr id="54348" name="Oval 30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cs typeface="Times New Roman" panose="02020603050405020304" pitchFamily="18" charset="0"/>
              </a:endParaRPr>
            </a:p>
          </p:txBody>
        </p:sp>
        <p:grpSp>
          <p:nvGrpSpPr>
            <p:cNvPr id="54349" name="Group 31"/>
            <p:cNvGrpSpPr/>
            <p:nvPr/>
          </p:nvGrpSpPr>
          <p:grpSpPr bwMode="auto">
            <a:xfrm>
              <a:off x="3687" y="250"/>
              <a:ext cx="172" cy="49"/>
              <a:chOff x="2868" y="1154"/>
              <a:chExt cx="137" cy="98"/>
            </a:xfrm>
          </p:grpSpPr>
          <p:sp>
            <p:nvSpPr>
              <p:cNvPr id="54354" name="Line 32"/>
              <p:cNvSpPr>
                <a:spLocks noChangeShapeType="1"/>
              </p:cNvSpPr>
              <p:nvPr/>
            </p:nvSpPr>
            <p:spPr bwMode="auto">
              <a:xfrm flipV="1">
                <a:off x="2868" y="1154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55" name="Line 33"/>
              <p:cNvSpPr>
                <a:spLocks noChangeShapeType="1"/>
              </p:cNvSpPr>
              <p:nvPr/>
            </p:nvSpPr>
            <p:spPr bwMode="auto">
              <a:xfrm>
                <a:off x="2961" y="1252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56" name="Line 34"/>
              <p:cNvSpPr>
                <a:spLocks noChangeShapeType="1"/>
              </p:cNvSpPr>
              <p:nvPr/>
            </p:nvSpPr>
            <p:spPr bwMode="auto">
              <a:xfrm>
                <a:off x="2911" y="1156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4350" name="Group 35"/>
            <p:cNvGrpSpPr/>
            <p:nvPr/>
          </p:nvGrpSpPr>
          <p:grpSpPr bwMode="auto">
            <a:xfrm flipV="1">
              <a:off x="3701" y="252"/>
              <a:ext cx="183" cy="48"/>
              <a:chOff x="2863" y="1089"/>
              <a:chExt cx="145" cy="90"/>
            </a:xfrm>
          </p:grpSpPr>
          <p:sp>
            <p:nvSpPr>
              <p:cNvPr id="54351" name="Line 36"/>
              <p:cNvSpPr>
                <a:spLocks noChangeShapeType="1"/>
              </p:cNvSpPr>
              <p:nvPr/>
            </p:nvSpPr>
            <p:spPr bwMode="auto">
              <a:xfrm flipV="1">
                <a:off x="2863" y="1094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52" name="Line 37"/>
              <p:cNvSpPr>
                <a:spLocks noChangeShapeType="1"/>
              </p:cNvSpPr>
              <p:nvPr/>
            </p:nvSpPr>
            <p:spPr bwMode="auto">
              <a:xfrm>
                <a:off x="2964" y="1172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53" name="Line 38"/>
              <p:cNvSpPr>
                <a:spLocks noChangeShapeType="1"/>
              </p:cNvSpPr>
              <p:nvPr/>
            </p:nvSpPr>
            <p:spPr bwMode="auto">
              <a:xfrm>
                <a:off x="2914" y="1089"/>
                <a:ext cx="52" cy="9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54306" name="Group 25"/>
          <p:cNvGrpSpPr/>
          <p:nvPr/>
        </p:nvGrpSpPr>
        <p:grpSpPr bwMode="auto">
          <a:xfrm>
            <a:off x="1444372" y="2239457"/>
            <a:ext cx="679450" cy="314325"/>
            <a:chOff x="3600" y="219"/>
            <a:chExt cx="360" cy="175"/>
          </a:xfrm>
        </p:grpSpPr>
        <p:sp>
          <p:nvSpPr>
            <p:cNvPr id="54331" name="Oval 26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cs typeface="Times New Roman" panose="02020603050405020304" pitchFamily="18" charset="0"/>
              </a:endParaRPr>
            </a:p>
          </p:txBody>
        </p:sp>
        <p:sp>
          <p:nvSpPr>
            <p:cNvPr id="54332" name="Line 27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54333" name="Line 28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54334" name="Rectangle 29"/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cs typeface="Times New Roman" panose="02020603050405020304" pitchFamily="18" charset="0"/>
              </a:endParaRPr>
            </a:p>
          </p:txBody>
        </p:sp>
        <p:sp>
          <p:nvSpPr>
            <p:cNvPr id="54335" name="Oval 30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cs typeface="Times New Roman" panose="02020603050405020304" pitchFamily="18" charset="0"/>
              </a:endParaRPr>
            </a:p>
          </p:txBody>
        </p:sp>
        <p:grpSp>
          <p:nvGrpSpPr>
            <p:cNvPr id="54336" name="Group 31"/>
            <p:cNvGrpSpPr/>
            <p:nvPr/>
          </p:nvGrpSpPr>
          <p:grpSpPr bwMode="auto">
            <a:xfrm>
              <a:off x="3708" y="250"/>
              <a:ext cx="173" cy="49"/>
              <a:chOff x="2868" y="1154"/>
              <a:chExt cx="137" cy="98"/>
            </a:xfrm>
          </p:grpSpPr>
          <p:sp>
            <p:nvSpPr>
              <p:cNvPr id="54341" name="Line 32"/>
              <p:cNvSpPr>
                <a:spLocks noChangeShapeType="1"/>
              </p:cNvSpPr>
              <p:nvPr/>
            </p:nvSpPr>
            <p:spPr bwMode="auto">
              <a:xfrm flipV="1">
                <a:off x="2868" y="1154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42" name="Line 33"/>
              <p:cNvSpPr>
                <a:spLocks noChangeShapeType="1"/>
              </p:cNvSpPr>
              <p:nvPr/>
            </p:nvSpPr>
            <p:spPr bwMode="auto">
              <a:xfrm>
                <a:off x="2961" y="1252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43" name="Line 34"/>
              <p:cNvSpPr>
                <a:spLocks noChangeShapeType="1"/>
              </p:cNvSpPr>
              <p:nvPr/>
            </p:nvSpPr>
            <p:spPr bwMode="auto">
              <a:xfrm>
                <a:off x="2911" y="1156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4337" name="Group 35"/>
            <p:cNvGrpSpPr/>
            <p:nvPr/>
          </p:nvGrpSpPr>
          <p:grpSpPr bwMode="auto">
            <a:xfrm flipV="1">
              <a:off x="3711" y="255"/>
              <a:ext cx="182" cy="45"/>
              <a:chOff x="2867" y="1167"/>
              <a:chExt cx="144" cy="90"/>
            </a:xfrm>
          </p:grpSpPr>
          <p:sp>
            <p:nvSpPr>
              <p:cNvPr id="54338" name="Line 36"/>
              <p:cNvSpPr>
                <a:spLocks noChangeShapeType="1"/>
              </p:cNvSpPr>
              <p:nvPr/>
            </p:nvSpPr>
            <p:spPr bwMode="auto">
              <a:xfrm flipV="1">
                <a:off x="2867" y="1172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39" name="Line 37"/>
              <p:cNvSpPr>
                <a:spLocks noChangeShapeType="1"/>
              </p:cNvSpPr>
              <p:nvPr/>
            </p:nvSpPr>
            <p:spPr bwMode="auto">
              <a:xfrm>
                <a:off x="2967" y="1251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40" name="Line 38"/>
              <p:cNvSpPr>
                <a:spLocks noChangeShapeType="1"/>
              </p:cNvSpPr>
              <p:nvPr/>
            </p:nvSpPr>
            <p:spPr bwMode="auto">
              <a:xfrm>
                <a:off x="2917" y="1167"/>
                <a:ext cx="52" cy="9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54307" name="Group 25"/>
          <p:cNvGrpSpPr/>
          <p:nvPr/>
        </p:nvGrpSpPr>
        <p:grpSpPr bwMode="auto">
          <a:xfrm>
            <a:off x="1414209" y="3391982"/>
            <a:ext cx="679450" cy="314325"/>
            <a:chOff x="3600" y="219"/>
            <a:chExt cx="360" cy="175"/>
          </a:xfrm>
        </p:grpSpPr>
        <p:sp>
          <p:nvSpPr>
            <p:cNvPr id="54318" name="Oval 26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cs typeface="Times New Roman" panose="02020603050405020304" pitchFamily="18" charset="0"/>
              </a:endParaRPr>
            </a:p>
          </p:txBody>
        </p:sp>
        <p:sp>
          <p:nvSpPr>
            <p:cNvPr id="54319" name="Line 27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54320" name="Line 28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54321" name="Rectangle 29"/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cs typeface="Times New Roman" panose="02020603050405020304" pitchFamily="18" charset="0"/>
              </a:endParaRPr>
            </a:p>
          </p:txBody>
        </p:sp>
        <p:sp>
          <p:nvSpPr>
            <p:cNvPr id="54322" name="Oval 30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cs typeface="Times New Roman" panose="02020603050405020304" pitchFamily="18" charset="0"/>
              </a:endParaRPr>
            </a:p>
          </p:txBody>
        </p:sp>
        <p:grpSp>
          <p:nvGrpSpPr>
            <p:cNvPr id="54323" name="Group 31"/>
            <p:cNvGrpSpPr/>
            <p:nvPr/>
          </p:nvGrpSpPr>
          <p:grpSpPr bwMode="auto">
            <a:xfrm>
              <a:off x="3708" y="250"/>
              <a:ext cx="173" cy="49"/>
              <a:chOff x="2868" y="1154"/>
              <a:chExt cx="137" cy="98"/>
            </a:xfrm>
          </p:grpSpPr>
          <p:sp>
            <p:nvSpPr>
              <p:cNvPr id="54328" name="Line 32"/>
              <p:cNvSpPr>
                <a:spLocks noChangeShapeType="1"/>
              </p:cNvSpPr>
              <p:nvPr/>
            </p:nvSpPr>
            <p:spPr bwMode="auto">
              <a:xfrm flipV="1">
                <a:off x="2868" y="1154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29" name="Line 33"/>
              <p:cNvSpPr>
                <a:spLocks noChangeShapeType="1"/>
              </p:cNvSpPr>
              <p:nvPr/>
            </p:nvSpPr>
            <p:spPr bwMode="auto">
              <a:xfrm>
                <a:off x="2961" y="1252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30" name="Line 34"/>
              <p:cNvSpPr>
                <a:spLocks noChangeShapeType="1"/>
              </p:cNvSpPr>
              <p:nvPr/>
            </p:nvSpPr>
            <p:spPr bwMode="auto">
              <a:xfrm>
                <a:off x="2911" y="1156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4324" name="Group 35"/>
            <p:cNvGrpSpPr/>
            <p:nvPr/>
          </p:nvGrpSpPr>
          <p:grpSpPr bwMode="auto">
            <a:xfrm flipV="1">
              <a:off x="3701" y="255"/>
              <a:ext cx="183" cy="45"/>
              <a:chOff x="2863" y="1166"/>
              <a:chExt cx="145" cy="90"/>
            </a:xfrm>
          </p:grpSpPr>
          <p:sp>
            <p:nvSpPr>
              <p:cNvPr id="54325" name="Line 36"/>
              <p:cNvSpPr>
                <a:spLocks noChangeShapeType="1"/>
              </p:cNvSpPr>
              <p:nvPr/>
            </p:nvSpPr>
            <p:spPr bwMode="auto">
              <a:xfrm flipV="1">
                <a:off x="2863" y="1171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26" name="Line 37"/>
              <p:cNvSpPr>
                <a:spLocks noChangeShapeType="1"/>
              </p:cNvSpPr>
              <p:nvPr/>
            </p:nvSpPr>
            <p:spPr bwMode="auto">
              <a:xfrm>
                <a:off x="2964" y="1250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27" name="Line 38"/>
              <p:cNvSpPr>
                <a:spLocks noChangeShapeType="1"/>
              </p:cNvSpPr>
              <p:nvPr/>
            </p:nvSpPr>
            <p:spPr bwMode="auto">
              <a:xfrm>
                <a:off x="2914" y="1166"/>
                <a:ext cx="52" cy="9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</p:grpSp>
      <p:sp>
        <p:nvSpPr>
          <p:cNvPr id="54308" name="TextBox 142"/>
          <p:cNvSpPr txBox="1">
            <a:spLocks noChangeArrowheads="1"/>
          </p:cNvSpPr>
          <p:nvPr/>
        </p:nvSpPr>
        <p:spPr bwMode="auto">
          <a:xfrm>
            <a:off x="3756481" y="2455357"/>
            <a:ext cx="312906" cy="429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kumimoji="0" lang="en-US" altLang="zh-CN" sz="2000">
                <a:cs typeface="Times New Roman" panose="02020603050405020304" pitchFamily="18" charset="0"/>
              </a:rPr>
              <a:t>1</a:t>
            </a:r>
            <a:endParaRPr kumimoji="0" lang="zh-CN" altLang="en-US" sz="2000">
              <a:cs typeface="Times New Roman" panose="02020603050405020304" pitchFamily="18" charset="0"/>
            </a:endParaRPr>
          </a:p>
        </p:txBody>
      </p:sp>
      <p:sp>
        <p:nvSpPr>
          <p:cNvPr id="54309" name="TextBox 143"/>
          <p:cNvSpPr txBox="1">
            <a:spLocks noChangeArrowheads="1"/>
          </p:cNvSpPr>
          <p:nvPr/>
        </p:nvSpPr>
        <p:spPr bwMode="auto">
          <a:xfrm>
            <a:off x="3828712" y="3103057"/>
            <a:ext cx="312906" cy="429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kumimoji="0" lang="en-US" altLang="zh-CN" sz="2000">
                <a:cs typeface="Times New Roman" panose="02020603050405020304" pitchFamily="18" charset="0"/>
              </a:rPr>
              <a:t>2</a:t>
            </a:r>
            <a:endParaRPr kumimoji="0" lang="zh-CN" altLang="en-US" sz="2000">
              <a:cs typeface="Times New Roman" panose="02020603050405020304" pitchFamily="18" charset="0"/>
            </a:endParaRPr>
          </a:p>
        </p:txBody>
      </p:sp>
      <p:sp>
        <p:nvSpPr>
          <p:cNvPr id="54310" name="Text Box 9"/>
          <p:cNvSpPr txBox="1">
            <a:spLocks noChangeArrowheads="1"/>
          </p:cNvSpPr>
          <p:nvPr/>
        </p:nvSpPr>
        <p:spPr bwMode="auto">
          <a:xfrm>
            <a:off x="1588834" y="2526795"/>
            <a:ext cx="112723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400" dirty="0">
                <a:cs typeface="Times New Roman" panose="02020603050405020304" pitchFamily="18" charset="0"/>
              </a:rPr>
              <a:t>128.10.100.1</a:t>
            </a:r>
          </a:p>
        </p:txBody>
      </p:sp>
      <p:sp>
        <p:nvSpPr>
          <p:cNvPr id="54311" name="Text Box 9"/>
          <p:cNvSpPr txBox="1">
            <a:spLocks noChangeArrowheads="1"/>
          </p:cNvSpPr>
          <p:nvPr/>
        </p:nvSpPr>
        <p:spPr bwMode="auto">
          <a:xfrm>
            <a:off x="1661859" y="3103057"/>
            <a:ext cx="1120563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1400">
                <a:cs typeface="Times New Roman" panose="02020603050405020304" pitchFamily="18" charset="0"/>
              </a:rPr>
              <a:t>128.11.200.1</a:t>
            </a:r>
          </a:p>
        </p:txBody>
      </p:sp>
      <p:cxnSp>
        <p:nvCxnSpPr>
          <p:cNvPr id="54316" name="直接箭头连接符 88"/>
          <p:cNvCxnSpPr>
            <a:cxnSpLocks noChangeShapeType="1"/>
            <a:endCxn id="54348" idx="6"/>
          </p:cNvCxnSpPr>
          <p:nvPr/>
        </p:nvCxnSpPr>
        <p:spPr bwMode="auto">
          <a:xfrm flipH="1">
            <a:off x="4672451" y="2690307"/>
            <a:ext cx="861321" cy="226895"/>
          </a:xfrm>
          <a:prstGeom prst="straightConnector1">
            <a:avLst/>
          </a:prstGeom>
          <a:noFill/>
          <a:ln w="12700" algn="ctr">
            <a:solidFill>
              <a:schemeClr val="tx1"/>
            </a:solidFill>
            <a:rou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4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</a:t>
            </a: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-IPv4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地址问题及解决策略</a:t>
            </a:r>
          </a:p>
        </p:txBody>
      </p:sp>
      <p:grpSp>
        <p:nvGrpSpPr>
          <p:cNvPr id="3" name="组合 2"/>
          <p:cNvGrpSpPr/>
          <p:nvPr/>
        </p:nvGrpSpPr>
        <p:grpSpPr>
          <a:xfrm>
            <a:off x="4497926" y="3687180"/>
            <a:ext cx="4498283" cy="1675077"/>
            <a:chOff x="4644230" y="3577452"/>
            <a:chExt cx="4498283" cy="1675077"/>
          </a:xfrm>
        </p:grpSpPr>
        <p:pic>
          <p:nvPicPr>
            <p:cNvPr id="4" name="图片 3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644230" y="3577452"/>
              <a:ext cx="4498283" cy="1675077"/>
            </a:xfrm>
            <a:prstGeom prst="rect">
              <a:avLst/>
            </a:prstGeom>
          </p:spPr>
        </p:pic>
        <p:sp>
          <p:nvSpPr>
            <p:cNvPr id="2" name="文本框 1"/>
            <p:cNvSpPr txBox="1"/>
            <p:nvPr/>
          </p:nvSpPr>
          <p:spPr>
            <a:xfrm>
              <a:off x="5029200" y="4943671"/>
              <a:ext cx="602974" cy="23878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100"/>
                </a:lnSpc>
              </a:pPr>
              <a:r>
                <a:rPr lang="en-US" altLang="zh-CN" sz="1200" dirty="0"/>
                <a:t>……</a:t>
              </a:r>
              <a:endParaRPr lang="zh-CN" altLang="en-US" sz="1200" dirty="0"/>
            </a:p>
          </p:txBody>
        </p:sp>
        <p:sp>
          <p:nvSpPr>
            <p:cNvPr id="65" name="文本框 64"/>
            <p:cNvSpPr txBox="1"/>
            <p:nvPr/>
          </p:nvSpPr>
          <p:spPr>
            <a:xfrm>
              <a:off x="8558005" y="4905892"/>
              <a:ext cx="498889" cy="23878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100"/>
                </a:lnSpc>
              </a:pPr>
              <a:r>
                <a:rPr lang="en-US" altLang="zh-CN" sz="1200" dirty="0"/>
                <a:t>……</a:t>
              </a:r>
              <a:endParaRPr lang="zh-CN" altLang="en-US" sz="1200" dirty="0"/>
            </a:p>
          </p:txBody>
        </p:sp>
        <p:sp>
          <p:nvSpPr>
            <p:cNvPr id="66" name="文本框 65"/>
            <p:cNvSpPr txBox="1"/>
            <p:nvPr/>
          </p:nvSpPr>
          <p:spPr>
            <a:xfrm>
              <a:off x="7530548" y="4905892"/>
              <a:ext cx="602974" cy="23878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100"/>
                </a:lnSpc>
              </a:pPr>
              <a:r>
                <a:rPr lang="en-US" altLang="zh-CN" sz="1200" dirty="0"/>
                <a:t>……</a:t>
              </a:r>
              <a:endParaRPr lang="zh-CN" altLang="en-US" sz="1200" dirty="0"/>
            </a:p>
          </p:txBody>
        </p:sp>
        <p:sp>
          <p:nvSpPr>
            <p:cNvPr id="67" name="文本框 66"/>
            <p:cNvSpPr txBox="1"/>
            <p:nvPr/>
          </p:nvSpPr>
          <p:spPr>
            <a:xfrm>
              <a:off x="6248400" y="4898412"/>
              <a:ext cx="602974" cy="23878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100"/>
                </a:lnSpc>
              </a:pPr>
              <a:r>
                <a:rPr lang="en-US" altLang="zh-CN" sz="1200" dirty="0"/>
                <a:t>……</a:t>
              </a:r>
              <a:endParaRPr lang="zh-CN" altLang="en-US" sz="1200" dirty="0"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571947"/>
            <a:ext cx="8496300" cy="732599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CIDR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地址聚合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50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</a:t>
            </a: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-IPv4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地址问题及解决策略</a:t>
            </a:r>
          </a:p>
        </p:txBody>
      </p:sp>
      <p:sp>
        <p:nvSpPr>
          <p:cNvPr id="47" name="Rectangle 3">
            <a:extLst>
              <a:ext uri="{FF2B5EF4-FFF2-40B4-BE49-F238E27FC236}">
                <a16:creationId xmlns:a16="http://schemas.microsoft.com/office/drawing/2014/main" id="{50B88E8A-9A44-4F09-B307-8B4651F63A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3089" y="1238383"/>
            <a:ext cx="8348663" cy="8860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ts val="3200"/>
              </a:lnSpc>
              <a:spcBef>
                <a:spcPts val="600"/>
              </a:spcBef>
            </a:pPr>
            <a:r>
              <a:rPr lang="zh-CN" altLang="zh-CN" sz="20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有地址块</a:t>
            </a:r>
            <a:r>
              <a:rPr lang="en-US" altLang="zh-CN" sz="20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202.113.16.0~202.113.31.255</a:t>
            </a:r>
            <a:r>
              <a:rPr lang="zh-CN" altLang="zh-CN" sz="20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（</a:t>
            </a:r>
            <a:r>
              <a:rPr lang="en-US" altLang="zh-CN" sz="20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16</a:t>
            </a:r>
            <a:r>
              <a:rPr lang="zh-CN" altLang="zh-CN" sz="20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个</a:t>
            </a:r>
            <a:r>
              <a:rPr lang="en-US" altLang="zh-CN" sz="20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C</a:t>
            </a:r>
            <a:r>
              <a:rPr lang="zh-CN" altLang="zh-CN" sz="20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类地址），聚合成的地址和掩码</a:t>
            </a:r>
            <a:r>
              <a:rPr lang="zh-CN" altLang="en-US" sz="2000" kern="100" dirty="0">
                <a:cs typeface="Times New Roman" panose="02020603050405020304" pitchFamily="18" charset="0"/>
              </a:rPr>
              <a:t>：</a:t>
            </a:r>
            <a:endParaRPr lang="en-US" altLang="zh-CN" sz="2000" dirty="0">
              <a:cs typeface="Times New Roman" panose="02020603050405020304" pitchFamily="18" charset="0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6742F31D-F22E-45F1-9EE8-474CEA5834C7}"/>
              </a:ext>
            </a:extLst>
          </p:cNvPr>
          <p:cNvSpPr txBox="1"/>
          <p:nvPr/>
        </p:nvSpPr>
        <p:spPr>
          <a:xfrm>
            <a:off x="1752504" y="1724289"/>
            <a:ext cx="459028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sz="2000" kern="100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202.113.16.0</a:t>
            </a:r>
            <a:r>
              <a:rPr lang="zh-CN" altLang="zh-CN" sz="2000" kern="100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（掩码</a:t>
            </a:r>
            <a:r>
              <a:rPr lang="en-US" altLang="zh-CN" sz="2000" kern="100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</a:rPr>
              <a:t>255.255.240.0</a:t>
            </a:r>
            <a:r>
              <a:rPr lang="zh-CN" altLang="zh-CN" sz="2000" kern="100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  <a:endParaRPr lang="zh-CN" altLang="en-US" sz="2000" dirty="0">
              <a:solidFill>
                <a:srgbClr val="FF0000"/>
              </a:solidFill>
            </a:endParaRPr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2C2AFB86-4E97-4A37-A8A9-65AF9DD86BF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752504" y="2186659"/>
            <a:ext cx="5955983" cy="3950018"/>
          </a:xfrm>
          <a:prstGeom prst="rect">
            <a:avLst/>
          </a:prstGeom>
        </p:spPr>
      </p:pic>
      <p:pic>
        <p:nvPicPr>
          <p:cNvPr id="7" name="图片 6">
            <a:extLst>
              <a:ext uri="{FF2B5EF4-FFF2-40B4-BE49-F238E27FC236}">
                <a16:creationId xmlns:a16="http://schemas.microsoft.com/office/drawing/2014/main" id="{67F69756-E8BA-4433-87E5-66E99C486F3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55382" y="6198937"/>
            <a:ext cx="5246370" cy="331470"/>
          </a:xfrm>
          <a:prstGeom prst="rect">
            <a:avLst/>
          </a:prstGeom>
        </p:spPr>
      </p:pic>
      <p:sp>
        <p:nvSpPr>
          <p:cNvPr id="55" name="爆炸形: 14 pt  54">
            <a:extLst>
              <a:ext uri="{FF2B5EF4-FFF2-40B4-BE49-F238E27FC236}">
                <a16:creationId xmlns:a16="http://schemas.microsoft.com/office/drawing/2014/main" id="{58BF4A93-1A23-47AF-BE18-6F0B045AE2F3}"/>
              </a:ext>
            </a:extLst>
          </p:cNvPr>
          <p:cNvSpPr/>
          <p:nvPr/>
        </p:nvSpPr>
        <p:spPr>
          <a:xfrm>
            <a:off x="153848" y="5442755"/>
            <a:ext cx="1440160" cy="936104"/>
          </a:xfrm>
          <a:prstGeom prst="irregularSeal2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CN" sz="2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4-2</a:t>
            </a:r>
            <a:endParaRPr lang="zh-CN" altLang="en-US" sz="24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785686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1144" y="1784853"/>
            <a:ext cx="6616959" cy="3572613"/>
          </a:xfrm>
          <a:prstGeom prst="rect">
            <a:avLst/>
          </a:prstGeom>
        </p:spPr>
      </p:pic>
      <p:sp>
        <p:nvSpPr>
          <p:cNvPr id="54275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620713"/>
            <a:ext cx="8483600" cy="720725"/>
          </a:xfrm>
        </p:spPr>
        <p:txBody>
          <a:bodyPr/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地址分配示例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54302" name="Text Box 54"/>
          <p:cNvSpPr txBox="1">
            <a:spLocks noChangeArrowheads="1"/>
          </p:cNvSpPr>
          <p:nvPr/>
        </p:nvSpPr>
        <p:spPr bwMode="auto">
          <a:xfrm>
            <a:off x="332640" y="1347572"/>
            <a:ext cx="417355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zh-CN" altLang="en-US" sz="2000" dirty="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例如：分配</a:t>
            </a:r>
            <a:r>
              <a:rPr kumimoji="0" lang="en-US" altLang="zh-CN" sz="2000" dirty="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202.113.16.0/23</a:t>
            </a:r>
            <a:r>
              <a:rPr kumimoji="0" lang="zh-CN" altLang="en-US" sz="2000" dirty="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地址</a:t>
            </a:r>
            <a:r>
              <a:rPr lang="zh-CN" altLang="en-US" sz="2000" dirty="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块</a:t>
            </a:r>
            <a:endParaRPr kumimoji="0" lang="en-US" altLang="zh-CN" sz="2000" dirty="0">
              <a:solidFill>
                <a:srgbClr val="000099"/>
              </a:solidFill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987005" y="1892043"/>
            <a:ext cx="1741907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202.113.16.0/25</a:t>
            </a:r>
            <a:endParaRPr lang="zh-CN" altLang="en-US" sz="1600" dirty="0"/>
          </a:p>
        </p:txBody>
      </p:sp>
      <p:sp>
        <p:nvSpPr>
          <p:cNvPr id="68" name="矩形 67"/>
          <p:cNvSpPr/>
          <p:nvPr/>
        </p:nvSpPr>
        <p:spPr>
          <a:xfrm>
            <a:off x="3287139" y="3250016"/>
            <a:ext cx="138211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600" dirty="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128.10.100.1</a:t>
            </a:r>
            <a:endParaRPr lang="zh-CN" altLang="en-US" sz="1600" dirty="0"/>
          </a:p>
        </p:txBody>
      </p:sp>
      <p:sp>
        <p:nvSpPr>
          <p:cNvPr id="69" name="矩形 68"/>
          <p:cNvSpPr/>
          <p:nvPr/>
        </p:nvSpPr>
        <p:spPr>
          <a:xfrm>
            <a:off x="5891513" y="3048008"/>
            <a:ext cx="29848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600" dirty="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</a:t>
            </a:r>
            <a:endParaRPr lang="zh-CN" altLang="en-US" sz="1600" dirty="0"/>
          </a:p>
        </p:txBody>
      </p:sp>
      <p:sp>
        <p:nvSpPr>
          <p:cNvPr id="70" name="矩形 69"/>
          <p:cNvSpPr/>
          <p:nvPr/>
        </p:nvSpPr>
        <p:spPr>
          <a:xfrm>
            <a:off x="3453847" y="1866698"/>
            <a:ext cx="1901242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202.113.16.128/25</a:t>
            </a:r>
            <a:endParaRPr lang="zh-CN" altLang="en-US" sz="1600" dirty="0"/>
          </a:p>
        </p:txBody>
      </p:sp>
      <p:sp>
        <p:nvSpPr>
          <p:cNvPr id="71" name="矩形 70"/>
          <p:cNvSpPr/>
          <p:nvPr/>
        </p:nvSpPr>
        <p:spPr>
          <a:xfrm>
            <a:off x="87178" y="4611312"/>
            <a:ext cx="1901242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202.113.17.0/26</a:t>
            </a:r>
            <a:endParaRPr lang="zh-CN" altLang="en-US" sz="1600" dirty="0"/>
          </a:p>
        </p:txBody>
      </p:sp>
      <p:sp>
        <p:nvSpPr>
          <p:cNvPr id="73" name="矩形 72"/>
          <p:cNvSpPr/>
          <p:nvPr/>
        </p:nvSpPr>
        <p:spPr>
          <a:xfrm>
            <a:off x="6025778" y="3392726"/>
            <a:ext cx="29848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600" dirty="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  <a:endParaRPr lang="zh-CN" altLang="en-US" sz="1600" dirty="0"/>
          </a:p>
        </p:txBody>
      </p:sp>
      <p:sp>
        <p:nvSpPr>
          <p:cNvPr id="74" name="矩形 73"/>
          <p:cNvSpPr/>
          <p:nvPr/>
        </p:nvSpPr>
        <p:spPr>
          <a:xfrm>
            <a:off x="6286772" y="2866592"/>
            <a:ext cx="29848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600" dirty="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</a:t>
            </a:r>
            <a:endParaRPr lang="zh-CN" altLang="en-US" sz="1600" dirty="0"/>
          </a:p>
        </p:txBody>
      </p:sp>
      <p:sp>
        <p:nvSpPr>
          <p:cNvPr id="75" name="矩形 74"/>
          <p:cNvSpPr/>
          <p:nvPr/>
        </p:nvSpPr>
        <p:spPr>
          <a:xfrm>
            <a:off x="2171009" y="4971889"/>
            <a:ext cx="1901242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202.113.17.64/26</a:t>
            </a:r>
            <a:endParaRPr lang="zh-CN" altLang="en-US" sz="1600" dirty="0"/>
          </a:p>
        </p:txBody>
      </p:sp>
      <p:sp>
        <p:nvSpPr>
          <p:cNvPr id="76" name="矩形 75"/>
          <p:cNvSpPr/>
          <p:nvPr/>
        </p:nvSpPr>
        <p:spPr>
          <a:xfrm>
            <a:off x="4173118" y="4584570"/>
            <a:ext cx="1901242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202.113.17.128/26</a:t>
            </a:r>
            <a:endParaRPr lang="zh-CN" altLang="en-US" sz="1600" dirty="0"/>
          </a:p>
        </p:txBody>
      </p:sp>
      <p:sp>
        <p:nvSpPr>
          <p:cNvPr id="79" name="矩形 78"/>
          <p:cNvSpPr/>
          <p:nvPr/>
        </p:nvSpPr>
        <p:spPr>
          <a:xfrm>
            <a:off x="2646540" y="2918968"/>
            <a:ext cx="29848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600" dirty="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</a:t>
            </a:r>
            <a:endParaRPr lang="zh-CN" altLang="en-US" sz="1600" dirty="0"/>
          </a:p>
        </p:txBody>
      </p:sp>
      <p:sp>
        <p:nvSpPr>
          <p:cNvPr id="80" name="矩形 79"/>
          <p:cNvSpPr/>
          <p:nvPr/>
        </p:nvSpPr>
        <p:spPr>
          <a:xfrm>
            <a:off x="3121630" y="2918783"/>
            <a:ext cx="29848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600" dirty="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  <a:endParaRPr lang="zh-CN" altLang="en-US" sz="1600" dirty="0"/>
          </a:p>
        </p:txBody>
      </p:sp>
      <p:sp>
        <p:nvSpPr>
          <p:cNvPr id="81" name="矩形 80"/>
          <p:cNvSpPr/>
          <p:nvPr/>
        </p:nvSpPr>
        <p:spPr>
          <a:xfrm>
            <a:off x="2490440" y="3232606"/>
            <a:ext cx="29848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600" dirty="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</a:t>
            </a:r>
            <a:endParaRPr lang="zh-CN" altLang="en-US" sz="1600" dirty="0"/>
          </a:p>
        </p:txBody>
      </p:sp>
      <p:sp>
        <p:nvSpPr>
          <p:cNvPr id="82" name="矩形 81"/>
          <p:cNvSpPr/>
          <p:nvPr/>
        </p:nvSpPr>
        <p:spPr>
          <a:xfrm>
            <a:off x="2812049" y="3431148"/>
            <a:ext cx="29848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600" dirty="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4</a:t>
            </a:r>
            <a:endParaRPr lang="zh-CN" altLang="en-US" sz="1600" dirty="0"/>
          </a:p>
        </p:txBody>
      </p:sp>
      <p:sp>
        <p:nvSpPr>
          <p:cNvPr id="83" name="矩形 82"/>
          <p:cNvSpPr/>
          <p:nvPr/>
        </p:nvSpPr>
        <p:spPr>
          <a:xfrm>
            <a:off x="3131144" y="3392726"/>
            <a:ext cx="29848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600" dirty="0">
                <a:solidFill>
                  <a:srgbClr val="000099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5</a:t>
            </a:r>
            <a:endParaRPr lang="zh-CN" altLang="en-US" sz="1600" dirty="0"/>
          </a:p>
        </p:txBody>
      </p:sp>
      <p:pic>
        <p:nvPicPr>
          <p:cNvPr id="8" name="图片 7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878271" y="4908335"/>
            <a:ext cx="4156955" cy="1662952"/>
          </a:xfrm>
          <a:prstGeom prst="rect">
            <a:avLst/>
          </a:prstGeom>
        </p:spPr>
      </p:pic>
      <p:sp>
        <p:nvSpPr>
          <p:cNvPr id="88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</a:t>
            </a: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-IPv4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地址问题及解决策略</a:t>
            </a: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470682" y="1732881"/>
            <a:ext cx="3631985" cy="833793"/>
          </a:xfrm>
          <a:prstGeom prst="rect">
            <a:avLst/>
          </a:prstGeom>
        </p:spPr>
      </p:pic>
      <p:sp>
        <p:nvSpPr>
          <p:cNvPr id="4" name="文本框 3"/>
          <p:cNvSpPr txBox="1"/>
          <p:nvPr/>
        </p:nvSpPr>
        <p:spPr>
          <a:xfrm>
            <a:off x="6682031" y="3121770"/>
            <a:ext cx="63738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/>
              <a:t>R1</a:t>
            </a:r>
            <a:endParaRPr lang="zh-CN" altLang="en-US" dirty="0"/>
          </a:p>
        </p:txBody>
      </p:sp>
      <p:sp>
        <p:nvSpPr>
          <p:cNvPr id="23" name="文本框 22"/>
          <p:cNvSpPr txBox="1"/>
          <p:nvPr/>
        </p:nvSpPr>
        <p:spPr>
          <a:xfrm>
            <a:off x="5915356" y="4490157"/>
            <a:ext cx="19068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dirty="0"/>
              <a:t>R2</a:t>
            </a:r>
            <a:r>
              <a:rPr lang="zh-CN" altLang="en-US" dirty="0"/>
              <a:t>路由表</a:t>
            </a:r>
          </a:p>
        </p:txBody>
      </p:sp>
      <p:sp>
        <p:nvSpPr>
          <p:cNvPr id="24" name="文本框 23"/>
          <p:cNvSpPr txBox="1"/>
          <p:nvPr/>
        </p:nvSpPr>
        <p:spPr>
          <a:xfrm>
            <a:off x="6365982" y="1416500"/>
            <a:ext cx="19068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dirty="0"/>
              <a:t>R1</a:t>
            </a:r>
            <a:r>
              <a:rPr lang="zh-CN" altLang="en-US" dirty="0"/>
              <a:t>路由表</a:t>
            </a:r>
          </a:p>
        </p:txBody>
      </p:sp>
      <p:sp>
        <p:nvSpPr>
          <p:cNvPr id="25" name="文本框 24"/>
          <p:cNvSpPr txBox="1"/>
          <p:nvPr/>
        </p:nvSpPr>
        <p:spPr>
          <a:xfrm>
            <a:off x="2830393" y="2820143"/>
            <a:ext cx="63738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/>
              <a:t>R2</a:t>
            </a:r>
            <a:endParaRPr lang="zh-CN" altLang="en-US" dirty="0"/>
          </a:p>
        </p:txBody>
      </p:sp>
      <p:sp>
        <p:nvSpPr>
          <p:cNvPr id="26" name="爆炸形: 14 pt  25">
            <a:extLst>
              <a:ext uri="{FF2B5EF4-FFF2-40B4-BE49-F238E27FC236}">
                <a16:creationId xmlns:a16="http://schemas.microsoft.com/office/drawing/2014/main" id="{3710DA94-8BEE-48A4-9ED5-4627475B02E6}"/>
              </a:ext>
            </a:extLst>
          </p:cNvPr>
          <p:cNvSpPr/>
          <p:nvPr/>
        </p:nvSpPr>
        <p:spPr>
          <a:xfrm>
            <a:off x="266925" y="5496324"/>
            <a:ext cx="1440160" cy="936104"/>
          </a:xfrm>
          <a:prstGeom prst="irregularSeal2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CN" sz="2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4-3</a:t>
            </a:r>
            <a:endParaRPr lang="zh-CN" altLang="en-US" sz="24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9" name="Rectangle 2"/>
          <p:cNvSpPr>
            <a:spLocks noGrp="1" noChangeArrowheads="1"/>
          </p:cNvSpPr>
          <p:nvPr>
            <p:ph type="title"/>
          </p:nvPr>
        </p:nvSpPr>
        <p:spPr>
          <a:xfrm>
            <a:off x="366712" y="609601"/>
            <a:ext cx="8453438" cy="703408"/>
          </a:xfrm>
        </p:spPr>
        <p:txBody>
          <a:bodyPr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私有</a:t>
            </a: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地址与</a:t>
            </a: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NAT</a:t>
            </a:r>
          </a:p>
        </p:txBody>
      </p:sp>
      <p:sp>
        <p:nvSpPr>
          <p:cNvPr id="6" name="Rectangle 3"/>
          <p:cNvSpPr>
            <a:spLocks noChangeArrowheads="1"/>
          </p:cNvSpPr>
          <p:nvPr/>
        </p:nvSpPr>
        <p:spPr bwMode="auto">
          <a:xfrm>
            <a:off x="366712" y="1313008"/>
            <a:ext cx="8494848" cy="39580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ts val="3200"/>
              </a:lnSpc>
              <a:spcBef>
                <a:spcPts val="600"/>
              </a:spcBef>
            </a:pPr>
            <a:r>
              <a:rPr lang="zh-CN" altLang="en-US" sz="2400" b="1" dirty="0">
                <a:solidFill>
                  <a:srgbClr val="C0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私有</a:t>
            </a:r>
            <a:r>
              <a:rPr lang="en-US" altLang="zh-CN" sz="2400" b="1" dirty="0">
                <a:solidFill>
                  <a:srgbClr val="C0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2400" b="1" dirty="0">
                <a:solidFill>
                  <a:srgbClr val="C0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地址的使用</a:t>
            </a:r>
            <a:endParaRPr lang="en-US" altLang="zh-CN" sz="2400" dirty="0">
              <a:solidFill>
                <a:srgbClr val="C00000"/>
              </a:solidFill>
              <a:cs typeface="Times New Roman" panose="02020603050405020304" pitchFamily="18" charset="0"/>
            </a:endParaRPr>
          </a:p>
          <a:p>
            <a:pPr lvl="1">
              <a:lnSpc>
                <a:spcPts val="3200"/>
              </a:lnSpc>
              <a:spcBef>
                <a:spcPts val="600"/>
              </a:spcBef>
            </a:pPr>
            <a:r>
              <a:rPr lang="zh-CN" altLang="en-US" sz="2200" dirty="0">
                <a:cs typeface="Times New Roman" panose="02020603050405020304" pitchFamily="18" charset="0"/>
              </a:rPr>
              <a:t>在私有网络（本地网络）中自由使用，但不能出现在公网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lvl="1">
              <a:lnSpc>
                <a:spcPts val="3200"/>
              </a:lnSpc>
              <a:spcBef>
                <a:spcPts val="600"/>
              </a:spcBef>
            </a:pPr>
            <a:r>
              <a:rPr lang="zh-CN" altLang="en-US" sz="2200" dirty="0">
                <a:cs typeface="Times New Roman" panose="02020603050405020304" pitchFamily="18" charset="0"/>
              </a:rPr>
              <a:t>如果数据包要进入公网，需进行私有地址到公有地址的转换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lvl="1">
              <a:lnSpc>
                <a:spcPts val="3200"/>
              </a:lnSpc>
              <a:spcBef>
                <a:spcPts val="600"/>
              </a:spcBef>
            </a:pPr>
            <a:r>
              <a:rPr lang="zh-CN" altLang="en-US" sz="2200" dirty="0">
                <a:cs typeface="Times New Roman" panose="02020603050405020304" pitchFamily="18" charset="0"/>
              </a:rPr>
              <a:t>承担地址转换的设备称为</a:t>
            </a:r>
            <a:r>
              <a:rPr lang="en-US" altLang="zh-CN" sz="2200" b="1" dirty="0">
                <a:solidFill>
                  <a:srgbClr val="C00000"/>
                </a:solidFill>
                <a:cs typeface="Times New Roman" panose="02020603050405020304" pitchFamily="18" charset="0"/>
              </a:rPr>
              <a:t>NAT</a:t>
            </a:r>
            <a:r>
              <a:rPr lang="zh-CN" altLang="en-US" sz="2200" dirty="0">
                <a:cs typeface="Times New Roman" panose="02020603050405020304" pitchFamily="18" charset="0"/>
              </a:rPr>
              <a:t>（</a:t>
            </a:r>
            <a:r>
              <a:rPr lang="en-US" altLang="zh-CN" sz="2200" dirty="0">
                <a:cs typeface="Times New Roman" panose="02020603050405020304" pitchFamily="18" charset="0"/>
              </a:rPr>
              <a:t>Network Address Translation</a:t>
            </a:r>
            <a:r>
              <a:rPr lang="zh-CN" altLang="en-US" sz="2200" dirty="0">
                <a:solidFill>
                  <a:srgbClr val="2A09B7"/>
                </a:solidFill>
                <a:cs typeface="Times New Roman" panose="02020603050405020304" pitchFamily="18" charset="0"/>
              </a:rPr>
              <a:t>）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>
              <a:lnSpc>
                <a:spcPts val="3200"/>
              </a:lnSpc>
              <a:spcBef>
                <a:spcPts val="1200"/>
              </a:spcBef>
            </a:pPr>
            <a:r>
              <a:rPr lang="zh-CN" altLang="en-US" sz="2400" dirty="0">
                <a:cs typeface="Times New Roman" panose="02020603050405020304" pitchFamily="18" charset="0"/>
              </a:rPr>
              <a:t>本地网络使用私有地址，</a:t>
            </a:r>
            <a:r>
              <a:rPr lang="en-US" altLang="zh-CN" sz="2400" b="1" dirty="0">
                <a:solidFill>
                  <a:srgbClr val="C00000"/>
                </a:solidFill>
                <a:cs typeface="Times New Roman" panose="02020603050405020304" pitchFamily="18" charset="0"/>
              </a:rPr>
              <a:t>NAT</a:t>
            </a:r>
            <a:r>
              <a:rPr lang="zh-CN" altLang="en-US" sz="2400" dirty="0">
                <a:cs typeface="Times New Roman" panose="02020603050405020304" pitchFamily="18" charset="0"/>
              </a:rPr>
              <a:t>面向公网使用公有地址</a:t>
            </a:r>
            <a:endParaRPr lang="en-US" altLang="zh-CN" sz="2400" dirty="0">
              <a:cs typeface="Times New Roman" panose="02020603050405020304" pitchFamily="18" charset="0"/>
            </a:endParaRPr>
          </a:p>
          <a:p>
            <a:pPr lvl="1">
              <a:lnSpc>
                <a:spcPts val="3200"/>
              </a:lnSpc>
              <a:spcBef>
                <a:spcPts val="600"/>
              </a:spcBef>
            </a:pPr>
            <a:r>
              <a:rPr lang="zh-CN" altLang="en-US" sz="2200" dirty="0">
                <a:cs typeface="Times New Roman" panose="02020603050405020304" pitchFamily="18" charset="0"/>
              </a:rPr>
              <a:t>仅需一个或少量的公有地址：</a:t>
            </a:r>
            <a:r>
              <a:rPr lang="zh-CN" altLang="en-US" sz="2200" b="1" dirty="0">
                <a:solidFill>
                  <a:srgbClr val="C00000"/>
                </a:solidFill>
                <a:cs typeface="Times New Roman" panose="02020603050405020304" pitchFamily="18" charset="0"/>
              </a:rPr>
              <a:t>解决地址短缺</a:t>
            </a:r>
            <a:endParaRPr lang="en-US" altLang="zh-CN" sz="2200" b="1" dirty="0">
              <a:solidFill>
                <a:srgbClr val="C00000"/>
              </a:solidFill>
              <a:cs typeface="Times New Roman" panose="02020603050405020304" pitchFamily="18" charset="0"/>
            </a:endParaRPr>
          </a:p>
          <a:p>
            <a:pPr lvl="1">
              <a:lnSpc>
                <a:spcPts val="3200"/>
              </a:lnSpc>
              <a:spcBef>
                <a:spcPts val="600"/>
              </a:spcBef>
            </a:pPr>
            <a:r>
              <a:rPr lang="zh-CN" altLang="en-US" sz="2200" dirty="0">
                <a:cs typeface="Times New Roman" panose="02020603050405020304" pitchFamily="18" charset="0"/>
              </a:rPr>
              <a:t>公有地址变化，不影响本地网络地址配置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lvl="1">
              <a:lnSpc>
                <a:spcPts val="3200"/>
              </a:lnSpc>
              <a:spcBef>
                <a:spcPts val="600"/>
              </a:spcBef>
            </a:pPr>
            <a:r>
              <a:rPr lang="zh-CN" altLang="en-US" sz="2200" dirty="0">
                <a:cs typeface="Times New Roman" panose="02020603050405020304" pitchFamily="18" charset="0"/>
              </a:rPr>
              <a:t>安全性增强：隐藏本地网络的细节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marL="0" indent="0">
              <a:lnSpc>
                <a:spcPts val="3900"/>
              </a:lnSpc>
              <a:spcBef>
                <a:spcPts val="1200"/>
              </a:spcBef>
              <a:buNone/>
            </a:pPr>
            <a:endParaRPr lang="en-US" altLang="zh-CN" sz="2400" dirty="0">
              <a:latin typeface="Arial" panose="020B0604020202020204" pitchFamily="34" charset="0"/>
            </a:endParaRPr>
          </a:p>
        </p:txBody>
      </p:sp>
      <p:sp>
        <p:nvSpPr>
          <p:cNvPr id="7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</a:t>
            </a: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-IPv4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地址问题及解决策略</a:t>
            </a:r>
          </a:p>
        </p:txBody>
      </p:sp>
      <p:graphicFrame>
        <p:nvGraphicFramePr>
          <p:cNvPr id="5" name="表格 4"/>
          <p:cNvGraphicFramePr>
            <a:graphicFrameLocks noGrp="1"/>
          </p:cNvGraphicFramePr>
          <p:nvPr/>
        </p:nvGraphicFramePr>
        <p:xfrm>
          <a:off x="3775364" y="5238766"/>
          <a:ext cx="5342505" cy="1341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92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92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8400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24633"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zh-CN" altLang="en-US" sz="16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地址范围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zh-CN" altLang="en-US" sz="16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网络个数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zh-CN" altLang="en-US" sz="16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地址类别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3"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altLang="zh-CN" sz="1600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lang="en-US" altLang="zh-CN" sz="16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.0.0.0~</a:t>
                      </a:r>
                      <a:r>
                        <a:rPr lang="en-US" altLang="zh-CN" sz="1600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lang="en-US" altLang="zh-CN" sz="16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.255.255.255 </a:t>
                      </a:r>
                      <a:endParaRPr lang="zh-CN" altLang="en-US" sz="16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altLang="zh-CN" sz="16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endParaRPr lang="zh-CN" altLang="en-US" sz="16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altLang="zh-CN" sz="16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A</a:t>
                      </a:r>
                      <a:r>
                        <a:rPr lang="zh-CN" altLang="en-US" sz="16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类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3"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altLang="zh-CN" sz="1600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172.16</a:t>
                      </a:r>
                      <a:r>
                        <a:rPr lang="en-US" altLang="zh-CN" sz="16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.0.0~</a:t>
                      </a:r>
                      <a:r>
                        <a:rPr lang="en-US" altLang="zh-CN" sz="1600" kern="1200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r>
                        <a:rPr lang="en-US" altLang="zh-CN" sz="1600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72.31</a:t>
                      </a:r>
                      <a:r>
                        <a:rPr lang="en-US" altLang="zh-CN" sz="16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.255.255 </a:t>
                      </a:r>
                      <a:endParaRPr lang="zh-CN" altLang="en-US" sz="16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altLang="zh-CN" sz="16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16</a:t>
                      </a:r>
                      <a:endParaRPr lang="zh-CN" altLang="en-US" sz="16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altLang="zh-CN" sz="16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B</a:t>
                      </a:r>
                      <a:r>
                        <a:rPr lang="zh-CN" altLang="en-US" sz="16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类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4633"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altLang="zh-CN" sz="1600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192.168.0</a:t>
                      </a:r>
                      <a:r>
                        <a:rPr lang="en-US" altLang="zh-CN" sz="16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.0~</a:t>
                      </a:r>
                      <a:r>
                        <a:rPr lang="en-US" altLang="zh-CN" sz="1600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192.168.255</a:t>
                      </a:r>
                      <a:r>
                        <a:rPr lang="en-US" altLang="zh-CN" sz="16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.255 </a:t>
                      </a:r>
                      <a:endParaRPr lang="zh-CN" altLang="en-US" sz="16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altLang="zh-CN" sz="16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256</a:t>
                      </a:r>
                      <a:endParaRPr lang="zh-CN" altLang="en-US" sz="16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600"/>
                        </a:spcBef>
                      </a:pPr>
                      <a:r>
                        <a:rPr lang="en-US" altLang="zh-CN" sz="16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C</a:t>
                      </a:r>
                      <a:r>
                        <a:rPr lang="zh-CN" altLang="en-US" sz="16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类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9" name="Rectangle 2"/>
          <p:cNvSpPr>
            <a:spLocks noGrp="1" noChangeArrowheads="1"/>
          </p:cNvSpPr>
          <p:nvPr>
            <p:ph type="title"/>
          </p:nvPr>
        </p:nvSpPr>
        <p:spPr>
          <a:xfrm>
            <a:off x="366712" y="609600"/>
            <a:ext cx="8453438" cy="803275"/>
          </a:xfrm>
        </p:spPr>
        <p:txBody>
          <a:bodyPr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网络地址转换（</a:t>
            </a: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NAT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）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6" name="Rectangle 3"/>
          <p:cNvSpPr>
            <a:spLocks noChangeArrowheads="1"/>
          </p:cNvSpPr>
          <p:nvPr/>
        </p:nvSpPr>
        <p:spPr bwMode="auto">
          <a:xfrm>
            <a:off x="366712" y="1454797"/>
            <a:ext cx="8495620" cy="5422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ts val="3200"/>
              </a:lnSpc>
              <a:spcBef>
                <a:spcPts val="600"/>
              </a:spcBef>
            </a:pPr>
            <a:r>
              <a:rPr lang="en-US" altLang="zh-CN" sz="2400" b="1" dirty="0">
                <a:solidFill>
                  <a:srgbClr val="2A09B7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NAT</a:t>
            </a:r>
            <a:r>
              <a:rPr lang="zh-CN" altLang="en-US" sz="2400" b="1" dirty="0">
                <a:solidFill>
                  <a:srgbClr val="2A09B7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功能：实现</a:t>
            </a:r>
            <a:r>
              <a:rPr lang="zh-CN" altLang="en-US" sz="2400" b="1" dirty="0">
                <a:solidFill>
                  <a:srgbClr val="C0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私有</a:t>
            </a:r>
            <a:r>
              <a:rPr lang="en-US" altLang="zh-CN" sz="2400" b="1" dirty="0">
                <a:solidFill>
                  <a:srgbClr val="C0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2400" b="1" dirty="0">
                <a:solidFill>
                  <a:srgbClr val="C0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地址</a:t>
            </a:r>
            <a:r>
              <a:rPr lang="zh-CN" altLang="en-US" sz="2400" b="1" dirty="0">
                <a:solidFill>
                  <a:srgbClr val="2A09B7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与</a:t>
            </a:r>
            <a:r>
              <a:rPr lang="zh-CN" altLang="en-US" sz="2400" b="1" dirty="0">
                <a:solidFill>
                  <a:srgbClr val="C0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公网</a:t>
            </a:r>
            <a:r>
              <a:rPr lang="en-US" altLang="zh-CN" sz="2400" b="1" dirty="0">
                <a:solidFill>
                  <a:srgbClr val="C0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2400" b="1" dirty="0">
                <a:solidFill>
                  <a:srgbClr val="C0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地址</a:t>
            </a:r>
            <a:r>
              <a:rPr lang="zh-CN" altLang="en-US" sz="2400" b="1" dirty="0">
                <a:solidFill>
                  <a:srgbClr val="2A09B7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之间的转换</a:t>
            </a:r>
            <a:endParaRPr lang="en-US" altLang="zh-CN" sz="2400" b="1" dirty="0">
              <a:solidFill>
                <a:srgbClr val="2A09B7"/>
              </a:solidFill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7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</a:t>
            </a: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-IPv4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地址问题及解决策略</a:t>
            </a:r>
          </a:p>
        </p:txBody>
      </p:sp>
      <p:grpSp>
        <p:nvGrpSpPr>
          <p:cNvPr id="2" name="组合 1"/>
          <p:cNvGrpSpPr/>
          <p:nvPr/>
        </p:nvGrpSpPr>
        <p:grpSpPr>
          <a:xfrm>
            <a:off x="167662" y="2439521"/>
            <a:ext cx="8851537" cy="2983589"/>
            <a:chOff x="133259" y="1855305"/>
            <a:chExt cx="8851537" cy="2983589"/>
          </a:xfrm>
        </p:grpSpPr>
        <p:pic>
          <p:nvPicPr>
            <p:cNvPr id="26" name="图片 25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33259" y="1855305"/>
              <a:ext cx="8851537" cy="2541160"/>
            </a:xfrm>
            <a:prstGeom prst="rect">
              <a:avLst/>
            </a:prstGeom>
          </p:spPr>
        </p:pic>
        <p:sp>
          <p:nvSpPr>
            <p:cNvPr id="25" name="任意多边形: 形状 24"/>
            <p:cNvSpPr/>
            <p:nvPr/>
          </p:nvSpPr>
          <p:spPr>
            <a:xfrm flipH="1">
              <a:off x="183696" y="2336177"/>
              <a:ext cx="2273754" cy="2502717"/>
            </a:xfrm>
            <a:custGeom>
              <a:avLst/>
              <a:gdLst>
                <a:gd name="connsiteX0" fmla="*/ 93789 w 2529924"/>
                <a:gd name="connsiteY0" fmla="*/ 1867070 h 3271601"/>
                <a:gd name="connsiteX1" fmla="*/ 106036 w 2529924"/>
                <a:gd name="connsiteY1" fmla="*/ 1471102 h 3271601"/>
                <a:gd name="connsiteX2" fmla="*/ 1028600 w 2529924"/>
                <a:gd name="connsiteY2" fmla="*/ 1320063 h 3271601"/>
                <a:gd name="connsiteX3" fmla="*/ 1310268 w 2529924"/>
                <a:gd name="connsiteY3" fmla="*/ 499552 h 3271601"/>
                <a:gd name="connsiteX4" fmla="*/ 1583771 w 2529924"/>
                <a:gd name="connsiteY4" fmla="*/ 99502 h 3271601"/>
                <a:gd name="connsiteX5" fmla="*/ 1979739 w 2529924"/>
                <a:gd name="connsiteY5" fmla="*/ 13777 h 3271601"/>
                <a:gd name="connsiteX6" fmla="*/ 2347132 w 2529924"/>
                <a:gd name="connsiteY6" fmla="*/ 324020 h 3271601"/>
                <a:gd name="connsiteX7" fmla="*/ 2473678 w 2529924"/>
                <a:gd name="connsiteY7" fmla="*/ 915931 h 3271601"/>
                <a:gd name="connsiteX8" fmla="*/ 2526746 w 2529924"/>
                <a:gd name="connsiteY8" fmla="*/ 2054849 h 3271601"/>
                <a:gd name="connsiteX9" fmla="*/ 2510418 w 2529924"/>
                <a:gd name="connsiteY9" fmla="*/ 2691663 h 3271601"/>
                <a:gd name="connsiteX10" fmla="*/ 2400200 w 2529924"/>
                <a:gd name="connsiteY10" fmla="*/ 3079467 h 3271601"/>
                <a:gd name="connsiteX11" fmla="*/ 2147107 w 2529924"/>
                <a:gd name="connsiteY11" fmla="*/ 3263163 h 3271601"/>
                <a:gd name="connsiteX12" fmla="*/ 1567443 w 2529924"/>
                <a:gd name="connsiteY12" fmla="*/ 3169274 h 3271601"/>
                <a:gd name="connsiteX13" fmla="*/ 1273528 w 2529924"/>
                <a:gd name="connsiteY13" fmla="*/ 2561035 h 3271601"/>
                <a:gd name="connsiteX14" fmla="*/ 1204132 w 2529924"/>
                <a:gd name="connsiteY14" fmla="*/ 2173231 h 3271601"/>
                <a:gd name="connsiteX15" fmla="*/ 767343 w 2529924"/>
                <a:gd name="connsiteY15" fmla="*/ 2001781 h 3271601"/>
                <a:gd name="connsiteX16" fmla="*/ 93789 w 2529924"/>
                <a:gd name="connsiteY16" fmla="*/ 1867070 h 3271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29924" h="3271601">
                  <a:moveTo>
                    <a:pt x="93789" y="1867070"/>
                  </a:moveTo>
                  <a:cubicBezTo>
                    <a:pt x="-16429" y="1778624"/>
                    <a:pt x="-49766" y="1562270"/>
                    <a:pt x="106036" y="1471102"/>
                  </a:cubicBezTo>
                  <a:cubicBezTo>
                    <a:pt x="261838" y="1379934"/>
                    <a:pt x="827895" y="1481988"/>
                    <a:pt x="1028600" y="1320063"/>
                  </a:cubicBezTo>
                  <a:cubicBezTo>
                    <a:pt x="1229305" y="1158138"/>
                    <a:pt x="1217740" y="702979"/>
                    <a:pt x="1310268" y="499552"/>
                  </a:cubicBezTo>
                  <a:cubicBezTo>
                    <a:pt x="1402796" y="296125"/>
                    <a:pt x="1472193" y="180464"/>
                    <a:pt x="1583771" y="99502"/>
                  </a:cubicBezTo>
                  <a:cubicBezTo>
                    <a:pt x="1695349" y="18540"/>
                    <a:pt x="1852512" y="-23643"/>
                    <a:pt x="1979739" y="13777"/>
                  </a:cubicBezTo>
                  <a:cubicBezTo>
                    <a:pt x="2106966" y="51197"/>
                    <a:pt x="2264809" y="173661"/>
                    <a:pt x="2347132" y="324020"/>
                  </a:cubicBezTo>
                  <a:cubicBezTo>
                    <a:pt x="2429455" y="474379"/>
                    <a:pt x="2443742" y="627460"/>
                    <a:pt x="2473678" y="915931"/>
                  </a:cubicBezTo>
                  <a:cubicBezTo>
                    <a:pt x="2503614" y="1204402"/>
                    <a:pt x="2520623" y="1758894"/>
                    <a:pt x="2526746" y="2054849"/>
                  </a:cubicBezTo>
                  <a:cubicBezTo>
                    <a:pt x="2532869" y="2350804"/>
                    <a:pt x="2531509" y="2520893"/>
                    <a:pt x="2510418" y="2691663"/>
                  </a:cubicBezTo>
                  <a:cubicBezTo>
                    <a:pt x="2489327" y="2862433"/>
                    <a:pt x="2460752" y="2984217"/>
                    <a:pt x="2400200" y="3079467"/>
                  </a:cubicBezTo>
                  <a:cubicBezTo>
                    <a:pt x="2339648" y="3174717"/>
                    <a:pt x="2285900" y="3248195"/>
                    <a:pt x="2147107" y="3263163"/>
                  </a:cubicBezTo>
                  <a:cubicBezTo>
                    <a:pt x="2008314" y="3278131"/>
                    <a:pt x="1713040" y="3286295"/>
                    <a:pt x="1567443" y="3169274"/>
                  </a:cubicBezTo>
                  <a:cubicBezTo>
                    <a:pt x="1421847" y="3052253"/>
                    <a:pt x="1334080" y="2727042"/>
                    <a:pt x="1273528" y="2561035"/>
                  </a:cubicBezTo>
                  <a:cubicBezTo>
                    <a:pt x="1212976" y="2395028"/>
                    <a:pt x="1288496" y="2266440"/>
                    <a:pt x="1204132" y="2173231"/>
                  </a:cubicBezTo>
                  <a:cubicBezTo>
                    <a:pt x="1119768" y="2080022"/>
                    <a:pt x="951039" y="2049406"/>
                    <a:pt x="767343" y="2001781"/>
                  </a:cubicBezTo>
                  <a:cubicBezTo>
                    <a:pt x="583647" y="1954156"/>
                    <a:pt x="204007" y="1955516"/>
                    <a:pt x="93789" y="1867070"/>
                  </a:cubicBezTo>
                  <a:close/>
                </a:path>
              </a:pathLst>
            </a:custGeom>
            <a:solidFill>
              <a:schemeClr val="accent6">
                <a:alpha val="28000"/>
              </a:schemeClr>
            </a:solidFill>
            <a:ln>
              <a:solidFill>
                <a:schemeClr val="accent6">
                  <a:lumMod val="20000"/>
                  <a:lumOff val="80000"/>
                </a:schemeClr>
              </a:solidFill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任意多边形: 形状 23"/>
            <p:cNvSpPr/>
            <p:nvPr/>
          </p:nvSpPr>
          <p:spPr>
            <a:xfrm>
              <a:off x="6695345" y="2336176"/>
              <a:ext cx="2273754" cy="2502718"/>
            </a:xfrm>
            <a:custGeom>
              <a:avLst/>
              <a:gdLst>
                <a:gd name="connsiteX0" fmla="*/ 93789 w 2529924"/>
                <a:gd name="connsiteY0" fmla="*/ 1867070 h 3271601"/>
                <a:gd name="connsiteX1" fmla="*/ 106036 w 2529924"/>
                <a:gd name="connsiteY1" fmla="*/ 1471102 h 3271601"/>
                <a:gd name="connsiteX2" fmla="*/ 1028600 w 2529924"/>
                <a:gd name="connsiteY2" fmla="*/ 1320063 h 3271601"/>
                <a:gd name="connsiteX3" fmla="*/ 1310268 w 2529924"/>
                <a:gd name="connsiteY3" fmla="*/ 499552 h 3271601"/>
                <a:gd name="connsiteX4" fmla="*/ 1583771 w 2529924"/>
                <a:gd name="connsiteY4" fmla="*/ 99502 h 3271601"/>
                <a:gd name="connsiteX5" fmla="*/ 1979739 w 2529924"/>
                <a:gd name="connsiteY5" fmla="*/ 13777 h 3271601"/>
                <a:gd name="connsiteX6" fmla="*/ 2347132 w 2529924"/>
                <a:gd name="connsiteY6" fmla="*/ 324020 h 3271601"/>
                <a:gd name="connsiteX7" fmla="*/ 2473678 w 2529924"/>
                <a:gd name="connsiteY7" fmla="*/ 915931 h 3271601"/>
                <a:gd name="connsiteX8" fmla="*/ 2526746 w 2529924"/>
                <a:gd name="connsiteY8" fmla="*/ 2054849 h 3271601"/>
                <a:gd name="connsiteX9" fmla="*/ 2510418 w 2529924"/>
                <a:gd name="connsiteY9" fmla="*/ 2691663 h 3271601"/>
                <a:gd name="connsiteX10" fmla="*/ 2400200 w 2529924"/>
                <a:gd name="connsiteY10" fmla="*/ 3079467 h 3271601"/>
                <a:gd name="connsiteX11" fmla="*/ 2147107 w 2529924"/>
                <a:gd name="connsiteY11" fmla="*/ 3263163 h 3271601"/>
                <a:gd name="connsiteX12" fmla="*/ 1567443 w 2529924"/>
                <a:gd name="connsiteY12" fmla="*/ 3169274 h 3271601"/>
                <a:gd name="connsiteX13" fmla="*/ 1273528 w 2529924"/>
                <a:gd name="connsiteY13" fmla="*/ 2561035 h 3271601"/>
                <a:gd name="connsiteX14" fmla="*/ 1204132 w 2529924"/>
                <a:gd name="connsiteY14" fmla="*/ 2173231 h 3271601"/>
                <a:gd name="connsiteX15" fmla="*/ 767343 w 2529924"/>
                <a:gd name="connsiteY15" fmla="*/ 2001781 h 3271601"/>
                <a:gd name="connsiteX16" fmla="*/ 93789 w 2529924"/>
                <a:gd name="connsiteY16" fmla="*/ 1867070 h 3271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29924" h="3271601">
                  <a:moveTo>
                    <a:pt x="93789" y="1867070"/>
                  </a:moveTo>
                  <a:cubicBezTo>
                    <a:pt x="-16429" y="1778624"/>
                    <a:pt x="-49766" y="1562270"/>
                    <a:pt x="106036" y="1471102"/>
                  </a:cubicBezTo>
                  <a:cubicBezTo>
                    <a:pt x="261838" y="1379934"/>
                    <a:pt x="827895" y="1481988"/>
                    <a:pt x="1028600" y="1320063"/>
                  </a:cubicBezTo>
                  <a:cubicBezTo>
                    <a:pt x="1229305" y="1158138"/>
                    <a:pt x="1217740" y="702979"/>
                    <a:pt x="1310268" y="499552"/>
                  </a:cubicBezTo>
                  <a:cubicBezTo>
                    <a:pt x="1402796" y="296125"/>
                    <a:pt x="1472193" y="180464"/>
                    <a:pt x="1583771" y="99502"/>
                  </a:cubicBezTo>
                  <a:cubicBezTo>
                    <a:pt x="1695349" y="18540"/>
                    <a:pt x="1852512" y="-23643"/>
                    <a:pt x="1979739" y="13777"/>
                  </a:cubicBezTo>
                  <a:cubicBezTo>
                    <a:pt x="2106966" y="51197"/>
                    <a:pt x="2264809" y="173661"/>
                    <a:pt x="2347132" y="324020"/>
                  </a:cubicBezTo>
                  <a:cubicBezTo>
                    <a:pt x="2429455" y="474379"/>
                    <a:pt x="2443742" y="627460"/>
                    <a:pt x="2473678" y="915931"/>
                  </a:cubicBezTo>
                  <a:cubicBezTo>
                    <a:pt x="2503614" y="1204402"/>
                    <a:pt x="2520623" y="1758894"/>
                    <a:pt x="2526746" y="2054849"/>
                  </a:cubicBezTo>
                  <a:cubicBezTo>
                    <a:pt x="2532869" y="2350804"/>
                    <a:pt x="2531509" y="2520893"/>
                    <a:pt x="2510418" y="2691663"/>
                  </a:cubicBezTo>
                  <a:cubicBezTo>
                    <a:pt x="2489327" y="2862433"/>
                    <a:pt x="2460752" y="2984217"/>
                    <a:pt x="2400200" y="3079467"/>
                  </a:cubicBezTo>
                  <a:cubicBezTo>
                    <a:pt x="2339648" y="3174717"/>
                    <a:pt x="2285900" y="3248195"/>
                    <a:pt x="2147107" y="3263163"/>
                  </a:cubicBezTo>
                  <a:cubicBezTo>
                    <a:pt x="2008314" y="3278131"/>
                    <a:pt x="1713040" y="3286295"/>
                    <a:pt x="1567443" y="3169274"/>
                  </a:cubicBezTo>
                  <a:cubicBezTo>
                    <a:pt x="1421847" y="3052253"/>
                    <a:pt x="1334080" y="2727042"/>
                    <a:pt x="1273528" y="2561035"/>
                  </a:cubicBezTo>
                  <a:cubicBezTo>
                    <a:pt x="1212976" y="2395028"/>
                    <a:pt x="1288496" y="2266440"/>
                    <a:pt x="1204132" y="2173231"/>
                  </a:cubicBezTo>
                  <a:cubicBezTo>
                    <a:pt x="1119768" y="2080022"/>
                    <a:pt x="951039" y="2049406"/>
                    <a:pt x="767343" y="2001781"/>
                  </a:cubicBezTo>
                  <a:cubicBezTo>
                    <a:pt x="583647" y="1954156"/>
                    <a:pt x="204007" y="1955516"/>
                    <a:pt x="93789" y="1867070"/>
                  </a:cubicBezTo>
                  <a:close/>
                </a:path>
              </a:pathLst>
            </a:custGeom>
            <a:solidFill>
              <a:schemeClr val="accent6">
                <a:alpha val="28000"/>
              </a:schemeClr>
            </a:solidFill>
            <a:ln>
              <a:solidFill>
                <a:schemeClr val="accent6">
                  <a:lumMod val="20000"/>
                  <a:lumOff val="80000"/>
                </a:schemeClr>
              </a:solidFill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9" name="Rectangle 2"/>
          <p:cNvSpPr>
            <a:spLocks noGrp="1" noChangeArrowheads="1"/>
          </p:cNvSpPr>
          <p:nvPr>
            <p:ph type="title"/>
          </p:nvPr>
        </p:nvSpPr>
        <p:spPr>
          <a:xfrm>
            <a:off x="366712" y="609600"/>
            <a:ext cx="8453438" cy="838200"/>
          </a:xfrm>
        </p:spPr>
        <p:txBody>
          <a:bodyPr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网络地址转换（</a:t>
            </a: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NAT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）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6" name="Rectangle 3"/>
          <p:cNvSpPr>
            <a:spLocks noChangeArrowheads="1"/>
          </p:cNvSpPr>
          <p:nvPr/>
        </p:nvSpPr>
        <p:spPr bwMode="auto">
          <a:xfrm>
            <a:off x="366712" y="1579914"/>
            <a:ext cx="8336613" cy="43118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ts val="3900"/>
              </a:lnSpc>
              <a:spcBef>
                <a:spcPts val="1200"/>
              </a:spcBef>
            </a:pPr>
            <a:r>
              <a:rPr lang="en-US" altLang="zh-CN" sz="2400" dirty="0">
                <a:cs typeface="Times New Roman" panose="02020603050405020304" pitchFamily="18" charset="0"/>
              </a:rPr>
              <a:t>NAT</a:t>
            </a:r>
            <a:r>
              <a:rPr lang="zh-CN" altLang="en-US" sz="2400" dirty="0">
                <a:cs typeface="Times New Roman" panose="02020603050405020304" pitchFamily="18" charset="0"/>
              </a:rPr>
              <a:t>实现方法</a:t>
            </a:r>
            <a:endParaRPr lang="en-US" altLang="zh-CN" sz="2400" dirty="0">
              <a:cs typeface="Times New Roman" panose="02020603050405020304" pitchFamily="18" charset="0"/>
            </a:endParaRPr>
          </a:p>
          <a:p>
            <a:pPr lvl="1">
              <a:lnSpc>
                <a:spcPts val="3600"/>
              </a:lnSpc>
              <a:spcBef>
                <a:spcPts val="1200"/>
              </a:spcBef>
            </a:pPr>
            <a:r>
              <a:rPr lang="zh-CN" altLang="en-US" sz="2200" b="1" dirty="0">
                <a:solidFill>
                  <a:srgbClr val="2A09B7"/>
                </a:solidFill>
                <a:cs typeface="Times New Roman" panose="02020603050405020304" pitchFamily="18" charset="0"/>
              </a:rPr>
              <a:t>离开本地网络的数据包</a:t>
            </a:r>
            <a:r>
              <a:rPr lang="zh-CN" altLang="en-US" sz="2200" dirty="0">
                <a:cs typeface="Times New Roman" panose="02020603050405020304" pitchFamily="18" charset="0"/>
              </a:rPr>
              <a:t>：用（</a:t>
            </a:r>
            <a:r>
              <a:rPr lang="en-US" altLang="zh-CN" sz="2200" dirty="0">
                <a:solidFill>
                  <a:srgbClr val="C00000"/>
                </a:solidFill>
                <a:cs typeface="Times New Roman" panose="02020603050405020304" pitchFamily="18" charset="0"/>
              </a:rPr>
              <a:t>NAT</a:t>
            </a:r>
            <a:r>
              <a:rPr lang="zh-CN" altLang="en-US" sz="2200" dirty="0">
                <a:solidFill>
                  <a:srgbClr val="C00000"/>
                </a:solidFill>
                <a:cs typeface="Times New Roman" panose="02020603050405020304" pitchFamily="18" charset="0"/>
              </a:rPr>
              <a:t>的</a:t>
            </a:r>
            <a:r>
              <a:rPr lang="en-US" altLang="zh-CN" sz="2200" dirty="0">
                <a:solidFill>
                  <a:srgbClr val="C00000"/>
                </a:solidFill>
                <a:cs typeface="Times New Roman" panose="02020603050405020304" pitchFamily="18" charset="0"/>
              </a:rPr>
              <a:t>IP</a:t>
            </a:r>
            <a:r>
              <a:rPr lang="zh-CN" altLang="en-US" sz="2200" dirty="0">
                <a:solidFill>
                  <a:srgbClr val="C00000"/>
                </a:solidFill>
                <a:cs typeface="Times New Roman" panose="02020603050405020304" pitchFamily="18" charset="0"/>
              </a:rPr>
              <a:t>地址</a:t>
            </a:r>
            <a:r>
              <a:rPr lang="en-US" altLang="zh-CN" sz="2200" dirty="0">
                <a:solidFill>
                  <a:srgbClr val="C00000"/>
                </a:solidFill>
                <a:cs typeface="Times New Roman" panose="02020603050405020304" pitchFamily="18" charset="0"/>
              </a:rPr>
              <a:t>+</a:t>
            </a:r>
            <a:r>
              <a:rPr lang="zh-CN" altLang="en-US" sz="2200" dirty="0">
                <a:solidFill>
                  <a:srgbClr val="C00000"/>
                </a:solidFill>
                <a:cs typeface="Times New Roman" panose="02020603050405020304" pitchFamily="18" charset="0"/>
              </a:rPr>
              <a:t>新端口</a:t>
            </a:r>
            <a:r>
              <a:rPr lang="zh-CN" altLang="en-US" sz="2200" dirty="0">
                <a:cs typeface="Times New Roman" panose="02020603050405020304" pitchFamily="18" charset="0"/>
              </a:rPr>
              <a:t>）代替（</a:t>
            </a:r>
            <a:r>
              <a:rPr lang="zh-CN" altLang="en-US" sz="2200" dirty="0">
                <a:solidFill>
                  <a:srgbClr val="C00000"/>
                </a:solidFill>
                <a:cs typeface="Times New Roman" panose="02020603050405020304" pitchFamily="18" charset="0"/>
              </a:rPr>
              <a:t>源</a:t>
            </a:r>
            <a:r>
              <a:rPr lang="en-US" altLang="zh-CN" sz="2200" dirty="0">
                <a:solidFill>
                  <a:srgbClr val="C00000"/>
                </a:solidFill>
                <a:cs typeface="Times New Roman" panose="02020603050405020304" pitchFamily="18" charset="0"/>
              </a:rPr>
              <a:t>IP</a:t>
            </a:r>
            <a:r>
              <a:rPr lang="zh-CN" altLang="en-US" sz="2200" dirty="0">
                <a:solidFill>
                  <a:srgbClr val="C00000"/>
                </a:solidFill>
                <a:cs typeface="Times New Roman" panose="02020603050405020304" pitchFamily="18" charset="0"/>
              </a:rPr>
              <a:t>地址</a:t>
            </a:r>
            <a:r>
              <a:rPr lang="en-US" altLang="zh-CN" sz="2200" dirty="0">
                <a:solidFill>
                  <a:srgbClr val="C00000"/>
                </a:solidFill>
                <a:cs typeface="Times New Roman" panose="02020603050405020304" pitchFamily="18" charset="0"/>
              </a:rPr>
              <a:t>+</a:t>
            </a:r>
            <a:r>
              <a:rPr lang="zh-CN" altLang="en-US" sz="2200" dirty="0">
                <a:solidFill>
                  <a:srgbClr val="C00000"/>
                </a:solidFill>
                <a:cs typeface="Times New Roman" panose="02020603050405020304" pitchFamily="18" charset="0"/>
              </a:rPr>
              <a:t>源端口</a:t>
            </a:r>
            <a:r>
              <a:rPr lang="zh-CN" altLang="en-US" sz="2200" dirty="0">
                <a:cs typeface="Times New Roman" panose="02020603050405020304" pitchFamily="18" charset="0"/>
              </a:rPr>
              <a:t>），远端主机返回的数据包用（</a:t>
            </a:r>
            <a:r>
              <a:rPr lang="en-US" altLang="zh-CN" sz="2200" dirty="0">
                <a:solidFill>
                  <a:srgbClr val="C00000"/>
                </a:solidFill>
                <a:cs typeface="Times New Roman" panose="02020603050405020304" pitchFamily="18" charset="0"/>
              </a:rPr>
              <a:t>NAT</a:t>
            </a:r>
            <a:r>
              <a:rPr lang="zh-CN" altLang="en-US" sz="2200" dirty="0">
                <a:solidFill>
                  <a:srgbClr val="C00000"/>
                </a:solidFill>
                <a:cs typeface="Times New Roman" panose="02020603050405020304" pitchFamily="18" charset="0"/>
              </a:rPr>
              <a:t>的</a:t>
            </a:r>
            <a:r>
              <a:rPr lang="en-US" altLang="zh-CN" sz="2200" dirty="0">
                <a:solidFill>
                  <a:srgbClr val="C00000"/>
                </a:solidFill>
                <a:cs typeface="Times New Roman" panose="02020603050405020304" pitchFamily="18" charset="0"/>
              </a:rPr>
              <a:t>IP</a:t>
            </a:r>
            <a:r>
              <a:rPr lang="zh-CN" altLang="en-US" sz="2200" dirty="0">
                <a:solidFill>
                  <a:srgbClr val="C00000"/>
                </a:solidFill>
                <a:cs typeface="Times New Roman" panose="02020603050405020304" pitchFamily="18" charset="0"/>
              </a:rPr>
              <a:t>地址</a:t>
            </a:r>
            <a:r>
              <a:rPr lang="en-US" altLang="zh-CN" sz="2200" dirty="0">
                <a:solidFill>
                  <a:srgbClr val="C00000"/>
                </a:solidFill>
                <a:cs typeface="Times New Roman" panose="02020603050405020304" pitchFamily="18" charset="0"/>
              </a:rPr>
              <a:t>+</a:t>
            </a:r>
            <a:r>
              <a:rPr lang="zh-CN" altLang="en-US" sz="2200" dirty="0">
                <a:solidFill>
                  <a:srgbClr val="C00000"/>
                </a:solidFill>
                <a:cs typeface="Times New Roman" panose="02020603050405020304" pitchFamily="18" charset="0"/>
              </a:rPr>
              <a:t>新端口</a:t>
            </a:r>
            <a:r>
              <a:rPr lang="zh-CN" altLang="en-US" sz="2200" dirty="0">
                <a:cs typeface="Times New Roman" panose="02020603050405020304" pitchFamily="18" charset="0"/>
              </a:rPr>
              <a:t>）作为目的</a:t>
            </a:r>
            <a:r>
              <a:rPr lang="en-US" altLang="zh-CN" sz="2200" dirty="0">
                <a:cs typeface="Times New Roman" panose="02020603050405020304" pitchFamily="18" charset="0"/>
              </a:rPr>
              <a:t>IP</a:t>
            </a:r>
            <a:r>
              <a:rPr lang="zh-CN" altLang="en-US" sz="2200" dirty="0">
                <a:cs typeface="Times New Roman" panose="02020603050405020304" pitchFamily="18" charset="0"/>
              </a:rPr>
              <a:t>地址和目的端口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marL="984250" lvl="2" indent="-179705">
              <a:lnSpc>
                <a:spcPts val="3600"/>
              </a:lnSpc>
              <a:spcBef>
                <a:spcPts val="1200"/>
              </a:spcBef>
            </a:pPr>
            <a:r>
              <a:rPr lang="en-US" altLang="zh-CN" dirty="0">
                <a:cs typeface="Times New Roman" panose="02020603050405020304" pitchFamily="18" charset="0"/>
              </a:rPr>
              <a:t>NAT</a:t>
            </a:r>
            <a:r>
              <a:rPr lang="zh-CN" altLang="en-US" dirty="0">
                <a:cs typeface="Times New Roman" panose="02020603050405020304" pitchFamily="18" charset="0"/>
              </a:rPr>
              <a:t>在</a:t>
            </a:r>
            <a:r>
              <a:rPr lang="zh-CN" altLang="en-US" b="1" dirty="0">
                <a:solidFill>
                  <a:srgbClr val="C00000"/>
                </a:solidFill>
                <a:cs typeface="Times New Roman" panose="02020603050405020304" pitchFamily="18" charset="0"/>
              </a:rPr>
              <a:t>转换表</a:t>
            </a:r>
            <a:r>
              <a:rPr lang="zh-CN" altLang="en-US" dirty="0">
                <a:cs typeface="Times New Roman" panose="02020603050405020304" pitchFamily="18" charset="0"/>
              </a:rPr>
              <a:t>中记录（</a:t>
            </a:r>
            <a:r>
              <a:rPr lang="en-US" altLang="zh-CN" dirty="0">
                <a:solidFill>
                  <a:srgbClr val="C00000"/>
                </a:solidFill>
                <a:cs typeface="Times New Roman" panose="02020603050405020304" pitchFamily="18" charset="0"/>
              </a:rPr>
              <a:t>NAT</a:t>
            </a:r>
            <a:r>
              <a:rPr lang="zh-CN" altLang="en-US" dirty="0">
                <a:solidFill>
                  <a:srgbClr val="C00000"/>
                </a:solidFill>
                <a:cs typeface="Times New Roman" panose="02020603050405020304" pitchFamily="18" charset="0"/>
              </a:rPr>
              <a:t>的</a:t>
            </a:r>
            <a:r>
              <a:rPr lang="en-US" altLang="zh-CN" dirty="0">
                <a:solidFill>
                  <a:srgbClr val="C00000"/>
                </a:solidFill>
                <a:cs typeface="Times New Roman" panose="02020603050405020304" pitchFamily="18" charset="0"/>
              </a:rPr>
              <a:t>IP</a:t>
            </a:r>
            <a:r>
              <a:rPr lang="zh-CN" altLang="en-US" dirty="0">
                <a:solidFill>
                  <a:srgbClr val="C00000"/>
                </a:solidFill>
                <a:cs typeface="Times New Roman" panose="02020603050405020304" pitchFamily="18" charset="0"/>
              </a:rPr>
              <a:t>地址</a:t>
            </a:r>
            <a:r>
              <a:rPr lang="en-US" altLang="zh-CN" dirty="0">
                <a:solidFill>
                  <a:srgbClr val="C00000"/>
                </a:solidFill>
                <a:cs typeface="Times New Roman" panose="02020603050405020304" pitchFamily="18" charset="0"/>
              </a:rPr>
              <a:t>+</a:t>
            </a:r>
            <a:r>
              <a:rPr lang="zh-CN" altLang="en-US" dirty="0">
                <a:solidFill>
                  <a:srgbClr val="C00000"/>
                </a:solidFill>
                <a:cs typeface="Times New Roman" panose="02020603050405020304" pitchFamily="18" charset="0"/>
              </a:rPr>
              <a:t>新端口</a:t>
            </a:r>
            <a:r>
              <a:rPr lang="zh-CN" altLang="en-US" dirty="0">
                <a:cs typeface="Times New Roman" panose="02020603050405020304" pitchFamily="18" charset="0"/>
              </a:rPr>
              <a:t>）到（</a:t>
            </a:r>
            <a:r>
              <a:rPr lang="zh-CN" altLang="en-US" dirty="0">
                <a:solidFill>
                  <a:srgbClr val="C00000"/>
                </a:solidFill>
                <a:cs typeface="Times New Roman" panose="02020603050405020304" pitchFamily="18" charset="0"/>
              </a:rPr>
              <a:t>源</a:t>
            </a:r>
            <a:r>
              <a:rPr lang="en-US" altLang="zh-CN" dirty="0">
                <a:solidFill>
                  <a:srgbClr val="C00000"/>
                </a:solidFill>
                <a:cs typeface="Times New Roman" panose="02020603050405020304" pitchFamily="18" charset="0"/>
              </a:rPr>
              <a:t>IP</a:t>
            </a:r>
            <a:r>
              <a:rPr lang="zh-CN" altLang="en-US" dirty="0">
                <a:solidFill>
                  <a:srgbClr val="C00000"/>
                </a:solidFill>
                <a:cs typeface="Times New Roman" panose="02020603050405020304" pitchFamily="18" charset="0"/>
              </a:rPr>
              <a:t>地址</a:t>
            </a:r>
            <a:r>
              <a:rPr lang="en-US" altLang="zh-CN" dirty="0">
                <a:solidFill>
                  <a:srgbClr val="C00000"/>
                </a:solidFill>
                <a:cs typeface="Times New Roman" panose="02020603050405020304" pitchFamily="18" charset="0"/>
              </a:rPr>
              <a:t>+</a:t>
            </a:r>
            <a:r>
              <a:rPr lang="zh-CN" altLang="en-US" dirty="0">
                <a:solidFill>
                  <a:srgbClr val="C00000"/>
                </a:solidFill>
                <a:cs typeface="Times New Roman" panose="02020603050405020304" pitchFamily="18" charset="0"/>
              </a:rPr>
              <a:t>源端口</a:t>
            </a:r>
            <a:r>
              <a:rPr lang="zh-CN" altLang="en-US" dirty="0">
                <a:cs typeface="Times New Roman" panose="02020603050405020304" pitchFamily="18" charset="0"/>
              </a:rPr>
              <a:t>）的映射</a:t>
            </a:r>
            <a:endParaRPr lang="en-US" altLang="zh-CN" dirty="0">
              <a:cs typeface="Times New Roman" panose="02020603050405020304" pitchFamily="18" charset="0"/>
            </a:endParaRPr>
          </a:p>
          <a:p>
            <a:pPr lvl="1">
              <a:lnSpc>
                <a:spcPts val="3600"/>
              </a:lnSpc>
              <a:spcBef>
                <a:spcPts val="1200"/>
              </a:spcBef>
            </a:pPr>
            <a:r>
              <a:rPr lang="zh-CN" altLang="en-US" sz="2200" b="1" dirty="0">
                <a:solidFill>
                  <a:srgbClr val="2A09B7"/>
                </a:solidFill>
                <a:cs typeface="Times New Roman" panose="02020603050405020304" pitchFamily="18" charset="0"/>
              </a:rPr>
              <a:t>进入本地网络的数据包</a:t>
            </a:r>
            <a:r>
              <a:rPr lang="zh-CN" altLang="en-US" sz="2200" dirty="0">
                <a:cs typeface="Times New Roman" panose="02020603050405020304" pitchFamily="18" charset="0"/>
              </a:rPr>
              <a:t>：用转换表中的（</a:t>
            </a:r>
            <a:r>
              <a:rPr lang="zh-CN" altLang="en-US" sz="2200" dirty="0">
                <a:solidFill>
                  <a:srgbClr val="C00000"/>
                </a:solidFill>
                <a:cs typeface="Times New Roman" panose="02020603050405020304" pitchFamily="18" charset="0"/>
              </a:rPr>
              <a:t>源</a:t>
            </a:r>
            <a:r>
              <a:rPr lang="en-US" altLang="zh-CN" sz="2200" dirty="0">
                <a:solidFill>
                  <a:srgbClr val="C00000"/>
                </a:solidFill>
                <a:cs typeface="Times New Roman" panose="02020603050405020304" pitchFamily="18" charset="0"/>
              </a:rPr>
              <a:t>IP</a:t>
            </a:r>
            <a:r>
              <a:rPr lang="zh-CN" altLang="en-US" sz="2200" dirty="0">
                <a:solidFill>
                  <a:srgbClr val="C00000"/>
                </a:solidFill>
                <a:cs typeface="Times New Roman" panose="02020603050405020304" pitchFamily="18" charset="0"/>
              </a:rPr>
              <a:t>地址</a:t>
            </a:r>
            <a:r>
              <a:rPr lang="en-US" altLang="zh-CN" sz="2200" dirty="0">
                <a:solidFill>
                  <a:srgbClr val="C00000"/>
                </a:solidFill>
                <a:cs typeface="Times New Roman" panose="02020603050405020304" pitchFamily="18" charset="0"/>
              </a:rPr>
              <a:t>+</a:t>
            </a:r>
            <a:r>
              <a:rPr lang="zh-CN" altLang="en-US" sz="2200" dirty="0">
                <a:solidFill>
                  <a:srgbClr val="C00000"/>
                </a:solidFill>
                <a:cs typeface="Times New Roman" panose="02020603050405020304" pitchFamily="18" charset="0"/>
              </a:rPr>
              <a:t>源端口</a:t>
            </a:r>
            <a:r>
              <a:rPr lang="zh-CN" altLang="en-US" sz="2200" dirty="0">
                <a:cs typeface="Times New Roman" panose="02020603050405020304" pitchFamily="18" charset="0"/>
              </a:rPr>
              <a:t>）代替数据包的目的</a:t>
            </a:r>
            <a:r>
              <a:rPr lang="en-US" altLang="zh-CN" sz="2200" dirty="0">
                <a:cs typeface="Times New Roman" panose="02020603050405020304" pitchFamily="18" charset="0"/>
              </a:rPr>
              <a:t>IP</a:t>
            </a:r>
            <a:r>
              <a:rPr lang="zh-CN" altLang="en-US" sz="2200" dirty="0">
                <a:cs typeface="Times New Roman" panose="02020603050405020304" pitchFamily="18" charset="0"/>
              </a:rPr>
              <a:t>地址和目的端口</a:t>
            </a:r>
            <a:endParaRPr lang="en-US" altLang="zh-CN" sz="2400" dirty="0">
              <a:latin typeface="Arial" panose="020B0604020202020204" pitchFamily="34" charset="0"/>
            </a:endParaRPr>
          </a:p>
          <a:p>
            <a:pPr>
              <a:lnSpc>
                <a:spcPts val="3900"/>
              </a:lnSpc>
              <a:spcBef>
                <a:spcPts val="1200"/>
              </a:spcBef>
            </a:pPr>
            <a:endParaRPr lang="en-US" altLang="zh-CN" sz="2400" dirty="0">
              <a:latin typeface="Arial" panose="020B0604020202020204" pitchFamily="34" charset="0"/>
            </a:endParaRPr>
          </a:p>
        </p:txBody>
      </p:sp>
      <p:sp>
        <p:nvSpPr>
          <p:cNvPr id="7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</a:t>
            </a: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-IPv4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地址问题及解决策略</a:t>
            </a:r>
          </a:p>
        </p:txBody>
      </p:sp>
      <p:sp>
        <p:nvSpPr>
          <p:cNvPr id="5" name="矩形 4"/>
          <p:cNvSpPr/>
          <p:nvPr/>
        </p:nvSpPr>
        <p:spPr>
          <a:xfrm>
            <a:off x="4356100" y="828645"/>
            <a:ext cx="4587250" cy="40011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NAPT</a:t>
            </a:r>
            <a:r>
              <a:rPr lang="zh-CN" altLang="en-US" sz="2000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：</a:t>
            </a:r>
            <a:r>
              <a:rPr lang="en-US" altLang="zh-CN" sz="2000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Network Address/Port Translation</a:t>
            </a:r>
            <a:endParaRPr lang="zh-CN" altLang="en-US" sz="2000" dirty="0"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9" name="Rectangle 2"/>
          <p:cNvSpPr>
            <a:spLocks noGrp="1" noChangeArrowheads="1"/>
          </p:cNvSpPr>
          <p:nvPr>
            <p:ph type="title"/>
          </p:nvPr>
        </p:nvSpPr>
        <p:spPr>
          <a:xfrm>
            <a:off x="366712" y="609600"/>
            <a:ext cx="8453438" cy="803275"/>
          </a:xfrm>
        </p:spPr>
        <p:txBody>
          <a:bodyPr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网络地址转换（</a:t>
            </a: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NAT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）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6" name="Rectangle 3"/>
          <p:cNvSpPr>
            <a:spLocks noChangeArrowheads="1"/>
          </p:cNvSpPr>
          <p:nvPr/>
        </p:nvSpPr>
        <p:spPr bwMode="auto">
          <a:xfrm>
            <a:off x="366712" y="1423923"/>
            <a:ext cx="8253413" cy="4577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ts val="3200"/>
              </a:lnSpc>
              <a:spcBef>
                <a:spcPts val="1200"/>
              </a:spcBef>
            </a:pPr>
            <a:r>
              <a:rPr lang="en-US" altLang="zh-CN" sz="2400" b="1" dirty="0">
                <a:solidFill>
                  <a:srgbClr val="2A09B7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NAT</a:t>
            </a:r>
            <a:r>
              <a:rPr lang="zh-CN" altLang="en-US" sz="2400" b="1" dirty="0">
                <a:solidFill>
                  <a:srgbClr val="2A09B7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地址转换与地址转换表</a:t>
            </a:r>
            <a:endParaRPr lang="en-US" altLang="zh-CN" sz="2400" b="1" dirty="0">
              <a:solidFill>
                <a:srgbClr val="2A09B7"/>
              </a:solidFill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7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</a:t>
            </a: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-IPv4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地址问题及解决策略</a:t>
            </a:r>
          </a:p>
        </p:txBody>
      </p:sp>
      <p:pic>
        <p:nvPicPr>
          <p:cNvPr id="13" name="图片 12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23875" y="2163762"/>
            <a:ext cx="8096250" cy="2530475"/>
          </a:xfrm>
          <a:prstGeom prst="rect">
            <a:avLst/>
          </a:prstGeom>
        </p:spPr>
      </p:pic>
      <p:pic>
        <p:nvPicPr>
          <p:cNvPr id="12" name="图片 11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15314" y="2403668"/>
            <a:ext cx="2366963" cy="1247775"/>
          </a:xfrm>
          <a:prstGeom prst="rect">
            <a:avLst/>
          </a:prstGeom>
        </p:spPr>
      </p:pic>
      <p:graphicFrame>
        <p:nvGraphicFramePr>
          <p:cNvPr id="2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484924"/>
              </p:ext>
            </p:extLst>
          </p:nvPr>
        </p:nvGraphicFramePr>
        <p:xfrm>
          <a:off x="1545431" y="5298653"/>
          <a:ext cx="6096000" cy="792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52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外侧</a:t>
                      </a:r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IP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外侧端口</a:t>
                      </a:r>
                    </a:p>
                  </a:txBody>
                  <a:tcP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内部</a:t>
                      </a:r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IP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内部端口</a:t>
                      </a:r>
                    </a:p>
                  </a:txBody>
                  <a:tcP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100.0.0.1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2000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192.168.0.2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6000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322040" y="4890246"/>
            <a:ext cx="253347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地址转换表（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NAT B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9" name="Rectangle 2"/>
          <p:cNvSpPr>
            <a:spLocks noGrp="1" noChangeArrowheads="1"/>
          </p:cNvSpPr>
          <p:nvPr>
            <p:ph type="title"/>
          </p:nvPr>
        </p:nvSpPr>
        <p:spPr>
          <a:xfrm>
            <a:off x="366712" y="609601"/>
            <a:ext cx="8453438" cy="805450"/>
          </a:xfrm>
        </p:spPr>
        <p:txBody>
          <a:bodyPr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网络地址转换（</a:t>
            </a: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NAT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）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6" name="Rectangle 3"/>
          <p:cNvSpPr>
            <a:spLocks noChangeArrowheads="1"/>
          </p:cNvSpPr>
          <p:nvPr/>
        </p:nvSpPr>
        <p:spPr bwMode="auto">
          <a:xfrm>
            <a:off x="418351" y="1415051"/>
            <a:ext cx="8340854" cy="5538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ts val="3200"/>
              </a:lnSpc>
              <a:spcBef>
                <a:spcPts val="1200"/>
              </a:spcBef>
            </a:pPr>
            <a:r>
              <a:rPr lang="en-US" altLang="zh-CN" sz="2400" b="1" dirty="0">
                <a:solidFill>
                  <a:srgbClr val="2A09B7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NAT</a:t>
            </a:r>
            <a:r>
              <a:rPr lang="zh-CN" altLang="en-US" sz="2400" b="1" dirty="0">
                <a:solidFill>
                  <a:srgbClr val="2A09B7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地址转换与</a:t>
            </a:r>
            <a:r>
              <a:rPr lang="en-US" altLang="zh-CN" sz="2400" b="1" dirty="0">
                <a:solidFill>
                  <a:srgbClr val="2A09B7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NAT</a:t>
            </a:r>
            <a:r>
              <a:rPr lang="zh-CN" altLang="en-US" sz="2400" b="1" dirty="0">
                <a:solidFill>
                  <a:srgbClr val="2A09B7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地址转换</a:t>
            </a:r>
            <a:r>
              <a:rPr lang="zh-CN" altLang="en-US" sz="2200" b="1" dirty="0">
                <a:solidFill>
                  <a:srgbClr val="2A09B7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表</a:t>
            </a:r>
            <a:endParaRPr lang="en-US" altLang="zh-CN" sz="2200" b="1" dirty="0">
              <a:solidFill>
                <a:srgbClr val="2A09B7"/>
              </a:solidFill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7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</a:t>
            </a: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-IPv4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地址问题及解决策略</a:t>
            </a:r>
          </a:p>
        </p:txBody>
      </p:sp>
      <p:pic>
        <p:nvPicPr>
          <p:cNvPr id="13" name="图片 12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79296" y="2192861"/>
            <a:ext cx="8096250" cy="2530475"/>
          </a:xfrm>
          <a:prstGeom prst="rect">
            <a:avLst/>
          </a:prstGeom>
        </p:spPr>
      </p:pic>
      <p:pic>
        <p:nvPicPr>
          <p:cNvPr id="12" name="图片 11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15314" y="2403668"/>
            <a:ext cx="2366963" cy="1247775"/>
          </a:xfrm>
          <a:prstGeom prst="rect">
            <a:avLst/>
          </a:prstGeom>
        </p:spPr>
      </p:pic>
      <p:graphicFrame>
        <p:nvGraphicFramePr>
          <p:cNvPr id="10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1856589"/>
              </p:ext>
            </p:extLst>
          </p:nvPr>
        </p:nvGraphicFramePr>
        <p:xfrm>
          <a:off x="1647031" y="5166359"/>
          <a:ext cx="6096000" cy="11887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52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外侧</a:t>
                      </a:r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IP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外侧端口</a:t>
                      </a:r>
                    </a:p>
                  </a:txBody>
                  <a:tcP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内部</a:t>
                      </a:r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IP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内部端口</a:t>
                      </a:r>
                    </a:p>
                  </a:txBody>
                  <a:tcP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100.0.0.1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2000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192.168.0.2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6000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solidFill>
                            <a:srgbClr val="C00000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100.0.0.1</a:t>
                      </a:r>
                      <a:endParaRPr lang="zh-CN" altLang="en-US" sz="2000" dirty="0">
                        <a:solidFill>
                          <a:srgbClr val="C00000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solidFill>
                            <a:srgbClr val="C00000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80</a:t>
                      </a:r>
                      <a:endParaRPr lang="zh-CN" altLang="en-US" sz="2000" dirty="0">
                        <a:solidFill>
                          <a:srgbClr val="C00000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solidFill>
                            <a:srgbClr val="C00000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192.168.0.6</a:t>
                      </a:r>
                      <a:endParaRPr lang="zh-CN" altLang="en-US" sz="2000" dirty="0">
                        <a:solidFill>
                          <a:srgbClr val="C00000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solidFill>
                            <a:srgbClr val="C00000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80</a:t>
                      </a:r>
                      <a:endParaRPr lang="zh-CN" altLang="en-US" sz="2000" dirty="0">
                        <a:solidFill>
                          <a:srgbClr val="C00000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1" name="文本框 10"/>
          <p:cNvSpPr txBox="1"/>
          <p:nvPr/>
        </p:nvSpPr>
        <p:spPr>
          <a:xfrm>
            <a:off x="3423640" y="4757952"/>
            <a:ext cx="253347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地址转换表（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NAT B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9" name="Rectangle 2"/>
          <p:cNvSpPr>
            <a:spLocks noGrp="1" noChangeArrowheads="1"/>
          </p:cNvSpPr>
          <p:nvPr>
            <p:ph type="title"/>
          </p:nvPr>
        </p:nvSpPr>
        <p:spPr>
          <a:xfrm>
            <a:off x="366712" y="609600"/>
            <a:ext cx="8453438" cy="803275"/>
          </a:xfrm>
        </p:spPr>
        <p:txBody>
          <a:bodyPr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网络地址转换（</a:t>
            </a: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NAT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）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6" name="Rectangle 3"/>
          <p:cNvSpPr>
            <a:spLocks noChangeArrowheads="1"/>
          </p:cNvSpPr>
          <p:nvPr/>
        </p:nvSpPr>
        <p:spPr bwMode="auto">
          <a:xfrm>
            <a:off x="366712" y="1538379"/>
            <a:ext cx="8494848" cy="1284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ts val="3200"/>
              </a:lnSpc>
              <a:spcBef>
                <a:spcPts val="600"/>
              </a:spcBef>
            </a:pPr>
            <a:r>
              <a:rPr lang="en-US" altLang="zh-CN" sz="2400" b="1" dirty="0">
                <a:solidFill>
                  <a:srgbClr val="2A09B7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NAT</a:t>
            </a:r>
            <a:r>
              <a:rPr lang="zh-CN" altLang="en-US" sz="2400" b="1" dirty="0">
                <a:solidFill>
                  <a:srgbClr val="2A09B7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问题讨论</a:t>
            </a:r>
            <a:endParaRPr lang="en-US" altLang="zh-CN" sz="2400" b="1" dirty="0">
              <a:solidFill>
                <a:srgbClr val="2A09B7"/>
              </a:solidFill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lvl="1">
              <a:lnSpc>
                <a:spcPts val="3200"/>
              </a:lnSpc>
              <a:spcBef>
                <a:spcPts val="0"/>
              </a:spcBef>
            </a:pPr>
            <a:r>
              <a:rPr lang="zh-CN" altLang="en-US" sz="2200" dirty="0">
                <a:solidFill>
                  <a:srgbClr val="C00000"/>
                </a:solidFill>
                <a:cs typeface="Times New Roman" panose="02020603050405020304" pitchFamily="18" charset="0"/>
              </a:rPr>
              <a:t>破坏端到端原则，应用部署困难</a:t>
            </a:r>
          </a:p>
          <a:p>
            <a:pPr marL="987425" lvl="2" indent="-182880">
              <a:lnSpc>
                <a:spcPts val="3200"/>
              </a:lnSpc>
              <a:spcBef>
                <a:spcPts val="0"/>
              </a:spcBef>
            </a:pPr>
            <a:r>
              <a:rPr lang="zh-CN" altLang="en-US" dirty="0">
                <a:cs typeface="Times New Roman" panose="02020603050405020304" pitchFamily="18" charset="0"/>
              </a:rPr>
              <a:t>例如：服务器辅助的对等通信</a:t>
            </a:r>
            <a:endParaRPr lang="en-US" altLang="zh-CN" dirty="0">
              <a:cs typeface="Times New Roman" panose="02020603050405020304" pitchFamily="18" charset="0"/>
            </a:endParaRPr>
          </a:p>
        </p:txBody>
      </p:sp>
      <p:sp>
        <p:nvSpPr>
          <p:cNvPr id="7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</a:t>
            </a: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-IPv4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地址问题及解决策略</a:t>
            </a:r>
          </a:p>
        </p:txBody>
      </p:sp>
      <p:sp>
        <p:nvSpPr>
          <p:cNvPr id="5" name="矩形 4"/>
          <p:cNvSpPr/>
          <p:nvPr/>
        </p:nvSpPr>
        <p:spPr>
          <a:xfrm>
            <a:off x="5067300" y="830493"/>
            <a:ext cx="3794261" cy="70788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marL="285750" lvl="1" indent="-285750"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zh-CN" altLang="en-US" sz="2000" dirty="0">
                <a:latin typeface="楷体" panose="02010609060101010101" pitchFamily="49" charset="-122"/>
                <a:ea typeface="楷体" panose="02010609060101010101" pitchFamily="49" charset="-122"/>
              </a:rPr>
              <a:t>地址端口转换、影响网络性能</a:t>
            </a:r>
            <a:endParaRPr lang="en-US" altLang="zh-CN" sz="2000" dirty="0">
              <a:latin typeface="楷体" panose="02010609060101010101" pitchFamily="49" charset="-122"/>
              <a:ea typeface="楷体" panose="02010609060101010101" pitchFamily="49" charset="-122"/>
            </a:endParaRPr>
          </a:p>
          <a:p>
            <a:pPr marL="285750" lvl="1" indent="-285750"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zh-CN" altLang="en-US" sz="2000" dirty="0">
                <a:latin typeface="楷体" panose="02010609060101010101" pitchFamily="49" charset="-122"/>
                <a:ea typeface="楷体" panose="02010609060101010101" pitchFamily="49" charset="-122"/>
              </a:rPr>
              <a:t>安全溯源、网络监管困难</a:t>
            </a:r>
            <a:endParaRPr lang="en-US" altLang="zh-CN" sz="2000" dirty="0">
              <a:latin typeface="楷体" panose="02010609060101010101" pitchFamily="49" charset="-122"/>
              <a:ea typeface="楷体" panose="02010609060101010101" pitchFamily="49" charset="-122"/>
            </a:endParaRPr>
          </a:p>
        </p:txBody>
      </p:sp>
      <p:pic>
        <p:nvPicPr>
          <p:cNvPr id="11" name="图片 10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345254" y="3079124"/>
            <a:ext cx="6453491" cy="2746007"/>
          </a:xfrm>
          <a:prstGeom prst="rect">
            <a:avLst/>
          </a:prstGeom>
        </p:spPr>
      </p:pic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9" name="Rectangle 2"/>
          <p:cNvSpPr>
            <a:spLocks noGrp="1" noChangeArrowheads="1"/>
          </p:cNvSpPr>
          <p:nvPr>
            <p:ph type="title"/>
          </p:nvPr>
        </p:nvSpPr>
        <p:spPr>
          <a:xfrm>
            <a:off x="366712" y="609600"/>
            <a:ext cx="8453438" cy="803275"/>
          </a:xfrm>
        </p:spPr>
        <p:txBody>
          <a:bodyPr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网络地址转换（</a:t>
            </a: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NAT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）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6" name="Rectangle 3"/>
          <p:cNvSpPr>
            <a:spLocks noChangeArrowheads="1"/>
          </p:cNvSpPr>
          <p:nvPr/>
        </p:nvSpPr>
        <p:spPr bwMode="auto">
          <a:xfrm>
            <a:off x="366712" y="1313010"/>
            <a:ext cx="8494848" cy="13360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ts val="3200"/>
              </a:lnSpc>
              <a:spcBef>
                <a:spcPts val="600"/>
              </a:spcBef>
            </a:pPr>
            <a:r>
              <a:rPr lang="en-US" altLang="zh-CN" sz="2400" b="1" dirty="0">
                <a:solidFill>
                  <a:srgbClr val="2A09B7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NAT</a:t>
            </a:r>
            <a:r>
              <a:rPr lang="zh-CN" altLang="en-US" sz="2400" b="1" dirty="0">
                <a:solidFill>
                  <a:srgbClr val="2A09B7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问题讨论</a:t>
            </a:r>
            <a:endParaRPr lang="en-US" altLang="zh-CN" sz="2400" b="1" dirty="0">
              <a:solidFill>
                <a:srgbClr val="2A09B7"/>
              </a:solidFill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lvl="1">
              <a:lnSpc>
                <a:spcPts val="3200"/>
              </a:lnSpc>
              <a:spcBef>
                <a:spcPts val="0"/>
              </a:spcBef>
            </a:pPr>
            <a:r>
              <a:rPr lang="zh-CN" altLang="en-US" sz="2200" dirty="0">
                <a:solidFill>
                  <a:srgbClr val="C00000"/>
                </a:solidFill>
                <a:cs typeface="Times New Roman" panose="02020603050405020304" pitchFamily="18" charset="0"/>
              </a:rPr>
              <a:t>破坏端到端原则，应用部署困难</a:t>
            </a:r>
          </a:p>
          <a:p>
            <a:pPr marL="987425" lvl="2" indent="-182880">
              <a:lnSpc>
                <a:spcPts val="3200"/>
              </a:lnSpc>
              <a:spcBef>
                <a:spcPts val="0"/>
              </a:spcBef>
            </a:pPr>
            <a:r>
              <a:rPr lang="zh-CN" altLang="en-US" dirty="0">
                <a:cs typeface="Times New Roman" panose="02020603050405020304" pitchFamily="18" charset="0"/>
              </a:rPr>
              <a:t>例如：服务器辅助的对等通信</a:t>
            </a:r>
            <a:endParaRPr lang="en-US" altLang="zh-CN" dirty="0">
              <a:cs typeface="Times New Roman" panose="02020603050405020304" pitchFamily="18" charset="0"/>
            </a:endParaRPr>
          </a:p>
        </p:txBody>
      </p:sp>
      <p:sp>
        <p:nvSpPr>
          <p:cNvPr id="7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</a:t>
            </a: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-IPv4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地址问题及解决策略</a:t>
            </a:r>
          </a:p>
        </p:txBody>
      </p:sp>
      <p:sp>
        <p:nvSpPr>
          <p:cNvPr id="10" name="文本框 9"/>
          <p:cNvSpPr txBox="1"/>
          <p:nvPr/>
        </p:nvSpPr>
        <p:spPr>
          <a:xfrm>
            <a:off x="995364" y="5848290"/>
            <a:ext cx="6976510" cy="430887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zh-CN" altLang="en-US" sz="2200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讨论问题：考虑服务器辅助的对等通信，工作流程如何？</a:t>
            </a:r>
          </a:p>
        </p:txBody>
      </p:sp>
      <p:pic>
        <p:nvPicPr>
          <p:cNvPr id="14" name="图片 1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177500" y="2772713"/>
            <a:ext cx="2794373" cy="650119"/>
          </a:xfrm>
          <a:prstGeom prst="rect">
            <a:avLst/>
          </a:prstGeom>
        </p:spPr>
      </p:pic>
      <p:pic>
        <p:nvPicPr>
          <p:cNvPr id="16" name="图片 15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67590" y="2713265"/>
            <a:ext cx="8608819" cy="2690678"/>
          </a:xfrm>
          <a:prstGeom prst="rect">
            <a:avLst/>
          </a:prstGeom>
        </p:spPr>
      </p:pic>
      <p:sp>
        <p:nvSpPr>
          <p:cNvPr id="2" name="箭头: 左右 1"/>
          <p:cNvSpPr/>
          <p:nvPr/>
        </p:nvSpPr>
        <p:spPr>
          <a:xfrm>
            <a:off x="1842923" y="5080392"/>
            <a:ext cx="5595846" cy="218891"/>
          </a:xfrm>
          <a:prstGeom prst="leftRightArrow">
            <a:avLst/>
          </a:prstGeom>
          <a:solidFill>
            <a:schemeClr val="accent6">
              <a:lumMod val="40000"/>
              <a:lumOff val="60000"/>
            </a:schemeClr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9" name="Rectangle 2"/>
          <p:cNvSpPr>
            <a:spLocks noGrp="1" noChangeArrowheads="1"/>
          </p:cNvSpPr>
          <p:nvPr>
            <p:ph type="title"/>
          </p:nvPr>
        </p:nvSpPr>
        <p:spPr>
          <a:xfrm>
            <a:off x="366712" y="609600"/>
            <a:ext cx="8453438" cy="803275"/>
          </a:xfrm>
        </p:spPr>
        <p:txBody>
          <a:bodyPr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网络地址转换（</a:t>
            </a: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NAT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）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6" name="Rectangle 3"/>
          <p:cNvSpPr>
            <a:spLocks noChangeArrowheads="1"/>
          </p:cNvSpPr>
          <p:nvPr/>
        </p:nvSpPr>
        <p:spPr bwMode="auto">
          <a:xfrm>
            <a:off x="366712" y="1412874"/>
            <a:ext cx="8336613" cy="4835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sz="2400" dirty="0">
                <a:cs typeface="Times New Roman" panose="02020603050405020304" pitchFamily="18" charset="0"/>
              </a:rPr>
              <a:t>NAT</a:t>
            </a:r>
            <a:r>
              <a:rPr lang="zh-CN" altLang="en-US" sz="2400" dirty="0">
                <a:cs typeface="Times New Roman" panose="02020603050405020304" pitchFamily="18" charset="0"/>
              </a:rPr>
              <a:t>问题讨论</a:t>
            </a:r>
            <a:endParaRPr lang="en-US" altLang="zh-CN" sz="2400" dirty="0">
              <a:cs typeface="Times New Roman" panose="02020603050405020304" pitchFamily="18" charset="0"/>
            </a:endParaRPr>
          </a:p>
          <a:p>
            <a:pPr lvl="1">
              <a:lnSpc>
                <a:spcPct val="150000"/>
              </a:lnSpc>
              <a:spcBef>
                <a:spcPts val="1200"/>
              </a:spcBef>
            </a:pPr>
            <a:r>
              <a:rPr lang="zh-CN" altLang="en-US" sz="2200" b="1" dirty="0">
                <a:solidFill>
                  <a:srgbClr val="2A09B7"/>
                </a:solidFill>
                <a:cs typeface="Times New Roman" panose="02020603050405020304" pitchFamily="18" charset="0"/>
              </a:rPr>
              <a:t>锥形</a:t>
            </a:r>
            <a:r>
              <a:rPr lang="en-US" altLang="zh-CN" sz="2200" b="1" dirty="0">
                <a:solidFill>
                  <a:srgbClr val="2A09B7"/>
                </a:solidFill>
                <a:cs typeface="Times New Roman" panose="02020603050405020304" pitchFamily="18" charset="0"/>
              </a:rPr>
              <a:t>NAT</a:t>
            </a:r>
            <a:r>
              <a:rPr lang="zh-CN" altLang="en-US" sz="2200" dirty="0">
                <a:cs typeface="Times New Roman" panose="02020603050405020304" pitchFamily="18" charset="0"/>
              </a:rPr>
              <a:t>：内部主机的私有</a:t>
            </a:r>
            <a:r>
              <a:rPr lang="en-US" altLang="zh-CN" sz="2200" dirty="0">
                <a:cs typeface="Times New Roman" panose="02020603050405020304" pitchFamily="18" charset="0"/>
              </a:rPr>
              <a:t>IP</a:t>
            </a:r>
            <a:r>
              <a:rPr lang="zh-CN" altLang="en-US" sz="2200" dirty="0">
                <a:cs typeface="Times New Roman" panose="02020603050405020304" pitchFamily="18" charset="0"/>
              </a:rPr>
              <a:t>和端口始终映射到同一公网</a:t>
            </a:r>
            <a:r>
              <a:rPr lang="en-US" altLang="zh-CN" sz="2200" dirty="0">
                <a:cs typeface="Times New Roman" panose="02020603050405020304" pitchFamily="18" charset="0"/>
              </a:rPr>
              <a:t>IP</a:t>
            </a:r>
            <a:r>
              <a:rPr lang="zh-CN" altLang="en-US" sz="2200" dirty="0">
                <a:cs typeface="Times New Roman" panose="02020603050405020304" pitchFamily="18" charset="0"/>
              </a:rPr>
              <a:t>和端口‌，形成“一对多”映射模型</a:t>
            </a:r>
            <a:r>
              <a:rPr lang="zh-CN" altLang="en-US" sz="1600" b="0" i="0" dirty="0">
                <a:solidFill>
                  <a:srgbClr val="333333"/>
                </a:solidFill>
                <a:effectLst/>
                <a:latin typeface="PingFang SC"/>
              </a:rPr>
              <a:t>‌</a:t>
            </a:r>
            <a:endParaRPr lang="en-US" altLang="zh-CN" sz="2000" dirty="0">
              <a:cs typeface="Times New Roman" panose="02020603050405020304" pitchFamily="18" charset="0"/>
            </a:endParaRPr>
          </a:p>
          <a:p>
            <a:pPr marL="984250" lvl="2" indent="-179705">
              <a:lnSpc>
                <a:spcPct val="150000"/>
              </a:lnSpc>
              <a:spcBef>
                <a:spcPts val="1200"/>
              </a:spcBef>
            </a:pPr>
            <a:r>
              <a:rPr lang="zh-CN" altLang="en-US" sz="1600" dirty="0">
                <a:cs typeface="Times New Roman" panose="02020603050405020304" pitchFamily="18" charset="0"/>
              </a:rPr>
              <a:t>全锥形</a:t>
            </a:r>
            <a:r>
              <a:rPr lang="en-US" altLang="zh-CN" sz="1600" dirty="0">
                <a:cs typeface="Times New Roman" panose="02020603050405020304" pitchFamily="18" charset="0"/>
              </a:rPr>
              <a:t>NAT</a:t>
            </a:r>
            <a:r>
              <a:rPr lang="zh-CN" altLang="en-US" sz="1600" dirty="0">
                <a:cs typeface="Times New Roman" panose="02020603050405020304" pitchFamily="18" charset="0"/>
              </a:rPr>
              <a:t>：任何外部主机只要知道映射后的公网</a:t>
            </a:r>
            <a:r>
              <a:rPr lang="en-US" altLang="zh-CN" sz="1600" dirty="0">
                <a:cs typeface="Times New Roman" panose="02020603050405020304" pitchFamily="18" charset="0"/>
              </a:rPr>
              <a:t>IP</a:t>
            </a:r>
            <a:r>
              <a:rPr lang="zh-CN" altLang="en-US" sz="1600" dirty="0">
                <a:cs typeface="Times New Roman" panose="02020603050405020304" pitchFamily="18" charset="0"/>
              </a:rPr>
              <a:t>和端口，均可直接访问内部主机，无需内网主机先发起通信‌</a:t>
            </a:r>
            <a:endParaRPr lang="en-US" altLang="zh-CN" sz="1600" dirty="0">
              <a:cs typeface="Times New Roman" panose="02020603050405020304" pitchFamily="18" charset="0"/>
            </a:endParaRPr>
          </a:p>
          <a:p>
            <a:pPr marL="984250" lvl="2" indent="-179705">
              <a:lnSpc>
                <a:spcPct val="150000"/>
              </a:lnSpc>
              <a:spcBef>
                <a:spcPts val="1200"/>
              </a:spcBef>
            </a:pPr>
            <a:r>
              <a:rPr lang="zh-CN" altLang="en-US" sz="1600" dirty="0">
                <a:cs typeface="Times New Roman" panose="02020603050405020304" pitchFamily="18" charset="0"/>
              </a:rPr>
              <a:t>地址受限锥形</a:t>
            </a:r>
            <a:r>
              <a:rPr lang="en-US" altLang="zh-CN" sz="1600" dirty="0">
                <a:cs typeface="Times New Roman" panose="02020603050405020304" pitchFamily="18" charset="0"/>
              </a:rPr>
              <a:t>NAT</a:t>
            </a:r>
            <a:r>
              <a:rPr lang="zh-CN" altLang="en-US" sz="1600" dirty="0">
                <a:cs typeface="Times New Roman" panose="02020603050405020304" pitchFamily="18" charset="0"/>
              </a:rPr>
              <a:t>：仅允许已向内网主机发送过数据的外部</a:t>
            </a:r>
            <a:r>
              <a:rPr lang="en-US" altLang="zh-CN" sz="1600" dirty="0">
                <a:cs typeface="Times New Roman" panose="02020603050405020304" pitchFamily="18" charset="0"/>
              </a:rPr>
              <a:t>IP</a:t>
            </a:r>
            <a:r>
              <a:rPr lang="zh-CN" altLang="en-US" sz="1600" dirty="0">
                <a:cs typeface="Times New Roman" panose="02020603050405020304" pitchFamily="18" charset="0"/>
              </a:rPr>
              <a:t>访问内部主机</a:t>
            </a:r>
            <a:endParaRPr lang="en-US" altLang="zh-CN" sz="1600" dirty="0">
              <a:cs typeface="Times New Roman" panose="02020603050405020304" pitchFamily="18" charset="0"/>
            </a:endParaRPr>
          </a:p>
          <a:p>
            <a:pPr marL="984250" lvl="2" indent="-179705">
              <a:lnSpc>
                <a:spcPct val="150000"/>
              </a:lnSpc>
              <a:spcBef>
                <a:spcPts val="1200"/>
              </a:spcBef>
            </a:pPr>
            <a:r>
              <a:rPr lang="zh-CN" altLang="en-US" sz="1600" dirty="0">
                <a:cs typeface="Times New Roman" panose="02020603050405020304" pitchFamily="18" charset="0"/>
              </a:rPr>
              <a:t>端口受限锥形</a:t>
            </a:r>
            <a:r>
              <a:rPr lang="en-US" altLang="zh-CN" sz="1600" dirty="0">
                <a:cs typeface="Times New Roman" panose="02020603050405020304" pitchFamily="18" charset="0"/>
              </a:rPr>
              <a:t>NAT</a:t>
            </a:r>
            <a:r>
              <a:rPr lang="zh-CN" altLang="en-US" sz="1600" dirty="0">
                <a:cs typeface="Times New Roman" panose="02020603050405020304" pitchFamily="18" charset="0"/>
              </a:rPr>
              <a:t>：在地址受限的基础上，要求外部</a:t>
            </a:r>
            <a:r>
              <a:rPr lang="en-US" altLang="zh-CN" sz="1600" dirty="0">
                <a:cs typeface="Times New Roman" panose="02020603050405020304" pitchFamily="18" charset="0"/>
              </a:rPr>
              <a:t>IP</a:t>
            </a:r>
            <a:r>
              <a:rPr lang="zh-CN" altLang="en-US" sz="1600" dirty="0">
                <a:cs typeface="Times New Roman" panose="02020603050405020304" pitchFamily="18" charset="0"/>
              </a:rPr>
              <a:t>和端口均与此前通信匹配</a:t>
            </a:r>
            <a:r>
              <a:rPr lang="zh-CN" altLang="en-US" sz="1400" dirty="0">
                <a:cs typeface="Times New Roman" panose="02020603050405020304" pitchFamily="18" charset="0"/>
              </a:rPr>
              <a:t>‌</a:t>
            </a:r>
            <a:endParaRPr lang="en-US" altLang="zh-CN" sz="1400" dirty="0">
              <a:cs typeface="Times New Roman" panose="02020603050405020304" pitchFamily="18" charset="0"/>
            </a:endParaRPr>
          </a:p>
          <a:p>
            <a:pPr lvl="1">
              <a:lnSpc>
                <a:spcPct val="150000"/>
              </a:lnSpc>
              <a:spcBef>
                <a:spcPts val="1200"/>
              </a:spcBef>
            </a:pPr>
            <a:r>
              <a:rPr lang="zh-CN" altLang="en-US" sz="2200" b="1" dirty="0">
                <a:solidFill>
                  <a:srgbClr val="2A09B7"/>
                </a:solidFill>
                <a:cs typeface="Times New Roman" panose="02020603050405020304" pitchFamily="18" charset="0"/>
              </a:rPr>
              <a:t>对称</a:t>
            </a:r>
            <a:r>
              <a:rPr lang="en-US" altLang="zh-CN" sz="2200" b="1" dirty="0">
                <a:solidFill>
                  <a:srgbClr val="2A09B7"/>
                </a:solidFill>
                <a:cs typeface="Times New Roman" panose="02020603050405020304" pitchFamily="18" charset="0"/>
              </a:rPr>
              <a:t>NAT</a:t>
            </a:r>
            <a:r>
              <a:rPr lang="zh-CN" altLang="en-US" sz="2200" dirty="0">
                <a:cs typeface="Times New Roman" panose="02020603050405020304" pitchFamily="18" charset="0"/>
              </a:rPr>
              <a:t>：内网主机向不同的外部</a:t>
            </a:r>
            <a:r>
              <a:rPr lang="en-US" altLang="zh-CN" sz="2200" dirty="0">
                <a:cs typeface="Times New Roman" panose="02020603050405020304" pitchFamily="18" charset="0"/>
              </a:rPr>
              <a:t>IP</a:t>
            </a:r>
            <a:r>
              <a:rPr lang="zh-CN" altLang="en-US" sz="2200" dirty="0">
                <a:cs typeface="Times New Roman" panose="02020603050405020304" pitchFamily="18" charset="0"/>
              </a:rPr>
              <a:t>发送数据时，</a:t>
            </a:r>
            <a:r>
              <a:rPr lang="en-US" altLang="zh-CN" sz="2200" dirty="0">
                <a:cs typeface="Times New Roman" panose="02020603050405020304" pitchFamily="18" charset="0"/>
              </a:rPr>
              <a:t>NAT</a:t>
            </a:r>
            <a:r>
              <a:rPr lang="zh-CN" altLang="en-US" sz="2200" dirty="0">
                <a:cs typeface="Times New Roman" panose="02020603050405020304" pitchFamily="18" charset="0"/>
              </a:rPr>
              <a:t>动态分配公网端口，仅允许特定</a:t>
            </a:r>
            <a:r>
              <a:rPr lang="en-US" altLang="zh-CN" sz="2200" dirty="0">
                <a:cs typeface="Times New Roman" panose="02020603050405020304" pitchFamily="18" charset="0"/>
              </a:rPr>
              <a:t>IP</a:t>
            </a:r>
            <a:r>
              <a:rPr lang="zh-CN" altLang="en-US" sz="2200" dirty="0">
                <a:cs typeface="Times New Roman" panose="02020603050405020304" pitchFamily="18" charset="0"/>
              </a:rPr>
              <a:t>和端口的数据返回</a:t>
            </a:r>
            <a:r>
              <a:rPr lang="zh-CN" altLang="en-US" sz="2000" dirty="0">
                <a:cs typeface="Times New Roman" panose="02020603050405020304" pitchFamily="18" charset="0"/>
              </a:rPr>
              <a:t>‌</a:t>
            </a:r>
            <a:endParaRPr lang="en-US" altLang="zh-CN" sz="2000" dirty="0">
              <a:cs typeface="Times New Roman" panose="02020603050405020304" pitchFamily="18" charset="0"/>
            </a:endParaRPr>
          </a:p>
        </p:txBody>
      </p:sp>
      <p:sp>
        <p:nvSpPr>
          <p:cNvPr id="7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</a:t>
            </a: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-IPv4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地址问题及解决策略</a:t>
            </a:r>
          </a:p>
        </p:txBody>
      </p:sp>
    </p:spTree>
    <p:extLst>
      <p:ext uri="{BB962C8B-B14F-4D97-AF65-F5344CB8AC3E}">
        <p14:creationId xmlns:p14="http://schemas.microsoft.com/office/powerpoint/2010/main" val="335677539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388747" y="601316"/>
            <a:ext cx="7914906" cy="724301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IPv4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局限性</a:t>
            </a:r>
          </a:p>
        </p:txBody>
      </p:sp>
      <p:sp>
        <p:nvSpPr>
          <p:cNvPr id="112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77687" y="1381282"/>
            <a:ext cx="8294957" cy="4875402"/>
          </a:xfrm>
        </p:spPr>
        <p:txBody>
          <a:bodyPr>
            <a:normAutofit/>
          </a:bodyPr>
          <a:lstStyle/>
          <a:p>
            <a:pPr marL="268605" indent="-268605">
              <a:lnSpc>
                <a:spcPts val="3200"/>
              </a:lnSpc>
              <a:spcBef>
                <a:spcPts val="600"/>
              </a:spcBef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r>
              <a:rPr lang="en-US" altLang="zh-CN" sz="2395" b="1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IPv4</a:t>
            </a:r>
            <a:r>
              <a:rPr kumimoji="1" lang="zh-CN" altLang="en-US" sz="2395" b="1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地址资源枯竭 </a:t>
            </a:r>
            <a:endParaRPr kumimoji="1" lang="en-US" altLang="zh-CN" sz="2395" b="1" dirty="0">
              <a:solidFill>
                <a:srgbClr val="2A09B7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lvl="1">
              <a:lnSpc>
                <a:spcPts val="3200"/>
              </a:lnSpc>
              <a:spcBef>
                <a:spcPts val="600"/>
              </a:spcBef>
            </a:pPr>
            <a:r>
              <a:rPr kumimoji="1"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1" lang="en-US" altLang="zh-CN" sz="2200" baseline="30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32</a:t>
            </a: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个地址，</a:t>
            </a:r>
            <a:r>
              <a:rPr kumimoji="1"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2011</a:t>
            </a: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年</a:t>
            </a:r>
            <a:r>
              <a:rPr kumimoji="1"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月</a:t>
            </a:r>
            <a:r>
              <a:rPr kumimoji="1"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号，</a:t>
            </a:r>
            <a:r>
              <a:rPr kumimoji="1"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IANA</a:t>
            </a: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宣布</a:t>
            </a:r>
            <a:r>
              <a:rPr kumimoji="1"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IPv4</a:t>
            </a: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地址耗尽</a:t>
            </a:r>
            <a:endParaRPr kumimoji="1"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268605" indent="-268605">
              <a:lnSpc>
                <a:spcPts val="3200"/>
              </a:lnSpc>
              <a:spcBef>
                <a:spcPts val="600"/>
              </a:spcBef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r>
              <a:rPr lang="zh-CN" altLang="en-US" sz="2395" b="1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路由成为互联网的瓶颈</a:t>
            </a:r>
            <a:endParaRPr lang="en-US" altLang="zh-CN" sz="2395" b="1" dirty="0">
              <a:solidFill>
                <a:srgbClr val="2A09B7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lvl="1">
              <a:lnSpc>
                <a:spcPts val="3200"/>
              </a:lnSpc>
              <a:spcBef>
                <a:spcPts val="600"/>
              </a:spcBef>
            </a:pP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网络数量增加导致路由表庞大</a:t>
            </a:r>
          </a:p>
          <a:p>
            <a:pPr lvl="1">
              <a:lnSpc>
                <a:spcPts val="3200"/>
              </a:lnSpc>
              <a:spcBef>
                <a:spcPts val="600"/>
              </a:spcBef>
            </a:pP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地址层次性差，查表时间长</a:t>
            </a:r>
          </a:p>
          <a:p>
            <a:pPr lvl="1">
              <a:lnSpc>
                <a:spcPts val="3200"/>
              </a:lnSpc>
              <a:spcBef>
                <a:spcPts val="600"/>
              </a:spcBef>
            </a:pPr>
            <a:r>
              <a:rPr kumimoji="1"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首部长度可变，不利于路由转发</a:t>
            </a:r>
          </a:p>
          <a:p>
            <a:pPr marL="268605" indent="-268605">
              <a:lnSpc>
                <a:spcPts val="3200"/>
              </a:lnSpc>
              <a:spcBef>
                <a:spcPts val="600"/>
              </a:spcBef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r>
              <a:rPr lang="zh-CN" altLang="en-US" sz="2395" b="1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缺乏服务质量保证</a:t>
            </a:r>
          </a:p>
          <a:p>
            <a:pPr lvl="1">
              <a:lnSpc>
                <a:spcPts val="3200"/>
              </a:lnSpc>
              <a:spcBef>
                <a:spcPts val="600"/>
              </a:spcBef>
            </a:pP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服务质量欠缺：依赖</a:t>
            </a:r>
            <a:r>
              <a:rPr kumimoji="1"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首部中的“服务类型”字段</a:t>
            </a:r>
            <a:endParaRPr kumimoji="1"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lvl="1">
              <a:lnSpc>
                <a:spcPts val="3200"/>
              </a:lnSpc>
              <a:spcBef>
                <a:spcPts val="600"/>
              </a:spcBef>
            </a:pP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安全性欠缺：</a:t>
            </a:r>
            <a:r>
              <a:rPr kumimoji="1" lang="en-US" altLang="zh-CN" sz="22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IPSec</a:t>
            </a: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仅是</a:t>
            </a:r>
            <a:r>
              <a:rPr kumimoji="1"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IPv4</a:t>
            </a: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的一个选项</a:t>
            </a:r>
          </a:p>
          <a:p>
            <a:pPr marL="268605" indent="-268605">
              <a:lnSpc>
                <a:spcPts val="3200"/>
              </a:lnSpc>
              <a:spcBef>
                <a:spcPts val="600"/>
              </a:spcBef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r>
              <a:rPr lang="zh-CN" altLang="en-US" sz="2395" b="1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配置过程繁琐</a:t>
            </a:r>
            <a:endParaRPr lang="en-US" altLang="zh-CN" sz="2395" b="1" dirty="0">
              <a:solidFill>
                <a:srgbClr val="2A09B7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7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75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</a:t>
            </a:r>
            <a:r>
              <a:rPr lang="en-US" altLang="zh-CN" sz="29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IPv6</a:t>
            </a:r>
            <a:r>
              <a:rPr lang="zh-CN" altLang="en-US" sz="29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基础</a:t>
            </a: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388747" y="617526"/>
            <a:ext cx="7914906" cy="681818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IPv4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改进措施</a:t>
            </a:r>
          </a:p>
        </p:txBody>
      </p:sp>
      <p:sp>
        <p:nvSpPr>
          <p:cNvPr id="112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88747" y="1460500"/>
            <a:ext cx="8495747" cy="4952999"/>
          </a:xfrm>
        </p:spPr>
        <p:txBody>
          <a:bodyPr>
            <a:normAutofit/>
          </a:bodyPr>
          <a:lstStyle/>
          <a:p>
            <a:pPr marL="268605" indent="-268605">
              <a:lnSpc>
                <a:spcPts val="3195"/>
              </a:lnSpc>
              <a:spcBef>
                <a:spcPts val="600"/>
              </a:spcBef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r>
              <a:rPr kumimoji="1" lang="zh-CN" altLang="en-US" sz="2395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无类型域间路由（</a:t>
            </a:r>
            <a:r>
              <a:rPr kumimoji="1" lang="en-US" altLang="zh-CN" sz="2395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CIDR</a:t>
            </a:r>
            <a:r>
              <a:rPr kumimoji="1" lang="zh-CN" altLang="en-US" sz="2395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  <a:endParaRPr kumimoji="1" lang="en-US" altLang="zh-CN" sz="2395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lvl="1">
              <a:lnSpc>
                <a:spcPts val="3195"/>
              </a:lnSpc>
              <a:spcBef>
                <a:spcPts val="600"/>
              </a:spcBef>
            </a:pPr>
            <a:r>
              <a:rPr kumimoji="1"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CIDR</a:t>
            </a: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通常采用</a:t>
            </a:r>
            <a:r>
              <a:rPr kumimoji="1"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13</a:t>
            </a:r>
            <a:r>
              <a:rPr kumimoji="1" lang="zh-CN" altLang="en-US" sz="2200" dirty="0"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～</a:t>
            </a:r>
            <a:r>
              <a:rPr kumimoji="1"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27</a:t>
            </a: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位可变前缀</a:t>
            </a:r>
            <a:endParaRPr kumimoji="1"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lvl="1">
              <a:lnSpc>
                <a:spcPts val="3195"/>
              </a:lnSpc>
              <a:spcBef>
                <a:spcPts val="600"/>
              </a:spcBef>
            </a:pP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容纳主机范围：</a:t>
            </a:r>
            <a:r>
              <a:rPr kumimoji="1"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32</a:t>
            </a:r>
            <a:r>
              <a:rPr kumimoji="1" lang="zh-CN" altLang="en-US" sz="2200" dirty="0"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～</a:t>
            </a:r>
            <a:r>
              <a:rPr kumimoji="1"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500000</a:t>
            </a: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台</a:t>
            </a:r>
            <a:endParaRPr kumimoji="1"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lvl="1">
              <a:lnSpc>
                <a:spcPts val="3195"/>
              </a:lnSpc>
              <a:spcBef>
                <a:spcPts val="600"/>
              </a:spcBef>
            </a:pP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充分利用</a:t>
            </a:r>
            <a:r>
              <a:rPr kumimoji="1"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IPv4</a:t>
            </a: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地址，减缓</a:t>
            </a:r>
            <a:r>
              <a:rPr kumimoji="1"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IPv4</a:t>
            </a: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地址消耗速度</a:t>
            </a:r>
            <a:endParaRPr kumimoji="1"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lvl="1">
              <a:lnSpc>
                <a:spcPts val="3195"/>
              </a:lnSpc>
              <a:spcBef>
                <a:spcPts val="600"/>
              </a:spcBef>
            </a:pP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实现路由聚合，缓解主干路由表激增问题</a:t>
            </a:r>
            <a:endParaRPr kumimoji="1"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268605" indent="-268605">
              <a:lnSpc>
                <a:spcPts val="3195"/>
              </a:lnSpc>
              <a:spcBef>
                <a:spcPts val="600"/>
              </a:spcBef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r>
              <a:rPr kumimoji="1" lang="zh-CN" altLang="en-US" sz="2395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网络地址转换（</a:t>
            </a:r>
            <a:r>
              <a:rPr kumimoji="1" lang="en-US" altLang="zh-CN" sz="2395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NAT</a:t>
            </a:r>
            <a:r>
              <a:rPr kumimoji="1" lang="zh-CN" altLang="en-US" sz="2395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  <a:endParaRPr kumimoji="1" lang="en-US" altLang="zh-CN" sz="2395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lvl="1">
              <a:lnSpc>
                <a:spcPts val="3195"/>
              </a:lnSpc>
              <a:spcBef>
                <a:spcPts val="600"/>
              </a:spcBef>
            </a:pP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私有地址和公有地址转换，“增加”可用的地址空间</a:t>
            </a:r>
          </a:p>
          <a:p>
            <a:pPr lvl="1">
              <a:lnSpc>
                <a:spcPts val="3195"/>
              </a:lnSpc>
              <a:spcBef>
                <a:spcPts val="600"/>
              </a:spcBef>
            </a:pP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有效解决</a:t>
            </a:r>
            <a:r>
              <a:rPr kumimoji="1"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IPv4</a:t>
            </a: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地址匮乏危机</a:t>
            </a:r>
            <a:endParaRPr kumimoji="1"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lvl="1">
              <a:lnSpc>
                <a:spcPts val="3195"/>
              </a:lnSpc>
              <a:spcBef>
                <a:spcPts val="600"/>
              </a:spcBef>
            </a:pPr>
            <a:r>
              <a:rPr kumimoji="1" lang="zh-CN" altLang="en-US" sz="2200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问题</a:t>
            </a: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：破坏端到端特征，</a:t>
            </a:r>
            <a:r>
              <a:rPr kumimoji="1" lang="zh-CN" altLang="en-US" sz="2200" b="1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影响</a:t>
            </a:r>
            <a:r>
              <a:rPr kumimoji="1" lang="en-US" altLang="zh-CN" sz="2200" b="1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P2P</a:t>
            </a:r>
            <a:r>
              <a:rPr kumimoji="1" lang="zh-CN" altLang="en-US" sz="2200" b="1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应用，安全溯源困难</a:t>
            </a:r>
            <a:r>
              <a:rPr kumimoji="1"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，网络应用性能下降</a:t>
            </a:r>
          </a:p>
        </p:txBody>
      </p:sp>
      <p:sp>
        <p:nvSpPr>
          <p:cNvPr id="6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75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</a:t>
            </a:r>
            <a:r>
              <a:rPr lang="en-US" altLang="zh-CN" sz="29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IPv6</a:t>
            </a:r>
            <a:r>
              <a:rPr lang="zh-CN" altLang="en-US" sz="29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基础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388747" y="586408"/>
            <a:ext cx="7914906" cy="712935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IPv6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互联网的优势</a:t>
            </a:r>
          </a:p>
        </p:txBody>
      </p:sp>
      <p:sp>
        <p:nvSpPr>
          <p:cNvPr id="112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09519" y="1435100"/>
            <a:ext cx="8503101" cy="4927600"/>
          </a:xfrm>
        </p:spPr>
        <p:txBody>
          <a:bodyPr>
            <a:noAutofit/>
          </a:bodyPr>
          <a:lstStyle/>
          <a:p>
            <a:pPr marL="268605" indent="-268605">
              <a:lnSpc>
                <a:spcPts val="3195"/>
              </a:lnSpc>
              <a:spcBef>
                <a:spcPts val="600"/>
              </a:spcBef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解决地址耗尽问题：更大的地址空间（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32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位</a:t>
            </a:r>
            <a:r>
              <a:rPr lang="en-US" altLang="zh-CN" sz="240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→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128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位）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lvl="1">
              <a:lnSpc>
                <a:spcPts val="2895"/>
              </a:lnSpc>
              <a:spcBef>
                <a:spcPts val="400"/>
              </a:spcBef>
            </a:pPr>
            <a:r>
              <a:rPr lang="en-US" altLang="zh-CN" sz="2000" b="1" dirty="0">
                <a:solidFill>
                  <a:srgbClr val="0070C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340,282,366,920,938,463,463,374,607,431,768,211,456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个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lvl="1">
              <a:lnSpc>
                <a:spcPts val="2895"/>
              </a:lnSpc>
              <a:spcBef>
                <a:spcPts val="400"/>
              </a:spcBef>
            </a:pP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地球上每平方米范围：</a:t>
            </a:r>
            <a:r>
              <a:rPr lang="en-US" altLang="zh-CN" sz="2000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6.67×10</a:t>
            </a:r>
            <a:r>
              <a:rPr lang="en-US" altLang="zh-CN" sz="2000" b="1" baseline="3000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23</a:t>
            </a:r>
            <a:r>
              <a:rPr lang="zh-CN" altLang="en-US" sz="2000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个</a:t>
            </a:r>
            <a:r>
              <a:rPr lang="en-US" altLang="zh-CN" sz="2000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sz="2000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</a:t>
            </a:r>
            <a:endParaRPr lang="en-US" altLang="zh-CN" sz="2000" b="1" dirty="0">
              <a:solidFill>
                <a:srgbClr val="C0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268605" indent="-268605">
              <a:lnSpc>
                <a:spcPts val="3195"/>
              </a:lnSpc>
              <a:spcBef>
                <a:spcPts val="600"/>
              </a:spcBef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自动配置的支持（即插即用）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lvl="1">
              <a:lnSpc>
                <a:spcPts val="2895"/>
              </a:lnSpc>
              <a:spcBef>
                <a:spcPts val="400"/>
              </a:spcBef>
            </a:pP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无状态地址自动配置：改进和扩展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ICMP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协议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lvl="1">
              <a:lnSpc>
                <a:spcPts val="2895"/>
              </a:lnSpc>
              <a:spcBef>
                <a:spcPts val="400"/>
              </a:spcBef>
            </a:pP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有状态地址自动配置：改进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DHCP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协议，网络管理更方便、快捷</a:t>
            </a:r>
          </a:p>
          <a:p>
            <a:pPr marL="268605" indent="-268605">
              <a:lnSpc>
                <a:spcPts val="3195"/>
              </a:lnSpc>
              <a:spcBef>
                <a:spcPts val="600"/>
              </a:spcBef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改善网络性能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lvl="1">
              <a:lnSpc>
                <a:spcPts val="2895"/>
              </a:lnSpc>
              <a:spcBef>
                <a:spcPts val="400"/>
              </a:spcBef>
            </a:pP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首部的合理改善，提高路由器对数据包的处理速率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lvl="1">
              <a:lnSpc>
                <a:spcPts val="2895"/>
              </a:lnSpc>
              <a:spcBef>
                <a:spcPts val="400"/>
              </a:spcBef>
            </a:pP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路由聚合，使路由表更小，提高转发效率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268605" indent="-268605">
              <a:lnSpc>
                <a:spcPts val="3195"/>
              </a:lnSpc>
              <a:spcBef>
                <a:spcPts val="600"/>
              </a:spcBef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方便各项业务开展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lvl="1">
              <a:lnSpc>
                <a:spcPts val="2895"/>
              </a:lnSpc>
              <a:spcBef>
                <a:spcPts val="400"/>
              </a:spcBef>
            </a:pP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无需使用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NAT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设备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" name="AutoShape 2" descr="http://image99.360doc.com/DownloadImg/2016/08/1323/77822683_2.png"/>
          <p:cNvSpPr>
            <a:spLocks noChangeAspect="1" noChangeArrowheads="1"/>
          </p:cNvSpPr>
          <p:nvPr/>
        </p:nvSpPr>
        <p:spPr bwMode="auto">
          <a:xfrm>
            <a:off x="157400" y="-144196"/>
            <a:ext cx="304237" cy="3042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271" tIns="45635" rIns="91271" bIns="45635" numCol="1" anchor="t" anchorCtr="0" compatLnSpc="1"/>
          <a:lstStyle/>
          <a:p>
            <a:endParaRPr lang="zh-CN" altLang="en-US" sz="1795"/>
          </a:p>
        </p:txBody>
      </p:sp>
      <p:sp>
        <p:nvSpPr>
          <p:cNvPr id="6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75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</a:t>
            </a:r>
            <a:r>
              <a:rPr lang="en-US" altLang="zh-CN" sz="29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IPv6</a:t>
            </a:r>
            <a:r>
              <a:rPr lang="zh-CN" altLang="en-US" sz="29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基础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/>
          <p:cNvSpPr>
            <a:spLocks noGrp="1" noChangeArrowheads="1"/>
          </p:cNvSpPr>
          <p:nvPr>
            <p:ph type="title"/>
          </p:nvPr>
        </p:nvSpPr>
        <p:spPr>
          <a:xfrm>
            <a:off x="312688" y="592228"/>
            <a:ext cx="7990965" cy="780006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IPv6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数据包格式（</a:t>
            </a: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RFC 2460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）</a:t>
            </a:r>
          </a:p>
        </p:txBody>
      </p:sp>
      <p:sp>
        <p:nvSpPr>
          <p:cNvPr id="2" name="矩形 1"/>
          <p:cNvSpPr/>
          <p:nvPr/>
        </p:nvSpPr>
        <p:spPr>
          <a:xfrm>
            <a:off x="312688" y="5411114"/>
            <a:ext cx="8552034" cy="8546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265" indent="-342265">
              <a:lnSpc>
                <a:spcPts val="2800"/>
              </a:lnSpc>
              <a:spcBef>
                <a:spcPts val="600"/>
              </a:spcBef>
              <a:buClr>
                <a:srgbClr val="C00000"/>
              </a:buClr>
              <a:buSzPct val="100000"/>
              <a:buFont typeface="Wingdings" panose="05000000000000000000" pitchFamily="2" charset="2"/>
              <a:buChar char="n"/>
            </a:pP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IPv6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数据包由一个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IPv6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基本头、多个扩展头和上层数据单元组成</a:t>
            </a:r>
          </a:p>
          <a:p>
            <a:pPr marL="342265" indent="-342265">
              <a:lnSpc>
                <a:spcPts val="2800"/>
              </a:lnSpc>
              <a:spcBef>
                <a:spcPts val="600"/>
              </a:spcBef>
              <a:buClr>
                <a:srgbClr val="C00000"/>
              </a:buClr>
              <a:buSzPct val="100000"/>
              <a:buFont typeface="Wingdings" panose="05000000000000000000" pitchFamily="2" charset="2"/>
              <a:buChar char="n"/>
            </a:pP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IPv6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基本头：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40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字节固定长度，包含发送和转发数据包必须处理的字段</a:t>
            </a: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97063" y="1477755"/>
            <a:ext cx="7183283" cy="3827838"/>
          </a:xfrm>
          <a:prstGeom prst="rect">
            <a:avLst/>
          </a:prstGeom>
        </p:spPr>
      </p:pic>
      <p:sp>
        <p:nvSpPr>
          <p:cNvPr id="9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75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</a:t>
            </a:r>
            <a:r>
              <a:rPr lang="en-US" altLang="zh-CN" sz="29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IPv6</a:t>
            </a:r>
            <a:r>
              <a:rPr lang="zh-CN" altLang="en-US" sz="29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基础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标题 1"/>
          <p:cNvSpPr>
            <a:spLocks noGrp="1"/>
          </p:cNvSpPr>
          <p:nvPr>
            <p:ph type="title"/>
          </p:nvPr>
        </p:nvSpPr>
        <p:spPr>
          <a:xfrm>
            <a:off x="331381" y="582751"/>
            <a:ext cx="8559798" cy="690003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IPv6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扩展头</a:t>
            </a:r>
          </a:p>
        </p:txBody>
      </p:sp>
      <p:sp>
        <p:nvSpPr>
          <p:cNvPr id="23555" name="内容占位符 2"/>
          <p:cNvSpPr>
            <a:spLocks noGrp="1"/>
          </p:cNvSpPr>
          <p:nvPr>
            <p:ph idx="1"/>
          </p:nvPr>
        </p:nvSpPr>
        <p:spPr>
          <a:xfrm>
            <a:off x="398094" y="1284261"/>
            <a:ext cx="8281100" cy="1370039"/>
          </a:xfrm>
        </p:spPr>
        <p:txBody>
          <a:bodyPr>
            <a:noAutofit/>
          </a:bodyPr>
          <a:lstStyle/>
          <a:p>
            <a:pPr>
              <a:lnSpc>
                <a:spcPct val="120000"/>
              </a:lnSpc>
              <a:buClr>
                <a:srgbClr val="FF0000"/>
              </a:buClr>
              <a:buSzPct val="90000"/>
              <a:buFont typeface="Wingdings" panose="05000000000000000000" pitchFamily="2" charset="2"/>
              <a:buChar char="n"/>
            </a:pP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IPv6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数据包可包含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0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个或多个扩展头，扩展头位于基本头之后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>
              <a:lnSpc>
                <a:spcPct val="120000"/>
              </a:lnSpc>
              <a:buClr>
                <a:srgbClr val="FF0000"/>
              </a:buClr>
              <a:buSzPct val="90000"/>
              <a:buFont typeface="Wingdings" panose="05000000000000000000" pitchFamily="2" charset="2"/>
              <a:buChar char="n"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基本头和扩展头中“下一包头”字段指出下一扩展头类型，最后一个扩展头中的“下一包头”字段指出高层协议类型</a:t>
            </a:r>
          </a:p>
        </p:txBody>
      </p:sp>
      <p:pic>
        <p:nvPicPr>
          <p:cNvPr id="37683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655852" y="2806388"/>
            <a:ext cx="7529856" cy="8223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" name="Picture 1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655852" y="4176592"/>
            <a:ext cx="6160790" cy="22250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7" name="内容占位符 2"/>
          <p:cNvSpPr txBox="1"/>
          <p:nvPr/>
        </p:nvSpPr>
        <p:spPr bwMode="auto">
          <a:xfrm>
            <a:off x="398094" y="3674487"/>
            <a:ext cx="8347812" cy="456355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vert="horz" wrap="square" lIns="91388" tIns="45696" rIns="91388" bIns="45696" numCol="1" anchor="t" anchorCtr="0" compatLnSpc="1"/>
          <a:lstStyle>
            <a:lvl1pPr marL="342900" indent="-342900" algn="l" defTabSz="916305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C00000"/>
              </a:buClr>
              <a:buSzPct val="85000"/>
              <a:buFont typeface="ZapfDingbats" pitchFamily="82" charset="2"/>
              <a:buChar char="r"/>
              <a:defRPr sz="2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4855" indent="-287655" algn="l" defTabSz="916305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C00000"/>
              </a:buClr>
              <a:buSzPct val="75000"/>
              <a:buFont typeface="ZapfDingbats" pitchFamily="82" charset="2"/>
              <a:buChar char="m"/>
              <a:defRPr sz="2400">
                <a:solidFill>
                  <a:schemeClr val="tx1"/>
                </a:solidFill>
                <a:latin typeface="+mn-lt"/>
              </a:defRPr>
            </a:lvl2pPr>
            <a:lvl3pPr marL="1144905" indent="-228600" algn="l" defTabSz="916305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C00000"/>
              </a:buClr>
              <a:buChar char="•"/>
              <a:defRPr sz="2000">
                <a:solidFill>
                  <a:schemeClr val="tx1"/>
                </a:solidFill>
                <a:latin typeface="+mn-lt"/>
              </a:defRPr>
            </a:lvl3pPr>
            <a:lvl4pPr marL="1603375" indent="-230505" algn="l" defTabSz="916305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C00000"/>
              </a:buClr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60575" indent="-228600" algn="l" defTabSz="916305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C00000"/>
              </a:buClr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7775" indent="-228600" algn="l" defTabSz="916305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4975" indent="-228600" algn="l" defTabSz="916305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32175" indent="-228600" algn="l" defTabSz="916305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9375" indent="-228600" algn="l" defTabSz="916305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120000"/>
              </a:lnSpc>
              <a:buClr>
                <a:srgbClr val="FF0000"/>
              </a:buClr>
              <a:buFont typeface="Wingdings" panose="05000000000000000000" pitchFamily="2" charset="2"/>
              <a:buChar char="n"/>
            </a:pP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IPv6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数据包示例</a:t>
            </a:r>
          </a:p>
        </p:txBody>
      </p:sp>
      <p:sp>
        <p:nvSpPr>
          <p:cNvPr id="8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75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</a:t>
            </a:r>
            <a:r>
              <a:rPr lang="en-US" altLang="zh-CN" sz="29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IPv6</a:t>
            </a:r>
            <a:r>
              <a:rPr lang="zh-CN" altLang="en-US" sz="29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基础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4"/>
          <p:cNvSpPr>
            <a:spLocks noGrp="1" noChangeArrowheads="1"/>
          </p:cNvSpPr>
          <p:nvPr>
            <p:ph type="title"/>
          </p:nvPr>
        </p:nvSpPr>
        <p:spPr>
          <a:xfrm>
            <a:off x="388747" y="578014"/>
            <a:ext cx="7914906" cy="794219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IPv6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地址表示方法</a:t>
            </a:r>
          </a:p>
        </p:txBody>
      </p:sp>
      <p:sp>
        <p:nvSpPr>
          <p:cNvPr id="19459" name="Rectangle 116"/>
          <p:cNvSpPr>
            <a:spLocks noGrp="1" noChangeArrowheads="1"/>
          </p:cNvSpPr>
          <p:nvPr>
            <p:ph type="body" idx="1"/>
          </p:nvPr>
        </p:nvSpPr>
        <p:spPr>
          <a:xfrm>
            <a:off x="312688" y="1372233"/>
            <a:ext cx="8518625" cy="5206368"/>
          </a:xfrm>
        </p:spPr>
        <p:txBody>
          <a:bodyPr>
            <a:normAutofit fontScale="85000" lnSpcReduction="10000"/>
          </a:bodyPr>
          <a:lstStyle/>
          <a:p>
            <a:pPr>
              <a:lnSpc>
                <a:spcPts val="2595"/>
              </a:lnSpc>
              <a:spcBef>
                <a:spcPts val="600"/>
              </a:spcBef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128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位地址：由冒号分开的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8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组十六进制字段组成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indent="0">
              <a:lnSpc>
                <a:spcPts val="2595"/>
              </a:lnSpc>
              <a:spcBef>
                <a:spcPts val="600"/>
              </a:spcBef>
              <a:buNone/>
            </a:pP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indent="0">
              <a:lnSpc>
                <a:spcPts val="2595"/>
              </a:lnSpc>
              <a:spcBef>
                <a:spcPts val="600"/>
              </a:spcBef>
              <a:buNone/>
            </a:pP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indent="0">
              <a:lnSpc>
                <a:spcPts val="2595"/>
              </a:lnSpc>
              <a:spcBef>
                <a:spcPts val="600"/>
              </a:spcBef>
              <a:buNone/>
            </a:pP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indent="0">
              <a:lnSpc>
                <a:spcPts val="2595"/>
              </a:lnSpc>
              <a:spcBef>
                <a:spcPts val="600"/>
              </a:spcBef>
              <a:buNone/>
            </a:pP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indent="0">
              <a:lnSpc>
                <a:spcPts val="2595"/>
              </a:lnSpc>
              <a:spcBef>
                <a:spcPts val="600"/>
              </a:spcBef>
              <a:buNone/>
            </a:pP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269875" indent="-269875">
              <a:lnSpc>
                <a:spcPts val="2995"/>
              </a:lnSpc>
              <a:spcBef>
                <a:spcPts val="600"/>
              </a:spcBef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完全形式：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1080:0000:0000:0000:0008:0800:200C:417A </a:t>
            </a:r>
          </a:p>
          <a:p>
            <a:pPr marL="269875" indent="-269875">
              <a:lnSpc>
                <a:spcPts val="2995"/>
              </a:lnSpc>
              <a:spcBef>
                <a:spcPts val="600"/>
              </a:spcBef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圧缩形式：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1080:0:0:0:8:800:200C:417A / 1080::8:800:200C:417A </a:t>
            </a:r>
          </a:p>
          <a:p>
            <a:pPr lvl="1">
              <a:lnSpc>
                <a:spcPts val="2995"/>
              </a:lnSpc>
              <a:spcBef>
                <a:spcPts val="600"/>
              </a:spcBef>
            </a:pPr>
            <a:r>
              <a:rPr lang="zh-CN" altLang="en-US" sz="21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地址段中有时出现连续的几组</a:t>
            </a:r>
            <a:r>
              <a:rPr lang="en-US" altLang="zh-CN" sz="21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0</a:t>
            </a:r>
            <a:r>
              <a:rPr lang="zh-CN" altLang="en-US" sz="21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，这些</a:t>
            </a:r>
            <a:r>
              <a:rPr lang="en-US" altLang="zh-CN" sz="21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0</a:t>
            </a:r>
            <a:r>
              <a:rPr lang="zh-CN" altLang="en-US" sz="21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可以用</a:t>
            </a:r>
            <a:r>
              <a:rPr lang="en-US" altLang="zh-CN" sz="21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“::”</a:t>
            </a:r>
            <a:r>
              <a:rPr lang="zh-CN" altLang="en-US" sz="21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代替，但一个地址中仅出现一次</a:t>
            </a:r>
            <a:r>
              <a:rPr lang="en-US" altLang="zh-CN" sz="21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“::“</a:t>
            </a:r>
            <a:r>
              <a:rPr lang="zh-CN" altLang="en-US" sz="21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，例如</a:t>
            </a:r>
            <a:r>
              <a:rPr lang="en-US" altLang="zh-CN" sz="21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FF01:0:0:0:0:0:0:101=FF01::101</a:t>
            </a:r>
            <a:r>
              <a:rPr lang="zh-CN" altLang="en-US" sz="21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lang="en-US" altLang="zh-CN" sz="21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0:0:0:0:0:0:0:1=::1 </a:t>
            </a:r>
          </a:p>
          <a:p>
            <a:pPr marL="269875" indent="-269875">
              <a:lnSpc>
                <a:spcPts val="2995"/>
              </a:lnSpc>
              <a:spcBef>
                <a:spcPts val="600"/>
              </a:spcBef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内嵌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IPv4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地址的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IPv6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地址：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0:0:0:0:0:0:61.1.133.1 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或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::61.1.133.1 </a:t>
            </a:r>
          </a:p>
          <a:p>
            <a:pPr marL="269875" indent="-269875">
              <a:lnSpc>
                <a:spcPts val="2995"/>
              </a:lnSpc>
              <a:spcBef>
                <a:spcPts val="600"/>
              </a:spcBef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URL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IPv6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地址表示：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http://</a:t>
            </a:r>
            <a:r>
              <a:rPr lang="en-US" altLang="zh-CN" sz="240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[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2001::1:250:fCEE:E450:33AB</a:t>
            </a:r>
            <a:r>
              <a:rPr lang="en-US" altLang="zh-CN" sz="240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]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:8443/abc.html</a:t>
            </a:r>
          </a:p>
        </p:txBody>
      </p:sp>
      <p:grpSp>
        <p:nvGrpSpPr>
          <p:cNvPr id="31" name="组合 30"/>
          <p:cNvGrpSpPr/>
          <p:nvPr/>
        </p:nvGrpSpPr>
        <p:grpSpPr>
          <a:xfrm>
            <a:off x="649595" y="1905244"/>
            <a:ext cx="6686867" cy="1779035"/>
            <a:chOff x="469900" y="4654550"/>
            <a:chExt cx="7918450" cy="2131767"/>
          </a:xfrm>
        </p:grpSpPr>
        <p:sp>
          <p:nvSpPr>
            <p:cNvPr id="2" name="TextBox 1"/>
            <p:cNvSpPr txBox="1"/>
            <p:nvPr/>
          </p:nvSpPr>
          <p:spPr>
            <a:xfrm>
              <a:off x="469900" y="4654550"/>
              <a:ext cx="990601" cy="40493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>
              <a:solidFill>
                <a:srgbClr val="C00000"/>
              </a:solidFill>
            </a:ln>
          </p:spPr>
          <p:txBody>
            <a:bodyPr wrap="square" rtlCol="0" anchor="ctr" anchorCtr="0">
              <a:spAutoFit/>
            </a:bodyPr>
            <a:lstStyle/>
            <a:p>
              <a:pPr algn="ctr"/>
              <a:r>
                <a:rPr lang="en-US" altLang="zh-CN" sz="1595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X</a:t>
              </a:r>
              <a:endParaRPr lang="zh-CN" altLang="en-US" sz="1595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460501" y="4654550"/>
              <a:ext cx="990601" cy="40493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>
              <a:solidFill>
                <a:srgbClr val="C00000"/>
              </a:solidFill>
            </a:ln>
          </p:spPr>
          <p:txBody>
            <a:bodyPr wrap="square" rtlCol="0" anchor="ctr" anchorCtr="0">
              <a:spAutoFit/>
            </a:bodyPr>
            <a:lstStyle/>
            <a:p>
              <a:pPr algn="ctr"/>
              <a:r>
                <a:rPr lang="en-US" altLang="zh-CN" sz="1595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X</a:t>
              </a:r>
              <a:endParaRPr lang="zh-CN" altLang="en-US" sz="1595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2444749" y="4654550"/>
              <a:ext cx="990601" cy="40493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>
              <a:solidFill>
                <a:srgbClr val="C00000"/>
              </a:solidFill>
            </a:ln>
          </p:spPr>
          <p:txBody>
            <a:bodyPr wrap="square" rtlCol="0" anchor="ctr" anchorCtr="0">
              <a:spAutoFit/>
            </a:bodyPr>
            <a:lstStyle/>
            <a:p>
              <a:pPr algn="ctr"/>
              <a:r>
                <a:rPr lang="en-US" altLang="zh-CN" sz="1595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X</a:t>
              </a:r>
              <a:endParaRPr lang="zh-CN" altLang="en-US" sz="1595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3435350" y="4654550"/>
              <a:ext cx="990601" cy="40493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>
              <a:solidFill>
                <a:srgbClr val="C00000"/>
              </a:solidFill>
            </a:ln>
          </p:spPr>
          <p:txBody>
            <a:bodyPr wrap="square" rtlCol="0" anchor="ctr" anchorCtr="0">
              <a:spAutoFit/>
            </a:bodyPr>
            <a:lstStyle/>
            <a:p>
              <a:pPr algn="ctr"/>
              <a:r>
                <a:rPr lang="en-US" altLang="zh-CN" sz="1595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X</a:t>
              </a:r>
              <a:endParaRPr lang="zh-CN" altLang="en-US" sz="1595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4432300" y="4654550"/>
              <a:ext cx="990601" cy="40493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>
              <a:solidFill>
                <a:srgbClr val="C00000"/>
              </a:solidFill>
            </a:ln>
          </p:spPr>
          <p:txBody>
            <a:bodyPr wrap="square" rtlCol="0" anchor="ctr" anchorCtr="0">
              <a:spAutoFit/>
            </a:bodyPr>
            <a:lstStyle/>
            <a:p>
              <a:pPr algn="ctr"/>
              <a:r>
                <a:rPr lang="en-US" altLang="zh-CN" sz="1595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X</a:t>
              </a:r>
              <a:endParaRPr lang="zh-CN" altLang="en-US" sz="1595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5422900" y="4654550"/>
              <a:ext cx="990601" cy="40493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>
              <a:solidFill>
                <a:srgbClr val="C00000"/>
              </a:solidFill>
            </a:ln>
          </p:spPr>
          <p:txBody>
            <a:bodyPr wrap="square" rtlCol="0" anchor="ctr" anchorCtr="0">
              <a:spAutoFit/>
            </a:bodyPr>
            <a:lstStyle/>
            <a:p>
              <a:pPr algn="ctr"/>
              <a:r>
                <a:rPr lang="en-US" altLang="zh-CN" sz="1595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X</a:t>
              </a:r>
              <a:endParaRPr lang="zh-CN" altLang="en-US" sz="1595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6407150" y="4654550"/>
              <a:ext cx="990601" cy="40493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>
              <a:solidFill>
                <a:srgbClr val="C00000"/>
              </a:solidFill>
            </a:ln>
          </p:spPr>
          <p:txBody>
            <a:bodyPr wrap="square" rtlCol="0" anchor="ctr" anchorCtr="0">
              <a:spAutoFit/>
            </a:bodyPr>
            <a:lstStyle/>
            <a:p>
              <a:pPr algn="ctr"/>
              <a:r>
                <a:rPr lang="en-US" altLang="zh-CN" sz="1595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X</a:t>
              </a:r>
              <a:endParaRPr lang="zh-CN" altLang="en-US" sz="1595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7397749" y="4654550"/>
              <a:ext cx="990601" cy="40493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>
              <a:solidFill>
                <a:srgbClr val="C00000"/>
              </a:solidFill>
            </a:ln>
          </p:spPr>
          <p:txBody>
            <a:bodyPr wrap="square" rtlCol="0" anchor="ctr" anchorCtr="0">
              <a:spAutoFit/>
            </a:bodyPr>
            <a:lstStyle/>
            <a:p>
              <a:pPr algn="ctr"/>
              <a:r>
                <a:rPr lang="en-US" altLang="zh-CN" sz="1595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X</a:t>
              </a:r>
              <a:endParaRPr lang="zh-CN" altLang="en-US" sz="1595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539750" y="5792398"/>
              <a:ext cx="831851" cy="99391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rgbClr val="C00000"/>
              </a:solidFill>
            </a:ln>
          </p:spPr>
          <p:txBody>
            <a:bodyPr wrap="square" rtlCol="0" anchor="ctr" anchorCtr="0">
              <a:spAutoFit/>
            </a:bodyPr>
            <a:lstStyle/>
            <a:p>
              <a:pPr algn="ctr"/>
              <a:r>
                <a:rPr lang="en-US" altLang="zh-CN" sz="1595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0000</a:t>
              </a:r>
            </a:p>
            <a:p>
              <a:pPr algn="ctr"/>
              <a:r>
                <a:rPr lang="zh-CN" altLang="en-US" sz="1595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到</a:t>
              </a:r>
              <a:endParaRPr lang="en-US" altLang="zh-CN" sz="1595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  <a:p>
              <a:pPr algn="ctr"/>
              <a:r>
                <a:rPr lang="en-US" altLang="zh-CN" sz="1595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FFFF</a:t>
              </a:r>
              <a:endParaRPr lang="zh-CN" altLang="en-US" sz="1595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1539874" y="5792397"/>
              <a:ext cx="831851" cy="99391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rgbClr val="C00000"/>
              </a:solidFill>
            </a:ln>
          </p:spPr>
          <p:txBody>
            <a:bodyPr wrap="square" rtlCol="0" anchor="ctr" anchorCtr="0">
              <a:spAutoFit/>
            </a:bodyPr>
            <a:lstStyle/>
            <a:p>
              <a:pPr algn="ctr"/>
              <a:r>
                <a:rPr lang="en-US" altLang="zh-CN" sz="1595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0000</a:t>
              </a:r>
            </a:p>
            <a:p>
              <a:pPr algn="ctr"/>
              <a:r>
                <a:rPr lang="zh-CN" altLang="en-US" sz="1595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到</a:t>
              </a:r>
              <a:endParaRPr lang="en-US" altLang="zh-CN" sz="1595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  <a:p>
              <a:pPr algn="ctr"/>
              <a:r>
                <a:rPr lang="en-US" altLang="zh-CN" sz="1595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FFFF</a:t>
              </a:r>
              <a:endParaRPr lang="zh-CN" altLang="en-US" sz="1595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7477125" y="5741597"/>
              <a:ext cx="831851" cy="99391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rgbClr val="C00000"/>
              </a:solidFill>
            </a:ln>
          </p:spPr>
          <p:txBody>
            <a:bodyPr wrap="square" rtlCol="0" anchor="ctr" anchorCtr="0">
              <a:spAutoFit/>
            </a:bodyPr>
            <a:lstStyle/>
            <a:p>
              <a:pPr algn="ctr"/>
              <a:r>
                <a:rPr lang="en-US" altLang="zh-CN" sz="1595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0000</a:t>
              </a:r>
            </a:p>
            <a:p>
              <a:pPr algn="ctr"/>
              <a:r>
                <a:rPr lang="zh-CN" altLang="en-US" sz="1595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到</a:t>
              </a:r>
              <a:endParaRPr lang="en-US" altLang="zh-CN" sz="1595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  <a:p>
              <a:pPr algn="ctr"/>
              <a:r>
                <a:rPr lang="en-US" altLang="zh-CN" sz="1595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FFFF</a:t>
              </a:r>
              <a:endParaRPr lang="zh-CN" altLang="en-US" sz="1595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2520951" y="5792397"/>
              <a:ext cx="831851" cy="99391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rgbClr val="C00000"/>
              </a:solidFill>
            </a:ln>
          </p:spPr>
          <p:txBody>
            <a:bodyPr wrap="square" rtlCol="0" anchor="ctr" anchorCtr="0">
              <a:spAutoFit/>
            </a:bodyPr>
            <a:lstStyle/>
            <a:p>
              <a:pPr algn="ctr"/>
              <a:r>
                <a:rPr lang="en-US" altLang="zh-CN" sz="1595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0000</a:t>
              </a:r>
            </a:p>
            <a:p>
              <a:pPr algn="ctr"/>
              <a:r>
                <a:rPr lang="zh-CN" altLang="en-US" sz="1595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到</a:t>
              </a:r>
              <a:endParaRPr lang="en-US" altLang="zh-CN" sz="1595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  <a:p>
              <a:pPr algn="ctr"/>
              <a:r>
                <a:rPr lang="en-US" altLang="zh-CN" sz="1595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FFFF</a:t>
              </a:r>
              <a:endParaRPr lang="zh-CN" altLang="en-US" sz="1595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cxnSp>
          <p:nvCxnSpPr>
            <p:cNvPr id="22" name="直接箭头连接符 21"/>
            <p:cNvCxnSpPr>
              <a:stCxn id="6" idx="2"/>
              <a:endCxn id="17" idx="0"/>
            </p:cNvCxnSpPr>
            <p:nvPr/>
          </p:nvCxnSpPr>
          <p:spPr bwMode="auto">
            <a:xfrm flipH="1">
              <a:off x="1955800" y="5059480"/>
              <a:ext cx="2" cy="732917"/>
            </a:xfrm>
            <a:prstGeom prst="straightConnector1">
              <a:avLst/>
            </a:prstGeom>
            <a:solidFill>
              <a:schemeClr val="accent1"/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24" name="直接箭头连接符 23"/>
            <p:cNvCxnSpPr>
              <a:stCxn id="10" idx="2"/>
              <a:endCxn id="19" idx="0"/>
            </p:cNvCxnSpPr>
            <p:nvPr/>
          </p:nvCxnSpPr>
          <p:spPr bwMode="auto">
            <a:xfrm flipH="1">
              <a:off x="2936877" y="5059480"/>
              <a:ext cx="3172" cy="732917"/>
            </a:xfrm>
            <a:prstGeom prst="straightConnector1">
              <a:avLst/>
            </a:prstGeom>
            <a:solidFill>
              <a:schemeClr val="accent1"/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29" name="直接箭头连接符 28"/>
            <p:cNvCxnSpPr>
              <a:stCxn id="15" idx="2"/>
              <a:endCxn id="18" idx="0"/>
            </p:cNvCxnSpPr>
            <p:nvPr/>
          </p:nvCxnSpPr>
          <p:spPr bwMode="auto">
            <a:xfrm>
              <a:off x="7893050" y="5059480"/>
              <a:ext cx="1" cy="682117"/>
            </a:xfrm>
            <a:prstGeom prst="straightConnector1">
              <a:avLst/>
            </a:prstGeom>
            <a:solidFill>
              <a:schemeClr val="accent1"/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</p:grpSp>
      <p:sp>
        <p:nvSpPr>
          <p:cNvPr id="21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75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</a:t>
            </a:r>
            <a:r>
              <a:rPr lang="en-US" altLang="zh-CN" sz="29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IPv6</a:t>
            </a:r>
            <a:r>
              <a:rPr lang="zh-CN" altLang="en-US" sz="29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基础</a:t>
            </a:r>
          </a:p>
        </p:txBody>
      </p:sp>
      <p:cxnSp>
        <p:nvCxnSpPr>
          <p:cNvPr id="26" name="直接箭头连接符 25">
            <a:extLst>
              <a:ext uri="{FF2B5EF4-FFF2-40B4-BE49-F238E27FC236}">
                <a16:creationId xmlns:a16="http://schemas.microsoft.com/office/drawing/2014/main" id="{7875F756-1B0A-4E57-A3DC-31FF03B12E7B}"/>
              </a:ext>
            </a:extLst>
          </p:cNvPr>
          <p:cNvCxnSpPr/>
          <p:nvPr/>
        </p:nvCxnSpPr>
        <p:spPr bwMode="auto">
          <a:xfrm flipH="1">
            <a:off x="1057131" y="2243172"/>
            <a:ext cx="2" cy="611645"/>
          </a:xfrm>
          <a:prstGeom prst="straightConnector1">
            <a:avLst/>
          </a:prstGeom>
          <a:solidFill>
            <a:schemeClr val="accent1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75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4.2 IP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</a:t>
            </a:r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练习</a:t>
            </a:r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9687" y="762000"/>
            <a:ext cx="7427562" cy="3448724"/>
          </a:xfrm>
          <a:prstGeom prst="rect">
            <a:avLst/>
          </a:prstGeom>
        </p:spPr>
      </p:pic>
      <p:sp>
        <p:nvSpPr>
          <p:cNvPr id="10" name="Rectangle 3"/>
          <p:cNvSpPr>
            <a:spLocks noChangeArrowheads="1"/>
          </p:cNvSpPr>
          <p:nvPr/>
        </p:nvSpPr>
        <p:spPr bwMode="auto">
          <a:xfrm>
            <a:off x="575716" y="4236124"/>
            <a:ext cx="7992568" cy="18852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marL="0" indent="0">
              <a:lnSpc>
                <a:spcPts val="3200"/>
              </a:lnSpc>
              <a:spcBef>
                <a:spcPts val="600"/>
              </a:spcBef>
              <a:buNone/>
            </a:pPr>
            <a:r>
              <a:rPr lang="zh-CN" altLang="en-US" sz="2200" dirty="0">
                <a:cs typeface="Times New Roman" panose="02020603050405020304" pitchFamily="18" charset="0"/>
              </a:rPr>
              <a:t>问题</a:t>
            </a:r>
            <a:r>
              <a:rPr lang="en-US" altLang="zh-CN" sz="2200" dirty="0">
                <a:cs typeface="Times New Roman" panose="02020603050405020304" pitchFamily="18" charset="0"/>
              </a:rPr>
              <a:t>1</a:t>
            </a:r>
            <a:r>
              <a:rPr lang="zh-CN" altLang="en-US" sz="2200" dirty="0">
                <a:cs typeface="Times New Roman" panose="02020603050405020304" pitchFamily="18" charset="0"/>
              </a:rPr>
              <a:t>：端口</a:t>
            </a:r>
            <a:r>
              <a:rPr lang="en-US" altLang="zh-CN" sz="2200" dirty="0">
                <a:cs typeface="Times New Roman" panose="02020603050405020304" pitchFamily="18" charset="0"/>
              </a:rPr>
              <a:t>4</a:t>
            </a:r>
            <a:r>
              <a:rPr lang="zh-CN" altLang="en-US" sz="2200" dirty="0">
                <a:cs typeface="Times New Roman" panose="02020603050405020304" pitchFamily="18" charset="0"/>
              </a:rPr>
              <a:t>、</a:t>
            </a:r>
            <a:r>
              <a:rPr lang="en-US" altLang="zh-CN" sz="2200" dirty="0">
                <a:cs typeface="Times New Roman" panose="02020603050405020304" pitchFamily="18" charset="0"/>
              </a:rPr>
              <a:t>5</a:t>
            </a:r>
            <a:r>
              <a:rPr lang="zh-CN" altLang="en-US" sz="2200" dirty="0">
                <a:cs typeface="Times New Roman" panose="02020603050405020304" pitchFamily="18" charset="0"/>
              </a:rPr>
              <a:t>、</a:t>
            </a:r>
            <a:r>
              <a:rPr lang="en-US" altLang="zh-CN" sz="2200" dirty="0">
                <a:cs typeface="Times New Roman" panose="02020603050405020304" pitchFamily="18" charset="0"/>
              </a:rPr>
              <a:t>7</a:t>
            </a:r>
            <a:r>
              <a:rPr lang="zh-CN" altLang="en-US" sz="2200" dirty="0">
                <a:cs typeface="Times New Roman" panose="02020603050405020304" pitchFamily="18" charset="0"/>
              </a:rPr>
              <a:t>应该分配怎样的</a:t>
            </a:r>
            <a:r>
              <a:rPr lang="en-US" altLang="zh-CN" sz="2200" dirty="0">
                <a:cs typeface="Times New Roman" panose="02020603050405020304" pitchFamily="18" charset="0"/>
              </a:rPr>
              <a:t>IP</a:t>
            </a:r>
            <a:r>
              <a:rPr lang="zh-CN" altLang="en-US" sz="2200" dirty="0">
                <a:cs typeface="Times New Roman" panose="02020603050405020304" pitchFamily="18" charset="0"/>
              </a:rPr>
              <a:t>地址？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marL="0" indent="0">
              <a:lnSpc>
                <a:spcPts val="3200"/>
              </a:lnSpc>
              <a:spcBef>
                <a:spcPts val="600"/>
              </a:spcBef>
              <a:buNone/>
            </a:pPr>
            <a:r>
              <a:rPr lang="zh-CN" altLang="en-US" sz="2200" dirty="0">
                <a:cs typeface="Times New Roman" panose="02020603050405020304" pitchFamily="18" charset="0"/>
              </a:rPr>
              <a:t>问题</a:t>
            </a:r>
            <a:r>
              <a:rPr lang="en-US" altLang="zh-CN" sz="2200" dirty="0">
                <a:cs typeface="Times New Roman" panose="02020603050405020304" pitchFamily="18" charset="0"/>
              </a:rPr>
              <a:t>2</a:t>
            </a:r>
            <a:r>
              <a:rPr lang="zh-CN" altLang="en-US" sz="2200" dirty="0">
                <a:cs typeface="Times New Roman" panose="02020603050405020304" pitchFamily="18" charset="0"/>
              </a:rPr>
              <a:t>：如果路由到</a:t>
            </a:r>
            <a:r>
              <a:rPr lang="en-US" altLang="zh-CN" sz="2200" dirty="0">
                <a:cs typeface="Times New Roman" panose="02020603050405020304" pitchFamily="18" charset="0"/>
              </a:rPr>
              <a:t>AS2</a:t>
            </a:r>
            <a:r>
              <a:rPr lang="zh-CN" altLang="en-US" sz="2200" dirty="0">
                <a:cs typeface="Times New Roman" panose="02020603050405020304" pitchFamily="18" charset="0"/>
              </a:rPr>
              <a:t>中的所有网络，</a:t>
            </a:r>
            <a:r>
              <a:rPr lang="en-US" altLang="zh-CN" sz="2200" dirty="0">
                <a:cs typeface="Times New Roman" panose="02020603050405020304" pitchFamily="18" charset="0"/>
              </a:rPr>
              <a:t>R2</a:t>
            </a:r>
            <a:r>
              <a:rPr lang="zh-CN" altLang="en-US" sz="2200" dirty="0">
                <a:cs typeface="Times New Roman" panose="02020603050405020304" pitchFamily="18" charset="0"/>
              </a:rPr>
              <a:t>路由表中应</a:t>
            </a:r>
            <a:r>
              <a:rPr lang="zh-CN" altLang="en-US" sz="2200" b="1" dirty="0">
                <a:solidFill>
                  <a:srgbClr val="C00000"/>
                </a:solidFill>
                <a:cs typeface="Times New Roman" panose="02020603050405020304" pitchFamily="18" charset="0"/>
              </a:rPr>
              <a:t>至少</a:t>
            </a:r>
            <a:r>
              <a:rPr lang="zh-CN" altLang="en-US" sz="2200" dirty="0">
                <a:cs typeface="Times New Roman" panose="02020603050405020304" pitchFamily="18" charset="0"/>
              </a:rPr>
              <a:t>包含怎样的路由信息？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marL="0" indent="0">
              <a:lnSpc>
                <a:spcPts val="3200"/>
              </a:lnSpc>
              <a:spcBef>
                <a:spcPts val="600"/>
              </a:spcBef>
              <a:buNone/>
            </a:pPr>
            <a:r>
              <a:rPr lang="zh-CN" altLang="en-US" sz="2200" dirty="0">
                <a:cs typeface="Times New Roman" panose="02020603050405020304" pitchFamily="18" charset="0"/>
              </a:rPr>
              <a:t>问题</a:t>
            </a:r>
            <a:r>
              <a:rPr lang="en-US" altLang="zh-CN" sz="2200" dirty="0">
                <a:cs typeface="Times New Roman" panose="02020603050405020304" pitchFamily="18" charset="0"/>
              </a:rPr>
              <a:t>3</a:t>
            </a:r>
            <a:r>
              <a:rPr lang="zh-CN" altLang="en-US" sz="2200" dirty="0">
                <a:cs typeface="Times New Roman" panose="02020603050405020304" pitchFamily="18" charset="0"/>
              </a:rPr>
              <a:t>：如果</a:t>
            </a:r>
            <a:r>
              <a:rPr lang="en-US" altLang="zh-CN" sz="2200" dirty="0">
                <a:cs typeface="Times New Roman" panose="02020603050405020304" pitchFamily="18" charset="0"/>
              </a:rPr>
              <a:t>Pkt2</a:t>
            </a:r>
            <a:r>
              <a:rPr lang="zh-CN" altLang="en-US" sz="2200" dirty="0">
                <a:cs typeface="Times New Roman" panose="02020603050405020304" pitchFamily="18" charset="0"/>
              </a:rPr>
              <a:t>是发往</a:t>
            </a:r>
            <a:r>
              <a:rPr lang="en-US" altLang="zh-CN" sz="2200" dirty="0">
                <a:cs typeface="Times New Roman" panose="02020603050405020304" pitchFamily="18" charset="0"/>
              </a:rPr>
              <a:t>H2</a:t>
            </a:r>
            <a:r>
              <a:rPr lang="zh-CN" altLang="en-US" sz="2200" dirty="0">
                <a:cs typeface="Times New Roman" panose="02020603050405020304" pitchFamily="18" charset="0"/>
              </a:rPr>
              <a:t>的数据包，其目的</a:t>
            </a:r>
            <a:r>
              <a:rPr lang="en-US" altLang="zh-CN" sz="2200" dirty="0">
                <a:cs typeface="Times New Roman" panose="02020603050405020304" pitchFamily="18" charset="0"/>
              </a:rPr>
              <a:t>IP</a:t>
            </a:r>
            <a:r>
              <a:rPr lang="zh-CN" altLang="en-US" sz="2200" dirty="0">
                <a:cs typeface="Times New Roman" panose="02020603050405020304" pitchFamily="18" charset="0"/>
              </a:rPr>
              <a:t>地址是什么？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marL="0" indent="0">
              <a:lnSpc>
                <a:spcPts val="3200"/>
              </a:lnSpc>
              <a:spcBef>
                <a:spcPts val="600"/>
              </a:spcBef>
              <a:buNone/>
            </a:pPr>
            <a:endParaRPr lang="en-US" altLang="zh-CN" sz="1800" dirty="0"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5" name="Rectangle 2"/>
          <p:cNvSpPr>
            <a:spLocks noGrp="1" noChangeArrowheads="1"/>
          </p:cNvSpPr>
          <p:nvPr>
            <p:ph type="title"/>
          </p:nvPr>
        </p:nvSpPr>
        <p:spPr>
          <a:xfrm>
            <a:off x="431346" y="609601"/>
            <a:ext cx="8388804" cy="680140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ICMP: 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互联网控制消息协议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6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4.3 ICMP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8681576"/>
              </p:ext>
            </p:extLst>
          </p:nvPr>
        </p:nvGraphicFramePr>
        <p:xfrm>
          <a:off x="1447800" y="1353690"/>
          <a:ext cx="6235699" cy="5151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313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353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3690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85308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类型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代码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描述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530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0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0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zh-CN" altLang="en-US" sz="2000" b="1" kern="1200" dirty="0">
                          <a:solidFill>
                            <a:srgbClr val="00B0F0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回声应答（</a:t>
                      </a:r>
                      <a:r>
                        <a:rPr lang="en-US" altLang="zh-CN" sz="2000" b="1" kern="1200" dirty="0">
                          <a:solidFill>
                            <a:srgbClr val="00B0F0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Ping</a:t>
                      </a:r>
                      <a:r>
                        <a:rPr lang="zh-CN" altLang="en-US" sz="2000" b="1" kern="1200" dirty="0">
                          <a:solidFill>
                            <a:srgbClr val="00B0F0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命令）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530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3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0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目的网络不可达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530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3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目的主机不可达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530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3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2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目的协议不可达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530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3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3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目的端口不可达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530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3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6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目的网络不可知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530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3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7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目的主机不可知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530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8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0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b="1" dirty="0">
                          <a:solidFill>
                            <a:srgbClr val="00B0F0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回声请求（</a:t>
                      </a:r>
                      <a:r>
                        <a:rPr lang="en-US" altLang="zh-CN" sz="2000" b="1" dirty="0">
                          <a:solidFill>
                            <a:srgbClr val="00B0F0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Ping</a:t>
                      </a:r>
                      <a:r>
                        <a:rPr lang="zh-CN" altLang="en-US" sz="2000" b="1" dirty="0">
                          <a:solidFill>
                            <a:srgbClr val="00B0F0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命令）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8530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9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0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路由器通告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8530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10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0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路由器发现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8530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11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0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b="1" dirty="0">
                          <a:solidFill>
                            <a:srgbClr val="C00000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TTL</a:t>
                      </a:r>
                      <a:r>
                        <a:rPr lang="zh-CN" altLang="en-US" sz="2000" b="1" dirty="0">
                          <a:solidFill>
                            <a:srgbClr val="C00000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超期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8530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12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0</a:t>
                      </a:r>
                      <a:endParaRPr lang="zh-CN" altLang="en-US" sz="2000" dirty="0"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IP</a:t>
                      </a:r>
                      <a:r>
                        <a:rPr lang="zh-CN" altLang="en-US" sz="2000" dirty="0"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数据包首部出错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5" name="Rectangle 2"/>
          <p:cNvSpPr>
            <a:spLocks noGrp="1" noChangeArrowheads="1"/>
          </p:cNvSpPr>
          <p:nvPr>
            <p:ph type="title"/>
          </p:nvPr>
        </p:nvSpPr>
        <p:spPr>
          <a:xfrm>
            <a:off x="431346" y="609601"/>
            <a:ext cx="8388804" cy="680140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ICMP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示例：</a:t>
            </a: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Traceroute</a:t>
            </a:r>
          </a:p>
        </p:txBody>
      </p:sp>
      <p:sp>
        <p:nvSpPr>
          <p:cNvPr id="16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4.3 ICMP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</a:t>
            </a:r>
          </a:p>
        </p:txBody>
      </p:sp>
      <p:sp>
        <p:nvSpPr>
          <p:cNvPr id="17" name="Rectangle 3"/>
          <p:cNvSpPr>
            <a:spLocks noChangeArrowheads="1"/>
          </p:cNvSpPr>
          <p:nvPr/>
        </p:nvSpPr>
        <p:spPr bwMode="auto">
          <a:xfrm>
            <a:off x="431346" y="1386132"/>
            <a:ext cx="8368734" cy="508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ts val="3200"/>
              </a:lnSpc>
              <a:spcBef>
                <a:spcPts val="600"/>
              </a:spcBef>
            </a:pPr>
            <a:r>
              <a:rPr lang="zh-CN" altLang="en-US" sz="2200" dirty="0"/>
              <a:t>源主机向目的主机发送一系列</a:t>
            </a:r>
            <a:r>
              <a:rPr lang="en-US" altLang="zh-CN" sz="2200" dirty="0"/>
              <a:t>UDP</a:t>
            </a:r>
            <a:r>
              <a:rPr lang="zh-CN" altLang="en-US" sz="2200" dirty="0"/>
              <a:t>数据报</a:t>
            </a:r>
            <a:endParaRPr lang="en-US" altLang="zh-CN" sz="2200" dirty="0"/>
          </a:p>
          <a:p>
            <a:pPr lvl="1">
              <a:lnSpc>
                <a:spcPts val="3200"/>
              </a:lnSpc>
              <a:spcBef>
                <a:spcPts val="600"/>
              </a:spcBef>
            </a:pPr>
            <a:r>
              <a:rPr lang="en-US" altLang="zh-CN" sz="1800" dirty="0">
                <a:cs typeface="Times New Roman" panose="02020603050405020304" pitchFamily="18" charset="0"/>
              </a:rPr>
              <a:t>TTL</a:t>
            </a:r>
            <a:r>
              <a:rPr lang="zh-CN" altLang="en-US" sz="1800" dirty="0">
                <a:cs typeface="Times New Roman" panose="02020603050405020304" pitchFamily="18" charset="0"/>
              </a:rPr>
              <a:t>分别设置成</a:t>
            </a:r>
            <a:r>
              <a:rPr lang="en-US" altLang="zh-CN" sz="1800" dirty="0">
                <a:cs typeface="Times New Roman" panose="02020603050405020304" pitchFamily="18" charset="0"/>
              </a:rPr>
              <a:t>1</a:t>
            </a:r>
            <a:r>
              <a:rPr lang="zh-CN" altLang="en-US" sz="1800" dirty="0">
                <a:cs typeface="Times New Roman" panose="02020603050405020304" pitchFamily="18" charset="0"/>
              </a:rPr>
              <a:t>、</a:t>
            </a:r>
            <a:r>
              <a:rPr lang="en-US" altLang="zh-CN" sz="1800" dirty="0">
                <a:cs typeface="Times New Roman" panose="02020603050405020304" pitchFamily="18" charset="0"/>
              </a:rPr>
              <a:t>2……</a:t>
            </a:r>
            <a:r>
              <a:rPr lang="zh-CN" altLang="en-US" sz="1800" dirty="0">
                <a:cs typeface="Times New Roman" panose="02020603050405020304" pitchFamily="18" charset="0"/>
              </a:rPr>
              <a:t>，使用不太可能存在端口号</a:t>
            </a:r>
            <a:endParaRPr lang="en-US" altLang="zh-CN" sz="1800" dirty="0">
              <a:cs typeface="Times New Roman" panose="02020603050405020304" pitchFamily="18" charset="0"/>
            </a:endParaRPr>
          </a:p>
          <a:p>
            <a:pPr>
              <a:lnSpc>
                <a:spcPts val="3200"/>
              </a:lnSpc>
              <a:spcBef>
                <a:spcPts val="600"/>
              </a:spcBef>
            </a:pPr>
            <a:r>
              <a:rPr lang="zh-CN" altLang="en-US" sz="2200" dirty="0"/>
              <a:t>当第</a:t>
            </a:r>
            <a:r>
              <a:rPr lang="en-US" altLang="zh-CN" sz="2200" dirty="0"/>
              <a:t>n</a:t>
            </a:r>
            <a:r>
              <a:rPr lang="zh-CN" altLang="en-US" sz="2200" dirty="0"/>
              <a:t>个数据包到达第</a:t>
            </a:r>
            <a:r>
              <a:rPr lang="en-US" altLang="zh-CN" sz="2200" dirty="0"/>
              <a:t>n</a:t>
            </a:r>
            <a:r>
              <a:rPr lang="zh-CN" altLang="en-US" sz="2200" dirty="0"/>
              <a:t>个路由器时：</a:t>
            </a:r>
            <a:endParaRPr lang="en-US" altLang="zh-CN" sz="2200" dirty="0"/>
          </a:p>
          <a:p>
            <a:pPr lvl="1">
              <a:lnSpc>
                <a:spcPts val="3200"/>
              </a:lnSpc>
              <a:spcBef>
                <a:spcPts val="600"/>
              </a:spcBef>
            </a:pPr>
            <a:r>
              <a:rPr lang="zh-CN" altLang="en-US" sz="1800" dirty="0">
                <a:cs typeface="Times New Roman" panose="02020603050405020304" pitchFamily="18" charset="0"/>
              </a:rPr>
              <a:t>路由器丢弃数据包，向源主机发送</a:t>
            </a:r>
            <a:r>
              <a:rPr lang="en-US" altLang="zh-CN" sz="1800" dirty="0">
                <a:cs typeface="Times New Roman" panose="02020603050405020304" pitchFamily="18" charset="0"/>
              </a:rPr>
              <a:t>ICMP</a:t>
            </a:r>
            <a:r>
              <a:rPr lang="zh-CN" altLang="en-US" sz="1800" dirty="0">
                <a:cs typeface="Times New Roman" panose="02020603050405020304" pitchFamily="18" charset="0"/>
              </a:rPr>
              <a:t>报文</a:t>
            </a:r>
            <a:endParaRPr lang="en-US" altLang="zh-CN" sz="1800" dirty="0">
              <a:cs typeface="Times New Roman" panose="02020603050405020304" pitchFamily="18" charset="0"/>
            </a:endParaRPr>
          </a:p>
          <a:p>
            <a:pPr>
              <a:lnSpc>
                <a:spcPts val="3200"/>
              </a:lnSpc>
              <a:spcBef>
                <a:spcPts val="600"/>
              </a:spcBef>
            </a:pPr>
            <a:r>
              <a:rPr lang="zh-CN" altLang="en-US" sz="2200" dirty="0"/>
              <a:t>当</a:t>
            </a:r>
            <a:r>
              <a:rPr lang="en-US" altLang="zh-CN" sz="2200" dirty="0"/>
              <a:t>UDP</a:t>
            </a:r>
            <a:r>
              <a:rPr lang="zh-CN" altLang="en-US" sz="2200" dirty="0"/>
              <a:t>数据报到达目的主机时</a:t>
            </a:r>
            <a:endParaRPr lang="en-US" altLang="zh-CN" sz="2200" dirty="0"/>
          </a:p>
          <a:p>
            <a:pPr lvl="1">
              <a:lnSpc>
                <a:spcPts val="3200"/>
              </a:lnSpc>
              <a:spcBef>
                <a:spcPts val="600"/>
              </a:spcBef>
            </a:pPr>
            <a:r>
              <a:rPr lang="zh-CN" altLang="en-US" sz="1800" dirty="0">
                <a:cs typeface="Times New Roman" panose="02020603050405020304" pitchFamily="18" charset="0"/>
              </a:rPr>
              <a:t>目的主机返回“目的端口不可达”</a:t>
            </a:r>
            <a:r>
              <a:rPr lang="en-US" altLang="zh-CN" sz="1800" dirty="0">
                <a:cs typeface="Times New Roman" panose="02020603050405020304" pitchFamily="18" charset="0"/>
              </a:rPr>
              <a:t>ICMP</a:t>
            </a:r>
            <a:r>
              <a:rPr lang="zh-CN" altLang="en-US" sz="1800" dirty="0">
                <a:cs typeface="Times New Roman" panose="02020603050405020304" pitchFamily="18" charset="0"/>
              </a:rPr>
              <a:t>报文</a:t>
            </a:r>
            <a:endParaRPr lang="en-US" altLang="zh-CN" sz="1800" dirty="0">
              <a:cs typeface="Times New Roman" panose="02020603050405020304" pitchFamily="18" charset="0"/>
            </a:endParaRPr>
          </a:p>
          <a:p>
            <a:pPr>
              <a:lnSpc>
                <a:spcPts val="3200"/>
              </a:lnSpc>
              <a:spcBef>
                <a:spcPts val="600"/>
              </a:spcBef>
            </a:pPr>
            <a:r>
              <a:rPr lang="zh-CN" altLang="en-US" sz="2200" dirty="0"/>
              <a:t>源主机接收到“目的端口不可达”</a:t>
            </a:r>
            <a:r>
              <a:rPr lang="en-US" altLang="zh-CN" sz="2200" dirty="0"/>
              <a:t>ICMP</a:t>
            </a:r>
            <a:r>
              <a:rPr lang="zh-CN" altLang="en-US" sz="2200" dirty="0">
                <a:cs typeface="Times New Roman" panose="02020603050405020304" pitchFamily="18" charset="0"/>
              </a:rPr>
              <a:t>报文时，停止发送</a:t>
            </a:r>
            <a:endParaRPr lang="en-US" altLang="zh-CN" sz="2200" dirty="0">
              <a:cs typeface="Times New Roman" panose="02020603050405020304" pitchFamily="18" charset="0"/>
            </a:endParaRPr>
          </a:p>
        </p:txBody>
      </p:sp>
      <p:sp>
        <p:nvSpPr>
          <p:cNvPr id="77" name="Line 38"/>
          <p:cNvSpPr>
            <a:spLocks noChangeShapeType="1"/>
          </p:cNvSpPr>
          <p:nvPr/>
        </p:nvSpPr>
        <p:spPr bwMode="auto">
          <a:xfrm>
            <a:off x="1600200" y="5521790"/>
            <a:ext cx="288925" cy="2651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78" name="Line 105"/>
          <p:cNvSpPr>
            <a:spLocks noChangeShapeType="1"/>
          </p:cNvSpPr>
          <p:nvPr/>
        </p:nvSpPr>
        <p:spPr bwMode="auto">
          <a:xfrm flipV="1">
            <a:off x="2393950" y="5572590"/>
            <a:ext cx="458788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79" name="Line 106"/>
          <p:cNvSpPr>
            <a:spLocks noChangeShapeType="1"/>
          </p:cNvSpPr>
          <p:nvPr/>
        </p:nvSpPr>
        <p:spPr bwMode="auto">
          <a:xfrm>
            <a:off x="3328988" y="5556715"/>
            <a:ext cx="485775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80" name="Line 108"/>
          <p:cNvSpPr>
            <a:spLocks noChangeShapeType="1"/>
          </p:cNvSpPr>
          <p:nvPr/>
        </p:nvSpPr>
        <p:spPr bwMode="auto">
          <a:xfrm flipH="1">
            <a:off x="3090863" y="5288428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81" name="Line 113"/>
          <p:cNvSpPr>
            <a:spLocks noChangeShapeType="1"/>
          </p:cNvSpPr>
          <p:nvPr/>
        </p:nvSpPr>
        <p:spPr bwMode="auto">
          <a:xfrm flipH="1">
            <a:off x="4305300" y="5617040"/>
            <a:ext cx="620713" cy="1444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82" name="Line 260"/>
          <p:cNvSpPr>
            <a:spLocks noChangeShapeType="1"/>
          </p:cNvSpPr>
          <p:nvPr/>
        </p:nvSpPr>
        <p:spPr bwMode="auto">
          <a:xfrm>
            <a:off x="5424488" y="5582115"/>
            <a:ext cx="485775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83" name="Line 261"/>
          <p:cNvSpPr>
            <a:spLocks noChangeShapeType="1"/>
          </p:cNvSpPr>
          <p:nvPr/>
        </p:nvSpPr>
        <p:spPr bwMode="auto">
          <a:xfrm flipH="1">
            <a:off x="6362700" y="5528140"/>
            <a:ext cx="557213" cy="2778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84" name="Line 291"/>
          <p:cNvSpPr>
            <a:spLocks noChangeShapeType="1"/>
          </p:cNvSpPr>
          <p:nvPr/>
        </p:nvSpPr>
        <p:spPr bwMode="auto">
          <a:xfrm>
            <a:off x="3059113" y="5688478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85" name="Line 292"/>
          <p:cNvSpPr>
            <a:spLocks noChangeShapeType="1"/>
          </p:cNvSpPr>
          <p:nvPr/>
        </p:nvSpPr>
        <p:spPr bwMode="auto">
          <a:xfrm>
            <a:off x="4983163" y="5275728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86" name="Line 294"/>
          <p:cNvSpPr>
            <a:spLocks noChangeShapeType="1"/>
          </p:cNvSpPr>
          <p:nvPr/>
        </p:nvSpPr>
        <p:spPr bwMode="auto">
          <a:xfrm flipH="1">
            <a:off x="3700463" y="5878978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87" name="Line 295"/>
          <p:cNvSpPr>
            <a:spLocks noChangeShapeType="1"/>
          </p:cNvSpPr>
          <p:nvPr/>
        </p:nvSpPr>
        <p:spPr bwMode="auto">
          <a:xfrm>
            <a:off x="4056063" y="5383678"/>
            <a:ext cx="6350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88" name="Text Box 300"/>
          <p:cNvSpPr txBox="1">
            <a:spLocks noChangeArrowheads="1"/>
          </p:cNvSpPr>
          <p:nvPr/>
        </p:nvSpPr>
        <p:spPr bwMode="auto">
          <a:xfrm>
            <a:off x="1579056" y="5212330"/>
            <a:ext cx="782587" cy="338554"/>
          </a:xfrm>
          <a:prstGeom prst="rect">
            <a:avLst/>
          </a:prstGeom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TTL=1</a:t>
            </a:r>
            <a:endParaRPr lang="en-US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9" name="Text Box 302"/>
          <p:cNvSpPr txBox="1">
            <a:spLocks noChangeArrowheads="1"/>
          </p:cNvSpPr>
          <p:nvPr/>
        </p:nvSpPr>
        <p:spPr bwMode="auto">
          <a:xfrm>
            <a:off x="2316163" y="5801190"/>
            <a:ext cx="857927" cy="369332"/>
          </a:xfrm>
          <a:prstGeom prst="rect">
            <a:avLst/>
          </a:prstGeom>
          <a:noFill/>
          <a:ln>
            <a:noFill/>
          </a:ln>
        </p:spPr>
        <p:txBody>
          <a:bodyPr wrap="none">
            <a:spAutoFit/>
          </a:bodyPr>
          <a:lstStyle>
            <a:defPPr>
              <a:defRPr lang="zh-CN"/>
            </a:defPPr>
            <a:lvl1pPr>
              <a:defRPr sz="1600">
                <a:latin typeface="Times New Roman" panose="02020603050405020304" pitchFamily="18" charset="0"/>
                <a:ea typeface="MS PGothic" panose="020B0600070205080204" pitchFamily="34" charset="-128"/>
                <a:cs typeface="Times New Roman" panose="02020603050405020304" pitchFamily="18" charset="0"/>
              </a:defRPr>
            </a:lvl1pPr>
            <a:lvl2pPr marL="742950" indent="-285750">
              <a:defRPr sz="2400"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dirty="0"/>
              <a:t>TTL=2</a:t>
            </a:r>
            <a:endParaRPr lang="en-US" dirty="0"/>
          </a:p>
        </p:txBody>
      </p:sp>
      <p:sp>
        <p:nvSpPr>
          <p:cNvPr id="90" name="Text Box 304"/>
          <p:cNvSpPr txBox="1">
            <a:spLocks noChangeArrowheads="1"/>
          </p:cNvSpPr>
          <p:nvPr/>
        </p:nvSpPr>
        <p:spPr bwMode="auto">
          <a:xfrm>
            <a:off x="3340100" y="5215403"/>
            <a:ext cx="857927" cy="369332"/>
          </a:xfrm>
          <a:prstGeom prst="rect">
            <a:avLst/>
          </a:prstGeom>
          <a:noFill/>
          <a:ln>
            <a:noFill/>
          </a:ln>
        </p:spPr>
        <p:txBody>
          <a:bodyPr wrap="none">
            <a:spAutoFit/>
          </a:bodyPr>
          <a:lstStyle>
            <a:defPPr>
              <a:defRPr lang="zh-CN"/>
            </a:defPPr>
            <a:lvl1pPr>
              <a:defRPr sz="1600">
                <a:latin typeface="Times New Roman" panose="02020603050405020304" pitchFamily="18" charset="0"/>
                <a:ea typeface="MS PGothic" panose="020B0600070205080204" pitchFamily="34" charset="-128"/>
                <a:cs typeface="Times New Roman" panose="02020603050405020304" pitchFamily="18" charset="0"/>
              </a:defRPr>
            </a:lvl1pPr>
            <a:lvl2pPr marL="742950" indent="-285750">
              <a:defRPr sz="2400"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dirty="0"/>
              <a:t>TTL=3</a:t>
            </a:r>
            <a:endParaRPr lang="en-US" dirty="0"/>
          </a:p>
        </p:txBody>
      </p:sp>
      <p:grpSp>
        <p:nvGrpSpPr>
          <p:cNvPr id="91" name="Group 21"/>
          <p:cNvGrpSpPr/>
          <p:nvPr/>
        </p:nvGrpSpPr>
        <p:grpSpPr bwMode="auto">
          <a:xfrm>
            <a:off x="831850" y="5177303"/>
            <a:ext cx="820738" cy="688975"/>
            <a:chOff x="-44" y="1473"/>
            <a:chExt cx="981" cy="1105"/>
          </a:xfrm>
        </p:grpSpPr>
        <p:pic>
          <p:nvPicPr>
            <p:cNvPr id="92" name="Picture 22" descr="desktop_computer_stylized_medium"/>
            <p:cNvPicPr>
              <a:picLocks noChangeAspect="1" noChangeArrowheads="1"/>
            </p:cNvPicPr>
            <p:nvPr/>
          </p:nvPicPr>
          <p:blipFill>
            <a:blip r:embed="rId5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3" name="Freeform 23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73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4" name="Group 24"/>
          <p:cNvGrpSpPr/>
          <p:nvPr/>
        </p:nvGrpSpPr>
        <p:grpSpPr bwMode="auto">
          <a:xfrm flipH="1">
            <a:off x="6880225" y="5215403"/>
            <a:ext cx="754063" cy="669925"/>
            <a:chOff x="-44" y="1473"/>
            <a:chExt cx="981" cy="1105"/>
          </a:xfrm>
        </p:grpSpPr>
        <p:pic>
          <p:nvPicPr>
            <p:cNvPr id="95" name="Picture 25" descr="desktop_computer_stylized_medium"/>
            <p:cNvPicPr>
              <a:picLocks noChangeAspect="1" noChangeArrowheads="1"/>
            </p:cNvPicPr>
            <p:nvPr/>
          </p:nvPicPr>
          <p:blipFill>
            <a:blip r:embed="rId6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6" name="Freeform 26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73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7" name="Group 27"/>
          <p:cNvGrpSpPr/>
          <p:nvPr/>
        </p:nvGrpSpPr>
        <p:grpSpPr bwMode="auto">
          <a:xfrm>
            <a:off x="5827713" y="5715465"/>
            <a:ext cx="617537" cy="250825"/>
            <a:chOff x="2356" y="1300"/>
            <a:chExt cx="555" cy="194"/>
          </a:xfrm>
        </p:grpSpPr>
        <p:sp>
          <p:nvSpPr>
            <p:cNvPr id="98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9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</p:spPr>
          <p:txBody>
            <a:bodyPr wrap="none" anchor="ctr"/>
            <a:lstStyle/>
            <a:p>
              <a:pPr algn="ctr"/>
              <a:endParaRPr 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100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101" name="Group 31"/>
            <p:cNvGrpSpPr/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4" name="Freeform 32"/>
              <p:cNvSpPr/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" name="Freeform 33"/>
              <p:cNvSpPr/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2" name="Line 34"/>
            <p:cNvSpPr>
              <a:spLocks noChangeShapeType="1"/>
            </p:cNvSpPr>
            <p:nvPr/>
          </p:nvSpPr>
          <p:spPr bwMode="auto">
            <a:xfrm>
              <a:off x="2357" y="1361"/>
              <a:ext cx="0" cy="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" name="Line 35"/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6" name="Group 36"/>
          <p:cNvGrpSpPr/>
          <p:nvPr/>
        </p:nvGrpSpPr>
        <p:grpSpPr bwMode="auto">
          <a:xfrm>
            <a:off x="4859338" y="5444003"/>
            <a:ext cx="617537" cy="250825"/>
            <a:chOff x="2356" y="1300"/>
            <a:chExt cx="555" cy="194"/>
          </a:xfrm>
        </p:grpSpPr>
        <p:sp>
          <p:nvSpPr>
            <p:cNvPr id="107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108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</p:spPr>
          <p:txBody>
            <a:bodyPr wrap="none" anchor="ctr"/>
            <a:lstStyle/>
            <a:p>
              <a:pPr algn="ctr"/>
              <a:endParaRPr 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109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110" name="Group 40"/>
            <p:cNvGrpSpPr/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13" name="Freeform 41"/>
              <p:cNvSpPr/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" name="Freeform 42"/>
              <p:cNvSpPr/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1" name="Line 43"/>
            <p:cNvSpPr>
              <a:spLocks noChangeShapeType="1"/>
            </p:cNvSpPr>
            <p:nvPr/>
          </p:nvSpPr>
          <p:spPr bwMode="auto">
            <a:xfrm>
              <a:off x="2357" y="1361"/>
              <a:ext cx="0" cy="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" name="Line 44"/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5" name="Group 45"/>
          <p:cNvGrpSpPr/>
          <p:nvPr/>
        </p:nvGrpSpPr>
        <p:grpSpPr bwMode="auto">
          <a:xfrm>
            <a:off x="3708400" y="5653553"/>
            <a:ext cx="617538" cy="250825"/>
            <a:chOff x="2356" y="1300"/>
            <a:chExt cx="555" cy="194"/>
          </a:xfrm>
        </p:grpSpPr>
        <p:sp>
          <p:nvSpPr>
            <p:cNvPr id="116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117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</p:spPr>
          <p:txBody>
            <a:bodyPr wrap="none" anchor="ctr"/>
            <a:lstStyle/>
            <a:p>
              <a:pPr algn="ctr"/>
              <a:endParaRPr 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118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119" name="Group 49"/>
            <p:cNvGrpSpPr/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22" name="Freeform 50"/>
              <p:cNvSpPr/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" name="Freeform 51"/>
              <p:cNvSpPr/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20" name="Line 52"/>
            <p:cNvSpPr>
              <a:spLocks noChangeShapeType="1"/>
            </p:cNvSpPr>
            <p:nvPr/>
          </p:nvSpPr>
          <p:spPr bwMode="auto">
            <a:xfrm>
              <a:off x="2357" y="1361"/>
              <a:ext cx="0" cy="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" name="Line 53"/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4" name="Group 54"/>
          <p:cNvGrpSpPr/>
          <p:nvPr/>
        </p:nvGrpSpPr>
        <p:grpSpPr bwMode="auto">
          <a:xfrm>
            <a:off x="2706688" y="5407490"/>
            <a:ext cx="617537" cy="250825"/>
            <a:chOff x="2356" y="1300"/>
            <a:chExt cx="555" cy="194"/>
          </a:xfrm>
        </p:grpSpPr>
        <p:sp>
          <p:nvSpPr>
            <p:cNvPr id="125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126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</p:spPr>
          <p:txBody>
            <a:bodyPr wrap="none" anchor="ctr"/>
            <a:lstStyle/>
            <a:p>
              <a:pPr algn="ctr"/>
              <a:endParaRPr 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127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128" name="Group 58"/>
            <p:cNvGrpSpPr/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31" name="Freeform 59"/>
              <p:cNvSpPr/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Freeform 60"/>
              <p:cNvSpPr/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29" name="Line 61"/>
            <p:cNvSpPr>
              <a:spLocks noChangeShapeType="1"/>
            </p:cNvSpPr>
            <p:nvPr/>
          </p:nvSpPr>
          <p:spPr bwMode="auto">
            <a:xfrm>
              <a:off x="2357" y="1361"/>
              <a:ext cx="0" cy="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" name="Line 62"/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" name="Group 63"/>
          <p:cNvGrpSpPr/>
          <p:nvPr/>
        </p:nvGrpSpPr>
        <p:grpSpPr bwMode="auto">
          <a:xfrm>
            <a:off x="1831975" y="5674190"/>
            <a:ext cx="617538" cy="250825"/>
            <a:chOff x="2356" y="1300"/>
            <a:chExt cx="555" cy="194"/>
          </a:xfrm>
        </p:grpSpPr>
        <p:sp>
          <p:nvSpPr>
            <p:cNvPr id="134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135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</p:spPr>
          <p:txBody>
            <a:bodyPr wrap="none" anchor="ctr"/>
            <a:lstStyle/>
            <a:p>
              <a:pPr algn="ctr"/>
              <a:endParaRPr 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136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137" name="Group 67"/>
            <p:cNvGrpSpPr/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40" name="Freeform 68"/>
              <p:cNvSpPr/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" name="Freeform 69"/>
              <p:cNvSpPr/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8" name="Line 70"/>
            <p:cNvSpPr>
              <a:spLocks noChangeShapeType="1"/>
            </p:cNvSpPr>
            <p:nvPr/>
          </p:nvSpPr>
          <p:spPr bwMode="auto">
            <a:xfrm>
              <a:off x="2357" y="1361"/>
              <a:ext cx="0" cy="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" name="Line 71"/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2" name="Freeform 303"/>
          <p:cNvSpPr/>
          <p:nvPr/>
        </p:nvSpPr>
        <p:spPr bwMode="auto">
          <a:xfrm>
            <a:off x="1571625" y="5461465"/>
            <a:ext cx="2247900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tailEnd type="triangl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143" name="Freeform 299"/>
          <p:cNvSpPr/>
          <p:nvPr/>
        </p:nvSpPr>
        <p:spPr bwMode="auto">
          <a:xfrm>
            <a:off x="1603375" y="5497978"/>
            <a:ext cx="419100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tailEnd type="triangl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144" name="Freeform 301"/>
          <p:cNvSpPr/>
          <p:nvPr/>
        </p:nvSpPr>
        <p:spPr bwMode="auto">
          <a:xfrm>
            <a:off x="1597025" y="5412253"/>
            <a:ext cx="1346200" cy="474662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tailEnd type="triangle" w="med" len="med"/>
          </a:ln>
        </p:spPr>
        <p:txBody>
          <a:bodyPr/>
          <a:lstStyle/>
          <a:p>
            <a:endParaRPr lang="en-US"/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2303" y="1417172"/>
            <a:ext cx="8340351" cy="4759727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8" grpId="0"/>
      <p:bldP spid="89" grpId="0"/>
      <p:bldP spid="90" grpId="0"/>
      <p:bldP spid="142" grpId="0" animBg="1"/>
      <p:bldP spid="143" grpId="0" animBg="1"/>
      <p:bldP spid="144" grpId="0" animBg="1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5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609600"/>
            <a:ext cx="8496300" cy="838200"/>
          </a:xfrm>
        </p:spPr>
        <p:txBody>
          <a:bodyPr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路由算法概述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90120" name="Rectangle 78"/>
          <p:cNvSpPr>
            <a:spLocks noChangeArrowheads="1"/>
          </p:cNvSpPr>
          <p:nvPr/>
        </p:nvSpPr>
        <p:spPr bwMode="auto">
          <a:xfrm>
            <a:off x="444500" y="1592716"/>
            <a:ext cx="8093858" cy="35304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ts val="3500"/>
              </a:lnSpc>
              <a:spcBef>
                <a:spcPts val="1200"/>
              </a:spcBef>
            </a:pPr>
            <a:r>
              <a:rPr lang="zh-CN" altLang="en-US" sz="2400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目标</a:t>
            </a:r>
            <a:r>
              <a:rPr kumimoji="0" lang="zh-CN" altLang="en-US" sz="2400" dirty="0">
                <a:cs typeface="Times New Roman" panose="02020603050405020304" pitchFamily="18" charset="0"/>
              </a:rPr>
              <a:t>：确定从源主机到目的主机的最优路径</a:t>
            </a:r>
            <a:endParaRPr kumimoji="0" lang="en-US" altLang="zh-CN" sz="2400" dirty="0">
              <a:cs typeface="Times New Roman" panose="02020603050405020304" pitchFamily="18" charset="0"/>
            </a:endParaRPr>
          </a:p>
          <a:p>
            <a:pPr>
              <a:lnSpc>
                <a:spcPts val="3500"/>
              </a:lnSpc>
              <a:spcBef>
                <a:spcPts val="1200"/>
              </a:spcBef>
            </a:pPr>
            <a:r>
              <a:rPr kumimoji="0" lang="zh-CN" altLang="en-US" sz="2400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最优路径</a:t>
            </a:r>
            <a:r>
              <a:rPr kumimoji="0" lang="zh-CN" altLang="en-US" sz="2400" dirty="0">
                <a:cs typeface="Times New Roman" panose="02020603050405020304" pitchFamily="18" charset="0"/>
              </a:rPr>
              <a:t>：通常为</a:t>
            </a:r>
            <a:r>
              <a:rPr lang="zh-CN" altLang="en-US" sz="2400" b="1" dirty="0">
                <a:solidFill>
                  <a:srgbClr val="FF0000"/>
                </a:solidFill>
                <a:cs typeface="Times New Roman" panose="02020603050405020304" pitchFamily="18" charset="0"/>
              </a:rPr>
              <a:t>代价最小</a:t>
            </a:r>
            <a:r>
              <a:rPr lang="zh-CN" altLang="en-US" sz="2400" dirty="0">
                <a:cs typeface="Times New Roman" panose="02020603050405020304" pitchFamily="18" charset="0"/>
              </a:rPr>
              <a:t>的路径</a:t>
            </a:r>
            <a:endParaRPr kumimoji="0" lang="en-US" altLang="zh-CN" sz="2400" dirty="0">
              <a:cs typeface="Times New Roman" panose="02020603050405020304" pitchFamily="18" charset="0"/>
            </a:endParaRPr>
          </a:p>
          <a:p>
            <a:pPr lvl="1">
              <a:lnSpc>
                <a:spcPts val="3500"/>
              </a:lnSpc>
              <a:spcBef>
                <a:spcPts val="1200"/>
              </a:spcBef>
            </a:pPr>
            <a:r>
              <a:rPr kumimoji="0" lang="zh-CN" altLang="en-US" sz="2200" dirty="0">
                <a:cs typeface="Times New Roman" panose="02020603050405020304" pitchFamily="18" charset="0"/>
              </a:rPr>
              <a:t>代价：不同的定义方法，例如距离、时延、费用、拥塞等</a:t>
            </a:r>
            <a:endParaRPr kumimoji="0" lang="en-US" altLang="zh-CN" sz="2200" dirty="0">
              <a:cs typeface="Times New Roman" panose="02020603050405020304" pitchFamily="18" charset="0"/>
            </a:endParaRPr>
          </a:p>
          <a:p>
            <a:pPr>
              <a:lnSpc>
                <a:spcPts val="3500"/>
              </a:lnSpc>
              <a:spcBef>
                <a:spcPts val="1200"/>
              </a:spcBef>
            </a:pPr>
            <a:r>
              <a:rPr kumimoji="0" lang="zh-CN" altLang="en-US" sz="2400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路由算法的分布式实现</a:t>
            </a:r>
            <a:endParaRPr kumimoji="0" lang="en-US" altLang="zh-CN" sz="2400" dirty="0">
              <a:cs typeface="Times New Roman" panose="02020603050405020304" pitchFamily="18" charset="0"/>
            </a:endParaRPr>
          </a:p>
          <a:p>
            <a:pPr lvl="1">
              <a:lnSpc>
                <a:spcPts val="3500"/>
              </a:lnSpc>
              <a:spcBef>
                <a:spcPts val="1200"/>
              </a:spcBef>
            </a:pPr>
            <a:r>
              <a:rPr kumimoji="0" lang="zh-CN" altLang="en-US" sz="2200" dirty="0">
                <a:cs typeface="Times New Roman" panose="02020603050405020304" pitchFamily="18" charset="0"/>
              </a:rPr>
              <a:t>路由器之间交互</a:t>
            </a:r>
            <a:r>
              <a:rPr kumimoji="0" lang="zh-CN" altLang="en-US" sz="2200" dirty="0">
                <a:solidFill>
                  <a:srgbClr val="2A09B7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路由信息或链路状态信息</a:t>
            </a:r>
            <a:endParaRPr kumimoji="0" lang="en-US" altLang="zh-CN" sz="2200" dirty="0">
              <a:solidFill>
                <a:srgbClr val="2A09B7"/>
              </a:solidFill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lvl="1">
              <a:lnSpc>
                <a:spcPts val="3500"/>
              </a:lnSpc>
              <a:spcBef>
                <a:spcPts val="1200"/>
              </a:spcBef>
            </a:pPr>
            <a:r>
              <a:rPr kumimoji="0" lang="zh-CN" altLang="en-US" sz="2200" dirty="0">
                <a:cs typeface="Times New Roman" panose="02020603050405020304" pitchFamily="18" charset="0"/>
              </a:rPr>
              <a:t>每台路由器独立计算最优路径</a:t>
            </a:r>
            <a:endParaRPr kumimoji="0" lang="en-US" altLang="zh-CN" sz="2200" dirty="0">
              <a:cs typeface="Times New Roman" panose="02020603050405020304" pitchFamily="18" charset="0"/>
            </a:endParaRPr>
          </a:p>
        </p:txBody>
      </p:sp>
      <p:sp>
        <p:nvSpPr>
          <p:cNvPr id="81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4.4 </a:t>
            </a:r>
            <a:r>
              <a:rPr lang="zh-CN" altLang="en-US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路由算法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609600" y="5695890"/>
            <a:ext cx="7835900" cy="46166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rgbClr val="FF0000"/>
            </a:solidFill>
          </a:ln>
        </p:spPr>
        <p:txBody>
          <a:bodyPr wrap="square">
            <a:spAutoFit/>
          </a:bodyPr>
          <a:lstStyle/>
          <a:p>
            <a:r>
              <a:rPr lang="zh-CN" altLang="en-US" sz="2400" dirty="0"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相对于数据包转发，路由协议的开销都属于额外管理开销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5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609600"/>
            <a:ext cx="8496300" cy="731838"/>
          </a:xfrm>
        </p:spPr>
        <p:txBody>
          <a:bodyPr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路由算法概述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90120" name="Rectangle 78"/>
          <p:cNvSpPr>
            <a:spLocks noChangeArrowheads="1"/>
          </p:cNvSpPr>
          <p:nvPr/>
        </p:nvSpPr>
        <p:spPr bwMode="auto">
          <a:xfrm>
            <a:off x="409670" y="1519237"/>
            <a:ext cx="6284998" cy="450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ts val="3500"/>
              </a:lnSpc>
              <a:spcBef>
                <a:spcPts val="1200"/>
              </a:spcBef>
            </a:pPr>
            <a:r>
              <a:rPr lang="zh-CN" altLang="en-US" sz="2400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网络结构的图抽象</a:t>
            </a:r>
            <a:endParaRPr lang="en-US" altLang="zh-CN" sz="2400" dirty="0">
              <a:solidFill>
                <a:srgbClr val="FF0000"/>
              </a:solidFill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lvl="1">
              <a:lnSpc>
                <a:spcPts val="3500"/>
              </a:lnSpc>
              <a:spcBef>
                <a:spcPts val="1200"/>
              </a:spcBef>
            </a:pPr>
            <a:r>
              <a:rPr lang="zh-CN" altLang="en-US" sz="2200" b="1" dirty="0">
                <a:solidFill>
                  <a:srgbClr val="2A09B7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路由器</a:t>
            </a:r>
            <a:r>
              <a:rPr lang="zh-CN" altLang="en-US" sz="2200" dirty="0">
                <a:cs typeface="Times New Roman" panose="02020603050405020304" pitchFamily="18" charset="0"/>
              </a:rPr>
              <a:t>：图中的点</a:t>
            </a:r>
            <a:r>
              <a:rPr lang="en-US" altLang="zh-CN" sz="2200" dirty="0">
                <a:solidFill>
                  <a:srgbClr val="FF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(N) 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lvl="1">
              <a:lnSpc>
                <a:spcPts val="3500"/>
              </a:lnSpc>
              <a:spcBef>
                <a:spcPts val="1200"/>
              </a:spcBef>
            </a:pPr>
            <a:r>
              <a:rPr lang="zh-CN" altLang="en-US" sz="2200" b="1" dirty="0">
                <a:solidFill>
                  <a:srgbClr val="2A09B7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物理链路</a:t>
            </a:r>
            <a:r>
              <a:rPr lang="zh-CN" altLang="en-US" sz="2200" dirty="0">
                <a:cs typeface="Times New Roman" panose="02020603050405020304" pitchFamily="18" charset="0"/>
              </a:rPr>
              <a:t>：图中的边</a:t>
            </a:r>
            <a:r>
              <a:rPr lang="en-US" altLang="zh-CN" sz="2200" dirty="0">
                <a:solidFill>
                  <a:srgbClr val="FF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(E) 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lvl="1">
              <a:lnSpc>
                <a:spcPts val="3500"/>
              </a:lnSpc>
              <a:spcBef>
                <a:spcPts val="1200"/>
              </a:spcBef>
            </a:pPr>
            <a:r>
              <a:rPr lang="zh-CN" altLang="en-US" sz="2200" b="1" dirty="0">
                <a:solidFill>
                  <a:srgbClr val="2A09B7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代价</a:t>
            </a:r>
            <a:r>
              <a:rPr kumimoji="0" lang="zh-CN" altLang="en-US" sz="2200" dirty="0">
                <a:cs typeface="Times New Roman" panose="02020603050405020304" pitchFamily="18" charset="0"/>
              </a:rPr>
              <a:t>：边的权值</a:t>
            </a:r>
            <a:endParaRPr kumimoji="0" lang="en-US" altLang="zh-CN" sz="2200" dirty="0">
              <a:cs typeface="Times New Roman" panose="02020603050405020304" pitchFamily="18" charset="0"/>
            </a:endParaRPr>
          </a:p>
          <a:p>
            <a:pPr>
              <a:lnSpc>
                <a:spcPts val="3500"/>
              </a:lnSpc>
              <a:spcBef>
                <a:spcPts val="600"/>
              </a:spcBef>
            </a:pPr>
            <a:r>
              <a:rPr lang="zh-CN" altLang="en-US" sz="2400" dirty="0">
                <a:solidFill>
                  <a:srgbClr val="FF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用 </a:t>
            </a:r>
            <a:r>
              <a:rPr lang="en-US" altLang="zh-CN" sz="2400" dirty="0">
                <a:solidFill>
                  <a:srgbClr val="FF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G = (N, E) </a:t>
            </a:r>
            <a:r>
              <a:rPr lang="zh-CN" altLang="en-US" sz="2400" dirty="0">
                <a:solidFill>
                  <a:srgbClr val="FF0000"/>
                </a:solidFill>
                <a:ea typeface="楷体" panose="02010609060101010101" pitchFamily="49" charset="-122"/>
                <a:cs typeface="Times New Roman" panose="02020603050405020304" pitchFamily="18" charset="0"/>
              </a:rPr>
              <a:t>表示图</a:t>
            </a:r>
            <a:endParaRPr lang="en-US" altLang="zh-CN" sz="2400" dirty="0">
              <a:solidFill>
                <a:srgbClr val="FF0000"/>
              </a:solidFill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723900" lvl="1" indent="-266700">
              <a:lnSpc>
                <a:spcPts val="3500"/>
              </a:lnSpc>
              <a:spcBef>
                <a:spcPts val="600"/>
              </a:spcBef>
              <a:buClr>
                <a:schemeClr val="tx1"/>
              </a:buClr>
              <a:buBlip>
                <a:blip r:embed="rId5"/>
              </a:buBlip>
              <a:defRPr/>
            </a:pPr>
            <a:r>
              <a:rPr lang="en-US" altLang="zh-CN" sz="2200" dirty="0">
                <a:cs typeface="Times New Roman" panose="02020603050405020304" pitchFamily="18" charset="0"/>
              </a:rPr>
              <a:t>N = { u, v, w, x, y, z }</a:t>
            </a:r>
            <a:r>
              <a:rPr lang="zh-CN" altLang="en-US" sz="2200" dirty="0">
                <a:cs typeface="Times New Roman" panose="02020603050405020304" pitchFamily="18" charset="0"/>
              </a:rPr>
              <a:t>，路由器集合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marL="723900" lvl="1" indent="-266700">
              <a:lnSpc>
                <a:spcPts val="3500"/>
              </a:lnSpc>
              <a:spcBef>
                <a:spcPts val="600"/>
              </a:spcBef>
              <a:buClr>
                <a:schemeClr val="tx1"/>
              </a:buClr>
              <a:buBlip>
                <a:blip r:embed="rId5"/>
              </a:buBlip>
              <a:defRPr/>
            </a:pPr>
            <a:r>
              <a:rPr lang="en-US" altLang="zh-CN" sz="2200" dirty="0">
                <a:cs typeface="Times New Roman" panose="02020603050405020304" pitchFamily="18" charset="0"/>
              </a:rPr>
              <a:t>E = { (u, v), (u, w), (u, x), (v, w), (v, x), (w, x), (w, y), (w, z) , (x, y) , (y, z) } </a:t>
            </a:r>
            <a:r>
              <a:rPr lang="zh-CN" altLang="en-US" sz="2200" dirty="0">
                <a:cs typeface="Times New Roman" panose="02020603050405020304" pitchFamily="18" charset="0"/>
              </a:rPr>
              <a:t>，链路集合</a:t>
            </a:r>
            <a:endParaRPr lang="en-US" altLang="zh-CN" sz="2200" dirty="0">
              <a:cs typeface="Times New Roman" panose="02020603050405020304" pitchFamily="18" charset="0"/>
            </a:endParaRPr>
          </a:p>
        </p:txBody>
      </p:sp>
      <p:grpSp>
        <p:nvGrpSpPr>
          <p:cNvPr id="90121" name="组合 81"/>
          <p:cNvGrpSpPr/>
          <p:nvPr/>
        </p:nvGrpSpPr>
        <p:grpSpPr bwMode="auto">
          <a:xfrm>
            <a:off x="4905375" y="1400175"/>
            <a:ext cx="3571875" cy="2236787"/>
            <a:chOff x="5019675" y="1700213"/>
            <a:chExt cx="3571875" cy="2236787"/>
          </a:xfrm>
        </p:grpSpPr>
        <p:sp>
          <p:nvSpPr>
            <p:cNvPr id="90122" name="Freeform 9"/>
            <p:cNvSpPr/>
            <p:nvPr/>
          </p:nvSpPr>
          <p:spPr bwMode="auto">
            <a:xfrm>
              <a:off x="5019675" y="1700213"/>
              <a:ext cx="3571875" cy="2236787"/>
            </a:xfrm>
            <a:custGeom>
              <a:avLst/>
              <a:gdLst>
                <a:gd name="T0" fmla="*/ 0 w 2250"/>
                <a:gd name="T1" fmla="*/ 2147483646 h 1409"/>
                <a:gd name="T2" fmla="*/ 2147483646 w 2250"/>
                <a:gd name="T3" fmla="*/ 2147483646 h 1409"/>
                <a:gd name="T4" fmla="*/ 2147483646 w 2250"/>
                <a:gd name="T5" fmla="*/ 2147483646 h 1409"/>
                <a:gd name="T6" fmla="*/ 2147483646 w 2250"/>
                <a:gd name="T7" fmla="*/ 2147483646 h 1409"/>
                <a:gd name="T8" fmla="*/ 2147483646 w 2250"/>
                <a:gd name="T9" fmla="*/ 2147483646 h 1409"/>
                <a:gd name="T10" fmla="*/ 2147483646 w 2250"/>
                <a:gd name="T11" fmla="*/ 2147483646 h 1409"/>
                <a:gd name="T12" fmla="*/ 2147483646 w 2250"/>
                <a:gd name="T13" fmla="*/ 2147483646 h 1409"/>
                <a:gd name="T14" fmla="*/ 2147483646 w 2250"/>
                <a:gd name="T15" fmla="*/ 2147483646 h 1409"/>
                <a:gd name="T16" fmla="*/ 2147483646 w 2250"/>
                <a:gd name="T17" fmla="*/ 2147483646 h 1409"/>
                <a:gd name="T18" fmla="*/ 2147483646 w 2250"/>
                <a:gd name="T19" fmla="*/ 2147483646 h 1409"/>
                <a:gd name="T20" fmla="*/ 0 w 2250"/>
                <a:gd name="T21" fmla="*/ 2147483646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90123" name="Freeform 10"/>
            <p:cNvSpPr/>
            <p:nvPr/>
          </p:nvSpPr>
          <p:spPr bwMode="auto">
            <a:xfrm>
              <a:off x="5553075" y="2571750"/>
              <a:ext cx="542925" cy="295275"/>
            </a:xfrm>
            <a:custGeom>
              <a:avLst/>
              <a:gdLst>
                <a:gd name="T0" fmla="*/ 0 w 342"/>
                <a:gd name="T1" fmla="*/ 2147483646 h 186"/>
                <a:gd name="T2" fmla="*/ 2147483646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90124" name="Oval 11"/>
            <p:cNvSpPr>
              <a:spLocks noChangeArrowheads="1"/>
            </p:cNvSpPr>
            <p:nvPr/>
          </p:nvSpPr>
          <p:spPr bwMode="auto">
            <a:xfrm>
              <a:off x="5140325" y="2955925"/>
              <a:ext cx="496888" cy="128588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90125" name="Line 12"/>
            <p:cNvSpPr>
              <a:spLocks noChangeShapeType="1"/>
            </p:cNvSpPr>
            <p:nvPr/>
          </p:nvSpPr>
          <p:spPr bwMode="auto">
            <a:xfrm>
              <a:off x="5140325" y="2944813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90126" name="Line 13"/>
            <p:cNvSpPr>
              <a:spLocks noChangeShapeType="1"/>
            </p:cNvSpPr>
            <p:nvPr/>
          </p:nvSpPr>
          <p:spPr bwMode="auto">
            <a:xfrm>
              <a:off x="5637213" y="2944813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90127" name="Rectangle 14"/>
            <p:cNvSpPr>
              <a:spLocks noChangeArrowheads="1"/>
            </p:cNvSpPr>
            <p:nvPr/>
          </p:nvSpPr>
          <p:spPr bwMode="auto">
            <a:xfrm>
              <a:off x="5140325" y="2944813"/>
              <a:ext cx="492125" cy="77787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90128" name="Oval 15"/>
            <p:cNvSpPr>
              <a:spLocks noChangeArrowheads="1"/>
            </p:cNvSpPr>
            <p:nvPr/>
          </p:nvSpPr>
          <p:spPr bwMode="auto">
            <a:xfrm>
              <a:off x="5135563" y="2851150"/>
              <a:ext cx="496887" cy="1508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90129" name="Oval 16"/>
            <p:cNvSpPr>
              <a:spLocks noChangeArrowheads="1"/>
            </p:cNvSpPr>
            <p:nvPr/>
          </p:nvSpPr>
          <p:spPr bwMode="auto">
            <a:xfrm>
              <a:off x="5892800" y="3570288"/>
              <a:ext cx="496888" cy="12858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90130" name="Line 17"/>
            <p:cNvSpPr>
              <a:spLocks noChangeShapeType="1"/>
            </p:cNvSpPr>
            <p:nvPr/>
          </p:nvSpPr>
          <p:spPr bwMode="auto">
            <a:xfrm>
              <a:off x="5892800" y="3559175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90131" name="Line 18"/>
            <p:cNvSpPr>
              <a:spLocks noChangeShapeType="1"/>
            </p:cNvSpPr>
            <p:nvPr/>
          </p:nvSpPr>
          <p:spPr bwMode="auto">
            <a:xfrm>
              <a:off x="6389688" y="3559175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90132" name="Rectangle 19"/>
            <p:cNvSpPr>
              <a:spLocks noChangeArrowheads="1"/>
            </p:cNvSpPr>
            <p:nvPr/>
          </p:nvSpPr>
          <p:spPr bwMode="auto">
            <a:xfrm>
              <a:off x="5892800" y="3559175"/>
              <a:ext cx="492125" cy="7778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90133" name="Oval 20"/>
            <p:cNvSpPr>
              <a:spLocks noChangeArrowheads="1"/>
            </p:cNvSpPr>
            <p:nvPr/>
          </p:nvSpPr>
          <p:spPr bwMode="auto">
            <a:xfrm>
              <a:off x="5888038" y="3465513"/>
              <a:ext cx="496887" cy="150812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90134" name="Oval 21"/>
            <p:cNvSpPr>
              <a:spLocks noChangeArrowheads="1"/>
            </p:cNvSpPr>
            <p:nvPr/>
          </p:nvSpPr>
          <p:spPr bwMode="auto">
            <a:xfrm>
              <a:off x="5886450" y="2474913"/>
              <a:ext cx="496888" cy="12858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90135" name="Line 22"/>
            <p:cNvSpPr>
              <a:spLocks noChangeShapeType="1"/>
            </p:cNvSpPr>
            <p:nvPr/>
          </p:nvSpPr>
          <p:spPr bwMode="auto">
            <a:xfrm>
              <a:off x="5886450" y="2463800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90136" name="Line 23"/>
            <p:cNvSpPr>
              <a:spLocks noChangeShapeType="1"/>
            </p:cNvSpPr>
            <p:nvPr/>
          </p:nvSpPr>
          <p:spPr bwMode="auto">
            <a:xfrm>
              <a:off x="6383338" y="2463800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90137" name="Rectangle 24"/>
            <p:cNvSpPr>
              <a:spLocks noChangeArrowheads="1"/>
            </p:cNvSpPr>
            <p:nvPr/>
          </p:nvSpPr>
          <p:spPr bwMode="auto">
            <a:xfrm>
              <a:off x="5886450" y="2463800"/>
              <a:ext cx="492125" cy="7778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90138" name="Oval 25"/>
            <p:cNvSpPr>
              <a:spLocks noChangeArrowheads="1"/>
            </p:cNvSpPr>
            <p:nvPr/>
          </p:nvSpPr>
          <p:spPr bwMode="auto">
            <a:xfrm>
              <a:off x="5881688" y="2370138"/>
              <a:ext cx="496887" cy="150812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90139" name="Oval 26"/>
            <p:cNvSpPr>
              <a:spLocks noChangeArrowheads="1"/>
            </p:cNvSpPr>
            <p:nvPr/>
          </p:nvSpPr>
          <p:spPr bwMode="auto">
            <a:xfrm>
              <a:off x="6970713" y="2468563"/>
              <a:ext cx="495300" cy="12858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90140" name="Line 27"/>
            <p:cNvSpPr>
              <a:spLocks noChangeShapeType="1"/>
            </p:cNvSpPr>
            <p:nvPr/>
          </p:nvSpPr>
          <p:spPr bwMode="auto">
            <a:xfrm>
              <a:off x="6970713" y="2457450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90141" name="Line 28"/>
            <p:cNvSpPr>
              <a:spLocks noChangeShapeType="1"/>
            </p:cNvSpPr>
            <p:nvPr/>
          </p:nvSpPr>
          <p:spPr bwMode="auto">
            <a:xfrm>
              <a:off x="7466013" y="2457450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90142" name="Rectangle 29"/>
            <p:cNvSpPr>
              <a:spLocks noChangeArrowheads="1"/>
            </p:cNvSpPr>
            <p:nvPr/>
          </p:nvSpPr>
          <p:spPr bwMode="auto">
            <a:xfrm>
              <a:off x="6970713" y="2457450"/>
              <a:ext cx="490537" cy="7778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90143" name="Oval 30"/>
            <p:cNvSpPr>
              <a:spLocks noChangeArrowheads="1"/>
            </p:cNvSpPr>
            <p:nvPr/>
          </p:nvSpPr>
          <p:spPr bwMode="auto">
            <a:xfrm>
              <a:off x="6975475" y="2368550"/>
              <a:ext cx="495300" cy="1508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90144" name="Oval 31"/>
            <p:cNvSpPr>
              <a:spLocks noChangeArrowheads="1"/>
            </p:cNvSpPr>
            <p:nvPr/>
          </p:nvSpPr>
          <p:spPr bwMode="auto">
            <a:xfrm>
              <a:off x="6986588" y="3565525"/>
              <a:ext cx="496887" cy="128588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90145" name="Line 32"/>
            <p:cNvSpPr>
              <a:spLocks noChangeShapeType="1"/>
            </p:cNvSpPr>
            <p:nvPr/>
          </p:nvSpPr>
          <p:spPr bwMode="auto">
            <a:xfrm>
              <a:off x="6986588" y="3554413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90146" name="Line 33"/>
            <p:cNvSpPr>
              <a:spLocks noChangeShapeType="1"/>
            </p:cNvSpPr>
            <p:nvPr/>
          </p:nvSpPr>
          <p:spPr bwMode="auto">
            <a:xfrm>
              <a:off x="7483475" y="3554413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90147" name="Rectangle 34"/>
            <p:cNvSpPr>
              <a:spLocks noChangeArrowheads="1"/>
            </p:cNvSpPr>
            <p:nvPr/>
          </p:nvSpPr>
          <p:spPr bwMode="auto">
            <a:xfrm>
              <a:off x="6986588" y="3554413"/>
              <a:ext cx="492125" cy="77787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90148" name="Oval 35"/>
            <p:cNvSpPr>
              <a:spLocks noChangeArrowheads="1"/>
            </p:cNvSpPr>
            <p:nvPr/>
          </p:nvSpPr>
          <p:spPr bwMode="auto">
            <a:xfrm>
              <a:off x="6981825" y="3460750"/>
              <a:ext cx="496888" cy="1508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90149" name="Oval 36"/>
            <p:cNvSpPr>
              <a:spLocks noChangeArrowheads="1"/>
            </p:cNvSpPr>
            <p:nvPr/>
          </p:nvSpPr>
          <p:spPr bwMode="auto">
            <a:xfrm>
              <a:off x="7883525" y="3024188"/>
              <a:ext cx="496888" cy="12858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90150" name="Line 37"/>
            <p:cNvSpPr>
              <a:spLocks noChangeShapeType="1"/>
            </p:cNvSpPr>
            <p:nvPr/>
          </p:nvSpPr>
          <p:spPr bwMode="auto">
            <a:xfrm>
              <a:off x="7883525" y="3013075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90151" name="Line 38"/>
            <p:cNvSpPr>
              <a:spLocks noChangeShapeType="1"/>
            </p:cNvSpPr>
            <p:nvPr/>
          </p:nvSpPr>
          <p:spPr bwMode="auto">
            <a:xfrm>
              <a:off x="8380413" y="3013075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90152" name="Rectangle 39"/>
            <p:cNvSpPr>
              <a:spLocks noChangeArrowheads="1"/>
            </p:cNvSpPr>
            <p:nvPr/>
          </p:nvSpPr>
          <p:spPr bwMode="auto">
            <a:xfrm>
              <a:off x="7883525" y="3013075"/>
              <a:ext cx="492125" cy="7778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90153" name="Oval 40"/>
            <p:cNvSpPr>
              <a:spLocks noChangeArrowheads="1"/>
            </p:cNvSpPr>
            <p:nvPr/>
          </p:nvSpPr>
          <p:spPr bwMode="auto">
            <a:xfrm>
              <a:off x="7878763" y="2919413"/>
              <a:ext cx="496887" cy="150812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90154" name="Freeform 41"/>
            <p:cNvSpPr/>
            <p:nvPr/>
          </p:nvSpPr>
          <p:spPr bwMode="auto">
            <a:xfrm>
              <a:off x="7234238" y="2614613"/>
              <a:ext cx="1587" cy="828675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2147483646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90155" name="Freeform 42"/>
            <p:cNvSpPr/>
            <p:nvPr/>
          </p:nvSpPr>
          <p:spPr bwMode="auto">
            <a:xfrm>
              <a:off x="6134100" y="2624138"/>
              <a:ext cx="1588" cy="85248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2147483646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90156" name="Freeform 43"/>
            <p:cNvSpPr/>
            <p:nvPr/>
          </p:nvSpPr>
          <p:spPr bwMode="auto">
            <a:xfrm>
              <a:off x="6396038" y="2600325"/>
              <a:ext cx="800100" cy="952500"/>
            </a:xfrm>
            <a:custGeom>
              <a:avLst/>
              <a:gdLst>
                <a:gd name="T0" fmla="*/ 0 w 378"/>
                <a:gd name="T1" fmla="*/ 2147483646 h 174"/>
                <a:gd name="T2" fmla="*/ 2147483646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90157" name="Freeform 44"/>
            <p:cNvSpPr/>
            <p:nvPr/>
          </p:nvSpPr>
          <p:spPr bwMode="auto">
            <a:xfrm>
              <a:off x="7486650" y="3152775"/>
              <a:ext cx="581025" cy="428625"/>
            </a:xfrm>
            <a:custGeom>
              <a:avLst/>
              <a:gdLst>
                <a:gd name="T0" fmla="*/ 0 w 366"/>
                <a:gd name="T1" fmla="*/ 2147483646 h 270"/>
                <a:gd name="T2" fmla="*/ 214748364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90158" name="Freeform 45"/>
            <p:cNvSpPr/>
            <p:nvPr/>
          </p:nvSpPr>
          <p:spPr bwMode="auto">
            <a:xfrm>
              <a:off x="6405563" y="3600450"/>
              <a:ext cx="581025" cy="1588"/>
            </a:xfrm>
            <a:custGeom>
              <a:avLst/>
              <a:gdLst>
                <a:gd name="T0" fmla="*/ 214748364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90159" name="Freeform 46"/>
            <p:cNvSpPr/>
            <p:nvPr/>
          </p:nvSpPr>
          <p:spPr bwMode="auto">
            <a:xfrm>
              <a:off x="5467350" y="3086100"/>
              <a:ext cx="438150" cy="419100"/>
            </a:xfrm>
            <a:custGeom>
              <a:avLst/>
              <a:gdLst>
                <a:gd name="T0" fmla="*/ 2147483646 w 276"/>
                <a:gd name="T1" fmla="*/ 2147483646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90160" name="Freeform 47"/>
            <p:cNvSpPr/>
            <p:nvPr/>
          </p:nvSpPr>
          <p:spPr bwMode="auto">
            <a:xfrm>
              <a:off x="6396038" y="2505075"/>
              <a:ext cx="581025" cy="1588"/>
            </a:xfrm>
            <a:custGeom>
              <a:avLst/>
              <a:gdLst>
                <a:gd name="T0" fmla="*/ 214748364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90161" name="Freeform 48"/>
            <p:cNvSpPr/>
            <p:nvPr/>
          </p:nvSpPr>
          <p:spPr bwMode="auto">
            <a:xfrm>
              <a:off x="7467600" y="2500313"/>
              <a:ext cx="628650" cy="423862"/>
            </a:xfrm>
            <a:custGeom>
              <a:avLst/>
              <a:gdLst>
                <a:gd name="T0" fmla="*/ 2147483646 w 396"/>
                <a:gd name="T1" fmla="*/ 2147483646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90162" name="Freeform 49"/>
            <p:cNvSpPr/>
            <p:nvPr/>
          </p:nvSpPr>
          <p:spPr bwMode="auto">
            <a:xfrm>
              <a:off x="5376863" y="1819275"/>
              <a:ext cx="1762125" cy="1023938"/>
            </a:xfrm>
            <a:custGeom>
              <a:avLst/>
              <a:gdLst>
                <a:gd name="T0" fmla="*/ 2147483646 w 1110"/>
                <a:gd name="T1" fmla="*/ 2147483646 h 645"/>
                <a:gd name="T2" fmla="*/ 0 w 1110"/>
                <a:gd name="T3" fmla="*/ 2147483646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grpSp>
          <p:nvGrpSpPr>
            <p:cNvPr id="90163" name="Group 50"/>
            <p:cNvGrpSpPr/>
            <p:nvPr/>
          </p:nvGrpSpPr>
          <p:grpSpPr bwMode="auto">
            <a:xfrm>
              <a:off x="5222539" y="2774952"/>
              <a:ext cx="318166" cy="400050"/>
              <a:chOff x="2957" y="2429"/>
              <a:chExt cx="203" cy="252"/>
            </a:xfrm>
          </p:grpSpPr>
          <p:sp>
            <p:nvSpPr>
              <p:cNvPr id="90189" name="Rectangle 51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solidFill>
                    <a:schemeClr val="bg1"/>
                  </a:solidFill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90190" name="Text Box 52"/>
              <p:cNvSpPr txBox="1">
                <a:spLocks noChangeArrowheads="1"/>
              </p:cNvSpPr>
              <p:nvPr/>
            </p:nvSpPr>
            <p:spPr bwMode="auto">
              <a:xfrm>
                <a:off x="2957" y="2429"/>
                <a:ext cx="203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>
                    <a:solidFill>
                      <a:schemeClr val="bg1"/>
                    </a:solidFill>
                    <a:latin typeface="Comic Sans MS" panose="030F0702030302020204" pitchFamily="66" charset="0"/>
                  </a:rPr>
                  <a:t>u</a:t>
                </a:r>
                <a:endParaRPr kumimoji="0" lang="en-US" altLang="zh-CN" sz="240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90164" name="Group 53"/>
            <p:cNvGrpSpPr/>
            <p:nvPr/>
          </p:nvGrpSpPr>
          <p:grpSpPr bwMode="auto">
            <a:xfrm>
              <a:off x="7078475" y="3340104"/>
              <a:ext cx="317847" cy="400050"/>
              <a:chOff x="2956" y="2401"/>
              <a:chExt cx="203" cy="252"/>
            </a:xfrm>
          </p:grpSpPr>
          <p:sp>
            <p:nvSpPr>
              <p:cNvPr id="90187" name="Rectangle 54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solidFill>
                    <a:schemeClr val="bg1"/>
                  </a:solidFill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90188" name="Text Box 55"/>
              <p:cNvSpPr txBox="1">
                <a:spLocks noChangeArrowheads="1"/>
              </p:cNvSpPr>
              <p:nvPr/>
            </p:nvSpPr>
            <p:spPr bwMode="auto">
              <a:xfrm>
                <a:off x="2956" y="2401"/>
                <a:ext cx="203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 dirty="0">
                    <a:solidFill>
                      <a:schemeClr val="bg1"/>
                    </a:solidFill>
                    <a:latin typeface="Comic Sans MS" panose="030F0702030302020204" pitchFamily="66" charset="0"/>
                  </a:rPr>
                  <a:t>y</a:t>
                </a:r>
                <a:endParaRPr kumimoji="0" lang="en-US" altLang="zh-CN" sz="24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90165" name="Group 56"/>
            <p:cNvGrpSpPr/>
            <p:nvPr/>
          </p:nvGrpSpPr>
          <p:grpSpPr bwMode="auto">
            <a:xfrm>
              <a:off x="5989434" y="3379790"/>
              <a:ext cx="335369" cy="400050"/>
              <a:chOff x="2951" y="2429"/>
              <a:chExt cx="214" cy="252"/>
            </a:xfrm>
          </p:grpSpPr>
          <p:sp>
            <p:nvSpPr>
              <p:cNvPr id="90185" name="Rectangle 57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solidFill>
                    <a:schemeClr val="bg1"/>
                  </a:solidFill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90186" name="Text Box 58"/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4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>
                    <a:solidFill>
                      <a:schemeClr val="bg1"/>
                    </a:solidFill>
                    <a:latin typeface="Comic Sans MS" panose="030F0702030302020204" pitchFamily="66" charset="0"/>
                  </a:rPr>
                  <a:t>x</a:t>
                </a:r>
                <a:endParaRPr kumimoji="0" lang="en-US" altLang="zh-CN" sz="240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90166" name="Group 59"/>
            <p:cNvGrpSpPr/>
            <p:nvPr/>
          </p:nvGrpSpPr>
          <p:grpSpPr bwMode="auto">
            <a:xfrm>
              <a:off x="7048652" y="2289177"/>
              <a:ext cx="360030" cy="400050"/>
              <a:chOff x="2943" y="2429"/>
              <a:chExt cx="230" cy="252"/>
            </a:xfrm>
          </p:grpSpPr>
          <p:sp>
            <p:nvSpPr>
              <p:cNvPr id="90183" name="Rectangle 60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solidFill>
                    <a:schemeClr val="bg1"/>
                  </a:solidFill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90184" name="Text Box 61"/>
              <p:cNvSpPr txBox="1">
                <a:spLocks noChangeArrowheads="1"/>
              </p:cNvSpPr>
              <p:nvPr/>
            </p:nvSpPr>
            <p:spPr bwMode="auto">
              <a:xfrm>
                <a:off x="2943" y="2429"/>
                <a:ext cx="230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>
                    <a:solidFill>
                      <a:schemeClr val="bg1"/>
                    </a:solidFill>
                    <a:latin typeface="Comic Sans MS" panose="030F0702030302020204" pitchFamily="66" charset="0"/>
                  </a:rPr>
                  <a:t>w</a:t>
                </a:r>
                <a:endParaRPr kumimoji="0" lang="en-US" altLang="zh-CN" sz="240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90167" name="Group 62"/>
            <p:cNvGrpSpPr/>
            <p:nvPr/>
          </p:nvGrpSpPr>
          <p:grpSpPr bwMode="auto">
            <a:xfrm>
              <a:off x="5987808" y="2289177"/>
              <a:ext cx="310038" cy="400050"/>
              <a:chOff x="2959" y="2429"/>
              <a:chExt cx="198" cy="252"/>
            </a:xfrm>
          </p:grpSpPr>
          <p:sp>
            <p:nvSpPr>
              <p:cNvPr id="90181" name="Rectangle 63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solidFill>
                    <a:schemeClr val="bg1"/>
                  </a:solidFill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90182" name="Text Box 64"/>
              <p:cNvSpPr txBox="1">
                <a:spLocks noChangeArrowheads="1"/>
              </p:cNvSpPr>
              <p:nvPr/>
            </p:nvSpPr>
            <p:spPr bwMode="auto">
              <a:xfrm>
                <a:off x="2959" y="2429"/>
                <a:ext cx="198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>
                    <a:solidFill>
                      <a:schemeClr val="bg1"/>
                    </a:solidFill>
                    <a:latin typeface="Comic Sans MS" panose="030F0702030302020204" pitchFamily="66" charset="0"/>
                  </a:rPr>
                  <a:t>v</a:t>
                </a:r>
                <a:endParaRPr kumimoji="0" lang="en-US" altLang="zh-CN" sz="240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90168" name="Group 65"/>
            <p:cNvGrpSpPr/>
            <p:nvPr/>
          </p:nvGrpSpPr>
          <p:grpSpPr bwMode="auto">
            <a:xfrm>
              <a:off x="7985023" y="2841627"/>
              <a:ext cx="322483" cy="400050"/>
              <a:chOff x="2954" y="2429"/>
              <a:chExt cx="206" cy="252"/>
            </a:xfrm>
          </p:grpSpPr>
          <p:sp>
            <p:nvSpPr>
              <p:cNvPr id="90179" name="Rectangle 66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solidFill>
                    <a:schemeClr val="bg1"/>
                  </a:solidFill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90180" name="Text Box 67"/>
              <p:cNvSpPr txBox="1">
                <a:spLocks noChangeArrowheads="1"/>
              </p:cNvSpPr>
              <p:nvPr/>
            </p:nvSpPr>
            <p:spPr bwMode="auto">
              <a:xfrm>
                <a:off x="2954" y="2429"/>
                <a:ext cx="20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>
                    <a:solidFill>
                      <a:schemeClr val="bg1"/>
                    </a:solidFill>
                    <a:latin typeface="Comic Sans MS" panose="030F0702030302020204" pitchFamily="66" charset="0"/>
                  </a:rPr>
                  <a:t>z</a:t>
                </a:r>
                <a:endParaRPr kumimoji="0" lang="en-US" altLang="zh-CN" sz="240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90169" name="Text Box 68"/>
            <p:cNvSpPr txBox="1">
              <a:spLocks noChangeArrowheads="1"/>
            </p:cNvSpPr>
            <p:nvPr/>
          </p:nvSpPr>
          <p:spPr bwMode="auto">
            <a:xfrm>
              <a:off x="5538788" y="2493963"/>
              <a:ext cx="323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solidFill>
                    <a:schemeClr val="bg1"/>
                  </a:solidFill>
                  <a:latin typeface="Comic Sans MS" panose="030F0702030302020204" pitchFamily="66" charset="0"/>
                </a:rPr>
                <a:t>2</a:t>
              </a:r>
              <a:endParaRPr kumimoji="0" lang="en-US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90170" name="Text Box 69"/>
            <p:cNvSpPr txBox="1">
              <a:spLocks noChangeArrowheads="1"/>
            </p:cNvSpPr>
            <p:nvPr/>
          </p:nvSpPr>
          <p:spPr bwMode="auto">
            <a:xfrm>
              <a:off x="6091238" y="2841625"/>
              <a:ext cx="3238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solidFill>
                    <a:schemeClr val="bg1"/>
                  </a:solidFill>
                  <a:latin typeface="Comic Sans MS" panose="030F0702030302020204" pitchFamily="66" charset="0"/>
                </a:rPr>
                <a:t>2</a:t>
              </a:r>
              <a:endParaRPr kumimoji="0" lang="en-US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90171" name="Text Box 70"/>
            <p:cNvSpPr txBox="1">
              <a:spLocks noChangeArrowheads="1"/>
            </p:cNvSpPr>
            <p:nvPr/>
          </p:nvSpPr>
          <p:spPr bwMode="auto">
            <a:xfrm>
              <a:off x="5418138" y="3179763"/>
              <a:ext cx="287337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solidFill>
                    <a:schemeClr val="bg1"/>
                  </a:solidFill>
                  <a:latin typeface="Comic Sans MS" panose="030F0702030302020204" pitchFamily="66" charset="0"/>
                </a:rPr>
                <a:t>1</a:t>
              </a:r>
              <a:endParaRPr kumimoji="0" lang="en-US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90172" name="Text Box 71"/>
            <p:cNvSpPr txBox="1">
              <a:spLocks noChangeArrowheads="1"/>
            </p:cNvSpPr>
            <p:nvPr/>
          </p:nvSpPr>
          <p:spPr bwMode="auto">
            <a:xfrm>
              <a:off x="6700838" y="2989263"/>
              <a:ext cx="323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 dirty="0">
                  <a:solidFill>
                    <a:schemeClr val="bg1"/>
                  </a:solidFill>
                  <a:latin typeface="Comic Sans MS" panose="030F0702030302020204" pitchFamily="66" charset="0"/>
                </a:rPr>
                <a:t>3</a:t>
              </a:r>
              <a:endParaRPr kumimoji="0" lang="en-US" altLang="zh-CN" sz="2400" dirty="0">
                <a:solidFill>
                  <a:schemeClr val="bg1"/>
                </a:solidFill>
              </a:endParaRPr>
            </a:p>
          </p:txBody>
        </p:sp>
        <p:sp>
          <p:nvSpPr>
            <p:cNvPr id="90173" name="Text Box 72"/>
            <p:cNvSpPr txBox="1">
              <a:spLocks noChangeArrowheads="1"/>
            </p:cNvSpPr>
            <p:nvPr/>
          </p:nvSpPr>
          <p:spPr bwMode="auto">
            <a:xfrm>
              <a:off x="6618288" y="3551238"/>
              <a:ext cx="287337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solidFill>
                    <a:schemeClr val="bg1"/>
                  </a:solidFill>
                  <a:latin typeface="Comic Sans MS" panose="030F0702030302020204" pitchFamily="66" charset="0"/>
                </a:rPr>
                <a:t>1</a:t>
              </a:r>
              <a:endParaRPr kumimoji="0" lang="en-US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90174" name="Text Box 73"/>
            <p:cNvSpPr txBox="1">
              <a:spLocks noChangeArrowheads="1"/>
            </p:cNvSpPr>
            <p:nvPr/>
          </p:nvSpPr>
          <p:spPr bwMode="auto">
            <a:xfrm>
              <a:off x="7189788" y="2870200"/>
              <a:ext cx="287337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solidFill>
                    <a:schemeClr val="bg1"/>
                  </a:solidFill>
                  <a:latin typeface="Comic Sans MS" panose="030F0702030302020204" pitchFamily="66" charset="0"/>
                </a:rPr>
                <a:t>1</a:t>
              </a:r>
              <a:endParaRPr kumimoji="0" lang="en-US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90175" name="Text Box 74"/>
            <p:cNvSpPr txBox="1">
              <a:spLocks noChangeArrowheads="1"/>
            </p:cNvSpPr>
            <p:nvPr/>
          </p:nvSpPr>
          <p:spPr bwMode="auto">
            <a:xfrm>
              <a:off x="7743825" y="3289300"/>
              <a:ext cx="3238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solidFill>
                    <a:schemeClr val="bg1"/>
                  </a:solidFill>
                  <a:latin typeface="Comic Sans MS" panose="030F0702030302020204" pitchFamily="66" charset="0"/>
                </a:rPr>
                <a:t>2</a:t>
              </a:r>
              <a:endParaRPr kumimoji="0" lang="en-US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90176" name="Text Box 75"/>
            <p:cNvSpPr txBox="1">
              <a:spLocks noChangeArrowheads="1"/>
            </p:cNvSpPr>
            <p:nvPr/>
          </p:nvSpPr>
          <p:spPr bwMode="auto">
            <a:xfrm>
              <a:off x="7700963" y="2436813"/>
              <a:ext cx="323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solidFill>
                    <a:schemeClr val="bg1"/>
                  </a:solidFill>
                  <a:latin typeface="Comic Sans MS" panose="030F0702030302020204" pitchFamily="66" charset="0"/>
                </a:rPr>
                <a:t>5</a:t>
              </a:r>
              <a:endParaRPr kumimoji="0" lang="en-US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90177" name="Text Box 76"/>
            <p:cNvSpPr txBox="1">
              <a:spLocks noChangeArrowheads="1"/>
            </p:cNvSpPr>
            <p:nvPr/>
          </p:nvSpPr>
          <p:spPr bwMode="auto">
            <a:xfrm>
              <a:off x="6534150" y="2198688"/>
              <a:ext cx="323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solidFill>
                    <a:schemeClr val="bg1"/>
                  </a:solidFill>
                  <a:latin typeface="Comic Sans MS" panose="030F0702030302020204" pitchFamily="66" charset="0"/>
                </a:rPr>
                <a:t>3</a:t>
              </a:r>
              <a:endParaRPr kumimoji="0" lang="en-US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90178" name="Text Box 77"/>
            <p:cNvSpPr txBox="1">
              <a:spLocks noChangeArrowheads="1"/>
            </p:cNvSpPr>
            <p:nvPr/>
          </p:nvSpPr>
          <p:spPr bwMode="auto">
            <a:xfrm>
              <a:off x="5976938" y="1774825"/>
              <a:ext cx="3238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solidFill>
                    <a:schemeClr val="bg1"/>
                  </a:solidFill>
                  <a:latin typeface="Comic Sans MS" panose="030F0702030302020204" pitchFamily="66" charset="0"/>
                </a:rPr>
                <a:t>5</a:t>
              </a:r>
              <a:endParaRPr kumimoji="0" lang="en-US" altLang="zh-CN" sz="2400">
                <a:solidFill>
                  <a:schemeClr val="bg1"/>
                </a:solidFill>
              </a:endParaRPr>
            </a:p>
          </p:txBody>
        </p:sp>
      </p:grpSp>
      <p:sp>
        <p:nvSpPr>
          <p:cNvPr id="81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4.4 </a:t>
            </a:r>
            <a:r>
              <a:rPr lang="zh-CN" altLang="en-US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路由算法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5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609600"/>
            <a:ext cx="8496300" cy="731838"/>
          </a:xfrm>
        </p:spPr>
        <p:txBody>
          <a:bodyPr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路由算法概述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90120" name="Rectangle 78"/>
          <p:cNvSpPr>
            <a:spLocks noChangeArrowheads="1"/>
          </p:cNvSpPr>
          <p:nvPr/>
        </p:nvSpPr>
        <p:spPr bwMode="auto">
          <a:xfrm>
            <a:off x="370204" y="1383959"/>
            <a:ext cx="8293100" cy="2949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marL="266700" indent="-266700">
              <a:lnSpc>
                <a:spcPct val="150000"/>
              </a:lnSpc>
              <a:spcBef>
                <a:spcPts val="600"/>
              </a:spcBef>
              <a:buClr>
                <a:schemeClr val="tx1"/>
              </a:buClr>
              <a:buBlip>
                <a:blip r:embed="rId5"/>
              </a:buBlip>
              <a:defRPr/>
            </a:pPr>
            <a:r>
              <a:rPr lang="zh-CN" altLang="en-US" sz="2400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链路代价</a:t>
            </a:r>
            <a:r>
              <a:rPr lang="zh-CN" altLang="en-US" sz="2400" dirty="0">
                <a:cs typeface="Times New Roman" panose="02020603050405020304" pitchFamily="18" charset="0"/>
              </a:rPr>
              <a:t>：相邻节点之间的代价值，表示为 </a:t>
            </a:r>
            <a:r>
              <a:rPr lang="en-US" altLang="zh-CN" sz="2400" dirty="0">
                <a:cs typeface="Times New Roman" panose="02020603050405020304" pitchFamily="18" charset="0"/>
              </a:rPr>
              <a:t>c(x</a:t>
            </a:r>
            <a:r>
              <a:rPr lang="en-US" altLang="zh-CN" sz="2400" i="1" baseline="-25000" dirty="0">
                <a:cs typeface="Times New Roman" panose="02020603050405020304" pitchFamily="18" charset="0"/>
              </a:rPr>
              <a:t>i</a:t>
            </a:r>
            <a:r>
              <a:rPr lang="en-US" altLang="zh-CN" sz="2400" dirty="0">
                <a:cs typeface="Times New Roman" panose="02020603050405020304" pitchFamily="18" charset="0"/>
              </a:rPr>
              <a:t>, </a:t>
            </a:r>
            <a:r>
              <a:rPr lang="en-US" altLang="zh-CN" sz="2400" dirty="0" err="1">
                <a:cs typeface="Times New Roman" panose="02020603050405020304" pitchFamily="18" charset="0"/>
              </a:rPr>
              <a:t>x</a:t>
            </a:r>
            <a:r>
              <a:rPr lang="en-US" altLang="zh-CN" sz="2400" i="1" baseline="-25000" dirty="0" err="1">
                <a:cs typeface="Times New Roman" panose="02020603050405020304" pitchFamily="18" charset="0"/>
              </a:rPr>
              <a:t>j</a:t>
            </a:r>
            <a:r>
              <a:rPr lang="en-US" altLang="zh-CN" sz="2400" dirty="0">
                <a:cs typeface="Times New Roman" panose="02020603050405020304" pitchFamily="18" charset="0"/>
              </a:rPr>
              <a:t>)</a:t>
            </a:r>
          </a:p>
          <a:p>
            <a:pPr marL="723900" lvl="1" indent="-266700">
              <a:lnSpc>
                <a:spcPct val="150000"/>
              </a:lnSpc>
              <a:spcBef>
                <a:spcPts val="600"/>
              </a:spcBef>
              <a:buClr>
                <a:schemeClr val="tx1"/>
              </a:buClr>
              <a:buBlip>
                <a:blip r:embed="rId6"/>
              </a:buBlip>
              <a:defRPr/>
            </a:pPr>
            <a:r>
              <a:rPr lang="zh-CN" altLang="en-US" sz="2200" dirty="0">
                <a:cs typeface="Times New Roman" panose="02020603050405020304" pitchFamily="18" charset="0"/>
              </a:rPr>
              <a:t>如果</a:t>
            </a:r>
            <a:r>
              <a:rPr lang="en-US" altLang="zh-CN" sz="2200" dirty="0">
                <a:cs typeface="Times New Roman" panose="02020603050405020304" pitchFamily="18" charset="0"/>
              </a:rPr>
              <a:t>x</a:t>
            </a:r>
            <a:r>
              <a:rPr lang="en-US" altLang="zh-CN" sz="2200" i="1" baseline="-25000" dirty="0">
                <a:cs typeface="Times New Roman" panose="02020603050405020304" pitchFamily="18" charset="0"/>
              </a:rPr>
              <a:t>i</a:t>
            </a:r>
            <a:r>
              <a:rPr lang="zh-CN" altLang="en-US" sz="2200" dirty="0">
                <a:cs typeface="Times New Roman" panose="02020603050405020304" pitchFamily="18" charset="0"/>
              </a:rPr>
              <a:t>和</a:t>
            </a:r>
            <a:r>
              <a:rPr lang="en-US" altLang="zh-CN" sz="2200" dirty="0" err="1">
                <a:cs typeface="Times New Roman" panose="02020603050405020304" pitchFamily="18" charset="0"/>
              </a:rPr>
              <a:t>x</a:t>
            </a:r>
            <a:r>
              <a:rPr lang="en-US" altLang="zh-CN" sz="2200" i="1" baseline="-25000" dirty="0" err="1">
                <a:cs typeface="Times New Roman" panose="02020603050405020304" pitchFamily="18" charset="0"/>
              </a:rPr>
              <a:t>j</a:t>
            </a:r>
            <a:r>
              <a:rPr lang="zh-CN" altLang="en-US" sz="2200" dirty="0">
                <a:cs typeface="Times New Roman" panose="02020603050405020304" pitchFamily="18" charset="0"/>
              </a:rPr>
              <a:t>相邻，链路代价为边的代价，例如</a:t>
            </a:r>
            <a:r>
              <a:rPr lang="en-US" altLang="zh-CN" sz="2200" dirty="0">
                <a:cs typeface="Times New Roman" panose="02020603050405020304" pitchFamily="18" charset="0"/>
              </a:rPr>
              <a:t>c(w, z) = 5</a:t>
            </a:r>
          </a:p>
          <a:p>
            <a:pPr marL="723900" lvl="1" indent="-266700">
              <a:lnSpc>
                <a:spcPct val="150000"/>
              </a:lnSpc>
              <a:spcBef>
                <a:spcPts val="600"/>
              </a:spcBef>
              <a:buClr>
                <a:schemeClr val="tx1"/>
              </a:buClr>
              <a:buBlip>
                <a:blip r:embed="rId6"/>
              </a:buBlip>
              <a:defRPr/>
            </a:pPr>
            <a:r>
              <a:rPr lang="zh-CN" altLang="en-US" sz="2200" dirty="0">
                <a:cs typeface="Times New Roman" panose="02020603050405020304" pitchFamily="18" charset="0"/>
              </a:rPr>
              <a:t>如果</a:t>
            </a:r>
            <a:r>
              <a:rPr lang="en-US" altLang="zh-CN" sz="2200" dirty="0">
                <a:cs typeface="Times New Roman" panose="02020603050405020304" pitchFamily="18" charset="0"/>
              </a:rPr>
              <a:t>x</a:t>
            </a:r>
            <a:r>
              <a:rPr lang="en-US" altLang="zh-CN" sz="2200" i="1" baseline="-25000" dirty="0">
                <a:cs typeface="Times New Roman" panose="02020603050405020304" pitchFamily="18" charset="0"/>
              </a:rPr>
              <a:t>i</a:t>
            </a:r>
            <a:r>
              <a:rPr lang="zh-CN" altLang="en-US" sz="2200" dirty="0">
                <a:cs typeface="Times New Roman" panose="02020603050405020304" pitchFamily="18" charset="0"/>
              </a:rPr>
              <a:t>和</a:t>
            </a:r>
            <a:r>
              <a:rPr lang="en-US" altLang="zh-CN" sz="2200" dirty="0" err="1">
                <a:cs typeface="Times New Roman" panose="02020603050405020304" pitchFamily="18" charset="0"/>
              </a:rPr>
              <a:t>x</a:t>
            </a:r>
            <a:r>
              <a:rPr lang="en-US" altLang="zh-CN" sz="2200" i="1" baseline="-25000" dirty="0" err="1">
                <a:cs typeface="Times New Roman" panose="02020603050405020304" pitchFamily="18" charset="0"/>
              </a:rPr>
              <a:t>j</a:t>
            </a:r>
            <a:r>
              <a:rPr lang="zh-CN" altLang="en-US" sz="2200" dirty="0">
                <a:cs typeface="Times New Roman" panose="02020603050405020304" pitchFamily="18" charset="0"/>
              </a:rPr>
              <a:t>不相邻，链路代价记为无穷</a:t>
            </a:r>
            <a:r>
              <a:rPr lang="zh-CN" altLang="en-US" sz="2200" b="1" dirty="0">
                <a:latin typeface="宋体" panose="02010600030101010101" pitchFamily="2" charset="-122"/>
                <a:cs typeface="Arial Unicode MS" panose="020B0604020202020204" pitchFamily="34" charset="-122"/>
              </a:rPr>
              <a:t>∞</a:t>
            </a:r>
            <a:endParaRPr lang="zh-CN" altLang="en-US" sz="2200" b="1" dirty="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  <a:p>
            <a:pPr marL="266700" indent="-266700">
              <a:lnSpc>
                <a:spcPct val="150000"/>
              </a:lnSpc>
              <a:spcBef>
                <a:spcPts val="600"/>
              </a:spcBef>
              <a:buClr>
                <a:schemeClr val="tx1"/>
              </a:buClr>
              <a:buBlip>
                <a:blip r:embed="rId5"/>
              </a:buBlip>
              <a:defRPr/>
            </a:pPr>
            <a:r>
              <a:rPr lang="zh-CN" altLang="en-US" sz="2400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路径代价</a:t>
            </a:r>
            <a:r>
              <a:rPr lang="zh-CN" altLang="en-US" sz="2400" dirty="0">
                <a:cs typeface="Times New Roman" panose="02020603050405020304" pitchFamily="18" charset="0"/>
              </a:rPr>
              <a:t>：路径上所有链路的代价和，例如路径</a:t>
            </a:r>
            <a:r>
              <a:rPr lang="en-US" altLang="zh-CN" sz="2400" dirty="0">
                <a:cs typeface="Times New Roman" panose="02020603050405020304" pitchFamily="18" charset="0"/>
              </a:rPr>
              <a:t>(x</a:t>
            </a:r>
            <a:r>
              <a:rPr lang="en-US" altLang="zh-CN" sz="2400" baseline="-25000" dirty="0">
                <a:cs typeface="Times New Roman" panose="02020603050405020304" pitchFamily="18" charset="0"/>
              </a:rPr>
              <a:t>1</a:t>
            </a:r>
            <a:r>
              <a:rPr lang="en-US" altLang="zh-CN" sz="2400" dirty="0">
                <a:cs typeface="Times New Roman" panose="02020603050405020304" pitchFamily="18" charset="0"/>
              </a:rPr>
              <a:t>, x</a:t>
            </a:r>
            <a:r>
              <a:rPr lang="en-US" altLang="zh-CN" sz="2400" baseline="-25000" dirty="0">
                <a:cs typeface="Times New Roman" panose="02020603050405020304" pitchFamily="18" charset="0"/>
              </a:rPr>
              <a:t>2</a:t>
            </a:r>
            <a:r>
              <a:rPr lang="en-US" altLang="zh-CN" sz="2400" dirty="0">
                <a:cs typeface="Times New Roman" panose="02020603050405020304" pitchFamily="18" charset="0"/>
              </a:rPr>
              <a:t>, x</a:t>
            </a:r>
            <a:r>
              <a:rPr lang="en-US" altLang="zh-CN" sz="2400" baseline="-25000" dirty="0">
                <a:cs typeface="Times New Roman" panose="02020603050405020304" pitchFamily="18" charset="0"/>
              </a:rPr>
              <a:t>3</a:t>
            </a:r>
            <a:r>
              <a:rPr lang="en-US" altLang="zh-CN" sz="2400" dirty="0">
                <a:cs typeface="Times New Roman" panose="02020603050405020304" pitchFamily="18" charset="0"/>
              </a:rPr>
              <a:t>, …, </a:t>
            </a:r>
            <a:r>
              <a:rPr lang="en-US" altLang="zh-CN" sz="2400" dirty="0" err="1">
                <a:cs typeface="Times New Roman" panose="02020603050405020304" pitchFamily="18" charset="0"/>
              </a:rPr>
              <a:t>x</a:t>
            </a:r>
            <a:r>
              <a:rPr lang="en-US" altLang="zh-CN" sz="2400" baseline="-25000" dirty="0" err="1">
                <a:cs typeface="Times New Roman" panose="02020603050405020304" pitchFamily="18" charset="0"/>
              </a:rPr>
              <a:t>p</a:t>
            </a:r>
            <a:r>
              <a:rPr lang="en-US" altLang="zh-CN" sz="2400" dirty="0">
                <a:cs typeface="Times New Roman" panose="02020603050405020304" pitchFamily="18" charset="0"/>
              </a:rPr>
              <a:t>)</a:t>
            </a:r>
            <a:r>
              <a:rPr lang="zh-CN" altLang="en-US" sz="2400" dirty="0">
                <a:cs typeface="Times New Roman" panose="02020603050405020304" pitchFamily="18" charset="0"/>
              </a:rPr>
              <a:t>的代价</a:t>
            </a:r>
            <a:r>
              <a:rPr lang="en-US" altLang="zh-CN" sz="2400" dirty="0">
                <a:cs typeface="Times New Roman" panose="02020603050405020304" pitchFamily="18" charset="0"/>
              </a:rPr>
              <a:t> = c(x</a:t>
            </a:r>
            <a:r>
              <a:rPr lang="en-US" altLang="zh-CN" sz="2400" baseline="-25000" dirty="0">
                <a:cs typeface="Times New Roman" panose="02020603050405020304" pitchFamily="18" charset="0"/>
              </a:rPr>
              <a:t>1</a:t>
            </a:r>
            <a:r>
              <a:rPr lang="en-US" altLang="zh-CN" sz="2400" dirty="0">
                <a:cs typeface="Times New Roman" panose="02020603050405020304" pitchFamily="18" charset="0"/>
              </a:rPr>
              <a:t>, x</a:t>
            </a:r>
            <a:r>
              <a:rPr lang="en-US" altLang="zh-CN" sz="2400" baseline="-25000" dirty="0">
                <a:cs typeface="Times New Roman" panose="02020603050405020304" pitchFamily="18" charset="0"/>
              </a:rPr>
              <a:t>2</a:t>
            </a:r>
            <a:r>
              <a:rPr lang="en-US" altLang="zh-CN" sz="2400" dirty="0">
                <a:cs typeface="Times New Roman" panose="02020603050405020304" pitchFamily="18" charset="0"/>
              </a:rPr>
              <a:t>) + c(x</a:t>
            </a:r>
            <a:r>
              <a:rPr lang="en-US" altLang="zh-CN" sz="2400" baseline="-25000" dirty="0">
                <a:cs typeface="Times New Roman" panose="02020603050405020304" pitchFamily="18" charset="0"/>
              </a:rPr>
              <a:t>2</a:t>
            </a:r>
            <a:r>
              <a:rPr lang="en-US" altLang="zh-CN" sz="2400" dirty="0">
                <a:cs typeface="Times New Roman" panose="02020603050405020304" pitchFamily="18" charset="0"/>
              </a:rPr>
              <a:t>, x</a:t>
            </a:r>
            <a:r>
              <a:rPr lang="en-US" altLang="zh-CN" sz="2400" baseline="-25000" dirty="0">
                <a:cs typeface="Times New Roman" panose="02020603050405020304" pitchFamily="18" charset="0"/>
              </a:rPr>
              <a:t>3</a:t>
            </a:r>
            <a:r>
              <a:rPr lang="en-US" altLang="zh-CN" sz="2400" dirty="0">
                <a:cs typeface="Times New Roman" panose="02020603050405020304" pitchFamily="18" charset="0"/>
              </a:rPr>
              <a:t>) + … + c(x</a:t>
            </a:r>
            <a:r>
              <a:rPr lang="en-US" altLang="zh-CN" sz="2400" baseline="-25000" dirty="0">
                <a:cs typeface="Times New Roman" panose="02020603050405020304" pitchFamily="18" charset="0"/>
              </a:rPr>
              <a:t>p-1</a:t>
            </a:r>
            <a:r>
              <a:rPr lang="en-US" altLang="zh-CN" sz="2400" dirty="0">
                <a:cs typeface="Times New Roman" panose="02020603050405020304" pitchFamily="18" charset="0"/>
              </a:rPr>
              <a:t>, </a:t>
            </a:r>
            <a:r>
              <a:rPr lang="en-US" altLang="zh-CN" sz="2400" dirty="0" err="1">
                <a:cs typeface="Times New Roman" panose="02020603050405020304" pitchFamily="18" charset="0"/>
              </a:rPr>
              <a:t>x</a:t>
            </a:r>
            <a:r>
              <a:rPr lang="en-US" altLang="zh-CN" sz="2400" baseline="-25000" dirty="0" err="1">
                <a:cs typeface="Times New Roman" panose="02020603050405020304" pitchFamily="18" charset="0"/>
              </a:rPr>
              <a:t>p</a:t>
            </a:r>
            <a:r>
              <a:rPr lang="en-US" altLang="zh-CN" sz="2400" dirty="0">
                <a:cs typeface="Times New Roman" panose="02020603050405020304" pitchFamily="18" charset="0"/>
              </a:rPr>
              <a:t>)  </a:t>
            </a:r>
            <a:endParaRPr lang="en-US" altLang="zh-CN" sz="2000" dirty="0">
              <a:cs typeface="Times New Roman" panose="02020603050405020304" pitchFamily="18" charset="0"/>
            </a:endParaRPr>
          </a:p>
        </p:txBody>
      </p:sp>
      <p:sp>
        <p:nvSpPr>
          <p:cNvPr id="81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4.4 </a:t>
            </a:r>
            <a:r>
              <a:rPr lang="zh-CN" altLang="en-US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路由算法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grpSp>
        <p:nvGrpSpPr>
          <p:cNvPr id="75" name="组合 81"/>
          <p:cNvGrpSpPr/>
          <p:nvPr/>
        </p:nvGrpSpPr>
        <p:grpSpPr bwMode="auto">
          <a:xfrm>
            <a:off x="2645166" y="4486275"/>
            <a:ext cx="3093647" cy="1766001"/>
            <a:chOff x="5019675" y="1700213"/>
            <a:chExt cx="3571875" cy="2241707"/>
          </a:xfrm>
        </p:grpSpPr>
        <p:sp>
          <p:nvSpPr>
            <p:cNvPr id="76" name="Freeform 9"/>
            <p:cNvSpPr/>
            <p:nvPr/>
          </p:nvSpPr>
          <p:spPr bwMode="auto">
            <a:xfrm>
              <a:off x="5019675" y="1700213"/>
              <a:ext cx="3571875" cy="2236787"/>
            </a:xfrm>
            <a:custGeom>
              <a:avLst/>
              <a:gdLst>
                <a:gd name="T0" fmla="*/ 0 w 2250"/>
                <a:gd name="T1" fmla="*/ 2147483646 h 1409"/>
                <a:gd name="T2" fmla="*/ 2147483646 w 2250"/>
                <a:gd name="T3" fmla="*/ 2147483646 h 1409"/>
                <a:gd name="T4" fmla="*/ 2147483646 w 2250"/>
                <a:gd name="T5" fmla="*/ 2147483646 h 1409"/>
                <a:gd name="T6" fmla="*/ 2147483646 w 2250"/>
                <a:gd name="T7" fmla="*/ 2147483646 h 1409"/>
                <a:gd name="T8" fmla="*/ 2147483646 w 2250"/>
                <a:gd name="T9" fmla="*/ 2147483646 h 1409"/>
                <a:gd name="T10" fmla="*/ 2147483646 w 2250"/>
                <a:gd name="T11" fmla="*/ 2147483646 h 1409"/>
                <a:gd name="T12" fmla="*/ 2147483646 w 2250"/>
                <a:gd name="T13" fmla="*/ 2147483646 h 1409"/>
                <a:gd name="T14" fmla="*/ 2147483646 w 2250"/>
                <a:gd name="T15" fmla="*/ 2147483646 h 1409"/>
                <a:gd name="T16" fmla="*/ 2147483646 w 2250"/>
                <a:gd name="T17" fmla="*/ 2147483646 h 1409"/>
                <a:gd name="T18" fmla="*/ 2147483646 w 2250"/>
                <a:gd name="T19" fmla="*/ 2147483646 h 1409"/>
                <a:gd name="T20" fmla="*/ 0 w 2250"/>
                <a:gd name="T21" fmla="*/ 2147483646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77" name="Freeform 10"/>
            <p:cNvSpPr/>
            <p:nvPr/>
          </p:nvSpPr>
          <p:spPr bwMode="auto">
            <a:xfrm>
              <a:off x="5553075" y="2571750"/>
              <a:ext cx="542925" cy="295275"/>
            </a:xfrm>
            <a:custGeom>
              <a:avLst/>
              <a:gdLst>
                <a:gd name="T0" fmla="*/ 0 w 342"/>
                <a:gd name="T1" fmla="*/ 2147483646 h 186"/>
                <a:gd name="T2" fmla="*/ 2147483646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78" name="Oval 11"/>
            <p:cNvSpPr>
              <a:spLocks noChangeArrowheads="1"/>
            </p:cNvSpPr>
            <p:nvPr/>
          </p:nvSpPr>
          <p:spPr bwMode="auto">
            <a:xfrm>
              <a:off x="5140325" y="2955925"/>
              <a:ext cx="496888" cy="128588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400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79" name="Line 12"/>
            <p:cNvSpPr>
              <a:spLocks noChangeShapeType="1"/>
            </p:cNvSpPr>
            <p:nvPr/>
          </p:nvSpPr>
          <p:spPr bwMode="auto">
            <a:xfrm>
              <a:off x="5140325" y="2944813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80" name="Line 13"/>
            <p:cNvSpPr>
              <a:spLocks noChangeShapeType="1"/>
            </p:cNvSpPr>
            <p:nvPr/>
          </p:nvSpPr>
          <p:spPr bwMode="auto">
            <a:xfrm>
              <a:off x="5637213" y="2944813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82" name="Rectangle 14"/>
            <p:cNvSpPr>
              <a:spLocks noChangeArrowheads="1"/>
            </p:cNvSpPr>
            <p:nvPr/>
          </p:nvSpPr>
          <p:spPr bwMode="auto">
            <a:xfrm>
              <a:off x="5140325" y="2944813"/>
              <a:ext cx="492125" cy="77787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1400">
                <a:solidFill>
                  <a:schemeClr val="bg1"/>
                </a:solidFill>
              </a:endParaRPr>
            </a:p>
          </p:txBody>
        </p:sp>
        <p:sp>
          <p:nvSpPr>
            <p:cNvPr id="83" name="Oval 15"/>
            <p:cNvSpPr>
              <a:spLocks noChangeArrowheads="1"/>
            </p:cNvSpPr>
            <p:nvPr/>
          </p:nvSpPr>
          <p:spPr bwMode="auto">
            <a:xfrm>
              <a:off x="5135563" y="2851150"/>
              <a:ext cx="496887" cy="1508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400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84" name="Oval 16"/>
            <p:cNvSpPr>
              <a:spLocks noChangeArrowheads="1"/>
            </p:cNvSpPr>
            <p:nvPr/>
          </p:nvSpPr>
          <p:spPr bwMode="auto">
            <a:xfrm>
              <a:off x="5892800" y="3570288"/>
              <a:ext cx="496888" cy="12858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400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85" name="Line 17"/>
            <p:cNvSpPr>
              <a:spLocks noChangeShapeType="1"/>
            </p:cNvSpPr>
            <p:nvPr/>
          </p:nvSpPr>
          <p:spPr bwMode="auto">
            <a:xfrm>
              <a:off x="5892800" y="3559175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86" name="Line 18"/>
            <p:cNvSpPr>
              <a:spLocks noChangeShapeType="1"/>
            </p:cNvSpPr>
            <p:nvPr/>
          </p:nvSpPr>
          <p:spPr bwMode="auto">
            <a:xfrm>
              <a:off x="6389688" y="3559175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87" name="Rectangle 19"/>
            <p:cNvSpPr>
              <a:spLocks noChangeArrowheads="1"/>
            </p:cNvSpPr>
            <p:nvPr/>
          </p:nvSpPr>
          <p:spPr bwMode="auto">
            <a:xfrm>
              <a:off x="5892800" y="3559175"/>
              <a:ext cx="492125" cy="7778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1400">
                <a:solidFill>
                  <a:schemeClr val="bg1"/>
                </a:solidFill>
              </a:endParaRPr>
            </a:p>
          </p:txBody>
        </p:sp>
        <p:sp>
          <p:nvSpPr>
            <p:cNvPr id="88" name="Oval 20"/>
            <p:cNvSpPr>
              <a:spLocks noChangeArrowheads="1"/>
            </p:cNvSpPr>
            <p:nvPr/>
          </p:nvSpPr>
          <p:spPr bwMode="auto">
            <a:xfrm>
              <a:off x="5888038" y="3465513"/>
              <a:ext cx="496887" cy="150812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400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89" name="Oval 21"/>
            <p:cNvSpPr>
              <a:spLocks noChangeArrowheads="1"/>
            </p:cNvSpPr>
            <p:nvPr/>
          </p:nvSpPr>
          <p:spPr bwMode="auto">
            <a:xfrm>
              <a:off x="5886450" y="2474913"/>
              <a:ext cx="496888" cy="12858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400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90" name="Line 22"/>
            <p:cNvSpPr>
              <a:spLocks noChangeShapeType="1"/>
            </p:cNvSpPr>
            <p:nvPr/>
          </p:nvSpPr>
          <p:spPr bwMode="auto">
            <a:xfrm>
              <a:off x="5886450" y="2463800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91" name="Line 23"/>
            <p:cNvSpPr>
              <a:spLocks noChangeShapeType="1"/>
            </p:cNvSpPr>
            <p:nvPr/>
          </p:nvSpPr>
          <p:spPr bwMode="auto">
            <a:xfrm>
              <a:off x="6383338" y="2463800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92" name="Rectangle 24"/>
            <p:cNvSpPr>
              <a:spLocks noChangeArrowheads="1"/>
            </p:cNvSpPr>
            <p:nvPr/>
          </p:nvSpPr>
          <p:spPr bwMode="auto">
            <a:xfrm>
              <a:off x="5886450" y="2463800"/>
              <a:ext cx="492125" cy="7778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1400">
                <a:solidFill>
                  <a:schemeClr val="bg1"/>
                </a:solidFill>
              </a:endParaRPr>
            </a:p>
          </p:txBody>
        </p:sp>
        <p:sp>
          <p:nvSpPr>
            <p:cNvPr id="93" name="Oval 25"/>
            <p:cNvSpPr>
              <a:spLocks noChangeArrowheads="1"/>
            </p:cNvSpPr>
            <p:nvPr/>
          </p:nvSpPr>
          <p:spPr bwMode="auto">
            <a:xfrm>
              <a:off x="5881688" y="2370138"/>
              <a:ext cx="496887" cy="150812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400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94" name="Oval 26"/>
            <p:cNvSpPr>
              <a:spLocks noChangeArrowheads="1"/>
            </p:cNvSpPr>
            <p:nvPr/>
          </p:nvSpPr>
          <p:spPr bwMode="auto">
            <a:xfrm>
              <a:off x="6970713" y="2468563"/>
              <a:ext cx="495300" cy="12858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400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95" name="Line 27"/>
            <p:cNvSpPr>
              <a:spLocks noChangeShapeType="1"/>
            </p:cNvSpPr>
            <p:nvPr/>
          </p:nvSpPr>
          <p:spPr bwMode="auto">
            <a:xfrm>
              <a:off x="6970713" y="2457450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96" name="Line 28"/>
            <p:cNvSpPr>
              <a:spLocks noChangeShapeType="1"/>
            </p:cNvSpPr>
            <p:nvPr/>
          </p:nvSpPr>
          <p:spPr bwMode="auto">
            <a:xfrm>
              <a:off x="7466013" y="2457450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97" name="Rectangle 29"/>
            <p:cNvSpPr>
              <a:spLocks noChangeArrowheads="1"/>
            </p:cNvSpPr>
            <p:nvPr/>
          </p:nvSpPr>
          <p:spPr bwMode="auto">
            <a:xfrm>
              <a:off x="6970713" y="2457450"/>
              <a:ext cx="490537" cy="7778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1400">
                <a:solidFill>
                  <a:schemeClr val="bg1"/>
                </a:solidFill>
              </a:endParaRPr>
            </a:p>
          </p:txBody>
        </p:sp>
        <p:sp>
          <p:nvSpPr>
            <p:cNvPr id="98" name="Oval 30"/>
            <p:cNvSpPr>
              <a:spLocks noChangeArrowheads="1"/>
            </p:cNvSpPr>
            <p:nvPr/>
          </p:nvSpPr>
          <p:spPr bwMode="auto">
            <a:xfrm>
              <a:off x="6975475" y="2368550"/>
              <a:ext cx="495300" cy="1508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400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99" name="Oval 31"/>
            <p:cNvSpPr>
              <a:spLocks noChangeArrowheads="1"/>
            </p:cNvSpPr>
            <p:nvPr/>
          </p:nvSpPr>
          <p:spPr bwMode="auto">
            <a:xfrm>
              <a:off x="6986588" y="3565525"/>
              <a:ext cx="496887" cy="128588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400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00" name="Line 32"/>
            <p:cNvSpPr>
              <a:spLocks noChangeShapeType="1"/>
            </p:cNvSpPr>
            <p:nvPr/>
          </p:nvSpPr>
          <p:spPr bwMode="auto">
            <a:xfrm>
              <a:off x="6986588" y="3554413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101" name="Line 33"/>
            <p:cNvSpPr>
              <a:spLocks noChangeShapeType="1"/>
            </p:cNvSpPr>
            <p:nvPr/>
          </p:nvSpPr>
          <p:spPr bwMode="auto">
            <a:xfrm>
              <a:off x="7483475" y="3554413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102" name="Rectangle 34"/>
            <p:cNvSpPr>
              <a:spLocks noChangeArrowheads="1"/>
            </p:cNvSpPr>
            <p:nvPr/>
          </p:nvSpPr>
          <p:spPr bwMode="auto">
            <a:xfrm>
              <a:off x="6986588" y="3554413"/>
              <a:ext cx="492125" cy="77787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1400">
                <a:solidFill>
                  <a:schemeClr val="bg1"/>
                </a:solidFill>
              </a:endParaRPr>
            </a:p>
          </p:txBody>
        </p:sp>
        <p:sp>
          <p:nvSpPr>
            <p:cNvPr id="103" name="Oval 35"/>
            <p:cNvSpPr>
              <a:spLocks noChangeArrowheads="1"/>
            </p:cNvSpPr>
            <p:nvPr/>
          </p:nvSpPr>
          <p:spPr bwMode="auto">
            <a:xfrm>
              <a:off x="6981825" y="3460750"/>
              <a:ext cx="496888" cy="1508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400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04" name="Oval 36"/>
            <p:cNvSpPr>
              <a:spLocks noChangeArrowheads="1"/>
            </p:cNvSpPr>
            <p:nvPr/>
          </p:nvSpPr>
          <p:spPr bwMode="auto">
            <a:xfrm>
              <a:off x="7883525" y="3024188"/>
              <a:ext cx="496888" cy="12858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400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05" name="Line 37"/>
            <p:cNvSpPr>
              <a:spLocks noChangeShapeType="1"/>
            </p:cNvSpPr>
            <p:nvPr/>
          </p:nvSpPr>
          <p:spPr bwMode="auto">
            <a:xfrm>
              <a:off x="7883525" y="3013075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106" name="Line 38"/>
            <p:cNvSpPr>
              <a:spLocks noChangeShapeType="1"/>
            </p:cNvSpPr>
            <p:nvPr/>
          </p:nvSpPr>
          <p:spPr bwMode="auto">
            <a:xfrm>
              <a:off x="8380413" y="3013075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107" name="Rectangle 39"/>
            <p:cNvSpPr>
              <a:spLocks noChangeArrowheads="1"/>
            </p:cNvSpPr>
            <p:nvPr/>
          </p:nvSpPr>
          <p:spPr bwMode="auto">
            <a:xfrm>
              <a:off x="7883525" y="3013075"/>
              <a:ext cx="492125" cy="7778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1400">
                <a:solidFill>
                  <a:schemeClr val="bg1"/>
                </a:solidFill>
              </a:endParaRPr>
            </a:p>
          </p:txBody>
        </p:sp>
        <p:sp>
          <p:nvSpPr>
            <p:cNvPr id="108" name="Oval 40"/>
            <p:cNvSpPr>
              <a:spLocks noChangeArrowheads="1"/>
            </p:cNvSpPr>
            <p:nvPr/>
          </p:nvSpPr>
          <p:spPr bwMode="auto">
            <a:xfrm>
              <a:off x="7878763" y="2919413"/>
              <a:ext cx="496887" cy="150812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400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09" name="Freeform 41"/>
            <p:cNvSpPr/>
            <p:nvPr/>
          </p:nvSpPr>
          <p:spPr bwMode="auto">
            <a:xfrm>
              <a:off x="7234238" y="2614613"/>
              <a:ext cx="1587" cy="828675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2147483646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110" name="Freeform 42"/>
            <p:cNvSpPr/>
            <p:nvPr/>
          </p:nvSpPr>
          <p:spPr bwMode="auto">
            <a:xfrm>
              <a:off x="6134100" y="2624138"/>
              <a:ext cx="1588" cy="85248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2147483646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111" name="Freeform 43"/>
            <p:cNvSpPr/>
            <p:nvPr/>
          </p:nvSpPr>
          <p:spPr bwMode="auto">
            <a:xfrm>
              <a:off x="6396038" y="2600325"/>
              <a:ext cx="800100" cy="952500"/>
            </a:xfrm>
            <a:custGeom>
              <a:avLst/>
              <a:gdLst>
                <a:gd name="T0" fmla="*/ 0 w 378"/>
                <a:gd name="T1" fmla="*/ 2147483646 h 174"/>
                <a:gd name="T2" fmla="*/ 2147483646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112" name="Freeform 44"/>
            <p:cNvSpPr/>
            <p:nvPr/>
          </p:nvSpPr>
          <p:spPr bwMode="auto">
            <a:xfrm>
              <a:off x="7486650" y="3152775"/>
              <a:ext cx="581025" cy="428625"/>
            </a:xfrm>
            <a:custGeom>
              <a:avLst/>
              <a:gdLst>
                <a:gd name="T0" fmla="*/ 0 w 366"/>
                <a:gd name="T1" fmla="*/ 2147483646 h 270"/>
                <a:gd name="T2" fmla="*/ 214748364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113" name="Freeform 45"/>
            <p:cNvSpPr/>
            <p:nvPr/>
          </p:nvSpPr>
          <p:spPr bwMode="auto">
            <a:xfrm>
              <a:off x="6405563" y="3600450"/>
              <a:ext cx="581025" cy="1588"/>
            </a:xfrm>
            <a:custGeom>
              <a:avLst/>
              <a:gdLst>
                <a:gd name="T0" fmla="*/ 214748364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114" name="Freeform 46"/>
            <p:cNvSpPr/>
            <p:nvPr/>
          </p:nvSpPr>
          <p:spPr bwMode="auto">
            <a:xfrm>
              <a:off x="5467350" y="3086100"/>
              <a:ext cx="438150" cy="419100"/>
            </a:xfrm>
            <a:custGeom>
              <a:avLst/>
              <a:gdLst>
                <a:gd name="T0" fmla="*/ 2147483646 w 276"/>
                <a:gd name="T1" fmla="*/ 2147483646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115" name="Freeform 47"/>
            <p:cNvSpPr/>
            <p:nvPr/>
          </p:nvSpPr>
          <p:spPr bwMode="auto">
            <a:xfrm>
              <a:off x="6396038" y="2505075"/>
              <a:ext cx="581025" cy="1588"/>
            </a:xfrm>
            <a:custGeom>
              <a:avLst/>
              <a:gdLst>
                <a:gd name="T0" fmla="*/ 214748364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116" name="Freeform 48"/>
            <p:cNvSpPr/>
            <p:nvPr/>
          </p:nvSpPr>
          <p:spPr bwMode="auto">
            <a:xfrm>
              <a:off x="7467600" y="2500313"/>
              <a:ext cx="628650" cy="423862"/>
            </a:xfrm>
            <a:custGeom>
              <a:avLst/>
              <a:gdLst>
                <a:gd name="T0" fmla="*/ 2147483646 w 396"/>
                <a:gd name="T1" fmla="*/ 2147483646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117" name="Freeform 49"/>
            <p:cNvSpPr/>
            <p:nvPr/>
          </p:nvSpPr>
          <p:spPr bwMode="auto">
            <a:xfrm>
              <a:off x="5376863" y="1819275"/>
              <a:ext cx="1762125" cy="1023938"/>
            </a:xfrm>
            <a:custGeom>
              <a:avLst/>
              <a:gdLst>
                <a:gd name="T0" fmla="*/ 2147483646 w 1110"/>
                <a:gd name="T1" fmla="*/ 2147483646 h 645"/>
                <a:gd name="T2" fmla="*/ 0 w 1110"/>
                <a:gd name="T3" fmla="*/ 2147483646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 sz="1400">
                <a:solidFill>
                  <a:schemeClr val="bg1"/>
                </a:solidFill>
              </a:endParaRPr>
            </a:p>
          </p:txBody>
        </p:sp>
        <p:grpSp>
          <p:nvGrpSpPr>
            <p:cNvPr id="118" name="Group 50"/>
            <p:cNvGrpSpPr/>
            <p:nvPr/>
          </p:nvGrpSpPr>
          <p:grpSpPr bwMode="auto">
            <a:xfrm>
              <a:off x="5222539" y="2774952"/>
              <a:ext cx="318166" cy="400050"/>
              <a:chOff x="2957" y="2429"/>
              <a:chExt cx="203" cy="252"/>
            </a:xfrm>
          </p:grpSpPr>
          <p:sp>
            <p:nvSpPr>
              <p:cNvPr id="144" name="Rectangle 51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400">
                  <a:solidFill>
                    <a:schemeClr val="bg1"/>
                  </a:solidFill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145" name="Text Box 52"/>
              <p:cNvSpPr txBox="1">
                <a:spLocks noChangeArrowheads="1"/>
              </p:cNvSpPr>
              <p:nvPr/>
            </p:nvSpPr>
            <p:spPr bwMode="auto">
              <a:xfrm>
                <a:off x="2957" y="2429"/>
                <a:ext cx="203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1400">
                    <a:solidFill>
                      <a:schemeClr val="bg1"/>
                    </a:solidFill>
                    <a:latin typeface="Comic Sans MS" panose="030F0702030302020204" pitchFamily="66" charset="0"/>
                  </a:rPr>
                  <a:t>u</a:t>
                </a:r>
                <a:endParaRPr kumimoji="0" lang="en-US" altLang="zh-CN" sz="140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119" name="Group 53"/>
            <p:cNvGrpSpPr/>
            <p:nvPr/>
          </p:nvGrpSpPr>
          <p:grpSpPr bwMode="auto">
            <a:xfrm>
              <a:off x="7078475" y="3340104"/>
              <a:ext cx="317847" cy="400050"/>
              <a:chOff x="2956" y="2401"/>
              <a:chExt cx="203" cy="252"/>
            </a:xfrm>
          </p:grpSpPr>
          <p:sp>
            <p:nvSpPr>
              <p:cNvPr id="142" name="Rectangle 54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400">
                  <a:solidFill>
                    <a:schemeClr val="bg1"/>
                  </a:solidFill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143" name="Text Box 55"/>
              <p:cNvSpPr txBox="1">
                <a:spLocks noChangeArrowheads="1"/>
              </p:cNvSpPr>
              <p:nvPr/>
            </p:nvSpPr>
            <p:spPr bwMode="auto">
              <a:xfrm>
                <a:off x="2956" y="2401"/>
                <a:ext cx="203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1400" dirty="0">
                    <a:solidFill>
                      <a:schemeClr val="bg1"/>
                    </a:solidFill>
                    <a:latin typeface="Comic Sans MS" panose="030F0702030302020204" pitchFamily="66" charset="0"/>
                  </a:rPr>
                  <a:t>y</a:t>
                </a:r>
                <a:endParaRPr kumimoji="0" lang="en-US" altLang="zh-CN" sz="14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120" name="Group 56"/>
            <p:cNvGrpSpPr/>
            <p:nvPr/>
          </p:nvGrpSpPr>
          <p:grpSpPr bwMode="auto">
            <a:xfrm>
              <a:off x="5989434" y="3379790"/>
              <a:ext cx="335369" cy="400050"/>
              <a:chOff x="2951" y="2429"/>
              <a:chExt cx="214" cy="252"/>
            </a:xfrm>
          </p:grpSpPr>
          <p:sp>
            <p:nvSpPr>
              <p:cNvPr id="140" name="Rectangle 57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400">
                  <a:solidFill>
                    <a:schemeClr val="bg1"/>
                  </a:solidFill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141" name="Text Box 58"/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4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1400">
                    <a:solidFill>
                      <a:schemeClr val="bg1"/>
                    </a:solidFill>
                    <a:latin typeface="Comic Sans MS" panose="030F0702030302020204" pitchFamily="66" charset="0"/>
                  </a:rPr>
                  <a:t>x</a:t>
                </a:r>
                <a:endParaRPr kumimoji="0" lang="en-US" altLang="zh-CN" sz="140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121" name="Group 59"/>
            <p:cNvGrpSpPr/>
            <p:nvPr/>
          </p:nvGrpSpPr>
          <p:grpSpPr bwMode="auto">
            <a:xfrm>
              <a:off x="7048652" y="2289177"/>
              <a:ext cx="360030" cy="400050"/>
              <a:chOff x="2943" y="2429"/>
              <a:chExt cx="230" cy="252"/>
            </a:xfrm>
          </p:grpSpPr>
          <p:sp>
            <p:nvSpPr>
              <p:cNvPr id="138" name="Rectangle 60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400">
                  <a:solidFill>
                    <a:schemeClr val="bg1"/>
                  </a:solidFill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139" name="Text Box 61"/>
              <p:cNvSpPr txBox="1">
                <a:spLocks noChangeArrowheads="1"/>
              </p:cNvSpPr>
              <p:nvPr/>
            </p:nvSpPr>
            <p:spPr bwMode="auto">
              <a:xfrm>
                <a:off x="2943" y="2429"/>
                <a:ext cx="230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1400">
                    <a:solidFill>
                      <a:schemeClr val="bg1"/>
                    </a:solidFill>
                    <a:latin typeface="Comic Sans MS" panose="030F0702030302020204" pitchFamily="66" charset="0"/>
                  </a:rPr>
                  <a:t>w</a:t>
                </a:r>
                <a:endParaRPr kumimoji="0" lang="en-US" altLang="zh-CN" sz="140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122" name="Group 62"/>
            <p:cNvGrpSpPr/>
            <p:nvPr/>
          </p:nvGrpSpPr>
          <p:grpSpPr bwMode="auto">
            <a:xfrm>
              <a:off x="5986247" y="2289177"/>
              <a:ext cx="313170" cy="390525"/>
              <a:chOff x="2958" y="2429"/>
              <a:chExt cx="200" cy="246"/>
            </a:xfrm>
          </p:grpSpPr>
          <p:sp>
            <p:nvSpPr>
              <p:cNvPr id="136" name="Rectangle 63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400">
                  <a:solidFill>
                    <a:schemeClr val="bg1"/>
                  </a:solidFill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137" name="Text Box 64"/>
              <p:cNvSpPr txBox="1">
                <a:spLocks noChangeArrowheads="1"/>
              </p:cNvSpPr>
              <p:nvPr/>
            </p:nvSpPr>
            <p:spPr bwMode="auto">
              <a:xfrm>
                <a:off x="2958" y="2429"/>
                <a:ext cx="200" cy="2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1400">
                    <a:solidFill>
                      <a:schemeClr val="bg1"/>
                    </a:solidFill>
                    <a:latin typeface="Comic Sans MS" panose="030F0702030302020204" pitchFamily="66" charset="0"/>
                  </a:rPr>
                  <a:t>v</a:t>
                </a:r>
                <a:endParaRPr kumimoji="0" lang="en-US" altLang="zh-CN" sz="140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123" name="Group 65"/>
            <p:cNvGrpSpPr/>
            <p:nvPr/>
          </p:nvGrpSpPr>
          <p:grpSpPr bwMode="auto">
            <a:xfrm>
              <a:off x="7985023" y="2841627"/>
              <a:ext cx="322483" cy="400050"/>
              <a:chOff x="2954" y="2429"/>
              <a:chExt cx="206" cy="252"/>
            </a:xfrm>
          </p:grpSpPr>
          <p:sp>
            <p:nvSpPr>
              <p:cNvPr id="134" name="Rectangle 66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400">
                  <a:solidFill>
                    <a:schemeClr val="bg1"/>
                  </a:solidFill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135" name="Text Box 67"/>
              <p:cNvSpPr txBox="1">
                <a:spLocks noChangeArrowheads="1"/>
              </p:cNvSpPr>
              <p:nvPr/>
            </p:nvSpPr>
            <p:spPr bwMode="auto">
              <a:xfrm>
                <a:off x="2954" y="2429"/>
                <a:ext cx="20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1400">
                    <a:solidFill>
                      <a:schemeClr val="bg1"/>
                    </a:solidFill>
                    <a:latin typeface="Comic Sans MS" panose="030F0702030302020204" pitchFamily="66" charset="0"/>
                  </a:rPr>
                  <a:t>z</a:t>
                </a:r>
                <a:endParaRPr kumimoji="0" lang="en-US" altLang="zh-CN" sz="140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124" name="Text Box 68"/>
            <p:cNvSpPr txBox="1">
              <a:spLocks noChangeArrowheads="1"/>
            </p:cNvSpPr>
            <p:nvPr/>
          </p:nvSpPr>
          <p:spPr bwMode="auto">
            <a:xfrm>
              <a:off x="5531179" y="2493963"/>
              <a:ext cx="339068" cy="3906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400">
                  <a:solidFill>
                    <a:schemeClr val="bg1"/>
                  </a:solidFill>
                  <a:latin typeface="Comic Sans MS" panose="030F0702030302020204" pitchFamily="66" charset="0"/>
                </a:rPr>
                <a:t>2</a:t>
              </a:r>
              <a:endParaRPr kumimoji="0" lang="en-US" altLang="zh-CN" sz="1400">
                <a:solidFill>
                  <a:schemeClr val="bg1"/>
                </a:solidFill>
              </a:endParaRPr>
            </a:p>
          </p:txBody>
        </p:sp>
        <p:sp>
          <p:nvSpPr>
            <p:cNvPr id="125" name="Text Box 69"/>
            <p:cNvSpPr txBox="1">
              <a:spLocks noChangeArrowheads="1"/>
            </p:cNvSpPr>
            <p:nvPr/>
          </p:nvSpPr>
          <p:spPr bwMode="auto">
            <a:xfrm>
              <a:off x="6083630" y="2841625"/>
              <a:ext cx="339068" cy="3906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400">
                  <a:solidFill>
                    <a:schemeClr val="bg1"/>
                  </a:solidFill>
                  <a:latin typeface="Comic Sans MS" panose="030F0702030302020204" pitchFamily="66" charset="0"/>
                </a:rPr>
                <a:t>2</a:t>
              </a:r>
              <a:endParaRPr kumimoji="0" lang="en-US" altLang="zh-CN" sz="1400">
                <a:solidFill>
                  <a:schemeClr val="bg1"/>
                </a:solidFill>
              </a:endParaRPr>
            </a:p>
          </p:txBody>
        </p:sp>
        <p:sp>
          <p:nvSpPr>
            <p:cNvPr id="126" name="Text Box 70"/>
            <p:cNvSpPr txBox="1">
              <a:spLocks noChangeArrowheads="1"/>
            </p:cNvSpPr>
            <p:nvPr/>
          </p:nvSpPr>
          <p:spPr bwMode="auto">
            <a:xfrm>
              <a:off x="5408930" y="3179763"/>
              <a:ext cx="305752" cy="3906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400">
                  <a:solidFill>
                    <a:schemeClr val="bg1"/>
                  </a:solidFill>
                  <a:latin typeface="Comic Sans MS" panose="030F0702030302020204" pitchFamily="66" charset="0"/>
                </a:rPr>
                <a:t>1</a:t>
              </a:r>
              <a:endParaRPr kumimoji="0" lang="en-US" altLang="zh-CN" sz="1400">
                <a:solidFill>
                  <a:schemeClr val="bg1"/>
                </a:solidFill>
              </a:endParaRPr>
            </a:p>
          </p:txBody>
        </p:sp>
        <p:sp>
          <p:nvSpPr>
            <p:cNvPr id="127" name="Text Box 71"/>
            <p:cNvSpPr txBox="1">
              <a:spLocks noChangeArrowheads="1"/>
            </p:cNvSpPr>
            <p:nvPr/>
          </p:nvSpPr>
          <p:spPr bwMode="auto">
            <a:xfrm>
              <a:off x="6693229" y="2989262"/>
              <a:ext cx="339068" cy="3906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400" dirty="0">
                  <a:solidFill>
                    <a:schemeClr val="bg1"/>
                  </a:solidFill>
                  <a:latin typeface="Comic Sans MS" panose="030F0702030302020204" pitchFamily="66" charset="0"/>
                </a:rPr>
                <a:t>3</a:t>
              </a:r>
              <a:endParaRPr kumimoji="0" lang="en-US" altLang="zh-CN" sz="1400" dirty="0">
                <a:solidFill>
                  <a:schemeClr val="bg1"/>
                </a:solidFill>
              </a:endParaRPr>
            </a:p>
          </p:txBody>
        </p:sp>
        <p:sp>
          <p:nvSpPr>
            <p:cNvPr id="128" name="Text Box 72"/>
            <p:cNvSpPr txBox="1">
              <a:spLocks noChangeArrowheads="1"/>
            </p:cNvSpPr>
            <p:nvPr/>
          </p:nvSpPr>
          <p:spPr bwMode="auto">
            <a:xfrm>
              <a:off x="6609080" y="3551237"/>
              <a:ext cx="305752" cy="3906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400">
                  <a:solidFill>
                    <a:schemeClr val="bg1"/>
                  </a:solidFill>
                  <a:latin typeface="Comic Sans MS" panose="030F0702030302020204" pitchFamily="66" charset="0"/>
                </a:rPr>
                <a:t>1</a:t>
              </a:r>
              <a:endParaRPr kumimoji="0" lang="en-US" altLang="zh-CN" sz="1400">
                <a:solidFill>
                  <a:schemeClr val="bg1"/>
                </a:solidFill>
              </a:endParaRPr>
            </a:p>
          </p:txBody>
        </p:sp>
        <p:sp>
          <p:nvSpPr>
            <p:cNvPr id="129" name="Text Box 73"/>
            <p:cNvSpPr txBox="1">
              <a:spLocks noChangeArrowheads="1"/>
            </p:cNvSpPr>
            <p:nvPr/>
          </p:nvSpPr>
          <p:spPr bwMode="auto">
            <a:xfrm>
              <a:off x="7180580" y="2870201"/>
              <a:ext cx="305752" cy="3906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400">
                  <a:solidFill>
                    <a:schemeClr val="bg1"/>
                  </a:solidFill>
                  <a:latin typeface="Comic Sans MS" panose="030F0702030302020204" pitchFamily="66" charset="0"/>
                </a:rPr>
                <a:t>1</a:t>
              </a:r>
              <a:endParaRPr kumimoji="0" lang="en-US" altLang="zh-CN" sz="1400">
                <a:solidFill>
                  <a:schemeClr val="bg1"/>
                </a:solidFill>
              </a:endParaRPr>
            </a:p>
          </p:txBody>
        </p:sp>
        <p:sp>
          <p:nvSpPr>
            <p:cNvPr id="130" name="Text Box 74"/>
            <p:cNvSpPr txBox="1">
              <a:spLocks noChangeArrowheads="1"/>
            </p:cNvSpPr>
            <p:nvPr/>
          </p:nvSpPr>
          <p:spPr bwMode="auto">
            <a:xfrm>
              <a:off x="7736216" y="3289301"/>
              <a:ext cx="339068" cy="3906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400">
                  <a:solidFill>
                    <a:schemeClr val="bg1"/>
                  </a:solidFill>
                  <a:latin typeface="Comic Sans MS" panose="030F0702030302020204" pitchFamily="66" charset="0"/>
                </a:rPr>
                <a:t>2</a:t>
              </a:r>
              <a:endParaRPr kumimoji="0" lang="en-US" altLang="zh-CN" sz="1400">
                <a:solidFill>
                  <a:schemeClr val="bg1"/>
                </a:solidFill>
              </a:endParaRPr>
            </a:p>
          </p:txBody>
        </p:sp>
        <p:sp>
          <p:nvSpPr>
            <p:cNvPr id="131" name="Text Box 75"/>
            <p:cNvSpPr txBox="1">
              <a:spLocks noChangeArrowheads="1"/>
            </p:cNvSpPr>
            <p:nvPr/>
          </p:nvSpPr>
          <p:spPr bwMode="auto">
            <a:xfrm>
              <a:off x="7693354" y="2436813"/>
              <a:ext cx="339068" cy="3906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400">
                  <a:solidFill>
                    <a:schemeClr val="bg1"/>
                  </a:solidFill>
                  <a:latin typeface="Comic Sans MS" panose="030F0702030302020204" pitchFamily="66" charset="0"/>
                </a:rPr>
                <a:t>5</a:t>
              </a:r>
              <a:endParaRPr kumimoji="0" lang="en-US" altLang="zh-CN" sz="1400">
                <a:solidFill>
                  <a:schemeClr val="bg1"/>
                </a:solidFill>
              </a:endParaRPr>
            </a:p>
          </p:txBody>
        </p:sp>
        <p:sp>
          <p:nvSpPr>
            <p:cNvPr id="132" name="Text Box 76"/>
            <p:cNvSpPr txBox="1">
              <a:spLocks noChangeArrowheads="1"/>
            </p:cNvSpPr>
            <p:nvPr/>
          </p:nvSpPr>
          <p:spPr bwMode="auto">
            <a:xfrm>
              <a:off x="6526541" y="2198688"/>
              <a:ext cx="339068" cy="3906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400">
                  <a:solidFill>
                    <a:schemeClr val="bg1"/>
                  </a:solidFill>
                  <a:latin typeface="Comic Sans MS" panose="030F0702030302020204" pitchFamily="66" charset="0"/>
                </a:rPr>
                <a:t>3</a:t>
              </a:r>
              <a:endParaRPr kumimoji="0" lang="en-US" altLang="zh-CN" sz="1400">
                <a:solidFill>
                  <a:schemeClr val="bg1"/>
                </a:solidFill>
              </a:endParaRPr>
            </a:p>
          </p:txBody>
        </p:sp>
        <p:sp>
          <p:nvSpPr>
            <p:cNvPr id="133" name="Text Box 77"/>
            <p:cNvSpPr txBox="1">
              <a:spLocks noChangeArrowheads="1"/>
            </p:cNvSpPr>
            <p:nvPr/>
          </p:nvSpPr>
          <p:spPr bwMode="auto">
            <a:xfrm>
              <a:off x="5969329" y="1774825"/>
              <a:ext cx="339068" cy="3906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400">
                  <a:solidFill>
                    <a:schemeClr val="bg1"/>
                  </a:solidFill>
                  <a:latin typeface="Comic Sans MS" panose="030F0702030302020204" pitchFamily="66" charset="0"/>
                </a:rPr>
                <a:t>5</a:t>
              </a:r>
              <a:endParaRPr kumimoji="0" lang="en-US" altLang="zh-CN" sz="1400">
                <a:solidFill>
                  <a:schemeClr val="bg1"/>
                </a:solidFill>
              </a:endParaRPr>
            </a:p>
          </p:txBody>
        </p:sp>
      </p:grp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1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609600"/>
            <a:ext cx="8496300" cy="803275"/>
          </a:xfrm>
        </p:spPr>
        <p:txBody>
          <a:bodyPr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链路状态算法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94213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501758" y="1104106"/>
            <a:ext cx="4243780" cy="4331493"/>
          </a:xfrm>
        </p:spPr>
        <p:txBody>
          <a:bodyPr>
            <a:noAutofit/>
          </a:bodyPr>
          <a:lstStyle/>
          <a:p>
            <a:pPr algn="just">
              <a:lnSpc>
                <a:spcPts val="3500"/>
              </a:lnSpc>
              <a:spcBef>
                <a:spcPts val="600"/>
              </a:spcBef>
              <a:buFontTx/>
              <a:buNone/>
            </a:pPr>
            <a:r>
              <a:rPr lang="zh-CN" altLang="en-US" sz="2200" b="1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符号定义</a:t>
            </a:r>
            <a:r>
              <a:rPr lang="en-US" altLang="zh-CN" sz="2200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: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algn="just">
              <a:lnSpc>
                <a:spcPts val="3500"/>
              </a:lnSpc>
              <a:spcBef>
                <a:spcPts val="600"/>
              </a:spcBef>
            </a:pPr>
            <a:r>
              <a:rPr lang="en-US" altLang="zh-CN" sz="2200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c(</a:t>
            </a:r>
            <a:r>
              <a:rPr lang="en-US" altLang="zh-CN" sz="2200" dirty="0" err="1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i,j</a:t>
            </a:r>
            <a:r>
              <a:rPr lang="en-US" altLang="zh-CN" sz="2200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)</a:t>
            </a:r>
            <a:r>
              <a:rPr lang="zh-CN" altLang="en-US" sz="2200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节点</a:t>
            </a:r>
            <a:r>
              <a:rPr lang="en-US" altLang="zh-CN" sz="22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到节点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j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的链路代价，不相邻节点之间链路代价为</a:t>
            </a:r>
            <a:r>
              <a:rPr lang="zh-CN" altLang="en-US" sz="2200" b="1" dirty="0">
                <a:latin typeface="宋体" panose="02010600030101010101" pitchFamily="2" charset="-122"/>
                <a:cs typeface="Arial Unicode MS" panose="020B0604020202020204" pitchFamily="34" charset="-122"/>
              </a:rPr>
              <a:t>∞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algn="just">
              <a:lnSpc>
                <a:spcPts val="3500"/>
              </a:lnSpc>
              <a:spcBef>
                <a:spcPts val="600"/>
              </a:spcBef>
            </a:pPr>
            <a:r>
              <a:rPr lang="en-US" altLang="zh-CN" sz="2200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D(k)</a:t>
            </a:r>
            <a:r>
              <a:rPr lang="zh-CN" altLang="en-US" sz="2200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从计算节点到目的节点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k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的当前路径代价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algn="just">
              <a:lnSpc>
                <a:spcPts val="3500"/>
              </a:lnSpc>
              <a:spcBef>
                <a:spcPts val="600"/>
              </a:spcBef>
            </a:pPr>
            <a:r>
              <a:rPr lang="en-US" altLang="zh-CN" sz="2200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p(k)</a:t>
            </a:r>
            <a:r>
              <a:rPr lang="zh-CN" altLang="en-US" sz="2200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从计算节点到目的节点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k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路径中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k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节点的前继节点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algn="just">
              <a:lnSpc>
                <a:spcPts val="3500"/>
              </a:lnSpc>
              <a:spcBef>
                <a:spcPts val="600"/>
              </a:spcBef>
            </a:pPr>
            <a:r>
              <a:rPr lang="en-US" altLang="zh-CN" sz="2200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zh-CN" altLang="en-US" sz="2200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最小代价路径已知的节点集合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6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4.4 </a:t>
            </a:r>
            <a:r>
              <a:rPr lang="zh-CN" altLang="en-US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路由算法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链路状态路由算法</a:t>
            </a:r>
          </a:p>
        </p:txBody>
      </p:sp>
      <p:sp>
        <p:nvSpPr>
          <p:cNvPr id="7" name="Rectangle 78"/>
          <p:cNvSpPr>
            <a:spLocks noChangeArrowheads="1"/>
          </p:cNvSpPr>
          <p:nvPr/>
        </p:nvSpPr>
        <p:spPr bwMode="auto">
          <a:xfrm>
            <a:off x="438150" y="1591124"/>
            <a:ext cx="4023920" cy="30618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ct val="150000"/>
              </a:lnSpc>
              <a:spcBef>
                <a:spcPts val="600"/>
              </a:spcBef>
            </a:pPr>
            <a:r>
              <a:rPr lang="zh-CN" altLang="en-US" sz="2400" dirty="0">
                <a:cs typeface="Times New Roman" panose="02020603050405020304" pitchFamily="18" charset="0"/>
              </a:rPr>
              <a:t>假设网络中的所有节点都已知网络拓扑和链路代价</a:t>
            </a:r>
            <a:endParaRPr lang="en-US" altLang="zh-CN" sz="2400" dirty="0"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ts val="600"/>
              </a:spcBef>
            </a:pPr>
            <a:r>
              <a:rPr lang="zh-CN" altLang="en-US" sz="2400" dirty="0">
                <a:cs typeface="Times New Roman" panose="02020603050405020304" pitchFamily="18" charset="0"/>
              </a:rPr>
              <a:t>各个节点利用</a:t>
            </a:r>
            <a:r>
              <a:rPr lang="en-US" altLang="zh-CN" sz="2400" dirty="0" err="1">
                <a:cs typeface="Times New Roman" panose="02020603050405020304" pitchFamily="18" charset="0"/>
              </a:rPr>
              <a:t>Dijkstra</a:t>
            </a:r>
            <a:r>
              <a:rPr lang="zh-CN" altLang="en-US" sz="2400" dirty="0">
                <a:cs typeface="Times New Roman" panose="02020603050405020304" pitchFamily="18" charset="0"/>
              </a:rPr>
              <a:t>算法计算最小代价路径</a:t>
            </a:r>
            <a:endParaRPr lang="en-US" altLang="zh-CN" sz="2400" dirty="0"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ts val="600"/>
              </a:spcBef>
            </a:pPr>
            <a:r>
              <a:rPr lang="zh-CN" altLang="en-US" sz="2400" dirty="0">
                <a:cs typeface="Times New Roman" panose="02020603050405020304" pitchFamily="18" charset="0"/>
              </a:rPr>
              <a:t>根据计算结果产生路由表</a:t>
            </a:r>
            <a:endParaRPr lang="en-US" altLang="zh-CN" sz="2400" dirty="0">
              <a:cs typeface="Times New Roman" panose="02020603050405020304" pitchFamily="18" charset="0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571500" y="5734171"/>
            <a:ext cx="5195888" cy="46166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rgbClr val="FF0000"/>
            </a:solidFill>
          </a:ln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lang="zh-CN" altLang="en-US" sz="2400" dirty="0"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难点：如何获取网络拓扑和链路代价？</a:t>
            </a:r>
            <a:endParaRPr lang="en-US" altLang="zh-CN" sz="2400" dirty="0"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5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609600"/>
            <a:ext cx="8496300" cy="874713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Dijkstra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算法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95236" name="Text Box 3"/>
          <p:cNvSpPr txBox="1">
            <a:spLocks noChangeArrowheads="1"/>
          </p:cNvSpPr>
          <p:nvPr/>
        </p:nvSpPr>
        <p:spPr bwMode="auto">
          <a:xfrm>
            <a:off x="1010929" y="1476973"/>
            <a:ext cx="7534275" cy="466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latin typeface="Arial" panose="020B0604020202020204" pitchFamily="34" charset="0"/>
              </a:rPr>
              <a:t>1  </a:t>
            </a:r>
            <a:r>
              <a:rPr kumimoji="0" lang="en-US" altLang="zh-CN" sz="2000" b="1" i="1" dirty="0">
                <a:latin typeface="Arial" panose="020B0604020202020204" pitchFamily="34" charset="0"/>
              </a:rPr>
              <a:t>Initialization:</a:t>
            </a:r>
            <a:r>
              <a:rPr kumimoji="0" lang="en-US" altLang="zh-CN" sz="2000" dirty="0">
                <a:latin typeface="Arial" panose="020B0604020202020204" pitchFamily="34" charset="0"/>
              </a:rPr>
              <a:t>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latin typeface="Arial" panose="020B0604020202020204" pitchFamily="34" charset="0"/>
              </a:rPr>
              <a:t>2    N = {u}      </a:t>
            </a:r>
            <a:r>
              <a:rPr lang="en-US" altLang="zh-CN" sz="2000" dirty="0">
                <a:latin typeface="Arial" panose="020B0604020202020204" pitchFamily="34" charset="0"/>
              </a:rPr>
              <a:t>//</a:t>
            </a:r>
            <a:r>
              <a:rPr lang="zh-CN" altLang="en-US" sz="2000" dirty="0">
                <a:latin typeface="Arial" panose="020B0604020202020204" pitchFamily="34" charset="0"/>
              </a:rPr>
              <a:t>计算</a:t>
            </a:r>
            <a:r>
              <a:rPr lang="en-US" altLang="zh-CN" sz="2000" dirty="0">
                <a:latin typeface="Arial" panose="020B0604020202020204" pitchFamily="34" charset="0"/>
              </a:rPr>
              <a:t>u</a:t>
            </a:r>
            <a:r>
              <a:rPr lang="zh-CN" altLang="en-US" sz="2000" dirty="0">
                <a:latin typeface="Arial" panose="020B0604020202020204" pitchFamily="34" charset="0"/>
              </a:rPr>
              <a:t>节点到所有其他节点的最优路径</a:t>
            </a:r>
            <a:endParaRPr kumimoji="0" lang="en-US" altLang="zh-CN" sz="2000" dirty="0">
              <a:latin typeface="Arial" panose="020B0604020202020204" pitchFamily="34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latin typeface="Arial" panose="020B0604020202020204" pitchFamily="34" charset="0"/>
              </a:rPr>
              <a:t>3    for all nodes k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latin typeface="Arial" panose="020B0604020202020204" pitchFamily="34" charset="0"/>
              </a:rPr>
              <a:t>4      if k adjacent to u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latin typeface="Arial" panose="020B0604020202020204" pitchFamily="34" charset="0"/>
              </a:rPr>
              <a:t>5        then D(k) = c(</a:t>
            </a:r>
            <a:r>
              <a:rPr kumimoji="0" lang="en-US" altLang="zh-CN" sz="2000" dirty="0" err="1">
                <a:latin typeface="Arial" panose="020B0604020202020204" pitchFamily="34" charset="0"/>
              </a:rPr>
              <a:t>u,k</a:t>
            </a:r>
            <a:r>
              <a:rPr kumimoji="0" lang="en-US" altLang="zh-CN" sz="2000" dirty="0">
                <a:latin typeface="Arial" panose="020B0604020202020204" pitchFamily="34" charset="0"/>
              </a:rPr>
              <a:t>)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latin typeface="Arial" panose="020B0604020202020204" pitchFamily="34" charset="0"/>
              </a:rPr>
              <a:t>6        else D(k) = </a:t>
            </a:r>
            <a:r>
              <a:rPr lang="zh-CN" altLang="en-US" sz="2000" b="1" dirty="0">
                <a:latin typeface="宋体" panose="02010600030101010101" pitchFamily="2" charset="-122"/>
                <a:cs typeface="Arial Unicode MS" panose="020B0604020202020204" pitchFamily="34" charset="-122"/>
              </a:rPr>
              <a:t>∞</a:t>
            </a:r>
            <a:r>
              <a:rPr kumimoji="0" lang="en-US" altLang="zh-CN" sz="2000" dirty="0">
                <a:latin typeface="Arial" panose="020B0604020202020204" pitchFamily="34" charset="0"/>
              </a:rPr>
              <a:t>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latin typeface="Arial" panose="020B0604020202020204" pitchFamily="34" charset="0"/>
              </a:rPr>
              <a:t>7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latin typeface="Arial" panose="020B0604020202020204" pitchFamily="34" charset="0"/>
              </a:rPr>
              <a:t>8   </a:t>
            </a:r>
            <a:r>
              <a:rPr kumimoji="0" lang="en-US" altLang="zh-CN" sz="2000" b="1" i="1" dirty="0">
                <a:latin typeface="Arial" panose="020B0604020202020204" pitchFamily="34" charset="0"/>
              </a:rPr>
              <a:t>Loop</a:t>
            </a:r>
            <a:r>
              <a:rPr kumimoji="0" lang="en-US" altLang="zh-CN" sz="2000" i="1" dirty="0">
                <a:latin typeface="Arial" panose="020B0604020202020204" pitchFamily="34" charset="0"/>
              </a:rPr>
              <a:t> </a:t>
            </a:r>
            <a:endParaRPr kumimoji="0" lang="en-US" altLang="zh-CN" sz="2000" dirty="0">
              <a:latin typeface="Arial" panose="020B0604020202020204" pitchFamily="34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latin typeface="Arial" panose="020B0604020202020204" pitchFamily="34" charset="0"/>
              </a:rPr>
              <a:t>9     find </a:t>
            </a:r>
            <a:r>
              <a:rPr lang="en-US" altLang="zh-CN" sz="2000" dirty="0">
                <a:solidFill>
                  <a:srgbClr val="C00000"/>
                </a:solidFill>
                <a:latin typeface="Arial" panose="020B0604020202020204" pitchFamily="34" charset="0"/>
              </a:rPr>
              <a:t>m</a:t>
            </a:r>
            <a:r>
              <a:rPr kumimoji="0" lang="en-US" altLang="zh-CN" sz="2000" dirty="0">
                <a:latin typeface="Arial" panose="020B0604020202020204" pitchFamily="34" charset="0"/>
              </a:rPr>
              <a:t> not in </a:t>
            </a:r>
            <a:r>
              <a:rPr kumimoji="0" lang="en-US" altLang="zh-CN" sz="2000" dirty="0">
                <a:solidFill>
                  <a:srgbClr val="C00000"/>
                </a:solidFill>
                <a:latin typeface="Arial" panose="020B0604020202020204" pitchFamily="34" charset="0"/>
              </a:rPr>
              <a:t>N</a:t>
            </a:r>
            <a:r>
              <a:rPr kumimoji="0" lang="en-US" altLang="zh-CN" sz="2000" dirty="0">
                <a:latin typeface="Arial" panose="020B0604020202020204" pitchFamily="34" charset="0"/>
              </a:rPr>
              <a:t> such that </a:t>
            </a:r>
            <a:r>
              <a:rPr kumimoji="0" lang="en-US" altLang="zh-CN" sz="2000" dirty="0">
                <a:solidFill>
                  <a:srgbClr val="C00000"/>
                </a:solidFill>
                <a:latin typeface="Arial" panose="020B0604020202020204" pitchFamily="34" charset="0"/>
              </a:rPr>
              <a:t>D(m)</a:t>
            </a:r>
            <a:r>
              <a:rPr kumimoji="0" lang="en-US" altLang="zh-CN" sz="2000" dirty="0">
                <a:latin typeface="Arial" panose="020B0604020202020204" pitchFamily="34" charset="0"/>
              </a:rPr>
              <a:t> is a minimum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latin typeface="Arial" panose="020B0604020202020204" pitchFamily="34" charset="0"/>
              </a:rPr>
              <a:t>10     add </a:t>
            </a:r>
            <a:r>
              <a:rPr kumimoji="0" lang="en-US" altLang="zh-CN" sz="2000" dirty="0">
                <a:solidFill>
                  <a:srgbClr val="C00000"/>
                </a:solidFill>
                <a:latin typeface="Arial" panose="020B0604020202020204" pitchFamily="34" charset="0"/>
              </a:rPr>
              <a:t>m</a:t>
            </a:r>
            <a:r>
              <a:rPr kumimoji="0" lang="en-US" altLang="zh-CN" sz="2000" dirty="0">
                <a:latin typeface="Arial" panose="020B0604020202020204" pitchFamily="34" charset="0"/>
              </a:rPr>
              <a:t> to </a:t>
            </a:r>
            <a:r>
              <a:rPr kumimoji="0" lang="en-US" altLang="zh-CN" sz="2000" dirty="0">
                <a:solidFill>
                  <a:srgbClr val="C00000"/>
                </a:solidFill>
                <a:latin typeface="Arial" panose="020B0604020202020204" pitchFamily="34" charset="0"/>
              </a:rPr>
              <a:t>N</a:t>
            </a:r>
            <a:r>
              <a:rPr kumimoji="0" lang="en-US" altLang="zh-CN" sz="2000" dirty="0">
                <a:latin typeface="Arial" panose="020B0604020202020204" pitchFamily="34" charset="0"/>
              </a:rPr>
              <a:t>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latin typeface="Arial" panose="020B0604020202020204" pitchFamily="34" charset="0"/>
              </a:rPr>
              <a:t>11     update </a:t>
            </a:r>
            <a:r>
              <a:rPr kumimoji="0" lang="en-US" altLang="zh-CN" sz="2000" dirty="0">
                <a:solidFill>
                  <a:srgbClr val="C00000"/>
                </a:solidFill>
                <a:latin typeface="Arial" panose="020B0604020202020204" pitchFamily="34" charset="0"/>
              </a:rPr>
              <a:t>D(k) </a:t>
            </a:r>
            <a:r>
              <a:rPr kumimoji="0" lang="en-US" altLang="zh-CN" sz="2000" dirty="0">
                <a:latin typeface="Arial" panose="020B0604020202020204" pitchFamily="34" charset="0"/>
              </a:rPr>
              <a:t>for all </a:t>
            </a:r>
            <a:r>
              <a:rPr kumimoji="0" lang="en-US" altLang="zh-CN" sz="2000" dirty="0">
                <a:solidFill>
                  <a:srgbClr val="C00000"/>
                </a:solidFill>
                <a:latin typeface="Arial" panose="020B0604020202020204" pitchFamily="34" charset="0"/>
              </a:rPr>
              <a:t>k</a:t>
            </a:r>
            <a:r>
              <a:rPr kumimoji="0" lang="en-US" altLang="zh-CN" sz="2000" dirty="0">
                <a:latin typeface="Arial" panose="020B0604020202020204" pitchFamily="34" charset="0"/>
              </a:rPr>
              <a:t> adjacent to </a:t>
            </a:r>
            <a:r>
              <a:rPr kumimoji="0" lang="en-US" altLang="zh-CN" sz="2000" dirty="0">
                <a:solidFill>
                  <a:srgbClr val="C00000"/>
                </a:solidFill>
                <a:latin typeface="Arial" panose="020B0604020202020204" pitchFamily="34" charset="0"/>
              </a:rPr>
              <a:t>m</a:t>
            </a:r>
            <a:r>
              <a:rPr kumimoji="0" lang="en-US" altLang="zh-CN" sz="2000" dirty="0">
                <a:latin typeface="Arial" panose="020B0604020202020204" pitchFamily="34" charset="0"/>
              </a:rPr>
              <a:t> and not in </a:t>
            </a:r>
            <a:r>
              <a:rPr kumimoji="0" lang="en-US" altLang="zh-CN" sz="2000" dirty="0">
                <a:solidFill>
                  <a:srgbClr val="C00000"/>
                </a:solidFill>
                <a:latin typeface="Arial" panose="020B0604020202020204" pitchFamily="34" charset="0"/>
              </a:rPr>
              <a:t>N</a:t>
            </a:r>
            <a:r>
              <a:rPr kumimoji="0" lang="en-US" altLang="zh-CN" sz="2000" dirty="0">
                <a:latin typeface="Arial" panose="020B0604020202020204" pitchFamily="34" charset="0"/>
              </a:rPr>
              <a:t>: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latin typeface="Arial" panose="020B0604020202020204" pitchFamily="34" charset="0"/>
              </a:rPr>
              <a:t>12        </a:t>
            </a:r>
            <a:r>
              <a:rPr kumimoji="0" lang="en-US" altLang="zh-CN" sz="2000" dirty="0">
                <a:solidFill>
                  <a:srgbClr val="C00000"/>
                </a:solidFill>
                <a:latin typeface="Arial" panose="020B0604020202020204" pitchFamily="34" charset="0"/>
              </a:rPr>
              <a:t>D(k) = min( D(k), D(m) + c(</a:t>
            </a:r>
            <a:r>
              <a:rPr kumimoji="0" lang="en-US" altLang="zh-CN" sz="2000" dirty="0" err="1">
                <a:solidFill>
                  <a:srgbClr val="C00000"/>
                </a:solidFill>
                <a:latin typeface="Arial" panose="020B0604020202020204" pitchFamily="34" charset="0"/>
              </a:rPr>
              <a:t>m,k</a:t>
            </a:r>
            <a:r>
              <a:rPr kumimoji="0" lang="en-US" altLang="zh-CN" sz="2000" dirty="0">
                <a:solidFill>
                  <a:srgbClr val="C00000"/>
                </a:solidFill>
                <a:latin typeface="Arial" panose="020B0604020202020204" pitchFamily="34" charset="0"/>
              </a:rPr>
              <a:t>) )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latin typeface="Arial" panose="020B0604020202020204" pitchFamily="34" charset="0"/>
              </a:rPr>
              <a:t>13        /* new cost to k is either old cost to k or known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latin typeface="Arial" panose="020B0604020202020204" pitchFamily="34" charset="0"/>
              </a:rPr>
              <a:t>14        shortest path cost to m plus cost from </a:t>
            </a:r>
            <a:r>
              <a:rPr lang="en-US" altLang="zh-CN" sz="2000" dirty="0">
                <a:latin typeface="Arial" panose="020B0604020202020204" pitchFamily="34" charset="0"/>
              </a:rPr>
              <a:t>m</a:t>
            </a:r>
            <a:r>
              <a:rPr kumimoji="0" lang="en-US" altLang="zh-CN" sz="2000" dirty="0">
                <a:latin typeface="Arial" panose="020B0604020202020204" pitchFamily="34" charset="0"/>
              </a:rPr>
              <a:t> to </a:t>
            </a:r>
            <a:r>
              <a:rPr lang="en-US" altLang="zh-CN" sz="2000" dirty="0">
                <a:latin typeface="Arial" panose="020B0604020202020204" pitchFamily="34" charset="0"/>
              </a:rPr>
              <a:t>k</a:t>
            </a:r>
            <a:r>
              <a:rPr kumimoji="0" lang="en-US" altLang="zh-CN" sz="2000" dirty="0">
                <a:latin typeface="Arial" panose="020B0604020202020204" pitchFamily="34" charset="0"/>
              </a:rPr>
              <a:t> */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latin typeface="Arial" panose="020B0604020202020204" pitchFamily="34" charset="0"/>
              </a:rPr>
              <a:t>15  </a:t>
            </a:r>
            <a:r>
              <a:rPr kumimoji="0" lang="en-US" altLang="zh-CN" sz="2000" b="1" i="1" dirty="0">
                <a:latin typeface="Arial" panose="020B0604020202020204" pitchFamily="34" charset="0"/>
              </a:rPr>
              <a:t>until all nodes in N</a:t>
            </a:r>
            <a:r>
              <a:rPr kumimoji="0" lang="en-US" altLang="zh-CN" sz="2000" dirty="0">
                <a:latin typeface="Arial" panose="020B0604020202020204" pitchFamily="34" charset="0"/>
              </a:rPr>
              <a:t> </a:t>
            </a:r>
          </a:p>
        </p:txBody>
      </p:sp>
      <p:sp>
        <p:nvSpPr>
          <p:cNvPr id="95237" name="Freeform 4"/>
          <p:cNvSpPr/>
          <p:nvPr/>
        </p:nvSpPr>
        <p:spPr bwMode="auto">
          <a:xfrm>
            <a:off x="442603" y="3519550"/>
            <a:ext cx="800100" cy="2886075"/>
          </a:xfrm>
          <a:custGeom>
            <a:avLst/>
            <a:gdLst>
              <a:gd name="T0" fmla="*/ 2147483646 w 504"/>
              <a:gd name="T1" fmla="*/ 2147483646 h 1818"/>
              <a:gd name="T2" fmla="*/ 2147483646 w 504"/>
              <a:gd name="T3" fmla="*/ 2147483646 h 1818"/>
              <a:gd name="T4" fmla="*/ 2147483646 w 504"/>
              <a:gd name="T5" fmla="*/ 2147483646 h 1818"/>
              <a:gd name="T6" fmla="*/ 2147483646 w 504"/>
              <a:gd name="T7" fmla="*/ 2147483646 h 1818"/>
              <a:gd name="T8" fmla="*/ 0 60000 65536"/>
              <a:gd name="T9" fmla="*/ 0 60000 65536"/>
              <a:gd name="T10" fmla="*/ 0 60000 65536"/>
              <a:gd name="T11" fmla="*/ 0 60000 65536"/>
              <a:gd name="T12" fmla="*/ 0 w 504"/>
              <a:gd name="T13" fmla="*/ 0 h 1818"/>
              <a:gd name="T14" fmla="*/ 504 w 504"/>
              <a:gd name="T15" fmla="*/ 1818 h 181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04" h="1818">
                <a:moveTo>
                  <a:pt x="504" y="1596"/>
                </a:moveTo>
                <a:cubicBezTo>
                  <a:pt x="444" y="1728"/>
                  <a:pt x="240" y="1818"/>
                  <a:pt x="120" y="1602"/>
                </a:cubicBezTo>
                <a:cubicBezTo>
                  <a:pt x="0" y="1386"/>
                  <a:pt x="48" y="444"/>
                  <a:pt x="90" y="192"/>
                </a:cubicBezTo>
                <a:cubicBezTo>
                  <a:pt x="162" y="0"/>
                  <a:pt x="294" y="84"/>
                  <a:pt x="396" y="144"/>
                </a:cubicBezTo>
              </a:path>
            </a:pathLst>
          </a:custGeom>
          <a:noFill/>
          <a:ln w="28575">
            <a:solidFill>
              <a:schemeClr val="accent2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5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4.4 </a:t>
            </a:r>
            <a:r>
              <a:rPr lang="zh-CN" altLang="en-US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路由算法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链路状态路由算法</a:t>
            </a:r>
          </a:p>
        </p:txBody>
      </p:sp>
      <p:sp>
        <p:nvSpPr>
          <p:cNvPr id="2" name="矩形 1"/>
          <p:cNvSpPr/>
          <p:nvPr/>
        </p:nvSpPr>
        <p:spPr>
          <a:xfrm>
            <a:off x="5072779" y="1005570"/>
            <a:ext cx="3438762" cy="36933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1"/>
            </a:solidFill>
          </a:ln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  <a:defRPr/>
            </a:pPr>
            <a:r>
              <a:rPr lang="zh-CN" altLang="en-US" sz="2000" dirty="0"/>
              <a:t>计算复杂性：</a:t>
            </a:r>
            <a:r>
              <a:rPr lang="en-US" altLang="zh-CN" sz="2000" dirty="0"/>
              <a:t>O(n</a:t>
            </a:r>
            <a:r>
              <a:rPr lang="en-US" altLang="zh-CN" sz="2000" baseline="30000" dirty="0"/>
              <a:t>2</a:t>
            </a:r>
            <a:r>
              <a:rPr lang="en-US" altLang="zh-CN" sz="2000" dirty="0"/>
              <a:t>)</a:t>
            </a:r>
            <a:r>
              <a:rPr lang="en-US" altLang="zh-CN" sz="2000" dirty="0">
                <a:latin typeface="宋体" panose="02010600030101010101" pitchFamily="2" charset="-122"/>
                <a:ea typeface="宋体" panose="02010600030101010101" pitchFamily="2" charset="-122"/>
              </a:rPr>
              <a:t>→</a:t>
            </a:r>
            <a:r>
              <a:rPr lang="en-US" altLang="zh-CN" sz="2000" dirty="0"/>
              <a:t>O(</a:t>
            </a:r>
            <a:r>
              <a:rPr lang="en-US" altLang="zh-CN" sz="2000" dirty="0" err="1"/>
              <a:t>nlogn</a:t>
            </a:r>
            <a:r>
              <a:rPr lang="en-US" altLang="zh-CN" sz="2000" dirty="0"/>
              <a:t>)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组合 81"/>
          <p:cNvGrpSpPr/>
          <p:nvPr/>
        </p:nvGrpSpPr>
        <p:grpSpPr bwMode="auto">
          <a:xfrm>
            <a:off x="1333599" y="3990521"/>
            <a:ext cx="3571875" cy="2236787"/>
            <a:chOff x="5019675" y="1700213"/>
            <a:chExt cx="3571875" cy="2236787"/>
          </a:xfrm>
        </p:grpSpPr>
        <p:sp>
          <p:nvSpPr>
            <p:cNvPr id="118" name="Freeform 9"/>
            <p:cNvSpPr/>
            <p:nvPr/>
          </p:nvSpPr>
          <p:spPr bwMode="auto">
            <a:xfrm>
              <a:off x="5019675" y="1700213"/>
              <a:ext cx="3571875" cy="2236787"/>
            </a:xfrm>
            <a:custGeom>
              <a:avLst/>
              <a:gdLst>
                <a:gd name="T0" fmla="*/ 0 w 2250"/>
                <a:gd name="T1" fmla="*/ 2147483646 h 1409"/>
                <a:gd name="T2" fmla="*/ 2147483646 w 2250"/>
                <a:gd name="T3" fmla="*/ 2147483646 h 1409"/>
                <a:gd name="T4" fmla="*/ 2147483646 w 2250"/>
                <a:gd name="T5" fmla="*/ 2147483646 h 1409"/>
                <a:gd name="T6" fmla="*/ 2147483646 w 2250"/>
                <a:gd name="T7" fmla="*/ 2147483646 h 1409"/>
                <a:gd name="T8" fmla="*/ 2147483646 w 2250"/>
                <a:gd name="T9" fmla="*/ 2147483646 h 1409"/>
                <a:gd name="T10" fmla="*/ 2147483646 w 2250"/>
                <a:gd name="T11" fmla="*/ 2147483646 h 1409"/>
                <a:gd name="T12" fmla="*/ 2147483646 w 2250"/>
                <a:gd name="T13" fmla="*/ 2147483646 h 1409"/>
                <a:gd name="T14" fmla="*/ 2147483646 w 2250"/>
                <a:gd name="T15" fmla="*/ 2147483646 h 1409"/>
                <a:gd name="T16" fmla="*/ 2147483646 w 2250"/>
                <a:gd name="T17" fmla="*/ 2147483646 h 1409"/>
                <a:gd name="T18" fmla="*/ 2147483646 w 2250"/>
                <a:gd name="T19" fmla="*/ 2147483646 h 1409"/>
                <a:gd name="T20" fmla="*/ 0 w 2250"/>
                <a:gd name="T21" fmla="*/ 2147483646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19" name="Freeform 10"/>
            <p:cNvSpPr/>
            <p:nvPr/>
          </p:nvSpPr>
          <p:spPr bwMode="auto">
            <a:xfrm>
              <a:off x="5553075" y="2571750"/>
              <a:ext cx="542925" cy="295275"/>
            </a:xfrm>
            <a:custGeom>
              <a:avLst/>
              <a:gdLst>
                <a:gd name="T0" fmla="*/ 0 w 342"/>
                <a:gd name="T1" fmla="*/ 2147483646 h 186"/>
                <a:gd name="T2" fmla="*/ 2147483646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20" name="Oval 11"/>
            <p:cNvSpPr>
              <a:spLocks noChangeArrowheads="1"/>
            </p:cNvSpPr>
            <p:nvPr/>
          </p:nvSpPr>
          <p:spPr bwMode="auto">
            <a:xfrm>
              <a:off x="5140325" y="2955925"/>
              <a:ext cx="496888" cy="128588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21" name="Line 12"/>
            <p:cNvSpPr>
              <a:spLocks noChangeShapeType="1"/>
            </p:cNvSpPr>
            <p:nvPr/>
          </p:nvSpPr>
          <p:spPr bwMode="auto">
            <a:xfrm>
              <a:off x="5140325" y="2944813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22" name="Line 13"/>
            <p:cNvSpPr>
              <a:spLocks noChangeShapeType="1"/>
            </p:cNvSpPr>
            <p:nvPr/>
          </p:nvSpPr>
          <p:spPr bwMode="auto">
            <a:xfrm>
              <a:off x="5637213" y="2944813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23" name="Rectangle 14"/>
            <p:cNvSpPr>
              <a:spLocks noChangeArrowheads="1"/>
            </p:cNvSpPr>
            <p:nvPr/>
          </p:nvSpPr>
          <p:spPr bwMode="auto">
            <a:xfrm>
              <a:off x="5140325" y="2944813"/>
              <a:ext cx="492125" cy="77787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124" name="Oval 15"/>
            <p:cNvSpPr>
              <a:spLocks noChangeArrowheads="1"/>
            </p:cNvSpPr>
            <p:nvPr/>
          </p:nvSpPr>
          <p:spPr bwMode="auto">
            <a:xfrm>
              <a:off x="5135563" y="2851150"/>
              <a:ext cx="496887" cy="1508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25" name="Oval 16"/>
            <p:cNvSpPr>
              <a:spLocks noChangeArrowheads="1"/>
            </p:cNvSpPr>
            <p:nvPr/>
          </p:nvSpPr>
          <p:spPr bwMode="auto">
            <a:xfrm>
              <a:off x="5892800" y="3570288"/>
              <a:ext cx="496888" cy="12858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26" name="Line 17"/>
            <p:cNvSpPr>
              <a:spLocks noChangeShapeType="1"/>
            </p:cNvSpPr>
            <p:nvPr/>
          </p:nvSpPr>
          <p:spPr bwMode="auto">
            <a:xfrm>
              <a:off x="5892800" y="3559175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27" name="Line 18"/>
            <p:cNvSpPr>
              <a:spLocks noChangeShapeType="1"/>
            </p:cNvSpPr>
            <p:nvPr/>
          </p:nvSpPr>
          <p:spPr bwMode="auto">
            <a:xfrm>
              <a:off x="6389688" y="3559175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28" name="Rectangle 19"/>
            <p:cNvSpPr>
              <a:spLocks noChangeArrowheads="1"/>
            </p:cNvSpPr>
            <p:nvPr/>
          </p:nvSpPr>
          <p:spPr bwMode="auto">
            <a:xfrm>
              <a:off x="5892800" y="3559175"/>
              <a:ext cx="492125" cy="7778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129" name="Oval 20"/>
            <p:cNvSpPr>
              <a:spLocks noChangeArrowheads="1"/>
            </p:cNvSpPr>
            <p:nvPr/>
          </p:nvSpPr>
          <p:spPr bwMode="auto">
            <a:xfrm>
              <a:off x="5888038" y="3465513"/>
              <a:ext cx="496887" cy="150812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30" name="Oval 21"/>
            <p:cNvSpPr>
              <a:spLocks noChangeArrowheads="1"/>
            </p:cNvSpPr>
            <p:nvPr/>
          </p:nvSpPr>
          <p:spPr bwMode="auto">
            <a:xfrm>
              <a:off x="5886450" y="2474913"/>
              <a:ext cx="496888" cy="12858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31" name="Line 22"/>
            <p:cNvSpPr>
              <a:spLocks noChangeShapeType="1"/>
            </p:cNvSpPr>
            <p:nvPr/>
          </p:nvSpPr>
          <p:spPr bwMode="auto">
            <a:xfrm>
              <a:off x="5886450" y="2463800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32" name="Line 23"/>
            <p:cNvSpPr>
              <a:spLocks noChangeShapeType="1"/>
            </p:cNvSpPr>
            <p:nvPr/>
          </p:nvSpPr>
          <p:spPr bwMode="auto">
            <a:xfrm>
              <a:off x="6383338" y="2463800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33" name="Rectangle 24"/>
            <p:cNvSpPr>
              <a:spLocks noChangeArrowheads="1"/>
            </p:cNvSpPr>
            <p:nvPr/>
          </p:nvSpPr>
          <p:spPr bwMode="auto">
            <a:xfrm>
              <a:off x="5886450" y="2463800"/>
              <a:ext cx="492125" cy="7778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134" name="Oval 25"/>
            <p:cNvSpPr>
              <a:spLocks noChangeArrowheads="1"/>
            </p:cNvSpPr>
            <p:nvPr/>
          </p:nvSpPr>
          <p:spPr bwMode="auto">
            <a:xfrm>
              <a:off x="5881688" y="2370138"/>
              <a:ext cx="496887" cy="150812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35" name="Oval 26"/>
            <p:cNvSpPr>
              <a:spLocks noChangeArrowheads="1"/>
            </p:cNvSpPr>
            <p:nvPr/>
          </p:nvSpPr>
          <p:spPr bwMode="auto">
            <a:xfrm>
              <a:off x="6970713" y="2468563"/>
              <a:ext cx="495300" cy="12858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36" name="Line 27"/>
            <p:cNvSpPr>
              <a:spLocks noChangeShapeType="1"/>
            </p:cNvSpPr>
            <p:nvPr/>
          </p:nvSpPr>
          <p:spPr bwMode="auto">
            <a:xfrm>
              <a:off x="6970713" y="2457450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37" name="Line 28"/>
            <p:cNvSpPr>
              <a:spLocks noChangeShapeType="1"/>
            </p:cNvSpPr>
            <p:nvPr/>
          </p:nvSpPr>
          <p:spPr bwMode="auto">
            <a:xfrm>
              <a:off x="7466013" y="2457450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38" name="Rectangle 29"/>
            <p:cNvSpPr>
              <a:spLocks noChangeArrowheads="1"/>
            </p:cNvSpPr>
            <p:nvPr/>
          </p:nvSpPr>
          <p:spPr bwMode="auto">
            <a:xfrm>
              <a:off x="6970713" y="2457450"/>
              <a:ext cx="490537" cy="7778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139" name="Oval 30"/>
            <p:cNvSpPr>
              <a:spLocks noChangeArrowheads="1"/>
            </p:cNvSpPr>
            <p:nvPr/>
          </p:nvSpPr>
          <p:spPr bwMode="auto">
            <a:xfrm>
              <a:off x="6975475" y="2368550"/>
              <a:ext cx="495300" cy="1508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40" name="Oval 31"/>
            <p:cNvSpPr>
              <a:spLocks noChangeArrowheads="1"/>
            </p:cNvSpPr>
            <p:nvPr/>
          </p:nvSpPr>
          <p:spPr bwMode="auto">
            <a:xfrm>
              <a:off x="6986588" y="3565525"/>
              <a:ext cx="496887" cy="128588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41" name="Line 32"/>
            <p:cNvSpPr>
              <a:spLocks noChangeShapeType="1"/>
            </p:cNvSpPr>
            <p:nvPr/>
          </p:nvSpPr>
          <p:spPr bwMode="auto">
            <a:xfrm>
              <a:off x="6986588" y="3554413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42" name="Line 33"/>
            <p:cNvSpPr>
              <a:spLocks noChangeShapeType="1"/>
            </p:cNvSpPr>
            <p:nvPr/>
          </p:nvSpPr>
          <p:spPr bwMode="auto">
            <a:xfrm>
              <a:off x="7483475" y="3554413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43" name="Rectangle 34"/>
            <p:cNvSpPr>
              <a:spLocks noChangeArrowheads="1"/>
            </p:cNvSpPr>
            <p:nvPr/>
          </p:nvSpPr>
          <p:spPr bwMode="auto">
            <a:xfrm>
              <a:off x="6986588" y="3554413"/>
              <a:ext cx="492125" cy="77787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144" name="Oval 35"/>
            <p:cNvSpPr>
              <a:spLocks noChangeArrowheads="1"/>
            </p:cNvSpPr>
            <p:nvPr/>
          </p:nvSpPr>
          <p:spPr bwMode="auto">
            <a:xfrm>
              <a:off x="6981825" y="3460750"/>
              <a:ext cx="496888" cy="1508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45" name="Oval 36"/>
            <p:cNvSpPr>
              <a:spLocks noChangeArrowheads="1"/>
            </p:cNvSpPr>
            <p:nvPr/>
          </p:nvSpPr>
          <p:spPr bwMode="auto">
            <a:xfrm>
              <a:off x="7883525" y="3024188"/>
              <a:ext cx="496888" cy="12858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46" name="Line 37"/>
            <p:cNvSpPr>
              <a:spLocks noChangeShapeType="1"/>
            </p:cNvSpPr>
            <p:nvPr/>
          </p:nvSpPr>
          <p:spPr bwMode="auto">
            <a:xfrm>
              <a:off x="7883525" y="3013075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47" name="Line 38"/>
            <p:cNvSpPr>
              <a:spLocks noChangeShapeType="1"/>
            </p:cNvSpPr>
            <p:nvPr/>
          </p:nvSpPr>
          <p:spPr bwMode="auto">
            <a:xfrm>
              <a:off x="8380413" y="3013075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48" name="Rectangle 39"/>
            <p:cNvSpPr>
              <a:spLocks noChangeArrowheads="1"/>
            </p:cNvSpPr>
            <p:nvPr/>
          </p:nvSpPr>
          <p:spPr bwMode="auto">
            <a:xfrm>
              <a:off x="7883525" y="3013075"/>
              <a:ext cx="492125" cy="7778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149" name="Oval 40"/>
            <p:cNvSpPr>
              <a:spLocks noChangeArrowheads="1"/>
            </p:cNvSpPr>
            <p:nvPr/>
          </p:nvSpPr>
          <p:spPr bwMode="auto">
            <a:xfrm>
              <a:off x="7878763" y="2919413"/>
              <a:ext cx="496887" cy="150812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Comic Sans MS" panose="030F0702030302020204" pitchFamily="66" charset="0"/>
                <a:ea typeface="楷体_GB2312" pitchFamily="49" charset="-122"/>
              </a:endParaRPr>
            </a:p>
          </p:txBody>
        </p:sp>
        <p:sp>
          <p:nvSpPr>
            <p:cNvPr id="150" name="Freeform 41"/>
            <p:cNvSpPr/>
            <p:nvPr/>
          </p:nvSpPr>
          <p:spPr bwMode="auto">
            <a:xfrm>
              <a:off x="7234238" y="2614613"/>
              <a:ext cx="1587" cy="828675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2147483646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51" name="Freeform 42"/>
            <p:cNvSpPr/>
            <p:nvPr/>
          </p:nvSpPr>
          <p:spPr bwMode="auto">
            <a:xfrm>
              <a:off x="6134100" y="2624138"/>
              <a:ext cx="1588" cy="85248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2147483646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52" name="Freeform 43"/>
            <p:cNvSpPr/>
            <p:nvPr/>
          </p:nvSpPr>
          <p:spPr bwMode="auto">
            <a:xfrm>
              <a:off x="6396038" y="2600325"/>
              <a:ext cx="800100" cy="952500"/>
            </a:xfrm>
            <a:custGeom>
              <a:avLst/>
              <a:gdLst>
                <a:gd name="T0" fmla="*/ 0 w 378"/>
                <a:gd name="T1" fmla="*/ 2147483646 h 174"/>
                <a:gd name="T2" fmla="*/ 2147483646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53" name="Freeform 44"/>
            <p:cNvSpPr/>
            <p:nvPr/>
          </p:nvSpPr>
          <p:spPr bwMode="auto">
            <a:xfrm>
              <a:off x="7486650" y="3152775"/>
              <a:ext cx="581025" cy="428625"/>
            </a:xfrm>
            <a:custGeom>
              <a:avLst/>
              <a:gdLst>
                <a:gd name="T0" fmla="*/ 0 w 366"/>
                <a:gd name="T1" fmla="*/ 2147483646 h 270"/>
                <a:gd name="T2" fmla="*/ 214748364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54" name="Freeform 45"/>
            <p:cNvSpPr/>
            <p:nvPr/>
          </p:nvSpPr>
          <p:spPr bwMode="auto">
            <a:xfrm>
              <a:off x="6405563" y="3600450"/>
              <a:ext cx="581025" cy="1588"/>
            </a:xfrm>
            <a:custGeom>
              <a:avLst/>
              <a:gdLst>
                <a:gd name="T0" fmla="*/ 214748364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55" name="Freeform 46"/>
            <p:cNvSpPr/>
            <p:nvPr/>
          </p:nvSpPr>
          <p:spPr bwMode="auto">
            <a:xfrm>
              <a:off x="5467350" y="3086100"/>
              <a:ext cx="438150" cy="419100"/>
            </a:xfrm>
            <a:custGeom>
              <a:avLst/>
              <a:gdLst>
                <a:gd name="T0" fmla="*/ 2147483646 w 276"/>
                <a:gd name="T1" fmla="*/ 2147483646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56" name="Freeform 47"/>
            <p:cNvSpPr/>
            <p:nvPr/>
          </p:nvSpPr>
          <p:spPr bwMode="auto">
            <a:xfrm>
              <a:off x="6396038" y="2505075"/>
              <a:ext cx="581025" cy="1588"/>
            </a:xfrm>
            <a:custGeom>
              <a:avLst/>
              <a:gdLst>
                <a:gd name="T0" fmla="*/ 214748364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57" name="Freeform 48"/>
            <p:cNvSpPr/>
            <p:nvPr/>
          </p:nvSpPr>
          <p:spPr bwMode="auto">
            <a:xfrm>
              <a:off x="7467600" y="2500313"/>
              <a:ext cx="628650" cy="423862"/>
            </a:xfrm>
            <a:custGeom>
              <a:avLst/>
              <a:gdLst>
                <a:gd name="T0" fmla="*/ 2147483646 w 396"/>
                <a:gd name="T1" fmla="*/ 2147483646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58" name="Freeform 49"/>
            <p:cNvSpPr/>
            <p:nvPr/>
          </p:nvSpPr>
          <p:spPr bwMode="auto">
            <a:xfrm>
              <a:off x="5376863" y="1819275"/>
              <a:ext cx="1762125" cy="1023938"/>
            </a:xfrm>
            <a:custGeom>
              <a:avLst/>
              <a:gdLst>
                <a:gd name="T0" fmla="*/ 2147483646 w 1110"/>
                <a:gd name="T1" fmla="*/ 2147483646 h 645"/>
                <a:gd name="T2" fmla="*/ 0 w 1110"/>
                <a:gd name="T3" fmla="*/ 2147483646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grpSp>
          <p:nvGrpSpPr>
            <p:cNvPr id="159" name="Group 50"/>
            <p:cNvGrpSpPr/>
            <p:nvPr/>
          </p:nvGrpSpPr>
          <p:grpSpPr bwMode="auto">
            <a:xfrm>
              <a:off x="5222539" y="2774952"/>
              <a:ext cx="318166" cy="400050"/>
              <a:chOff x="2957" y="2429"/>
              <a:chExt cx="203" cy="252"/>
            </a:xfrm>
          </p:grpSpPr>
          <p:sp>
            <p:nvSpPr>
              <p:cNvPr id="185" name="Rectangle 51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solidFill>
                    <a:schemeClr val="bg1"/>
                  </a:solidFill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186" name="Text Box 52"/>
              <p:cNvSpPr txBox="1">
                <a:spLocks noChangeArrowheads="1"/>
              </p:cNvSpPr>
              <p:nvPr/>
            </p:nvSpPr>
            <p:spPr bwMode="auto">
              <a:xfrm>
                <a:off x="2957" y="2429"/>
                <a:ext cx="203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 dirty="0">
                    <a:solidFill>
                      <a:srgbClr val="FF0000"/>
                    </a:solidFill>
                    <a:latin typeface="Comic Sans MS" panose="030F0702030302020204" pitchFamily="66" charset="0"/>
                  </a:rPr>
                  <a:t>u</a:t>
                </a:r>
                <a:endParaRPr kumimoji="0" lang="en-US" altLang="zh-CN" sz="24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0" name="Group 53"/>
            <p:cNvGrpSpPr/>
            <p:nvPr/>
          </p:nvGrpSpPr>
          <p:grpSpPr bwMode="auto">
            <a:xfrm>
              <a:off x="7078475" y="3340104"/>
              <a:ext cx="317847" cy="400050"/>
              <a:chOff x="2956" y="2401"/>
              <a:chExt cx="203" cy="252"/>
            </a:xfrm>
          </p:grpSpPr>
          <p:sp>
            <p:nvSpPr>
              <p:cNvPr id="183" name="Rectangle 54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solidFill>
                    <a:schemeClr val="bg1"/>
                  </a:solidFill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184" name="Text Box 55"/>
              <p:cNvSpPr txBox="1">
                <a:spLocks noChangeArrowheads="1"/>
              </p:cNvSpPr>
              <p:nvPr/>
            </p:nvSpPr>
            <p:spPr bwMode="auto">
              <a:xfrm>
                <a:off x="2956" y="2401"/>
                <a:ext cx="203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 dirty="0">
                    <a:solidFill>
                      <a:schemeClr val="bg1"/>
                    </a:solidFill>
                    <a:latin typeface="Comic Sans MS" panose="030F0702030302020204" pitchFamily="66" charset="0"/>
                  </a:rPr>
                  <a:t>y</a:t>
                </a:r>
                <a:endParaRPr kumimoji="0" lang="en-US" altLang="zh-CN" sz="24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161" name="Group 56"/>
            <p:cNvGrpSpPr/>
            <p:nvPr/>
          </p:nvGrpSpPr>
          <p:grpSpPr bwMode="auto">
            <a:xfrm>
              <a:off x="5989434" y="3379790"/>
              <a:ext cx="335369" cy="400050"/>
              <a:chOff x="2951" y="2429"/>
              <a:chExt cx="214" cy="252"/>
            </a:xfrm>
          </p:grpSpPr>
          <p:sp>
            <p:nvSpPr>
              <p:cNvPr id="181" name="Rectangle 57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solidFill>
                    <a:schemeClr val="bg1"/>
                  </a:solidFill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182" name="Text Box 58"/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4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>
                    <a:solidFill>
                      <a:schemeClr val="bg1"/>
                    </a:solidFill>
                    <a:latin typeface="Comic Sans MS" panose="030F0702030302020204" pitchFamily="66" charset="0"/>
                  </a:rPr>
                  <a:t>x</a:t>
                </a:r>
                <a:endParaRPr kumimoji="0" lang="en-US" altLang="zh-CN" sz="240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162" name="Group 59"/>
            <p:cNvGrpSpPr/>
            <p:nvPr/>
          </p:nvGrpSpPr>
          <p:grpSpPr bwMode="auto">
            <a:xfrm>
              <a:off x="7048652" y="2289177"/>
              <a:ext cx="360030" cy="400050"/>
              <a:chOff x="2943" y="2429"/>
              <a:chExt cx="230" cy="252"/>
            </a:xfrm>
          </p:grpSpPr>
          <p:sp>
            <p:nvSpPr>
              <p:cNvPr id="179" name="Rectangle 60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solidFill>
                    <a:schemeClr val="bg1"/>
                  </a:solidFill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180" name="Text Box 61"/>
              <p:cNvSpPr txBox="1">
                <a:spLocks noChangeArrowheads="1"/>
              </p:cNvSpPr>
              <p:nvPr/>
            </p:nvSpPr>
            <p:spPr bwMode="auto">
              <a:xfrm>
                <a:off x="2943" y="2429"/>
                <a:ext cx="230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>
                    <a:solidFill>
                      <a:schemeClr val="bg1"/>
                    </a:solidFill>
                    <a:latin typeface="Comic Sans MS" panose="030F0702030302020204" pitchFamily="66" charset="0"/>
                  </a:rPr>
                  <a:t>w</a:t>
                </a:r>
                <a:endParaRPr kumimoji="0" lang="en-US" altLang="zh-CN" sz="240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163" name="Group 62"/>
            <p:cNvGrpSpPr/>
            <p:nvPr/>
          </p:nvGrpSpPr>
          <p:grpSpPr bwMode="auto">
            <a:xfrm>
              <a:off x="5987808" y="2289177"/>
              <a:ext cx="310038" cy="400050"/>
              <a:chOff x="2959" y="2429"/>
              <a:chExt cx="198" cy="252"/>
            </a:xfrm>
          </p:grpSpPr>
          <p:sp>
            <p:nvSpPr>
              <p:cNvPr id="177" name="Rectangle 63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solidFill>
                    <a:schemeClr val="bg1"/>
                  </a:solidFill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178" name="Text Box 64"/>
              <p:cNvSpPr txBox="1">
                <a:spLocks noChangeArrowheads="1"/>
              </p:cNvSpPr>
              <p:nvPr/>
            </p:nvSpPr>
            <p:spPr bwMode="auto">
              <a:xfrm>
                <a:off x="2959" y="2429"/>
                <a:ext cx="198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 dirty="0">
                    <a:solidFill>
                      <a:schemeClr val="bg1"/>
                    </a:solidFill>
                    <a:latin typeface="Comic Sans MS" panose="030F0702030302020204" pitchFamily="66" charset="0"/>
                  </a:rPr>
                  <a:t>v</a:t>
                </a:r>
                <a:endParaRPr kumimoji="0" lang="en-US" altLang="zh-CN" sz="24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164" name="Group 65"/>
            <p:cNvGrpSpPr/>
            <p:nvPr/>
          </p:nvGrpSpPr>
          <p:grpSpPr bwMode="auto">
            <a:xfrm>
              <a:off x="7985023" y="2841627"/>
              <a:ext cx="322483" cy="400050"/>
              <a:chOff x="2954" y="2429"/>
              <a:chExt cx="206" cy="252"/>
            </a:xfrm>
          </p:grpSpPr>
          <p:sp>
            <p:nvSpPr>
              <p:cNvPr id="175" name="Rectangle 66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solidFill>
                    <a:schemeClr val="bg1"/>
                  </a:solidFill>
                  <a:latin typeface="Comic Sans MS" panose="030F0702030302020204" pitchFamily="66" charset="0"/>
                  <a:ea typeface="楷体_GB2312" pitchFamily="49" charset="-122"/>
                </a:endParaRPr>
              </a:p>
            </p:txBody>
          </p:sp>
          <p:sp>
            <p:nvSpPr>
              <p:cNvPr id="176" name="Text Box 67"/>
              <p:cNvSpPr txBox="1">
                <a:spLocks noChangeArrowheads="1"/>
              </p:cNvSpPr>
              <p:nvPr/>
            </p:nvSpPr>
            <p:spPr bwMode="auto">
              <a:xfrm>
                <a:off x="2954" y="2429"/>
                <a:ext cx="20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>
                    <a:solidFill>
                      <a:schemeClr val="bg1"/>
                    </a:solidFill>
                    <a:latin typeface="Comic Sans MS" panose="030F0702030302020204" pitchFamily="66" charset="0"/>
                  </a:rPr>
                  <a:t>z</a:t>
                </a:r>
                <a:endParaRPr kumimoji="0" lang="en-US" altLang="zh-CN" sz="240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165" name="Text Box 68"/>
            <p:cNvSpPr txBox="1">
              <a:spLocks noChangeArrowheads="1"/>
            </p:cNvSpPr>
            <p:nvPr/>
          </p:nvSpPr>
          <p:spPr bwMode="auto">
            <a:xfrm>
              <a:off x="5538788" y="2493963"/>
              <a:ext cx="323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solidFill>
                    <a:schemeClr val="bg1"/>
                  </a:solidFill>
                  <a:latin typeface="Comic Sans MS" panose="030F0702030302020204" pitchFamily="66" charset="0"/>
                </a:rPr>
                <a:t>2</a:t>
              </a:r>
              <a:endParaRPr kumimoji="0" lang="en-US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166" name="Text Box 69"/>
            <p:cNvSpPr txBox="1">
              <a:spLocks noChangeArrowheads="1"/>
            </p:cNvSpPr>
            <p:nvPr/>
          </p:nvSpPr>
          <p:spPr bwMode="auto">
            <a:xfrm>
              <a:off x="6091238" y="2841625"/>
              <a:ext cx="3238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 dirty="0">
                  <a:solidFill>
                    <a:schemeClr val="bg1"/>
                  </a:solidFill>
                  <a:latin typeface="Comic Sans MS" panose="030F0702030302020204" pitchFamily="66" charset="0"/>
                </a:rPr>
                <a:t>2</a:t>
              </a:r>
              <a:endParaRPr kumimoji="0" lang="en-US" altLang="zh-CN" sz="2400" dirty="0">
                <a:solidFill>
                  <a:schemeClr val="bg1"/>
                </a:solidFill>
              </a:endParaRPr>
            </a:p>
          </p:txBody>
        </p:sp>
        <p:sp>
          <p:nvSpPr>
            <p:cNvPr id="167" name="Text Box 70"/>
            <p:cNvSpPr txBox="1">
              <a:spLocks noChangeArrowheads="1"/>
            </p:cNvSpPr>
            <p:nvPr/>
          </p:nvSpPr>
          <p:spPr bwMode="auto">
            <a:xfrm>
              <a:off x="5418138" y="3179763"/>
              <a:ext cx="287337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solidFill>
                    <a:schemeClr val="bg1"/>
                  </a:solidFill>
                  <a:latin typeface="Comic Sans MS" panose="030F0702030302020204" pitchFamily="66" charset="0"/>
                </a:rPr>
                <a:t>1</a:t>
              </a:r>
              <a:endParaRPr kumimoji="0" lang="en-US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168" name="Text Box 71"/>
            <p:cNvSpPr txBox="1">
              <a:spLocks noChangeArrowheads="1"/>
            </p:cNvSpPr>
            <p:nvPr/>
          </p:nvSpPr>
          <p:spPr bwMode="auto">
            <a:xfrm>
              <a:off x="6700838" y="2989263"/>
              <a:ext cx="323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 dirty="0">
                  <a:solidFill>
                    <a:schemeClr val="bg1"/>
                  </a:solidFill>
                  <a:latin typeface="Comic Sans MS" panose="030F0702030302020204" pitchFamily="66" charset="0"/>
                </a:rPr>
                <a:t>3</a:t>
              </a:r>
              <a:endParaRPr kumimoji="0" lang="en-US" altLang="zh-CN" sz="2400" dirty="0">
                <a:solidFill>
                  <a:schemeClr val="bg1"/>
                </a:solidFill>
              </a:endParaRPr>
            </a:p>
          </p:txBody>
        </p:sp>
        <p:sp>
          <p:nvSpPr>
            <p:cNvPr id="169" name="Text Box 72"/>
            <p:cNvSpPr txBox="1">
              <a:spLocks noChangeArrowheads="1"/>
            </p:cNvSpPr>
            <p:nvPr/>
          </p:nvSpPr>
          <p:spPr bwMode="auto">
            <a:xfrm>
              <a:off x="6618288" y="3551238"/>
              <a:ext cx="287337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solidFill>
                    <a:schemeClr val="bg1"/>
                  </a:solidFill>
                  <a:latin typeface="Comic Sans MS" panose="030F0702030302020204" pitchFamily="66" charset="0"/>
                </a:rPr>
                <a:t>1</a:t>
              </a:r>
              <a:endParaRPr kumimoji="0" lang="en-US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170" name="Text Box 73"/>
            <p:cNvSpPr txBox="1">
              <a:spLocks noChangeArrowheads="1"/>
            </p:cNvSpPr>
            <p:nvPr/>
          </p:nvSpPr>
          <p:spPr bwMode="auto">
            <a:xfrm>
              <a:off x="7189788" y="2870200"/>
              <a:ext cx="287337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solidFill>
                    <a:schemeClr val="bg1"/>
                  </a:solidFill>
                  <a:latin typeface="Comic Sans MS" panose="030F0702030302020204" pitchFamily="66" charset="0"/>
                </a:rPr>
                <a:t>1</a:t>
              </a:r>
              <a:endParaRPr kumimoji="0" lang="en-US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171" name="Text Box 74"/>
            <p:cNvSpPr txBox="1">
              <a:spLocks noChangeArrowheads="1"/>
            </p:cNvSpPr>
            <p:nvPr/>
          </p:nvSpPr>
          <p:spPr bwMode="auto">
            <a:xfrm>
              <a:off x="7743825" y="3289300"/>
              <a:ext cx="3238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solidFill>
                    <a:schemeClr val="bg1"/>
                  </a:solidFill>
                  <a:latin typeface="Comic Sans MS" panose="030F0702030302020204" pitchFamily="66" charset="0"/>
                </a:rPr>
                <a:t>2</a:t>
              </a:r>
              <a:endParaRPr kumimoji="0" lang="en-US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172" name="Text Box 75"/>
            <p:cNvSpPr txBox="1">
              <a:spLocks noChangeArrowheads="1"/>
            </p:cNvSpPr>
            <p:nvPr/>
          </p:nvSpPr>
          <p:spPr bwMode="auto">
            <a:xfrm>
              <a:off x="7700963" y="2436813"/>
              <a:ext cx="323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solidFill>
                    <a:schemeClr val="bg1"/>
                  </a:solidFill>
                  <a:latin typeface="Comic Sans MS" panose="030F0702030302020204" pitchFamily="66" charset="0"/>
                </a:rPr>
                <a:t>5</a:t>
              </a:r>
              <a:endParaRPr kumimoji="0" lang="en-US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173" name="Text Box 76"/>
            <p:cNvSpPr txBox="1">
              <a:spLocks noChangeArrowheads="1"/>
            </p:cNvSpPr>
            <p:nvPr/>
          </p:nvSpPr>
          <p:spPr bwMode="auto">
            <a:xfrm>
              <a:off x="6534150" y="2198688"/>
              <a:ext cx="323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solidFill>
                    <a:schemeClr val="bg1"/>
                  </a:solidFill>
                  <a:latin typeface="Comic Sans MS" panose="030F0702030302020204" pitchFamily="66" charset="0"/>
                </a:rPr>
                <a:t>3</a:t>
              </a:r>
              <a:endParaRPr kumimoji="0" lang="en-US" altLang="zh-CN" sz="2400">
                <a:solidFill>
                  <a:schemeClr val="bg1"/>
                </a:solidFill>
              </a:endParaRPr>
            </a:p>
          </p:txBody>
        </p:sp>
        <p:sp>
          <p:nvSpPr>
            <p:cNvPr id="174" name="Text Box 77"/>
            <p:cNvSpPr txBox="1">
              <a:spLocks noChangeArrowheads="1"/>
            </p:cNvSpPr>
            <p:nvPr/>
          </p:nvSpPr>
          <p:spPr bwMode="auto">
            <a:xfrm>
              <a:off x="5976938" y="1774825"/>
              <a:ext cx="3238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solidFill>
                    <a:schemeClr val="bg1"/>
                  </a:solidFill>
                  <a:latin typeface="Comic Sans MS" panose="030F0702030302020204" pitchFamily="66" charset="0"/>
                </a:rPr>
                <a:t>5</a:t>
              </a:r>
              <a:endParaRPr kumimoji="0" lang="en-US" altLang="zh-CN" sz="2400">
                <a:solidFill>
                  <a:schemeClr val="bg1"/>
                </a:solidFill>
              </a:endParaRPr>
            </a:p>
          </p:txBody>
        </p:sp>
      </p:grpSp>
      <p:sp>
        <p:nvSpPr>
          <p:cNvPr id="96259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609600"/>
            <a:ext cx="8496300" cy="874713"/>
          </a:xfrm>
        </p:spPr>
        <p:txBody>
          <a:bodyPr>
            <a:normAutofit/>
          </a:bodyPr>
          <a:lstStyle/>
          <a:p>
            <a:r>
              <a:rPr lang="en-US" altLang="zh-CN" sz="2800" b="1" dirty="0" err="1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Dijkstra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算法示例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96260" name="Text Box 3"/>
          <p:cNvSpPr txBox="1">
            <a:spLocks noChangeArrowheads="1"/>
          </p:cNvSpPr>
          <p:nvPr/>
        </p:nvSpPr>
        <p:spPr bwMode="auto">
          <a:xfrm>
            <a:off x="248523" y="1506538"/>
            <a:ext cx="697627" cy="22467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r">
              <a:spcBef>
                <a:spcPct val="0"/>
              </a:spcBef>
              <a:buFontTx/>
              <a:buNone/>
            </a:pPr>
            <a:r>
              <a:rPr kumimoji="0" lang="zh-CN" altLang="en-US" sz="2000" dirty="0">
                <a:cs typeface="Times New Roman" panose="02020603050405020304" pitchFamily="18" charset="0"/>
              </a:rPr>
              <a:t>步骤</a:t>
            </a:r>
            <a:endParaRPr kumimoji="0" lang="en-US" altLang="zh-CN" sz="2000" dirty="0">
              <a:cs typeface="Times New Roman" panose="02020603050405020304" pitchFamily="18" charset="0"/>
            </a:endParaRPr>
          </a:p>
          <a:p>
            <a:pPr algn="r"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0</a:t>
            </a:r>
          </a:p>
          <a:p>
            <a:pPr algn="r"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1</a:t>
            </a:r>
          </a:p>
          <a:p>
            <a:pPr algn="r"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2</a:t>
            </a:r>
          </a:p>
          <a:p>
            <a:pPr algn="r"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3</a:t>
            </a:r>
          </a:p>
          <a:p>
            <a:pPr algn="r"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4</a:t>
            </a:r>
          </a:p>
          <a:p>
            <a:pPr algn="r"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5</a:t>
            </a:r>
          </a:p>
        </p:txBody>
      </p:sp>
      <p:sp>
        <p:nvSpPr>
          <p:cNvPr id="96261" name="Text Box 4"/>
          <p:cNvSpPr txBox="1">
            <a:spLocks noChangeArrowheads="1"/>
          </p:cNvSpPr>
          <p:nvPr/>
        </p:nvSpPr>
        <p:spPr bwMode="auto">
          <a:xfrm>
            <a:off x="1243882" y="1516063"/>
            <a:ext cx="1026243" cy="22467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r">
              <a:spcBef>
                <a:spcPct val="0"/>
              </a:spcBef>
              <a:buFontTx/>
              <a:buNone/>
            </a:pPr>
            <a:r>
              <a:rPr kumimoji="0" lang="zh-CN" altLang="en-US" sz="2000" dirty="0">
                <a:cs typeface="Times New Roman" panose="02020603050405020304" pitchFamily="18" charset="0"/>
              </a:rPr>
              <a:t>集合</a:t>
            </a:r>
            <a:r>
              <a:rPr kumimoji="0" lang="en-US" altLang="zh-CN" sz="2000" dirty="0">
                <a:cs typeface="Times New Roman" panose="02020603050405020304" pitchFamily="18" charset="0"/>
              </a:rPr>
              <a:t>N</a:t>
            </a:r>
          </a:p>
          <a:p>
            <a:pPr algn="r"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u</a:t>
            </a:r>
          </a:p>
          <a:p>
            <a:pPr algn="r">
              <a:spcBef>
                <a:spcPct val="0"/>
              </a:spcBef>
              <a:buFontTx/>
              <a:buNone/>
            </a:pPr>
            <a:r>
              <a:rPr kumimoji="0" lang="en-US" altLang="zh-CN" sz="2000" dirty="0" err="1">
                <a:cs typeface="Times New Roman" panose="02020603050405020304" pitchFamily="18" charset="0"/>
              </a:rPr>
              <a:t>ux</a:t>
            </a:r>
            <a:endParaRPr kumimoji="0" lang="en-US" altLang="zh-CN" sz="2000" dirty="0">
              <a:cs typeface="Times New Roman" panose="02020603050405020304" pitchFamily="18" charset="0"/>
            </a:endParaRPr>
          </a:p>
          <a:p>
            <a:pPr algn="r">
              <a:spcBef>
                <a:spcPct val="0"/>
              </a:spcBef>
              <a:buFontTx/>
              <a:buNone/>
            </a:pPr>
            <a:r>
              <a:rPr kumimoji="0" lang="en-US" altLang="zh-CN" sz="2000" dirty="0" err="1">
                <a:cs typeface="Times New Roman" panose="02020603050405020304" pitchFamily="18" charset="0"/>
              </a:rPr>
              <a:t>uxy</a:t>
            </a:r>
            <a:endParaRPr kumimoji="0" lang="en-US" altLang="zh-CN" sz="2000" dirty="0">
              <a:cs typeface="Times New Roman" panose="02020603050405020304" pitchFamily="18" charset="0"/>
            </a:endParaRPr>
          </a:p>
          <a:p>
            <a:pPr algn="r">
              <a:spcBef>
                <a:spcPct val="0"/>
              </a:spcBef>
              <a:buFontTx/>
              <a:buNone/>
            </a:pPr>
            <a:r>
              <a:rPr kumimoji="0" lang="en-US" altLang="zh-CN" sz="2000" dirty="0" err="1">
                <a:cs typeface="Times New Roman" panose="02020603050405020304" pitchFamily="18" charset="0"/>
              </a:rPr>
              <a:t>uxyv</a:t>
            </a:r>
            <a:endParaRPr kumimoji="0" lang="en-US" altLang="zh-CN" sz="2000" dirty="0">
              <a:cs typeface="Times New Roman" panose="02020603050405020304" pitchFamily="18" charset="0"/>
            </a:endParaRPr>
          </a:p>
          <a:p>
            <a:pPr algn="r">
              <a:spcBef>
                <a:spcPct val="0"/>
              </a:spcBef>
              <a:buFontTx/>
              <a:buNone/>
            </a:pPr>
            <a:r>
              <a:rPr kumimoji="0" lang="en-US" altLang="zh-CN" sz="2000" dirty="0" err="1">
                <a:cs typeface="Times New Roman" panose="02020603050405020304" pitchFamily="18" charset="0"/>
              </a:rPr>
              <a:t>uxyvw</a:t>
            </a:r>
            <a:endParaRPr kumimoji="0" lang="en-US" altLang="zh-CN" sz="2000" dirty="0">
              <a:cs typeface="Times New Roman" panose="02020603050405020304" pitchFamily="18" charset="0"/>
            </a:endParaRPr>
          </a:p>
          <a:p>
            <a:pPr algn="r">
              <a:spcBef>
                <a:spcPct val="0"/>
              </a:spcBef>
              <a:buFontTx/>
              <a:buNone/>
            </a:pPr>
            <a:r>
              <a:rPr kumimoji="0" lang="en-US" altLang="zh-CN" sz="2000" dirty="0" err="1">
                <a:cs typeface="Times New Roman" panose="02020603050405020304" pitchFamily="18" charset="0"/>
              </a:rPr>
              <a:t>uxyvwz</a:t>
            </a:r>
            <a:endParaRPr kumimoji="0" lang="en-US" altLang="zh-CN" sz="2000" dirty="0">
              <a:cs typeface="Times New Roman" panose="02020603050405020304" pitchFamily="18" charset="0"/>
            </a:endParaRPr>
          </a:p>
        </p:txBody>
      </p:sp>
      <p:sp>
        <p:nvSpPr>
          <p:cNvPr id="96262" name="Text Box 5"/>
          <p:cNvSpPr txBox="1">
            <a:spLocks noChangeArrowheads="1"/>
          </p:cNvSpPr>
          <p:nvPr/>
        </p:nvSpPr>
        <p:spPr bwMode="auto">
          <a:xfrm>
            <a:off x="2452379" y="1497013"/>
            <a:ext cx="1180130" cy="13234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D(v),p(v)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2,u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2,u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2,u</a:t>
            </a:r>
          </a:p>
        </p:txBody>
      </p:sp>
      <p:sp>
        <p:nvSpPr>
          <p:cNvPr id="96263" name="Text Box 6"/>
          <p:cNvSpPr txBox="1">
            <a:spLocks noChangeArrowheads="1"/>
          </p:cNvSpPr>
          <p:nvPr/>
        </p:nvSpPr>
        <p:spPr bwMode="auto">
          <a:xfrm>
            <a:off x="3667125" y="1501775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D(w),p(w)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5,u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4,x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3,y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3,y</a:t>
            </a:r>
          </a:p>
        </p:txBody>
      </p:sp>
      <p:sp>
        <p:nvSpPr>
          <p:cNvPr id="96264" name="Text Box 7"/>
          <p:cNvSpPr txBox="1">
            <a:spLocks noChangeArrowheads="1"/>
          </p:cNvSpPr>
          <p:nvPr/>
        </p:nvSpPr>
        <p:spPr bwMode="auto">
          <a:xfrm>
            <a:off x="4995553" y="1497013"/>
            <a:ext cx="1180131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D(x),p(x)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1,u</a:t>
            </a:r>
          </a:p>
        </p:txBody>
      </p:sp>
      <p:sp>
        <p:nvSpPr>
          <p:cNvPr id="96265" name="Text Box 8"/>
          <p:cNvSpPr txBox="1">
            <a:spLocks noChangeArrowheads="1"/>
          </p:cNvSpPr>
          <p:nvPr/>
        </p:nvSpPr>
        <p:spPr bwMode="auto">
          <a:xfrm>
            <a:off x="6305241" y="1501775"/>
            <a:ext cx="1180131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D(y),p(y)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2000" dirty="0">
                <a:cs typeface="Times New Roman" panose="02020603050405020304" pitchFamily="18" charset="0"/>
              </a:rPr>
              <a:t>∞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2,x</a:t>
            </a:r>
          </a:p>
        </p:txBody>
      </p:sp>
      <p:sp>
        <p:nvSpPr>
          <p:cNvPr id="96266" name="Text Box 9"/>
          <p:cNvSpPr txBox="1">
            <a:spLocks noChangeArrowheads="1"/>
          </p:cNvSpPr>
          <p:nvPr/>
        </p:nvSpPr>
        <p:spPr bwMode="auto">
          <a:xfrm>
            <a:off x="7596912" y="1516063"/>
            <a:ext cx="1130438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D(z),p(z)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2000" dirty="0">
                <a:cs typeface="Times New Roman" panose="02020603050405020304" pitchFamily="18" charset="0"/>
              </a:rPr>
              <a:t>∞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2000" dirty="0">
                <a:cs typeface="Times New Roman" panose="02020603050405020304" pitchFamily="18" charset="0"/>
              </a:rPr>
              <a:t>∞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4,y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4,y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4,y</a:t>
            </a:r>
          </a:p>
        </p:txBody>
      </p:sp>
      <p:sp>
        <p:nvSpPr>
          <p:cNvPr id="96267" name="Line 10"/>
          <p:cNvSpPr>
            <a:spLocks noChangeShapeType="1"/>
          </p:cNvSpPr>
          <p:nvPr/>
        </p:nvSpPr>
        <p:spPr bwMode="auto">
          <a:xfrm>
            <a:off x="361950" y="1857375"/>
            <a:ext cx="8505825" cy="95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6268" name="Line 11"/>
          <p:cNvSpPr>
            <a:spLocks noChangeShapeType="1"/>
          </p:cNvSpPr>
          <p:nvPr/>
        </p:nvSpPr>
        <p:spPr bwMode="auto">
          <a:xfrm>
            <a:off x="519113" y="2162175"/>
            <a:ext cx="8296275" cy="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285750" indent="-285750">
              <a:buFont typeface="Arial" panose="020B0604020202020204" pitchFamily="34" charset="0"/>
              <a:buChar char="•"/>
            </a:pPr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6269" name="Line 12"/>
          <p:cNvSpPr>
            <a:spLocks noChangeShapeType="1"/>
          </p:cNvSpPr>
          <p:nvPr/>
        </p:nvSpPr>
        <p:spPr bwMode="auto">
          <a:xfrm>
            <a:off x="538163" y="2457450"/>
            <a:ext cx="8267700" cy="4763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6270" name="Line 13"/>
          <p:cNvSpPr>
            <a:spLocks noChangeShapeType="1"/>
          </p:cNvSpPr>
          <p:nvPr/>
        </p:nvSpPr>
        <p:spPr bwMode="auto">
          <a:xfrm>
            <a:off x="547688" y="2767013"/>
            <a:ext cx="8253412" cy="9525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6271" name="Line 14"/>
          <p:cNvSpPr>
            <a:spLocks noChangeShapeType="1"/>
          </p:cNvSpPr>
          <p:nvPr/>
        </p:nvSpPr>
        <p:spPr bwMode="auto">
          <a:xfrm>
            <a:off x="557213" y="3071813"/>
            <a:ext cx="8267700" cy="9525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6272" name="Line 15"/>
          <p:cNvSpPr>
            <a:spLocks noChangeShapeType="1"/>
          </p:cNvSpPr>
          <p:nvPr/>
        </p:nvSpPr>
        <p:spPr bwMode="auto">
          <a:xfrm>
            <a:off x="571500" y="3386138"/>
            <a:ext cx="8262938" cy="4762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67509" name="Line 85"/>
          <p:cNvSpPr>
            <a:spLocks noChangeShapeType="1"/>
          </p:cNvSpPr>
          <p:nvPr/>
        </p:nvSpPr>
        <p:spPr bwMode="auto">
          <a:xfrm>
            <a:off x="1801118" y="5395914"/>
            <a:ext cx="447675" cy="447675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767510" name="Line 86"/>
          <p:cNvSpPr>
            <a:spLocks noChangeShapeType="1"/>
          </p:cNvSpPr>
          <p:nvPr/>
        </p:nvSpPr>
        <p:spPr bwMode="auto">
          <a:xfrm flipV="1">
            <a:off x="2707233" y="5921096"/>
            <a:ext cx="581025" cy="9525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767511" name="Line 87"/>
          <p:cNvSpPr>
            <a:spLocks noChangeShapeType="1"/>
          </p:cNvSpPr>
          <p:nvPr/>
        </p:nvSpPr>
        <p:spPr bwMode="auto">
          <a:xfrm flipV="1">
            <a:off x="1900156" y="4887456"/>
            <a:ext cx="495300" cy="257175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767512" name="Line 88"/>
          <p:cNvSpPr>
            <a:spLocks noChangeShapeType="1"/>
          </p:cNvSpPr>
          <p:nvPr/>
        </p:nvSpPr>
        <p:spPr bwMode="auto">
          <a:xfrm flipV="1">
            <a:off x="3551322" y="4903333"/>
            <a:ext cx="0" cy="847725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767513" name="Line 89"/>
          <p:cNvSpPr>
            <a:spLocks noChangeShapeType="1"/>
          </p:cNvSpPr>
          <p:nvPr/>
        </p:nvSpPr>
        <p:spPr bwMode="auto">
          <a:xfrm flipV="1">
            <a:off x="3814162" y="5463720"/>
            <a:ext cx="567437" cy="413543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767514" name="Line 90"/>
          <p:cNvSpPr>
            <a:spLocks noChangeShapeType="1"/>
          </p:cNvSpPr>
          <p:nvPr/>
        </p:nvSpPr>
        <p:spPr bwMode="auto">
          <a:xfrm>
            <a:off x="171450" y="2303463"/>
            <a:ext cx="51435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67515" name="Line 91"/>
          <p:cNvSpPr>
            <a:spLocks noChangeShapeType="1"/>
          </p:cNvSpPr>
          <p:nvPr/>
        </p:nvSpPr>
        <p:spPr bwMode="auto">
          <a:xfrm>
            <a:off x="171450" y="2579688"/>
            <a:ext cx="51435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67516" name="Line 92"/>
          <p:cNvSpPr>
            <a:spLocks noChangeShapeType="1"/>
          </p:cNvSpPr>
          <p:nvPr/>
        </p:nvSpPr>
        <p:spPr bwMode="auto">
          <a:xfrm>
            <a:off x="161925" y="2913063"/>
            <a:ext cx="51435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67517" name="Line 93"/>
          <p:cNvSpPr>
            <a:spLocks noChangeShapeType="1"/>
          </p:cNvSpPr>
          <p:nvPr/>
        </p:nvSpPr>
        <p:spPr bwMode="auto">
          <a:xfrm>
            <a:off x="171450" y="3217863"/>
            <a:ext cx="51435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67518" name="Line 94"/>
          <p:cNvSpPr>
            <a:spLocks noChangeShapeType="1"/>
          </p:cNvSpPr>
          <p:nvPr/>
        </p:nvSpPr>
        <p:spPr bwMode="auto">
          <a:xfrm>
            <a:off x="180975" y="3522663"/>
            <a:ext cx="51435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6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4.4 </a:t>
            </a:r>
            <a:r>
              <a:rPr lang="zh-CN" altLang="en-US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路由算法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链路状态路由算法</a:t>
            </a:r>
          </a:p>
        </p:txBody>
      </p:sp>
      <p:sp>
        <p:nvSpPr>
          <p:cNvPr id="2" name="椭圆 1"/>
          <p:cNvSpPr/>
          <p:nvPr/>
        </p:nvSpPr>
        <p:spPr>
          <a:xfrm>
            <a:off x="5368925" y="1866900"/>
            <a:ext cx="510448" cy="293688"/>
          </a:xfrm>
          <a:prstGeom prst="ellipse">
            <a:avLst/>
          </a:prstGeom>
          <a:noFill/>
          <a:ln w="1905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8" name="椭圆 97"/>
          <p:cNvSpPr/>
          <p:nvPr/>
        </p:nvSpPr>
        <p:spPr>
          <a:xfrm>
            <a:off x="6640082" y="2171700"/>
            <a:ext cx="510448" cy="293688"/>
          </a:xfrm>
          <a:prstGeom prst="ellipse">
            <a:avLst/>
          </a:prstGeom>
          <a:noFill/>
          <a:ln w="1905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9" name="椭圆 98"/>
          <p:cNvSpPr/>
          <p:nvPr/>
        </p:nvSpPr>
        <p:spPr>
          <a:xfrm>
            <a:off x="2785633" y="2476500"/>
            <a:ext cx="510448" cy="293688"/>
          </a:xfrm>
          <a:prstGeom prst="ellipse">
            <a:avLst/>
          </a:prstGeom>
          <a:noFill/>
          <a:ln w="1905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0" name="椭圆 99"/>
          <p:cNvSpPr/>
          <p:nvPr/>
        </p:nvSpPr>
        <p:spPr>
          <a:xfrm>
            <a:off x="4054045" y="2776538"/>
            <a:ext cx="510448" cy="293688"/>
          </a:xfrm>
          <a:prstGeom prst="ellipse">
            <a:avLst/>
          </a:prstGeom>
          <a:noFill/>
          <a:ln w="1905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1" name="椭圆 100"/>
          <p:cNvSpPr/>
          <p:nvPr/>
        </p:nvSpPr>
        <p:spPr>
          <a:xfrm>
            <a:off x="7906907" y="3097212"/>
            <a:ext cx="510448" cy="293688"/>
          </a:xfrm>
          <a:prstGeom prst="ellipse">
            <a:avLst/>
          </a:prstGeom>
          <a:noFill/>
          <a:ln w="1905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02" name="Group 58"/>
          <p:cNvGrpSpPr/>
          <p:nvPr/>
        </p:nvGrpSpPr>
        <p:grpSpPr bwMode="auto">
          <a:xfrm>
            <a:off x="5245731" y="3871455"/>
            <a:ext cx="3441699" cy="2274889"/>
            <a:chOff x="410" y="2768"/>
            <a:chExt cx="2168" cy="1433"/>
          </a:xfrm>
        </p:grpSpPr>
        <p:sp>
          <p:nvSpPr>
            <p:cNvPr id="103" name="Line 59"/>
            <p:cNvSpPr>
              <a:spLocks noChangeShapeType="1"/>
            </p:cNvSpPr>
            <p:nvPr/>
          </p:nvSpPr>
          <p:spPr bwMode="auto">
            <a:xfrm flipH="1">
              <a:off x="1018" y="2819"/>
              <a:ext cx="8" cy="13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 wrap="none"/>
            <a:lstStyle/>
            <a:p>
              <a:endParaRPr lang="en-US" sz="20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4" name="Line 60"/>
            <p:cNvSpPr>
              <a:spLocks noChangeShapeType="1"/>
            </p:cNvSpPr>
            <p:nvPr/>
          </p:nvSpPr>
          <p:spPr bwMode="auto">
            <a:xfrm flipV="1">
              <a:off x="410" y="3044"/>
              <a:ext cx="2168" cy="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 wrap="none"/>
            <a:lstStyle/>
            <a:p>
              <a:endParaRPr lang="en-US" sz="20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5" name="Text Box 61"/>
            <p:cNvSpPr txBox="1">
              <a:spLocks noChangeArrowheads="1"/>
            </p:cNvSpPr>
            <p:nvPr/>
          </p:nvSpPr>
          <p:spPr bwMode="auto">
            <a:xfrm>
              <a:off x="637" y="3060"/>
              <a:ext cx="197" cy="252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zh-CN" sz="20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v</a:t>
              </a:r>
              <a:endPara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6" name="Text Box 62"/>
            <p:cNvSpPr txBox="1">
              <a:spLocks noChangeArrowheads="1"/>
            </p:cNvSpPr>
            <p:nvPr/>
          </p:nvSpPr>
          <p:spPr bwMode="auto">
            <a:xfrm>
              <a:off x="630" y="3247"/>
              <a:ext cx="233" cy="252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sz="20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w</a:t>
              </a:r>
            </a:p>
          </p:txBody>
        </p:sp>
        <p:sp>
          <p:nvSpPr>
            <p:cNvPr id="107" name="Text Box 63"/>
            <p:cNvSpPr txBox="1">
              <a:spLocks noChangeArrowheads="1"/>
            </p:cNvSpPr>
            <p:nvPr/>
          </p:nvSpPr>
          <p:spPr bwMode="auto">
            <a:xfrm>
              <a:off x="629" y="3469"/>
              <a:ext cx="197" cy="252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sz="20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x</a:t>
              </a:r>
            </a:p>
          </p:txBody>
        </p:sp>
        <p:sp>
          <p:nvSpPr>
            <p:cNvPr id="108" name="Text Box 64"/>
            <p:cNvSpPr txBox="1">
              <a:spLocks noChangeArrowheads="1"/>
            </p:cNvSpPr>
            <p:nvPr/>
          </p:nvSpPr>
          <p:spPr bwMode="auto">
            <a:xfrm>
              <a:off x="629" y="3717"/>
              <a:ext cx="197" cy="252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sz="20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y</a:t>
              </a:r>
            </a:p>
          </p:txBody>
        </p:sp>
        <p:sp>
          <p:nvSpPr>
            <p:cNvPr id="109" name="Text Box 65"/>
            <p:cNvSpPr txBox="1">
              <a:spLocks noChangeArrowheads="1"/>
            </p:cNvSpPr>
            <p:nvPr/>
          </p:nvSpPr>
          <p:spPr bwMode="auto">
            <a:xfrm>
              <a:off x="638" y="3943"/>
              <a:ext cx="188" cy="252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sz="20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z</a:t>
              </a:r>
            </a:p>
          </p:txBody>
        </p:sp>
        <p:sp>
          <p:nvSpPr>
            <p:cNvPr id="110" name="Text Box 66"/>
            <p:cNvSpPr txBox="1">
              <a:spLocks noChangeArrowheads="1"/>
            </p:cNvSpPr>
            <p:nvPr/>
          </p:nvSpPr>
          <p:spPr bwMode="auto">
            <a:xfrm>
              <a:off x="1333" y="3044"/>
              <a:ext cx="197" cy="252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sz="20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11" name="Text Box 67"/>
            <p:cNvSpPr txBox="1">
              <a:spLocks noChangeArrowheads="1"/>
            </p:cNvSpPr>
            <p:nvPr/>
          </p:nvSpPr>
          <p:spPr bwMode="auto">
            <a:xfrm>
              <a:off x="1334" y="3246"/>
              <a:ext cx="197" cy="252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sz="20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x</a:t>
              </a:r>
            </a:p>
          </p:txBody>
        </p:sp>
        <p:sp>
          <p:nvSpPr>
            <p:cNvPr id="112" name="Text Box 68"/>
            <p:cNvSpPr txBox="1">
              <a:spLocks noChangeArrowheads="1"/>
            </p:cNvSpPr>
            <p:nvPr/>
          </p:nvSpPr>
          <p:spPr bwMode="auto">
            <a:xfrm>
              <a:off x="1334" y="3481"/>
              <a:ext cx="197" cy="252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sz="20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x</a:t>
              </a:r>
            </a:p>
          </p:txBody>
        </p:sp>
        <p:sp>
          <p:nvSpPr>
            <p:cNvPr id="113" name="Text Box 69"/>
            <p:cNvSpPr txBox="1">
              <a:spLocks noChangeArrowheads="1"/>
            </p:cNvSpPr>
            <p:nvPr/>
          </p:nvSpPr>
          <p:spPr bwMode="auto">
            <a:xfrm>
              <a:off x="1335" y="3714"/>
              <a:ext cx="197" cy="252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sz="20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x</a:t>
              </a:r>
            </a:p>
          </p:txBody>
        </p:sp>
        <p:sp>
          <p:nvSpPr>
            <p:cNvPr id="114" name="Text Box 70"/>
            <p:cNvSpPr txBox="1">
              <a:spLocks noChangeArrowheads="1"/>
            </p:cNvSpPr>
            <p:nvPr/>
          </p:nvSpPr>
          <p:spPr bwMode="auto">
            <a:xfrm>
              <a:off x="1339" y="3949"/>
              <a:ext cx="197" cy="252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sz="20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x</a:t>
              </a:r>
            </a:p>
          </p:txBody>
        </p:sp>
        <p:sp>
          <p:nvSpPr>
            <p:cNvPr id="115" name="Text Box 71"/>
            <p:cNvSpPr txBox="1">
              <a:spLocks noChangeArrowheads="1"/>
            </p:cNvSpPr>
            <p:nvPr/>
          </p:nvSpPr>
          <p:spPr bwMode="auto">
            <a:xfrm>
              <a:off x="520" y="2775"/>
              <a:ext cx="439" cy="252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zh-CN" altLang="en-US" sz="20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目的</a:t>
              </a:r>
              <a:endPara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16" name="Text Box 72"/>
            <p:cNvSpPr txBox="1">
              <a:spLocks noChangeArrowheads="1"/>
            </p:cNvSpPr>
            <p:nvPr/>
          </p:nvSpPr>
          <p:spPr bwMode="auto">
            <a:xfrm>
              <a:off x="1145" y="2768"/>
              <a:ext cx="601" cy="252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zh-CN" altLang="en-US" sz="20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下一跳</a:t>
              </a:r>
              <a:endPara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187" name="Line 59"/>
          <p:cNvSpPr>
            <a:spLocks noChangeShapeType="1"/>
          </p:cNvSpPr>
          <p:nvPr/>
        </p:nvSpPr>
        <p:spPr bwMode="auto">
          <a:xfrm>
            <a:off x="7536710" y="4000713"/>
            <a:ext cx="7090" cy="209052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</p:spPr>
        <p:txBody>
          <a:bodyPr wrap="none"/>
          <a:lstStyle/>
          <a:p>
            <a:endParaRPr lang="en-US" sz="20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88" name="Text Box 61"/>
          <p:cNvSpPr txBox="1">
            <a:spLocks noChangeArrowheads="1"/>
          </p:cNvSpPr>
          <p:nvPr/>
        </p:nvSpPr>
        <p:spPr bwMode="auto">
          <a:xfrm>
            <a:off x="7894374" y="4353044"/>
            <a:ext cx="312906" cy="400110"/>
          </a:xfrm>
          <a:prstGeom prst="rect">
            <a:avLst/>
          </a:prstGeom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</a:p>
        </p:txBody>
      </p:sp>
      <p:sp>
        <p:nvSpPr>
          <p:cNvPr id="189" name="Text Box 62"/>
          <p:cNvSpPr txBox="1">
            <a:spLocks noChangeArrowheads="1"/>
          </p:cNvSpPr>
          <p:nvPr/>
        </p:nvSpPr>
        <p:spPr bwMode="auto">
          <a:xfrm>
            <a:off x="7883262" y="4661782"/>
            <a:ext cx="312906" cy="400110"/>
          </a:xfrm>
          <a:prstGeom prst="rect">
            <a:avLst/>
          </a:prstGeom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</a:p>
        </p:txBody>
      </p:sp>
      <p:sp>
        <p:nvSpPr>
          <p:cNvPr id="190" name="Text Box 63"/>
          <p:cNvSpPr txBox="1">
            <a:spLocks noChangeArrowheads="1"/>
          </p:cNvSpPr>
          <p:nvPr/>
        </p:nvSpPr>
        <p:spPr bwMode="auto">
          <a:xfrm>
            <a:off x="7881674" y="5014207"/>
            <a:ext cx="312906" cy="400110"/>
          </a:xfrm>
          <a:prstGeom prst="rect">
            <a:avLst/>
          </a:prstGeom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</a:p>
        </p:txBody>
      </p:sp>
      <p:sp>
        <p:nvSpPr>
          <p:cNvPr id="191" name="Text Box 64"/>
          <p:cNvSpPr txBox="1">
            <a:spLocks noChangeArrowheads="1"/>
          </p:cNvSpPr>
          <p:nvPr/>
        </p:nvSpPr>
        <p:spPr bwMode="auto">
          <a:xfrm>
            <a:off x="7881674" y="5407908"/>
            <a:ext cx="312906" cy="400110"/>
          </a:xfrm>
          <a:prstGeom prst="rect">
            <a:avLst/>
          </a:prstGeom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</a:p>
        </p:txBody>
      </p:sp>
      <p:sp>
        <p:nvSpPr>
          <p:cNvPr id="192" name="Text Box 65"/>
          <p:cNvSpPr txBox="1">
            <a:spLocks noChangeArrowheads="1"/>
          </p:cNvSpPr>
          <p:nvPr/>
        </p:nvSpPr>
        <p:spPr bwMode="auto">
          <a:xfrm>
            <a:off x="7895962" y="5766683"/>
            <a:ext cx="312906" cy="400110"/>
          </a:xfrm>
          <a:prstGeom prst="rect">
            <a:avLst/>
          </a:prstGeom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4</a:t>
            </a:r>
          </a:p>
        </p:txBody>
      </p:sp>
      <p:sp>
        <p:nvSpPr>
          <p:cNvPr id="193" name="Text Box 71"/>
          <p:cNvSpPr txBox="1">
            <a:spLocks noChangeArrowheads="1"/>
          </p:cNvSpPr>
          <p:nvPr/>
        </p:nvSpPr>
        <p:spPr bwMode="auto">
          <a:xfrm>
            <a:off x="7708637" y="3876857"/>
            <a:ext cx="697627" cy="400110"/>
          </a:xfrm>
          <a:prstGeom prst="rect">
            <a:avLst/>
          </a:prstGeom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代价</a:t>
            </a:r>
            <a:endParaRPr lang="en-US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67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675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675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767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67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675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675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767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767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675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675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767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1767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7675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7675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767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1767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"/>
                            </p:stCondLst>
                            <p:childTnLst>
                              <p:par>
                                <p:cTn id="57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7675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7675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767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6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98" grpId="0" animBg="1"/>
      <p:bldP spid="99" grpId="0" animBg="1"/>
      <p:bldP spid="100" grpId="0" animBg="1"/>
      <p:bldP spid="101" grpId="0" animBg="1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2"/>
          <p:cNvSpPr>
            <a:spLocks noGrp="1" noChangeArrowheads="1"/>
          </p:cNvSpPr>
          <p:nvPr>
            <p:ph type="title"/>
          </p:nvPr>
        </p:nvSpPr>
        <p:spPr>
          <a:xfrm>
            <a:off x="419100" y="609600"/>
            <a:ext cx="8401050" cy="803275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Bellman-Ford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算法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6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4.4 </a:t>
            </a:r>
            <a:r>
              <a:rPr lang="zh-CN" altLang="en-US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路由算法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距离向量算法</a:t>
            </a:r>
          </a:p>
        </p:txBody>
      </p:sp>
      <p:sp>
        <p:nvSpPr>
          <p:cNvPr id="15" name="Rectangle 78"/>
          <p:cNvSpPr>
            <a:spLocks noChangeArrowheads="1"/>
          </p:cNvSpPr>
          <p:nvPr/>
        </p:nvSpPr>
        <p:spPr bwMode="auto">
          <a:xfrm>
            <a:off x="457200" y="1476824"/>
            <a:ext cx="8108373" cy="49366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ct val="150000"/>
              </a:lnSpc>
              <a:spcBef>
                <a:spcPts val="600"/>
              </a:spcBef>
            </a:pPr>
            <a:r>
              <a:rPr lang="zh-CN" altLang="en-US" sz="2400" dirty="0">
                <a:cs typeface="Times New Roman" panose="02020603050405020304" pitchFamily="18" charset="0"/>
              </a:rPr>
              <a:t>假设：</a:t>
            </a:r>
            <a:r>
              <a:rPr lang="en-US" altLang="zh-CN" sz="2400" dirty="0" err="1">
                <a:cs typeface="Times New Roman" panose="02020603050405020304" pitchFamily="18" charset="0"/>
              </a:rPr>
              <a:t>D</a:t>
            </a:r>
            <a:r>
              <a:rPr lang="en-US" altLang="zh-CN" sz="2400" baseline="-25000" dirty="0" err="1">
                <a:cs typeface="Times New Roman" panose="02020603050405020304" pitchFamily="18" charset="0"/>
              </a:rPr>
              <a:t>x</a:t>
            </a:r>
            <a:r>
              <a:rPr lang="en-US" altLang="zh-CN" sz="2400" dirty="0">
                <a:cs typeface="Times New Roman" panose="02020603050405020304" pitchFamily="18" charset="0"/>
              </a:rPr>
              <a:t>(y) = </a:t>
            </a:r>
            <a:r>
              <a:rPr lang="zh-CN" altLang="en-US" sz="2400" dirty="0">
                <a:cs typeface="Times New Roman" panose="02020603050405020304" pitchFamily="18" charset="0"/>
              </a:rPr>
              <a:t>从</a:t>
            </a:r>
            <a:r>
              <a:rPr lang="en-US" altLang="zh-CN" sz="2400" dirty="0">
                <a:cs typeface="Times New Roman" panose="02020603050405020304" pitchFamily="18" charset="0"/>
              </a:rPr>
              <a:t>x</a:t>
            </a:r>
            <a:r>
              <a:rPr lang="zh-CN" altLang="en-US" sz="2400" dirty="0">
                <a:cs typeface="Times New Roman" panose="02020603050405020304" pitchFamily="18" charset="0"/>
              </a:rPr>
              <a:t>到</a:t>
            </a:r>
            <a:r>
              <a:rPr lang="en-US" altLang="zh-CN" sz="2400" dirty="0">
                <a:cs typeface="Times New Roman" panose="02020603050405020304" pitchFamily="18" charset="0"/>
              </a:rPr>
              <a:t>y</a:t>
            </a:r>
            <a:r>
              <a:rPr lang="zh-CN" altLang="en-US" sz="2400" dirty="0">
                <a:cs typeface="Times New Roman" panose="02020603050405020304" pitchFamily="18" charset="0"/>
              </a:rPr>
              <a:t>最小代价路径的代价值</a:t>
            </a:r>
            <a:endParaRPr lang="en-US" altLang="zh-CN" sz="2400" dirty="0"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ts val="600"/>
              </a:spcBef>
            </a:pPr>
            <a:r>
              <a:rPr lang="zh-CN" altLang="en-US" sz="2400" dirty="0">
                <a:cs typeface="Times New Roman" panose="02020603050405020304" pitchFamily="18" charset="0"/>
              </a:rPr>
              <a:t>则：</a:t>
            </a:r>
            <a:r>
              <a:rPr lang="en-US" altLang="zh-CN" sz="2400" dirty="0">
                <a:cs typeface="Times New Roman" panose="02020603050405020304" pitchFamily="18" charset="0"/>
              </a:rPr>
              <a:t>D</a:t>
            </a:r>
            <a:r>
              <a:rPr lang="en-US" altLang="zh-CN" sz="2400" baseline="-25000" dirty="0">
                <a:cs typeface="Times New Roman" panose="02020603050405020304" pitchFamily="18" charset="0"/>
              </a:rPr>
              <a:t>x</a:t>
            </a:r>
            <a:r>
              <a:rPr lang="en-US" altLang="zh-CN" sz="2400" dirty="0">
                <a:cs typeface="Times New Roman" panose="02020603050405020304" pitchFamily="18" charset="0"/>
              </a:rPr>
              <a:t>(y) = min {c(</a:t>
            </a:r>
            <a:r>
              <a:rPr lang="en-US" altLang="zh-CN" sz="2400" dirty="0" err="1">
                <a:cs typeface="Times New Roman" panose="02020603050405020304" pitchFamily="18" charset="0"/>
              </a:rPr>
              <a:t>x,m</a:t>
            </a:r>
            <a:r>
              <a:rPr lang="en-US" altLang="zh-CN" sz="2400" dirty="0">
                <a:cs typeface="Times New Roman" panose="02020603050405020304" pitchFamily="18" charset="0"/>
              </a:rPr>
              <a:t>) + D</a:t>
            </a:r>
            <a:r>
              <a:rPr lang="en-US" altLang="zh-CN" sz="2400" baseline="-25000" dirty="0">
                <a:cs typeface="Times New Roman" panose="02020603050405020304" pitchFamily="18" charset="0"/>
              </a:rPr>
              <a:t>m</a:t>
            </a:r>
            <a:r>
              <a:rPr lang="en-US" altLang="zh-CN" sz="2400" dirty="0">
                <a:cs typeface="Times New Roman" panose="02020603050405020304" pitchFamily="18" charset="0"/>
              </a:rPr>
              <a:t>(y) }</a:t>
            </a:r>
          </a:p>
          <a:p>
            <a:pPr lvl="1">
              <a:lnSpc>
                <a:spcPct val="150000"/>
              </a:lnSpc>
              <a:spcBef>
                <a:spcPts val="600"/>
              </a:spcBef>
            </a:pPr>
            <a:r>
              <a:rPr lang="en-US" altLang="zh-CN" sz="2200" dirty="0">
                <a:cs typeface="Times New Roman" panose="02020603050405020304" pitchFamily="18" charset="0"/>
              </a:rPr>
              <a:t>m</a:t>
            </a:r>
            <a:r>
              <a:rPr lang="zh-CN" altLang="en-US" sz="2200" dirty="0">
                <a:cs typeface="Times New Roman" panose="02020603050405020304" pitchFamily="18" charset="0"/>
              </a:rPr>
              <a:t>为</a:t>
            </a:r>
            <a:r>
              <a:rPr lang="en-US" altLang="zh-CN" sz="2200" dirty="0">
                <a:cs typeface="Times New Roman" panose="02020603050405020304" pitchFamily="18" charset="0"/>
              </a:rPr>
              <a:t>x</a:t>
            </a:r>
            <a:r>
              <a:rPr lang="zh-CN" altLang="en-US" sz="2200" dirty="0">
                <a:cs typeface="Times New Roman" panose="02020603050405020304" pitchFamily="18" charset="0"/>
              </a:rPr>
              <a:t>的邻居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ts val="1800"/>
              </a:spcBef>
            </a:pPr>
            <a:r>
              <a:rPr lang="zh-CN" altLang="en-US" sz="2400" dirty="0">
                <a:cs typeface="Times New Roman" panose="02020603050405020304" pitchFamily="18" charset="0"/>
              </a:rPr>
              <a:t>示例：</a:t>
            </a:r>
            <a:endParaRPr lang="en-US" altLang="zh-CN" sz="2400" dirty="0">
              <a:cs typeface="Times New Roman" panose="02020603050405020304" pitchFamily="18" charset="0"/>
            </a:endParaRPr>
          </a:p>
          <a:p>
            <a:pPr lvl="1">
              <a:lnSpc>
                <a:spcPct val="150000"/>
              </a:lnSpc>
              <a:spcBef>
                <a:spcPts val="600"/>
              </a:spcBef>
            </a:pPr>
            <a:r>
              <a:rPr lang="zh-CN" altLang="en-US" sz="2200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已知：</a:t>
            </a:r>
            <a:r>
              <a:rPr lang="en-US" altLang="zh-CN" sz="2200" dirty="0" err="1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altLang="zh-CN" sz="2200" baseline="-25000" dirty="0" err="1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</a:t>
            </a:r>
            <a:r>
              <a:rPr lang="en-US" altLang="zh-CN" sz="2200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(z) = 5, </a:t>
            </a:r>
            <a:r>
              <a:rPr lang="en-US" altLang="zh-CN" sz="2200" dirty="0" err="1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altLang="zh-CN" sz="2200" baseline="-25000" dirty="0" err="1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</a:t>
            </a:r>
            <a:r>
              <a:rPr lang="en-US" altLang="zh-CN" sz="2200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(z) = 3, D</a:t>
            </a:r>
            <a:r>
              <a:rPr lang="en-US" altLang="zh-CN" sz="2200" baseline="-25000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x</a:t>
            </a:r>
            <a:r>
              <a:rPr lang="en-US" altLang="zh-CN" sz="2200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(z) = 3</a:t>
            </a:r>
          </a:p>
          <a:p>
            <a:pPr lvl="1">
              <a:lnSpc>
                <a:spcPct val="150000"/>
              </a:lnSpc>
              <a:spcBef>
                <a:spcPts val="600"/>
              </a:spcBef>
            </a:pPr>
            <a:r>
              <a:rPr lang="en-US" altLang="zh-CN" sz="22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D</a:t>
            </a:r>
            <a:r>
              <a:rPr lang="en-US" altLang="zh-CN" sz="2200" baseline="-25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u</a:t>
            </a:r>
            <a:r>
              <a:rPr lang="en-US" altLang="zh-CN" sz="22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(z) = min { c(</a:t>
            </a:r>
            <a:r>
              <a:rPr lang="en-US" altLang="zh-CN" sz="220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u,v</a:t>
            </a:r>
            <a:r>
              <a:rPr lang="en-US" altLang="zh-CN" sz="22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) + </a:t>
            </a:r>
            <a:r>
              <a:rPr lang="en-US" altLang="zh-CN" sz="220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D</a:t>
            </a:r>
            <a:r>
              <a:rPr lang="en-US" altLang="zh-CN" sz="2200" baseline="-2500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v</a:t>
            </a:r>
            <a:r>
              <a:rPr lang="en-US" altLang="zh-CN" sz="22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(z), c(</a:t>
            </a:r>
            <a:r>
              <a:rPr lang="en-US" altLang="zh-CN" sz="220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u,w</a:t>
            </a:r>
            <a:r>
              <a:rPr lang="en-US" altLang="zh-CN" sz="22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) + </a:t>
            </a:r>
            <a:r>
              <a:rPr lang="en-US" altLang="zh-CN" sz="220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D</a:t>
            </a:r>
            <a:r>
              <a:rPr lang="en-US" altLang="zh-CN" sz="2200" baseline="-2500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w</a:t>
            </a:r>
            <a:r>
              <a:rPr lang="en-US" altLang="zh-CN" sz="22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(z),  </a:t>
            </a:r>
            <a:r>
              <a:rPr lang="en-US" altLang="zh-CN" sz="2200" b="1" dirty="0">
                <a:solidFill>
                  <a:srgbClr val="C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c(</a:t>
            </a:r>
            <a:r>
              <a:rPr lang="en-US" altLang="zh-CN" sz="2200" b="1" dirty="0" err="1">
                <a:solidFill>
                  <a:srgbClr val="C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u,x</a:t>
            </a:r>
            <a:r>
              <a:rPr lang="en-US" altLang="zh-CN" sz="2200" b="1" dirty="0">
                <a:solidFill>
                  <a:srgbClr val="C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) + </a:t>
            </a:r>
            <a:r>
              <a:rPr lang="en-US" altLang="zh-CN" sz="2200" dirty="0">
                <a:solidFill>
                  <a:srgbClr val="C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D</a:t>
            </a:r>
            <a:r>
              <a:rPr lang="en-US" altLang="zh-CN" sz="2200" b="1" baseline="-25000" dirty="0">
                <a:solidFill>
                  <a:srgbClr val="C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  <a:r>
              <a:rPr lang="en-US" altLang="zh-CN" sz="2200" b="1" dirty="0">
                <a:solidFill>
                  <a:srgbClr val="C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(z)</a:t>
            </a:r>
            <a:r>
              <a:rPr lang="en-US" altLang="zh-CN" sz="22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}</a:t>
            </a:r>
          </a:p>
          <a:p>
            <a:pPr marL="457200" lvl="1" indent="0">
              <a:lnSpc>
                <a:spcPct val="150000"/>
              </a:lnSpc>
              <a:spcBef>
                <a:spcPts val="600"/>
              </a:spcBef>
              <a:buNone/>
            </a:pPr>
            <a:r>
              <a:rPr lang="en-US" altLang="zh-CN" sz="22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= min { 2 + 5, 5 + 3, </a:t>
            </a:r>
            <a:r>
              <a:rPr lang="en-US" altLang="zh-CN" sz="2200" b="1" dirty="0">
                <a:solidFill>
                  <a:srgbClr val="C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 + 3 </a:t>
            </a:r>
            <a:r>
              <a:rPr lang="en-US" altLang="zh-CN" sz="22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}  </a:t>
            </a:r>
          </a:p>
          <a:p>
            <a:pPr marL="457200" lvl="1" indent="0">
              <a:lnSpc>
                <a:spcPct val="150000"/>
              </a:lnSpc>
              <a:spcBef>
                <a:spcPts val="600"/>
              </a:spcBef>
              <a:buNone/>
            </a:pPr>
            <a:r>
              <a:rPr lang="en-US" altLang="zh-CN" sz="22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= </a:t>
            </a:r>
            <a:r>
              <a:rPr lang="en-US" altLang="zh-CN" sz="2200" b="1" dirty="0">
                <a:solidFill>
                  <a:srgbClr val="C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4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lvl="1">
              <a:lnSpc>
                <a:spcPct val="150000"/>
              </a:lnSpc>
              <a:spcBef>
                <a:spcPts val="600"/>
              </a:spcBef>
            </a:pPr>
            <a:endParaRPr lang="en-US" altLang="zh-CN" sz="2000" dirty="0">
              <a:cs typeface="Times New Roman" panose="02020603050405020304" pitchFamily="18" charset="0"/>
            </a:endParaRPr>
          </a:p>
        </p:txBody>
      </p:sp>
      <p:grpSp>
        <p:nvGrpSpPr>
          <p:cNvPr id="16" name="组合 78"/>
          <p:cNvGrpSpPr/>
          <p:nvPr/>
        </p:nvGrpSpPr>
        <p:grpSpPr bwMode="auto">
          <a:xfrm>
            <a:off x="5429621" y="2087827"/>
            <a:ext cx="3571875" cy="2236787"/>
            <a:chOff x="5019675" y="1700213"/>
            <a:chExt cx="3571875" cy="2236787"/>
          </a:xfrm>
        </p:grpSpPr>
        <p:sp>
          <p:nvSpPr>
            <p:cNvPr id="17" name="Freeform 9"/>
            <p:cNvSpPr/>
            <p:nvPr/>
          </p:nvSpPr>
          <p:spPr bwMode="auto">
            <a:xfrm>
              <a:off x="5019675" y="1700213"/>
              <a:ext cx="3571875" cy="2236787"/>
            </a:xfrm>
            <a:custGeom>
              <a:avLst/>
              <a:gdLst>
                <a:gd name="T0" fmla="*/ 0 w 2250"/>
                <a:gd name="T1" fmla="*/ 2147483646 h 1409"/>
                <a:gd name="T2" fmla="*/ 2147483646 w 2250"/>
                <a:gd name="T3" fmla="*/ 2147483646 h 1409"/>
                <a:gd name="T4" fmla="*/ 2147483646 w 2250"/>
                <a:gd name="T5" fmla="*/ 2147483646 h 1409"/>
                <a:gd name="T6" fmla="*/ 2147483646 w 2250"/>
                <a:gd name="T7" fmla="*/ 2147483646 h 1409"/>
                <a:gd name="T8" fmla="*/ 2147483646 w 2250"/>
                <a:gd name="T9" fmla="*/ 2147483646 h 1409"/>
                <a:gd name="T10" fmla="*/ 2147483646 w 2250"/>
                <a:gd name="T11" fmla="*/ 2147483646 h 1409"/>
                <a:gd name="T12" fmla="*/ 2147483646 w 2250"/>
                <a:gd name="T13" fmla="*/ 2147483646 h 1409"/>
                <a:gd name="T14" fmla="*/ 2147483646 w 2250"/>
                <a:gd name="T15" fmla="*/ 2147483646 h 1409"/>
                <a:gd name="T16" fmla="*/ 2147483646 w 2250"/>
                <a:gd name="T17" fmla="*/ 2147483646 h 1409"/>
                <a:gd name="T18" fmla="*/ 2147483646 w 2250"/>
                <a:gd name="T19" fmla="*/ 2147483646 h 1409"/>
                <a:gd name="T20" fmla="*/ 0 w 2250"/>
                <a:gd name="T21" fmla="*/ 2147483646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8" name="Freeform 10"/>
            <p:cNvSpPr/>
            <p:nvPr/>
          </p:nvSpPr>
          <p:spPr bwMode="auto">
            <a:xfrm>
              <a:off x="5553075" y="2571750"/>
              <a:ext cx="542925" cy="295275"/>
            </a:xfrm>
            <a:custGeom>
              <a:avLst/>
              <a:gdLst>
                <a:gd name="T0" fmla="*/ 0 w 342"/>
                <a:gd name="T1" fmla="*/ 2147483646 h 186"/>
                <a:gd name="T2" fmla="*/ 2147483646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C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9" name="Oval 11"/>
            <p:cNvSpPr>
              <a:spLocks noChangeArrowheads="1"/>
            </p:cNvSpPr>
            <p:nvPr/>
          </p:nvSpPr>
          <p:spPr bwMode="auto">
            <a:xfrm>
              <a:off x="5140325" y="2955925"/>
              <a:ext cx="496888" cy="128588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20" name="Line 12"/>
            <p:cNvSpPr>
              <a:spLocks noChangeShapeType="1"/>
            </p:cNvSpPr>
            <p:nvPr/>
          </p:nvSpPr>
          <p:spPr bwMode="auto">
            <a:xfrm>
              <a:off x="5140325" y="2944813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21" name="Line 13"/>
            <p:cNvSpPr>
              <a:spLocks noChangeShapeType="1"/>
            </p:cNvSpPr>
            <p:nvPr/>
          </p:nvSpPr>
          <p:spPr bwMode="auto">
            <a:xfrm>
              <a:off x="5637213" y="2944813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22" name="Rectangle 14"/>
            <p:cNvSpPr>
              <a:spLocks noChangeArrowheads="1"/>
            </p:cNvSpPr>
            <p:nvPr/>
          </p:nvSpPr>
          <p:spPr bwMode="auto">
            <a:xfrm>
              <a:off x="5140325" y="2944813"/>
              <a:ext cx="492125" cy="77787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23" name="Oval 15"/>
            <p:cNvSpPr>
              <a:spLocks noChangeArrowheads="1"/>
            </p:cNvSpPr>
            <p:nvPr/>
          </p:nvSpPr>
          <p:spPr bwMode="auto">
            <a:xfrm>
              <a:off x="5135563" y="2851150"/>
              <a:ext cx="496887" cy="1508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24" name="Oval 16"/>
            <p:cNvSpPr>
              <a:spLocks noChangeArrowheads="1"/>
            </p:cNvSpPr>
            <p:nvPr/>
          </p:nvSpPr>
          <p:spPr bwMode="auto">
            <a:xfrm>
              <a:off x="5892800" y="3570288"/>
              <a:ext cx="496888" cy="12858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25" name="Line 17"/>
            <p:cNvSpPr>
              <a:spLocks noChangeShapeType="1"/>
            </p:cNvSpPr>
            <p:nvPr/>
          </p:nvSpPr>
          <p:spPr bwMode="auto">
            <a:xfrm>
              <a:off x="5892800" y="3559175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26" name="Line 18"/>
            <p:cNvSpPr>
              <a:spLocks noChangeShapeType="1"/>
            </p:cNvSpPr>
            <p:nvPr/>
          </p:nvSpPr>
          <p:spPr bwMode="auto">
            <a:xfrm>
              <a:off x="6389688" y="3559175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27" name="Rectangle 19"/>
            <p:cNvSpPr>
              <a:spLocks noChangeArrowheads="1"/>
            </p:cNvSpPr>
            <p:nvPr/>
          </p:nvSpPr>
          <p:spPr bwMode="auto">
            <a:xfrm>
              <a:off x="5892800" y="3559175"/>
              <a:ext cx="492125" cy="7778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28" name="Oval 20"/>
            <p:cNvSpPr>
              <a:spLocks noChangeArrowheads="1"/>
            </p:cNvSpPr>
            <p:nvPr/>
          </p:nvSpPr>
          <p:spPr bwMode="auto">
            <a:xfrm>
              <a:off x="5888038" y="3465513"/>
              <a:ext cx="496887" cy="150812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29" name="Oval 21"/>
            <p:cNvSpPr>
              <a:spLocks noChangeArrowheads="1"/>
            </p:cNvSpPr>
            <p:nvPr/>
          </p:nvSpPr>
          <p:spPr bwMode="auto">
            <a:xfrm>
              <a:off x="5886450" y="2474913"/>
              <a:ext cx="496888" cy="12858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0" name="Line 22"/>
            <p:cNvSpPr>
              <a:spLocks noChangeShapeType="1"/>
            </p:cNvSpPr>
            <p:nvPr/>
          </p:nvSpPr>
          <p:spPr bwMode="auto">
            <a:xfrm>
              <a:off x="5886450" y="2463800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31" name="Line 23"/>
            <p:cNvSpPr>
              <a:spLocks noChangeShapeType="1"/>
            </p:cNvSpPr>
            <p:nvPr/>
          </p:nvSpPr>
          <p:spPr bwMode="auto">
            <a:xfrm>
              <a:off x="6383338" y="2463800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32" name="Rectangle 24"/>
            <p:cNvSpPr>
              <a:spLocks noChangeArrowheads="1"/>
            </p:cNvSpPr>
            <p:nvPr/>
          </p:nvSpPr>
          <p:spPr bwMode="auto">
            <a:xfrm>
              <a:off x="5886450" y="2463800"/>
              <a:ext cx="492125" cy="7778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3" name="Oval 25"/>
            <p:cNvSpPr>
              <a:spLocks noChangeArrowheads="1"/>
            </p:cNvSpPr>
            <p:nvPr/>
          </p:nvSpPr>
          <p:spPr bwMode="auto">
            <a:xfrm>
              <a:off x="5881688" y="2370138"/>
              <a:ext cx="496887" cy="150812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4" name="Oval 26"/>
            <p:cNvSpPr>
              <a:spLocks noChangeArrowheads="1"/>
            </p:cNvSpPr>
            <p:nvPr/>
          </p:nvSpPr>
          <p:spPr bwMode="auto">
            <a:xfrm>
              <a:off x="6970713" y="2468563"/>
              <a:ext cx="495300" cy="12858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5" name="Line 27"/>
            <p:cNvSpPr>
              <a:spLocks noChangeShapeType="1"/>
            </p:cNvSpPr>
            <p:nvPr/>
          </p:nvSpPr>
          <p:spPr bwMode="auto">
            <a:xfrm>
              <a:off x="6970713" y="2457450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36" name="Line 28"/>
            <p:cNvSpPr>
              <a:spLocks noChangeShapeType="1"/>
            </p:cNvSpPr>
            <p:nvPr/>
          </p:nvSpPr>
          <p:spPr bwMode="auto">
            <a:xfrm>
              <a:off x="7466013" y="2457450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37" name="Rectangle 29"/>
            <p:cNvSpPr>
              <a:spLocks noChangeArrowheads="1"/>
            </p:cNvSpPr>
            <p:nvPr/>
          </p:nvSpPr>
          <p:spPr bwMode="auto">
            <a:xfrm>
              <a:off x="6970713" y="2457450"/>
              <a:ext cx="490537" cy="7778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8" name="Oval 30"/>
            <p:cNvSpPr>
              <a:spLocks noChangeArrowheads="1"/>
            </p:cNvSpPr>
            <p:nvPr/>
          </p:nvSpPr>
          <p:spPr bwMode="auto">
            <a:xfrm>
              <a:off x="6975475" y="2368550"/>
              <a:ext cx="495300" cy="1508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39" name="Oval 31"/>
            <p:cNvSpPr>
              <a:spLocks noChangeArrowheads="1"/>
            </p:cNvSpPr>
            <p:nvPr/>
          </p:nvSpPr>
          <p:spPr bwMode="auto">
            <a:xfrm>
              <a:off x="6986588" y="3565525"/>
              <a:ext cx="496887" cy="128588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40" name="Line 32"/>
            <p:cNvSpPr>
              <a:spLocks noChangeShapeType="1"/>
            </p:cNvSpPr>
            <p:nvPr/>
          </p:nvSpPr>
          <p:spPr bwMode="auto">
            <a:xfrm>
              <a:off x="6986588" y="3554413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41" name="Line 33"/>
            <p:cNvSpPr>
              <a:spLocks noChangeShapeType="1"/>
            </p:cNvSpPr>
            <p:nvPr/>
          </p:nvSpPr>
          <p:spPr bwMode="auto">
            <a:xfrm>
              <a:off x="7483475" y="3554413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42" name="Rectangle 34"/>
            <p:cNvSpPr>
              <a:spLocks noChangeArrowheads="1"/>
            </p:cNvSpPr>
            <p:nvPr/>
          </p:nvSpPr>
          <p:spPr bwMode="auto">
            <a:xfrm>
              <a:off x="6986588" y="3554413"/>
              <a:ext cx="492125" cy="77787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43" name="Oval 35"/>
            <p:cNvSpPr>
              <a:spLocks noChangeArrowheads="1"/>
            </p:cNvSpPr>
            <p:nvPr/>
          </p:nvSpPr>
          <p:spPr bwMode="auto">
            <a:xfrm>
              <a:off x="6981825" y="3460750"/>
              <a:ext cx="496888" cy="1508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44" name="Oval 36"/>
            <p:cNvSpPr>
              <a:spLocks noChangeArrowheads="1"/>
            </p:cNvSpPr>
            <p:nvPr/>
          </p:nvSpPr>
          <p:spPr bwMode="auto">
            <a:xfrm>
              <a:off x="7883525" y="3024188"/>
              <a:ext cx="496888" cy="12858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45" name="Line 37"/>
            <p:cNvSpPr>
              <a:spLocks noChangeShapeType="1"/>
            </p:cNvSpPr>
            <p:nvPr/>
          </p:nvSpPr>
          <p:spPr bwMode="auto">
            <a:xfrm>
              <a:off x="7883525" y="3013075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46" name="Line 38"/>
            <p:cNvSpPr>
              <a:spLocks noChangeShapeType="1"/>
            </p:cNvSpPr>
            <p:nvPr/>
          </p:nvSpPr>
          <p:spPr bwMode="auto">
            <a:xfrm>
              <a:off x="8380413" y="3013075"/>
              <a:ext cx="0" cy="793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47" name="Rectangle 39"/>
            <p:cNvSpPr>
              <a:spLocks noChangeArrowheads="1"/>
            </p:cNvSpPr>
            <p:nvPr/>
          </p:nvSpPr>
          <p:spPr bwMode="auto">
            <a:xfrm>
              <a:off x="7883525" y="3013075"/>
              <a:ext cx="492125" cy="7778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48" name="Oval 40"/>
            <p:cNvSpPr>
              <a:spLocks noChangeArrowheads="1"/>
            </p:cNvSpPr>
            <p:nvPr/>
          </p:nvSpPr>
          <p:spPr bwMode="auto">
            <a:xfrm>
              <a:off x="7878763" y="2919413"/>
              <a:ext cx="496887" cy="150812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49" name="Freeform 41"/>
            <p:cNvSpPr/>
            <p:nvPr/>
          </p:nvSpPr>
          <p:spPr bwMode="auto">
            <a:xfrm>
              <a:off x="7234238" y="2614613"/>
              <a:ext cx="1587" cy="828675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2147483646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50" name="Freeform 42"/>
            <p:cNvSpPr/>
            <p:nvPr/>
          </p:nvSpPr>
          <p:spPr bwMode="auto">
            <a:xfrm>
              <a:off x="6134100" y="2624138"/>
              <a:ext cx="1588" cy="85248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2147483646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51" name="Freeform 43"/>
            <p:cNvSpPr/>
            <p:nvPr/>
          </p:nvSpPr>
          <p:spPr bwMode="auto">
            <a:xfrm>
              <a:off x="6396038" y="2600325"/>
              <a:ext cx="800100" cy="952500"/>
            </a:xfrm>
            <a:custGeom>
              <a:avLst/>
              <a:gdLst>
                <a:gd name="T0" fmla="*/ 0 w 378"/>
                <a:gd name="T1" fmla="*/ 2147483646 h 174"/>
                <a:gd name="T2" fmla="*/ 2147483646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52" name="Freeform 44"/>
            <p:cNvSpPr/>
            <p:nvPr/>
          </p:nvSpPr>
          <p:spPr bwMode="auto">
            <a:xfrm>
              <a:off x="7486650" y="3152775"/>
              <a:ext cx="581025" cy="428625"/>
            </a:xfrm>
            <a:custGeom>
              <a:avLst/>
              <a:gdLst>
                <a:gd name="T0" fmla="*/ 0 w 366"/>
                <a:gd name="T1" fmla="*/ 2147483646 h 270"/>
                <a:gd name="T2" fmla="*/ 214748364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53" name="Freeform 45"/>
            <p:cNvSpPr/>
            <p:nvPr/>
          </p:nvSpPr>
          <p:spPr bwMode="auto">
            <a:xfrm>
              <a:off x="6405563" y="3600450"/>
              <a:ext cx="581025" cy="1588"/>
            </a:xfrm>
            <a:custGeom>
              <a:avLst/>
              <a:gdLst>
                <a:gd name="T0" fmla="*/ 214748364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54" name="Freeform 46"/>
            <p:cNvSpPr/>
            <p:nvPr/>
          </p:nvSpPr>
          <p:spPr bwMode="auto">
            <a:xfrm>
              <a:off x="5467350" y="3086100"/>
              <a:ext cx="438150" cy="419100"/>
            </a:xfrm>
            <a:custGeom>
              <a:avLst/>
              <a:gdLst>
                <a:gd name="T0" fmla="*/ 2147483646 w 276"/>
                <a:gd name="T1" fmla="*/ 2147483646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C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55" name="Freeform 47"/>
            <p:cNvSpPr/>
            <p:nvPr/>
          </p:nvSpPr>
          <p:spPr bwMode="auto">
            <a:xfrm>
              <a:off x="6396038" y="2505075"/>
              <a:ext cx="581025" cy="1588"/>
            </a:xfrm>
            <a:custGeom>
              <a:avLst/>
              <a:gdLst>
                <a:gd name="T0" fmla="*/ 214748364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56" name="Freeform 48"/>
            <p:cNvSpPr/>
            <p:nvPr/>
          </p:nvSpPr>
          <p:spPr bwMode="auto">
            <a:xfrm>
              <a:off x="7467600" y="2500313"/>
              <a:ext cx="628650" cy="423862"/>
            </a:xfrm>
            <a:custGeom>
              <a:avLst/>
              <a:gdLst>
                <a:gd name="T0" fmla="*/ 2147483646 w 396"/>
                <a:gd name="T1" fmla="*/ 2147483646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57" name="Freeform 49"/>
            <p:cNvSpPr/>
            <p:nvPr/>
          </p:nvSpPr>
          <p:spPr bwMode="auto">
            <a:xfrm>
              <a:off x="5376863" y="1819275"/>
              <a:ext cx="1762125" cy="1023938"/>
            </a:xfrm>
            <a:custGeom>
              <a:avLst/>
              <a:gdLst>
                <a:gd name="T0" fmla="*/ 2147483646 w 1110"/>
                <a:gd name="T1" fmla="*/ 2147483646 h 645"/>
                <a:gd name="T2" fmla="*/ 0 w 1110"/>
                <a:gd name="T3" fmla="*/ 2147483646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C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grpSp>
          <p:nvGrpSpPr>
            <p:cNvPr id="58" name="Group 50"/>
            <p:cNvGrpSpPr/>
            <p:nvPr/>
          </p:nvGrpSpPr>
          <p:grpSpPr bwMode="auto">
            <a:xfrm>
              <a:off x="5217838" y="2740029"/>
              <a:ext cx="327570" cy="400050"/>
              <a:chOff x="2954" y="2407"/>
              <a:chExt cx="209" cy="252"/>
            </a:xfrm>
          </p:grpSpPr>
          <p:sp>
            <p:nvSpPr>
              <p:cNvPr id="84" name="Rectangle 51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85" name="Text Box 52"/>
              <p:cNvSpPr txBox="1">
                <a:spLocks noChangeArrowheads="1"/>
              </p:cNvSpPr>
              <p:nvPr/>
            </p:nvSpPr>
            <p:spPr bwMode="auto">
              <a:xfrm>
                <a:off x="2954" y="2407"/>
                <a:ext cx="20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 b="1">
                    <a:solidFill>
                      <a:srgbClr val="FF0000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rPr>
                  <a:t>u</a:t>
                </a:r>
                <a:endParaRPr kumimoji="0" lang="en-US" altLang="zh-CN" sz="2400" b="1">
                  <a:solidFill>
                    <a:srgbClr val="FF0000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</p:grpSp>
        <p:grpSp>
          <p:nvGrpSpPr>
            <p:cNvPr id="59" name="Group 53"/>
            <p:cNvGrpSpPr/>
            <p:nvPr/>
          </p:nvGrpSpPr>
          <p:grpSpPr bwMode="auto">
            <a:xfrm>
              <a:off x="7078475" y="3384554"/>
              <a:ext cx="317847" cy="400050"/>
              <a:chOff x="2956" y="2429"/>
              <a:chExt cx="203" cy="252"/>
            </a:xfrm>
          </p:grpSpPr>
          <p:sp>
            <p:nvSpPr>
              <p:cNvPr id="82" name="Rectangle 54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83" name="Text Box 55"/>
              <p:cNvSpPr txBox="1">
                <a:spLocks noChangeArrowheads="1"/>
              </p:cNvSpPr>
              <p:nvPr/>
            </p:nvSpPr>
            <p:spPr bwMode="auto">
              <a:xfrm>
                <a:off x="2956" y="2429"/>
                <a:ext cx="203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rPr>
                  <a:t>y</a:t>
                </a:r>
                <a:endParaRPr kumimoji="0" lang="en-US" altLang="zh-CN" sz="24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</p:grpSp>
        <p:grpSp>
          <p:nvGrpSpPr>
            <p:cNvPr id="60" name="Group 56"/>
            <p:cNvGrpSpPr/>
            <p:nvPr/>
          </p:nvGrpSpPr>
          <p:grpSpPr bwMode="auto">
            <a:xfrm>
              <a:off x="6000404" y="3379792"/>
              <a:ext cx="313429" cy="400050"/>
              <a:chOff x="2958" y="2429"/>
              <a:chExt cx="200" cy="252"/>
            </a:xfrm>
          </p:grpSpPr>
          <p:sp>
            <p:nvSpPr>
              <p:cNvPr id="80" name="Rectangle 57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81" name="Text Box 58"/>
              <p:cNvSpPr txBox="1">
                <a:spLocks noChangeArrowheads="1"/>
              </p:cNvSpPr>
              <p:nvPr/>
            </p:nvSpPr>
            <p:spPr bwMode="auto">
              <a:xfrm>
                <a:off x="2958" y="2429"/>
                <a:ext cx="200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 dirty="0">
                    <a:solidFill>
                      <a:srgbClr val="FFC000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rPr>
                  <a:t>x</a:t>
                </a:r>
                <a:endParaRPr kumimoji="0" lang="en-US" altLang="zh-CN" sz="2400" dirty="0">
                  <a:solidFill>
                    <a:srgbClr val="FFC000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</p:grpSp>
        <p:grpSp>
          <p:nvGrpSpPr>
            <p:cNvPr id="61" name="Group 59"/>
            <p:cNvGrpSpPr/>
            <p:nvPr/>
          </p:nvGrpSpPr>
          <p:grpSpPr bwMode="auto">
            <a:xfrm>
              <a:off x="7043951" y="2289179"/>
              <a:ext cx="370987" cy="400050"/>
              <a:chOff x="2940" y="2429"/>
              <a:chExt cx="237" cy="252"/>
            </a:xfrm>
          </p:grpSpPr>
          <p:sp>
            <p:nvSpPr>
              <p:cNvPr id="78" name="Rectangle 60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79" name="Text Box 61"/>
              <p:cNvSpPr txBox="1">
                <a:spLocks noChangeArrowheads="1"/>
              </p:cNvSpPr>
              <p:nvPr/>
            </p:nvSpPr>
            <p:spPr bwMode="auto">
              <a:xfrm>
                <a:off x="2940" y="2429"/>
                <a:ext cx="237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 dirty="0">
                    <a:solidFill>
                      <a:srgbClr val="FFC000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rPr>
                  <a:t>w</a:t>
                </a:r>
                <a:endParaRPr kumimoji="0" lang="en-US" altLang="zh-CN" sz="2400" dirty="0">
                  <a:solidFill>
                    <a:srgbClr val="FFC000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</p:grpSp>
        <p:grpSp>
          <p:nvGrpSpPr>
            <p:cNvPr id="62" name="Group 62"/>
            <p:cNvGrpSpPr/>
            <p:nvPr/>
          </p:nvGrpSpPr>
          <p:grpSpPr bwMode="auto">
            <a:xfrm>
              <a:off x="5987808" y="2289179"/>
              <a:ext cx="310038" cy="400050"/>
              <a:chOff x="2959" y="2429"/>
              <a:chExt cx="198" cy="252"/>
            </a:xfrm>
          </p:grpSpPr>
          <p:sp>
            <p:nvSpPr>
              <p:cNvPr id="76" name="Rectangle 63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77" name="Text Box 64"/>
              <p:cNvSpPr txBox="1">
                <a:spLocks noChangeArrowheads="1"/>
              </p:cNvSpPr>
              <p:nvPr/>
            </p:nvSpPr>
            <p:spPr bwMode="auto">
              <a:xfrm>
                <a:off x="2959" y="2429"/>
                <a:ext cx="198" cy="252"/>
              </a:xfrm>
              <a:prstGeom prst="rect">
                <a:avLst/>
              </a:prstGeom>
              <a:noFill/>
              <a:ln w="9525">
                <a:noFill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 dirty="0">
                    <a:solidFill>
                      <a:srgbClr val="FFC000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rPr>
                  <a:t>v</a:t>
                </a:r>
                <a:endParaRPr kumimoji="0" lang="en-US" altLang="zh-CN" sz="2400" dirty="0">
                  <a:solidFill>
                    <a:srgbClr val="FFC000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</p:grpSp>
        <p:grpSp>
          <p:nvGrpSpPr>
            <p:cNvPr id="63" name="Group 65"/>
            <p:cNvGrpSpPr/>
            <p:nvPr/>
          </p:nvGrpSpPr>
          <p:grpSpPr bwMode="auto">
            <a:xfrm>
              <a:off x="7985023" y="2841629"/>
              <a:ext cx="322483" cy="400050"/>
              <a:chOff x="2954" y="2429"/>
              <a:chExt cx="206" cy="252"/>
            </a:xfrm>
          </p:grpSpPr>
          <p:sp>
            <p:nvSpPr>
              <p:cNvPr id="74" name="Rectangle 66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75" name="Text Box 67"/>
              <p:cNvSpPr txBox="1">
                <a:spLocks noChangeArrowheads="1"/>
              </p:cNvSpPr>
              <p:nvPr/>
            </p:nvSpPr>
            <p:spPr bwMode="auto">
              <a:xfrm>
                <a:off x="2954" y="2429"/>
                <a:ext cx="20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rPr>
                  <a:t>z</a:t>
                </a:r>
                <a:endParaRPr kumimoji="0" lang="en-US" altLang="zh-CN" sz="24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</p:grpSp>
        <p:sp>
          <p:nvSpPr>
            <p:cNvPr id="64" name="Text Box 68"/>
            <p:cNvSpPr txBox="1">
              <a:spLocks noChangeArrowheads="1"/>
            </p:cNvSpPr>
            <p:nvPr/>
          </p:nvSpPr>
          <p:spPr bwMode="auto">
            <a:xfrm>
              <a:off x="5538788" y="2493963"/>
              <a:ext cx="323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 dirty="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2</a:t>
              </a:r>
              <a:endParaRPr kumimoji="0" lang="en-US" altLang="zh-CN" sz="2400" dirty="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65" name="Text Box 69"/>
            <p:cNvSpPr txBox="1">
              <a:spLocks noChangeArrowheads="1"/>
            </p:cNvSpPr>
            <p:nvPr/>
          </p:nvSpPr>
          <p:spPr bwMode="auto">
            <a:xfrm>
              <a:off x="6091238" y="2841625"/>
              <a:ext cx="3238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2</a:t>
              </a:r>
              <a:endParaRPr kumimoji="0" lang="en-US" altLang="zh-CN" sz="24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66" name="Text Box 70"/>
            <p:cNvSpPr txBox="1">
              <a:spLocks noChangeArrowheads="1"/>
            </p:cNvSpPr>
            <p:nvPr/>
          </p:nvSpPr>
          <p:spPr bwMode="auto">
            <a:xfrm>
              <a:off x="5405353" y="3179763"/>
              <a:ext cx="31290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1</a:t>
              </a:r>
              <a:endParaRPr kumimoji="0" lang="en-US" altLang="zh-CN" sz="24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67" name="Text Box 71"/>
            <p:cNvSpPr txBox="1">
              <a:spLocks noChangeArrowheads="1"/>
            </p:cNvSpPr>
            <p:nvPr/>
          </p:nvSpPr>
          <p:spPr bwMode="auto">
            <a:xfrm>
              <a:off x="6700838" y="2989263"/>
              <a:ext cx="323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 dirty="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3</a:t>
              </a:r>
              <a:endParaRPr kumimoji="0" lang="en-US" altLang="zh-CN" sz="2400" dirty="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68" name="Text Box 72"/>
            <p:cNvSpPr txBox="1">
              <a:spLocks noChangeArrowheads="1"/>
            </p:cNvSpPr>
            <p:nvPr/>
          </p:nvSpPr>
          <p:spPr bwMode="auto">
            <a:xfrm>
              <a:off x="6605503" y="3551238"/>
              <a:ext cx="31290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1</a:t>
              </a:r>
              <a:endParaRPr kumimoji="0" lang="en-US" altLang="zh-CN" sz="24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69" name="Text Box 73"/>
            <p:cNvSpPr txBox="1">
              <a:spLocks noChangeArrowheads="1"/>
            </p:cNvSpPr>
            <p:nvPr/>
          </p:nvSpPr>
          <p:spPr bwMode="auto">
            <a:xfrm>
              <a:off x="7177003" y="2870200"/>
              <a:ext cx="31290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1</a:t>
              </a:r>
              <a:endParaRPr kumimoji="0" lang="en-US" altLang="zh-CN" sz="24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70" name="Text Box 74"/>
            <p:cNvSpPr txBox="1">
              <a:spLocks noChangeArrowheads="1"/>
            </p:cNvSpPr>
            <p:nvPr/>
          </p:nvSpPr>
          <p:spPr bwMode="auto">
            <a:xfrm>
              <a:off x="7743825" y="3289300"/>
              <a:ext cx="3238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2</a:t>
              </a:r>
              <a:endParaRPr kumimoji="0" lang="en-US" altLang="zh-CN" sz="24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71" name="Text Box 75"/>
            <p:cNvSpPr txBox="1">
              <a:spLocks noChangeArrowheads="1"/>
            </p:cNvSpPr>
            <p:nvPr/>
          </p:nvSpPr>
          <p:spPr bwMode="auto">
            <a:xfrm>
              <a:off x="7700963" y="2436813"/>
              <a:ext cx="323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5</a:t>
              </a:r>
              <a:endParaRPr kumimoji="0" lang="en-US" altLang="zh-CN" sz="24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72" name="Text Box 76"/>
            <p:cNvSpPr txBox="1">
              <a:spLocks noChangeArrowheads="1"/>
            </p:cNvSpPr>
            <p:nvPr/>
          </p:nvSpPr>
          <p:spPr bwMode="auto">
            <a:xfrm>
              <a:off x="6534150" y="2198688"/>
              <a:ext cx="323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3</a:t>
              </a:r>
              <a:endParaRPr kumimoji="0" lang="en-US" altLang="zh-CN" sz="24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73" name="Text Box 77"/>
            <p:cNvSpPr txBox="1">
              <a:spLocks noChangeArrowheads="1"/>
            </p:cNvSpPr>
            <p:nvPr/>
          </p:nvSpPr>
          <p:spPr bwMode="auto">
            <a:xfrm>
              <a:off x="5976938" y="1774825"/>
              <a:ext cx="3238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18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5</a:t>
              </a:r>
              <a:endParaRPr kumimoji="0" lang="en-US" altLang="zh-CN" sz="24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2"/>
          <p:cNvSpPr>
            <a:spLocks noGrp="1" noChangeArrowheads="1"/>
          </p:cNvSpPr>
          <p:nvPr>
            <p:ph type="title"/>
          </p:nvPr>
        </p:nvSpPr>
        <p:spPr>
          <a:xfrm>
            <a:off x="419100" y="609600"/>
            <a:ext cx="8401050" cy="803275"/>
          </a:xfrm>
        </p:spPr>
        <p:txBody>
          <a:bodyPr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距离向量算法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6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4.4 </a:t>
            </a:r>
            <a:r>
              <a:rPr lang="zh-CN" altLang="en-US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路由算法</a:t>
            </a: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距离向量算法</a:t>
            </a:r>
          </a:p>
        </p:txBody>
      </p:sp>
      <p:sp>
        <p:nvSpPr>
          <p:cNvPr id="15" name="Rectangle 78"/>
          <p:cNvSpPr>
            <a:spLocks noChangeArrowheads="1"/>
          </p:cNvSpPr>
          <p:nvPr/>
        </p:nvSpPr>
        <p:spPr bwMode="auto">
          <a:xfrm>
            <a:off x="533400" y="1625599"/>
            <a:ext cx="8032173" cy="39558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ct val="150000"/>
              </a:lnSpc>
              <a:spcBef>
                <a:spcPts val="600"/>
              </a:spcBef>
            </a:pPr>
            <a:r>
              <a:rPr lang="zh-CN" altLang="en-US" sz="2400" dirty="0">
                <a:cs typeface="Times New Roman" panose="02020603050405020304" pitchFamily="18" charset="0"/>
              </a:rPr>
              <a:t>符号定义</a:t>
            </a:r>
            <a:endParaRPr lang="en-US" altLang="zh-CN" sz="2400" dirty="0">
              <a:cs typeface="Times New Roman" panose="02020603050405020304" pitchFamily="18" charset="0"/>
            </a:endParaRPr>
          </a:p>
          <a:p>
            <a:pPr lvl="1">
              <a:lnSpc>
                <a:spcPct val="150000"/>
              </a:lnSpc>
              <a:spcBef>
                <a:spcPts val="1200"/>
              </a:spcBef>
            </a:pPr>
            <a:r>
              <a:rPr lang="en-US" altLang="zh-CN" sz="2200" dirty="0" err="1">
                <a:solidFill>
                  <a:srgbClr val="FF0000"/>
                </a:solidFill>
                <a:cs typeface="Times New Roman" panose="02020603050405020304" pitchFamily="18" charset="0"/>
              </a:rPr>
              <a:t>D</a:t>
            </a:r>
            <a:r>
              <a:rPr lang="en-US" altLang="zh-CN" sz="2200" baseline="-25000" dirty="0" err="1">
                <a:solidFill>
                  <a:srgbClr val="FF0000"/>
                </a:solidFill>
                <a:cs typeface="Times New Roman" panose="02020603050405020304" pitchFamily="18" charset="0"/>
              </a:rPr>
              <a:t>x</a:t>
            </a:r>
            <a:r>
              <a:rPr lang="en-US" altLang="zh-CN" sz="2200" dirty="0">
                <a:solidFill>
                  <a:srgbClr val="FF0000"/>
                </a:solidFill>
                <a:cs typeface="Times New Roman" panose="02020603050405020304" pitchFamily="18" charset="0"/>
              </a:rPr>
              <a:t>(y)</a:t>
            </a:r>
            <a:r>
              <a:rPr lang="en-US" altLang="zh-CN" sz="2200" dirty="0">
                <a:cs typeface="Times New Roman" panose="02020603050405020304" pitchFamily="18" charset="0"/>
              </a:rPr>
              <a:t> = </a:t>
            </a:r>
            <a:r>
              <a:rPr lang="zh-CN" altLang="en-US" sz="2200" dirty="0">
                <a:cs typeface="Times New Roman" panose="02020603050405020304" pitchFamily="18" charset="0"/>
              </a:rPr>
              <a:t>从</a:t>
            </a:r>
            <a:r>
              <a:rPr lang="en-US" altLang="zh-CN" sz="2200" dirty="0">
                <a:cs typeface="Times New Roman" panose="02020603050405020304" pitchFamily="18" charset="0"/>
              </a:rPr>
              <a:t>x</a:t>
            </a:r>
            <a:r>
              <a:rPr lang="zh-CN" altLang="en-US" sz="2200" dirty="0">
                <a:cs typeface="Times New Roman" panose="02020603050405020304" pitchFamily="18" charset="0"/>
              </a:rPr>
              <a:t>到</a:t>
            </a:r>
            <a:r>
              <a:rPr lang="en-US" altLang="zh-CN" sz="2200" dirty="0">
                <a:cs typeface="Times New Roman" panose="02020603050405020304" pitchFamily="18" charset="0"/>
              </a:rPr>
              <a:t>y</a:t>
            </a:r>
            <a:r>
              <a:rPr lang="zh-CN" altLang="en-US" sz="2200" dirty="0">
                <a:cs typeface="Times New Roman" panose="02020603050405020304" pitchFamily="18" charset="0"/>
              </a:rPr>
              <a:t>最小代价路径的代价值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lvl="1">
              <a:lnSpc>
                <a:spcPct val="150000"/>
              </a:lnSpc>
              <a:spcBef>
                <a:spcPts val="1200"/>
              </a:spcBef>
            </a:pPr>
            <a:r>
              <a:rPr lang="zh-CN" altLang="en-US" sz="2200" dirty="0">
                <a:cs typeface="Times New Roman" panose="02020603050405020304" pitchFamily="18" charset="0"/>
              </a:rPr>
              <a:t>节点</a:t>
            </a:r>
            <a:r>
              <a:rPr lang="en-US" altLang="zh-CN" sz="2200" dirty="0">
                <a:cs typeface="Times New Roman" panose="02020603050405020304" pitchFamily="18" charset="0"/>
              </a:rPr>
              <a:t>x</a:t>
            </a:r>
            <a:r>
              <a:rPr lang="zh-CN" altLang="en-US" sz="2200" dirty="0">
                <a:cs typeface="Times New Roman" panose="02020603050405020304" pitchFamily="18" charset="0"/>
              </a:rPr>
              <a:t>可以获得到每个邻居的链路代价</a:t>
            </a:r>
            <a:r>
              <a:rPr lang="en-US" altLang="zh-CN" sz="2200" dirty="0">
                <a:cs typeface="Times New Roman" panose="02020603050405020304" pitchFamily="18" charset="0"/>
              </a:rPr>
              <a:t> </a:t>
            </a:r>
            <a:r>
              <a:rPr lang="en-US" altLang="zh-CN" sz="2200" dirty="0">
                <a:solidFill>
                  <a:srgbClr val="FF0000"/>
                </a:solidFill>
                <a:cs typeface="Times New Roman" panose="02020603050405020304" pitchFamily="18" charset="0"/>
              </a:rPr>
              <a:t>c(x, m)</a:t>
            </a:r>
          </a:p>
          <a:p>
            <a:pPr lvl="1">
              <a:lnSpc>
                <a:spcPct val="150000"/>
              </a:lnSpc>
              <a:spcBef>
                <a:spcPts val="1200"/>
              </a:spcBef>
            </a:pPr>
            <a:r>
              <a:rPr lang="zh-CN" altLang="en-US" sz="2200" dirty="0">
                <a:cs typeface="Times New Roman" panose="02020603050405020304" pitchFamily="18" charset="0"/>
              </a:rPr>
              <a:t>节点</a:t>
            </a:r>
            <a:r>
              <a:rPr lang="en-US" altLang="zh-CN" sz="2200" dirty="0">
                <a:cs typeface="Times New Roman" panose="02020603050405020304" pitchFamily="18" charset="0"/>
              </a:rPr>
              <a:t>x</a:t>
            </a:r>
            <a:r>
              <a:rPr lang="zh-CN" altLang="en-US" sz="2200" dirty="0">
                <a:cs typeface="Times New Roman" panose="02020603050405020304" pitchFamily="18" charset="0"/>
              </a:rPr>
              <a:t>维护自己的距离向量 </a:t>
            </a:r>
            <a:r>
              <a:rPr lang="en-US" altLang="zh-CN" sz="2200" b="1" dirty="0">
                <a:solidFill>
                  <a:srgbClr val="FF0000"/>
                </a:solidFill>
                <a:cs typeface="Times New Roman" panose="02020603050405020304" pitchFamily="18" charset="0"/>
              </a:rPr>
              <a:t>D</a:t>
            </a:r>
            <a:r>
              <a:rPr lang="en-US" altLang="zh-CN" sz="2200" baseline="-25000" dirty="0">
                <a:solidFill>
                  <a:srgbClr val="FF0000"/>
                </a:solidFill>
                <a:cs typeface="Times New Roman" panose="02020603050405020304" pitchFamily="18" charset="0"/>
              </a:rPr>
              <a:t>x</a:t>
            </a:r>
            <a:r>
              <a:rPr lang="en-US" altLang="zh-CN" sz="2200" dirty="0">
                <a:solidFill>
                  <a:srgbClr val="FF0000"/>
                </a:solidFill>
                <a:cs typeface="Times New Roman" panose="02020603050405020304" pitchFamily="18" charset="0"/>
              </a:rPr>
              <a:t> = [D</a:t>
            </a:r>
            <a:r>
              <a:rPr lang="en-US" altLang="zh-CN" sz="2200" baseline="-25000" dirty="0">
                <a:solidFill>
                  <a:srgbClr val="FF0000"/>
                </a:solidFill>
                <a:cs typeface="Times New Roman" panose="02020603050405020304" pitchFamily="18" charset="0"/>
              </a:rPr>
              <a:t>x</a:t>
            </a:r>
            <a:r>
              <a:rPr lang="en-US" altLang="zh-CN" sz="2200" dirty="0">
                <a:solidFill>
                  <a:srgbClr val="FF0000"/>
                </a:solidFill>
                <a:cs typeface="Times New Roman" panose="02020603050405020304" pitchFamily="18" charset="0"/>
              </a:rPr>
              <a:t>(y): y </a:t>
            </a:r>
            <a:r>
              <a:rPr lang="ru-RU" altLang="zh-CN" sz="2200" dirty="0">
                <a:solidFill>
                  <a:srgbClr val="FF0000"/>
                </a:solidFill>
                <a:cs typeface="Times New Roman" panose="02020603050405020304" pitchFamily="18" charset="0"/>
              </a:rPr>
              <a:t>є</a:t>
            </a:r>
            <a:r>
              <a:rPr lang="en-US" altLang="zh-CN" sz="2200" dirty="0">
                <a:solidFill>
                  <a:srgbClr val="FF0000"/>
                </a:solidFill>
                <a:cs typeface="Times New Roman" panose="02020603050405020304" pitchFamily="18" charset="0"/>
              </a:rPr>
              <a:t> N ]</a:t>
            </a:r>
          </a:p>
          <a:p>
            <a:pPr lvl="1">
              <a:lnSpc>
                <a:spcPct val="150000"/>
              </a:lnSpc>
              <a:spcBef>
                <a:spcPts val="1200"/>
              </a:spcBef>
            </a:pPr>
            <a:r>
              <a:rPr lang="zh-CN" altLang="en-US" sz="2200" dirty="0">
                <a:cs typeface="Times New Roman" panose="02020603050405020304" pitchFamily="18" charset="0"/>
              </a:rPr>
              <a:t>节点</a:t>
            </a:r>
            <a:r>
              <a:rPr lang="en-US" altLang="zh-CN" sz="2200" dirty="0">
                <a:cs typeface="Times New Roman" panose="02020603050405020304" pitchFamily="18" charset="0"/>
              </a:rPr>
              <a:t>x</a:t>
            </a:r>
            <a:r>
              <a:rPr lang="zh-CN" altLang="en-US" sz="2200" dirty="0">
                <a:cs typeface="Times New Roman" panose="02020603050405020304" pitchFamily="18" charset="0"/>
              </a:rPr>
              <a:t>维护其邻居的距离向量，对于每个邻居</a:t>
            </a:r>
            <a:r>
              <a:rPr lang="en-US" altLang="zh-CN" sz="2200" dirty="0">
                <a:cs typeface="Times New Roman" panose="02020603050405020304" pitchFamily="18" charset="0"/>
              </a:rPr>
              <a:t>m</a:t>
            </a:r>
            <a:r>
              <a:rPr lang="zh-CN" altLang="en-US" sz="2200" dirty="0">
                <a:cs typeface="Times New Roman" panose="02020603050405020304" pitchFamily="18" charset="0"/>
              </a:rPr>
              <a:t>，节点</a:t>
            </a:r>
            <a:r>
              <a:rPr lang="en-US" altLang="zh-CN" sz="2200" dirty="0">
                <a:cs typeface="Times New Roman" panose="02020603050405020304" pitchFamily="18" charset="0"/>
              </a:rPr>
              <a:t>x</a:t>
            </a:r>
            <a:r>
              <a:rPr lang="zh-CN" altLang="en-US" sz="2200" dirty="0">
                <a:cs typeface="Times New Roman" panose="02020603050405020304" pitchFamily="18" charset="0"/>
              </a:rPr>
              <a:t>要维护</a:t>
            </a:r>
            <a:r>
              <a:rPr lang="en-US" altLang="zh-CN" sz="2200" b="1" dirty="0">
                <a:solidFill>
                  <a:srgbClr val="FF0000"/>
                </a:solidFill>
                <a:cs typeface="Times New Roman" panose="02020603050405020304" pitchFamily="18" charset="0"/>
              </a:rPr>
              <a:t>D</a:t>
            </a:r>
            <a:r>
              <a:rPr lang="en-US" altLang="zh-CN" sz="2200" baseline="-25000" dirty="0">
                <a:solidFill>
                  <a:srgbClr val="FF0000"/>
                </a:solidFill>
                <a:cs typeface="Times New Roman" panose="02020603050405020304" pitchFamily="18" charset="0"/>
              </a:rPr>
              <a:t>m</a:t>
            </a:r>
            <a:r>
              <a:rPr lang="en-US" altLang="zh-CN" sz="2200" dirty="0">
                <a:solidFill>
                  <a:srgbClr val="FF0000"/>
                </a:solidFill>
                <a:cs typeface="Times New Roman" panose="02020603050405020304" pitchFamily="18" charset="0"/>
              </a:rPr>
              <a:t> = [D</a:t>
            </a:r>
            <a:r>
              <a:rPr lang="en-US" altLang="zh-CN" sz="2200" baseline="-25000" dirty="0">
                <a:solidFill>
                  <a:srgbClr val="FF0000"/>
                </a:solidFill>
                <a:cs typeface="Times New Roman" panose="02020603050405020304" pitchFamily="18" charset="0"/>
              </a:rPr>
              <a:t>m</a:t>
            </a:r>
            <a:r>
              <a:rPr lang="en-US" altLang="zh-CN" sz="2200" dirty="0">
                <a:solidFill>
                  <a:srgbClr val="FF0000"/>
                </a:solidFill>
                <a:cs typeface="Times New Roman" panose="02020603050405020304" pitchFamily="18" charset="0"/>
              </a:rPr>
              <a:t>(y): y </a:t>
            </a:r>
            <a:r>
              <a:rPr lang="ru-RU" altLang="zh-CN" sz="2200" dirty="0">
                <a:solidFill>
                  <a:srgbClr val="FF0000"/>
                </a:solidFill>
                <a:cs typeface="Times New Roman" panose="02020603050405020304" pitchFamily="18" charset="0"/>
              </a:rPr>
              <a:t>є</a:t>
            </a:r>
            <a:r>
              <a:rPr lang="en-US" altLang="zh-CN" sz="2200" dirty="0">
                <a:solidFill>
                  <a:srgbClr val="FF0000"/>
                </a:solidFill>
                <a:cs typeface="Times New Roman" panose="02020603050405020304" pitchFamily="18" charset="0"/>
              </a:rPr>
              <a:t> N ]</a:t>
            </a:r>
            <a:endParaRPr lang="en-US" altLang="zh-CN" sz="2200" dirty="0"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2"/>
          <p:cNvSpPr>
            <a:spLocks noGrp="1" noChangeArrowheads="1"/>
          </p:cNvSpPr>
          <p:nvPr>
            <p:ph type="title"/>
          </p:nvPr>
        </p:nvSpPr>
        <p:spPr>
          <a:xfrm>
            <a:off x="419100" y="609600"/>
            <a:ext cx="8401050" cy="803275"/>
          </a:xfrm>
        </p:spPr>
        <p:txBody>
          <a:bodyPr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距离向量算法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6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4.4 </a:t>
            </a:r>
            <a:r>
              <a:rPr lang="zh-CN" altLang="en-US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路由算法</a:t>
            </a: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距离向量算法</a:t>
            </a:r>
          </a:p>
        </p:txBody>
      </p:sp>
      <p:sp>
        <p:nvSpPr>
          <p:cNvPr id="15" name="Rectangle 78"/>
          <p:cNvSpPr>
            <a:spLocks noChangeArrowheads="1"/>
          </p:cNvSpPr>
          <p:nvPr/>
        </p:nvSpPr>
        <p:spPr bwMode="auto">
          <a:xfrm>
            <a:off x="520700" y="1578424"/>
            <a:ext cx="8001000" cy="40476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ct val="150000"/>
              </a:lnSpc>
              <a:spcBef>
                <a:spcPts val="600"/>
              </a:spcBef>
            </a:pPr>
            <a:r>
              <a:rPr lang="zh-CN" altLang="en-US" sz="2400" dirty="0">
                <a:cs typeface="Times New Roman" panose="02020603050405020304" pitchFamily="18" charset="0"/>
              </a:rPr>
              <a:t>基本思想</a:t>
            </a:r>
            <a:endParaRPr lang="en-US" altLang="zh-CN" sz="2400" dirty="0">
              <a:cs typeface="Times New Roman" panose="02020603050405020304" pitchFamily="18" charset="0"/>
            </a:endParaRPr>
          </a:p>
          <a:p>
            <a:pPr lvl="1">
              <a:lnSpc>
                <a:spcPct val="150000"/>
              </a:lnSpc>
              <a:spcBef>
                <a:spcPts val="600"/>
              </a:spcBef>
            </a:pPr>
            <a:r>
              <a:rPr lang="zh-CN" altLang="en-US" sz="2200" dirty="0">
                <a:cs typeface="Times New Roman" panose="02020603050405020304" pitchFamily="18" charset="0"/>
              </a:rPr>
              <a:t>当节点的距离向量值发生变化时，向邻居节点发送自己的距离向量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lvl="1">
              <a:lnSpc>
                <a:spcPct val="150000"/>
              </a:lnSpc>
              <a:spcBef>
                <a:spcPts val="600"/>
              </a:spcBef>
            </a:pPr>
            <a:r>
              <a:rPr lang="zh-CN" altLang="en-US" sz="2200" dirty="0">
                <a:cs typeface="Times New Roman" panose="02020603050405020304" pitchFamily="18" charset="0"/>
              </a:rPr>
              <a:t>如果节点</a:t>
            </a:r>
            <a:r>
              <a:rPr lang="en-US" altLang="zh-CN" sz="2200" dirty="0">
                <a:cs typeface="Times New Roman" panose="02020603050405020304" pitchFamily="18" charset="0"/>
              </a:rPr>
              <a:t>x</a:t>
            </a:r>
            <a:r>
              <a:rPr lang="zh-CN" altLang="en-US" sz="2200" dirty="0">
                <a:cs typeface="Times New Roman" panose="02020603050405020304" pitchFamily="18" charset="0"/>
              </a:rPr>
              <a:t>接收到邻居节点发送的距离向量，使用</a:t>
            </a:r>
            <a:r>
              <a:rPr lang="en-US" altLang="zh-CN" sz="2200" dirty="0">
                <a:cs typeface="Times New Roman" panose="02020603050405020304" pitchFamily="18" charset="0"/>
              </a:rPr>
              <a:t>Bellman- Ford</a:t>
            </a:r>
            <a:r>
              <a:rPr lang="zh-CN" altLang="en-US" sz="2200" dirty="0">
                <a:cs typeface="Times New Roman" panose="02020603050405020304" pitchFamily="18" charset="0"/>
              </a:rPr>
              <a:t>公式重新计算到所有其他节点的路径代价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marL="457200" lvl="1" indent="0">
              <a:lnSpc>
                <a:spcPct val="150000"/>
              </a:lnSpc>
              <a:spcBef>
                <a:spcPts val="600"/>
              </a:spcBef>
              <a:buNone/>
            </a:pPr>
            <a:r>
              <a:rPr lang="en-US" altLang="zh-CN" sz="2200" i="1" dirty="0">
                <a:solidFill>
                  <a:srgbClr val="FF0000"/>
                </a:solidFill>
                <a:cs typeface="Times New Roman" panose="02020603050405020304" pitchFamily="18" charset="0"/>
              </a:rPr>
              <a:t>    D</a:t>
            </a:r>
            <a:r>
              <a:rPr lang="en-US" altLang="zh-CN" sz="2200" i="1" baseline="-30000" dirty="0">
                <a:solidFill>
                  <a:srgbClr val="FF0000"/>
                </a:solidFill>
                <a:cs typeface="Times New Roman" panose="02020603050405020304" pitchFamily="18" charset="0"/>
              </a:rPr>
              <a:t>x</a:t>
            </a:r>
            <a:r>
              <a:rPr lang="en-US" altLang="zh-CN" sz="2200" i="1" dirty="0">
                <a:solidFill>
                  <a:srgbClr val="FF0000"/>
                </a:solidFill>
                <a:cs typeface="Times New Roman" panose="02020603050405020304" pitchFamily="18" charset="0"/>
              </a:rPr>
              <a:t>(y) ← </a:t>
            </a:r>
            <a:r>
              <a:rPr lang="en-US" altLang="zh-CN" sz="2200" i="1" dirty="0" err="1">
                <a:solidFill>
                  <a:srgbClr val="FF0000"/>
                </a:solidFill>
                <a:cs typeface="Times New Roman" panose="02020603050405020304" pitchFamily="18" charset="0"/>
              </a:rPr>
              <a:t>min</a:t>
            </a:r>
            <a:r>
              <a:rPr lang="en-US" altLang="zh-CN" sz="1600" baseline="-25000" dirty="0" err="1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m</a:t>
            </a:r>
            <a:r>
              <a:rPr lang="en-US" altLang="zh-CN" sz="2200" i="1" baseline="-30000" dirty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zh-CN" sz="2200" i="1" dirty="0">
                <a:solidFill>
                  <a:srgbClr val="FF0000"/>
                </a:solidFill>
                <a:cs typeface="Times New Roman" panose="02020603050405020304" pitchFamily="18" charset="0"/>
              </a:rPr>
              <a:t>{c(x, m) + D</a:t>
            </a:r>
            <a:r>
              <a:rPr lang="en-US" altLang="zh-CN" sz="2200" i="1" baseline="-30000" dirty="0">
                <a:solidFill>
                  <a:srgbClr val="FF0000"/>
                </a:solidFill>
                <a:cs typeface="Times New Roman" panose="02020603050405020304" pitchFamily="18" charset="0"/>
              </a:rPr>
              <a:t>m</a:t>
            </a:r>
            <a:r>
              <a:rPr lang="en-US" altLang="zh-CN" sz="2200" i="1" dirty="0">
                <a:solidFill>
                  <a:srgbClr val="FF0000"/>
                </a:solidFill>
                <a:cs typeface="Times New Roman" panose="02020603050405020304" pitchFamily="18" charset="0"/>
              </a:rPr>
              <a:t>(y)}    </a:t>
            </a:r>
            <a:r>
              <a:rPr lang="zh-CN" altLang="en-US" sz="2200" dirty="0">
                <a:solidFill>
                  <a:srgbClr val="FF0000"/>
                </a:solidFill>
                <a:cs typeface="Times New Roman" panose="02020603050405020304" pitchFamily="18" charset="0"/>
              </a:rPr>
              <a:t>每个节点</a:t>
            </a:r>
            <a:r>
              <a:rPr lang="en-US" altLang="zh-CN" sz="2200" dirty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zh-CN" sz="2200" i="1" dirty="0">
                <a:solidFill>
                  <a:srgbClr val="FF0000"/>
                </a:solidFill>
                <a:cs typeface="Times New Roman" panose="02020603050405020304" pitchFamily="18" charset="0"/>
              </a:rPr>
              <a:t>y ∊ N</a:t>
            </a:r>
          </a:p>
          <a:p>
            <a:pPr lvl="1">
              <a:lnSpc>
                <a:spcPct val="150000"/>
              </a:lnSpc>
              <a:spcBef>
                <a:spcPts val="600"/>
              </a:spcBef>
            </a:pPr>
            <a:r>
              <a:rPr lang="zh-CN" altLang="en-US" sz="2200" dirty="0">
                <a:cs typeface="Times New Roman" panose="02020603050405020304" pitchFamily="18" charset="0"/>
              </a:rPr>
              <a:t>经过反复迭代，</a:t>
            </a:r>
            <a:r>
              <a:rPr lang="en-US" altLang="zh-CN" sz="2200" i="1" dirty="0">
                <a:cs typeface="Times New Roman" panose="02020603050405020304" pitchFamily="18" charset="0"/>
              </a:rPr>
              <a:t>D</a:t>
            </a:r>
            <a:r>
              <a:rPr lang="en-US" altLang="zh-CN" sz="2200" i="1" baseline="-30000" dirty="0">
                <a:cs typeface="Times New Roman" panose="02020603050405020304" pitchFamily="18" charset="0"/>
              </a:rPr>
              <a:t>x</a:t>
            </a:r>
            <a:r>
              <a:rPr lang="en-US" altLang="zh-CN" sz="2200" i="1" dirty="0">
                <a:cs typeface="Times New Roman" panose="02020603050405020304" pitchFamily="18" charset="0"/>
              </a:rPr>
              <a:t>(y)</a:t>
            </a:r>
            <a:r>
              <a:rPr lang="zh-CN" altLang="en-US" sz="2200" dirty="0">
                <a:cs typeface="Times New Roman" panose="02020603050405020304" pitchFamily="18" charset="0"/>
              </a:rPr>
              <a:t>逐渐收敛到实际的最小路径代价值</a:t>
            </a:r>
            <a:endParaRPr lang="en-US" altLang="zh-CN" sz="2200" dirty="0"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9" name="Rectangle 2"/>
          <p:cNvSpPr>
            <a:spLocks noGrp="1" noChangeArrowheads="1"/>
          </p:cNvSpPr>
          <p:nvPr>
            <p:ph type="title"/>
          </p:nvPr>
        </p:nvSpPr>
        <p:spPr>
          <a:xfrm>
            <a:off x="433388" y="609601"/>
            <a:ext cx="8386762" cy="599488"/>
          </a:xfrm>
        </p:spPr>
        <p:txBody>
          <a:bodyPr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距离向量算法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18789" name="Text Box 3"/>
          <p:cNvSpPr txBox="1">
            <a:spLocks noChangeArrowheads="1"/>
          </p:cNvSpPr>
          <p:nvPr/>
        </p:nvSpPr>
        <p:spPr bwMode="auto">
          <a:xfrm>
            <a:off x="497197" y="1646201"/>
            <a:ext cx="8102600" cy="4495461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>
              <a:lnSpc>
                <a:spcPts val="2300"/>
              </a:lnSpc>
              <a:defRPr/>
            </a:pPr>
            <a:r>
              <a:rPr kumimoji="0" lang="en-US" altLang="zh-CN" dirty="0">
                <a:latin typeface="Arial" panose="020B0604020202020204" pitchFamily="34" charset="0"/>
                <a:ea typeface="宋体" panose="02010600030101010101" pitchFamily="2" charset="-122"/>
              </a:rPr>
              <a:t>01   Initialization: </a:t>
            </a:r>
          </a:p>
          <a:p>
            <a:pPr>
              <a:lnSpc>
                <a:spcPts val="2300"/>
              </a:lnSpc>
              <a:defRPr/>
            </a:pPr>
            <a:r>
              <a:rPr kumimoji="0" lang="en-US" altLang="zh-CN" dirty="0">
                <a:latin typeface="Arial" panose="020B0604020202020204" pitchFamily="34" charset="0"/>
                <a:ea typeface="宋体" panose="02010600030101010101" pitchFamily="2" charset="-122"/>
              </a:rPr>
              <a:t>02       for all destinations </a:t>
            </a:r>
            <a:r>
              <a:rPr kumimoji="0" lang="en-US" altLang="zh-CN" b="1" i="1" dirty="0">
                <a:solidFill>
                  <a:schemeClr val="accent2">
                    <a:lumMod val="75000"/>
                  </a:schemeClr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y</a:t>
            </a:r>
            <a:r>
              <a:rPr kumimoji="0" lang="en-US" altLang="zh-CN" dirty="0">
                <a:solidFill>
                  <a:schemeClr val="accent2">
                    <a:lumMod val="75000"/>
                  </a:schemeClr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 </a:t>
            </a:r>
            <a:r>
              <a:rPr kumimoji="0" lang="en-US" altLang="zh-CN" dirty="0">
                <a:latin typeface="Arial" panose="020B0604020202020204" pitchFamily="34" charset="0"/>
                <a:ea typeface="宋体" panose="02010600030101010101" pitchFamily="2" charset="-122"/>
              </a:rPr>
              <a:t>in </a:t>
            </a:r>
            <a:r>
              <a:rPr kumimoji="0" lang="en-US" altLang="zh-CN" b="1" dirty="0">
                <a:latin typeface="Arial" panose="020B0604020202020204" pitchFamily="34" charset="0"/>
                <a:ea typeface="宋体" panose="02010600030101010101" pitchFamily="2" charset="-122"/>
              </a:rPr>
              <a:t>N</a:t>
            </a:r>
            <a:r>
              <a:rPr kumimoji="0" lang="en-US" altLang="zh-CN" dirty="0">
                <a:latin typeface="Arial" panose="020B0604020202020204" pitchFamily="34" charset="0"/>
                <a:ea typeface="宋体" panose="02010600030101010101" pitchFamily="2" charset="-122"/>
              </a:rPr>
              <a:t>: </a:t>
            </a:r>
          </a:p>
          <a:p>
            <a:pPr>
              <a:lnSpc>
                <a:spcPts val="2300"/>
              </a:lnSpc>
              <a:defRPr/>
            </a:pPr>
            <a:r>
              <a:rPr kumimoji="0" lang="en-US" altLang="zh-CN" dirty="0">
                <a:latin typeface="Arial" panose="020B0604020202020204" pitchFamily="34" charset="0"/>
                <a:ea typeface="宋体" panose="02010600030101010101" pitchFamily="2" charset="-122"/>
              </a:rPr>
              <a:t>03           D</a:t>
            </a:r>
            <a:r>
              <a:rPr kumimoji="0" lang="en-US" altLang="zh-CN" baseline="-25000" dirty="0">
                <a:latin typeface="Arial" panose="020B0604020202020204" pitchFamily="34" charset="0"/>
                <a:ea typeface="宋体" panose="02010600030101010101" pitchFamily="2" charset="-122"/>
              </a:rPr>
              <a:t>x</a:t>
            </a:r>
            <a:r>
              <a:rPr kumimoji="0" lang="en-US" altLang="zh-CN" dirty="0">
                <a:latin typeface="Arial" panose="020B0604020202020204" pitchFamily="34" charset="0"/>
                <a:ea typeface="宋体" panose="02010600030101010101" pitchFamily="2" charset="-122"/>
              </a:rPr>
              <a:t>(y) = c(</a:t>
            </a:r>
            <a:r>
              <a:rPr kumimoji="0" lang="en-US" altLang="zh-CN" dirty="0" err="1">
                <a:latin typeface="Arial" panose="020B0604020202020204" pitchFamily="34" charset="0"/>
                <a:ea typeface="宋体" panose="02010600030101010101" pitchFamily="2" charset="-122"/>
              </a:rPr>
              <a:t>x,y</a:t>
            </a:r>
            <a:r>
              <a:rPr kumimoji="0" lang="en-US" altLang="zh-CN" dirty="0">
                <a:latin typeface="Arial" panose="020B0604020202020204" pitchFamily="34" charset="0"/>
                <a:ea typeface="宋体" panose="02010600030101010101" pitchFamily="2" charset="-122"/>
              </a:rPr>
              <a:t>)                 /* if y is not a neighbor then c(</a:t>
            </a:r>
            <a:r>
              <a:rPr kumimoji="0" lang="en-US" altLang="zh-CN" dirty="0" err="1">
                <a:latin typeface="Arial" panose="020B0604020202020204" pitchFamily="34" charset="0"/>
                <a:ea typeface="宋体" panose="02010600030101010101" pitchFamily="2" charset="-122"/>
              </a:rPr>
              <a:t>x,y</a:t>
            </a:r>
            <a:r>
              <a:rPr kumimoji="0" lang="en-US" altLang="zh-CN" dirty="0">
                <a:latin typeface="Arial" panose="020B0604020202020204" pitchFamily="34" charset="0"/>
                <a:ea typeface="宋体" panose="02010600030101010101" pitchFamily="2" charset="-122"/>
              </a:rPr>
              <a:t>) = ∞ */ </a:t>
            </a:r>
          </a:p>
          <a:p>
            <a:pPr>
              <a:lnSpc>
                <a:spcPts val="2300"/>
              </a:lnSpc>
              <a:defRPr/>
            </a:pPr>
            <a:r>
              <a:rPr kumimoji="0" lang="en-US" altLang="zh-CN" dirty="0">
                <a:latin typeface="Arial" panose="020B0604020202020204" pitchFamily="34" charset="0"/>
                <a:ea typeface="宋体" panose="02010600030101010101" pitchFamily="2" charset="-122"/>
              </a:rPr>
              <a:t>04       for each neighbor </a:t>
            </a:r>
            <a:r>
              <a:rPr kumimoji="0" lang="en-US" altLang="zh-CN" b="1" i="1" dirty="0">
                <a:latin typeface="Arial" panose="020B0604020202020204" pitchFamily="34" charset="0"/>
                <a:ea typeface="宋体" panose="02010600030101010101" pitchFamily="2" charset="-122"/>
              </a:rPr>
              <a:t>m</a:t>
            </a:r>
          </a:p>
          <a:p>
            <a:pPr>
              <a:lnSpc>
                <a:spcPts val="2300"/>
              </a:lnSpc>
              <a:defRPr/>
            </a:pPr>
            <a:r>
              <a:rPr kumimoji="0" lang="en-US" altLang="zh-CN" dirty="0">
                <a:latin typeface="Arial" panose="020B0604020202020204" pitchFamily="34" charset="0"/>
                <a:ea typeface="宋体" panose="02010600030101010101" pitchFamily="2" charset="-122"/>
              </a:rPr>
              <a:t>05           D</a:t>
            </a:r>
            <a:r>
              <a:rPr kumimoji="0" lang="en-US" altLang="zh-CN" baseline="-25000" dirty="0">
                <a:latin typeface="Arial" panose="020B0604020202020204" pitchFamily="34" charset="0"/>
                <a:ea typeface="宋体" panose="02010600030101010101" pitchFamily="2" charset="-122"/>
              </a:rPr>
              <a:t>m</a:t>
            </a:r>
            <a:r>
              <a:rPr kumimoji="0" lang="en-US" altLang="zh-CN" dirty="0">
                <a:latin typeface="Arial" panose="020B0604020202020204" pitchFamily="34" charset="0"/>
                <a:ea typeface="宋体" panose="02010600030101010101" pitchFamily="2" charset="-122"/>
              </a:rPr>
              <a:t>(y) = ∞  for all destinations </a:t>
            </a:r>
            <a:r>
              <a:rPr kumimoji="0" lang="en-US" altLang="zh-CN" b="1" i="1" dirty="0">
                <a:latin typeface="Arial" panose="020B0604020202020204" pitchFamily="34" charset="0"/>
                <a:ea typeface="宋体" panose="02010600030101010101" pitchFamily="2" charset="-122"/>
              </a:rPr>
              <a:t>y</a:t>
            </a:r>
            <a:r>
              <a:rPr kumimoji="0" lang="en-US" altLang="zh-CN" dirty="0">
                <a:latin typeface="Arial" panose="020B0604020202020204" pitchFamily="34" charset="0"/>
                <a:ea typeface="宋体" panose="02010600030101010101" pitchFamily="2" charset="-122"/>
              </a:rPr>
              <a:t> in </a:t>
            </a:r>
            <a:r>
              <a:rPr kumimoji="0" lang="en-US" altLang="zh-CN" b="1" dirty="0">
                <a:latin typeface="Arial" panose="020B0604020202020204" pitchFamily="34" charset="0"/>
                <a:ea typeface="宋体" panose="02010600030101010101" pitchFamily="2" charset="-122"/>
              </a:rPr>
              <a:t>N</a:t>
            </a:r>
          </a:p>
          <a:p>
            <a:pPr>
              <a:lnSpc>
                <a:spcPts val="2300"/>
              </a:lnSpc>
              <a:defRPr/>
            </a:pPr>
            <a:r>
              <a:rPr kumimoji="0" lang="en-US" altLang="zh-CN" dirty="0">
                <a:latin typeface="Arial" panose="020B0604020202020204" pitchFamily="34" charset="0"/>
                <a:ea typeface="宋体" panose="02010600030101010101" pitchFamily="2" charset="-122"/>
              </a:rPr>
              <a:t>06       for each neighbor </a:t>
            </a:r>
            <a:r>
              <a:rPr kumimoji="0" lang="en-US" altLang="zh-CN" b="1" i="1" dirty="0">
                <a:latin typeface="Arial" panose="020B0604020202020204" pitchFamily="34" charset="0"/>
                <a:ea typeface="宋体" panose="02010600030101010101" pitchFamily="2" charset="-122"/>
              </a:rPr>
              <a:t>m</a:t>
            </a:r>
          </a:p>
          <a:p>
            <a:pPr>
              <a:lnSpc>
                <a:spcPts val="2300"/>
              </a:lnSpc>
              <a:defRPr/>
            </a:pPr>
            <a:r>
              <a:rPr lang="en-US" altLang="zh-CN" dirty="0">
                <a:latin typeface="Arial" panose="020B0604020202020204" pitchFamily="34" charset="0"/>
                <a:ea typeface="宋体" panose="02010600030101010101" pitchFamily="2" charset="-122"/>
              </a:rPr>
              <a:t>07           </a:t>
            </a:r>
            <a:r>
              <a:rPr kumimoji="0" lang="en-US" altLang="zh-CN" dirty="0">
                <a:latin typeface="Arial" panose="020B0604020202020204" pitchFamily="34" charset="0"/>
                <a:ea typeface="宋体" panose="02010600030101010101" pitchFamily="2" charset="-122"/>
              </a:rPr>
              <a:t>send distance vector D</a:t>
            </a:r>
            <a:r>
              <a:rPr kumimoji="0" lang="en-US" altLang="zh-CN" baseline="-25000" dirty="0">
                <a:latin typeface="Arial" panose="020B0604020202020204" pitchFamily="34" charset="0"/>
                <a:ea typeface="宋体" panose="02010600030101010101" pitchFamily="2" charset="-122"/>
              </a:rPr>
              <a:t>x</a:t>
            </a:r>
            <a:r>
              <a:rPr kumimoji="0" lang="en-US" altLang="zh-CN" dirty="0">
                <a:latin typeface="Arial" panose="020B0604020202020204" pitchFamily="34" charset="0"/>
                <a:ea typeface="宋体" panose="02010600030101010101" pitchFamily="2" charset="-122"/>
              </a:rPr>
              <a:t> = [D</a:t>
            </a:r>
            <a:r>
              <a:rPr kumimoji="0" lang="en-US" altLang="zh-CN" baseline="-25000" dirty="0">
                <a:latin typeface="Arial" panose="020B0604020202020204" pitchFamily="34" charset="0"/>
                <a:ea typeface="宋体" panose="02010600030101010101" pitchFamily="2" charset="-122"/>
              </a:rPr>
              <a:t>x</a:t>
            </a:r>
            <a:r>
              <a:rPr kumimoji="0" lang="en-US" altLang="zh-CN" dirty="0">
                <a:latin typeface="Arial" panose="020B0604020202020204" pitchFamily="34" charset="0"/>
                <a:ea typeface="宋体" panose="02010600030101010101" pitchFamily="2" charset="-122"/>
              </a:rPr>
              <a:t>(y): y in N] to </a:t>
            </a:r>
            <a:r>
              <a:rPr kumimoji="0" lang="en-US" altLang="zh-CN" b="1" i="1" dirty="0">
                <a:latin typeface="Arial" panose="020B0604020202020204" pitchFamily="34" charset="0"/>
                <a:ea typeface="宋体" panose="02010600030101010101" pitchFamily="2" charset="-122"/>
              </a:rPr>
              <a:t>m</a:t>
            </a:r>
          </a:p>
          <a:p>
            <a:pPr>
              <a:lnSpc>
                <a:spcPts val="2300"/>
              </a:lnSpc>
              <a:buFontTx/>
              <a:buNone/>
            </a:pPr>
            <a:r>
              <a:rPr lang="en-US" altLang="zh-CN" dirty="0">
                <a:latin typeface="Arial" panose="020B0604020202020204" pitchFamily="34" charset="0"/>
              </a:rPr>
              <a:t>08   </a:t>
            </a:r>
            <a:r>
              <a:rPr lang="en-US" altLang="zh-CN" b="1" dirty="0">
                <a:latin typeface="Arial" panose="020B0604020202020204" pitchFamily="34" charset="0"/>
              </a:rPr>
              <a:t>loop</a:t>
            </a:r>
            <a:r>
              <a:rPr lang="en-US" altLang="zh-CN" dirty="0">
                <a:latin typeface="Arial" panose="020B0604020202020204" pitchFamily="34" charset="0"/>
              </a:rPr>
              <a:t> </a:t>
            </a:r>
          </a:p>
          <a:p>
            <a:pPr>
              <a:lnSpc>
                <a:spcPts val="2300"/>
              </a:lnSpc>
              <a:buFontTx/>
              <a:buNone/>
            </a:pPr>
            <a:r>
              <a:rPr lang="en-US" altLang="zh-CN" dirty="0">
                <a:latin typeface="Arial" panose="020B0604020202020204" pitchFamily="34" charset="0"/>
              </a:rPr>
              <a:t>09       </a:t>
            </a:r>
            <a:r>
              <a:rPr lang="en-US" altLang="zh-CN" b="1" dirty="0">
                <a:latin typeface="Arial" panose="020B0604020202020204" pitchFamily="34" charset="0"/>
              </a:rPr>
              <a:t>wait</a:t>
            </a:r>
            <a:r>
              <a:rPr lang="en-US" altLang="zh-CN" dirty="0">
                <a:latin typeface="Arial" panose="020B0604020202020204" pitchFamily="34" charset="0"/>
              </a:rPr>
              <a:t> (until I see a link cost change to some neighbor </a:t>
            </a:r>
            <a:r>
              <a:rPr lang="en-US" altLang="zh-CN" b="1" i="1" dirty="0">
                <a:latin typeface="Arial" panose="020B0604020202020204" pitchFamily="34" charset="0"/>
                <a:ea typeface="宋体" panose="02010600030101010101" pitchFamily="2" charset="-122"/>
              </a:rPr>
              <a:t>m</a:t>
            </a:r>
            <a:r>
              <a:rPr lang="en-US" altLang="zh-CN" dirty="0">
                <a:latin typeface="Arial" panose="020B0604020202020204" pitchFamily="34" charset="0"/>
              </a:rPr>
              <a:t> </a:t>
            </a:r>
          </a:p>
          <a:p>
            <a:pPr>
              <a:lnSpc>
                <a:spcPts val="2300"/>
              </a:lnSpc>
              <a:buFontTx/>
              <a:buNone/>
            </a:pPr>
            <a:r>
              <a:rPr lang="en-US" altLang="zh-CN" dirty="0">
                <a:latin typeface="Arial" panose="020B0604020202020204" pitchFamily="34" charset="0"/>
              </a:rPr>
              <a:t>10                 or until I receive a distance vector from some neighbor m) </a:t>
            </a:r>
          </a:p>
          <a:p>
            <a:pPr>
              <a:lnSpc>
                <a:spcPts val="2300"/>
              </a:lnSpc>
              <a:buFontTx/>
              <a:buNone/>
            </a:pPr>
            <a:r>
              <a:rPr lang="en-US" altLang="zh-CN" dirty="0">
                <a:latin typeface="Arial" panose="020B0604020202020204" pitchFamily="34" charset="0"/>
              </a:rPr>
              <a:t>11       </a:t>
            </a:r>
            <a:r>
              <a:rPr lang="en-US" altLang="zh-CN" b="1" dirty="0">
                <a:latin typeface="Arial" panose="020B0604020202020204" pitchFamily="34" charset="0"/>
              </a:rPr>
              <a:t>for</a:t>
            </a:r>
            <a:r>
              <a:rPr lang="en-US" altLang="zh-CN" dirty="0">
                <a:latin typeface="Arial" panose="020B0604020202020204" pitchFamily="34" charset="0"/>
              </a:rPr>
              <a:t> each y in N </a:t>
            </a:r>
          </a:p>
          <a:p>
            <a:pPr>
              <a:lnSpc>
                <a:spcPts val="2300"/>
              </a:lnSpc>
              <a:buFontTx/>
              <a:buNone/>
            </a:pPr>
            <a:r>
              <a:rPr lang="en-US" altLang="zh-CN" dirty="0">
                <a:latin typeface="Arial" panose="020B0604020202020204" pitchFamily="34" charset="0"/>
              </a:rPr>
              <a:t>12           </a:t>
            </a:r>
            <a:r>
              <a:rPr lang="en-US" altLang="zh-CN" dirty="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D</a:t>
            </a:r>
            <a:r>
              <a:rPr lang="en-US" altLang="zh-CN" baseline="-25000" dirty="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  <a:r>
              <a:rPr lang="en-US" altLang="zh-CN" dirty="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(y) = min</a:t>
            </a:r>
            <a:r>
              <a:rPr lang="en-US" altLang="zh-CN" baseline="-25000" dirty="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</a:t>
            </a:r>
            <a:r>
              <a:rPr lang="en-US" altLang="zh-CN" dirty="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{ c(</a:t>
            </a:r>
            <a:r>
              <a:rPr lang="en-US" altLang="zh-CN" dirty="0" err="1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x,m</a:t>
            </a:r>
            <a:r>
              <a:rPr lang="en-US" altLang="zh-CN" dirty="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) + D</a:t>
            </a:r>
            <a:r>
              <a:rPr lang="en-US" altLang="zh-CN" baseline="-25000" dirty="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m</a:t>
            </a:r>
            <a:r>
              <a:rPr lang="en-US" altLang="zh-CN" dirty="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(y) }</a:t>
            </a:r>
          </a:p>
          <a:p>
            <a:pPr>
              <a:lnSpc>
                <a:spcPts val="2300"/>
              </a:lnSpc>
              <a:buFontTx/>
              <a:buNone/>
            </a:pPr>
            <a:r>
              <a:rPr lang="en-US" altLang="zh-CN" dirty="0">
                <a:latin typeface="Arial" panose="020B0604020202020204" pitchFamily="34" charset="0"/>
              </a:rPr>
              <a:t>13       </a:t>
            </a:r>
            <a:r>
              <a:rPr lang="en-US" altLang="zh-CN" b="1" dirty="0">
                <a:latin typeface="Arial" panose="020B0604020202020204" pitchFamily="34" charset="0"/>
              </a:rPr>
              <a:t>if</a:t>
            </a:r>
            <a:r>
              <a:rPr lang="en-US" altLang="zh-CN" dirty="0">
                <a:latin typeface="Arial" panose="020B0604020202020204" pitchFamily="34" charset="0"/>
              </a:rPr>
              <a:t> D</a:t>
            </a:r>
            <a:r>
              <a:rPr lang="en-US" altLang="zh-CN" baseline="-25000" dirty="0">
                <a:latin typeface="Arial" panose="020B0604020202020204" pitchFamily="34" charset="0"/>
              </a:rPr>
              <a:t>x</a:t>
            </a:r>
            <a:r>
              <a:rPr lang="en-US" altLang="zh-CN" dirty="0">
                <a:latin typeface="Arial" panose="020B0604020202020204" pitchFamily="34" charset="0"/>
              </a:rPr>
              <a:t>(y) changed for any destination y</a:t>
            </a:r>
          </a:p>
          <a:p>
            <a:pPr>
              <a:lnSpc>
                <a:spcPts val="2300"/>
              </a:lnSpc>
              <a:buFontTx/>
              <a:buNone/>
            </a:pPr>
            <a:r>
              <a:rPr lang="en-US" altLang="zh-CN" dirty="0">
                <a:latin typeface="Arial" panose="020B0604020202020204" pitchFamily="34" charset="0"/>
              </a:rPr>
              <a:t>16           send distance vector D</a:t>
            </a:r>
            <a:r>
              <a:rPr lang="en-US" altLang="zh-CN" baseline="-25000" dirty="0">
                <a:latin typeface="Arial" panose="020B0604020202020204" pitchFamily="34" charset="0"/>
              </a:rPr>
              <a:t>x</a:t>
            </a:r>
            <a:r>
              <a:rPr lang="en-US" altLang="zh-CN" dirty="0">
                <a:latin typeface="Arial" panose="020B0604020202020204" pitchFamily="34" charset="0"/>
              </a:rPr>
              <a:t> = [D</a:t>
            </a:r>
            <a:r>
              <a:rPr lang="en-US" altLang="zh-CN" baseline="-25000" dirty="0">
                <a:latin typeface="Arial" panose="020B0604020202020204" pitchFamily="34" charset="0"/>
              </a:rPr>
              <a:t>x</a:t>
            </a:r>
            <a:r>
              <a:rPr lang="en-US" altLang="zh-CN" dirty="0">
                <a:latin typeface="Arial" panose="020B0604020202020204" pitchFamily="34" charset="0"/>
              </a:rPr>
              <a:t>(y): y in N] to all neighbors</a:t>
            </a:r>
          </a:p>
          <a:p>
            <a:pPr>
              <a:lnSpc>
                <a:spcPts val="2300"/>
              </a:lnSpc>
              <a:buFontTx/>
              <a:buNone/>
            </a:pPr>
            <a:r>
              <a:rPr lang="en-US" altLang="zh-CN" dirty="0">
                <a:latin typeface="Arial" panose="020B0604020202020204" pitchFamily="34" charset="0"/>
              </a:rPr>
              <a:t>17  </a:t>
            </a:r>
            <a:r>
              <a:rPr lang="en-US" altLang="zh-CN" b="1" dirty="0">
                <a:latin typeface="Arial" panose="020B0604020202020204" pitchFamily="34" charset="0"/>
              </a:rPr>
              <a:t>forever</a:t>
            </a:r>
            <a:r>
              <a:rPr lang="en-US" altLang="zh-CN" dirty="0">
                <a:latin typeface="Arial" panose="020B0604020202020204" pitchFamily="34" charset="0"/>
              </a:rPr>
              <a:t> </a:t>
            </a:r>
          </a:p>
        </p:txBody>
      </p:sp>
      <p:sp>
        <p:nvSpPr>
          <p:cNvPr id="106501" name="Text Box 8"/>
          <p:cNvSpPr txBox="1">
            <a:spLocks noChangeArrowheads="1"/>
          </p:cNvSpPr>
          <p:nvPr/>
        </p:nvSpPr>
        <p:spPr bwMode="auto">
          <a:xfrm>
            <a:off x="536470" y="1216699"/>
            <a:ext cx="1532791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kumimoji="0" lang="zh-CN" altLang="en-US" sz="2200" b="1" dirty="0">
                <a:solidFill>
                  <a:schemeClr val="accent2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对于节点</a:t>
            </a:r>
            <a:r>
              <a:rPr kumimoji="0" lang="en-US" altLang="zh-CN" sz="2200" b="1" dirty="0">
                <a:solidFill>
                  <a:srgbClr val="00B05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  <a:r>
              <a:rPr kumimoji="0" lang="en-US" altLang="zh-CN" sz="2200" b="1" dirty="0">
                <a:solidFill>
                  <a:schemeClr val="accent2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:</a:t>
            </a:r>
            <a:endParaRPr kumimoji="0" lang="en-US" altLang="zh-CN" sz="2200" b="1" dirty="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6" name="Freeform 5"/>
          <p:cNvSpPr/>
          <p:nvPr/>
        </p:nvSpPr>
        <p:spPr bwMode="auto">
          <a:xfrm>
            <a:off x="318603" y="3893378"/>
            <a:ext cx="357187" cy="2186732"/>
          </a:xfrm>
          <a:custGeom>
            <a:avLst/>
            <a:gdLst>
              <a:gd name="T0" fmla="*/ 2147483646 w 300"/>
              <a:gd name="T1" fmla="*/ 2147483646 h 3600"/>
              <a:gd name="T2" fmla="*/ 2147483646 w 300"/>
              <a:gd name="T3" fmla="*/ 2147483646 h 3600"/>
              <a:gd name="T4" fmla="*/ 0 w 300"/>
              <a:gd name="T5" fmla="*/ 2147483646 h 3600"/>
              <a:gd name="T6" fmla="*/ 0 w 300"/>
              <a:gd name="T7" fmla="*/ 0 h 3600"/>
              <a:gd name="T8" fmla="*/ 2147483646 w 300"/>
              <a:gd name="T9" fmla="*/ 0 h 3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0"/>
              <a:gd name="T16" fmla="*/ 0 h 3600"/>
              <a:gd name="T17" fmla="*/ 300 w 300"/>
              <a:gd name="T18" fmla="*/ 3600 h 3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0" h="3600">
                <a:moveTo>
                  <a:pt x="300" y="3546"/>
                </a:moveTo>
                <a:lnTo>
                  <a:pt x="300" y="3600"/>
                </a:lnTo>
                <a:lnTo>
                  <a:pt x="0" y="3594"/>
                </a:lnTo>
                <a:lnTo>
                  <a:pt x="0" y="0"/>
                </a:lnTo>
                <a:lnTo>
                  <a:pt x="192" y="0"/>
                </a:lnTo>
              </a:path>
            </a:pathLst>
          </a:custGeom>
          <a:noFill/>
          <a:ln w="19050">
            <a:solidFill>
              <a:schemeClr val="accent2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4.4 </a:t>
            </a:r>
            <a:r>
              <a:rPr lang="zh-CN" altLang="en-US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路由算法</a:t>
            </a: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距离向量算法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70" name="Group 2"/>
          <p:cNvGrpSpPr/>
          <p:nvPr/>
        </p:nvGrpSpPr>
        <p:grpSpPr bwMode="auto">
          <a:xfrm>
            <a:off x="530225" y="1016000"/>
            <a:ext cx="1755775" cy="1668463"/>
            <a:chOff x="238" y="208"/>
            <a:chExt cx="1106" cy="1051"/>
          </a:xfrm>
        </p:grpSpPr>
        <p:sp>
          <p:nvSpPr>
            <p:cNvPr id="109672" name="Line 3"/>
            <p:cNvSpPr>
              <a:spLocks noChangeShapeType="1"/>
            </p:cNvSpPr>
            <p:nvPr/>
          </p:nvSpPr>
          <p:spPr bwMode="auto">
            <a:xfrm>
              <a:off x="672" y="480"/>
              <a:ext cx="0" cy="7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73" name="Line 4"/>
            <p:cNvSpPr>
              <a:spLocks noChangeShapeType="1"/>
            </p:cNvSpPr>
            <p:nvPr/>
          </p:nvSpPr>
          <p:spPr bwMode="auto">
            <a:xfrm>
              <a:off x="480" y="624"/>
              <a:ext cx="8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74" name="Text Box 5"/>
            <p:cNvSpPr txBox="1">
              <a:spLocks noChangeArrowheads="1"/>
            </p:cNvSpPr>
            <p:nvPr/>
          </p:nvSpPr>
          <p:spPr bwMode="auto">
            <a:xfrm>
              <a:off x="689" y="384"/>
              <a:ext cx="577" cy="2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80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x   y   z</a:t>
              </a:r>
            </a:p>
          </p:txBody>
        </p:sp>
        <p:sp>
          <p:nvSpPr>
            <p:cNvPr id="109675" name="Text Box 6"/>
            <p:cNvSpPr txBox="1">
              <a:spLocks noChangeArrowheads="1"/>
            </p:cNvSpPr>
            <p:nvPr/>
          </p:nvSpPr>
          <p:spPr bwMode="auto">
            <a:xfrm>
              <a:off x="486" y="624"/>
              <a:ext cx="189" cy="2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80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x</a:t>
              </a:r>
            </a:p>
          </p:txBody>
        </p:sp>
        <p:sp>
          <p:nvSpPr>
            <p:cNvPr id="109676" name="Text Box 7"/>
            <p:cNvSpPr txBox="1">
              <a:spLocks noChangeArrowheads="1"/>
            </p:cNvSpPr>
            <p:nvPr/>
          </p:nvSpPr>
          <p:spPr bwMode="auto">
            <a:xfrm>
              <a:off x="481" y="816"/>
              <a:ext cx="189" cy="2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80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y</a:t>
              </a:r>
            </a:p>
          </p:txBody>
        </p:sp>
        <p:sp>
          <p:nvSpPr>
            <p:cNvPr id="109677" name="Text Box 8"/>
            <p:cNvSpPr txBox="1">
              <a:spLocks noChangeArrowheads="1"/>
            </p:cNvSpPr>
            <p:nvPr/>
          </p:nvSpPr>
          <p:spPr bwMode="auto">
            <a:xfrm>
              <a:off x="482" y="1008"/>
              <a:ext cx="189" cy="2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80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z</a:t>
              </a:r>
            </a:p>
          </p:txBody>
        </p:sp>
        <p:sp>
          <p:nvSpPr>
            <p:cNvPr id="109678" name="Text Box 9"/>
            <p:cNvSpPr txBox="1">
              <a:spLocks noChangeArrowheads="1"/>
            </p:cNvSpPr>
            <p:nvPr/>
          </p:nvSpPr>
          <p:spPr bwMode="auto">
            <a:xfrm>
              <a:off x="673" y="624"/>
              <a:ext cx="597" cy="2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800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0   2   7</a:t>
              </a:r>
            </a:p>
          </p:txBody>
        </p:sp>
        <p:sp>
          <p:nvSpPr>
            <p:cNvPr id="109682" name="Text Box 16"/>
            <p:cNvSpPr txBox="1">
              <a:spLocks noChangeArrowheads="1"/>
            </p:cNvSpPr>
            <p:nvPr/>
          </p:nvSpPr>
          <p:spPr bwMode="auto">
            <a:xfrm rot="16200000">
              <a:off x="160" y="816"/>
              <a:ext cx="407" cy="2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800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from</a:t>
              </a:r>
            </a:p>
          </p:txBody>
        </p:sp>
        <p:sp>
          <p:nvSpPr>
            <p:cNvPr id="109683" name="Text Box 17"/>
            <p:cNvSpPr txBox="1">
              <a:spLocks noChangeArrowheads="1"/>
            </p:cNvSpPr>
            <p:nvPr/>
          </p:nvSpPr>
          <p:spPr bwMode="auto">
            <a:xfrm>
              <a:off x="695" y="208"/>
              <a:ext cx="544" cy="2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800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cost to</a:t>
              </a:r>
            </a:p>
          </p:txBody>
        </p:sp>
      </p:grpSp>
      <p:sp>
        <p:nvSpPr>
          <p:cNvPr id="109571" name="Text Box 18"/>
          <p:cNvSpPr txBox="1">
            <a:spLocks noChangeArrowheads="1"/>
          </p:cNvSpPr>
          <p:nvPr/>
        </p:nvSpPr>
        <p:spPr bwMode="auto">
          <a:xfrm rot="-5400000">
            <a:off x="407194" y="3717132"/>
            <a:ext cx="647700" cy="423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09572" name="Text Box 19"/>
          <p:cNvSpPr txBox="1">
            <a:spLocks noChangeArrowheads="1"/>
          </p:cNvSpPr>
          <p:nvPr/>
        </p:nvSpPr>
        <p:spPr bwMode="auto">
          <a:xfrm rot="-5400000">
            <a:off x="419895" y="5553281"/>
            <a:ext cx="647700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09573" name="Line 29"/>
          <p:cNvSpPr>
            <a:spLocks noChangeShapeType="1"/>
          </p:cNvSpPr>
          <p:nvPr/>
        </p:nvSpPr>
        <p:spPr bwMode="auto">
          <a:xfrm>
            <a:off x="3276600" y="144780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09574" name="Line 30"/>
          <p:cNvSpPr>
            <a:spLocks noChangeShapeType="1"/>
          </p:cNvSpPr>
          <p:nvPr/>
        </p:nvSpPr>
        <p:spPr bwMode="auto">
          <a:xfrm>
            <a:off x="2971800" y="16764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09575" name="Text Box 31"/>
          <p:cNvSpPr txBox="1">
            <a:spLocks noChangeArrowheads="1"/>
          </p:cNvSpPr>
          <p:nvPr/>
        </p:nvSpPr>
        <p:spPr bwMode="auto">
          <a:xfrm>
            <a:off x="3303588" y="1295400"/>
            <a:ext cx="915987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09577" name="Text Box 36"/>
          <p:cNvSpPr txBox="1">
            <a:spLocks noChangeArrowheads="1"/>
          </p:cNvSpPr>
          <p:nvPr/>
        </p:nvSpPr>
        <p:spPr bwMode="auto">
          <a:xfrm rot="-5400000">
            <a:off x="2450307" y="1983581"/>
            <a:ext cx="647700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09578" name="Text Box 37"/>
          <p:cNvSpPr txBox="1">
            <a:spLocks noChangeArrowheads="1"/>
          </p:cNvSpPr>
          <p:nvPr/>
        </p:nvSpPr>
        <p:spPr bwMode="auto">
          <a:xfrm>
            <a:off x="3310731" y="1013618"/>
            <a:ext cx="865187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09579" name="Line 38"/>
          <p:cNvSpPr>
            <a:spLocks noChangeShapeType="1"/>
          </p:cNvSpPr>
          <p:nvPr/>
        </p:nvSpPr>
        <p:spPr bwMode="auto">
          <a:xfrm>
            <a:off x="1219200" y="320040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09580" name="Line 39"/>
          <p:cNvSpPr>
            <a:spLocks noChangeShapeType="1"/>
          </p:cNvSpPr>
          <p:nvPr/>
        </p:nvSpPr>
        <p:spPr bwMode="auto">
          <a:xfrm>
            <a:off x="914400" y="34290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09581" name="Text Box 40"/>
          <p:cNvSpPr txBox="1">
            <a:spLocks noChangeArrowheads="1"/>
          </p:cNvSpPr>
          <p:nvPr/>
        </p:nvSpPr>
        <p:spPr bwMode="auto">
          <a:xfrm>
            <a:off x="1246188" y="3048000"/>
            <a:ext cx="915987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09582" name="Text Box 49"/>
          <p:cNvSpPr txBox="1">
            <a:spLocks noChangeArrowheads="1"/>
          </p:cNvSpPr>
          <p:nvPr/>
        </p:nvSpPr>
        <p:spPr bwMode="auto">
          <a:xfrm>
            <a:off x="1255860" y="2807150"/>
            <a:ext cx="865187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09583" name="Line 86"/>
          <p:cNvSpPr>
            <a:spLocks noChangeShapeType="1"/>
          </p:cNvSpPr>
          <p:nvPr/>
        </p:nvSpPr>
        <p:spPr bwMode="auto">
          <a:xfrm>
            <a:off x="1219200" y="502920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09584" name="Line 87"/>
          <p:cNvSpPr>
            <a:spLocks noChangeShapeType="1"/>
          </p:cNvSpPr>
          <p:nvPr/>
        </p:nvSpPr>
        <p:spPr bwMode="auto">
          <a:xfrm>
            <a:off x="914400" y="52578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09585" name="Text Box 88"/>
          <p:cNvSpPr txBox="1">
            <a:spLocks noChangeArrowheads="1"/>
          </p:cNvSpPr>
          <p:nvPr/>
        </p:nvSpPr>
        <p:spPr bwMode="auto">
          <a:xfrm>
            <a:off x="1246188" y="4876800"/>
            <a:ext cx="915987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09589" name="Text Box 98"/>
          <p:cNvSpPr txBox="1">
            <a:spLocks noChangeArrowheads="1"/>
          </p:cNvSpPr>
          <p:nvPr/>
        </p:nvSpPr>
        <p:spPr bwMode="auto">
          <a:xfrm>
            <a:off x="1254919" y="4620628"/>
            <a:ext cx="865187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09590" name="Text Box 99"/>
          <p:cNvSpPr txBox="1">
            <a:spLocks noChangeArrowheads="1"/>
          </p:cNvSpPr>
          <p:nvPr/>
        </p:nvSpPr>
        <p:spPr bwMode="auto">
          <a:xfrm>
            <a:off x="1225550" y="3768725"/>
            <a:ext cx="954088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2   0   1</a:t>
            </a:r>
          </a:p>
        </p:txBody>
      </p:sp>
      <p:sp>
        <p:nvSpPr>
          <p:cNvPr id="109591" name="Text Box 101"/>
          <p:cNvSpPr txBox="1">
            <a:spLocks noChangeArrowheads="1"/>
          </p:cNvSpPr>
          <p:nvPr/>
        </p:nvSpPr>
        <p:spPr bwMode="auto">
          <a:xfrm>
            <a:off x="3306763" y="1997075"/>
            <a:ext cx="9540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2   0   1</a:t>
            </a:r>
          </a:p>
        </p:txBody>
      </p:sp>
      <p:sp>
        <p:nvSpPr>
          <p:cNvPr id="109592" name="Text Box 102"/>
          <p:cNvSpPr txBox="1">
            <a:spLocks noChangeArrowheads="1"/>
          </p:cNvSpPr>
          <p:nvPr/>
        </p:nvSpPr>
        <p:spPr bwMode="auto">
          <a:xfrm>
            <a:off x="3303588" y="2301875"/>
            <a:ext cx="947748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7   1   0</a:t>
            </a:r>
          </a:p>
        </p:txBody>
      </p:sp>
      <p:sp>
        <p:nvSpPr>
          <p:cNvPr id="109593" name="Line 113"/>
          <p:cNvSpPr>
            <a:spLocks noChangeShapeType="1"/>
          </p:cNvSpPr>
          <p:nvPr/>
        </p:nvSpPr>
        <p:spPr bwMode="auto">
          <a:xfrm>
            <a:off x="2209799" y="1981200"/>
            <a:ext cx="879476" cy="17065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09594" name="Line 114"/>
          <p:cNvSpPr>
            <a:spLocks noChangeShapeType="1"/>
          </p:cNvSpPr>
          <p:nvPr/>
        </p:nvSpPr>
        <p:spPr bwMode="auto">
          <a:xfrm>
            <a:off x="2133600" y="2057399"/>
            <a:ext cx="746126" cy="314801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09595" name="Line 115"/>
          <p:cNvSpPr>
            <a:spLocks noChangeShapeType="1"/>
          </p:cNvSpPr>
          <p:nvPr/>
        </p:nvSpPr>
        <p:spPr bwMode="auto">
          <a:xfrm flipV="1">
            <a:off x="2108201" y="2309812"/>
            <a:ext cx="898524" cy="1523999"/>
          </a:xfrm>
          <a:prstGeom prst="line">
            <a:avLst/>
          </a:prstGeom>
          <a:noFill/>
          <a:ln w="28575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09596" name="Line 116"/>
          <p:cNvSpPr>
            <a:spLocks noChangeShapeType="1"/>
          </p:cNvSpPr>
          <p:nvPr/>
        </p:nvSpPr>
        <p:spPr bwMode="auto">
          <a:xfrm>
            <a:off x="2133600" y="4114799"/>
            <a:ext cx="687388" cy="1195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09597" name="Line 117"/>
          <p:cNvSpPr>
            <a:spLocks noChangeShapeType="1"/>
          </p:cNvSpPr>
          <p:nvPr/>
        </p:nvSpPr>
        <p:spPr bwMode="auto">
          <a:xfrm flipV="1">
            <a:off x="2135188" y="2628899"/>
            <a:ext cx="952500" cy="3332163"/>
          </a:xfrm>
          <a:prstGeom prst="line">
            <a:avLst/>
          </a:prstGeom>
          <a:noFill/>
          <a:ln w="28575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09598" name="Line 118"/>
          <p:cNvSpPr>
            <a:spLocks noChangeShapeType="1"/>
          </p:cNvSpPr>
          <p:nvPr/>
        </p:nvSpPr>
        <p:spPr bwMode="auto">
          <a:xfrm flipV="1">
            <a:off x="2209799" y="4221165"/>
            <a:ext cx="865187" cy="187483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09599" name="Group 125"/>
          <p:cNvGrpSpPr/>
          <p:nvPr/>
        </p:nvGrpSpPr>
        <p:grpSpPr bwMode="auto">
          <a:xfrm>
            <a:off x="6632575" y="2911475"/>
            <a:ext cx="2184400" cy="1247776"/>
            <a:chOff x="2352" y="0"/>
            <a:chExt cx="1376" cy="786"/>
          </a:xfrm>
        </p:grpSpPr>
        <p:sp>
          <p:nvSpPr>
            <p:cNvPr id="109638" name="Freeform 126"/>
            <p:cNvSpPr/>
            <p:nvPr/>
          </p:nvSpPr>
          <p:spPr bwMode="auto">
            <a:xfrm>
              <a:off x="2352" y="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grpSp>
          <p:nvGrpSpPr>
            <p:cNvPr id="109639" name="Group 127"/>
            <p:cNvGrpSpPr/>
            <p:nvPr/>
          </p:nvGrpSpPr>
          <p:grpSpPr bwMode="auto">
            <a:xfrm>
              <a:off x="2448" y="46"/>
              <a:ext cx="1161" cy="740"/>
              <a:chOff x="-17" y="1258"/>
              <a:chExt cx="1161" cy="740"/>
            </a:xfrm>
          </p:grpSpPr>
          <p:sp>
            <p:nvSpPr>
              <p:cNvPr id="109640" name="Freeform 128"/>
              <p:cNvSpPr/>
              <p:nvPr/>
            </p:nvSpPr>
            <p:spPr bwMode="auto">
              <a:xfrm>
                <a:off x="246" y="1476"/>
                <a:ext cx="222" cy="180"/>
              </a:xfrm>
              <a:custGeom>
                <a:avLst/>
                <a:gdLst>
                  <a:gd name="T0" fmla="*/ 0 w 222"/>
                  <a:gd name="T1" fmla="*/ 180 h 180"/>
                  <a:gd name="T2" fmla="*/ 222 w 222"/>
                  <a:gd name="T3" fmla="*/ 0 h 180"/>
                  <a:gd name="T4" fmla="*/ 0 60000 65536"/>
                  <a:gd name="T5" fmla="*/ 0 60000 65536"/>
                  <a:gd name="T6" fmla="*/ 0 w 222"/>
                  <a:gd name="T7" fmla="*/ 0 h 180"/>
                  <a:gd name="T8" fmla="*/ 222 w 222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2" h="180">
                    <a:moveTo>
                      <a:pt x="0" y="180"/>
                    </a:moveTo>
                    <a:lnTo>
                      <a:pt x="222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09641" name="Oval 129"/>
              <p:cNvSpPr>
                <a:spLocks noChangeArrowheads="1"/>
              </p:cNvSpPr>
              <p:nvPr/>
            </p:nvSpPr>
            <p:spPr bwMode="auto">
              <a:xfrm>
                <a:off x="-14" y="1712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8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109642" name="Line 130"/>
              <p:cNvSpPr>
                <a:spLocks noChangeShapeType="1"/>
              </p:cNvSpPr>
              <p:nvPr/>
            </p:nvSpPr>
            <p:spPr bwMode="auto">
              <a:xfrm>
                <a:off x="-14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09643" name="Line 131"/>
              <p:cNvSpPr>
                <a:spLocks noChangeShapeType="1"/>
              </p:cNvSpPr>
              <p:nvPr/>
            </p:nvSpPr>
            <p:spPr bwMode="auto">
              <a:xfrm>
                <a:off x="299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09644" name="Rectangle 132"/>
              <p:cNvSpPr>
                <a:spLocks noChangeArrowheads="1"/>
              </p:cNvSpPr>
              <p:nvPr/>
            </p:nvSpPr>
            <p:spPr bwMode="auto">
              <a:xfrm>
                <a:off x="-14" y="1705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8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109645" name="Oval 133"/>
              <p:cNvSpPr>
                <a:spLocks noChangeArrowheads="1"/>
              </p:cNvSpPr>
              <p:nvPr/>
            </p:nvSpPr>
            <p:spPr bwMode="auto">
              <a:xfrm>
                <a:off x="-17" y="1646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8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109646" name="Freeform 134"/>
              <p:cNvSpPr/>
              <p:nvPr/>
            </p:nvSpPr>
            <p:spPr bwMode="auto">
              <a:xfrm>
                <a:off x="651" y="1476"/>
                <a:ext cx="216" cy="189"/>
              </a:xfrm>
              <a:custGeom>
                <a:avLst/>
                <a:gdLst>
                  <a:gd name="T0" fmla="*/ 0 w 216"/>
                  <a:gd name="T1" fmla="*/ 0 h 189"/>
                  <a:gd name="T2" fmla="*/ 216 w 216"/>
                  <a:gd name="T3" fmla="*/ 189 h 189"/>
                  <a:gd name="T4" fmla="*/ 0 60000 65536"/>
                  <a:gd name="T5" fmla="*/ 0 60000 65536"/>
                  <a:gd name="T6" fmla="*/ 0 w 216"/>
                  <a:gd name="T7" fmla="*/ 0 h 189"/>
                  <a:gd name="T8" fmla="*/ 216 w 216"/>
                  <a:gd name="T9" fmla="*/ 189 h 1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6" h="189">
                    <a:moveTo>
                      <a:pt x="0" y="0"/>
                    </a:moveTo>
                    <a:lnTo>
                      <a:pt x="216" y="189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09647" name="Freeform 135"/>
              <p:cNvSpPr/>
              <p:nvPr/>
            </p:nvSpPr>
            <p:spPr bwMode="auto">
              <a:xfrm>
                <a:off x="303" y="1740"/>
                <a:ext cx="540" cy="3"/>
              </a:xfrm>
              <a:custGeom>
                <a:avLst/>
                <a:gdLst>
                  <a:gd name="T0" fmla="*/ 540 w 540"/>
                  <a:gd name="T1" fmla="*/ 3 h 3"/>
                  <a:gd name="T2" fmla="*/ 0 w 540"/>
                  <a:gd name="T3" fmla="*/ 0 h 3"/>
                  <a:gd name="T4" fmla="*/ 0 60000 65536"/>
                  <a:gd name="T5" fmla="*/ 0 60000 65536"/>
                  <a:gd name="T6" fmla="*/ 0 w 540"/>
                  <a:gd name="T7" fmla="*/ 0 h 3"/>
                  <a:gd name="T8" fmla="*/ 540 w 54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40" h="3">
                    <a:moveTo>
                      <a:pt x="540" y="3"/>
                    </a:move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grpSp>
            <p:nvGrpSpPr>
              <p:cNvPr id="109648" name="Group 136"/>
              <p:cNvGrpSpPr/>
              <p:nvPr/>
            </p:nvGrpSpPr>
            <p:grpSpPr bwMode="auto">
              <a:xfrm>
                <a:off x="45" y="1577"/>
                <a:ext cx="189" cy="268"/>
                <a:chOff x="2966" y="2408"/>
                <a:chExt cx="190" cy="268"/>
              </a:xfrm>
            </p:grpSpPr>
            <p:sp>
              <p:nvSpPr>
                <p:cNvPr id="109670" name="Rectangle 137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Char char="¾"/>
                  </a:pPr>
                  <a:endParaRPr lang="zh-CN" altLang="en-US" sz="18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endParaRPr>
                </a:p>
              </p:txBody>
            </p:sp>
            <p:sp>
              <p:nvSpPr>
                <p:cNvPr id="109671" name="Text Box 138"/>
                <p:cNvSpPr txBox="1">
                  <a:spLocks noChangeArrowheads="1"/>
                </p:cNvSpPr>
                <p:nvPr/>
              </p:nvSpPr>
              <p:spPr bwMode="auto">
                <a:xfrm>
                  <a:off x="2966" y="2408"/>
                  <a:ext cx="190" cy="26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None/>
                  </a:pPr>
                  <a:r>
                    <a:rPr lang="en-US" altLang="zh-CN" sz="1800" dirty="0">
                      <a:solidFill>
                        <a:schemeClr val="bg1"/>
                      </a:solidFill>
                      <a:latin typeface="Arial Unicode MS" panose="020B0604020202020204" pitchFamily="34" charset="-122"/>
                      <a:ea typeface="Arial Unicode MS" panose="020B0604020202020204" pitchFamily="34" charset="-122"/>
                      <a:cs typeface="Arial Unicode MS" panose="020B0604020202020204" pitchFamily="34" charset="-122"/>
                    </a:rPr>
                    <a:t>x</a:t>
                  </a:r>
                </a:p>
              </p:txBody>
            </p:sp>
          </p:grpSp>
          <p:grpSp>
            <p:nvGrpSpPr>
              <p:cNvPr id="109649" name="Group 139"/>
              <p:cNvGrpSpPr/>
              <p:nvPr/>
            </p:nvGrpSpPr>
            <p:grpSpPr bwMode="auto">
              <a:xfrm>
                <a:off x="828" y="1580"/>
                <a:ext cx="316" cy="268"/>
                <a:chOff x="1740" y="2276"/>
                <a:chExt cx="316" cy="268"/>
              </a:xfrm>
            </p:grpSpPr>
            <p:sp>
              <p:nvSpPr>
                <p:cNvPr id="109662" name="Oval 140"/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Char char="¾"/>
                  </a:pPr>
                  <a:endParaRPr lang="zh-CN" altLang="en-US" sz="18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endParaRPr>
                </a:p>
              </p:txBody>
            </p:sp>
            <p:sp>
              <p:nvSpPr>
                <p:cNvPr id="109663" name="Line 141"/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109664" name="Line 142"/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109665" name="Rectangle 143"/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Char char="¾"/>
                  </a:pPr>
                  <a:endParaRPr lang="zh-CN" altLang="en-US" sz="18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endParaRPr>
                </a:p>
              </p:txBody>
            </p:sp>
            <p:sp>
              <p:nvSpPr>
                <p:cNvPr id="109666" name="Oval 144"/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Char char="¾"/>
                  </a:pPr>
                  <a:endParaRPr lang="zh-CN" altLang="en-US" sz="18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endParaRPr>
                </a:p>
              </p:txBody>
            </p:sp>
            <p:grpSp>
              <p:nvGrpSpPr>
                <p:cNvPr id="109667" name="Group 145"/>
                <p:cNvGrpSpPr/>
                <p:nvPr/>
              </p:nvGrpSpPr>
              <p:grpSpPr bwMode="auto">
                <a:xfrm>
                  <a:off x="1809" y="2276"/>
                  <a:ext cx="189" cy="268"/>
                  <a:chOff x="2967" y="2399"/>
                  <a:chExt cx="190" cy="268"/>
                </a:xfrm>
              </p:grpSpPr>
              <p:sp>
                <p:nvSpPr>
                  <p:cNvPr id="109668" name="Rectangle 146"/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chemeClr val="hlink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Blip>
                        <a:blip r:embed="rId3"/>
                      </a:buBlip>
                      <a:defRPr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Blip>
                        <a:blip r:embed="rId4"/>
                      </a:buBlip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Font typeface="Times New Roman" panose="02020603050405020304" pitchFamily="18" charset="0"/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Font typeface="Times New Roman" panose="02020603050405020304" pitchFamily="18" charset="0"/>
                      <a:buChar char="•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9pPr>
                  </a:lstStyle>
                  <a:p>
                    <a:pPr algn="ctr" eaLnBrk="1" hangingPunct="1">
                      <a:lnSpc>
                        <a:spcPct val="120000"/>
                      </a:lnSpc>
                      <a:spcBef>
                        <a:spcPct val="10000"/>
                      </a:spcBef>
                      <a:buClr>
                        <a:schemeClr val="tx1"/>
                      </a:buClr>
                      <a:buFont typeface="Symbol" panose="05050102010706020507" pitchFamily="18" charset="2"/>
                      <a:buChar char="¾"/>
                    </a:pPr>
                    <a:endParaRPr lang="zh-CN" altLang="en-US" sz="1800">
                      <a:solidFill>
                        <a:schemeClr val="bg1"/>
                      </a:solidFill>
                      <a:latin typeface="Arial Unicode MS" panose="020B0604020202020204" pitchFamily="34" charset="-122"/>
                      <a:ea typeface="Arial Unicode MS" panose="020B0604020202020204" pitchFamily="34" charset="-122"/>
                      <a:cs typeface="Arial Unicode MS" panose="020B0604020202020204" pitchFamily="34" charset="-122"/>
                    </a:endParaRPr>
                  </a:p>
                </p:txBody>
              </p:sp>
              <p:sp>
                <p:nvSpPr>
                  <p:cNvPr id="109669" name="Text Box 14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67" y="2399"/>
                    <a:ext cx="190" cy="26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Blip>
                        <a:blip r:embed="rId3"/>
                      </a:buBlip>
                      <a:defRPr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Blip>
                        <a:blip r:embed="rId4"/>
                      </a:buBlip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Font typeface="Times New Roman" panose="02020603050405020304" pitchFamily="18" charset="0"/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Font typeface="Times New Roman" panose="02020603050405020304" pitchFamily="18" charset="0"/>
                      <a:buChar char="•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9pPr>
                  </a:lstStyle>
                  <a:p>
                    <a:pPr algn="ctr" eaLnBrk="1" hangingPunct="1">
                      <a:lnSpc>
                        <a:spcPct val="120000"/>
                      </a:lnSpc>
                      <a:spcBef>
                        <a:spcPct val="10000"/>
                      </a:spcBef>
                      <a:buClr>
                        <a:schemeClr val="tx1"/>
                      </a:buClr>
                      <a:buFont typeface="Symbol" panose="05050102010706020507" pitchFamily="18" charset="2"/>
                      <a:buNone/>
                    </a:pPr>
                    <a:r>
                      <a:rPr lang="en-US" altLang="zh-CN" sz="1800" dirty="0">
                        <a:solidFill>
                          <a:schemeClr val="bg1"/>
                        </a:solidFill>
                        <a:latin typeface="Arial Unicode MS" panose="020B0604020202020204" pitchFamily="34" charset="-122"/>
                        <a:ea typeface="Arial Unicode MS" panose="020B0604020202020204" pitchFamily="34" charset="-122"/>
                        <a:cs typeface="Arial Unicode MS" panose="020B0604020202020204" pitchFamily="34" charset="-122"/>
                      </a:rPr>
                      <a:t>z</a:t>
                    </a:r>
                  </a:p>
                </p:txBody>
              </p:sp>
            </p:grpSp>
          </p:grpSp>
          <p:sp>
            <p:nvSpPr>
              <p:cNvPr id="109650" name="Text Box 148"/>
              <p:cNvSpPr txBox="1">
                <a:spLocks noChangeArrowheads="1"/>
              </p:cNvSpPr>
              <p:nvPr/>
            </p:nvSpPr>
            <p:spPr bwMode="auto">
              <a:xfrm>
                <a:off x="723" y="1400"/>
                <a:ext cx="197" cy="2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None/>
                </a:pPr>
                <a:r>
                  <a:rPr lang="en-US" altLang="zh-CN" sz="18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rPr>
                  <a:t>1</a:t>
                </a:r>
              </a:p>
            </p:txBody>
          </p:sp>
          <p:sp>
            <p:nvSpPr>
              <p:cNvPr id="109651" name="Text Box 149"/>
              <p:cNvSpPr txBox="1">
                <a:spLocks noChangeArrowheads="1"/>
              </p:cNvSpPr>
              <p:nvPr/>
            </p:nvSpPr>
            <p:spPr bwMode="auto">
              <a:xfrm>
                <a:off x="195" y="1397"/>
                <a:ext cx="197" cy="2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None/>
                </a:pPr>
                <a:r>
                  <a:rPr lang="en-US" altLang="zh-CN" sz="18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rPr>
                  <a:t>2</a:t>
                </a:r>
              </a:p>
            </p:txBody>
          </p:sp>
          <p:sp>
            <p:nvSpPr>
              <p:cNvPr id="109652" name="Text Box 150"/>
              <p:cNvSpPr txBox="1">
                <a:spLocks noChangeArrowheads="1"/>
              </p:cNvSpPr>
              <p:nvPr/>
            </p:nvSpPr>
            <p:spPr bwMode="auto">
              <a:xfrm>
                <a:off x="480" y="1730"/>
                <a:ext cx="197" cy="2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None/>
                </a:pPr>
                <a:r>
                  <a:rPr lang="en-US" altLang="zh-CN" sz="1800" dirty="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rPr>
                  <a:t>7</a:t>
                </a:r>
              </a:p>
            </p:txBody>
          </p:sp>
          <p:grpSp>
            <p:nvGrpSpPr>
              <p:cNvPr id="109653" name="Group 151"/>
              <p:cNvGrpSpPr/>
              <p:nvPr/>
            </p:nvGrpSpPr>
            <p:grpSpPr bwMode="auto">
              <a:xfrm>
                <a:off x="408" y="1258"/>
                <a:ext cx="316" cy="268"/>
                <a:chOff x="1740" y="2278"/>
                <a:chExt cx="316" cy="268"/>
              </a:xfrm>
            </p:grpSpPr>
            <p:sp>
              <p:nvSpPr>
                <p:cNvPr id="109654" name="Oval 152"/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Char char="¾"/>
                  </a:pPr>
                  <a:endParaRPr lang="zh-CN" altLang="en-US" sz="18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endParaRPr>
                </a:p>
              </p:txBody>
            </p:sp>
            <p:sp>
              <p:nvSpPr>
                <p:cNvPr id="109655" name="Line 153"/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109656" name="Line 154"/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109657" name="Rectangle 155"/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Char char="¾"/>
                  </a:pPr>
                  <a:endParaRPr lang="zh-CN" altLang="en-US" sz="18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endParaRPr>
                </a:p>
              </p:txBody>
            </p:sp>
            <p:sp>
              <p:nvSpPr>
                <p:cNvPr id="109658" name="Oval 156"/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Char char="¾"/>
                  </a:pPr>
                  <a:endParaRPr lang="zh-CN" altLang="en-US" sz="18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endParaRPr>
                </a:p>
              </p:txBody>
            </p:sp>
            <p:grpSp>
              <p:nvGrpSpPr>
                <p:cNvPr id="109659" name="Group 157"/>
                <p:cNvGrpSpPr/>
                <p:nvPr/>
              </p:nvGrpSpPr>
              <p:grpSpPr bwMode="auto">
                <a:xfrm>
                  <a:off x="1811" y="2278"/>
                  <a:ext cx="189" cy="268"/>
                  <a:chOff x="2967" y="2401"/>
                  <a:chExt cx="191" cy="268"/>
                </a:xfrm>
              </p:grpSpPr>
              <p:sp>
                <p:nvSpPr>
                  <p:cNvPr id="109660" name="Rectangle 158"/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chemeClr val="hlink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Blip>
                        <a:blip r:embed="rId3"/>
                      </a:buBlip>
                      <a:defRPr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Blip>
                        <a:blip r:embed="rId4"/>
                      </a:buBlip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Font typeface="Times New Roman" panose="02020603050405020304" pitchFamily="18" charset="0"/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Font typeface="Times New Roman" panose="02020603050405020304" pitchFamily="18" charset="0"/>
                      <a:buChar char="•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9pPr>
                  </a:lstStyle>
                  <a:p>
                    <a:pPr algn="ctr" eaLnBrk="1" hangingPunct="1">
                      <a:lnSpc>
                        <a:spcPct val="120000"/>
                      </a:lnSpc>
                      <a:spcBef>
                        <a:spcPct val="10000"/>
                      </a:spcBef>
                      <a:buClr>
                        <a:schemeClr val="tx1"/>
                      </a:buClr>
                      <a:buFont typeface="Symbol" panose="05050102010706020507" pitchFamily="18" charset="2"/>
                      <a:buChar char="¾"/>
                    </a:pPr>
                    <a:endParaRPr lang="zh-CN" altLang="en-US" sz="1800">
                      <a:solidFill>
                        <a:schemeClr val="bg1"/>
                      </a:solidFill>
                      <a:latin typeface="Arial Unicode MS" panose="020B0604020202020204" pitchFamily="34" charset="-122"/>
                      <a:ea typeface="Arial Unicode MS" panose="020B0604020202020204" pitchFamily="34" charset="-122"/>
                      <a:cs typeface="Arial Unicode MS" panose="020B0604020202020204" pitchFamily="34" charset="-122"/>
                    </a:endParaRPr>
                  </a:p>
                </p:txBody>
              </p:sp>
              <p:sp>
                <p:nvSpPr>
                  <p:cNvPr id="109661" name="Text Box 15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67" y="2401"/>
                    <a:ext cx="191" cy="26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Blip>
                        <a:blip r:embed="rId3"/>
                      </a:buBlip>
                      <a:defRPr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Blip>
                        <a:blip r:embed="rId4"/>
                      </a:buBlip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Font typeface="Times New Roman" panose="02020603050405020304" pitchFamily="18" charset="0"/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Font typeface="Times New Roman" panose="02020603050405020304" pitchFamily="18" charset="0"/>
                      <a:buChar char="•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9pPr>
                  </a:lstStyle>
                  <a:p>
                    <a:pPr algn="ctr" eaLnBrk="1" hangingPunct="1">
                      <a:lnSpc>
                        <a:spcPct val="120000"/>
                      </a:lnSpc>
                      <a:spcBef>
                        <a:spcPct val="10000"/>
                      </a:spcBef>
                      <a:buClr>
                        <a:schemeClr val="tx1"/>
                      </a:buClr>
                      <a:buFont typeface="Symbol" panose="05050102010706020507" pitchFamily="18" charset="2"/>
                      <a:buNone/>
                    </a:pPr>
                    <a:r>
                      <a:rPr lang="en-US" altLang="zh-CN" sz="1800" dirty="0">
                        <a:solidFill>
                          <a:schemeClr val="bg1"/>
                        </a:solidFill>
                        <a:latin typeface="Arial Unicode MS" panose="020B0604020202020204" pitchFamily="34" charset="-122"/>
                        <a:ea typeface="Arial Unicode MS" panose="020B0604020202020204" pitchFamily="34" charset="-122"/>
                        <a:cs typeface="Arial Unicode MS" panose="020B0604020202020204" pitchFamily="34" charset="-122"/>
                      </a:rPr>
                      <a:t>y</a:t>
                    </a:r>
                  </a:p>
                </p:txBody>
              </p:sp>
            </p:grpSp>
          </p:grpSp>
        </p:grpSp>
      </p:grpSp>
      <p:sp>
        <p:nvSpPr>
          <p:cNvPr id="109600" name="Text Box 160"/>
          <p:cNvSpPr txBox="1">
            <a:spLocks noChangeArrowheads="1"/>
          </p:cNvSpPr>
          <p:nvPr/>
        </p:nvSpPr>
        <p:spPr bwMode="auto">
          <a:xfrm>
            <a:off x="68263" y="787883"/>
            <a:ext cx="1439863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b="1" u="sng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node x table</a:t>
            </a:r>
          </a:p>
        </p:txBody>
      </p:sp>
      <p:sp>
        <p:nvSpPr>
          <p:cNvPr id="109601" name="Text Box 161"/>
          <p:cNvSpPr txBox="1">
            <a:spLocks noChangeArrowheads="1"/>
          </p:cNvSpPr>
          <p:nvPr/>
        </p:nvSpPr>
        <p:spPr bwMode="auto">
          <a:xfrm>
            <a:off x="65088" y="2590800"/>
            <a:ext cx="1441450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b="1" u="sng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node y table</a:t>
            </a:r>
          </a:p>
        </p:txBody>
      </p:sp>
      <p:sp>
        <p:nvSpPr>
          <p:cNvPr id="109602" name="Text Box 162"/>
          <p:cNvSpPr txBox="1">
            <a:spLocks noChangeArrowheads="1"/>
          </p:cNvSpPr>
          <p:nvPr/>
        </p:nvSpPr>
        <p:spPr bwMode="auto">
          <a:xfrm>
            <a:off x="64293" y="4383089"/>
            <a:ext cx="1439863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b="1" u="sng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node z table</a:t>
            </a:r>
          </a:p>
        </p:txBody>
      </p:sp>
      <p:sp>
        <p:nvSpPr>
          <p:cNvPr id="109603" name="Oval 163"/>
          <p:cNvSpPr>
            <a:spLocks noChangeArrowheads="1"/>
          </p:cNvSpPr>
          <p:nvPr/>
        </p:nvSpPr>
        <p:spPr bwMode="auto">
          <a:xfrm>
            <a:off x="1149350" y="1676400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109604" name="Oval 164"/>
          <p:cNvSpPr>
            <a:spLocks noChangeArrowheads="1"/>
          </p:cNvSpPr>
          <p:nvPr/>
        </p:nvSpPr>
        <p:spPr bwMode="auto">
          <a:xfrm>
            <a:off x="1149350" y="3768725"/>
            <a:ext cx="1093788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109605" name="Oval 165"/>
          <p:cNvSpPr>
            <a:spLocks noChangeArrowheads="1"/>
          </p:cNvSpPr>
          <p:nvPr/>
        </p:nvSpPr>
        <p:spPr bwMode="auto">
          <a:xfrm>
            <a:off x="1158875" y="5891213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109606" name="Oval 166"/>
          <p:cNvSpPr>
            <a:spLocks noChangeArrowheads="1"/>
          </p:cNvSpPr>
          <p:nvPr/>
        </p:nvSpPr>
        <p:spPr bwMode="auto">
          <a:xfrm>
            <a:off x="3233737" y="1676400"/>
            <a:ext cx="1130301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472232" name="Rectangle 168"/>
          <p:cNvSpPr>
            <a:spLocks noChangeArrowheads="1"/>
          </p:cNvSpPr>
          <p:nvPr/>
        </p:nvSpPr>
        <p:spPr bwMode="auto">
          <a:xfrm>
            <a:off x="4708525" y="973478"/>
            <a:ext cx="4359275" cy="75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fr-FR" altLang="zh-CN" sz="18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D</a:t>
            </a:r>
            <a:r>
              <a:rPr lang="fr-FR" altLang="zh-CN" sz="1800" baseline="-250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  <a:r>
              <a:rPr lang="fr-FR" altLang="zh-CN" sz="18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(y) = min{c(x,y) + D</a:t>
            </a:r>
            <a:r>
              <a:rPr lang="fr-FR" altLang="zh-CN" sz="1800" baseline="-250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  <a:r>
              <a:rPr lang="fr-FR" altLang="zh-CN" sz="18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(y), c(x,z) + D</a:t>
            </a:r>
            <a:r>
              <a:rPr lang="fr-FR" altLang="zh-CN" sz="1800" baseline="-250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  <a:r>
              <a:rPr lang="fr-FR" altLang="zh-CN" sz="18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(y)} </a:t>
            </a:r>
            <a:br>
              <a:rPr lang="fr-FR" altLang="zh-CN" sz="18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</a:br>
            <a:r>
              <a:rPr lang="fr-FR" altLang="zh-CN" sz="180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= min{2+0, 7+1} = 2</a:t>
            </a:r>
          </a:p>
        </p:txBody>
      </p:sp>
      <p:sp>
        <p:nvSpPr>
          <p:cNvPr id="472233" name="Line 169"/>
          <p:cNvSpPr>
            <a:spLocks noChangeShapeType="1"/>
          </p:cNvSpPr>
          <p:nvPr/>
        </p:nvSpPr>
        <p:spPr bwMode="auto">
          <a:xfrm flipH="1">
            <a:off x="3760787" y="1239301"/>
            <a:ext cx="1006474" cy="537112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472234" name="Rectangle 170"/>
          <p:cNvSpPr>
            <a:spLocks noChangeArrowheads="1"/>
          </p:cNvSpPr>
          <p:nvPr/>
        </p:nvSpPr>
        <p:spPr bwMode="auto">
          <a:xfrm>
            <a:off x="4703763" y="1874118"/>
            <a:ext cx="4359275" cy="7577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fr-FR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D</a:t>
            </a:r>
            <a:r>
              <a:rPr lang="fr-FR" altLang="zh-CN" sz="1800" baseline="-25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  <a:r>
              <a:rPr lang="fr-FR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(z) = min{c(x,y) + D</a:t>
            </a:r>
            <a:r>
              <a:rPr lang="fr-FR" altLang="zh-CN" sz="1800" baseline="-25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  <a:r>
              <a:rPr lang="fr-FR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(z), c(x,z) + D</a:t>
            </a:r>
            <a:r>
              <a:rPr lang="fr-FR" altLang="zh-CN" sz="1800" baseline="-25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  <a:r>
              <a:rPr lang="fr-FR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(z)} </a:t>
            </a:r>
          </a:p>
          <a:p>
            <a:pPr algn="just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fr-FR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= min{2+1, 7+0} = 3</a:t>
            </a:r>
          </a:p>
        </p:txBody>
      </p:sp>
      <p:sp>
        <p:nvSpPr>
          <p:cNvPr id="472235" name="Line 171"/>
          <p:cNvSpPr>
            <a:spLocks noChangeShapeType="1"/>
          </p:cNvSpPr>
          <p:nvPr/>
        </p:nvSpPr>
        <p:spPr bwMode="auto">
          <a:xfrm flipH="1" flipV="1">
            <a:off x="4140198" y="1882773"/>
            <a:ext cx="627062" cy="192089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09616" name="Text Box 6"/>
          <p:cNvSpPr txBox="1">
            <a:spLocks noChangeArrowheads="1"/>
          </p:cNvSpPr>
          <p:nvPr/>
        </p:nvSpPr>
        <p:spPr bwMode="auto">
          <a:xfrm>
            <a:off x="933450" y="3430588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09617" name="Text Box 7"/>
          <p:cNvSpPr txBox="1">
            <a:spLocks noChangeArrowheads="1"/>
          </p:cNvSpPr>
          <p:nvPr/>
        </p:nvSpPr>
        <p:spPr bwMode="auto">
          <a:xfrm>
            <a:off x="925513" y="3735388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09618" name="Text Box 8"/>
          <p:cNvSpPr txBox="1">
            <a:spLocks noChangeArrowheads="1"/>
          </p:cNvSpPr>
          <p:nvPr/>
        </p:nvSpPr>
        <p:spPr bwMode="auto">
          <a:xfrm>
            <a:off x="927100" y="4040188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09619" name="Text Box 6"/>
          <p:cNvSpPr txBox="1">
            <a:spLocks noChangeArrowheads="1"/>
          </p:cNvSpPr>
          <p:nvPr/>
        </p:nvSpPr>
        <p:spPr bwMode="auto">
          <a:xfrm>
            <a:off x="920750" y="5259388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09620" name="Text Box 7"/>
          <p:cNvSpPr txBox="1">
            <a:spLocks noChangeArrowheads="1"/>
          </p:cNvSpPr>
          <p:nvPr/>
        </p:nvSpPr>
        <p:spPr bwMode="auto">
          <a:xfrm>
            <a:off x="912813" y="5564188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09621" name="Text Box 8"/>
          <p:cNvSpPr txBox="1">
            <a:spLocks noChangeArrowheads="1"/>
          </p:cNvSpPr>
          <p:nvPr/>
        </p:nvSpPr>
        <p:spPr bwMode="auto">
          <a:xfrm>
            <a:off x="914400" y="5868988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09634" name="Text Box 6"/>
          <p:cNvSpPr txBox="1">
            <a:spLocks noChangeArrowheads="1"/>
          </p:cNvSpPr>
          <p:nvPr/>
        </p:nvSpPr>
        <p:spPr bwMode="auto">
          <a:xfrm>
            <a:off x="2984500" y="1666875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09635" name="Text Box 7"/>
          <p:cNvSpPr txBox="1">
            <a:spLocks noChangeArrowheads="1"/>
          </p:cNvSpPr>
          <p:nvPr/>
        </p:nvSpPr>
        <p:spPr bwMode="auto">
          <a:xfrm>
            <a:off x="2976563" y="1971675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09636" name="Text Box 8"/>
          <p:cNvSpPr txBox="1">
            <a:spLocks noChangeArrowheads="1"/>
          </p:cNvSpPr>
          <p:nvPr/>
        </p:nvSpPr>
        <p:spPr bwMode="auto">
          <a:xfrm>
            <a:off x="2978150" y="2276475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16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4.4 </a:t>
            </a:r>
            <a:r>
              <a:rPr lang="zh-CN" altLang="en-US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路由算法</a:t>
            </a: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距离向量算法</a:t>
            </a:r>
          </a:p>
        </p:txBody>
      </p:sp>
      <p:sp>
        <p:nvSpPr>
          <p:cNvPr id="180" name="Text Box 101">
            <a:extLst>
              <a:ext uri="{FF2B5EF4-FFF2-40B4-BE49-F238E27FC236}">
                <a16:creationId xmlns:a16="http://schemas.microsoft.com/office/drawing/2014/main" id="{E0F8E34F-AF3B-4CE1-91C1-E86F3431AC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6317" y="1963944"/>
            <a:ext cx="891591" cy="4315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None/>
            </a:pP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 </a:t>
            </a:r>
            <a:r>
              <a:rPr lang="en-US" altLang="zh-CN" sz="2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</a:t>
            </a: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  <a:r>
              <a:rPr lang="en-US" altLang="zh-CN" sz="2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</a:t>
            </a: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</a:p>
        </p:txBody>
      </p:sp>
      <p:sp>
        <p:nvSpPr>
          <p:cNvPr id="181" name="Text Box 101">
            <a:extLst>
              <a:ext uri="{FF2B5EF4-FFF2-40B4-BE49-F238E27FC236}">
                <a16:creationId xmlns:a16="http://schemas.microsoft.com/office/drawing/2014/main" id="{66900D4B-1C83-42FE-901F-B7566A32C3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6317" y="2257528"/>
            <a:ext cx="891591" cy="4315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None/>
            </a:pP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 </a:t>
            </a:r>
            <a:r>
              <a:rPr lang="en-US" altLang="zh-CN" sz="2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</a:t>
            </a: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  <a:r>
              <a:rPr lang="en-US" altLang="zh-CN" sz="2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</a:t>
            </a: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</a:p>
        </p:txBody>
      </p:sp>
      <p:sp>
        <p:nvSpPr>
          <p:cNvPr id="182" name="Text Box 101">
            <a:extLst>
              <a:ext uri="{FF2B5EF4-FFF2-40B4-BE49-F238E27FC236}">
                <a16:creationId xmlns:a16="http://schemas.microsoft.com/office/drawing/2014/main" id="{D7D7C7ED-798B-431C-A1CA-4B7A2B30CA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3450" y="3391798"/>
            <a:ext cx="891591" cy="4315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None/>
            </a:pP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 </a:t>
            </a:r>
            <a:r>
              <a:rPr lang="en-US" altLang="zh-CN" sz="2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</a:t>
            </a: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  <a:r>
              <a:rPr lang="en-US" altLang="zh-CN" sz="2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</a:t>
            </a: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</a:p>
        </p:txBody>
      </p:sp>
      <p:sp>
        <p:nvSpPr>
          <p:cNvPr id="183" name="Text Box 101">
            <a:extLst>
              <a:ext uri="{FF2B5EF4-FFF2-40B4-BE49-F238E27FC236}">
                <a16:creationId xmlns:a16="http://schemas.microsoft.com/office/drawing/2014/main" id="{D7D7C7ED-798B-431C-A1CA-4B7A2B30CA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2067" y="4000708"/>
            <a:ext cx="891591" cy="4315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None/>
            </a:pP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 </a:t>
            </a:r>
            <a:r>
              <a:rPr lang="en-US" altLang="zh-CN" sz="2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</a:t>
            </a: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  <a:r>
              <a:rPr lang="en-US" altLang="zh-CN" sz="2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</a:t>
            </a: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</a:p>
        </p:txBody>
      </p:sp>
      <p:sp>
        <p:nvSpPr>
          <p:cNvPr id="184" name="Text Box 101">
            <a:extLst>
              <a:ext uri="{FF2B5EF4-FFF2-40B4-BE49-F238E27FC236}">
                <a16:creationId xmlns:a16="http://schemas.microsoft.com/office/drawing/2014/main" id="{D7D7C7ED-798B-431C-A1CA-4B7A2B30CA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8491" y="5219114"/>
            <a:ext cx="891591" cy="4315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None/>
            </a:pP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 </a:t>
            </a:r>
            <a:r>
              <a:rPr lang="en-US" altLang="zh-CN" sz="2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</a:t>
            </a: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  <a:r>
              <a:rPr lang="en-US" altLang="zh-CN" sz="2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</a:t>
            </a: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</a:p>
        </p:txBody>
      </p:sp>
      <p:sp>
        <p:nvSpPr>
          <p:cNvPr id="185" name="Text Box 101">
            <a:extLst>
              <a:ext uri="{FF2B5EF4-FFF2-40B4-BE49-F238E27FC236}">
                <a16:creationId xmlns:a16="http://schemas.microsoft.com/office/drawing/2014/main" id="{D7D7C7ED-798B-431C-A1CA-4B7A2B30CA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7007" y="5536717"/>
            <a:ext cx="891591" cy="4315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None/>
            </a:pP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 </a:t>
            </a:r>
            <a:r>
              <a:rPr lang="en-US" altLang="zh-CN" sz="2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</a:t>
            </a: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  <a:r>
              <a:rPr lang="en-US" altLang="zh-CN" sz="2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</a:t>
            </a: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</a:p>
        </p:txBody>
      </p:sp>
      <p:sp>
        <p:nvSpPr>
          <p:cNvPr id="186" name="Text Box 101">
            <a:extLst>
              <a:ext uri="{FF2B5EF4-FFF2-40B4-BE49-F238E27FC236}">
                <a16:creationId xmlns:a16="http://schemas.microsoft.com/office/drawing/2014/main" id="{60332151-B8BA-4D5F-BF8E-2DDF827F6E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4428" y="5902324"/>
            <a:ext cx="954108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7   1   0</a:t>
            </a:r>
          </a:p>
        </p:txBody>
      </p:sp>
      <p:sp>
        <p:nvSpPr>
          <p:cNvPr id="187" name="Text Box 101">
            <a:extLst>
              <a:ext uri="{FF2B5EF4-FFF2-40B4-BE49-F238E27FC236}">
                <a16:creationId xmlns:a16="http://schemas.microsoft.com/office/drawing/2014/main" id="{3F191FBD-5748-49CC-AC4F-8FF75CDE38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3271" y="1693863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0   2   3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2232" grpId="0"/>
      <p:bldP spid="472234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618" name="Group 2"/>
          <p:cNvGrpSpPr/>
          <p:nvPr/>
        </p:nvGrpSpPr>
        <p:grpSpPr bwMode="auto">
          <a:xfrm>
            <a:off x="541338" y="1016000"/>
            <a:ext cx="1744663" cy="1668463"/>
            <a:chOff x="245" y="208"/>
            <a:chExt cx="1099" cy="1051"/>
          </a:xfrm>
        </p:grpSpPr>
        <p:sp>
          <p:nvSpPr>
            <p:cNvPr id="111787" name="Line 3"/>
            <p:cNvSpPr>
              <a:spLocks noChangeShapeType="1"/>
            </p:cNvSpPr>
            <p:nvPr/>
          </p:nvSpPr>
          <p:spPr bwMode="auto">
            <a:xfrm>
              <a:off x="672" y="480"/>
              <a:ext cx="0" cy="7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1788" name="Line 4"/>
            <p:cNvSpPr>
              <a:spLocks noChangeShapeType="1"/>
            </p:cNvSpPr>
            <p:nvPr/>
          </p:nvSpPr>
          <p:spPr bwMode="auto">
            <a:xfrm>
              <a:off x="480" y="624"/>
              <a:ext cx="8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1789" name="Text Box 5"/>
            <p:cNvSpPr txBox="1">
              <a:spLocks noChangeArrowheads="1"/>
            </p:cNvSpPr>
            <p:nvPr/>
          </p:nvSpPr>
          <p:spPr bwMode="auto">
            <a:xfrm>
              <a:off x="689" y="384"/>
              <a:ext cx="577" cy="2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80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x   y   z</a:t>
              </a:r>
            </a:p>
          </p:txBody>
        </p:sp>
        <p:sp>
          <p:nvSpPr>
            <p:cNvPr id="111790" name="Text Box 6"/>
            <p:cNvSpPr txBox="1">
              <a:spLocks noChangeArrowheads="1"/>
            </p:cNvSpPr>
            <p:nvPr/>
          </p:nvSpPr>
          <p:spPr bwMode="auto">
            <a:xfrm>
              <a:off x="486" y="624"/>
              <a:ext cx="189" cy="2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80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x</a:t>
              </a:r>
            </a:p>
          </p:txBody>
        </p:sp>
        <p:sp>
          <p:nvSpPr>
            <p:cNvPr id="111791" name="Text Box 7"/>
            <p:cNvSpPr txBox="1">
              <a:spLocks noChangeArrowheads="1"/>
            </p:cNvSpPr>
            <p:nvPr/>
          </p:nvSpPr>
          <p:spPr bwMode="auto">
            <a:xfrm>
              <a:off x="481" y="816"/>
              <a:ext cx="189" cy="2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80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y</a:t>
              </a:r>
            </a:p>
          </p:txBody>
        </p:sp>
        <p:sp>
          <p:nvSpPr>
            <p:cNvPr id="111792" name="Text Box 8"/>
            <p:cNvSpPr txBox="1">
              <a:spLocks noChangeArrowheads="1"/>
            </p:cNvSpPr>
            <p:nvPr/>
          </p:nvSpPr>
          <p:spPr bwMode="auto">
            <a:xfrm>
              <a:off x="482" y="1008"/>
              <a:ext cx="189" cy="2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80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z</a:t>
              </a:r>
            </a:p>
          </p:txBody>
        </p:sp>
        <p:sp>
          <p:nvSpPr>
            <p:cNvPr id="111793" name="Text Box 9"/>
            <p:cNvSpPr txBox="1">
              <a:spLocks noChangeArrowheads="1"/>
            </p:cNvSpPr>
            <p:nvPr/>
          </p:nvSpPr>
          <p:spPr bwMode="auto">
            <a:xfrm>
              <a:off x="669" y="624"/>
              <a:ext cx="601" cy="2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800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0   2   7</a:t>
              </a:r>
            </a:p>
          </p:txBody>
        </p:sp>
        <p:sp>
          <p:nvSpPr>
            <p:cNvPr id="111797" name="Text Box 16"/>
            <p:cNvSpPr txBox="1">
              <a:spLocks noChangeArrowheads="1"/>
            </p:cNvSpPr>
            <p:nvPr/>
          </p:nvSpPr>
          <p:spPr bwMode="auto">
            <a:xfrm rot="16200000">
              <a:off x="167" y="809"/>
              <a:ext cx="407" cy="2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800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from</a:t>
              </a:r>
            </a:p>
          </p:txBody>
        </p:sp>
        <p:sp>
          <p:nvSpPr>
            <p:cNvPr id="111798" name="Text Box 17"/>
            <p:cNvSpPr txBox="1">
              <a:spLocks noChangeArrowheads="1"/>
            </p:cNvSpPr>
            <p:nvPr/>
          </p:nvSpPr>
          <p:spPr bwMode="auto">
            <a:xfrm>
              <a:off x="695" y="208"/>
              <a:ext cx="544" cy="2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800" dirty="0"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cost to</a:t>
              </a:r>
            </a:p>
          </p:txBody>
        </p:sp>
      </p:grpSp>
      <p:sp>
        <p:nvSpPr>
          <p:cNvPr id="111619" name="Text Box 18"/>
          <p:cNvSpPr txBox="1">
            <a:spLocks noChangeArrowheads="1"/>
          </p:cNvSpPr>
          <p:nvPr/>
        </p:nvSpPr>
        <p:spPr bwMode="auto">
          <a:xfrm rot="-5400000">
            <a:off x="419894" y="3759200"/>
            <a:ext cx="647700" cy="423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11620" name="Text Box 19"/>
          <p:cNvSpPr txBox="1">
            <a:spLocks noChangeArrowheads="1"/>
          </p:cNvSpPr>
          <p:nvPr/>
        </p:nvSpPr>
        <p:spPr bwMode="auto">
          <a:xfrm rot="-5400000">
            <a:off x="444634" y="5562599"/>
            <a:ext cx="647700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11621" name="Line 29"/>
          <p:cNvSpPr>
            <a:spLocks noChangeShapeType="1"/>
          </p:cNvSpPr>
          <p:nvPr/>
        </p:nvSpPr>
        <p:spPr bwMode="auto">
          <a:xfrm>
            <a:off x="3276600" y="144780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1622" name="Line 30"/>
          <p:cNvSpPr>
            <a:spLocks noChangeShapeType="1"/>
          </p:cNvSpPr>
          <p:nvPr/>
        </p:nvSpPr>
        <p:spPr bwMode="auto">
          <a:xfrm>
            <a:off x="2971800" y="16764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1623" name="Text Box 31"/>
          <p:cNvSpPr txBox="1">
            <a:spLocks noChangeArrowheads="1"/>
          </p:cNvSpPr>
          <p:nvPr/>
        </p:nvSpPr>
        <p:spPr bwMode="auto">
          <a:xfrm>
            <a:off x="3303588" y="1295400"/>
            <a:ext cx="915987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11625" name="Text Box 36"/>
          <p:cNvSpPr txBox="1">
            <a:spLocks noChangeArrowheads="1"/>
          </p:cNvSpPr>
          <p:nvPr/>
        </p:nvSpPr>
        <p:spPr bwMode="auto">
          <a:xfrm rot="-5400000">
            <a:off x="2488407" y="1985164"/>
            <a:ext cx="647700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11626" name="Text Box 37"/>
          <p:cNvSpPr txBox="1">
            <a:spLocks noChangeArrowheads="1"/>
          </p:cNvSpPr>
          <p:nvPr/>
        </p:nvSpPr>
        <p:spPr bwMode="auto">
          <a:xfrm>
            <a:off x="3316287" y="1015999"/>
            <a:ext cx="865187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11627" name="Line 38"/>
          <p:cNvSpPr>
            <a:spLocks noChangeShapeType="1"/>
          </p:cNvSpPr>
          <p:nvPr/>
        </p:nvSpPr>
        <p:spPr bwMode="auto">
          <a:xfrm>
            <a:off x="1219200" y="320040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1628" name="Line 39"/>
          <p:cNvSpPr>
            <a:spLocks noChangeShapeType="1"/>
          </p:cNvSpPr>
          <p:nvPr/>
        </p:nvSpPr>
        <p:spPr bwMode="auto">
          <a:xfrm>
            <a:off x="914400" y="34290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1629" name="Text Box 40"/>
          <p:cNvSpPr txBox="1">
            <a:spLocks noChangeArrowheads="1"/>
          </p:cNvSpPr>
          <p:nvPr/>
        </p:nvSpPr>
        <p:spPr bwMode="auto">
          <a:xfrm>
            <a:off x="1246188" y="3048000"/>
            <a:ext cx="915987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11630" name="Text Box 49"/>
          <p:cNvSpPr txBox="1">
            <a:spLocks noChangeArrowheads="1"/>
          </p:cNvSpPr>
          <p:nvPr/>
        </p:nvSpPr>
        <p:spPr bwMode="auto">
          <a:xfrm>
            <a:off x="1255713" y="2794793"/>
            <a:ext cx="865187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11631" name="Line 86"/>
          <p:cNvSpPr>
            <a:spLocks noChangeShapeType="1"/>
          </p:cNvSpPr>
          <p:nvPr/>
        </p:nvSpPr>
        <p:spPr bwMode="auto">
          <a:xfrm>
            <a:off x="1219200" y="502920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1632" name="Line 87"/>
          <p:cNvSpPr>
            <a:spLocks noChangeShapeType="1"/>
          </p:cNvSpPr>
          <p:nvPr/>
        </p:nvSpPr>
        <p:spPr bwMode="auto">
          <a:xfrm>
            <a:off x="914400" y="52578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1633" name="Text Box 88"/>
          <p:cNvSpPr txBox="1">
            <a:spLocks noChangeArrowheads="1"/>
          </p:cNvSpPr>
          <p:nvPr/>
        </p:nvSpPr>
        <p:spPr bwMode="auto">
          <a:xfrm>
            <a:off x="1246188" y="4876800"/>
            <a:ext cx="915987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11637" name="Text Box 98"/>
          <p:cNvSpPr txBox="1">
            <a:spLocks noChangeArrowheads="1"/>
          </p:cNvSpPr>
          <p:nvPr/>
        </p:nvSpPr>
        <p:spPr bwMode="auto">
          <a:xfrm>
            <a:off x="1255713" y="4609933"/>
            <a:ext cx="865187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11638" name="Text Box 99"/>
          <p:cNvSpPr txBox="1">
            <a:spLocks noChangeArrowheads="1"/>
          </p:cNvSpPr>
          <p:nvPr/>
        </p:nvSpPr>
        <p:spPr bwMode="auto">
          <a:xfrm>
            <a:off x="1225550" y="3768725"/>
            <a:ext cx="954088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2   0   1</a:t>
            </a:r>
          </a:p>
        </p:txBody>
      </p:sp>
      <p:sp>
        <p:nvSpPr>
          <p:cNvPr id="111639" name="Text Box 101"/>
          <p:cNvSpPr txBox="1">
            <a:spLocks noChangeArrowheads="1"/>
          </p:cNvSpPr>
          <p:nvPr/>
        </p:nvSpPr>
        <p:spPr bwMode="auto">
          <a:xfrm>
            <a:off x="3306763" y="1997075"/>
            <a:ext cx="9540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2   0   1</a:t>
            </a:r>
          </a:p>
        </p:txBody>
      </p:sp>
      <p:sp>
        <p:nvSpPr>
          <p:cNvPr id="111640" name="Text Box 102"/>
          <p:cNvSpPr txBox="1">
            <a:spLocks noChangeArrowheads="1"/>
          </p:cNvSpPr>
          <p:nvPr/>
        </p:nvSpPr>
        <p:spPr bwMode="auto">
          <a:xfrm>
            <a:off x="3297238" y="2301875"/>
            <a:ext cx="9540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7   1   0</a:t>
            </a:r>
          </a:p>
        </p:txBody>
      </p:sp>
      <p:sp>
        <p:nvSpPr>
          <p:cNvPr id="111641" name="Line 113"/>
          <p:cNvSpPr>
            <a:spLocks noChangeShapeType="1"/>
          </p:cNvSpPr>
          <p:nvPr/>
        </p:nvSpPr>
        <p:spPr bwMode="auto">
          <a:xfrm>
            <a:off x="2209799" y="1981200"/>
            <a:ext cx="827087" cy="1627186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1642" name="Line 114"/>
          <p:cNvSpPr>
            <a:spLocks noChangeShapeType="1"/>
          </p:cNvSpPr>
          <p:nvPr/>
        </p:nvSpPr>
        <p:spPr bwMode="auto">
          <a:xfrm>
            <a:off x="2133600" y="2057400"/>
            <a:ext cx="885826" cy="3311526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1643" name="Line 115"/>
          <p:cNvSpPr>
            <a:spLocks noChangeShapeType="1"/>
          </p:cNvSpPr>
          <p:nvPr/>
        </p:nvSpPr>
        <p:spPr bwMode="auto">
          <a:xfrm flipV="1">
            <a:off x="2133600" y="2257425"/>
            <a:ext cx="889000" cy="1552575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1644" name="Line 116"/>
          <p:cNvSpPr>
            <a:spLocks noChangeShapeType="1"/>
          </p:cNvSpPr>
          <p:nvPr/>
        </p:nvSpPr>
        <p:spPr bwMode="auto">
          <a:xfrm>
            <a:off x="2133600" y="4114799"/>
            <a:ext cx="900112" cy="1600199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1645" name="Line 117"/>
          <p:cNvSpPr>
            <a:spLocks noChangeShapeType="1"/>
          </p:cNvSpPr>
          <p:nvPr/>
        </p:nvSpPr>
        <p:spPr bwMode="auto">
          <a:xfrm flipV="1">
            <a:off x="2135188" y="2628899"/>
            <a:ext cx="962024" cy="3332163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1646" name="Line 118"/>
          <p:cNvSpPr>
            <a:spLocks noChangeShapeType="1"/>
          </p:cNvSpPr>
          <p:nvPr/>
        </p:nvSpPr>
        <p:spPr bwMode="auto">
          <a:xfrm flipV="1">
            <a:off x="2225674" y="4368797"/>
            <a:ext cx="820737" cy="1625601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1648" name="Text Box 160"/>
          <p:cNvSpPr txBox="1">
            <a:spLocks noChangeArrowheads="1"/>
          </p:cNvSpPr>
          <p:nvPr/>
        </p:nvSpPr>
        <p:spPr bwMode="auto">
          <a:xfrm>
            <a:off x="69850" y="685800"/>
            <a:ext cx="1439863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b="1" u="sng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node x table</a:t>
            </a:r>
          </a:p>
        </p:txBody>
      </p:sp>
      <p:sp>
        <p:nvSpPr>
          <p:cNvPr id="111649" name="Text Box 161"/>
          <p:cNvSpPr txBox="1">
            <a:spLocks noChangeArrowheads="1"/>
          </p:cNvSpPr>
          <p:nvPr/>
        </p:nvSpPr>
        <p:spPr bwMode="auto">
          <a:xfrm>
            <a:off x="65088" y="2590800"/>
            <a:ext cx="1441450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b="1" u="sng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node y table</a:t>
            </a:r>
          </a:p>
        </p:txBody>
      </p:sp>
      <p:sp>
        <p:nvSpPr>
          <p:cNvPr id="111650" name="Text Box 162"/>
          <p:cNvSpPr txBox="1">
            <a:spLocks noChangeArrowheads="1"/>
          </p:cNvSpPr>
          <p:nvPr/>
        </p:nvSpPr>
        <p:spPr bwMode="auto">
          <a:xfrm>
            <a:off x="63500" y="4343400"/>
            <a:ext cx="1439863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b="1" u="sng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node z table</a:t>
            </a:r>
          </a:p>
        </p:txBody>
      </p:sp>
      <p:sp>
        <p:nvSpPr>
          <p:cNvPr id="111651" name="Oval 163"/>
          <p:cNvSpPr>
            <a:spLocks noChangeArrowheads="1"/>
          </p:cNvSpPr>
          <p:nvPr/>
        </p:nvSpPr>
        <p:spPr bwMode="auto">
          <a:xfrm>
            <a:off x="1149350" y="1676400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111652" name="Oval 164"/>
          <p:cNvSpPr>
            <a:spLocks noChangeArrowheads="1"/>
          </p:cNvSpPr>
          <p:nvPr/>
        </p:nvSpPr>
        <p:spPr bwMode="auto">
          <a:xfrm>
            <a:off x="1176338" y="3768725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111653" name="Oval 165"/>
          <p:cNvSpPr>
            <a:spLocks noChangeArrowheads="1"/>
          </p:cNvSpPr>
          <p:nvPr/>
        </p:nvSpPr>
        <p:spPr bwMode="auto">
          <a:xfrm>
            <a:off x="1158875" y="5891213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111654" name="Oval 166"/>
          <p:cNvSpPr>
            <a:spLocks noChangeArrowheads="1"/>
          </p:cNvSpPr>
          <p:nvPr/>
        </p:nvSpPr>
        <p:spPr bwMode="auto">
          <a:xfrm>
            <a:off x="3213100" y="1676400"/>
            <a:ext cx="1087439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111660" name="Text Box 6"/>
          <p:cNvSpPr txBox="1">
            <a:spLocks noChangeArrowheads="1"/>
          </p:cNvSpPr>
          <p:nvPr/>
        </p:nvSpPr>
        <p:spPr bwMode="auto">
          <a:xfrm>
            <a:off x="933450" y="3430588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11661" name="Text Box 7"/>
          <p:cNvSpPr txBox="1">
            <a:spLocks noChangeArrowheads="1"/>
          </p:cNvSpPr>
          <p:nvPr/>
        </p:nvSpPr>
        <p:spPr bwMode="auto">
          <a:xfrm>
            <a:off x="925513" y="3735388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11662" name="Text Box 8"/>
          <p:cNvSpPr txBox="1">
            <a:spLocks noChangeArrowheads="1"/>
          </p:cNvSpPr>
          <p:nvPr/>
        </p:nvSpPr>
        <p:spPr bwMode="auto">
          <a:xfrm>
            <a:off x="927100" y="4040188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11663" name="Text Box 6"/>
          <p:cNvSpPr txBox="1">
            <a:spLocks noChangeArrowheads="1"/>
          </p:cNvSpPr>
          <p:nvPr/>
        </p:nvSpPr>
        <p:spPr bwMode="auto">
          <a:xfrm>
            <a:off x="920750" y="5259388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11664" name="Text Box 7"/>
          <p:cNvSpPr txBox="1">
            <a:spLocks noChangeArrowheads="1"/>
          </p:cNvSpPr>
          <p:nvPr/>
        </p:nvSpPr>
        <p:spPr bwMode="auto">
          <a:xfrm>
            <a:off x="912813" y="5564188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11665" name="Text Box 8"/>
          <p:cNvSpPr txBox="1">
            <a:spLocks noChangeArrowheads="1"/>
          </p:cNvSpPr>
          <p:nvPr/>
        </p:nvSpPr>
        <p:spPr bwMode="auto">
          <a:xfrm>
            <a:off x="914400" y="5868988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11678" name="Text Box 6"/>
          <p:cNvSpPr txBox="1">
            <a:spLocks noChangeArrowheads="1"/>
          </p:cNvSpPr>
          <p:nvPr/>
        </p:nvSpPr>
        <p:spPr bwMode="auto">
          <a:xfrm>
            <a:off x="2984500" y="1666875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11679" name="Text Box 7"/>
          <p:cNvSpPr txBox="1">
            <a:spLocks noChangeArrowheads="1"/>
          </p:cNvSpPr>
          <p:nvPr/>
        </p:nvSpPr>
        <p:spPr bwMode="auto">
          <a:xfrm>
            <a:off x="2976563" y="1971675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11680" name="Text Box 8"/>
          <p:cNvSpPr txBox="1">
            <a:spLocks noChangeArrowheads="1"/>
          </p:cNvSpPr>
          <p:nvPr/>
        </p:nvSpPr>
        <p:spPr bwMode="auto">
          <a:xfrm>
            <a:off x="2978150" y="2276475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11681" name="Line 29"/>
          <p:cNvSpPr>
            <a:spLocks noChangeShapeType="1"/>
          </p:cNvSpPr>
          <p:nvPr/>
        </p:nvSpPr>
        <p:spPr bwMode="auto">
          <a:xfrm>
            <a:off x="3257550" y="3214688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1682" name="Line 30"/>
          <p:cNvSpPr>
            <a:spLocks noChangeShapeType="1"/>
          </p:cNvSpPr>
          <p:nvPr/>
        </p:nvSpPr>
        <p:spPr bwMode="auto">
          <a:xfrm>
            <a:off x="2952750" y="3443288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1683" name="Text Box 31"/>
          <p:cNvSpPr txBox="1">
            <a:spLocks noChangeArrowheads="1"/>
          </p:cNvSpPr>
          <p:nvPr/>
        </p:nvSpPr>
        <p:spPr bwMode="auto">
          <a:xfrm>
            <a:off x="3284538" y="3062288"/>
            <a:ext cx="915987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11685" name="Text Box 36"/>
          <p:cNvSpPr txBox="1">
            <a:spLocks noChangeArrowheads="1"/>
          </p:cNvSpPr>
          <p:nvPr/>
        </p:nvSpPr>
        <p:spPr bwMode="auto">
          <a:xfrm rot="-5400000">
            <a:off x="2468564" y="3751264"/>
            <a:ext cx="647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11686" name="Text Box 37"/>
          <p:cNvSpPr txBox="1">
            <a:spLocks noChangeArrowheads="1"/>
          </p:cNvSpPr>
          <p:nvPr/>
        </p:nvSpPr>
        <p:spPr bwMode="auto">
          <a:xfrm>
            <a:off x="3294063" y="2794793"/>
            <a:ext cx="863600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11687" name="Text Box 101"/>
          <p:cNvSpPr txBox="1">
            <a:spLocks noChangeArrowheads="1"/>
          </p:cNvSpPr>
          <p:nvPr/>
        </p:nvSpPr>
        <p:spPr bwMode="auto">
          <a:xfrm>
            <a:off x="3286125" y="3763963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2   0   1</a:t>
            </a:r>
          </a:p>
        </p:txBody>
      </p:sp>
      <p:sp>
        <p:nvSpPr>
          <p:cNvPr id="111688" name="Text Box 102"/>
          <p:cNvSpPr txBox="1">
            <a:spLocks noChangeArrowheads="1"/>
          </p:cNvSpPr>
          <p:nvPr/>
        </p:nvSpPr>
        <p:spPr bwMode="auto">
          <a:xfrm>
            <a:off x="3278188" y="4068763"/>
            <a:ext cx="9540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7   1   0</a:t>
            </a:r>
          </a:p>
        </p:txBody>
      </p:sp>
      <p:sp>
        <p:nvSpPr>
          <p:cNvPr id="111691" name="Text Box 6"/>
          <p:cNvSpPr txBox="1">
            <a:spLocks noChangeArrowheads="1"/>
          </p:cNvSpPr>
          <p:nvPr/>
        </p:nvSpPr>
        <p:spPr bwMode="auto">
          <a:xfrm>
            <a:off x="2965450" y="3433763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11692" name="Text Box 7"/>
          <p:cNvSpPr txBox="1">
            <a:spLocks noChangeArrowheads="1"/>
          </p:cNvSpPr>
          <p:nvPr/>
        </p:nvSpPr>
        <p:spPr bwMode="auto">
          <a:xfrm>
            <a:off x="2957513" y="3738563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11693" name="Text Box 8"/>
          <p:cNvSpPr txBox="1">
            <a:spLocks noChangeArrowheads="1"/>
          </p:cNvSpPr>
          <p:nvPr/>
        </p:nvSpPr>
        <p:spPr bwMode="auto">
          <a:xfrm>
            <a:off x="2959100" y="4043363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11694" name="Line 29"/>
          <p:cNvSpPr>
            <a:spLocks noChangeShapeType="1"/>
          </p:cNvSpPr>
          <p:nvPr/>
        </p:nvSpPr>
        <p:spPr bwMode="auto">
          <a:xfrm>
            <a:off x="3257550" y="5026025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1695" name="Line 30"/>
          <p:cNvSpPr>
            <a:spLocks noChangeShapeType="1"/>
          </p:cNvSpPr>
          <p:nvPr/>
        </p:nvSpPr>
        <p:spPr bwMode="auto">
          <a:xfrm>
            <a:off x="2952750" y="5254625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1696" name="Text Box 31"/>
          <p:cNvSpPr txBox="1">
            <a:spLocks noChangeArrowheads="1"/>
          </p:cNvSpPr>
          <p:nvPr/>
        </p:nvSpPr>
        <p:spPr bwMode="auto">
          <a:xfrm>
            <a:off x="3284538" y="4873625"/>
            <a:ext cx="915987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11698" name="Text Box 36"/>
          <p:cNvSpPr txBox="1">
            <a:spLocks noChangeArrowheads="1"/>
          </p:cNvSpPr>
          <p:nvPr/>
        </p:nvSpPr>
        <p:spPr bwMode="auto">
          <a:xfrm rot="-5400000">
            <a:off x="2431256" y="5563394"/>
            <a:ext cx="6461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11699" name="Text Box 37"/>
          <p:cNvSpPr txBox="1">
            <a:spLocks noChangeArrowheads="1"/>
          </p:cNvSpPr>
          <p:nvPr/>
        </p:nvSpPr>
        <p:spPr bwMode="auto">
          <a:xfrm>
            <a:off x="3294063" y="4597399"/>
            <a:ext cx="863600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11700" name="Text Box 101"/>
          <p:cNvSpPr txBox="1">
            <a:spLocks noChangeArrowheads="1"/>
          </p:cNvSpPr>
          <p:nvPr/>
        </p:nvSpPr>
        <p:spPr bwMode="auto">
          <a:xfrm>
            <a:off x="3286125" y="5575300"/>
            <a:ext cx="954088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2   0   1</a:t>
            </a:r>
          </a:p>
        </p:txBody>
      </p:sp>
      <p:sp>
        <p:nvSpPr>
          <p:cNvPr id="111701" name="Text Box 102"/>
          <p:cNvSpPr txBox="1">
            <a:spLocks noChangeArrowheads="1"/>
          </p:cNvSpPr>
          <p:nvPr/>
        </p:nvSpPr>
        <p:spPr bwMode="auto">
          <a:xfrm>
            <a:off x="3278188" y="5880100"/>
            <a:ext cx="954087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3   1   0</a:t>
            </a:r>
          </a:p>
        </p:txBody>
      </p:sp>
      <p:sp>
        <p:nvSpPr>
          <p:cNvPr id="111702" name="Oval 166"/>
          <p:cNvSpPr>
            <a:spLocks noChangeArrowheads="1"/>
          </p:cNvSpPr>
          <p:nvPr/>
        </p:nvSpPr>
        <p:spPr bwMode="auto">
          <a:xfrm>
            <a:off x="3217863" y="5873750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111705" name="Text Box 6"/>
          <p:cNvSpPr txBox="1">
            <a:spLocks noChangeArrowheads="1"/>
          </p:cNvSpPr>
          <p:nvPr/>
        </p:nvSpPr>
        <p:spPr bwMode="auto">
          <a:xfrm>
            <a:off x="2965450" y="5245100"/>
            <a:ext cx="300038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11706" name="Text Box 7"/>
          <p:cNvSpPr txBox="1">
            <a:spLocks noChangeArrowheads="1"/>
          </p:cNvSpPr>
          <p:nvPr/>
        </p:nvSpPr>
        <p:spPr bwMode="auto">
          <a:xfrm>
            <a:off x="2957513" y="5549900"/>
            <a:ext cx="300037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11707" name="Text Box 8"/>
          <p:cNvSpPr txBox="1">
            <a:spLocks noChangeArrowheads="1"/>
          </p:cNvSpPr>
          <p:nvPr/>
        </p:nvSpPr>
        <p:spPr bwMode="auto">
          <a:xfrm>
            <a:off x="2959100" y="5854700"/>
            <a:ext cx="300038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11708" name="Line 29"/>
          <p:cNvSpPr>
            <a:spLocks noChangeShapeType="1"/>
          </p:cNvSpPr>
          <p:nvPr/>
        </p:nvSpPr>
        <p:spPr bwMode="auto">
          <a:xfrm>
            <a:off x="5500688" y="1427163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1709" name="Line 30"/>
          <p:cNvSpPr>
            <a:spLocks noChangeShapeType="1"/>
          </p:cNvSpPr>
          <p:nvPr/>
        </p:nvSpPr>
        <p:spPr bwMode="auto">
          <a:xfrm>
            <a:off x="5195888" y="1655763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1710" name="Text Box 31"/>
          <p:cNvSpPr txBox="1">
            <a:spLocks noChangeArrowheads="1"/>
          </p:cNvSpPr>
          <p:nvPr/>
        </p:nvSpPr>
        <p:spPr bwMode="auto">
          <a:xfrm>
            <a:off x="5527675" y="1274763"/>
            <a:ext cx="915988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11712" name="Text Box 36"/>
          <p:cNvSpPr txBox="1">
            <a:spLocks noChangeArrowheads="1"/>
          </p:cNvSpPr>
          <p:nvPr/>
        </p:nvSpPr>
        <p:spPr bwMode="auto">
          <a:xfrm rot="-5400000">
            <a:off x="4695032" y="1962151"/>
            <a:ext cx="646112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11713" name="Text Box 37"/>
          <p:cNvSpPr txBox="1">
            <a:spLocks noChangeArrowheads="1"/>
          </p:cNvSpPr>
          <p:nvPr/>
        </p:nvSpPr>
        <p:spPr bwMode="auto">
          <a:xfrm>
            <a:off x="5534025" y="995363"/>
            <a:ext cx="865188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11714" name="Text Box 101"/>
          <p:cNvSpPr txBox="1">
            <a:spLocks noChangeArrowheads="1"/>
          </p:cNvSpPr>
          <p:nvPr/>
        </p:nvSpPr>
        <p:spPr bwMode="auto">
          <a:xfrm>
            <a:off x="5507038" y="1977231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2   0   1</a:t>
            </a:r>
          </a:p>
        </p:txBody>
      </p:sp>
      <p:sp>
        <p:nvSpPr>
          <p:cNvPr id="111715" name="Text Box 102"/>
          <p:cNvSpPr txBox="1">
            <a:spLocks noChangeArrowheads="1"/>
          </p:cNvSpPr>
          <p:nvPr/>
        </p:nvSpPr>
        <p:spPr bwMode="auto">
          <a:xfrm>
            <a:off x="5521325" y="2281238"/>
            <a:ext cx="954088" cy="423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3   1   0</a:t>
            </a:r>
          </a:p>
        </p:txBody>
      </p:sp>
      <p:sp>
        <p:nvSpPr>
          <p:cNvPr id="111718" name="Text Box 6"/>
          <p:cNvSpPr txBox="1">
            <a:spLocks noChangeArrowheads="1"/>
          </p:cNvSpPr>
          <p:nvPr/>
        </p:nvSpPr>
        <p:spPr bwMode="auto">
          <a:xfrm>
            <a:off x="5208588" y="1646238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11719" name="Text Box 7"/>
          <p:cNvSpPr txBox="1">
            <a:spLocks noChangeArrowheads="1"/>
          </p:cNvSpPr>
          <p:nvPr/>
        </p:nvSpPr>
        <p:spPr bwMode="auto">
          <a:xfrm>
            <a:off x="5200650" y="1951038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11720" name="Text Box 8"/>
          <p:cNvSpPr txBox="1">
            <a:spLocks noChangeArrowheads="1"/>
          </p:cNvSpPr>
          <p:nvPr/>
        </p:nvSpPr>
        <p:spPr bwMode="auto">
          <a:xfrm>
            <a:off x="5202238" y="2255838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11721" name="Line 29"/>
          <p:cNvSpPr>
            <a:spLocks noChangeShapeType="1"/>
          </p:cNvSpPr>
          <p:nvPr/>
        </p:nvSpPr>
        <p:spPr bwMode="auto">
          <a:xfrm>
            <a:off x="5481638" y="319405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1722" name="Line 30"/>
          <p:cNvSpPr>
            <a:spLocks noChangeShapeType="1"/>
          </p:cNvSpPr>
          <p:nvPr/>
        </p:nvSpPr>
        <p:spPr bwMode="auto">
          <a:xfrm>
            <a:off x="5176838" y="342265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1723" name="Text Box 31"/>
          <p:cNvSpPr txBox="1">
            <a:spLocks noChangeArrowheads="1"/>
          </p:cNvSpPr>
          <p:nvPr/>
        </p:nvSpPr>
        <p:spPr bwMode="auto">
          <a:xfrm>
            <a:off x="5508625" y="3041650"/>
            <a:ext cx="915988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11725" name="Text Box 36"/>
          <p:cNvSpPr txBox="1">
            <a:spLocks noChangeArrowheads="1"/>
          </p:cNvSpPr>
          <p:nvPr/>
        </p:nvSpPr>
        <p:spPr bwMode="auto">
          <a:xfrm rot="-5400000">
            <a:off x="4695033" y="3730622"/>
            <a:ext cx="646113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11726" name="Text Box 37"/>
          <p:cNvSpPr txBox="1">
            <a:spLocks noChangeArrowheads="1"/>
          </p:cNvSpPr>
          <p:nvPr/>
        </p:nvSpPr>
        <p:spPr bwMode="auto">
          <a:xfrm>
            <a:off x="5518150" y="2789237"/>
            <a:ext cx="863600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11727" name="Text Box 101"/>
          <p:cNvSpPr txBox="1">
            <a:spLocks noChangeArrowheads="1"/>
          </p:cNvSpPr>
          <p:nvPr/>
        </p:nvSpPr>
        <p:spPr bwMode="auto">
          <a:xfrm>
            <a:off x="5510213" y="3743325"/>
            <a:ext cx="9540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2   0   1</a:t>
            </a:r>
          </a:p>
        </p:txBody>
      </p:sp>
      <p:sp>
        <p:nvSpPr>
          <p:cNvPr id="111728" name="Text Box 102"/>
          <p:cNvSpPr txBox="1">
            <a:spLocks noChangeArrowheads="1"/>
          </p:cNvSpPr>
          <p:nvPr/>
        </p:nvSpPr>
        <p:spPr bwMode="auto">
          <a:xfrm>
            <a:off x="5502275" y="4048125"/>
            <a:ext cx="954088" cy="423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3   1   0</a:t>
            </a:r>
          </a:p>
        </p:txBody>
      </p:sp>
      <p:sp>
        <p:nvSpPr>
          <p:cNvPr id="111731" name="Text Box 6"/>
          <p:cNvSpPr txBox="1">
            <a:spLocks noChangeArrowheads="1"/>
          </p:cNvSpPr>
          <p:nvPr/>
        </p:nvSpPr>
        <p:spPr bwMode="auto">
          <a:xfrm>
            <a:off x="5189538" y="3413125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11732" name="Text Box 7"/>
          <p:cNvSpPr txBox="1">
            <a:spLocks noChangeArrowheads="1"/>
          </p:cNvSpPr>
          <p:nvPr/>
        </p:nvSpPr>
        <p:spPr bwMode="auto">
          <a:xfrm>
            <a:off x="5181600" y="3717925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11733" name="Text Box 8"/>
          <p:cNvSpPr txBox="1">
            <a:spLocks noChangeArrowheads="1"/>
          </p:cNvSpPr>
          <p:nvPr/>
        </p:nvSpPr>
        <p:spPr bwMode="auto">
          <a:xfrm>
            <a:off x="5183188" y="4022725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11734" name="Line 29"/>
          <p:cNvSpPr>
            <a:spLocks noChangeShapeType="1"/>
          </p:cNvSpPr>
          <p:nvPr/>
        </p:nvSpPr>
        <p:spPr bwMode="auto">
          <a:xfrm>
            <a:off x="5481638" y="5006975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1735" name="Line 30"/>
          <p:cNvSpPr>
            <a:spLocks noChangeShapeType="1"/>
          </p:cNvSpPr>
          <p:nvPr/>
        </p:nvSpPr>
        <p:spPr bwMode="auto">
          <a:xfrm>
            <a:off x="5176838" y="5235575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1736" name="Text Box 31"/>
          <p:cNvSpPr txBox="1">
            <a:spLocks noChangeArrowheads="1"/>
          </p:cNvSpPr>
          <p:nvPr/>
        </p:nvSpPr>
        <p:spPr bwMode="auto">
          <a:xfrm>
            <a:off x="5508625" y="4854575"/>
            <a:ext cx="9159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11738" name="Text Box 36"/>
          <p:cNvSpPr txBox="1">
            <a:spLocks noChangeArrowheads="1"/>
          </p:cNvSpPr>
          <p:nvPr/>
        </p:nvSpPr>
        <p:spPr bwMode="auto">
          <a:xfrm rot="-5400000">
            <a:off x="4691860" y="5541963"/>
            <a:ext cx="646112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11739" name="Text Box 37"/>
          <p:cNvSpPr txBox="1">
            <a:spLocks noChangeArrowheads="1"/>
          </p:cNvSpPr>
          <p:nvPr/>
        </p:nvSpPr>
        <p:spPr bwMode="auto">
          <a:xfrm>
            <a:off x="5518150" y="4587081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11740" name="Text Box 101"/>
          <p:cNvSpPr txBox="1">
            <a:spLocks noChangeArrowheads="1"/>
          </p:cNvSpPr>
          <p:nvPr/>
        </p:nvSpPr>
        <p:spPr bwMode="auto">
          <a:xfrm>
            <a:off x="5510213" y="5554663"/>
            <a:ext cx="954087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2   0   1</a:t>
            </a:r>
          </a:p>
        </p:txBody>
      </p:sp>
      <p:sp>
        <p:nvSpPr>
          <p:cNvPr id="111741" name="Text Box 102"/>
          <p:cNvSpPr txBox="1">
            <a:spLocks noChangeArrowheads="1"/>
          </p:cNvSpPr>
          <p:nvPr/>
        </p:nvSpPr>
        <p:spPr bwMode="auto">
          <a:xfrm>
            <a:off x="5502275" y="5859463"/>
            <a:ext cx="954088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3   1   0</a:t>
            </a:r>
          </a:p>
        </p:txBody>
      </p:sp>
      <p:sp>
        <p:nvSpPr>
          <p:cNvPr id="111744" name="Text Box 6"/>
          <p:cNvSpPr txBox="1">
            <a:spLocks noChangeArrowheads="1"/>
          </p:cNvSpPr>
          <p:nvPr/>
        </p:nvSpPr>
        <p:spPr bwMode="auto">
          <a:xfrm>
            <a:off x="5189538" y="5224463"/>
            <a:ext cx="300037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11745" name="Text Box 7"/>
          <p:cNvSpPr txBox="1">
            <a:spLocks noChangeArrowheads="1"/>
          </p:cNvSpPr>
          <p:nvPr/>
        </p:nvSpPr>
        <p:spPr bwMode="auto">
          <a:xfrm>
            <a:off x="5181600" y="5529263"/>
            <a:ext cx="300038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11746" name="Text Box 8"/>
          <p:cNvSpPr txBox="1">
            <a:spLocks noChangeArrowheads="1"/>
          </p:cNvSpPr>
          <p:nvPr/>
        </p:nvSpPr>
        <p:spPr bwMode="auto">
          <a:xfrm>
            <a:off x="5183188" y="5834063"/>
            <a:ext cx="300037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11747" name="Line 119"/>
          <p:cNvSpPr>
            <a:spLocks noChangeShapeType="1"/>
          </p:cNvSpPr>
          <p:nvPr/>
        </p:nvSpPr>
        <p:spPr bwMode="auto">
          <a:xfrm>
            <a:off x="4368800" y="1997074"/>
            <a:ext cx="887413" cy="1582737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1748" name="Line 120"/>
          <p:cNvSpPr>
            <a:spLocks noChangeShapeType="1"/>
          </p:cNvSpPr>
          <p:nvPr/>
        </p:nvSpPr>
        <p:spPr bwMode="auto">
          <a:xfrm>
            <a:off x="4278314" y="2030413"/>
            <a:ext cx="995362" cy="3336924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1749" name="Line 121"/>
          <p:cNvSpPr>
            <a:spLocks noChangeShapeType="1"/>
          </p:cNvSpPr>
          <p:nvPr/>
        </p:nvSpPr>
        <p:spPr bwMode="auto">
          <a:xfrm flipV="1">
            <a:off x="4187826" y="2590800"/>
            <a:ext cx="1119188" cy="3336924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1750" name="Line 122"/>
          <p:cNvSpPr>
            <a:spLocks noChangeShapeType="1"/>
          </p:cNvSpPr>
          <p:nvPr/>
        </p:nvSpPr>
        <p:spPr bwMode="auto">
          <a:xfrm flipV="1">
            <a:off x="4264022" y="4343400"/>
            <a:ext cx="1016003" cy="1630363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1751" name="灯片编号占位符 3"/>
          <p:cNvSpPr txBox="1">
            <a:spLocks noChangeArrowheads="1"/>
          </p:cNvSpPr>
          <p:nvPr/>
        </p:nvSpPr>
        <p:spPr bwMode="auto">
          <a:xfrm>
            <a:off x="6877050" y="188913"/>
            <a:ext cx="21336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fld id="{E3EDE2DB-8F91-428B-BCA5-A07CC2B5ACE6}" type="slidenum">
              <a:rPr lang="en-US" altLang="zh-CN" sz="1400"/>
              <a:t>67</a:t>
            </a:fld>
            <a:endParaRPr lang="en-US" altLang="zh-CN" sz="1400"/>
          </a:p>
        </p:txBody>
      </p:sp>
      <p:sp>
        <p:nvSpPr>
          <p:cNvPr id="183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4.4 </a:t>
            </a:r>
            <a:r>
              <a:rPr lang="zh-CN" altLang="en-US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路由算法</a:t>
            </a: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距离向量算法</a:t>
            </a:r>
          </a:p>
        </p:txBody>
      </p:sp>
      <p:grpSp>
        <p:nvGrpSpPr>
          <p:cNvPr id="184" name="Group 125"/>
          <p:cNvGrpSpPr/>
          <p:nvPr/>
        </p:nvGrpSpPr>
        <p:grpSpPr bwMode="auto">
          <a:xfrm>
            <a:off x="6632575" y="2911475"/>
            <a:ext cx="2184400" cy="1247776"/>
            <a:chOff x="2352" y="0"/>
            <a:chExt cx="1376" cy="786"/>
          </a:xfrm>
        </p:grpSpPr>
        <p:sp>
          <p:nvSpPr>
            <p:cNvPr id="185" name="Freeform 126"/>
            <p:cNvSpPr/>
            <p:nvPr/>
          </p:nvSpPr>
          <p:spPr bwMode="auto">
            <a:xfrm>
              <a:off x="2352" y="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grpSp>
          <p:nvGrpSpPr>
            <p:cNvPr id="186" name="Group 127"/>
            <p:cNvGrpSpPr/>
            <p:nvPr/>
          </p:nvGrpSpPr>
          <p:grpSpPr bwMode="auto">
            <a:xfrm>
              <a:off x="2448" y="46"/>
              <a:ext cx="1161" cy="740"/>
              <a:chOff x="-17" y="1258"/>
              <a:chExt cx="1161" cy="740"/>
            </a:xfrm>
          </p:grpSpPr>
          <p:sp>
            <p:nvSpPr>
              <p:cNvPr id="187" name="Freeform 128"/>
              <p:cNvSpPr/>
              <p:nvPr/>
            </p:nvSpPr>
            <p:spPr bwMode="auto">
              <a:xfrm>
                <a:off x="246" y="1476"/>
                <a:ext cx="222" cy="180"/>
              </a:xfrm>
              <a:custGeom>
                <a:avLst/>
                <a:gdLst>
                  <a:gd name="T0" fmla="*/ 0 w 222"/>
                  <a:gd name="T1" fmla="*/ 180 h 180"/>
                  <a:gd name="T2" fmla="*/ 222 w 222"/>
                  <a:gd name="T3" fmla="*/ 0 h 180"/>
                  <a:gd name="T4" fmla="*/ 0 60000 65536"/>
                  <a:gd name="T5" fmla="*/ 0 60000 65536"/>
                  <a:gd name="T6" fmla="*/ 0 w 222"/>
                  <a:gd name="T7" fmla="*/ 0 h 180"/>
                  <a:gd name="T8" fmla="*/ 222 w 222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2" h="180">
                    <a:moveTo>
                      <a:pt x="0" y="180"/>
                    </a:moveTo>
                    <a:lnTo>
                      <a:pt x="222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88" name="Oval 129"/>
              <p:cNvSpPr>
                <a:spLocks noChangeArrowheads="1"/>
              </p:cNvSpPr>
              <p:nvPr/>
            </p:nvSpPr>
            <p:spPr bwMode="auto">
              <a:xfrm>
                <a:off x="-14" y="1712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8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189" name="Line 130"/>
              <p:cNvSpPr>
                <a:spLocks noChangeShapeType="1"/>
              </p:cNvSpPr>
              <p:nvPr/>
            </p:nvSpPr>
            <p:spPr bwMode="auto">
              <a:xfrm>
                <a:off x="-14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90" name="Line 131"/>
              <p:cNvSpPr>
                <a:spLocks noChangeShapeType="1"/>
              </p:cNvSpPr>
              <p:nvPr/>
            </p:nvSpPr>
            <p:spPr bwMode="auto">
              <a:xfrm>
                <a:off x="299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91" name="Rectangle 132"/>
              <p:cNvSpPr>
                <a:spLocks noChangeArrowheads="1"/>
              </p:cNvSpPr>
              <p:nvPr/>
            </p:nvSpPr>
            <p:spPr bwMode="auto">
              <a:xfrm>
                <a:off x="-14" y="1705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8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192" name="Oval 133"/>
              <p:cNvSpPr>
                <a:spLocks noChangeArrowheads="1"/>
              </p:cNvSpPr>
              <p:nvPr/>
            </p:nvSpPr>
            <p:spPr bwMode="auto">
              <a:xfrm>
                <a:off x="-17" y="1646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8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193" name="Freeform 134"/>
              <p:cNvSpPr/>
              <p:nvPr/>
            </p:nvSpPr>
            <p:spPr bwMode="auto">
              <a:xfrm>
                <a:off x="651" y="1476"/>
                <a:ext cx="216" cy="189"/>
              </a:xfrm>
              <a:custGeom>
                <a:avLst/>
                <a:gdLst>
                  <a:gd name="T0" fmla="*/ 0 w 216"/>
                  <a:gd name="T1" fmla="*/ 0 h 189"/>
                  <a:gd name="T2" fmla="*/ 216 w 216"/>
                  <a:gd name="T3" fmla="*/ 189 h 189"/>
                  <a:gd name="T4" fmla="*/ 0 60000 65536"/>
                  <a:gd name="T5" fmla="*/ 0 60000 65536"/>
                  <a:gd name="T6" fmla="*/ 0 w 216"/>
                  <a:gd name="T7" fmla="*/ 0 h 189"/>
                  <a:gd name="T8" fmla="*/ 216 w 216"/>
                  <a:gd name="T9" fmla="*/ 189 h 1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6" h="189">
                    <a:moveTo>
                      <a:pt x="0" y="0"/>
                    </a:moveTo>
                    <a:lnTo>
                      <a:pt x="216" y="189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94" name="Freeform 135"/>
              <p:cNvSpPr/>
              <p:nvPr/>
            </p:nvSpPr>
            <p:spPr bwMode="auto">
              <a:xfrm>
                <a:off x="303" y="1740"/>
                <a:ext cx="540" cy="3"/>
              </a:xfrm>
              <a:custGeom>
                <a:avLst/>
                <a:gdLst>
                  <a:gd name="T0" fmla="*/ 540 w 540"/>
                  <a:gd name="T1" fmla="*/ 3 h 3"/>
                  <a:gd name="T2" fmla="*/ 0 w 540"/>
                  <a:gd name="T3" fmla="*/ 0 h 3"/>
                  <a:gd name="T4" fmla="*/ 0 60000 65536"/>
                  <a:gd name="T5" fmla="*/ 0 60000 65536"/>
                  <a:gd name="T6" fmla="*/ 0 w 540"/>
                  <a:gd name="T7" fmla="*/ 0 h 3"/>
                  <a:gd name="T8" fmla="*/ 540 w 54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40" h="3">
                    <a:moveTo>
                      <a:pt x="540" y="3"/>
                    </a:move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grpSp>
            <p:nvGrpSpPr>
              <p:cNvPr id="195" name="Group 136"/>
              <p:cNvGrpSpPr/>
              <p:nvPr/>
            </p:nvGrpSpPr>
            <p:grpSpPr bwMode="auto">
              <a:xfrm>
                <a:off x="45" y="1577"/>
                <a:ext cx="189" cy="268"/>
                <a:chOff x="2966" y="2408"/>
                <a:chExt cx="190" cy="268"/>
              </a:xfrm>
            </p:grpSpPr>
            <p:sp>
              <p:nvSpPr>
                <p:cNvPr id="217" name="Rectangle 137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Char char="¾"/>
                  </a:pPr>
                  <a:endParaRPr lang="zh-CN" altLang="en-US" sz="18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endParaRPr>
                </a:p>
              </p:txBody>
            </p:sp>
            <p:sp>
              <p:nvSpPr>
                <p:cNvPr id="218" name="Text Box 138"/>
                <p:cNvSpPr txBox="1">
                  <a:spLocks noChangeArrowheads="1"/>
                </p:cNvSpPr>
                <p:nvPr/>
              </p:nvSpPr>
              <p:spPr bwMode="auto">
                <a:xfrm>
                  <a:off x="2966" y="2408"/>
                  <a:ext cx="190" cy="26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None/>
                  </a:pPr>
                  <a:r>
                    <a:rPr lang="en-US" altLang="zh-CN" sz="1800" dirty="0">
                      <a:solidFill>
                        <a:schemeClr val="bg1"/>
                      </a:solidFill>
                      <a:latin typeface="Arial Unicode MS" panose="020B0604020202020204" pitchFamily="34" charset="-122"/>
                      <a:ea typeface="Arial Unicode MS" panose="020B0604020202020204" pitchFamily="34" charset="-122"/>
                      <a:cs typeface="Arial Unicode MS" panose="020B0604020202020204" pitchFamily="34" charset="-122"/>
                    </a:rPr>
                    <a:t>x</a:t>
                  </a:r>
                </a:p>
              </p:txBody>
            </p:sp>
          </p:grpSp>
          <p:grpSp>
            <p:nvGrpSpPr>
              <p:cNvPr id="196" name="Group 139"/>
              <p:cNvGrpSpPr/>
              <p:nvPr/>
            </p:nvGrpSpPr>
            <p:grpSpPr bwMode="auto">
              <a:xfrm>
                <a:off x="828" y="1580"/>
                <a:ext cx="316" cy="268"/>
                <a:chOff x="1740" y="2276"/>
                <a:chExt cx="316" cy="268"/>
              </a:xfrm>
            </p:grpSpPr>
            <p:sp>
              <p:nvSpPr>
                <p:cNvPr id="209" name="Oval 140"/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Char char="¾"/>
                  </a:pPr>
                  <a:endParaRPr lang="zh-CN" altLang="en-US" sz="18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endParaRPr>
                </a:p>
              </p:txBody>
            </p:sp>
            <p:sp>
              <p:nvSpPr>
                <p:cNvPr id="210" name="Line 141"/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211" name="Line 142"/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212" name="Rectangle 143"/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Char char="¾"/>
                  </a:pPr>
                  <a:endParaRPr lang="zh-CN" altLang="en-US" sz="18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endParaRPr>
                </a:p>
              </p:txBody>
            </p:sp>
            <p:sp>
              <p:nvSpPr>
                <p:cNvPr id="213" name="Oval 144"/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Char char="¾"/>
                  </a:pPr>
                  <a:endParaRPr lang="zh-CN" altLang="en-US" sz="18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endParaRPr>
                </a:p>
              </p:txBody>
            </p:sp>
            <p:grpSp>
              <p:nvGrpSpPr>
                <p:cNvPr id="214" name="Group 145"/>
                <p:cNvGrpSpPr/>
                <p:nvPr/>
              </p:nvGrpSpPr>
              <p:grpSpPr bwMode="auto">
                <a:xfrm>
                  <a:off x="1809" y="2276"/>
                  <a:ext cx="189" cy="268"/>
                  <a:chOff x="2967" y="2399"/>
                  <a:chExt cx="190" cy="268"/>
                </a:xfrm>
              </p:grpSpPr>
              <p:sp>
                <p:nvSpPr>
                  <p:cNvPr id="215" name="Rectangle 146"/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chemeClr val="hlink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Blip>
                        <a:blip r:embed="rId3"/>
                      </a:buBlip>
                      <a:defRPr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Blip>
                        <a:blip r:embed="rId4"/>
                      </a:buBlip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Font typeface="Times New Roman" panose="02020603050405020304" pitchFamily="18" charset="0"/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Font typeface="Times New Roman" panose="02020603050405020304" pitchFamily="18" charset="0"/>
                      <a:buChar char="•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9pPr>
                  </a:lstStyle>
                  <a:p>
                    <a:pPr algn="ctr" eaLnBrk="1" hangingPunct="1">
                      <a:lnSpc>
                        <a:spcPct val="120000"/>
                      </a:lnSpc>
                      <a:spcBef>
                        <a:spcPct val="10000"/>
                      </a:spcBef>
                      <a:buClr>
                        <a:schemeClr val="tx1"/>
                      </a:buClr>
                      <a:buFont typeface="Symbol" panose="05050102010706020507" pitchFamily="18" charset="2"/>
                      <a:buChar char="¾"/>
                    </a:pPr>
                    <a:endParaRPr lang="zh-CN" altLang="en-US" sz="1800">
                      <a:solidFill>
                        <a:schemeClr val="bg1"/>
                      </a:solidFill>
                      <a:latin typeface="Arial Unicode MS" panose="020B0604020202020204" pitchFamily="34" charset="-122"/>
                      <a:ea typeface="Arial Unicode MS" panose="020B0604020202020204" pitchFamily="34" charset="-122"/>
                      <a:cs typeface="Arial Unicode MS" panose="020B0604020202020204" pitchFamily="34" charset="-122"/>
                    </a:endParaRPr>
                  </a:p>
                </p:txBody>
              </p:sp>
              <p:sp>
                <p:nvSpPr>
                  <p:cNvPr id="216" name="Text Box 14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67" y="2399"/>
                    <a:ext cx="190" cy="26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Blip>
                        <a:blip r:embed="rId3"/>
                      </a:buBlip>
                      <a:defRPr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Blip>
                        <a:blip r:embed="rId4"/>
                      </a:buBlip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Font typeface="Times New Roman" panose="02020603050405020304" pitchFamily="18" charset="0"/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Font typeface="Times New Roman" panose="02020603050405020304" pitchFamily="18" charset="0"/>
                      <a:buChar char="•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9pPr>
                  </a:lstStyle>
                  <a:p>
                    <a:pPr algn="ctr" eaLnBrk="1" hangingPunct="1">
                      <a:lnSpc>
                        <a:spcPct val="120000"/>
                      </a:lnSpc>
                      <a:spcBef>
                        <a:spcPct val="10000"/>
                      </a:spcBef>
                      <a:buClr>
                        <a:schemeClr val="tx1"/>
                      </a:buClr>
                      <a:buFont typeface="Symbol" panose="05050102010706020507" pitchFamily="18" charset="2"/>
                      <a:buNone/>
                    </a:pPr>
                    <a:r>
                      <a:rPr lang="en-US" altLang="zh-CN" sz="1800" dirty="0">
                        <a:solidFill>
                          <a:schemeClr val="bg1"/>
                        </a:solidFill>
                        <a:latin typeface="Arial Unicode MS" panose="020B0604020202020204" pitchFamily="34" charset="-122"/>
                        <a:ea typeface="Arial Unicode MS" panose="020B0604020202020204" pitchFamily="34" charset="-122"/>
                        <a:cs typeface="Arial Unicode MS" panose="020B0604020202020204" pitchFamily="34" charset="-122"/>
                      </a:rPr>
                      <a:t>z</a:t>
                    </a:r>
                  </a:p>
                </p:txBody>
              </p:sp>
            </p:grpSp>
          </p:grpSp>
          <p:sp>
            <p:nvSpPr>
              <p:cNvPr id="197" name="Text Box 148"/>
              <p:cNvSpPr txBox="1">
                <a:spLocks noChangeArrowheads="1"/>
              </p:cNvSpPr>
              <p:nvPr/>
            </p:nvSpPr>
            <p:spPr bwMode="auto">
              <a:xfrm>
                <a:off x="723" y="1400"/>
                <a:ext cx="197" cy="2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None/>
                </a:pPr>
                <a:r>
                  <a:rPr lang="en-US" altLang="zh-CN" sz="18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rPr>
                  <a:t>1</a:t>
                </a:r>
              </a:p>
            </p:txBody>
          </p:sp>
          <p:sp>
            <p:nvSpPr>
              <p:cNvPr id="198" name="Text Box 149"/>
              <p:cNvSpPr txBox="1">
                <a:spLocks noChangeArrowheads="1"/>
              </p:cNvSpPr>
              <p:nvPr/>
            </p:nvSpPr>
            <p:spPr bwMode="auto">
              <a:xfrm>
                <a:off x="195" y="1397"/>
                <a:ext cx="197" cy="2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None/>
                </a:pPr>
                <a:r>
                  <a:rPr lang="en-US" altLang="zh-CN" sz="1800" dirty="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rPr>
                  <a:t>2</a:t>
                </a:r>
              </a:p>
            </p:txBody>
          </p:sp>
          <p:sp>
            <p:nvSpPr>
              <p:cNvPr id="199" name="Text Box 150"/>
              <p:cNvSpPr txBox="1">
                <a:spLocks noChangeArrowheads="1"/>
              </p:cNvSpPr>
              <p:nvPr/>
            </p:nvSpPr>
            <p:spPr bwMode="auto">
              <a:xfrm>
                <a:off x="480" y="1730"/>
                <a:ext cx="197" cy="2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None/>
                </a:pPr>
                <a:r>
                  <a:rPr lang="en-US" altLang="zh-CN" sz="1800" dirty="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rPr>
                  <a:t>7</a:t>
                </a:r>
              </a:p>
            </p:txBody>
          </p:sp>
          <p:grpSp>
            <p:nvGrpSpPr>
              <p:cNvPr id="200" name="Group 151"/>
              <p:cNvGrpSpPr/>
              <p:nvPr/>
            </p:nvGrpSpPr>
            <p:grpSpPr bwMode="auto">
              <a:xfrm>
                <a:off x="408" y="1258"/>
                <a:ext cx="316" cy="268"/>
                <a:chOff x="1740" y="2278"/>
                <a:chExt cx="316" cy="268"/>
              </a:xfrm>
            </p:grpSpPr>
            <p:sp>
              <p:nvSpPr>
                <p:cNvPr id="201" name="Oval 152"/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Char char="¾"/>
                  </a:pPr>
                  <a:endParaRPr lang="zh-CN" altLang="en-US" sz="18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endParaRPr>
                </a:p>
              </p:txBody>
            </p:sp>
            <p:sp>
              <p:nvSpPr>
                <p:cNvPr id="202" name="Line 153"/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203" name="Line 154"/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204" name="Rectangle 155"/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Char char="¾"/>
                  </a:pPr>
                  <a:endParaRPr lang="zh-CN" altLang="en-US" sz="18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endParaRPr>
                </a:p>
              </p:txBody>
            </p:sp>
            <p:sp>
              <p:nvSpPr>
                <p:cNvPr id="205" name="Oval 156"/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Char char="¾"/>
                  </a:pPr>
                  <a:endParaRPr lang="zh-CN" altLang="en-US" sz="18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endParaRPr>
                </a:p>
              </p:txBody>
            </p:sp>
            <p:grpSp>
              <p:nvGrpSpPr>
                <p:cNvPr id="206" name="Group 157"/>
                <p:cNvGrpSpPr/>
                <p:nvPr/>
              </p:nvGrpSpPr>
              <p:grpSpPr bwMode="auto">
                <a:xfrm>
                  <a:off x="1811" y="2278"/>
                  <a:ext cx="189" cy="268"/>
                  <a:chOff x="2967" y="2401"/>
                  <a:chExt cx="191" cy="268"/>
                </a:xfrm>
              </p:grpSpPr>
              <p:sp>
                <p:nvSpPr>
                  <p:cNvPr id="207" name="Rectangle 158"/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chemeClr val="hlink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Blip>
                        <a:blip r:embed="rId3"/>
                      </a:buBlip>
                      <a:defRPr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Blip>
                        <a:blip r:embed="rId4"/>
                      </a:buBlip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Font typeface="Times New Roman" panose="02020603050405020304" pitchFamily="18" charset="0"/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Font typeface="Times New Roman" panose="02020603050405020304" pitchFamily="18" charset="0"/>
                      <a:buChar char="•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9pPr>
                  </a:lstStyle>
                  <a:p>
                    <a:pPr algn="ctr" eaLnBrk="1" hangingPunct="1">
                      <a:lnSpc>
                        <a:spcPct val="120000"/>
                      </a:lnSpc>
                      <a:spcBef>
                        <a:spcPct val="10000"/>
                      </a:spcBef>
                      <a:buClr>
                        <a:schemeClr val="tx1"/>
                      </a:buClr>
                      <a:buFont typeface="Symbol" panose="05050102010706020507" pitchFamily="18" charset="2"/>
                      <a:buChar char="¾"/>
                    </a:pPr>
                    <a:endParaRPr lang="zh-CN" altLang="en-US" sz="1800">
                      <a:solidFill>
                        <a:schemeClr val="bg1"/>
                      </a:solidFill>
                      <a:latin typeface="Arial Unicode MS" panose="020B0604020202020204" pitchFamily="34" charset="-122"/>
                      <a:ea typeface="Arial Unicode MS" panose="020B0604020202020204" pitchFamily="34" charset="-122"/>
                      <a:cs typeface="Arial Unicode MS" panose="020B0604020202020204" pitchFamily="34" charset="-122"/>
                    </a:endParaRPr>
                  </a:p>
                </p:txBody>
              </p:sp>
              <p:sp>
                <p:nvSpPr>
                  <p:cNvPr id="208" name="Text Box 15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67" y="2401"/>
                    <a:ext cx="191" cy="26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Blip>
                        <a:blip r:embed="rId3"/>
                      </a:buBlip>
                      <a:defRPr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Blip>
                        <a:blip r:embed="rId4"/>
                      </a:buBlip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Font typeface="Times New Roman" panose="02020603050405020304" pitchFamily="18" charset="0"/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Font typeface="Times New Roman" panose="02020603050405020304" pitchFamily="18" charset="0"/>
                      <a:buChar char="•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굴림" panose="020B0600000101010101" pitchFamily="34" charset="-127"/>
                      </a:defRPr>
                    </a:lvl9pPr>
                  </a:lstStyle>
                  <a:p>
                    <a:pPr algn="ctr" eaLnBrk="1" hangingPunct="1">
                      <a:lnSpc>
                        <a:spcPct val="120000"/>
                      </a:lnSpc>
                      <a:spcBef>
                        <a:spcPct val="10000"/>
                      </a:spcBef>
                      <a:buClr>
                        <a:schemeClr val="tx1"/>
                      </a:buClr>
                      <a:buFont typeface="Symbol" panose="05050102010706020507" pitchFamily="18" charset="2"/>
                      <a:buNone/>
                    </a:pPr>
                    <a:r>
                      <a:rPr lang="en-US" altLang="zh-CN" sz="1800" dirty="0">
                        <a:solidFill>
                          <a:schemeClr val="bg1"/>
                        </a:solidFill>
                        <a:latin typeface="Arial Unicode MS" panose="020B0604020202020204" pitchFamily="34" charset="-122"/>
                        <a:ea typeface="Arial Unicode MS" panose="020B0604020202020204" pitchFamily="34" charset="-122"/>
                        <a:cs typeface="Arial Unicode MS" panose="020B0604020202020204" pitchFamily="34" charset="-122"/>
                      </a:rPr>
                      <a:t>y</a:t>
                    </a:r>
                  </a:p>
                </p:txBody>
              </p:sp>
            </p:grpSp>
          </p:grpSp>
        </p:grpSp>
      </p:grpSp>
      <p:sp>
        <p:nvSpPr>
          <p:cNvPr id="219" name="Oval 164">
            <a:extLst>
              <a:ext uri="{FF2B5EF4-FFF2-40B4-BE49-F238E27FC236}">
                <a16:creationId xmlns:a16="http://schemas.microsoft.com/office/drawing/2014/main" id="{E88C1F2F-45CC-4DCB-96CD-3F557FC786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0400" y="3770312"/>
            <a:ext cx="1087437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244" name="Text Box 101">
            <a:extLst>
              <a:ext uri="{FF2B5EF4-FFF2-40B4-BE49-F238E27FC236}">
                <a16:creationId xmlns:a16="http://schemas.microsoft.com/office/drawing/2014/main" id="{C2E075FC-1F8A-409C-A46A-6F844962E8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7849" y="5253666"/>
            <a:ext cx="891591" cy="4315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None/>
            </a:pP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 </a:t>
            </a:r>
            <a:r>
              <a:rPr lang="en-US" altLang="zh-CN" sz="2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</a:t>
            </a: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  <a:r>
              <a:rPr lang="en-US" altLang="zh-CN" sz="2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</a:t>
            </a: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</a:p>
        </p:txBody>
      </p:sp>
      <p:sp>
        <p:nvSpPr>
          <p:cNvPr id="245" name="Text Box 102">
            <a:extLst>
              <a:ext uri="{FF2B5EF4-FFF2-40B4-BE49-F238E27FC236}">
                <a16:creationId xmlns:a16="http://schemas.microsoft.com/office/drawing/2014/main" id="{7980C2AF-B3EE-4A2C-B3AD-BFEDB9F0EB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334" y="5581753"/>
            <a:ext cx="891591" cy="4315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None/>
            </a:pP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 </a:t>
            </a:r>
            <a:r>
              <a:rPr lang="en-US" altLang="zh-CN" sz="2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</a:t>
            </a: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  <a:r>
              <a:rPr lang="en-US" altLang="zh-CN" sz="2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</a:t>
            </a: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</a:p>
        </p:txBody>
      </p:sp>
      <p:sp>
        <p:nvSpPr>
          <p:cNvPr id="246" name="Text Box 101">
            <a:extLst>
              <a:ext uri="{FF2B5EF4-FFF2-40B4-BE49-F238E27FC236}">
                <a16:creationId xmlns:a16="http://schemas.microsoft.com/office/drawing/2014/main" id="{4B065BC9-C1BF-4651-A86A-FEE52423D1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28726" y="4019757"/>
            <a:ext cx="891591" cy="4315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None/>
            </a:pP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 </a:t>
            </a:r>
            <a:r>
              <a:rPr lang="en-US" altLang="zh-CN" sz="2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</a:t>
            </a: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  <a:r>
              <a:rPr lang="en-US" altLang="zh-CN" sz="2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</a:t>
            </a: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</a:p>
        </p:txBody>
      </p:sp>
      <p:sp>
        <p:nvSpPr>
          <p:cNvPr id="247" name="Text Box 101">
            <a:extLst>
              <a:ext uri="{FF2B5EF4-FFF2-40B4-BE49-F238E27FC236}">
                <a16:creationId xmlns:a16="http://schemas.microsoft.com/office/drawing/2014/main" id="{A9E0C2A5-CE5E-4ADF-B193-00BF380E6E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27931" y="3408567"/>
            <a:ext cx="891591" cy="4315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None/>
            </a:pP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 </a:t>
            </a:r>
            <a:r>
              <a:rPr lang="en-US" altLang="zh-CN" sz="2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</a:t>
            </a: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  <a:r>
              <a:rPr lang="en-US" altLang="zh-CN" sz="2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</a:t>
            </a: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</a:p>
        </p:txBody>
      </p:sp>
      <p:sp>
        <p:nvSpPr>
          <p:cNvPr id="248" name="Text Box 101">
            <a:extLst>
              <a:ext uri="{FF2B5EF4-FFF2-40B4-BE49-F238E27FC236}">
                <a16:creationId xmlns:a16="http://schemas.microsoft.com/office/drawing/2014/main" id="{29C5E58F-CA3F-41BB-B823-A28BF6EB86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28670" y="1948388"/>
            <a:ext cx="891591" cy="4315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None/>
            </a:pP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 </a:t>
            </a:r>
            <a:r>
              <a:rPr lang="en-US" altLang="zh-CN" sz="2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</a:t>
            </a: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  <a:r>
              <a:rPr lang="en-US" altLang="zh-CN" sz="2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</a:t>
            </a: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</a:p>
        </p:txBody>
      </p:sp>
      <p:sp>
        <p:nvSpPr>
          <p:cNvPr id="249" name="Text Box 102">
            <a:extLst>
              <a:ext uri="{FF2B5EF4-FFF2-40B4-BE49-F238E27FC236}">
                <a16:creationId xmlns:a16="http://schemas.microsoft.com/office/drawing/2014/main" id="{8562A33C-2851-4C9A-8AF6-3AA910F2F8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0155" y="2276475"/>
            <a:ext cx="891591" cy="4315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None/>
            </a:pP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 </a:t>
            </a:r>
            <a:r>
              <a:rPr lang="en-US" altLang="zh-CN" sz="2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</a:t>
            </a: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  <a:r>
              <a:rPr lang="en-US" altLang="zh-CN" sz="2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</a:t>
            </a:r>
            <a:r>
              <a:rPr lang="zh-CN" altLang="en-US" sz="2000" b="1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</a:p>
        </p:txBody>
      </p:sp>
      <p:sp>
        <p:nvSpPr>
          <p:cNvPr id="250" name="Text Box 101">
            <a:extLst>
              <a:ext uri="{FF2B5EF4-FFF2-40B4-BE49-F238E27FC236}">
                <a16:creationId xmlns:a16="http://schemas.microsoft.com/office/drawing/2014/main" id="{C0A954C3-CE11-4665-B801-B2D21DEB83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8250" y="5886450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7   1   0</a:t>
            </a:r>
          </a:p>
        </p:txBody>
      </p:sp>
      <p:sp>
        <p:nvSpPr>
          <p:cNvPr id="251" name="Text Box 101">
            <a:extLst>
              <a:ext uri="{FF2B5EF4-FFF2-40B4-BE49-F238E27FC236}">
                <a16:creationId xmlns:a16="http://schemas.microsoft.com/office/drawing/2014/main" id="{6D3191EA-26FF-40A4-8970-4ACD12F6D1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5651" y="1682751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0   2   3</a:t>
            </a:r>
          </a:p>
        </p:txBody>
      </p:sp>
      <p:sp>
        <p:nvSpPr>
          <p:cNvPr id="252" name="Text Box 101">
            <a:extLst>
              <a:ext uri="{FF2B5EF4-FFF2-40B4-BE49-F238E27FC236}">
                <a16:creationId xmlns:a16="http://schemas.microsoft.com/office/drawing/2014/main" id="{169361EB-DF99-482C-86CD-B79DB29BDF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7" y="3460751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0   2   7</a:t>
            </a:r>
          </a:p>
        </p:txBody>
      </p:sp>
      <p:sp>
        <p:nvSpPr>
          <p:cNvPr id="253" name="Text Box 101">
            <a:extLst>
              <a:ext uri="{FF2B5EF4-FFF2-40B4-BE49-F238E27FC236}">
                <a16:creationId xmlns:a16="http://schemas.microsoft.com/office/drawing/2014/main" id="{2C6C0A93-723C-46CC-993F-2B4862CDFC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6124" y="5278437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0   2   7</a:t>
            </a:r>
          </a:p>
        </p:txBody>
      </p:sp>
      <p:sp>
        <p:nvSpPr>
          <p:cNvPr id="254" name="Text Box 101">
            <a:extLst>
              <a:ext uri="{FF2B5EF4-FFF2-40B4-BE49-F238E27FC236}">
                <a16:creationId xmlns:a16="http://schemas.microsoft.com/office/drawing/2014/main" id="{39359650-D88E-46C1-BC44-4E44739BD0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5452" y="1656558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0   2   3</a:t>
            </a:r>
          </a:p>
        </p:txBody>
      </p:sp>
      <p:sp>
        <p:nvSpPr>
          <p:cNvPr id="255" name="Text Box 101">
            <a:extLst>
              <a:ext uri="{FF2B5EF4-FFF2-40B4-BE49-F238E27FC236}">
                <a16:creationId xmlns:a16="http://schemas.microsoft.com/office/drawing/2014/main" id="{B2A77FED-4114-4B8B-9607-D2DE395B4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8150" y="3435350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0   2   3</a:t>
            </a:r>
          </a:p>
        </p:txBody>
      </p:sp>
      <p:sp>
        <p:nvSpPr>
          <p:cNvPr id="256" name="Text Box 101">
            <a:extLst>
              <a:ext uri="{FF2B5EF4-FFF2-40B4-BE49-F238E27FC236}">
                <a16:creationId xmlns:a16="http://schemas.microsoft.com/office/drawing/2014/main" id="{C4BA0EE4-0698-4148-9AB0-1D1108945E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5452" y="5238751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0   2   3</a:t>
            </a: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5" name="Rectangle 2"/>
          <p:cNvSpPr>
            <a:spLocks noGrp="1" noChangeArrowheads="1"/>
          </p:cNvSpPr>
          <p:nvPr>
            <p:ph type="title"/>
          </p:nvPr>
        </p:nvSpPr>
        <p:spPr>
          <a:xfrm>
            <a:off x="355600" y="609601"/>
            <a:ext cx="8464550" cy="744538"/>
          </a:xfrm>
        </p:spPr>
        <p:txBody>
          <a:bodyPr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距离向量算法</a:t>
            </a: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链路代价改变示例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15716" name="Text Box 4"/>
          <p:cNvSpPr txBox="1">
            <a:spLocks noChangeArrowheads="1"/>
          </p:cNvSpPr>
          <p:nvPr/>
        </p:nvSpPr>
        <p:spPr bwMode="auto">
          <a:xfrm>
            <a:off x="995362" y="5446920"/>
            <a:ext cx="1953181" cy="4315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zh-CN" altLang="en-US" sz="2000" dirty="0">
                <a:solidFill>
                  <a:schemeClr val="accent2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“好消息传播快</a:t>
            </a:r>
            <a:r>
              <a:rPr lang="en-US" altLang="zh-CN" sz="2000" dirty="0">
                <a:solidFill>
                  <a:schemeClr val="accent2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”</a:t>
            </a:r>
          </a:p>
        </p:txBody>
      </p:sp>
      <p:sp>
        <p:nvSpPr>
          <p:cNvPr id="115717" name="Rectangle 41"/>
          <p:cNvSpPr>
            <a:spLocks noChangeArrowheads="1"/>
          </p:cNvSpPr>
          <p:nvPr/>
        </p:nvSpPr>
        <p:spPr bwMode="auto">
          <a:xfrm>
            <a:off x="446297" y="2066782"/>
            <a:ext cx="8162248" cy="2683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marL="266700" indent="-266700">
              <a:spcBef>
                <a:spcPct val="20000"/>
              </a:spcBef>
              <a:buBlip>
                <a:blip r:embed="rId3"/>
              </a:buBlip>
              <a:tabLst>
                <a:tab pos="361950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tabLst>
                <a:tab pos="361950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tabLst>
                <a:tab pos="361950" algn="l"/>
              </a:tabLst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tabLst>
                <a:tab pos="361950" algn="l"/>
              </a:tabLst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tabLst>
                <a:tab pos="361950" algn="l"/>
              </a:tabLst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361950" algn="l"/>
              </a:tabLst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361950" algn="l"/>
              </a:tabLst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361950" algn="l"/>
              </a:tabLst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361950" algn="l"/>
              </a:tabLst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ct val="120000"/>
              </a:lnSpc>
              <a:spcBef>
                <a:spcPts val="600"/>
              </a:spcBef>
              <a:buClr>
                <a:schemeClr val="tx1"/>
              </a:buClr>
            </a:pPr>
            <a:r>
              <a:rPr lang="en-US" altLang="zh-CN" sz="2200" i="1" dirty="0">
                <a:cs typeface="Times New Roman" panose="02020603050405020304" pitchFamily="18" charset="0"/>
              </a:rPr>
              <a:t>t</a:t>
            </a:r>
            <a:r>
              <a:rPr lang="en-US" altLang="zh-CN" sz="2200" i="1" baseline="-25000" dirty="0">
                <a:cs typeface="Times New Roman" panose="02020603050405020304" pitchFamily="18" charset="0"/>
              </a:rPr>
              <a:t>0</a:t>
            </a:r>
            <a:r>
              <a:rPr lang="zh-CN" altLang="en-US" sz="2200" dirty="0">
                <a:cs typeface="Times New Roman" panose="02020603050405020304" pitchFamily="18" charset="0"/>
              </a:rPr>
              <a:t>时刻，</a:t>
            </a:r>
            <a:r>
              <a:rPr lang="en-US" altLang="zh-CN" sz="2200" b="1" i="1" dirty="0">
                <a:solidFill>
                  <a:srgbClr val="C00000"/>
                </a:solidFill>
                <a:cs typeface="Times New Roman" panose="02020603050405020304" pitchFamily="18" charset="0"/>
              </a:rPr>
              <a:t>y</a:t>
            </a:r>
            <a:r>
              <a:rPr lang="zh-CN" altLang="en-US" sz="2200" dirty="0">
                <a:cs typeface="Times New Roman" panose="02020603050405020304" pitchFamily="18" charset="0"/>
              </a:rPr>
              <a:t>检测到链路代价的改变，计算并修改自己的</a:t>
            </a:r>
            <a:r>
              <a:rPr lang="en-US" altLang="zh-CN" sz="2200" dirty="0">
                <a:cs typeface="Times New Roman" panose="02020603050405020304" pitchFamily="18" charset="0"/>
              </a:rPr>
              <a:t>DV</a:t>
            </a:r>
            <a:r>
              <a:rPr lang="zh-CN" altLang="en-US" sz="2200" dirty="0">
                <a:cs typeface="Times New Roman" panose="02020603050405020304" pitchFamily="18" charset="0"/>
              </a:rPr>
              <a:t>，通知邻居</a:t>
            </a:r>
            <a:r>
              <a:rPr lang="en-US" altLang="zh-CN" sz="2200" b="1" i="1" dirty="0">
                <a:solidFill>
                  <a:srgbClr val="C00000"/>
                </a:solidFill>
                <a:cs typeface="Times New Roman" panose="02020603050405020304" pitchFamily="18" charset="0"/>
              </a:rPr>
              <a:t>x</a:t>
            </a:r>
            <a:r>
              <a:rPr lang="zh-CN" altLang="en-US" sz="2200" dirty="0">
                <a:cs typeface="Times New Roman" panose="02020603050405020304" pitchFamily="18" charset="0"/>
              </a:rPr>
              <a:t>和</a:t>
            </a:r>
            <a:r>
              <a:rPr lang="en-US" altLang="zh-CN" sz="2200" b="1" i="1" dirty="0">
                <a:solidFill>
                  <a:srgbClr val="C00000"/>
                </a:solidFill>
                <a:cs typeface="Times New Roman" panose="02020603050405020304" pitchFamily="18" charset="0"/>
              </a:rPr>
              <a:t>z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>
              <a:lnSpc>
                <a:spcPct val="120000"/>
              </a:lnSpc>
              <a:spcBef>
                <a:spcPts val="600"/>
              </a:spcBef>
              <a:buClr>
                <a:schemeClr val="tx1"/>
              </a:buClr>
            </a:pPr>
            <a:r>
              <a:rPr lang="en-US" altLang="zh-CN" sz="2200" i="1" dirty="0">
                <a:cs typeface="Times New Roman" panose="02020603050405020304" pitchFamily="18" charset="0"/>
              </a:rPr>
              <a:t>t</a:t>
            </a:r>
            <a:r>
              <a:rPr lang="en-US" altLang="zh-CN" sz="2200" i="1" baseline="-25000" dirty="0">
                <a:cs typeface="Times New Roman" panose="02020603050405020304" pitchFamily="18" charset="0"/>
              </a:rPr>
              <a:t>1 </a:t>
            </a:r>
            <a:r>
              <a:rPr lang="zh-CN" altLang="en-US" sz="2200" dirty="0">
                <a:cs typeface="Times New Roman" panose="02020603050405020304" pitchFamily="18" charset="0"/>
              </a:rPr>
              <a:t>时刻，</a:t>
            </a:r>
            <a:r>
              <a:rPr lang="en-US" altLang="zh-CN" sz="2200" b="1" i="1" dirty="0">
                <a:solidFill>
                  <a:srgbClr val="C00000"/>
                </a:solidFill>
                <a:cs typeface="Times New Roman" panose="02020603050405020304" pitchFamily="18" charset="0"/>
              </a:rPr>
              <a:t>z</a:t>
            </a:r>
            <a:r>
              <a:rPr lang="zh-CN" altLang="en-US" sz="2200" dirty="0">
                <a:cs typeface="Times New Roman" panose="02020603050405020304" pitchFamily="18" charset="0"/>
              </a:rPr>
              <a:t>接收到来自</a:t>
            </a:r>
            <a:r>
              <a:rPr lang="en-US" altLang="zh-CN" sz="2200" b="1" i="1" dirty="0">
                <a:solidFill>
                  <a:srgbClr val="C00000"/>
                </a:solidFill>
                <a:cs typeface="Times New Roman" panose="02020603050405020304" pitchFamily="18" charset="0"/>
              </a:rPr>
              <a:t>y</a:t>
            </a:r>
            <a:r>
              <a:rPr lang="zh-CN" altLang="en-US" sz="2200" dirty="0">
                <a:cs typeface="Times New Roman" panose="02020603050405020304" pitchFamily="18" charset="0"/>
              </a:rPr>
              <a:t>的</a:t>
            </a:r>
            <a:r>
              <a:rPr lang="en-US" altLang="zh-CN" sz="2200" dirty="0">
                <a:cs typeface="Times New Roman" panose="02020603050405020304" pitchFamily="18" charset="0"/>
              </a:rPr>
              <a:t>DV</a:t>
            </a:r>
            <a:r>
              <a:rPr lang="zh-CN" altLang="en-US" sz="2200" dirty="0">
                <a:cs typeface="Times New Roman" panose="02020603050405020304" pitchFamily="18" charset="0"/>
              </a:rPr>
              <a:t>更新，重新计算自己的</a:t>
            </a:r>
            <a:r>
              <a:rPr lang="en-US" altLang="zh-CN" sz="2200" dirty="0">
                <a:cs typeface="Times New Roman" panose="02020603050405020304" pitchFamily="18" charset="0"/>
              </a:rPr>
              <a:t>DV</a:t>
            </a:r>
            <a:r>
              <a:rPr lang="zh-CN" altLang="en-US" sz="2200" dirty="0">
                <a:cs typeface="Times New Roman" panose="02020603050405020304" pitchFamily="18" charset="0"/>
              </a:rPr>
              <a:t>，通知邻居</a:t>
            </a:r>
            <a:r>
              <a:rPr lang="en-US" altLang="zh-CN" sz="2200" b="1" i="1" dirty="0">
                <a:solidFill>
                  <a:srgbClr val="C00000"/>
                </a:solidFill>
                <a:cs typeface="Times New Roman" panose="02020603050405020304" pitchFamily="18" charset="0"/>
              </a:rPr>
              <a:t>x</a:t>
            </a:r>
            <a:r>
              <a:rPr lang="zh-CN" altLang="en-US" sz="2200" dirty="0">
                <a:cs typeface="Times New Roman" panose="02020603050405020304" pitchFamily="18" charset="0"/>
              </a:rPr>
              <a:t>和</a:t>
            </a:r>
            <a:r>
              <a:rPr lang="en-US" altLang="zh-CN" sz="2200" b="1" i="1" dirty="0">
                <a:solidFill>
                  <a:srgbClr val="C00000"/>
                </a:solidFill>
                <a:cs typeface="Times New Roman" panose="02020603050405020304" pitchFamily="18" charset="0"/>
              </a:rPr>
              <a:t>y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>
              <a:lnSpc>
                <a:spcPct val="120000"/>
              </a:lnSpc>
              <a:spcBef>
                <a:spcPts val="600"/>
              </a:spcBef>
              <a:buClr>
                <a:schemeClr val="tx1"/>
              </a:buClr>
            </a:pPr>
            <a:r>
              <a:rPr lang="en-US" altLang="zh-CN" sz="2200" i="1" dirty="0">
                <a:cs typeface="Times New Roman" panose="02020603050405020304" pitchFamily="18" charset="0"/>
              </a:rPr>
              <a:t>t</a:t>
            </a:r>
            <a:r>
              <a:rPr lang="en-US" altLang="zh-CN" sz="2200" i="1" baseline="-25000" dirty="0">
                <a:cs typeface="Times New Roman" panose="02020603050405020304" pitchFamily="18" charset="0"/>
              </a:rPr>
              <a:t>2 </a:t>
            </a:r>
            <a:r>
              <a:rPr lang="zh-CN" altLang="en-US" sz="2200" dirty="0">
                <a:cs typeface="Times New Roman" panose="02020603050405020304" pitchFamily="18" charset="0"/>
              </a:rPr>
              <a:t>时刻，</a:t>
            </a:r>
            <a:r>
              <a:rPr lang="en-US" altLang="zh-CN" sz="2200" b="1" i="1" dirty="0">
                <a:solidFill>
                  <a:srgbClr val="C00000"/>
                </a:solidFill>
                <a:cs typeface="Times New Roman" panose="02020603050405020304" pitchFamily="18" charset="0"/>
              </a:rPr>
              <a:t>y</a:t>
            </a:r>
            <a:r>
              <a:rPr lang="zh-CN" altLang="en-US" sz="2200" dirty="0">
                <a:cs typeface="Times New Roman" panose="02020603050405020304" pitchFamily="18" charset="0"/>
              </a:rPr>
              <a:t>接收到来自</a:t>
            </a:r>
            <a:r>
              <a:rPr lang="en-US" altLang="zh-CN" sz="2200" b="1" i="1" dirty="0">
                <a:solidFill>
                  <a:srgbClr val="C00000"/>
                </a:solidFill>
                <a:cs typeface="Times New Roman" panose="02020603050405020304" pitchFamily="18" charset="0"/>
              </a:rPr>
              <a:t>z</a:t>
            </a:r>
            <a:r>
              <a:rPr lang="zh-CN" altLang="en-US" sz="2200" dirty="0">
                <a:cs typeface="Times New Roman" panose="02020603050405020304" pitchFamily="18" charset="0"/>
              </a:rPr>
              <a:t>的</a:t>
            </a:r>
            <a:r>
              <a:rPr lang="en-US" altLang="zh-CN" sz="2200" dirty="0">
                <a:cs typeface="Times New Roman" panose="02020603050405020304" pitchFamily="18" charset="0"/>
              </a:rPr>
              <a:t>DV</a:t>
            </a:r>
            <a:r>
              <a:rPr lang="zh-CN" altLang="en-US" sz="2200" dirty="0">
                <a:cs typeface="Times New Roman" panose="02020603050405020304" pitchFamily="18" charset="0"/>
              </a:rPr>
              <a:t>更新，并重新计算自己的</a:t>
            </a:r>
            <a:r>
              <a:rPr lang="en-US" altLang="zh-CN" sz="2200" dirty="0">
                <a:cs typeface="Times New Roman" panose="02020603050405020304" pitchFamily="18" charset="0"/>
              </a:rPr>
              <a:t>DV</a:t>
            </a:r>
            <a:r>
              <a:rPr lang="zh-CN" altLang="en-US" sz="2200" dirty="0">
                <a:cs typeface="Times New Roman" panose="02020603050405020304" pitchFamily="18" charset="0"/>
              </a:rPr>
              <a:t>，</a:t>
            </a:r>
            <a:r>
              <a:rPr lang="en-US" altLang="zh-CN" sz="2200" b="1" i="1" dirty="0">
                <a:solidFill>
                  <a:srgbClr val="C00000"/>
                </a:solidFill>
                <a:cs typeface="Times New Roman" panose="02020603050405020304" pitchFamily="18" charset="0"/>
              </a:rPr>
              <a:t>y</a:t>
            </a:r>
            <a:r>
              <a:rPr lang="zh-CN" altLang="en-US" sz="2200" dirty="0">
                <a:cs typeface="Times New Roman" panose="02020603050405020304" pitchFamily="18" charset="0"/>
              </a:rPr>
              <a:t>的最小代价未发生变化，不再向</a:t>
            </a:r>
            <a:r>
              <a:rPr lang="en-US" altLang="zh-CN" sz="2200" b="1" i="1" dirty="0">
                <a:solidFill>
                  <a:srgbClr val="C00000"/>
                </a:solidFill>
                <a:cs typeface="Times New Roman" panose="02020603050405020304" pitchFamily="18" charset="0"/>
              </a:rPr>
              <a:t>z</a:t>
            </a:r>
            <a:r>
              <a:rPr lang="zh-CN" altLang="en-US" sz="2200" dirty="0">
                <a:cs typeface="Times New Roman" panose="02020603050405020304" pitchFamily="18" charset="0"/>
              </a:rPr>
              <a:t>发送</a:t>
            </a:r>
            <a:r>
              <a:rPr lang="en-US" altLang="zh-CN" sz="2200" dirty="0">
                <a:cs typeface="Times New Roman" panose="02020603050405020304" pitchFamily="18" charset="0"/>
              </a:rPr>
              <a:t>DV</a:t>
            </a:r>
          </a:p>
        </p:txBody>
      </p:sp>
      <p:grpSp>
        <p:nvGrpSpPr>
          <p:cNvPr id="115718" name="Group 5"/>
          <p:cNvGrpSpPr/>
          <p:nvPr/>
        </p:nvGrpSpPr>
        <p:grpSpPr bwMode="auto">
          <a:xfrm>
            <a:off x="3095791" y="4847431"/>
            <a:ext cx="2184400" cy="1382713"/>
            <a:chOff x="3625" y="1043"/>
            <a:chExt cx="1376" cy="871"/>
          </a:xfrm>
        </p:grpSpPr>
        <p:sp>
          <p:nvSpPr>
            <p:cNvPr id="115720" name="Freeform 6"/>
            <p:cNvSpPr/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15721" name="Freeform 7"/>
            <p:cNvSpPr/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15722" name="Oval 8"/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20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115723" name="Line 9"/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15724" name="Line 10"/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15725" name="Rectangle 11"/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20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115726" name="Oval 12"/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20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115727" name="Freeform 13"/>
            <p:cNvSpPr/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15728" name="Freeform 14"/>
            <p:cNvSpPr/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grpSp>
          <p:nvGrpSpPr>
            <p:cNvPr id="115729" name="Group 15"/>
            <p:cNvGrpSpPr/>
            <p:nvPr/>
          </p:nvGrpSpPr>
          <p:grpSpPr bwMode="auto">
            <a:xfrm>
              <a:off x="3772" y="1505"/>
              <a:ext cx="197" cy="291"/>
              <a:chOff x="2955" y="2408"/>
              <a:chExt cx="200" cy="291"/>
            </a:xfrm>
          </p:grpSpPr>
          <p:sp>
            <p:nvSpPr>
              <p:cNvPr id="115753" name="Rectangle 16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115754" name="Text Box 17"/>
              <p:cNvSpPr txBox="1">
                <a:spLocks noChangeArrowheads="1"/>
              </p:cNvSpPr>
              <p:nvPr/>
            </p:nvSpPr>
            <p:spPr bwMode="auto">
              <a:xfrm>
                <a:off x="2955" y="2408"/>
                <a:ext cx="200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None/>
                </a:pPr>
                <a:r>
                  <a:rPr lang="en-US" altLang="zh-CN" sz="2000" dirty="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rPr>
                  <a:t>x</a:t>
                </a:r>
              </a:p>
            </p:txBody>
          </p:sp>
        </p:grpSp>
        <p:grpSp>
          <p:nvGrpSpPr>
            <p:cNvPr id="115730" name="Group 18"/>
            <p:cNvGrpSpPr/>
            <p:nvPr/>
          </p:nvGrpSpPr>
          <p:grpSpPr bwMode="auto">
            <a:xfrm>
              <a:off x="4566" y="1510"/>
              <a:ext cx="316" cy="291"/>
              <a:chOff x="1740" y="2278"/>
              <a:chExt cx="316" cy="291"/>
            </a:xfrm>
          </p:grpSpPr>
          <p:sp>
            <p:nvSpPr>
              <p:cNvPr id="115745" name="Oval 19"/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115746" name="Line 20"/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15747" name="Line 21"/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15748" name="Rectangle 22"/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115749" name="Oval 23"/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grpSp>
            <p:nvGrpSpPr>
              <p:cNvPr id="115750" name="Group 24"/>
              <p:cNvGrpSpPr/>
              <p:nvPr/>
            </p:nvGrpSpPr>
            <p:grpSpPr bwMode="auto">
              <a:xfrm>
                <a:off x="1798" y="2278"/>
                <a:ext cx="197" cy="291"/>
                <a:chOff x="2955" y="2401"/>
                <a:chExt cx="200" cy="291"/>
              </a:xfrm>
            </p:grpSpPr>
            <p:sp>
              <p:nvSpPr>
                <p:cNvPr id="115751" name="Rectangle 25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Char char="¾"/>
                  </a:pPr>
                  <a:endParaRPr lang="zh-CN" altLang="en-US" sz="20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endParaRPr>
                </a:p>
              </p:txBody>
            </p:sp>
            <p:sp>
              <p:nvSpPr>
                <p:cNvPr id="115752" name="Text Box 26"/>
                <p:cNvSpPr txBox="1">
                  <a:spLocks noChangeArrowheads="1"/>
                </p:cNvSpPr>
                <p:nvPr/>
              </p:nvSpPr>
              <p:spPr bwMode="auto">
                <a:xfrm>
                  <a:off x="2955" y="2401"/>
                  <a:ext cx="200" cy="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None/>
                  </a:pPr>
                  <a:r>
                    <a:rPr lang="en-US" altLang="zh-CN" sz="2000" dirty="0">
                      <a:solidFill>
                        <a:schemeClr val="bg1"/>
                      </a:solidFill>
                      <a:latin typeface="Arial Unicode MS" panose="020B0604020202020204" pitchFamily="34" charset="-122"/>
                      <a:ea typeface="Arial Unicode MS" panose="020B0604020202020204" pitchFamily="34" charset="-122"/>
                      <a:cs typeface="Arial Unicode MS" panose="020B0604020202020204" pitchFamily="34" charset="-122"/>
                    </a:rPr>
                    <a:t>z</a:t>
                  </a:r>
                </a:p>
              </p:txBody>
            </p:sp>
          </p:grpSp>
        </p:grpSp>
        <p:sp>
          <p:nvSpPr>
            <p:cNvPr id="115731" name="Text Box 27"/>
            <p:cNvSpPr txBox="1">
              <a:spLocks noChangeArrowheads="1"/>
            </p:cNvSpPr>
            <p:nvPr/>
          </p:nvSpPr>
          <p:spPr bwMode="auto">
            <a:xfrm>
              <a:off x="4456" y="1328"/>
              <a:ext cx="206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1</a:t>
              </a:r>
            </a:p>
          </p:txBody>
        </p:sp>
        <p:sp>
          <p:nvSpPr>
            <p:cNvPr id="115732" name="Text Box 28"/>
            <p:cNvSpPr txBox="1">
              <a:spLocks noChangeArrowheads="1"/>
            </p:cNvSpPr>
            <p:nvPr/>
          </p:nvSpPr>
          <p:spPr bwMode="auto">
            <a:xfrm>
              <a:off x="3880" y="1332"/>
              <a:ext cx="206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2000" dirty="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2</a:t>
              </a:r>
            </a:p>
          </p:txBody>
        </p:sp>
        <p:sp>
          <p:nvSpPr>
            <p:cNvPr id="115733" name="Text Box 29"/>
            <p:cNvSpPr txBox="1">
              <a:spLocks noChangeArrowheads="1"/>
            </p:cNvSpPr>
            <p:nvPr/>
          </p:nvSpPr>
          <p:spPr bwMode="auto">
            <a:xfrm>
              <a:off x="4207" y="1623"/>
              <a:ext cx="206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2000" dirty="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7</a:t>
              </a:r>
            </a:p>
          </p:txBody>
        </p:sp>
        <p:grpSp>
          <p:nvGrpSpPr>
            <p:cNvPr id="115734" name="Group 30"/>
            <p:cNvGrpSpPr/>
            <p:nvPr/>
          </p:nvGrpSpPr>
          <p:grpSpPr bwMode="auto">
            <a:xfrm>
              <a:off x="4146" y="1179"/>
              <a:ext cx="316" cy="291"/>
              <a:chOff x="1740" y="2271"/>
              <a:chExt cx="316" cy="291"/>
            </a:xfrm>
          </p:grpSpPr>
          <p:sp>
            <p:nvSpPr>
              <p:cNvPr id="115737" name="Oval 31"/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115738" name="Line 32"/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15739" name="Line 33"/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15740" name="Rectangle 34"/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115741" name="Oval 35"/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grpSp>
            <p:nvGrpSpPr>
              <p:cNvPr id="115742" name="Group 36"/>
              <p:cNvGrpSpPr/>
              <p:nvPr/>
            </p:nvGrpSpPr>
            <p:grpSpPr bwMode="auto">
              <a:xfrm>
                <a:off x="1803" y="2271"/>
                <a:ext cx="197" cy="291"/>
                <a:chOff x="2958" y="2394"/>
                <a:chExt cx="200" cy="291"/>
              </a:xfrm>
            </p:grpSpPr>
            <p:sp>
              <p:nvSpPr>
                <p:cNvPr id="115743" name="Rectangle 37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Char char="¾"/>
                  </a:pPr>
                  <a:endParaRPr lang="zh-CN" altLang="en-US" sz="20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endParaRPr>
                </a:p>
              </p:txBody>
            </p:sp>
            <p:sp>
              <p:nvSpPr>
                <p:cNvPr id="115744" name="Text Box 38"/>
                <p:cNvSpPr txBox="1">
                  <a:spLocks noChangeArrowheads="1"/>
                </p:cNvSpPr>
                <p:nvPr/>
              </p:nvSpPr>
              <p:spPr bwMode="auto">
                <a:xfrm>
                  <a:off x="2958" y="2394"/>
                  <a:ext cx="200" cy="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None/>
                  </a:pPr>
                  <a:r>
                    <a:rPr lang="en-US" altLang="zh-CN" sz="2000" dirty="0">
                      <a:solidFill>
                        <a:schemeClr val="bg1"/>
                      </a:solidFill>
                      <a:latin typeface="Arial Unicode MS" panose="020B0604020202020204" pitchFamily="34" charset="-122"/>
                      <a:ea typeface="Arial Unicode MS" panose="020B0604020202020204" pitchFamily="34" charset="-122"/>
                      <a:cs typeface="Arial Unicode MS" panose="020B0604020202020204" pitchFamily="34" charset="-122"/>
                    </a:rPr>
                    <a:t>y</a:t>
                  </a:r>
                </a:p>
              </p:txBody>
            </p:sp>
          </p:grpSp>
        </p:grpSp>
        <p:sp>
          <p:nvSpPr>
            <p:cNvPr id="115735" name="Text Box 39"/>
            <p:cNvSpPr txBox="1">
              <a:spLocks noChangeArrowheads="1"/>
            </p:cNvSpPr>
            <p:nvPr/>
          </p:nvSpPr>
          <p:spPr bwMode="auto">
            <a:xfrm>
              <a:off x="3799" y="1043"/>
              <a:ext cx="206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2000" dirty="0">
                  <a:solidFill>
                    <a:srgbClr val="FF0000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1</a:t>
              </a:r>
            </a:p>
          </p:txBody>
        </p:sp>
        <p:sp>
          <p:nvSpPr>
            <p:cNvPr id="115736" name="Line 40"/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</p:grpSp>
      <p:sp>
        <p:nvSpPr>
          <p:cNvPr id="115719" name="灯片编号占位符 3"/>
          <p:cNvSpPr txBox="1">
            <a:spLocks noChangeArrowheads="1"/>
          </p:cNvSpPr>
          <p:nvPr/>
        </p:nvSpPr>
        <p:spPr bwMode="auto">
          <a:xfrm>
            <a:off x="6877050" y="188913"/>
            <a:ext cx="21336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fld id="{AF8BF804-0FD7-458C-9B31-C63A27A7C90A}" type="slidenum">
              <a:rPr lang="en-US" altLang="zh-CN" sz="1400"/>
              <a:t>68</a:t>
            </a:fld>
            <a:endParaRPr lang="en-US" altLang="zh-CN" sz="1400"/>
          </a:p>
        </p:txBody>
      </p:sp>
      <p:sp>
        <p:nvSpPr>
          <p:cNvPr id="2" name="矩形 1"/>
          <p:cNvSpPr/>
          <p:nvPr/>
        </p:nvSpPr>
        <p:spPr>
          <a:xfrm>
            <a:off x="508001" y="1395053"/>
            <a:ext cx="3907004" cy="45974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rgbClr val="FF0000"/>
            </a:solidFill>
          </a:ln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  <a:buClr>
                <a:schemeClr val="accent2"/>
              </a:buClr>
              <a:buSzPct val="85000"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节点可检测到链路代价的改变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4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4.4 </a:t>
            </a:r>
            <a:r>
              <a:rPr lang="zh-CN" altLang="en-US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路由算法</a:t>
            </a: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距离向量算法</a:t>
            </a: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Line 29"/>
          <p:cNvSpPr>
            <a:spLocks noChangeShapeType="1"/>
          </p:cNvSpPr>
          <p:nvPr/>
        </p:nvSpPr>
        <p:spPr bwMode="auto">
          <a:xfrm>
            <a:off x="3276600" y="144780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7763" name="Line 30"/>
          <p:cNvSpPr>
            <a:spLocks noChangeShapeType="1"/>
          </p:cNvSpPr>
          <p:nvPr/>
        </p:nvSpPr>
        <p:spPr bwMode="auto">
          <a:xfrm>
            <a:off x="2971800" y="16764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7764" name="Text Box 31"/>
          <p:cNvSpPr txBox="1">
            <a:spLocks noChangeArrowheads="1"/>
          </p:cNvSpPr>
          <p:nvPr/>
        </p:nvSpPr>
        <p:spPr bwMode="auto">
          <a:xfrm>
            <a:off x="3303588" y="1295400"/>
            <a:ext cx="915987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17766" name="Text Box 36"/>
          <p:cNvSpPr txBox="1">
            <a:spLocks noChangeArrowheads="1"/>
          </p:cNvSpPr>
          <p:nvPr/>
        </p:nvSpPr>
        <p:spPr bwMode="auto">
          <a:xfrm rot="-5400000">
            <a:off x="2475707" y="1985963"/>
            <a:ext cx="647700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17767" name="Text Box 37"/>
          <p:cNvSpPr txBox="1">
            <a:spLocks noChangeArrowheads="1"/>
          </p:cNvSpPr>
          <p:nvPr/>
        </p:nvSpPr>
        <p:spPr bwMode="auto">
          <a:xfrm>
            <a:off x="3309937" y="1028700"/>
            <a:ext cx="865187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17768" name="Text Box 101"/>
          <p:cNvSpPr txBox="1">
            <a:spLocks noChangeArrowheads="1"/>
          </p:cNvSpPr>
          <p:nvPr/>
        </p:nvSpPr>
        <p:spPr bwMode="auto">
          <a:xfrm>
            <a:off x="3306763" y="1997075"/>
            <a:ext cx="954087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solidFill>
                  <a:srgbClr val="00CC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</a:t>
            </a: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0   1</a:t>
            </a:r>
          </a:p>
        </p:txBody>
      </p:sp>
      <p:sp>
        <p:nvSpPr>
          <p:cNvPr id="117769" name="Text Box 102"/>
          <p:cNvSpPr txBox="1">
            <a:spLocks noChangeArrowheads="1"/>
          </p:cNvSpPr>
          <p:nvPr/>
        </p:nvSpPr>
        <p:spPr bwMode="auto">
          <a:xfrm>
            <a:off x="3297238" y="2301875"/>
            <a:ext cx="9540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3   1   0</a:t>
            </a:r>
          </a:p>
        </p:txBody>
      </p:sp>
      <p:sp>
        <p:nvSpPr>
          <p:cNvPr id="117770" name="Line 115"/>
          <p:cNvSpPr>
            <a:spLocks noChangeShapeType="1"/>
          </p:cNvSpPr>
          <p:nvPr/>
        </p:nvSpPr>
        <p:spPr bwMode="auto">
          <a:xfrm flipV="1">
            <a:off x="2133600" y="2309813"/>
            <a:ext cx="901700" cy="1514475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7771" name="Line 116"/>
          <p:cNvSpPr>
            <a:spLocks noChangeShapeType="1"/>
          </p:cNvSpPr>
          <p:nvPr/>
        </p:nvSpPr>
        <p:spPr bwMode="auto">
          <a:xfrm>
            <a:off x="2133599" y="4114801"/>
            <a:ext cx="901701" cy="1527174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7772" name="Line 117"/>
          <p:cNvSpPr>
            <a:spLocks noChangeShapeType="1"/>
          </p:cNvSpPr>
          <p:nvPr/>
        </p:nvSpPr>
        <p:spPr bwMode="auto">
          <a:xfrm flipV="1">
            <a:off x="4187826" y="2568573"/>
            <a:ext cx="1095374" cy="3331369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7773" name="Line 118"/>
          <p:cNvSpPr>
            <a:spLocks noChangeShapeType="1"/>
          </p:cNvSpPr>
          <p:nvPr/>
        </p:nvSpPr>
        <p:spPr bwMode="auto">
          <a:xfrm flipV="1">
            <a:off x="4284662" y="4343400"/>
            <a:ext cx="981076" cy="163036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7774" name="Text Box 160"/>
          <p:cNvSpPr txBox="1">
            <a:spLocks noChangeArrowheads="1"/>
          </p:cNvSpPr>
          <p:nvPr/>
        </p:nvSpPr>
        <p:spPr bwMode="auto">
          <a:xfrm>
            <a:off x="63500" y="761552"/>
            <a:ext cx="1439863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b="1" u="sng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node x table</a:t>
            </a:r>
          </a:p>
        </p:txBody>
      </p:sp>
      <p:sp>
        <p:nvSpPr>
          <p:cNvPr id="117775" name="Text Box 161"/>
          <p:cNvSpPr txBox="1">
            <a:spLocks noChangeArrowheads="1"/>
          </p:cNvSpPr>
          <p:nvPr/>
        </p:nvSpPr>
        <p:spPr bwMode="auto">
          <a:xfrm>
            <a:off x="65088" y="2590800"/>
            <a:ext cx="1441450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b="1" u="sng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node y table</a:t>
            </a:r>
          </a:p>
        </p:txBody>
      </p:sp>
      <p:sp>
        <p:nvSpPr>
          <p:cNvPr id="117776" name="Text Box 162"/>
          <p:cNvSpPr txBox="1">
            <a:spLocks noChangeArrowheads="1"/>
          </p:cNvSpPr>
          <p:nvPr/>
        </p:nvSpPr>
        <p:spPr bwMode="auto">
          <a:xfrm>
            <a:off x="63500" y="4343400"/>
            <a:ext cx="1439863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b="1" u="sng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node z table</a:t>
            </a:r>
          </a:p>
        </p:txBody>
      </p:sp>
      <p:sp>
        <p:nvSpPr>
          <p:cNvPr id="117777" name="Oval 166"/>
          <p:cNvSpPr>
            <a:spLocks noChangeArrowheads="1"/>
          </p:cNvSpPr>
          <p:nvPr/>
        </p:nvSpPr>
        <p:spPr bwMode="auto">
          <a:xfrm>
            <a:off x="1098553" y="3789363"/>
            <a:ext cx="108426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117780" name="Text Box 6"/>
          <p:cNvSpPr txBox="1">
            <a:spLocks noChangeArrowheads="1"/>
          </p:cNvSpPr>
          <p:nvPr/>
        </p:nvSpPr>
        <p:spPr bwMode="auto">
          <a:xfrm>
            <a:off x="2984500" y="1666875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17781" name="Text Box 7"/>
          <p:cNvSpPr txBox="1">
            <a:spLocks noChangeArrowheads="1"/>
          </p:cNvSpPr>
          <p:nvPr/>
        </p:nvSpPr>
        <p:spPr bwMode="auto">
          <a:xfrm>
            <a:off x="2976563" y="1971675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17782" name="Text Box 8"/>
          <p:cNvSpPr txBox="1">
            <a:spLocks noChangeArrowheads="1"/>
          </p:cNvSpPr>
          <p:nvPr/>
        </p:nvSpPr>
        <p:spPr bwMode="auto">
          <a:xfrm>
            <a:off x="2978150" y="2276475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17783" name="Line 29"/>
          <p:cNvSpPr>
            <a:spLocks noChangeShapeType="1"/>
          </p:cNvSpPr>
          <p:nvPr/>
        </p:nvSpPr>
        <p:spPr bwMode="auto">
          <a:xfrm>
            <a:off x="3257550" y="3214688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7784" name="Line 30"/>
          <p:cNvSpPr>
            <a:spLocks noChangeShapeType="1"/>
          </p:cNvSpPr>
          <p:nvPr/>
        </p:nvSpPr>
        <p:spPr bwMode="auto">
          <a:xfrm>
            <a:off x="2952750" y="3443288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7785" name="Text Box 31"/>
          <p:cNvSpPr txBox="1">
            <a:spLocks noChangeArrowheads="1"/>
          </p:cNvSpPr>
          <p:nvPr/>
        </p:nvSpPr>
        <p:spPr bwMode="auto">
          <a:xfrm>
            <a:off x="3284538" y="3062288"/>
            <a:ext cx="915987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17787" name="Text Box 36"/>
          <p:cNvSpPr txBox="1">
            <a:spLocks noChangeArrowheads="1"/>
          </p:cNvSpPr>
          <p:nvPr/>
        </p:nvSpPr>
        <p:spPr bwMode="auto">
          <a:xfrm rot="-5400000">
            <a:off x="2443163" y="3751260"/>
            <a:ext cx="647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17788" name="Text Box 37"/>
          <p:cNvSpPr txBox="1">
            <a:spLocks noChangeArrowheads="1"/>
          </p:cNvSpPr>
          <p:nvPr/>
        </p:nvSpPr>
        <p:spPr bwMode="auto">
          <a:xfrm>
            <a:off x="3294063" y="2809884"/>
            <a:ext cx="863600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17789" name="Text Box 101"/>
          <p:cNvSpPr txBox="1">
            <a:spLocks noChangeArrowheads="1"/>
          </p:cNvSpPr>
          <p:nvPr/>
        </p:nvSpPr>
        <p:spPr bwMode="auto">
          <a:xfrm>
            <a:off x="3286125" y="3763963"/>
            <a:ext cx="954088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1   0   1</a:t>
            </a:r>
          </a:p>
        </p:txBody>
      </p:sp>
      <p:sp>
        <p:nvSpPr>
          <p:cNvPr id="117790" name="Text Box 102"/>
          <p:cNvSpPr txBox="1">
            <a:spLocks noChangeArrowheads="1"/>
          </p:cNvSpPr>
          <p:nvPr/>
        </p:nvSpPr>
        <p:spPr bwMode="auto">
          <a:xfrm>
            <a:off x="3278188" y="4068763"/>
            <a:ext cx="9540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3   1   0</a:t>
            </a:r>
          </a:p>
        </p:txBody>
      </p:sp>
      <p:sp>
        <p:nvSpPr>
          <p:cNvPr id="117793" name="Text Box 6"/>
          <p:cNvSpPr txBox="1">
            <a:spLocks noChangeArrowheads="1"/>
          </p:cNvSpPr>
          <p:nvPr/>
        </p:nvSpPr>
        <p:spPr bwMode="auto">
          <a:xfrm>
            <a:off x="2965450" y="3433763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17794" name="Text Box 7"/>
          <p:cNvSpPr txBox="1">
            <a:spLocks noChangeArrowheads="1"/>
          </p:cNvSpPr>
          <p:nvPr/>
        </p:nvSpPr>
        <p:spPr bwMode="auto">
          <a:xfrm>
            <a:off x="2957513" y="3738563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17795" name="Text Box 8"/>
          <p:cNvSpPr txBox="1">
            <a:spLocks noChangeArrowheads="1"/>
          </p:cNvSpPr>
          <p:nvPr/>
        </p:nvSpPr>
        <p:spPr bwMode="auto">
          <a:xfrm>
            <a:off x="2959100" y="4043363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17796" name="Line 29"/>
          <p:cNvSpPr>
            <a:spLocks noChangeShapeType="1"/>
          </p:cNvSpPr>
          <p:nvPr/>
        </p:nvSpPr>
        <p:spPr bwMode="auto">
          <a:xfrm>
            <a:off x="3257550" y="5026025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7797" name="Line 30"/>
          <p:cNvSpPr>
            <a:spLocks noChangeShapeType="1"/>
          </p:cNvSpPr>
          <p:nvPr/>
        </p:nvSpPr>
        <p:spPr bwMode="auto">
          <a:xfrm>
            <a:off x="2952750" y="5254625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7798" name="Text Box 31"/>
          <p:cNvSpPr txBox="1">
            <a:spLocks noChangeArrowheads="1"/>
          </p:cNvSpPr>
          <p:nvPr/>
        </p:nvSpPr>
        <p:spPr bwMode="auto">
          <a:xfrm>
            <a:off x="3284538" y="4873625"/>
            <a:ext cx="915987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17800" name="Text Box 36"/>
          <p:cNvSpPr txBox="1">
            <a:spLocks noChangeArrowheads="1"/>
          </p:cNvSpPr>
          <p:nvPr/>
        </p:nvSpPr>
        <p:spPr bwMode="auto">
          <a:xfrm rot="-5400000">
            <a:off x="2430064" y="5574901"/>
            <a:ext cx="669925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17801" name="Text Box 37"/>
          <p:cNvSpPr txBox="1">
            <a:spLocks noChangeArrowheads="1"/>
          </p:cNvSpPr>
          <p:nvPr/>
        </p:nvSpPr>
        <p:spPr bwMode="auto">
          <a:xfrm>
            <a:off x="3294063" y="4605339"/>
            <a:ext cx="863600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17802" name="Text Box 101"/>
          <p:cNvSpPr txBox="1">
            <a:spLocks noChangeArrowheads="1"/>
          </p:cNvSpPr>
          <p:nvPr/>
        </p:nvSpPr>
        <p:spPr bwMode="auto">
          <a:xfrm>
            <a:off x="3286116" y="5575300"/>
            <a:ext cx="954107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solidFill>
                  <a:srgbClr val="00B05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0   1</a:t>
            </a:r>
          </a:p>
        </p:txBody>
      </p:sp>
      <p:sp>
        <p:nvSpPr>
          <p:cNvPr id="117803" name="Text Box 102"/>
          <p:cNvSpPr txBox="1">
            <a:spLocks noChangeArrowheads="1"/>
          </p:cNvSpPr>
          <p:nvPr/>
        </p:nvSpPr>
        <p:spPr bwMode="auto">
          <a:xfrm>
            <a:off x="3278188" y="5880100"/>
            <a:ext cx="954087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1   0</a:t>
            </a:r>
          </a:p>
        </p:txBody>
      </p:sp>
      <p:sp>
        <p:nvSpPr>
          <p:cNvPr id="117804" name="Oval 166"/>
          <p:cNvSpPr>
            <a:spLocks noChangeArrowheads="1"/>
          </p:cNvSpPr>
          <p:nvPr/>
        </p:nvSpPr>
        <p:spPr bwMode="auto">
          <a:xfrm>
            <a:off x="3217863" y="5873750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117807" name="Text Box 6"/>
          <p:cNvSpPr txBox="1">
            <a:spLocks noChangeArrowheads="1"/>
          </p:cNvSpPr>
          <p:nvPr/>
        </p:nvSpPr>
        <p:spPr bwMode="auto">
          <a:xfrm>
            <a:off x="2965450" y="5245100"/>
            <a:ext cx="300038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17808" name="Text Box 7"/>
          <p:cNvSpPr txBox="1">
            <a:spLocks noChangeArrowheads="1"/>
          </p:cNvSpPr>
          <p:nvPr/>
        </p:nvSpPr>
        <p:spPr bwMode="auto">
          <a:xfrm>
            <a:off x="2957513" y="5549900"/>
            <a:ext cx="300037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17809" name="Text Box 8"/>
          <p:cNvSpPr txBox="1">
            <a:spLocks noChangeArrowheads="1"/>
          </p:cNvSpPr>
          <p:nvPr/>
        </p:nvSpPr>
        <p:spPr bwMode="auto">
          <a:xfrm>
            <a:off x="2959100" y="5854700"/>
            <a:ext cx="300038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17810" name="Line 29"/>
          <p:cNvSpPr>
            <a:spLocks noChangeShapeType="1"/>
          </p:cNvSpPr>
          <p:nvPr/>
        </p:nvSpPr>
        <p:spPr bwMode="auto">
          <a:xfrm>
            <a:off x="5500688" y="1427163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7811" name="Line 30"/>
          <p:cNvSpPr>
            <a:spLocks noChangeShapeType="1"/>
          </p:cNvSpPr>
          <p:nvPr/>
        </p:nvSpPr>
        <p:spPr bwMode="auto">
          <a:xfrm>
            <a:off x="5195888" y="1655763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7812" name="Text Box 31"/>
          <p:cNvSpPr txBox="1">
            <a:spLocks noChangeArrowheads="1"/>
          </p:cNvSpPr>
          <p:nvPr/>
        </p:nvSpPr>
        <p:spPr bwMode="auto">
          <a:xfrm>
            <a:off x="5527675" y="1274763"/>
            <a:ext cx="915988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17814" name="Text Box 36"/>
          <p:cNvSpPr txBox="1">
            <a:spLocks noChangeArrowheads="1"/>
          </p:cNvSpPr>
          <p:nvPr/>
        </p:nvSpPr>
        <p:spPr bwMode="auto">
          <a:xfrm rot="-5400000">
            <a:off x="4716463" y="1962947"/>
            <a:ext cx="646112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17815" name="Text Box 37"/>
          <p:cNvSpPr txBox="1">
            <a:spLocks noChangeArrowheads="1"/>
          </p:cNvSpPr>
          <p:nvPr/>
        </p:nvSpPr>
        <p:spPr bwMode="auto">
          <a:xfrm>
            <a:off x="5523706" y="1023544"/>
            <a:ext cx="865188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17816" name="Text Box 101"/>
          <p:cNvSpPr txBox="1">
            <a:spLocks noChangeArrowheads="1"/>
          </p:cNvSpPr>
          <p:nvPr/>
        </p:nvSpPr>
        <p:spPr bwMode="auto">
          <a:xfrm>
            <a:off x="5516563" y="1976437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1   0   1</a:t>
            </a:r>
          </a:p>
        </p:txBody>
      </p:sp>
      <p:sp>
        <p:nvSpPr>
          <p:cNvPr id="117817" name="Text Box 102"/>
          <p:cNvSpPr txBox="1">
            <a:spLocks noChangeArrowheads="1"/>
          </p:cNvSpPr>
          <p:nvPr/>
        </p:nvSpPr>
        <p:spPr bwMode="auto">
          <a:xfrm>
            <a:off x="5521316" y="2281238"/>
            <a:ext cx="954107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solidFill>
                  <a:srgbClr val="00B05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1   0</a:t>
            </a:r>
          </a:p>
        </p:txBody>
      </p:sp>
      <p:sp>
        <p:nvSpPr>
          <p:cNvPr id="117820" name="Text Box 6"/>
          <p:cNvSpPr txBox="1">
            <a:spLocks noChangeArrowheads="1"/>
          </p:cNvSpPr>
          <p:nvPr/>
        </p:nvSpPr>
        <p:spPr bwMode="auto">
          <a:xfrm>
            <a:off x="5208588" y="1646238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17821" name="Text Box 7"/>
          <p:cNvSpPr txBox="1">
            <a:spLocks noChangeArrowheads="1"/>
          </p:cNvSpPr>
          <p:nvPr/>
        </p:nvSpPr>
        <p:spPr bwMode="auto">
          <a:xfrm>
            <a:off x="5200650" y="1951038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17822" name="Text Box 8"/>
          <p:cNvSpPr txBox="1">
            <a:spLocks noChangeArrowheads="1"/>
          </p:cNvSpPr>
          <p:nvPr/>
        </p:nvSpPr>
        <p:spPr bwMode="auto">
          <a:xfrm>
            <a:off x="5202238" y="2255838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17823" name="Line 29"/>
          <p:cNvSpPr>
            <a:spLocks noChangeShapeType="1"/>
          </p:cNvSpPr>
          <p:nvPr/>
        </p:nvSpPr>
        <p:spPr bwMode="auto">
          <a:xfrm>
            <a:off x="5481638" y="319405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7824" name="Line 30"/>
          <p:cNvSpPr>
            <a:spLocks noChangeShapeType="1"/>
          </p:cNvSpPr>
          <p:nvPr/>
        </p:nvSpPr>
        <p:spPr bwMode="auto">
          <a:xfrm>
            <a:off x="5176838" y="342265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7825" name="Text Box 31"/>
          <p:cNvSpPr txBox="1">
            <a:spLocks noChangeArrowheads="1"/>
          </p:cNvSpPr>
          <p:nvPr/>
        </p:nvSpPr>
        <p:spPr bwMode="auto">
          <a:xfrm>
            <a:off x="5508625" y="3041650"/>
            <a:ext cx="915988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17827" name="Text Box 36"/>
          <p:cNvSpPr txBox="1">
            <a:spLocks noChangeArrowheads="1"/>
          </p:cNvSpPr>
          <p:nvPr/>
        </p:nvSpPr>
        <p:spPr bwMode="auto">
          <a:xfrm rot="-5400000">
            <a:off x="4692650" y="3728243"/>
            <a:ext cx="646113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17828" name="Text Box 37"/>
          <p:cNvSpPr txBox="1">
            <a:spLocks noChangeArrowheads="1"/>
          </p:cNvSpPr>
          <p:nvPr/>
        </p:nvSpPr>
        <p:spPr bwMode="auto">
          <a:xfrm>
            <a:off x="5518150" y="2774157"/>
            <a:ext cx="863600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17829" name="Text Box 101"/>
          <p:cNvSpPr txBox="1">
            <a:spLocks noChangeArrowheads="1"/>
          </p:cNvSpPr>
          <p:nvPr/>
        </p:nvSpPr>
        <p:spPr bwMode="auto">
          <a:xfrm>
            <a:off x="5510213" y="3743325"/>
            <a:ext cx="954087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1   0   1</a:t>
            </a:r>
          </a:p>
        </p:txBody>
      </p:sp>
      <p:sp>
        <p:nvSpPr>
          <p:cNvPr id="117830" name="Text Box 102"/>
          <p:cNvSpPr txBox="1">
            <a:spLocks noChangeArrowheads="1"/>
          </p:cNvSpPr>
          <p:nvPr/>
        </p:nvSpPr>
        <p:spPr bwMode="auto">
          <a:xfrm>
            <a:off x="5502266" y="4048125"/>
            <a:ext cx="954107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solidFill>
                  <a:srgbClr val="00B05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1   0</a:t>
            </a:r>
          </a:p>
        </p:txBody>
      </p:sp>
      <p:sp>
        <p:nvSpPr>
          <p:cNvPr id="117833" name="Text Box 6"/>
          <p:cNvSpPr txBox="1">
            <a:spLocks noChangeArrowheads="1"/>
          </p:cNvSpPr>
          <p:nvPr/>
        </p:nvSpPr>
        <p:spPr bwMode="auto">
          <a:xfrm>
            <a:off x="5189538" y="3413125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17834" name="Text Box 7"/>
          <p:cNvSpPr txBox="1">
            <a:spLocks noChangeArrowheads="1"/>
          </p:cNvSpPr>
          <p:nvPr/>
        </p:nvSpPr>
        <p:spPr bwMode="auto">
          <a:xfrm>
            <a:off x="5181600" y="3717925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17835" name="Text Box 8"/>
          <p:cNvSpPr txBox="1">
            <a:spLocks noChangeArrowheads="1"/>
          </p:cNvSpPr>
          <p:nvPr/>
        </p:nvSpPr>
        <p:spPr bwMode="auto">
          <a:xfrm>
            <a:off x="5183188" y="4022725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17836" name="Line 29"/>
          <p:cNvSpPr>
            <a:spLocks noChangeShapeType="1"/>
          </p:cNvSpPr>
          <p:nvPr/>
        </p:nvSpPr>
        <p:spPr bwMode="auto">
          <a:xfrm>
            <a:off x="5481638" y="5006975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7837" name="Line 30"/>
          <p:cNvSpPr>
            <a:spLocks noChangeShapeType="1"/>
          </p:cNvSpPr>
          <p:nvPr/>
        </p:nvSpPr>
        <p:spPr bwMode="auto">
          <a:xfrm>
            <a:off x="5176838" y="5235575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7838" name="Text Box 31"/>
          <p:cNvSpPr txBox="1">
            <a:spLocks noChangeArrowheads="1"/>
          </p:cNvSpPr>
          <p:nvPr/>
        </p:nvSpPr>
        <p:spPr bwMode="auto">
          <a:xfrm>
            <a:off x="5508625" y="4854575"/>
            <a:ext cx="9159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17840" name="Text Box 36"/>
          <p:cNvSpPr txBox="1">
            <a:spLocks noChangeArrowheads="1"/>
          </p:cNvSpPr>
          <p:nvPr/>
        </p:nvSpPr>
        <p:spPr bwMode="auto">
          <a:xfrm rot="-5400000">
            <a:off x="4679158" y="5541962"/>
            <a:ext cx="646112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17841" name="Text Box 37"/>
          <p:cNvSpPr txBox="1">
            <a:spLocks noChangeArrowheads="1"/>
          </p:cNvSpPr>
          <p:nvPr/>
        </p:nvSpPr>
        <p:spPr bwMode="auto">
          <a:xfrm>
            <a:off x="5518150" y="4595814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17842" name="Text Box 101"/>
          <p:cNvSpPr txBox="1">
            <a:spLocks noChangeArrowheads="1"/>
          </p:cNvSpPr>
          <p:nvPr/>
        </p:nvSpPr>
        <p:spPr bwMode="auto">
          <a:xfrm>
            <a:off x="5510213" y="5554663"/>
            <a:ext cx="954087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1   0   1</a:t>
            </a:r>
          </a:p>
        </p:txBody>
      </p:sp>
      <p:sp>
        <p:nvSpPr>
          <p:cNvPr id="117843" name="Text Box 102"/>
          <p:cNvSpPr txBox="1">
            <a:spLocks noChangeArrowheads="1"/>
          </p:cNvSpPr>
          <p:nvPr/>
        </p:nvSpPr>
        <p:spPr bwMode="auto">
          <a:xfrm>
            <a:off x="5502275" y="5859463"/>
            <a:ext cx="954088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2   1   0</a:t>
            </a:r>
          </a:p>
        </p:txBody>
      </p:sp>
      <p:sp>
        <p:nvSpPr>
          <p:cNvPr id="117846" name="Text Box 6"/>
          <p:cNvSpPr txBox="1">
            <a:spLocks noChangeArrowheads="1"/>
          </p:cNvSpPr>
          <p:nvPr/>
        </p:nvSpPr>
        <p:spPr bwMode="auto">
          <a:xfrm>
            <a:off x="5189538" y="5224463"/>
            <a:ext cx="300037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17847" name="Text Box 7"/>
          <p:cNvSpPr txBox="1">
            <a:spLocks noChangeArrowheads="1"/>
          </p:cNvSpPr>
          <p:nvPr/>
        </p:nvSpPr>
        <p:spPr bwMode="auto">
          <a:xfrm>
            <a:off x="5181600" y="5529263"/>
            <a:ext cx="300038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17848" name="Text Box 8"/>
          <p:cNvSpPr txBox="1">
            <a:spLocks noChangeArrowheads="1"/>
          </p:cNvSpPr>
          <p:nvPr/>
        </p:nvSpPr>
        <p:spPr bwMode="auto">
          <a:xfrm>
            <a:off x="5183188" y="5834063"/>
            <a:ext cx="300037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17849" name="灯片编号占位符 3"/>
          <p:cNvSpPr txBox="1">
            <a:spLocks noChangeArrowheads="1"/>
          </p:cNvSpPr>
          <p:nvPr/>
        </p:nvSpPr>
        <p:spPr bwMode="auto">
          <a:xfrm>
            <a:off x="6877050" y="188913"/>
            <a:ext cx="21336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fld id="{111D4540-AFD7-4A2F-8A99-52F9595C178E}" type="slidenum">
              <a:rPr lang="en-US" altLang="zh-CN" sz="1400"/>
              <a:t>69</a:t>
            </a:fld>
            <a:endParaRPr lang="en-US" altLang="zh-CN" sz="1400"/>
          </a:p>
        </p:txBody>
      </p:sp>
      <p:sp>
        <p:nvSpPr>
          <p:cNvPr id="117850" name="Line 29"/>
          <p:cNvSpPr>
            <a:spLocks noChangeShapeType="1"/>
          </p:cNvSpPr>
          <p:nvPr/>
        </p:nvSpPr>
        <p:spPr bwMode="auto">
          <a:xfrm>
            <a:off x="1189038" y="1446213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7851" name="Line 30"/>
          <p:cNvSpPr>
            <a:spLocks noChangeShapeType="1"/>
          </p:cNvSpPr>
          <p:nvPr/>
        </p:nvSpPr>
        <p:spPr bwMode="auto">
          <a:xfrm>
            <a:off x="884238" y="1674813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7852" name="Text Box 31"/>
          <p:cNvSpPr txBox="1">
            <a:spLocks noChangeArrowheads="1"/>
          </p:cNvSpPr>
          <p:nvPr/>
        </p:nvSpPr>
        <p:spPr bwMode="auto">
          <a:xfrm>
            <a:off x="1216025" y="1293813"/>
            <a:ext cx="915988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17854" name="Text Box 36"/>
          <p:cNvSpPr txBox="1">
            <a:spLocks noChangeArrowheads="1"/>
          </p:cNvSpPr>
          <p:nvPr/>
        </p:nvSpPr>
        <p:spPr bwMode="auto">
          <a:xfrm rot="-5400000">
            <a:off x="400052" y="1982788"/>
            <a:ext cx="646112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17855" name="Text Box 37"/>
          <p:cNvSpPr txBox="1">
            <a:spLocks noChangeArrowheads="1"/>
          </p:cNvSpPr>
          <p:nvPr/>
        </p:nvSpPr>
        <p:spPr bwMode="auto">
          <a:xfrm>
            <a:off x="1227932" y="1039815"/>
            <a:ext cx="865188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17856" name="Text Box 101"/>
          <p:cNvSpPr txBox="1">
            <a:spLocks noChangeArrowheads="1"/>
          </p:cNvSpPr>
          <p:nvPr/>
        </p:nvSpPr>
        <p:spPr bwMode="auto">
          <a:xfrm>
            <a:off x="1219200" y="1995488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2   0   1</a:t>
            </a:r>
          </a:p>
        </p:txBody>
      </p:sp>
      <p:sp>
        <p:nvSpPr>
          <p:cNvPr id="117857" name="Text Box 102"/>
          <p:cNvSpPr txBox="1">
            <a:spLocks noChangeArrowheads="1"/>
          </p:cNvSpPr>
          <p:nvPr/>
        </p:nvSpPr>
        <p:spPr bwMode="auto">
          <a:xfrm>
            <a:off x="1209675" y="2300288"/>
            <a:ext cx="954088" cy="423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3   1   0</a:t>
            </a:r>
          </a:p>
        </p:txBody>
      </p:sp>
      <p:sp>
        <p:nvSpPr>
          <p:cNvPr id="117860" name="Text Box 6"/>
          <p:cNvSpPr txBox="1">
            <a:spLocks noChangeArrowheads="1"/>
          </p:cNvSpPr>
          <p:nvPr/>
        </p:nvSpPr>
        <p:spPr bwMode="auto">
          <a:xfrm>
            <a:off x="896938" y="1665288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17861" name="Text Box 7"/>
          <p:cNvSpPr txBox="1">
            <a:spLocks noChangeArrowheads="1"/>
          </p:cNvSpPr>
          <p:nvPr/>
        </p:nvSpPr>
        <p:spPr bwMode="auto">
          <a:xfrm>
            <a:off x="889000" y="1970088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17862" name="Text Box 8"/>
          <p:cNvSpPr txBox="1">
            <a:spLocks noChangeArrowheads="1"/>
          </p:cNvSpPr>
          <p:nvPr/>
        </p:nvSpPr>
        <p:spPr bwMode="auto">
          <a:xfrm>
            <a:off x="890588" y="2274888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17863" name="Line 29"/>
          <p:cNvSpPr>
            <a:spLocks noChangeShapeType="1"/>
          </p:cNvSpPr>
          <p:nvPr/>
        </p:nvSpPr>
        <p:spPr bwMode="auto">
          <a:xfrm>
            <a:off x="1169988" y="321310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7864" name="Line 30"/>
          <p:cNvSpPr>
            <a:spLocks noChangeShapeType="1"/>
          </p:cNvSpPr>
          <p:nvPr/>
        </p:nvSpPr>
        <p:spPr bwMode="auto">
          <a:xfrm>
            <a:off x="865188" y="34417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7865" name="Text Box 31"/>
          <p:cNvSpPr txBox="1">
            <a:spLocks noChangeArrowheads="1"/>
          </p:cNvSpPr>
          <p:nvPr/>
        </p:nvSpPr>
        <p:spPr bwMode="auto">
          <a:xfrm>
            <a:off x="1196975" y="3060700"/>
            <a:ext cx="915988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17867" name="Text Box 36"/>
          <p:cNvSpPr txBox="1">
            <a:spLocks noChangeArrowheads="1"/>
          </p:cNvSpPr>
          <p:nvPr/>
        </p:nvSpPr>
        <p:spPr bwMode="auto">
          <a:xfrm rot="-5400000">
            <a:off x="370285" y="3749674"/>
            <a:ext cx="646113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17868" name="Text Box 37"/>
          <p:cNvSpPr txBox="1">
            <a:spLocks noChangeArrowheads="1"/>
          </p:cNvSpPr>
          <p:nvPr/>
        </p:nvSpPr>
        <p:spPr bwMode="auto">
          <a:xfrm>
            <a:off x="1206500" y="2806701"/>
            <a:ext cx="863600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17869" name="Text Box 101"/>
          <p:cNvSpPr txBox="1">
            <a:spLocks noChangeArrowheads="1"/>
          </p:cNvSpPr>
          <p:nvPr/>
        </p:nvSpPr>
        <p:spPr bwMode="auto">
          <a:xfrm>
            <a:off x="1198563" y="3762375"/>
            <a:ext cx="954087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0   1</a:t>
            </a:r>
          </a:p>
        </p:txBody>
      </p:sp>
      <p:sp>
        <p:nvSpPr>
          <p:cNvPr id="117870" name="Text Box 102"/>
          <p:cNvSpPr txBox="1">
            <a:spLocks noChangeArrowheads="1"/>
          </p:cNvSpPr>
          <p:nvPr/>
        </p:nvSpPr>
        <p:spPr bwMode="auto">
          <a:xfrm>
            <a:off x="1190625" y="4067175"/>
            <a:ext cx="954088" cy="423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3   1   0</a:t>
            </a:r>
          </a:p>
        </p:txBody>
      </p:sp>
      <p:sp>
        <p:nvSpPr>
          <p:cNvPr id="117873" name="Text Box 6"/>
          <p:cNvSpPr txBox="1">
            <a:spLocks noChangeArrowheads="1"/>
          </p:cNvSpPr>
          <p:nvPr/>
        </p:nvSpPr>
        <p:spPr bwMode="auto">
          <a:xfrm>
            <a:off x="877888" y="3432175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17874" name="Text Box 7"/>
          <p:cNvSpPr txBox="1">
            <a:spLocks noChangeArrowheads="1"/>
          </p:cNvSpPr>
          <p:nvPr/>
        </p:nvSpPr>
        <p:spPr bwMode="auto">
          <a:xfrm>
            <a:off x="869950" y="3736975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17875" name="Text Box 8"/>
          <p:cNvSpPr txBox="1">
            <a:spLocks noChangeArrowheads="1"/>
          </p:cNvSpPr>
          <p:nvPr/>
        </p:nvSpPr>
        <p:spPr bwMode="auto">
          <a:xfrm>
            <a:off x="871538" y="4041775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17876" name="Line 29"/>
          <p:cNvSpPr>
            <a:spLocks noChangeShapeType="1"/>
          </p:cNvSpPr>
          <p:nvPr/>
        </p:nvSpPr>
        <p:spPr bwMode="auto">
          <a:xfrm>
            <a:off x="1169988" y="5026025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7877" name="Line 30"/>
          <p:cNvSpPr>
            <a:spLocks noChangeShapeType="1"/>
          </p:cNvSpPr>
          <p:nvPr/>
        </p:nvSpPr>
        <p:spPr bwMode="auto">
          <a:xfrm>
            <a:off x="865188" y="5254625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7878" name="Text Box 31"/>
          <p:cNvSpPr txBox="1">
            <a:spLocks noChangeArrowheads="1"/>
          </p:cNvSpPr>
          <p:nvPr/>
        </p:nvSpPr>
        <p:spPr bwMode="auto">
          <a:xfrm>
            <a:off x="1196975" y="4873625"/>
            <a:ext cx="9159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17880" name="Text Box 36"/>
          <p:cNvSpPr txBox="1">
            <a:spLocks noChangeArrowheads="1"/>
          </p:cNvSpPr>
          <p:nvPr/>
        </p:nvSpPr>
        <p:spPr bwMode="auto">
          <a:xfrm rot="-5400000">
            <a:off x="380207" y="5562600"/>
            <a:ext cx="646112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17881" name="Text Box 37"/>
          <p:cNvSpPr txBox="1">
            <a:spLocks noChangeArrowheads="1"/>
          </p:cNvSpPr>
          <p:nvPr/>
        </p:nvSpPr>
        <p:spPr bwMode="auto">
          <a:xfrm>
            <a:off x="1206500" y="4619625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17882" name="Text Box 101"/>
          <p:cNvSpPr txBox="1">
            <a:spLocks noChangeArrowheads="1"/>
          </p:cNvSpPr>
          <p:nvPr/>
        </p:nvSpPr>
        <p:spPr bwMode="auto">
          <a:xfrm>
            <a:off x="1198563" y="5573713"/>
            <a:ext cx="954087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2   0   1</a:t>
            </a:r>
          </a:p>
        </p:txBody>
      </p:sp>
      <p:sp>
        <p:nvSpPr>
          <p:cNvPr id="117883" name="Text Box 102"/>
          <p:cNvSpPr txBox="1">
            <a:spLocks noChangeArrowheads="1"/>
          </p:cNvSpPr>
          <p:nvPr/>
        </p:nvSpPr>
        <p:spPr bwMode="auto">
          <a:xfrm>
            <a:off x="1190625" y="5878513"/>
            <a:ext cx="954088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3   1   0</a:t>
            </a:r>
          </a:p>
        </p:txBody>
      </p:sp>
      <p:sp>
        <p:nvSpPr>
          <p:cNvPr id="117886" name="Text Box 6"/>
          <p:cNvSpPr txBox="1">
            <a:spLocks noChangeArrowheads="1"/>
          </p:cNvSpPr>
          <p:nvPr/>
        </p:nvSpPr>
        <p:spPr bwMode="auto">
          <a:xfrm>
            <a:off x="877888" y="5243513"/>
            <a:ext cx="300037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17887" name="Text Box 7"/>
          <p:cNvSpPr txBox="1">
            <a:spLocks noChangeArrowheads="1"/>
          </p:cNvSpPr>
          <p:nvPr/>
        </p:nvSpPr>
        <p:spPr bwMode="auto">
          <a:xfrm>
            <a:off x="869950" y="5548313"/>
            <a:ext cx="300038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17888" name="Text Box 8"/>
          <p:cNvSpPr txBox="1">
            <a:spLocks noChangeArrowheads="1"/>
          </p:cNvSpPr>
          <p:nvPr/>
        </p:nvSpPr>
        <p:spPr bwMode="auto">
          <a:xfrm>
            <a:off x="871538" y="5853113"/>
            <a:ext cx="300037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17889" name="Oval 166"/>
          <p:cNvSpPr>
            <a:spLocks noChangeArrowheads="1"/>
          </p:cNvSpPr>
          <p:nvPr/>
        </p:nvSpPr>
        <p:spPr bwMode="auto">
          <a:xfrm>
            <a:off x="3228181" y="1701006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117890" name="Line 117"/>
          <p:cNvSpPr>
            <a:spLocks noChangeShapeType="1"/>
          </p:cNvSpPr>
          <p:nvPr/>
        </p:nvSpPr>
        <p:spPr bwMode="auto">
          <a:xfrm>
            <a:off x="4291012" y="2016918"/>
            <a:ext cx="963613" cy="1585122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7891" name="Line 117"/>
          <p:cNvSpPr>
            <a:spLocks noChangeShapeType="1"/>
          </p:cNvSpPr>
          <p:nvPr/>
        </p:nvSpPr>
        <p:spPr bwMode="auto">
          <a:xfrm>
            <a:off x="4203700" y="2073274"/>
            <a:ext cx="1054100" cy="3319461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17892" name="Group 5"/>
          <p:cNvGrpSpPr/>
          <p:nvPr/>
        </p:nvGrpSpPr>
        <p:grpSpPr bwMode="auto">
          <a:xfrm>
            <a:off x="6732588" y="2725740"/>
            <a:ext cx="2184400" cy="1441453"/>
            <a:chOff x="3625" y="1041"/>
            <a:chExt cx="1376" cy="908"/>
          </a:xfrm>
        </p:grpSpPr>
        <p:sp>
          <p:nvSpPr>
            <p:cNvPr id="117894" name="Freeform 6"/>
            <p:cNvSpPr/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17895" name="Freeform 7"/>
            <p:cNvSpPr/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17896" name="Oval 8"/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20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117897" name="Line 9"/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17898" name="Line 10"/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17899" name="Rectangle 11"/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20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117900" name="Oval 12"/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20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117901" name="Freeform 13"/>
            <p:cNvSpPr/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17902" name="Freeform 14"/>
            <p:cNvSpPr/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grpSp>
          <p:nvGrpSpPr>
            <p:cNvPr id="117903" name="Group 15"/>
            <p:cNvGrpSpPr/>
            <p:nvPr/>
          </p:nvGrpSpPr>
          <p:grpSpPr bwMode="auto">
            <a:xfrm>
              <a:off x="3772" y="1498"/>
              <a:ext cx="197" cy="291"/>
              <a:chOff x="2955" y="2401"/>
              <a:chExt cx="200" cy="291"/>
            </a:xfrm>
          </p:grpSpPr>
          <p:sp>
            <p:nvSpPr>
              <p:cNvPr id="117927" name="Rectangle 16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117928" name="Text Box 17"/>
              <p:cNvSpPr txBox="1">
                <a:spLocks noChangeArrowheads="1"/>
              </p:cNvSpPr>
              <p:nvPr/>
            </p:nvSpPr>
            <p:spPr bwMode="auto">
              <a:xfrm>
                <a:off x="2955" y="2401"/>
                <a:ext cx="200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None/>
                </a:pPr>
                <a:r>
                  <a:rPr lang="en-US" altLang="zh-CN" sz="2000" dirty="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rPr>
                  <a:t>x</a:t>
                </a:r>
              </a:p>
            </p:txBody>
          </p:sp>
        </p:grpSp>
        <p:grpSp>
          <p:nvGrpSpPr>
            <p:cNvPr id="117904" name="Group 18"/>
            <p:cNvGrpSpPr/>
            <p:nvPr/>
          </p:nvGrpSpPr>
          <p:grpSpPr bwMode="auto">
            <a:xfrm>
              <a:off x="4566" y="1510"/>
              <a:ext cx="316" cy="291"/>
              <a:chOff x="1740" y="2278"/>
              <a:chExt cx="316" cy="291"/>
            </a:xfrm>
          </p:grpSpPr>
          <p:sp>
            <p:nvSpPr>
              <p:cNvPr id="117919" name="Oval 19"/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117920" name="Line 20"/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17921" name="Line 21"/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17922" name="Rectangle 22"/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117923" name="Oval 23"/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grpSp>
            <p:nvGrpSpPr>
              <p:cNvPr id="117924" name="Group 24"/>
              <p:cNvGrpSpPr/>
              <p:nvPr/>
            </p:nvGrpSpPr>
            <p:grpSpPr bwMode="auto">
              <a:xfrm>
                <a:off x="1798" y="2278"/>
                <a:ext cx="197" cy="291"/>
                <a:chOff x="2955" y="2401"/>
                <a:chExt cx="200" cy="291"/>
              </a:xfrm>
            </p:grpSpPr>
            <p:sp>
              <p:nvSpPr>
                <p:cNvPr id="117925" name="Rectangle 25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Char char="¾"/>
                  </a:pPr>
                  <a:endParaRPr lang="zh-CN" altLang="en-US" sz="20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endParaRPr>
                </a:p>
              </p:txBody>
            </p:sp>
            <p:sp>
              <p:nvSpPr>
                <p:cNvPr id="117926" name="Text Box 26"/>
                <p:cNvSpPr txBox="1">
                  <a:spLocks noChangeArrowheads="1"/>
                </p:cNvSpPr>
                <p:nvPr/>
              </p:nvSpPr>
              <p:spPr bwMode="auto">
                <a:xfrm>
                  <a:off x="2955" y="2401"/>
                  <a:ext cx="200" cy="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None/>
                  </a:pPr>
                  <a:r>
                    <a:rPr lang="en-US" altLang="zh-CN" sz="2000" dirty="0">
                      <a:solidFill>
                        <a:schemeClr val="bg1"/>
                      </a:solidFill>
                      <a:latin typeface="Arial Unicode MS" panose="020B0604020202020204" pitchFamily="34" charset="-122"/>
                      <a:ea typeface="Arial Unicode MS" panose="020B0604020202020204" pitchFamily="34" charset="-122"/>
                      <a:cs typeface="Arial Unicode MS" panose="020B0604020202020204" pitchFamily="34" charset="-122"/>
                    </a:rPr>
                    <a:t>z</a:t>
                  </a:r>
                </a:p>
              </p:txBody>
            </p:sp>
          </p:grpSp>
        </p:grpSp>
        <p:sp>
          <p:nvSpPr>
            <p:cNvPr id="117905" name="Text Box 27"/>
            <p:cNvSpPr txBox="1">
              <a:spLocks noChangeArrowheads="1"/>
            </p:cNvSpPr>
            <p:nvPr/>
          </p:nvSpPr>
          <p:spPr bwMode="auto">
            <a:xfrm>
              <a:off x="4456" y="1300"/>
              <a:ext cx="206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1</a:t>
              </a:r>
            </a:p>
          </p:txBody>
        </p:sp>
        <p:sp>
          <p:nvSpPr>
            <p:cNvPr id="117906" name="Text Box 28"/>
            <p:cNvSpPr txBox="1">
              <a:spLocks noChangeArrowheads="1"/>
            </p:cNvSpPr>
            <p:nvPr/>
          </p:nvSpPr>
          <p:spPr bwMode="auto">
            <a:xfrm>
              <a:off x="3875" y="1325"/>
              <a:ext cx="206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2000" dirty="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2</a:t>
              </a:r>
            </a:p>
          </p:txBody>
        </p:sp>
        <p:sp>
          <p:nvSpPr>
            <p:cNvPr id="117907" name="Text Box 29"/>
            <p:cNvSpPr txBox="1">
              <a:spLocks noChangeArrowheads="1"/>
            </p:cNvSpPr>
            <p:nvPr/>
          </p:nvSpPr>
          <p:spPr bwMode="auto">
            <a:xfrm>
              <a:off x="4214" y="1658"/>
              <a:ext cx="206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7</a:t>
              </a:r>
            </a:p>
          </p:txBody>
        </p:sp>
        <p:grpSp>
          <p:nvGrpSpPr>
            <p:cNvPr id="117908" name="Group 30"/>
            <p:cNvGrpSpPr/>
            <p:nvPr/>
          </p:nvGrpSpPr>
          <p:grpSpPr bwMode="auto">
            <a:xfrm>
              <a:off x="4146" y="1172"/>
              <a:ext cx="316" cy="291"/>
              <a:chOff x="1740" y="2264"/>
              <a:chExt cx="316" cy="291"/>
            </a:xfrm>
          </p:grpSpPr>
          <p:sp>
            <p:nvSpPr>
              <p:cNvPr id="117911" name="Oval 31"/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117912" name="Line 32"/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17913" name="Line 33"/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17914" name="Rectangle 34"/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117915" name="Oval 35"/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grpSp>
            <p:nvGrpSpPr>
              <p:cNvPr id="117916" name="Group 36"/>
              <p:cNvGrpSpPr/>
              <p:nvPr/>
            </p:nvGrpSpPr>
            <p:grpSpPr bwMode="auto">
              <a:xfrm>
                <a:off x="1803" y="2264"/>
                <a:ext cx="197" cy="291"/>
                <a:chOff x="2958" y="2387"/>
                <a:chExt cx="200" cy="291"/>
              </a:xfrm>
            </p:grpSpPr>
            <p:sp>
              <p:nvSpPr>
                <p:cNvPr id="117917" name="Rectangle 37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Char char="¾"/>
                  </a:pPr>
                  <a:endParaRPr lang="zh-CN" altLang="en-US" sz="20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endParaRPr>
                </a:p>
              </p:txBody>
            </p:sp>
            <p:sp>
              <p:nvSpPr>
                <p:cNvPr id="117918" name="Text Box 38"/>
                <p:cNvSpPr txBox="1">
                  <a:spLocks noChangeArrowheads="1"/>
                </p:cNvSpPr>
                <p:nvPr/>
              </p:nvSpPr>
              <p:spPr bwMode="auto">
                <a:xfrm>
                  <a:off x="2958" y="2387"/>
                  <a:ext cx="200" cy="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None/>
                  </a:pPr>
                  <a:r>
                    <a:rPr lang="en-US" altLang="zh-CN" sz="2000" dirty="0">
                      <a:solidFill>
                        <a:schemeClr val="bg1"/>
                      </a:solidFill>
                      <a:latin typeface="Arial Unicode MS" panose="020B0604020202020204" pitchFamily="34" charset="-122"/>
                      <a:ea typeface="Arial Unicode MS" panose="020B0604020202020204" pitchFamily="34" charset="-122"/>
                      <a:cs typeface="Arial Unicode MS" panose="020B0604020202020204" pitchFamily="34" charset="-122"/>
                    </a:rPr>
                    <a:t>y</a:t>
                  </a:r>
                </a:p>
              </p:txBody>
            </p:sp>
          </p:grpSp>
        </p:grpSp>
        <p:sp>
          <p:nvSpPr>
            <p:cNvPr id="117909" name="Text Box 39"/>
            <p:cNvSpPr txBox="1">
              <a:spLocks noChangeArrowheads="1"/>
            </p:cNvSpPr>
            <p:nvPr/>
          </p:nvSpPr>
          <p:spPr bwMode="auto">
            <a:xfrm>
              <a:off x="3826" y="1041"/>
              <a:ext cx="206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2000" dirty="0">
                  <a:solidFill>
                    <a:srgbClr val="FF0000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1</a:t>
              </a:r>
            </a:p>
          </p:txBody>
        </p:sp>
        <p:sp>
          <p:nvSpPr>
            <p:cNvPr id="117910" name="Line 40"/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</p:grpSp>
      <p:sp>
        <p:nvSpPr>
          <p:cNvPr id="169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4.4 </a:t>
            </a:r>
            <a:r>
              <a:rPr lang="zh-CN" altLang="en-US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路由算法</a:t>
            </a: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距离向量算法</a:t>
            </a:r>
          </a:p>
        </p:txBody>
      </p:sp>
      <p:sp>
        <p:nvSpPr>
          <p:cNvPr id="170" name="Text Box 101">
            <a:extLst>
              <a:ext uri="{FF2B5EF4-FFF2-40B4-BE49-F238E27FC236}">
                <a16:creationId xmlns:a16="http://schemas.microsoft.com/office/drawing/2014/main" id="{4945813D-3BDB-43AF-A4B2-4F0F5A36E3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4438" y="1697037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0   2   3</a:t>
            </a:r>
          </a:p>
        </p:txBody>
      </p:sp>
      <p:sp>
        <p:nvSpPr>
          <p:cNvPr id="171" name="Text Box 101">
            <a:extLst>
              <a:ext uri="{FF2B5EF4-FFF2-40B4-BE49-F238E27FC236}">
                <a16:creationId xmlns:a16="http://schemas.microsoft.com/office/drawing/2014/main" id="{22B83AB1-DA09-48EC-A957-F052D1BF71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2850" y="3459163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0   2   3</a:t>
            </a:r>
          </a:p>
        </p:txBody>
      </p:sp>
      <p:sp>
        <p:nvSpPr>
          <p:cNvPr id="172" name="Text Box 101">
            <a:extLst>
              <a:ext uri="{FF2B5EF4-FFF2-40B4-BE49-F238E27FC236}">
                <a16:creationId xmlns:a16="http://schemas.microsoft.com/office/drawing/2014/main" id="{D8B1DDC6-96BC-4B57-B095-AD919A970E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8244" y="5265737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0   2   3</a:t>
            </a:r>
          </a:p>
        </p:txBody>
      </p:sp>
      <p:sp>
        <p:nvSpPr>
          <p:cNvPr id="173" name="Text Box 101">
            <a:extLst>
              <a:ext uri="{FF2B5EF4-FFF2-40B4-BE49-F238E27FC236}">
                <a16:creationId xmlns:a16="http://schemas.microsoft.com/office/drawing/2014/main" id="{9C23F45A-AA4A-4ADF-8D9B-4B043DB66C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2156" y="5276845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0   2   3</a:t>
            </a:r>
          </a:p>
        </p:txBody>
      </p:sp>
      <p:sp>
        <p:nvSpPr>
          <p:cNvPr id="174" name="Text Box 101">
            <a:extLst>
              <a:ext uri="{FF2B5EF4-FFF2-40B4-BE49-F238E27FC236}">
                <a16:creationId xmlns:a16="http://schemas.microsoft.com/office/drawing/2014/main" id="{85AD0726-D1D5-454E-9CB5-6D9DAF242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2156" y="3468689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0   2   3</a:t>
            </a:r>
          </a:p>
        </p:txBody>
      </p:sp>
      <p:sp>
        <p:nvSpPr>
          <p:cNvPr id="175" name="Text Box 101">
            <a:extLst>
              <a:ext uri="{FF2B5EF4-FFF2-40B4-BE49-F238E27FC236}">
                <a16:creationId xmlns:a16="http://schemas.microsoft.com/office/drawing/2014/main" id="{0D628490-4725-4539-BDC9-FE8BE3FE61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5651" y="1682751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0   1   </a:t>
            </a:r>
            <a:r>
              <a:rPr lang="en-US" altLang="zh-CN" sz="1800" dirty="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</a:p>
        </p:txBody>
      </p:sp>
      <p:sp>
        <p:nvSpPr>
          <p:cNvPr id="176" name="Text Box 101">
            <a:extLst>
              <a:ext uri="{FF2B5EF4-FFF2-40B4-BE49-F238E27FC236}">
                <a16:creationId xmlns:a16="http://schemas.microsoft.com/office/drawing/2014/main" id="{6D3191EA-26FF-40A4-8970-4ACD12F6D1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356" y="1681163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0   1   2</a:t>
            </a:r>
          </a:p>
        </p:txBody>
      </p:sp>
      <p:sp>
        <p:nvSpPr>
          <p:cNvPr id="177" name="Text Box 101">
            <a:extLst>
              <a:ext uri="{FF2B5EF4-FFF2-40B4-BE49-F238E27FC236}">
                <a16:creationId xmlns:a16="http://schemas.microsoft.com/office/drawing/2014/main" id="{5CFEB65D-8F3A-4D3F-BF10-6A44CD6FE5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79256" y="3419476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</a:t>
            </a:r>
            <a:r>
              <a:rPr lang="en-US" altLang="zh-CN" sz="1800" dirty="0">
                <a:solidFill>
                  <a:srgbClr val="00B05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1   2</a:t>
            </a:r>
          </a:p>
        </p:txBody>
      </p:sp>
      <p:sp>
        <p:nvSpPr>
          <p:cNvPr id="178" name="Text Box 101">
            <a:extLst>
              <a:ext uri="{FF2B5EF4-FFF2-40B4-BE49-F238E27FC236}">
                <a16:creationId xmlns:a16="http://schemas.microsoft.com/office/drawing/2014/main" id="{905A8EAC-BD14-430D-AAFB-8DB13D4F0C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2275" y="5262562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</a:t>
            </a:r>
            <a:r>
              <a:rPr lang="en-US" altLang="zh-CN" sz="1800" dirty="0">
                <a:solidFill>
                  <a:srgbClr val="00B05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1   2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" name="矩形 180"/>
          <p:cNvSpPr/>
          <p:nvPr/>
        </p:nvSpPr>
        <p:spPr bwMode="auto">
          <a:xfrm>
            <a:off x="7467601" y="779389"/>
            <a:ext cx="1500188" cy="17145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marL="342900" indent="-342900"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Blip>
                <a:blip r:embed="rId3"/>
              </a:buBlip>
              <a:defRPr/>
            </a:pPr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121859" name="Line 29"/>
          <p:cNvSpPr>
            <a:spLocks noChangeShapeType="1"/>
          </p:cNvSpPr>
          <p:nvPr/>
        </p:nvSpPr>
        <p:spPr bwMode="auto">
          <a:xfrm>
            <a:off x="3276600" y="1603817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1860" name="Line 30"/>
          <p:cNvSpPr>
            <a:spLocks noChangeShapeType="1"/>
          </p:cNvSpPr>
          <p:nvPr/>
        </p:nvSpPr>
        <p:spPr bwMode="auto">
          <a:xfrm>
            <a:off x="2971800" y="1832417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1861" name="Text Box 31"/>
          <p:cNvSpPr txBox="1">
            <a:spLocks noChangeArrowheads="1"/>
          </p:cNvSpPr>
          <p:nvPr/>
        </p:nvSpPr>
        <p:spPr bwMode="auto">
          <a:xfrm>
            <a:off x="3303588" y="1451417"/>
            <a:ext cx="915987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21863" name="Text Box 36"/>
          <p:cNvSpPr txBox="1">
            <a:spLocks noChangeArrowheads="1"/>
          </p:cNvSpPr>
          <p:nvPr/>
        </p:nvSpPr>
        <p:spPr bwMode="auto">
          <a:xfrm rot="16200000">
            <a:off x="2475315" y="2139246"/>
            <a:ext cx="647700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21864" name="Text Box 37"/>
          <p:cNvSpPr txBox="1">
            <a:spLocks noChangeArrowheads="1"/>
          </p:cNvSpPr>
          <p:nvPr/>
        </p:nvSpPr>
        <p:spPr bwMode="auto">
          <a:xfrm>
            <a:off x="3309937" y="1184688"/>
            <a:ext cx="865187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21865" name="Text Box 101"/>
          <p:cNvSpPr txBox="1">
            <a:spLocks noChangeArrowheads="1"/>
          </p:cNvSpPr>
          <p:nvPr/>
        </p:nvSpPr>
        <p:spPr bwMode="auto">
          <a:xfrm>
            <a:off x="3306753" y="2153092"/>
            <a:ext cx="954107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solidFill>
                  <a:srgbClr val="00B05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4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0   1</a:t>
            </a:r>
          </a:p>
        </p:txBody>
      </p:sp>
      <p:sp>
        <p:nvSpPr>
          <p:cNvPr id="121866" name="Text Box 102"/>
          <p:cNvSpPr txBox="1">
            <a:spLocks noChangeArrowheads="1"/>
          </p:cNvSpPr>
          <p:nvPr/>
        </p:nvSpPr>
        <p:spPr bwMode="auto">
          <a:xfrm>
            <a:off x="3297238" y="2457892"/>
            <a:ext cx="9540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3   1   0</a:t>
            </a:r>
          </a:p>
        </p:txBody>
      </p:sp>
      <p:sp>
        <p:nvSpPr>
          <p:cNvPr id="121867" name="Line 115"/>
          <p:cNvSpPr>
            <a:spLocks noChangeShapeType="1"/>
          </p:cNvSpPr>
          <p:nvPr/>
        </p:nvSpPr>
        <p:spPr bwMode="auto">
          <a:xfrm flipV="1">
            <a:off x="6526213" y="2362642"/>
            <a:ext cx="721935" cy="1603374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1868" name="Line 116"/>
          <p:cNvSpPr>
            <a:spLocks noChangeShapeType="1"/>
          </p:cNvSpPr>
          <p:nvPr/>
        </p:nvSpPr>
        <p:spPr bwMode="auto">
          <a:xfrm>
            <a:off x="6502401" y="4249738"/>
            <a:ext cx="785812" cy="1603119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1869" name="Line 117"/>
          <p:cNvSpPr>
            <a:spLocks noChangeShapeType="1"/>
          </p:cNvSpPr>
          <p:nvPr/>
        </p:nvSpPr>
        <p:spPr bwMode="auto">
          <a:xfrm flipV="1">
            <a:off x="4191001" y="2753167"/>
            <a:ext cx="1119187" cy="3330574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1870" name="Line 118"/>
          <p:cNvSpPr>
            <a:spLocks noChangeShapeType="1"/>
          </p:cNvSpPr>
          <p:nvPr/>
        </p:nvSpPr>
        <p:spPr bwMode="auto">
          <a:xfrm flipV="1">
            <a:off x="4284662" y="4478778"/>
            <a:ext cx="968375" cy="1651001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1871" name="Text Box 160"/>
          <p:cNvSpPr txBox="1">
            <a:spLocks noChangeArrowheads="1"/>
          </p:cNvSpPr>
          <p:nvPr/>
        </p:nvSpPr>
        <p:spPr bwMode="auto">
          <a:xfrm>
            <a:off x="79199" y="956117"/>
            <a:ext cx="1439863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b="1" u="sng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node x table</a:t>
            </a:r>
          </a:p>
        </p:txBody>
      </p:sp>
      <p:sp>
        <p:nvSpPr>
          <p:cNvPr id="121872" name="Text Box 161"/>
          <p:cNvSpPr txBox="1">
            <a:spLocks noChangeArrowheads="1"/>
          </p:cNvSpPr>
          <p:nvPr/>
        </p:nvSpPr>
        <p:spPr bwMode="auto">
          <a:xfrm>
            <a:off x="65088" y="2746817"/>
            <a:ext cx="1441450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b="1" u="sng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node y table</a:t>
            </a:r>
          </a:p>
        </p:txBody>
      </p:sp>
      <p:sp>
        <p:nvSpPr>
          <p:cNvPr id="121873" name="Text Box 162"/>
          <p:cNvSpPr txBox="1">
            <a:spLocks noChangeArrowheads="1"/>
          </p:cNvSpPr>
          <p:nvPr/>
        </p:nvSpPr>
        <p:spPr bwMode="auto">
          <a:xfrm>
            <a:off x="64493" y="4536723"/>
            <a:ext cx="1439863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b="1" u="sng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node z table</a:t>
            </a:r>
          </a:p>
        </p:txBody>
      </p:sp>
      <p:sp>
        <p:nvSpPr>
          <p:cNvPr id="121874" name="Oval 166"/>
          <p:cNvSpPr>
            <a:spLocks noChangeArrowheads="1"/>
          </p:cNvSpPr>
          <p:nvPr/>
        </p:nvSpPr>
        <p:spPr bwMode="auto">
          <a:xfrm>
            <a:off x="1116013" y="3945380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121877" name="Text Box 6"/>
          <p:cNvSpPr txBox="1">
            <a:spLocks noChangeArrowheads="1"/>
          </p:cNvSpPr>
          <p:nvPr/>
        </p:nvSpPr>
        <p:spPr bwMode="auto">
          <a:xfrm>
            <a:off x="2984500" y="1822892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21878" name="Text Box 7"/>
          <p:cNvSpPr txBox="1">
            <a:spLocks noChangeArrowheads="1"/>
          </p:cNvSpPr>
          <p:nvPr/>
        </p:nvSpPr>
        <p:spPr bwMode="auto">
          <a:xfrm>
            <a:off x="2976563" y="2127692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21879" name="Text Box 8"/>
          <p:cNvSpPr txBox="1">
            <a:spLocks noChangeArrowheads="1"/>
          </p:cNvSpPr>
          <p:nvPr/>
        </p:nvSpPr>
        <p:spPr bwMode="auto">
          <a:xfrm>
            <a:off x="2978150" y="2432492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21880" name="Line 29"/>
          <p:cNvSpPr>
            <a:spLocks noChangeShapeType="1"/>
          </p:cNvSpPr>
          <p:nvPr/>
        </p:nvSpPr>
        <p:spPr bwMode="auto">
          <a:xfrm>
            <a:off x="3257550" y="3370705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1881" name="Line 30"/>
          <p:cNvSpPr>
            <a:spLocks noChangeShapeType="1"/>
          </p:cNvSpPr>
          <p:nvPr/>
        </p:nvSpPr>
        <p:spPr bwMode="auto">
          <a:xfrm>
            <a:off x="2952750" y="3599305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1882" name="Text Box 31"/>
          <p:cNvSpPr txBox="1">
            <a:spLocks noChangeArrowheads="1"/>
          </p:cNvSpPr>
          <p:nvPr/>
        </p:nvSpPr>
        <p:spPr bwMode="auto">
          <a:xfrm>
            <a:off x="3284538" y="3218305"/>
            <a:ext cx="915987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21884" name="Text Box 36"/>
          <p:cNvSpPr txBox="1">
            <a:spLocks noChangeArrowheads="1"/>
          </p:cNvSpPr>
          <p:nvPr/>
        </p:nvSpPr>
        <p:spPr bwMode="auto">
          <a:xfrm rot="16200000">
            <a:off x="2470150" y="3907720"/>
            <a:ext cx="647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21885" name="Text Box 37"/>
          <p:cNvSpPr txBox="1">
            <a:spLocks noChangeArrowheads="1"/>
          </p:cNvSpPr>
          <p:nvPr/>
        </p:nvSpPr>
        <p:spPr bwMode="auto">
          <a:xfrm>
            <a:off x="3294063" y="2939699"/>
            <a:ext cx="863600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21886" name="Text Box 101"/>
          <p:cNvSpPr txBox="1">
            <a:spLocks noChangeArrowheads="1"/>
          </p:cNvSpPr>
          <p:nvPr/>
        </p:nvSpPr>
        <p:spPr bwMode="auto">
          <a:xfrm>
            <a:off x="3286125" y="3919980"/>
            <a:ext cx="954088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4   0   1</a:t>
            </a:r>
          </a:p>
        </p:txBody>
      </p:sp>
      <p:sp>
        <p:nvSpPr>
          <p:cNvPr id="121887" name="Text Box 102"/>
          <p:cNvSpPr txBox="1">
            <a:spLocks noChangeArrowheads="1"/>
          </p:cNvSpPr>
          <p:nvPr/>
        </p:nvSpPr>
        <p:spPr bwMode="auto">
          <a:xfrm>
            <a:off x="3278188" y="4224780"/>
            <a:ext cx="9540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3   1   0</a:t>
            </a:r>
          </a:p>
        </p:txBody>
      </p:sp>
      <p:sp>
        <p:nvSpPr>
          <p:cNvPr id="121890" name="Text Box 6"/>
          <p:cNvSpPr txBox="1">
            <a:spLocks noChangeArrowheads="1"/>
          </p:cNvSpPr>
          <p:nvPr/>
        </p:nvSpPr>
        <p:spPr bwMode="auto">
          <a:xfrm>
            <a:off x="2965450" y="3589780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21891" name="Text Box 7"/>
          <p:cNvSpPr txBox="1">
            <a:spLocks noChangeArrowheads="1"/>
          </p:cNvSpPr>
          <p:nvPr/>
        </p:nvSpPr>
        <p:spPr bwMode="auto">
          <a:xfrm>
            <a:off x="2957513" y="3894580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21892" name="Text Box 8"/>
          <p:cNvSpPr txBox="1">
            <a:spLocks noChangeArrowheads="1"/>
          </p:cNvSpPr>
          <p:nvPr/>
        </p:nvSpPr>
        <p:spPr bwMode="auto">
          <a:xfrm>
            <a:off x="2959100" y="4199380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21893" name="Line 29"/>
          <p:cNvSpPr>
            <a:spLocks noChangeShapeType="1"/>
          </p:cNvSpPr>
          <p:nvPr/>
        </p:nvSpPr>
        <p:spPr bwMode="auto">
          <a:xfrm>
            <a:off x="3257550" y="5182042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1894" name="Line 30"/>
          <p:cNvSpPr>
            <a:spLocks noChangeShapeType="1"/>
          </p:cNvSpPr>
          <p:nvPr/>
        </p:nvSpPr>
        <p:spPr bwMode="auto">
          <a:xfrm>
            <a:off x="2952750" y="5410642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1895" name="Text Box 31"/>
          <p:cNvSpPr txBox="1">
            <a:spLocks noChangeArrowheads="1"/>
          </p:cNvSpPr>
          <p:nvPr/>
        </p:nvSpPr>
        <p:spPr bwMode="auto">
          <a:xfrm>
            <a:off x="3284538" y="5029642"/>
            <a:ext cx="915987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21897" name="Text Box 36"/>
          <p:cNvSpPr txBox="1">
            <a:spLocks noChangeArrowheads="1"/>
          </p:cNvSpPr>
          <p:nvPr/>
        </p:nvSpPr>
        <p:spPr bwMode="auto">
          <a:xfrm rot="16200000">
            <a:off x="2493953" y="5706711"/>
            <a:ext cx="6461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21898" name="Text Box 37"/>
          <p:cNvSpPr txBox="1">
            <a:spLocks noChangeArrowheads="1"/>
          </p:cNvSpPr>
          <p:nvPr/>
        </p:nvSpPr>
        <p:spPr bwMode="auto">
          <a:xfrm>
            <a:off x="3294063" y="4779610"/>
            <a:ext cx="863600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21899" name="Text Box 101"/>
          <p:cNvSpPr txBox="1">
            <a:spLocks noChangeArrowheads="1"/>
          </p:cNvSpPr>
          <p:nvPr/>
        </p:nvSpPr>
        <p:spPr bwMode="auto">
          <a:xfrm>
            <a:off x="3286116" y="5731317"/>
            <a:ext cx="954107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solidFill>
                  <a:srgbClr val="00B05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4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0   1</a:t>
            </a:r>
          </a:p>
        </p:txBody>
      </p:sp>
      <p:sp>
        <p:nvSpPr>
          <p:cNvPr id="121900" name="Text Box 102"/>
          <p:cNvSpPr txBox="1">
            <a:spLocks noChangeArrowheads="1"/>
          </p:cNvSpPr>
          <p:nvPr/>
        </p:nvSpPr>
        <p:spPr bwMode="auto">
          <a:xfrm>
            <a:off x="3278188" y="6036117"/>
            <a:ext cx="954087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5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1   0</a:t>
            </a:r>
          </a:p>
        </p:txBody>
      </p:sp>
      <p:sp>
        <p:nvSpPr>
          <p:cNvPr id="121901" name="Oval 166"/>
          <p:cNvSpPr>
            <a:spLocks noChangeArrowheads="1"/>
          </p:cNvSpPr>
          <p:nvPr/>
        </p:nvSpPr>
        <p:spPr bwMode="auto">
          <a:xfrm>
            <a:off x="3217863" y="602976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121904" name="Text Box 6"/>
          <p:cNvSpPr txBox="1">
            <a:spLocks noChangeArrowheads="1"/>
          </p:cNvSpPr>
          <p:nvPr/>
        </p:nvSpPr>
        <p:spPr bwMode="auto">
          <a:xfrm>
            <a:off x="2965450" y="5401117"/>
            <a:ext cx="300038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21905" name="Text Box 7"/>
          <p:cNvSpPr txBox="1">
            <a:spLocks noChangeArrowheads="1"/>
          </p:cNvSpPr>
          <p:nvPr/>
        </p:nvSpPr>
        <p:spPr bwMode="auto">
          <a:xfrm>
            <a:off x="2957513" y="5705917"/>
            <a:ext cx="300037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21906" name="Text Box 8"/>
          <p:cNvSpPr txBox="1">
            <a:spLocks noChangeArrowheads="1"/>
          </p:cNvSpPr>
          <p:nvPr/>
        </p:nvSpPr>
        <p:spPr bwMode="auto">
          <a:xfrm>
            <a:off x="2959100" y="6010717"/>
            <a:ext cx="300038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21907" name="Line 29"/>
          <p:cNvSpPr>
            <a:spLocks noChangeShapeType="1"/>
          </p:cNvSpPr>
          <p:nvPr/>
        </p:nvSpPr>
        <p:spPr bwMode="auto">
          <a:xfrm>
            <a:off x="5500688" y="158318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1908" name="Line 30"/>
          <p:cNvSpPr>
            <a:spLocks noChangeShapeType="1"/>
          </p:cNvSpPr>
          <p:nvPr/>
        </p:nvSpPr>
        <p:spPr bwMode="auto">
          <a:xfrm>
            <a:off x="5195888" y="181178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1909" name="Text Box 31"/>
          <p:cNvSpPr txBox="1">
            <a:spLocks noChangeArrowheads="1"/>
          </p:cNvSpPr>
          <p:nvPr/>
        </p:nvSpPr>
        <p:spPr bwMode="auto">
          <a:xfrm>
            <a:off x="5527675" y="1430780"/>
            <a:ext cx="915988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21911" name="Text Box 36"/>
          <p:cNvSpPr txBox="1">
            <a:spLocks noChangeArrowheads="1"/>
          </p:cNvSpPr>
          <p:nvPr/>
        </p:nvSpPr>
        <p:spPr bwMode="auto">
          <a:xfrm rot="16200000">
            <a:off x="4712496" y="2120102"/>
            <a:ext cx="646112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21912" name="Text Box 37"/>
          <p:cNvSpPr txBox="1">
            <a:spLocks noChangeArrowheads="1"/>
          </p:cNvSpPr>
          <p:nvPr/>
        </p:nvSpPr>
        <p:spPr bwMode="auto">
          <a:xfrm>
            <a:off x="5534025" y="1162921"/>
            <a:ext cx="865188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21913" name="Text Box 101"/>
          <p:cNvSpPr txBox="1">
            <a:spLocks noChangeArrowheads="1"/>
          </p:cNvSpPr>
          <p:nvPr/>
        </p:nvSpPr>
        <p:spPr bwMode="auto">
          <a:xfrm>
            <a:off x="5530850" y="2132455"/>
            <a:ext cx="954088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4   0   1</a:t>
            </a:r>
          </a:p>
        </p:txBody>
      </p:sp>
      <p:sp>
        <p:nvSpPr>
          <p:cNvPr id="121914" name="Text Box 102"/>
          <p:cNvSpPr txBox="1">
            <a:spLocks noChangeArrowheads="1"/>
          </p:cNvSpPr>
          <p:nvPr/>
        </p:nvSpPr>
        <p:spPr bwMode="auto">
          <a:xfrm>
            <a:off x="5521316" y="2437255"/>
            <a:ext cx="954107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solidFill>
                  <a:srgbClr val="00B05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5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1   0</a:t>
            </a:r>
          </a:p>
        </p:txBody>
      </p:sp>
      <p:sp>
        <p:nvSpPr>
          <p:cNvPr id="121917" name="Text Box 6"/>
          <p:cNvSpPr txBox="1">
            <a:spLocks noChangeArrowheads="1"/>
          </p:cNvSpPr>
          <p:nvPr/>
        </p:nvSpPr>
        <p:spPr bwMode="auto">
          <a:xfrm>
            <a:off x="5208588" y="1802255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21918" name="Text Box 7"/>
          <p:cNvSpPr txBox="1">
            <a:spLocks noChangeArrowheads="1"/>
          </p:cNvSpPr>
          <p:nvPr/>
        </p:nvSpPr>
        <p:spPr bwMode="auto">
          <a:xfrm>
            <a:off x="5200650" y="2107055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21919" name="Text Box 8"/>
          <p:cNvSpPr txBox="1">
            <a:spLocks noChangeArrowheads="1"/>
          </p:cNvSpPr>
          <p:nvPr/>
        </p:nvSpPr>
        <p:spPr bwMode="auto">
          <a:xfrm>
            <a:off x="5202238" y="2411855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21920" name="Line 29"/>
          <p:cNvSpPr>
            <a:spLocks noChangeShapeType="1"/>
          </p:cNvSpPr>
          <p:nvPr/>
        </p:nvSpPr>
        <p:spPr bwMode="auto">
          <a:xfrm>
            <a:off x="5481638" y="3350067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1921" name="Line 30"/>
          <p:cNvSpPr>
            <a:spLocks noChangeShapeType="1"/>
          </p:cNvSpPr>
          <p:nvPr/>
        </p:nvSpPr>
        <p:spPr bwMode="auto">
          <a:xfrm>
            <a:off x="5176838" y="3578667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1922" name="Text Box 31"/>
          <p:cNvSpPr txBox="1">
            <a:spLocks noChangeArrowheads="1"/>
          </p:cNvSpPr>
          <p:nvPr/>
        </p:nvSpPr>
        <p:spPr bwMode="auto">
          <a:xfrm>
            <a:off x="5508625" y="3197667"/>
            <a:ext cx="915988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21924" name="Text Box 36"/>
          <p:cNvSpPr txBox="1">
            <a:spLocks noChangeArrowheads="1"/>
          </p:cNvSpPr>
          <p:nvPr/>
        </p:nvSpPr>
        <p:spPr bwMode="auto">
          <a:xfrm rot="16200000">
            <a:off x="4706939" y="3900929"/>
            <a:ext cx="646113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21925" name="Text Box 37"/>
          <p:cNvSpPr txBox="1">
            <a:spLocks noChangeArrowheads="1"/>
          </p:cNvSpPr>
          <p:nvPr/>
        </p:nvSpPr>
        <p:spPr bwMode="auto">
          <a:xfrm>
            <a:off x="5518150" y="2943668"/>
            <a:ext cx="863600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21926" name="Text Box 101"/>
          <p:cNvSpPr txBox="1">
            <a:spLocks noChangeArrowheads="1"/>
          </p:cNvSpPr>
          <p:nvPr/>
        </p:nvSpPr>
        <p:spPr bwMode="auto">
          <a:xfrm>
            <a:off x="5510213" y="3899342"/>
            <a:ext cx="954087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6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0   1</a:t>
            </a:r>
          </a:p>
        </p:txBody>
      </p:sp>
      <p:sp>
        <p:nvSpPr>
          <p:cNvPr id="121927" name="Text Box 102"/>
          <p:cNvSpPr txBox="1">
            <a:spLocks noChangeArrowheads="1"/>
          </p:cNvSpPr>
          <p:nvPr/>
        </p:nvSpPr>
        <p:spPr bwMode="auto">
          <a:xfrm>
            <a:off x="5502266" y="4204142"/>
            <a:ext cx="954107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solidFill>
                  <a:srgbClr val="00B05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5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1   0</a:t>
            </a:r>
          </a:p>
        </p:txBody>
      </p:sp>
      <p:sp>
        <p:nvSpPr>
          <p:cNvPr id="121930" name="Text Box 6"/>
          <p:cNvSpPr txBox="1">
            <a:spLocks noChangeArrowheads="1"/>
          </p:cNvSpPr>
          <p:nvPr/>
        </p:nvSpPr>
        <p:spPr bwMode="auto">
          <a:xfrm>
            <a:off x="5189538" y="3569142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21931" name="Text Box 7"/>
          <p:cNvSpPr txBox="1">
            <a:spLocks noChangeArrowheads="1"/>
          </p:cNvSpPr>
          <p:nvPr/>
        </p:nvSpPr>
        <p:spPr bwMode="auto">
          <a:xfrm>
            <a:off x="5181600" y="3873942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21932" name="Text Box 8"/>
          <p:cNvSpPr txBox="1">
            <a:spLocks noChangeArrowheads="1"/>
          </p:cNvSpPr>
          <p:nvPr/>
        </p:nvSpPr>
        <p:spPr bwMode="auto">
          <a:xfrm>
            <a:off x="5183188" y="4178742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21933" name="Line 29"/>
          <p:cNvSpPr>
            <a:spLocks noChangeShapeType="1"/>
          </p:cNvSpPr>
          <p:nvPr/>
        </p:nvSpPr>
        <p:spPr bwMode="auto">
          <a:xfrm>
            <a:off x="5481638" y="5162992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1934" name="Line 30"/>
          <p:cNvSpPr>
            <a:spLocks noChangeShapeType="1"/>
          </p:cNvSpPr>
          <p:nvPr/>
        </p:nvSpPr>
        <p:spPr bwMode="auto">
          <a:xfrm>
            <a:off x="5176838" y="5391592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1935" name="Text Box 31"/>
          <p:cNvSpPr txBox="1">
            <a:spLocks noChangeArrowheads="1"/>
          </p:cNvSpPr>
          <p:nvPr/>
        </p:nvSpPr>
        <p:spPr bwMode="auto">
          <a:xfrm>
            <a:off x="5508625" y="5010592"/>
            <a:ext cx="9159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21937" name="Text Box 36"/>
          <p:cNvSpPr txBox="1">
            <a:spLocks noChangeArrowheads="1"/>
          </p:cNvSpPr>
          <p:nvPr/>
        </p:nvSpPr>
        <p:spPr bwMode="auto">
          <a:xfrm rot="16200000">
            <a:off x="4692651" y="5685280"/>
            <a:ext cx="646112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21938" name="Text Box 37"/>
          <p:cNvSpPr txBox="1">
            <a:spLocks noChangeArrowheads="1"/>
          </p:cNvSpPr>
          <p:nvPr/>
        </p:nvSpPr>
        <p:spPr bwMode="auto">
          <a:xfrm>
            <a:off x="5518150" y="4754207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21939" name="Text Box 101"/>
          <p:cNvSpPr txBox="1">
            <a:spLocks noChangeArrowheads="1"/>
          </p:cNvSpPr>
          <p:nvPr/>
        </p:nvSpPr>
        <p:spPr bwMode="auto">
          <a:xfrm>
            <a:off x="5510213" y="5710680"/>
            <a:ext cx="954087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4   0   1</a:t>
            </a:r>
          </a:p>
        </p:txBody>
      </p:sp>
      <p:sp>
        <p:nvSpPr>
          <p:cNvPr id="121940" name="Text Box 102"/>
          <p:cNvSpPr txBox="1">
            <a:spLocks noChangeArrowheads="1"/>
          </p:cNvSpPr>
          <p:nvPr/>
        </p:nvSpPr>
        <p:spPr bwMode="auto">
          <a:xfrm>
            <a:off x="5502275" y="6015480"/>
            <a:ext cx="954088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5   1   0</a:t>
            </a:r>
          </a:p>
        </p:txBody>
      </p:sp>
      <p:sp>
        <p:nvSpPr>
          <p:cNvPr id="121943" name="Text Box 6"/>
          <p:cNvSpPr txBox="1">
            <a:spLocks noChangeArrowheads="1"/>
          </p:cNvSpPr>
          <p:nvPr/>
        </p:nvSpPr>
        <p:spPr bwMode="auto">
          <a:xfrm>
            <a:off x="5189538" y="5380480"/>
            <a:ext cx="300037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21944" name="Text Box 7"/>
          <p:cNvSpPr txBox="1">
            <a:spLocks noChangeArrowheads="1"/>
          </p:cNvSpPr>
          <p:nvPr/>
        </p:nvSpPr>
        <p:spPr bwMode="auto">
          <a:xfrm>
            <a:off x="5181600" y="5685280"/>
            <a:ext cx="300038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21945" name="Text Box 8"/>
          <p:cNvSpPr txBox="1">
            <a:spLocks noChangeArrowheads="1"/>
          </p:cNvSpPr>
          <p:nvPr/>
        </p:nvSpPr>
        <p:spPr bwMode="auto">
          <a:xfrm>
            <a:off x="5183188" y="5990080"/>
            <a:ext cx="300037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21946" name="灯片编号占位符 3"/>
          <p:cNvSpPr txBox="1">
            <a:spLocks noChangeArrowheads="1"/>
          </p:cNvSpPr>
          <p:nvPr/>
        </p:nvSpPr>
        <p:spPr bwMode="auto">
          <a:xfrm>
            <a:off x="6877050" y="188913"/>
            <a:ext cx="21336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fld id="{614F2C88-23CD-41FB-BEAD-76CFAA426976}" type="slidenum">
              <a:rPr lang="en-US" altLang="zh-CN" sz="1400"/>
              <a:t>70</a:t>
            </a:fld>
            <a:endParaRPr lang="en-US" altLang="zh-CN" sz="1400"/>
          </a:p>
        </p:txBody>
      </p:sp>
      <p:sp>
        <p:nvSpPr>
          <p:cNvPr id="121947" name="Line 29"/>
          <p:cNvSpPr>
            <a:spLocks noChangeShapeType="1"/>
          </p:cNvSpPr>
          <p:nvPr/>
        </p:nvSpPr>
        <p:spPr bwMode="auto">
          <a:xfrm>
            <a:off x="1189038" y="160223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1948" name="Line 30"/>
          <p:cNvSpPr>
            <a:spLocks noChangeShapeType="1"/>
          </p:cNvSpPr>
          <p:nvPr/>
        </p:nvSpPr>
        <p:spPr bwMode="auto">
          <a:xfrm>
            <a:off x="884238" y="183083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1949" name="Text Box 31"/>
          <p:cNvSpPr txBox="1">
            <a:spLocks noChangeArrowheads="1"/>
          </p:cNvSpPr>
          <p:nvPr/>
        </p:nvSpPr>
        <p:spPr bwMode="auto">
          <a:xfrm>
            <a:off x="1216025" y="1449830"/>
            <a:ext cx="915988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21951" name="Text Box 36"/>
          <p:cNvSpPr txBox="1">
            <a:spLocks noChangeArrowheads="1"/>
          </p:cNvSpPr>
          <p:nvPr/>
        </p:nvSpPr>
        <p:spPr bwMode="auto">
          <a:xfrm rot="16200000">
            <a:off x="388143" y="2138805"/>
            <a:ext cx="646112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21952" name="Text Box 37"/>
          <p:cNvSpPr txBox="1">
            <a:spLocks noChangeArrowheads="1"/>
          </p:cNvSpPr>
          <p:nvPr/>
        </p:nvSpPr>
        <p:spPr bwMode="auto">
          <a:xfrm>
            <a:off x="1228725" y="1184689"/>
            <a:ext cx="865188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21953" name="Text Box 101"/>
          <p:cNvSpPr txBox="1">
            <a:spLocks noChangeArrowheads="1"/>
          </p:cNvSpPr>
          <p:nvPr/>
        </p:nvSpPr>
        <p:spPr bwMode="auto">
          <a:xfrm>
            <a:off x="1207293" y="2164647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2   0   1</a:t>
            </a:r>
          </a:p>
        </p:txBody>
      </p:sp>
      <p:sp>
        <p:nvSpPr>
          <p:cNvPr id="121954" name="Text Box 102"/>
          <p:cNvSpPr txBox="1">
            <a:spLocks noChangeArrowheads="1"/>
          </p:cNvSpPr>
          <p:nvPr/>
        </p:nvSpPr>
        <p:spPr bwMode="auto">
          <a:xfrm>
            <a:off x="1209675" y="2456305"/>
            <a:ext cx="954088" cy="423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3   1   0</a:t>
            </a:r>
          </a:p>
        </p:txBody>
      </p:sp>
      <p:sp>
        <p:nvSpPr>
          <p:cNvPr id="121957" name="Text Box 6"/>
          <p:cNvSpPr txBox="1">
            <a:spLocks noChangeArrowheads="1"/>
          </p:cNvSpPr>
          <p:nvPr/>
        </p:nvSpPr>
        <p:spPr bwMode="auto">
          <a:xfrm>
            <a:off x="896938" y="1821305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21958" name="Text Box 7"/>
          <p:cNvSpPr txBox="1">
            <a:spLocks noChangeArrowheads="1"/>
          </p:cNvSpPr>
          <p:nvPr/>
        </p:nvSpPr>
        <p:spPr bwMode="auto">
          <a:xfrm>
            <a:off x="889000" y="2126105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21959" name="Text Box 8"/>
          <p:cNvSpPr txBox="1">
            <a:spLocks noChangeArrowheads="1"/>
          </p:cNvSpPr>
          <p:nvPr/>
        </p:nvSpPr>
        <p:spPr bwMode="auto">
          <a:xfrm>
            <a:off x="890588" y="2430905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21960" name="Line 29"/>
          <p:cNvSpPr>
            <a:spLocks noChangeShapeType="1"/>
          </p:cNvSpPr>
          <p:nvPr/>
        </p:nvSpPr>
        <p:spPr bwMode="auto">
          <a:xfrm>
            <a:off x="1169988" y="3369117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1961" name="Line 30"/>
          <p:cNvSpPr>
            <a:spLocks noChangeShapeType="1"/>
          </p:cNvSpPr>
          <p:nvPr/>
        </p:nvSpPr>
        <p:spPr bwMode="auto">
          <a:xfrm>
            <a:off x="865188" y="3597717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1962" name="Text Box 31"/>
          <p:cNvSpPr txBox="1">
            <a:spLocks noChangeArrowheads="1"/>
          </p:cNvSpPr>
          <p:nvPr/>
        </p:nvSpPr>
        <p:spPr bwMode="auto">
          <a:xfrm>
            <a:off x="1196975" y="3216717"/>
            <a:ext cx="915988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21964" name="Text Box 36"/>
          <p:cNvSpPr txBox="1">
            <a:spLocks noChangeArrowheads="1"/>
          </p:cNvSpPr>
          <p:nvPr/>
        </p:nvSpPr>
        <p:spPr bwMode="auto">
          <a:xfrm rot="16200000">
            <a:off x="382588" y="3905690"/>
            <a:ext cx="646113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21965" name="Text Box 37"/>
          <p:cNvSpPr txBox="1">
            <a:spLocks noChangeArrowheads="1"/>
          </p:cNvSpPr>
          <p:nvPr/>
        </p:nvSpPr>
        <p:spPr bwMode="auto">
          <a:xfrm>
            <a:off x="1206500" y="2962719"/>
            <a:ext cx="863600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21966" name="Text Box 101"/>
          <p:cNvSpPr txBox="1">
            <a:spLocks noChangeArrowheads="1"/>
          </p:cNvSpPr>
          <p:nvPr/>
        </p:nvSpPr>
        <p:spPr bwMode="auto">
          <a:xfrm>
            <a:off x="1198563" y="3918392"/>
            <a:ext cx="954087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4</a:t>
            </a: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0   1</a:t>
            </a:r>
          </a:p>
        </p:txBody>
      </p:sp>
      <p:sp>
        <p:nvSpPr>
          <p:cNvPr id="121967" name="Text Box 102"/>
          <p:cNvSpPr txBox="1">
            <a:spLocks noChangeArrowheads="1"/>
          </p:cNvSpPr>
          <p:nvPr/>
        </p:nvSpPr>
        <p:spPr bwMode="auto">
          <a:xfrm>
            <a:off x="1190625" y="4223192"/>
            <a:ext cx="954088" cy="423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3   1   0</a:t>
            </a:r>
          </a:p>
        </p:txBody>
      </p:sp>
      <p:sp>
        <p:nvSpPr>
          <p:cNvPr id="121970" name="Text Box 6"/>
          <p:cNvSpPr txBox="1">
            <a:spLocks noChangeArrowheads="1"/>
          </p:cNvSpPr>
          <p:nvPr/>
        </p:nvSpPr>
        <p:spPr bwMode="auto">
          <a:xfrm>
            <a:off x="877888" y="3588192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21971" name="Text Box 7"/>
          <p:cNvSpPr txBox="1">
            <a:spLocks noChangeArrowheads="1"/>
          </p:cNvSpPr>
          <p:nvPr/>
        </p:nvSpPr>
        <p:spPr bwMode="auto">
          <a:xfrm>
            <a:off x="869950" y="3892992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21972" name="Text Box 8"/>
          <p:cNvSpPr txBox="1">
            <a:spLocks noChangeArrowheads="1"/>
          </p:cNvSpPr>
          <p:nvPr/>
        </p:nvSpPr>
        <p:spPr bwMode="auto">
          <a:xfrm>
            <a:off x="871538" y="4197792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21973" name="Line 29"/>
          <p:cNvSpPr>
            <a:spLocks noChangeShapeType="1"/>
          </p:cNvSpPr>
          <p:nvPr/>
        </p:nvSpPr>
        <p:spPr bwMode="auto">
          <a:xfrm>
            <a:off x="1169988" y="5182042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1974" name="Line 30"/>
          <p:cNvSpPr>
            <a:spLocks noChangeShapeType="1"/>
          </p:cNvSpPr>
          <p:nvPr/>
        </p:nvSpPr>
        <p:spPr bwMode="auto">
          <a:xfrm>
            <a:off x="865188" y="5410642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1975" name="Text Box 31"/>
          <p:cNvSpPr txBox="1">
            <a:spLocks noChangeArrowheads="1"/>
          </p:cNvSpPr>
          <p:nvPr/>
        </p:nvSpPr>
        <p:spPr bwMode="auto">
          <a:xfrm>
            <a:off x="1196975" y="5029642"/>
            <a:ext cx="9159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21977" name="Text Box 36"/>
          <p:cNvSpPr txBox="1">
            <a:spLocks noChangeArrowheads="1"/>
          </p:cNvSpPr>
          <p:nvPr/>
        </p:nvSpPr>
        <p:spPr bwMode="auto">
          <a:xfrm rot="16200000">
            <a:off x="382589" y="5717472"/>
            <a:ext cx="646112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21978" name="Text Box 37"/>
          <p:cNvSpPr txBox="1">
            <a:spLocks noChangeArrowheads="1"/>
          </p:cNvSpPr>
          <p:nvPr/>
        </p:nvSpPr>
        <p:spPr bwMode="auto">
          <a:xfrm>
            <a:off x="1206500" y="4786755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21979" name="Text Box 101"/>
          <p:cNvSpPr txBox="1">
            <a:spLocks noChangeArrowheads="1"/>
          </p:cNvSpPr>
          <p:nvPr/>
        </p:nvSpPr>
        <p:spPr bwMode="auto">
          <a:xfrm>
            <a:off x="1198563" y="5729730"/>
            <a:ext cx="954087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2   0   1</a:t>
            </a:r>
          </a:p>
        </p:txBody>
      </p:sp>
      <p:sp>
        <p:nvSpPr>
          <p:cNvPr id="121980" name="Text Box 102"/>
          <p:cNvSpPr txBox="1">
            <a:spLocks noChangeArrowheads="1"/>
          </p:cNvSpPr>
          <p:nvPr/>
        </p:nvSpPr>
        <p:spPr bwMode="auto">
          <a:xfrm>
            <a:off x="1190625" y="6034530"/>
            <a:ext cx="954088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3   1   0</a:t>
            </a:r>
          </a:p>
        </p:txBody>
      </p:sp>
      <p:sp>
        <p:nvSpPr>
          <p:cNvPr id="121983" name="Text Box 6"/>
          <p:cNvSpPr txBox="1">
            <a:spLocks noChangeArrowheads="1"/>
          </p:cNvSpPr>
          <p:nvPr/>
        </p:nvSpPr>
        <p:spPr bwMode="auto">
          <a:xfrm>
            <a:off x="877888" y="5399530"/>
            <a:ext cx="300037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21984" name="Text Box 7"/>
          <p:cNvSpPr txBox="1">
            <a:spLocks noChangeArrowheads="1"/>
          </p:cNvSpPr>
          <p:nvPr/>
        </p:nvSpPr>
        <p:spPr bwMode="auto">
          <a:xfrm>
            <a:off x="869950" y="5704330"/>
            <a:ext cx="300038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21985" name="Text Box 8"/>
          <p:cNvSpPr txBox="1">
            <a:spLocks noChangeArrowheads="1"/>
          </p:cNvSpPr>
          <p:nvPr/>
        </p:nvSpPr>
        <p:spPr bwMode="auto">
          <a:xfrm>
            <a:off x="871538" y="6009130"/>
            <a:ext cx="300037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21986" name="Oval 166"/>
          <p:cNvSpPr>
            <a:spLocks noChangeArrowheads="1"/>
          </p:cNvSpPr>
          <p:nvPr/>
        </p:nvSpPr>
        <p:spPr bwMode="auto">
          <a:xfrm>
            <a:off x="3212306" y="1857817"/>
            <a:ext cx="110887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121987" name="Line 117"/>
          <p:cNvSpPr>
            <a:spLocks noChangeShapeType="1"/>
          </p:cNvSpPr>
          <p:nvPr/>
        </p:nvSpPr>
        <p:spPr bwMode="auto">
          <a:xfrm>
            <a:off x="4304704" y="2173729"/>
            <a:ext cx="941984" cy="1560511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1988" name="Line 117"/>
          <p:cNvSpPr>
            <a:spLocks noChangeShapeType="1"/>
          </p:cNvSpPr>
          <p:nvPr/>
        </p:nvSpPr>
        <p:spPr bwMode="auto">
          <a:xfrm>
            <a:off x="4191001" y="2238816"/>
            <a:ext cx="1066799" cy="3311084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21989" name="Group 4"/>
          <p:cNvGrpSpPr/>
          <p:nvPr/>
        </p:nvGrpSpPr>
        <p:grpSpPr bwMode="auto">
          <a:xfrm>
            <a:off x="6889750" y="2886077"/>
            <a:ext cx="2184400" cy="1401763"/>
            <a:chOff x="3805" y="907"/>
            <a:chExt cx="1376" cy="883"/>
          </a:xfrm>
        </p:grpSpPr>
        <p:sp>
          <p:nvSpPr>
            <p:cNvPr id="122004" name="Freeform 5"/>
            <p:cNvSpPr/>
            <p:nvPr/>
          </p:nvSpPr>
          <p:spPr bwMode="auto">
            <a:xfrm>
              <a:off x="3805" y="1002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22005" name="Freeform 6"/>
            <p:cNvSpPr/>
            <p:nvPr/>
          </p:nvSpPr>
          <p:spPr bwMode="auto">
            <a:xfrm>
              <a:off x="4164" y="1266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22006" name="Oval 7"/>
            <p:cNvSpPr>
              <a:spLocks noChangeArrowheads="1"/>
            </p:cNvSpPr>
            <p:nvPr/>
          </p:nvSpPr>
          <p:spPr bwMode="auto">
            <a:xfrm>
              <a:off x="3904" y="1502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20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122007" name="Line 8"/>
            <p:cNvSpPr>
              <a:spLocks noChangeShapeType="1"/>
            </p:cNvSpPr>
            <p:nvPr/>
          </p:nvSpPr>
          <p:spPr bwMode="auto">
            <a:xfrm>
              <a:off x="3904" y="1495"/>
              <a:ext cx="1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22008" name="Line 9"/>
            <p:cNvSpPr>
              <a:spLocks noChangeShapeType="1"/>
            </p:cNvSpPr>
            <p:nvPr/>
          </p:nvSpPr>
          <p:spPr bwMode="auto">
            <a:xfrm>
              <a:off x="4217" y="1495"/>
              <a:ext cx="1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22009" name="Rectangle 10"/>
            <p:cNvSpPr>
              <a:spLocks noChangeArrowheads="1"/>
            </p:cNvSpPr>
            <p:nvPr/>
          </p:nvSpPr>
          <p:spPr bwMode="auto">
            <a:xfrm>
              <a:off x="3904" y="1495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20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122010" name="Oval 11"/>
            <p:cNvSpPr>
              <a:spLocks noChangeArrowheads="1"/>
            </p:cNvSpPr>
            <p:nvPr/>
          </p:nvSpPr>
          <p:spPr bwMode="auto">
            <a:xfrm>
              <a:off x="3901" y="1436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20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122011" name="Freeform 12"/>
            <p:cNvSpPr/>
            <p:nvPr/>
          </p:nvSpPr>
          <p:spPr bwMode="auto">
            <a:xfrm>
              <a:off x="4569" y="1266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22012" name="Freeform 13"/>
            <p:cNvSpPr/>
            <p:nvPr/>
          </p:nvSpPr>
          <p:spPr bwMode="auto">
            <a:xfrm>
              <a:off x="4221" y="1530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grpSp>
          <p:nvGrpSpPr>
            <p:cNvPr id="122013" name="Group 14"/>
            <p:cNvGrpSpPr/>
            <p:nvPr/>
          </p:nvGrpSpPr>
          <p:grpSpPr bwMode="auto">
            <a:xfrm>
              <a:off x="3960" y="1349"/>
              <a:ext cx="197" cy="291"/>
              <a:chOff x="2964" y="2390"/>
              <a:chExt cx="200" cy="291"/>
            </a:xfrm>
          </p:grpSpPr>
          <p:sp>
            <p:nvSpPr>
              <p:cNvPr id="122037" name="Rectangle 15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122038" name="Text Box 16"/>
              <p:cNvSpPr txBox="1">
                <a:spLocks noChangeArrowheads="1"/>
              </p:cNvSpPr>
              <p:nvPr/>
            </p:nvSpPr>
            <p:spPr bwMode="auto">
              <a:xfrm>
                <a:off x="2964" y="2390"/>
                <a:ext cx="200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None/>
                </a:pPr>
                <a:r>
                  <a:rPr lang="en-US" altLang="zh-CN" sz="2000" dirty="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rPr>
                  <a:t>x</a:t>
                </a:r>
              </a:p>
            </p:txBody>
          </p:sp>
        </p:grpSp>
        <p:grpSp>
          <p:nvGrpSpPr>
            <p:cNvPr id="122014" name="Group 17"/>
            <p:cNvGrpSpPr/>
            <p:nvPr/>
          </p:nvGrpSpPr>
          <p:grpSpPr bwMode="auto">
            <a:xfrm>
              <a:off x="4646" y="1359"/>
              <a:ext cx="416" cy="291"/>
              <a:chOff x="1640" y="2265"/>
              <a:chExt cx="416" cy="291"/>
            </a:xfrm>
          </p:grpSpPr>
          <p:sp>
            <p:nvSpPr>
              <p:cNvPr id="122029" name="Oval 18"/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122030" name="Line 19"/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2031" name="Line 20"/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2032" name="Rectangle 21"/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122033" name="Oval 22"/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grpSp>
            <p:nvGrpSpPr>
              <p:cNvPr id="122034" name="Group 23"/>
              <p:cNvGrpSpPr/>
              <p:nvPr/>
            </p:nvGrpSpPr>
            <p:grpSpPr bwMode="auto">
              <a:xfrm>
                <a:off x="1640" y="2265"/>
                <a:ext cx="365" cy="291"/>
                <a:chOff x="2790" y="2388"/>
                <a:chExt cx="370" cy="291"/>
              </a:xfrm>
            </p:grpSpPr>
            <p:sp>
              <p:nvSpPr>
                <p:cNvPr id="122035" name="Rectangle 24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Char char="¾"/>
                  </a:pPr>
                  <a:endParaRPr lang="zh-CN" altLang="en-US" sz="20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endParaRPr>
                </a:p>
              </p:txBody>
            </p:sp>
            <p:sp>
              <p:nvSpPr>
                <p:cNvPr id="122036" name="Text Box 25"/>
                <p:cNvSpPr txBox="1">
                  <a:spLocks noChangeArrowheads="1"/>
                </p:cNvSpPr>
                <p:nvPr/>
              </p:nvSpPr>
              <p:spPr bwMode="auto">
                <a:xfrm>
                  <a:off x="2790" y="2388"/>
                  <a:ext cx="370" cy="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Char char="¾"/>
                  </a:pPr>
                  <a:r>
                    <a:rPr lang="en-US" altLang="zh-CN" sz="2000" dirty="0">
                      <a:solidFill>
                        <a:schemeClr val="bg1"/>
                      </a:solidFill>
                      <a:latin typeface="Arial Unicode MS" panose="020B0604020202020204" pitchFamily="34" charset="-122"/>
                      <a:ea typeface="Arial Unicode MS" panose="020B0604020202020204" pitchFamily="34" charset="-122"/>
                      <a:cs typeface="Arial Unicode MS" panose="020B0604020202020204" pitchFamily="34" charset="-122"/>
                    </a:rPr>
                    <a:t>z</a:t>
                  </a:r>
                </a:p>
              </p:txBody>
            </p:sp>
          </p:grpSp>
        </p:grpSp>
        <p:sp>
          <p:nvSpPr>
            <p:cNvPr id="122015" name="Text Box 26"/>
            <p:cNvSpPr txBox="1">
              <a:spLocks noChangeArrowheads="1"/>
            </p:cNvSpPr>
            <p:nvPr/>
          </p:nvSpPr>
          <p:spPr bwMode="auto">
            <a:xfrm>
              <a:off x="4643" y="1157"/>
              <a:ext cx="206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2000" dirty="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1</a:t>
              </a:r>
            </a:p>
          </p:txBody>
        </p:sp>
        <p:sp>
          <p:nvSpPr>
            <p:cNvPr id="122016" name="Text Box 27"/>
            <p:cNvSpPr txBox="1">
              <a:spLocks noChangeArrowheads="1"/>
            </p:cNvSpPr>
            <p:nvPr/>
          </p:nvSpPr>
          <p:spPr bwMode="auto">
            <a:xfrm>
              <a:off x="4056" y="1194"/>
              <a:ext cx="206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2000" dirty="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2</a:t>
              </a:r>
            </a:p>
          </p:txBody>
        </p:sp>
        <p:sp>
          <p:nvSpPr>
            <p:cNvPr id="122017" name="Text Box 28"/>
            <p:cNvSpPr txBox="1">
              <a:spLocks noChangeArrowheads="1"/>
            </p:cNvSpPr>
            <p:nvPr/>
          </p:nvSpPr>
          <p:spPr bwMode="auto">
            <a:xfrm>
              <a:off x="4362" y="1499"/>
              <a:ext cx="296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2000" dirty="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50</a:t>
              </a:r>
            </a:p>
          </p:txBody>
        </p:sp>
        <p:grpSp>
          <p:nvGrpSpPr>
            <p:cNvPr id="122018" name="Group 29"/>
            <p:cNvGrpSpPr/>
            <p:nvPr/>
          </p:nvGrpSpPr>
          <p:grpSpPr bwMode="auto">
            <a:xfrm>
              <a:off x="4326" y="1036"/>
              <a:ext cx="316" cy="291"/>
              <a:chOff x="1740" y="2266"/>
              <a:chExt cx="316" cy="291"/>
            </a:xfrm>
          </p:grpSpPr>
          <p:sp>
            <p:nvSpPr>
              <p:cNvPr id="122021" name="Oval 30"/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122022" name="Line 31"/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2023" name="Line 32"/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2024" name="Rectangle 33"/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122025" name="Oval 34"/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grpSp>
            <p:nvGrpSpPr>
              <p:cNvPr id="122026" name="Group 35"/>
              <p:cNvGrpSpPr/>
              <p:nvPr/>
            </p:nvGrpSpPr>
            <p:grpSpPr bwMode="auto">
              <a:xfrm>
                <a:off x="1809" y="2266"/>
                <a:ext cx="200" cy="291"/>
                <a:chOff x="2964" y="2389"/>
                <a:chExt cx="203" cy="291"/>
              </a:xfrm>
            </p:grpSpPr>
            <p:sp>
              <p:nvSpPr>
                <p:cNvPr id="122027" name="Rectangle 36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Char char="¾"/>
                  </a:pPr>
                  <a:endParaRPr lang="zh-CN" altLang="en-US" sz="20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endParaRPr>
                </a:p>
              </p:txBody>
            </p:sp>
            <p:sp>
              <p:nvSpPr>
                <p:cNvPr id="122028" name="Text Box 37"/>
                <p:cNvSpPr txBox="1">
                  <a:spLocks noChangeArrowheads="1"/>
                </p:cNvSpPr>
                <p:nvPr/>
              </p:nvSpPr>
              <p:spPr bwMode="auto">
                <a:xfrm>
                  <a:off x="2964" y="2389"/>
                  <a:ext cx="203" cy="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None/>
                  </a:pPr>
                  <a:r>
                    <a:rPr lang="en-US" altLang="zh-CN" sz="2000" dirty="0">
                      <a:solidFill>
                        <a:schemeClr val="bg1"/>
                      </a:solidFill>
                      <a:latin typeface="Arial Unicode MS" panose="020B0604020202020204" pitchFamily="34" charset="-122"/>
                      <a:ea typeface="Arial Unicode MS" panose="020B0604020202020204" pitchFamily="34" charset="-122"/>
                      <a:cs typeface="Arial Unicode MS" panose="020B0604020202020204" pitchFamily="34" charset="-122"/>
                    </a:rPr>
                    <a:t>y</a:t>
                  </a:r>
                </a:p>
              </p:txBody>
            </p:sp>
          </p:grpSp>
        </p:grpSp>
        <p:sp>
          <p:nvSpPr>
            <p:cNvPr id="122019" name="Text Box 38"/>
            <p:cNvSpPr txBox="1">
              <a:spLocks noChangeArrowheads="1"/>
            </p:cNvSpPr>
            <p:nvPr/>
          </p:nvSpPr>
          <p:spPr bwMode="auto">
            <a:xfrm>
              <a:off x="3962" y="907"/>
              <a:ext cx="296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2000" dirty="0">
                  <a:solidFill>
                    <a:srgbClr val="FF0000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60</a:t>
              </a:r>
            </a:p>
          </p:txBody>
        </p:sp>
        <p:sp>
          <p:nvSpPr>
            <p:cNvPr id="122020" name="Line 39"/>
            <p:cNvSpPr>
              <a:spLocks noChangeShapeType="1"/>
            </p:cNvSpPr>
            <p:nvPr/>
          </p:nvSpPr>
          <p:spPr bwMode="auto">
            <a:xfrm flipH="1" flipV="1">
              <a:off x="4128" y="1134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</p:grpSp>
      <p:sp>
        <p:nvSpPr>
          <p:cNvPr id="121990" name="Oval 166"/>
          <p:cNvSpPr>
            <a:spLocks noChangeArrowheads="1"/>
          </p:cNvSpPr>
          <p:nvPr/>
        </p:nvSpPr>
        <p:spPr bwMode="auto">
          <a:xfrm>
            <a:off x="5435600" y="3907280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121991" name="Line 29"/>
          <p:cNvSpPr>
            <a:spLocks noChangeShapeType="1"/>
          </p:cNvSpPr>
          <p:nvPr/>
        </p:nvSpPr>
        <p:spPr bwMode="auto">
          <a:xfrm>
            <a:off x="7859714" y="1136907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121992" name="Line 30"/>
          <p:cNvSpPr>
            <a:spLocks noChangeShapeType="1"/>
          </p:cNvSpPr>
          <p:nvPr/>
        </p:nvSpPr>
        <p:spPr bwMode="auto">
          <a:xfrm>
            <a:off x="7554914" y="1465189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121993" name="Text Box 31"/>
          <p:cNvSpPr txBox="1">
            <a:spLocks noChangeArrowheads="1"/>
          </p:cNvSpPr>
          <p:nvPr/>
        </p:nvSpPr>
        <p:spPr bwMode="auto">
          <a:xfrm>
            <a:off x="7886877" y="1084189"/>
            <a:ext cx="915635" cy="424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21994" name="Text Box 35"/>
          <p:cNvSpPr txBox="1">
            <a:spLocks noChangeArrowheads="1"/>
          </p:cNvSpPr>
          <p:nvPr/>
        </p:nvSpPr>
        <p:spPr bwMode="auto">
          <a:xfrm>
            <a:off x="7885030" y="1465189"/>
            <a:ext cx="312906" cy="424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</a:t>
            </a:r>
          </a:p>
        </p:txBody>
      </p:sp>
      <p:sp>
        <p:nvSpPr>
          <p:cNvPr id="121995" name="Text Box 37"/>
          <p:cNvSpPr txBox="1">
            <a:spLocks noChangeArrowheads="1"/>
          </p:cNvSpPr>
          <p:nvPr/>
        </p:nvSpPr>
        <p:spPr bwMode="auto">
          <a:xfrm>
            <a:off x="7895857" y="779389"/>
            <a:ext cx="864339" cy="424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21996" name="Text Box 101"/>
          <p:cNvSpPr txBox="1">
            <a:spLocks noChangeArrowheads="1"/>
          </p:cNvSpPr>
          <p:nvPr/>
        </p:nvSpPr>
        <p:spPr bwMode="auto">
          <a:xfrm>
            <a:off x="7888279" y="1785864"/>
            <a:ext cx="954107" cy="424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2   0   1</a:t>
            </a:r>
          </a:p>
        </p:txBody>
      </p:sp>
      <p:sp>
        <p:nvSpPr>
          <p:cNvPr id="121997" name="Text Box 102"/>
          <p:cNvSpPr txBox="1">
            <a:spLocks noChangeArrowheads="1"/>
          </p:cNvSpPr>
          <p:nvPr/>
        </p:nvSpPr>
        <p:spPr bwMode="auto">
          <a:xfrm>
            <a:off x="7880351" y="2090664"/>
            <a:ext cx="954088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3   1   0</a:t>
            </a:r>
          </a:p>
        </p:txBody>
      </p:sp>
      <p:sp>
        <p:nvSpPr>
          <p:cNvPr id="121998" name="Text Box 172"/>
          <p:cNvSpPr txBox="1">
            <a:spLocks noChangeArrowheads="1"/>
          </p:cNvSpPr>
          <p:nvPr/>
        </p:nvSpPr>
        <p:spPr bwMode="auto">
          <a:xfrm>
            <a:off x="8510505" y="1468364"/>
            <a:ext cx="312906" cy="424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</a:t>
            </a:r>
          </a:p>
        </p:txBody>
      </p:sp>
      <p:sp>
        <p:nvSpPr>
          <p:cNvPr id="121999" name="Text Box 173"/>
          <p:cNvSpPr txBox="1">
            <a:spLocks noChangeArrowheads="1"/>
          </p:cNvSpPr>
          <p:nvPr/>
        </p:nvSpPr>
        <p:spPr bwMode="auto">
          <a:xfrm>
            <a:off x="8162926" y="1468364"/>
            <a:ext cx="342900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 </a:t>
            </a:r>
          </a:p>
        </p:txBody>
      </p:sp>
      <p:sp>
        <p:nvSpPr>
          <p:cNvPr id="122000" name="Text Box 6"/>
          <p:cNvSpPr txBox="1">
            <a:spLocks noChangeArrowheads="1"/>
          </p:cNvSpPr>
          <p:nvPr/>
        </p:nvSpPr>
        <p:spPr bwMode="auto">
          <a:xfrm>
            <a:off x="7557492" y="1444318"/>
            <a:ext cx="300082" cy="424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22001" name="Text Box 7"/>
          <p:cNvSpPr txBox="1">
            <a:spLocks noChangeArrowheads="1"/>
          </p:cNvSpPr>
          <p:nvPr/>
        </p:nvSpPr>
        <p:spPr bwMode="auto">
          <a:xfrm>
            <a:off x="7549554" y="1749118"/>
            <a:ext cx="300082" cy="424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22002" name="Text Box 8"/>
          <p:cNvSpPr txBox="1">
            <a:spLocks noChangeArrowheads="1"/>
          </p:cNvSpPr>
          <p:nvPr/>
        </p:nvSpPr>
        <p:spPr bwMode="auto">
          <a:xfrm>
            <a:off x="7551142" y="2053918"/>
            <a:ext cx="300082" cy="424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2" name="矩形 1"/>
          <p:cNvSpPr/>
          <p:nvPr/>
        </p:nvSpPr>
        <p:spPr>
          <a:xfrm>
            <a:off x="1670051" y="703031"/>
            <a:ext cx="4166394" cy="43088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rgbClr val="FF0000"/>
            </a:solidFill>
          </a:ln>
        </p:spPr>
        <p:txBody>
          <a:bodyPr wrap="square">
            <a:spAutoFit/>
          </a:bodyPr>
          <a:lstStyle/>
          <a:p>
            <a:pPr algn="ctr">
              <a:buClr>
                <a:schemeClr val="tx1"/>
              </a:buClr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坏消息传播慢：计数到无穷问题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84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4.4 </a:t>
            </a:r>
            <a:r>
              <a:rPr lang="zh-CN" altLang="en-US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路由算法</a:t>
            </a: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距离向量算法</a:t>
            </a:r>
          </a:p>
        </p:txBody>
      </p:sp>
      <p:sp>
        <p:nvSpPr>
          <p:cNvPr id="185" name="Text Box 101">
            <a:extLst>
              <a:ext uri="{FF2B5EF4-FFF2-40B4-BE49-F238E27FC236}">
                <a16:creationId xmlns:a16="http://schemas.microsoft.com/office/drawing/2014/main" id="{4945813D-3BDB-43AF-A4B2-4F0F5A36E3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6975" y="1832417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0   2   3</a:t>
            </a:r>
          </a:p>
        </p:txBody>
      </p:sp>
      <p:sp>
        <p:nvSpPr>
          <p:cNvPr id="186" name="Text Box 101">
            <a:extLst>
              <a:ext uri="{FF2B5EF4-FFF2-40B4-BE49-F238E27FC236}">
                <a16:creationId xmlns:a16="http://schemas.microsoft.com/office/drawing/2014/main" id="{4945813D-3BDB-43AF-A4B2-4F0F5A36E3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4275" y="3611210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0   2   3</a:t>
            </a:r>
          </a:p>
        </p:txBody>
      </p:sp>
      <p:sp>
        <p:nvSpPr>
          <p:cNvPr id="187" name="Text Box 101">
            <a:extLst>
              <a:ext uri="{FF2B5EF4-FFF2-40B4-BE49-F238E27FC236}">
                <a16:creationId xmlns:a16="http://schemas.microsoft.com/office/drawing/2014/main" id="{4945813D-3BDB-43AF-A4B2-4F0F5A36E3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6975" y="5425373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0   2   3</a:t>
            </a:r>
          </a:p>
        </p:txBody>
      </p:sp>
      <p:sp>
        <p:nvSpPr>
          <p:cNvPr id="189" name="Text Box 101">
            <a:extLst>
              <a:ext uri="{FF2B5EF4-FFF2-40B4-BE49-F238E27FC236}">
                <a16:creationId xmlns:a16="http://schemas.microsoft.com/office/drawing/2014/main" id="{4945813D-3BDB-43AF-A4B2-4F0F5A36E3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0407" y="1847942"/>
            <a:ext cx="1144613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</a:t>
            </a:r>
            <a:r>
              <a:rPr lang="en-US" altLang="zh-CN" dirty="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51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</a:t>
            </a:r>
            <a:r>
              <a:rPr lang="en-US" altLang="zh-CN" sz="1800" dirty="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50</a:t>
            </a:r>
          </a:p>
        </p:txBody>
      </p:sp>
      <p:sp>
        <p:nvSpPr>
          <p:cNvPr id="190" name="Text Box 101">
            <a:extLst>
              <a:ext uri="{FF2B5EF4-FFF2-40B4-BE49-F238E27FC236}">
                <a16:creationId xmlns:a16="http://schemas.microsoft.com/office/drawing/2014/main" id="{4945813D-3BDB-43AF-A4B2-4F0F5A36E3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4537" y="3611209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0   2   3</a:t>
            </a:r>
          </a:p>
        </p:txBody>
      </p:sp>
      <p:sp>
        <p:nvSpPr>
          <p:cNvPr id="191" name="Text Box 101">
            <a:extLst>
              <a:ext uri="{FF2B5EF4-FFF2-40B4-BE49-F238E27FC236}">
                <a16:creationId xmlns:a16="http://schemas.microsoft.com/office/drawing/2014/main" id="{4945813D-3BDB-43AF-A4B2-4F0F5A36E3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569" y="5415407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0   2   3</a:t>
            </a:r>
          </a:p>
        </p:txBody>
      </p:sp>
      <p:sp>
        <p:nvSpPr>
          <p:cNvPr id="192" name="Text Box 101">
            <a:extLst>
              <a:ext uri="{FF2B5EF4-FFF2-40B4-BE49-F238E27FC236}">
                <a16:creationId xmlns:a16="http://schemas.microsoft.com/office/drawing/2014/main" id="{52E0A5B8-3BA0-4388-92F6-7AFFC8034A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77253" y="1835708"/>
            <a:ext cx="1047373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</a:t>
            </a:r>
            <a:r>
              <a:rPr lang="en-US" altLang="zh-CN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51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50</a:t>
            </a:r>
          </a:p>
        </p:txBody>
      </p:sp>
      <p:sp>
        <p:nvSpPr>
          <p:cNvPr id="194" name="Text Box 101">
            <a:extLst>
              <a:ext uri="{FF2B5EF4-FFF2-40B4-BE49-F238E27FC236}">
                <a16:creationId xmlns:a16="http://schemas.microsoft.com/office/drawing/2014/main" id="{E44974D6-7934-4C44-A3D3-CE9319BF24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47355" y="3587394"/>
            <a:ext cx="1067745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</a:t>
            </a:r>
            <a:r>
              <a:rPr lang="en-US" altLang="zh-CN" sz="1800" dirty="0">
                <a:solidFill>
                  <a:srgbClr val="00B05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51 50</a:t>
            </a:r>
          </a:p>
        </p:txBody>
      </p:sp>
      <p:sp>
        <p:nvSpPr>
          <p:cNvPr id="195" name="Text Box 101">
            <a:extLst>
              <a:ext uri="{FF2B5EF4-FFF2-40B4-BE49-F238E27FC236}">
                <a16:creationId xmlns:a16="http://schemas.microsoft.com/office/drawing/2014/main" id="{8AE93C72-8144-4122-8DA1-9F6B18D0BC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0839" y="5403821"/>
            <a:ext cx="1136649" cy="3942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</a:t>
            </a:r>
            <a:r>
              <a:rPr lang="en-US" altLang="zh-CN" sz="1800" dirty="0">
                <a:solidFill>
                  <a:srgbClr val="00B05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51 50</a:t>
            </a:r>
          </a:p>
        </p:txBody>
      </p:sp>
      <p:sp>
        <p:nvSpPr>
          <p:cNvPr id="166" name="Line 117">
            <a:extLst>
              <a:ext uri="{FF2B5EF4-FFF2-40B4-BE49-F238E27FC236}">
                <a16:creationId xmlns:a16="http://schemas.microsoft.com/office/drawing/2014/main" id="{3F3A6543-62ED-44DC-97AD-02B88847B54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70113" y="2515040"/>
            <a:ext cx="854076" cy="1470025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67" name="Line 116">
            <a:extLst>
              <a:ext uri="{FF2B5EF4-FFF2-40B4-BE49-F238E27FC236}">
                <a16:creationId xmlns:a16="http://schemas.microsoft.com/office/drawing/2014/main" id="{B5778BF6-A66B-41FA-A3DA-A096819B8536}"/>
              </a:ext>
            </a:extLst>
          </p:cNvPr>
          <p:cNvSpPr>
            <a:spLocks noChangeShapeType="1"/>
          </p:cNvSpPr>
          <p:nvPr/>
        </p:nvSpPr>
        <p:spPr bwMode="auto">
          <a:xfrm>
            <a:off x="2146699" y="4275484"/>
            <a:ext cx="863202" cy="1577373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Rectangle 2"/>
          <p:cNvSpPr>
            <a:spLocks noGrp="1" noChangeArrowheads="1"/>
          </p:cNvSpPr>
          <p:nvPr>
            <p:ph type="title"/>
          </p:nvPr>
        </p:nvSpPr>
        <p:spPr>
          <a:xfrm>
            <a:off x="368929" y="609600"/>
            <a:ext cx="8451221" cy="868363"/>
          </a:xfrm>
        </p:spPr>
        <p:txBody>
          <a:bodyPr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距离向量算法</a:t>
            </a: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毒性逆转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23907" name="Rectangle 3"/>
          <p:cNvSpPr>
            <a:spLocks noChangeArrowheads="1"/>
          </p:cNvSpPr>
          <p:nvPr/>
        </p:nvSpPr>
        <p:spPr bwMode="auto">
          <a:xfrm>
            <a:off x="368929" y="1512023"/>
            <a:ext cx="8316983" cy="1742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ct val="150000"/>
              </a:lnSpc>
              <a:spcBef>
                <a:spcPts val="600"/>
              </a:spcBef>
            </a:pPr>
            <a:r>
              <a:rPr lang="zh-CN" altLang="en-US" sz="2400" dirty="0">
                <a:cs typeface="Times New Roman" panose="02020603050405020304" pitchFamily="18" charset="0"/>
              </a:rPr>
              <a:t>毒性逆转的基本思想：</a:t>
            </a:r>
            <a:endParaRPr lang="en-US" altLang="zh-CN" sz="2400" dirty="0">
              <a:cs typeface="Times New Roman" panose="02020603050405020304" pitchFamily="18" charset="0"/>
            </a:endParaRPr>
          </a:p>
          <a:p>
            <a:pPr lvl="1">
              <a:lnSpc>
                <a:spcPct val="150000"/>
              </a:lnSpc>
              <a:spcBef>
                <a:spcPts val="600"/>
              </a:spcBef>
            </a:pPr>
            <a:r>
              <a:rPr lang="zh-CN" altLang="en-US" sz="2200" dirty="0">
                <a:cs typeface="Times New Roman" panose="02020603050405020304" pitchFamily="18" charset="0"/>
              </a:rPr>
              <a:t>如果</a:t>
            </a:r>
            <a:r>
              <a:rPr lang="en-US" altLang="zh-CN" sz="2200" b="1" i="1" dirty="0">
                <a:solidFill>
                  <a:srgbClr val="FF0000"/>
                </a:solidFill>
                <a:cs typeface="Times New Roman" panose="02020603050405020304" pitchFamily="18" charset="0"/>
              </a:rPr>
              <a:t>z</a:t>
            </a:r>
            <a:r>
              <a:rPr lang="zh-CN" altLang="en-US" sz="2200" dirty="0">
                <a:cs typeface="Times New Roman" panose="02020603050405020304" pitchFamily="18" charset="0"/>
              </a:rPr>
              <a:t>通过</a:t>
            </a:r>
            <a:r>
              <a:rPr lang="en-US" altLang="zh-CN" sz="2200" b="1" i="1" dirty="0">
                <a:solidFill>
                  <a:srgbClr val="FF0000"/>
                </a:solidFill>
                <a:cs typeface="Times New Roman" panose="02020603050405020304" pitchFamily="18" charset="0"/>
              </a:rPr>
              <a:t>y</a:t>
            </a:r>
            <a:r>
              <a:rPr lang="zh-CN" altLang="en-US" sz="2200" dirty="0">
                <a:cs typeface="Times New Roman" panose="02020603050405020304" pitchFamily="18" charset="0"/>
              </a:rPr>
              <a:t>到达</a:t>
            </a:r>
            <a:r>
              <a:rPr lang="en-US" altLang="zh-CN" sz="2200" b="1" i="1" dirty="0">
                <a:solidFill>
                  <a:srgbClr val="FF0000"/>
                </a:solidFill>
                <a:cs typeface="Times New Roman" panose="02020603050405020304" pitchFamily="18" charset="0"/>
              </a:rPr>
              <a:t>x</a:t>
            </a:r>
            <a:r>
              <a:rPr lang="zh-CN" altLang="en-US" sz="2200" dirty="0">
                <a:cs typeface="Times New Roman" panose="02020603050405020304" pitchFamily="18" charset="0"/>
              </a:rPr>
              <a:t>，则</a:t>
            </a:r>
            <a:r>
              <a:rPr lang="en-US" altLang="zh-CN" sz="2200" b="1" i="1" dirty="0">
                <a:solidFill>
                  <a:srgbClr val="FF0000"/>
                </a:solidFill>
                <a:cs typeface="Times New Roman" panose="02020603050405020304" pitchFamily="18" charset="0"/>
              </a:rPr>
              <a:t>z</a:t>
            </a:r>
            <a:r>
              <a:rPr lang="zh-CN" altLang="en-US" sz="2200" dirty="0">
                <a:cs typeface="Times New Roman" panose="02020603050405020304" pitchFamily="18" charset="0"/>
              </a:rPr>
              <a:t>通告给</a:t>
            </a:r>
            <a:r>
              <a:rPr lang="en-US" altLang="zh-CN" sz="2200" b="1" i="1" dirty="0">
                <a:solidFill>
                  <a:srgbClr val="FF0000"/>
                </a:solidFill>
                <a:cs typeface="Times New Roman" panose="02020603050405020304" pitchFamily="18" charset="0"/>
              </a:rPr>
              <a:t>y</a:t>
            </a:r>
            <a:r>
              <a:rPr lang="zh-CN" altLang="en-US" sz="2200" dirty="0">
                <a:cs typeface="Times New Roman" panose="02020603050405020304" pitchFamily="18" charset="0"/>
              </a:rPr>
              <a:t>到</a:t>
            </a:r>
            <a:r>
              <a:rPr lang="en-US" altLang="zh-CN" sz="2200" b="1" i="1" dirty="0">
                <a:solidFill>
                  <a:srgbClr val="FF0000"/>
                </a:solidFill>
                <a:cs typeface="Times New Roman" panose="02020603050405020304" pitchFamily="18" charset="0"/>
              </a:rPr>
              <a:t>x</a:t>
            </a:r>
            <a:r>
              <a:rPr lang="zh-CN" altLang="en-US" sz="2200" dirty="0">
                <a:cs typeface="Times New Roman" panose="02020603050405020304" pitchFamily="18" charset="0"/>
              </a:rPr>
              <a:t>的路径代价为</a:t>
            </a:r>
            <a:r>
              <a:rPr lang="zh-CN" altLang="en-US" sz="2200" dirty="0">
                <a:latin typeface="宋体" panose="02010600030101010101" pitchFamily="2" charset="-122"/>
                <a:cs typeface="Times New Roman" panose="02020603050405020304" pitchFamily="18" charset="0"/>
              </a:rPr>
              <a:t>∞</a:t>
            </a:r>
            <a:r>
              <a:rPr lang="zh-CN" altLang="en-US" sz="2200" dirty="0">
                <a:cs typeface="Times New Roman" panose="02020603050405020304" pitchFamily="18" charset="0"/>
              </a:rPr>
              <a:t>，即</a:t>
            </a:r>
            <a:r>
              <a:rPr lang="en-US" altLang="zh-CN" sz="2200" b="1" i="1" dirty="0">
                <a:solidFill>
                  <a:srgbClr val="FF0000"/>
                </a:solidFill>
                <a:cs typeface="Times New Roman" panose="02020603050405020304" pitchFamily="18" charset="0"/>
              </a:rPr>
              <a:t>y</a:t>
            </a:r>
            <a:r>
              <a:rPr lang="zh-CN" altLang="en-US" sz="2200" dirty="0">
                <a:cs typeface="Times New Roman" panose="02020603050405020304" pitchFamily="18" charset="0"/>
              </a:rPr>
              <a:t>将不可能通过</a:t>
            </a:r>
            <a:r>
              <a:rPr lang="en-US" altLang="zh-CN" sz="2200" b="1" i="1" dirty="0">
                <a:solidFill>
                  <a:srgbClr val="FF0000"/>
                </a:solidFill>
                <a:cs typeface="Times New Roman" panose="02020603050405020304" pitchFamily="18" charset="0"/>
              </a:rPr>
              <a:t>z</a:t>
            </a:r>
            <a:r>
              <a:rPr lang="zh-CN" altLang="en-US" sz="2200" dirty="0">
                <a:cs typeface="Times New Roman" panose="02020603050405020304" pitchFamily="18" charset="0"/>
              </a:rPr>
              <a:t>到</a:t>
            </a:r>
            <a:r>
              <a:rPr lang="en-US" altLang="zh-CN" sz="2200" b="1" i="1" dirty="0">
                <a:solidFill>
                  <a:srgbClr val="FF0000"/>
                </a:solidFill>
                <a:cs typeface="Times New Roman" panose="02020603050405020304" pitchFamily="18" charset="0"/>
              </a:rPr>
              <a:t>x</a:t>
            </a:r>
          </a:p>
        </p:txBody>
      </p:sp>
      <p:grpSp>
        <p:nvGrpSpPr>
          <p:cNvPr id="123908" name="Group 4"/>
          <p:cNvGrpSpPr/>
          <p:nvPr/>
        </p:nvGrpSpPr>
        <p:grpSpPr bwMode="auto">
          <a:xfrm>
            <a:off x="2896376" y="3798030"/>
            <a:ext cx="2831324" cy="1815369"/>
            <a:chOff x="3805" y="903"/>
            <a:chExt cx="1376" cy="908"/>
          </a:xfrm>
        </p:grpSpPr>
        <p:sp>
          <p:nvSpPr>
            <p:cNvPr id="123911" name="Freeform 5"/>
            <p:cNvSpPr/>
            <p:nvPr/>
          </p:nvSpPr>
          <p:spPr bwMode="auto">
            <a:xfrm>
              <a:off x="3805" y="1002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23912" name="Freeform 6"/>
            <p:cNvSpPr/>
            <p:nvPr/>
          </p:nvSpPr>
          <p:spPr bwMode="auto">
            <a:xfrm>
              <a:off x="4164" y="1266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23913" name="Oval 7"/>
            <p:cNvSpPr>
              <a:spLocks noChangeArrowheads="1"/>
            </p:cNvSpPr>
            <p:nvPr/>
          </p:nvSpPr>
          <p:spPr bwMode="auto">
            <a:xfrm>
              <a:off x="3904" y="1502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20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123914" name="Line 8"/>
            <p:cNvSpPr>
              <a:spLocks noChangeShapeType="1"/>
            </p:cNvSpPr>
            <p:nvPr/>
          </p:nvSpPr>
          <p:spPr bwMode="auto">
            <a:xfrm>
              <a:off x="3904" y="1495"/>
              <a:ext cx="1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23915" name="Line 9"/>
            <p:cNvSpPr>
              <a:spLocks noChangeShapeType="1"/>
            </p:cNvSpPr>
            <p:nvPr/>
          </p:nvSpPr>
          <p:spPr bwMode="auto">
            <a:xfrm>
              <a:off x="4217" y="1495"/>
              <a:ext cx="1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23916" name="Rectangle 10"/>
            <p:cNvSpPr>
              <a:spLocks noChangeArrowheads="1"/>
            </p:cNvSpPr>
            <p:nvPr/>
          </p:nvSpPr>
          <p:spPr bwMode="auto">
            <a:xfrm>
              <a:off x="3904" y="1495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20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123917" name="Oval 11"/>
            <p:cNvSpPr>
              <a:spLocks noChangeArrowheads="1"/>
            </p:cNvSpPr>
            <p:nvPr/>
          </p:nvSpPr>
          <p:spPr bwMode="auto">
            <a:xfrm>
              <a:off x="3901" y="1436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20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123918" name="Freeform 12"/>
            <p:cNvSpPr/>
            <p:nvPr/>
          </p:nvSpPr>
          <p:spPr bwMode="auto">
            <a:xfrm>
              <a:off x="4569" y="1266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23919" name="Freeform 13"/>
            <p:cNvSpPr/>
            <p:nvPr/>
          </p:nvSpPr>
          <p:spPr bwMode="auto">
            <a:xfrm>
              <a:off x="4221" y="1530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grpSp>
          <p:nvGrpSpPr>
            <p:cNvPr id="123920" name="Group 14"/>
            <p:cNvGrpSpPr/>
            <p:nvPr/>
          </p:nvGrpSpPr>
          <p:grpSpPr bwMode="auto">
            <a:xfrm>
              <a:off x="3953" y="1341"/>
              <a:ext cx="197" cy="291"/>
              <a:chOff x="2957" y="2382"/>
              <a:chExt cx="200" cy="291"/>
            </a:xfrm>
          </p:grpSpPr>
          <p:sp>
            <p:nvSpPr>
              <p:cNvPr id="123944" name="Rectangle 15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123945" name="Text Box 16"/>
              <p:cNvSpPr txBox="1">
                <a:spLocks noChangeArrowheads="1"/>
              </p:cNvSpPr>
              <p:nvPr/>
            </p:nvSpPr>
            <p:spPr bwMode="auto">
              <a:xfrm>
                <a:off x="2957" y="2382"/>
                <a:ext cx="200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None/>
                </a:pPr>
                <a:r>
                  <a:rPr lang="en-US" altLang="zh-CN" sz="20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rPr>
                  <a:t>x</a:t>
                </a:r>
              </a:p>
            </p:txBody>
          </p:sp>
        </p:grpSp>
        <p:grpSp>
          <p:nvGrpSpPr>
            <p:cNvPr id="123921" name="Group 17"/>
            <p:cNvGrpSpPr/>
            <p:nvPr/>
          </p:nvGrpSpPr>
          <p:grpSpPr bwMode="auto">
            <a:xfrm>
              <a:off x="4746" y="1360"/>
              <a:ext cx="316" cy="291"/>
              <a:chOff x="1740" y="2266"/>
              <a:chExt cx="316" cy="291"/>
            </a:xfrm>
          </p:grpSpPr>
          <p:sp>
            <p:nvSpPr>
              <p:cNvPr id="123936" name="Oval 18"/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123937" name="Line 19"/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3938" name="Line 20"/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3939" name="Rectangle 21"/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123940" name="Oval 22"/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grpSp>
            <p:nvGrpSpPr>
              <p:cNvPr id="123941" name="Group 23"/>
              <p:cNvGrpSpPr/>
              <p:nvPr/>
            </p:nvGrpSpPr>
            <p:grpSpPr bwMode="auto">
              <a:xfrm>
                <a:off x="1798" y="2266"/>
                <a:ext cx="197" cy="291"/>
                <a:chOff x="2940" y="2389"/>
                <a:chExt cx="199" cy="291"/>
              </a:xfrm>
            </p:grpSpPr>
            <p:sp>
              <p:nvSpPr>
                <p:cNvPr id="123942" name="Rectangle 24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Char char="¾"/>
                  </a:pPr>
                  <a:endParaRPr lang="zh-CN" altLang="en-US" sz="20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endParaRPr>
                </a:p>
              </p:txBody>
            </p:sp>
            <p:sp>
              <p:nvSpPr>
                <p:cNvPr id="123943" name="Text Box 25"/>
                <p:cNvSpPr txBox="1">
                  <a:spLocks noChangeArrowheads="1"/>
                </p:cNvSpPr>
                <p:nvPr/>
              </p:nvSpPr>
              <p:spPr bwMode="auto">
                <a:xfrm>
                  <a:off x="2940" y="2389"/>
                  <a:ext cx="199" cy="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None/>
                  </a:pPr>
                  <a:r>
                    <a:rPr lang="en-US" altLang="zh-CN" sz="2000">
                      <a:solidFill>
                        <a:schemeClr val="bg1"/>
                      </a:solidFill>
                      <a:latin typeface="Arial Unicode MS" panose="020B0604020202020204" pitchFamily="34" charset="-122"/>
                      <a:ea typeface="Arial Unicode MS" panose="020B0604020202020204" pitchFamily="34" charset="-122"/>
                      <a:cs typeface="Arial Unicode MS" panose="020B0604020202020204" pitchFamily="34" charset="-122"/>
                    </a:rPr>
                    <a:t>z</a:t>
                  </a:r>
                </a:p>
              </p:txBody>
            </p:sp>
          </p:grpSp>
        </p:grpSp>
        <p:sp>
          <p:nvSpPr>
            <p:cNvPr id="123922" name="Text Box 26"/>
            <p:cNvSpPr txBox="1">
              <a:spLocks noChangeArrowheads="1"/>
            </p:cNvSpPr>
            <p:nvPr/>
          </p:nvSpPr>
          <p:spPr bwMode="auto">
            <a:xfrm>
              <a:off x="4636" y="1190"/>
              <a:ext cx="206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1</a:t>
              </a:r>
            </a:p>
          </p:txBody>
        </p:sp>
        <p:sp>
          <p:nvSpPr>
            <p:cNvPr id="123923" name="Text Box 27"/>
            <p:cNvSpPr txBox="1">
              <a:spLocks noChangeArrowheads="1"/>
            </p:cNvSpPr>
            <p:nvPr/>
          </p:nvSpPr>
          <p:spPr bwMode="auto">
            <a:xfrm>
              <a:off x="4109" y="1187"/>
              <a:ext cx="206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2</a:t>
              </a:r>
            </a:p>
          </p:txBody>
        </p:sp>
        <p:sp>
          <p:nvSpPr>
            <p:cNvPr id="123924" name="Text Box 28"/>
            <p:cNvSpPr txBox="1">
              <a:spLocks noChangeArrowheads="1"/>
            </p:cNvSpPr>
            <p:nvPr/>
          </p:nvSpPr>
          <p:spPr bwMode="auto">
            <a:xfrm>
              <a:off x="4349" y="1520"/>
              <a:ext cx="296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50</a:t>
              </a:r>
            </a:p>
          </p:txBody>
        </p:sp>
        <p:grpSp>
          <p:nvGrpSpPr>
            <p:cNvPr id="123925" name="Group 29"/>
            <p:cNvGrpSpPr/>
            <p:nvPr/>
          </p:nvGrpSpPr>
          <p:grpSpPr bwMode="auto">
            <a:xfrm>
              <a:off x="4326" y="1026"/>
              <a:ext cx="316" cy="291"/>
              <a:chOff x="1740" y="2256"/>
              <a:chExt cx="316" cy="291"/>
            </a:xfrm>
          </p:grpSpPr>
          <p:sp>
            <p:nvSpPr>
              <p:cNvPr id="123928" name="Oval 30"/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123929" name="Line 31"/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3930" name="Line 32"/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3931" name="Rectangle 33"/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123932" name="Oval 34"/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20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grpSp>
            <p:nvGrpSpPr>
              <p:cNvPr id="123933" name="Group 35"/>
              <p:cNvGrpSpPr/>
              <p:nvPr/>
            </p:nvGrpSpPr>
            <p:grpSpPr bwMode="auto">
              <a:xfrm>
                <a:off x="1801" y="2256"/>
                <a:ext cx="200" cy="291"/>
                <a:chOff x="2956" y="2379"/>
                <a:chExt cx="203" cy="291"/>
              </a:xfrm>
            </p:grpSpPr>
            <p:sp>
              <p:nvSpPr>
                <p:cNvPr id="123934" name="Rectangle 36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Char char="¾"/>
                  </a:pPr>
                  <a:endParaRPr lang="zh-CN" altLang="en-US" sz="20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endParaRPr>
                </a:p>
              </p:txBody>
            </p:sp>
            <p:sp>
              <p:nvSpPr>
                <p:cNvPr id="123935" name="Text Box 37"/>
                <p:cNvSpPr txBox="1">
                  <a:spLocks noChangeArrowheads="1"/>
                </p:cNvSpPr>
                <p:nvPr/>
              </p:nvSpPr>
              <p:spPr bwMode="auto">
                <a:xfrm>
                  <a:off x="2956" y="2379"/>
                  <a:ext cx="203" cy="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None/>
                  </a:pPr>
                  <a:r>
                    <a:rPr lang="en-US" altLang="zh-CN" sz="2000">
                      <a:solidFill>
                        <a:schemeClr val="bg1"/>
                      </a:solidFill>
                      <a:latin typeface="Arial Unicode MS" panose="020B0604020202020204" pitchFamily="34" charset="-122"/>
                      <a:ea typeface="Arial Unicode MS" panose="020B0604020202020204" pitchFamily="34" charset="-122"/>
                      <a:cs typeface="Arial Unicode MS" panose="020B0604020202020204" pitchFamily="34" charset="-122"/>
                    </a:rPr>
                    <a:t>y</a:t>
                  </a:r>
                </a:p>
              </p:txBody>
            </p:sp>
          </p:grpSp>
        </p:grpSp>
        <p:sp>
          <p:nvSpPr>
            <p:cNvPr id="123926" name="Text Box 38"/>
            <p:cNvSpPr txBox="1">
              <a:spLocks noChangeArrowheads="1"/>
            </p:cNvSpPr>
            <p:nvPr/>
          </p:nvSpPr>
          <p:spPr bwMode="auto">
            <a:xfrm>
              <a:off x="3997" y="903"/>
              <a:ext cx="296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2000" dirty="0">
                  <a:solidFill>
                    <a:srgbClr val="FF0000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60</a:t>
              </a:r>
            </a:p>
          </p:txBody>
        </p:sp>
        <p:sp>
          <p:nvSpPr>
            <p:cNvPr id="123927" name="Line 39"/>
            <p:cNvSpPr>
              <a:spLocks noChangeShapeType="1"/>
            </p:cNvSpPr>
            <p:nvPr/>
          </p:nvSpPr>
          <p:spPr bwMode="auto">
            <a:xfrm flipH="1" flipV="1">
              <a:off x="4168" y="1095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</p:grpSp>
      <p:sp>
        <p:nvSpPr>
          <p:cNvPr id="123909" name="灯片编号占位符 3"/>
          <p:cNvSpPr txBox="1">
            <a:spLocks noChangeArrowheads="1"/>
          </p:cNvSpPr>
          <p:nvPr/>
        </p:nvSpPr>
        <p:spPr bwMode="auto">
          <a:xfrm>
            <a:off x="6877050" y="188913"/>
            <a:ext cx="21336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fld id="{D6B6E02B-F707-4F69-A55E-EF2DF89AE659}" type="slidenum">
              <a:rPr lang="en-US" altLang="zh-CN" sz="1400"/>
              <a:t>71</a:t>
            </a:fld>
            <a:endParaRPr lang="en-US" altLang="zh-CN" sz="1400"/>
          </a:p>
        </p:txBody>
      </p:sp>
      <p:sp>
        <p:nvSpPr>
          <p:cNvPr id="42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4.4 </a:t>
            </a:r>
            <a:r>
              <a:rPr lang="zh-CN" altLang="en-US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路由算法</a:t>
            </a: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距离向量算法</a:t>
            </a:r>
          </a:p>
        </p:txBody>
      </p:sp>
      <p:sp>
        <p:nvSpPr>
          <p:cNvPr id="43" name="爆炸形: 14 pt  42">
            <a:extLst>
              <a:ext uri="{FF2B5EF4-FFF2-40B4-BE49-F238E27FC236}">
                <a16:creationId xmlns:a16="http://schemas.microsoft.com/office/drawing/2014/main" id="{F39AAF65-B5B4-4693-B5FF-DECCEA0D993F}"/>
              </a:ext>
            </a:extLst>
          </p:cNvPr>
          <p:cNvSpPr/>
          <p:nvPr/>
        </p:nvSpPr>
        <p:spPr>
          <a:xfrm>
            <a:off x="7480525" y="5483624"/>
            <a:ext cx="1440160" cy="936104"/>
          </a:xfrm>
          <a:prstGeom prst="irregularSeal2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CN" sz="2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4-4</a:t>
            </a:r>
            <a:endParaRPr lang="zh-CN" altLang="en-US" sz="24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Line 29"/>
          <p:cNvSpPr>
            <a:spLocks noChangeShapeType="1"/>
          </p:cNvSpPr>
          <p:nvPr/>
        </p:nvSpPr>
        <p:spPr bwMode="auto">
          <a:xfrm>
            <a:off x="3024188" y="1664112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5955" name="Line 30"/>
          <p:cNvSpPr>
            <a:spLocks noChangeShapeType="1"/>
          </p:cNvSpPr>
          <p:nvPr/>
        </p:nvSpPr>
        <p:spPr bwMode="auto">
          <a:xfrm>
            <a:off x="2719388" y="1892712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5956" name="Text Box 31"/>
          <p:cNvSpPr txBox="1">
            <a:spLocks noChangeArrowheads="1"/>
          </p:cNvSpPr>
          <p:nvPr/>
        </p:nvSpPr>
        <p:spPr bwMode="auto">
          <a:xfrm>
            <a:off x="3051175" y="1511712"/>
            <a:ext cx="915988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25958" name="Text Box 36"/>
          <p:cNvSpPr txBox="1">
            <a:spLocks noChangeArrowheads="1"/>
          </p:cNvSpPr>
          <p:nvPr/>
        </p:nvSpPr>
        <p:spPr bwMode="auto">
          <a:xfrm rot="-5400000">
            <a:off x="2247901" y="2199100"/>
            <a:ext cx="647700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25959" name="Text Box 37"/>
          <p:cNvSpPr txBox="1">
            <a:spLocks noChangeArrowheads="1"/>
          </p:cNvSpPr>
          <p:nvPr/>
        </p:nvSpPr>
        <p:spPr bwMode="auto">
          <a:xfrm>
            <a:off x="3060700" y="1258124"/>
            <a:ext cx="865188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25960" name="Text Box 101"/>
          <p:cNvSpPr txBox="1">
            <a:spLocks noChangeArrowheads="1"/>
          </p:cNvSpPr>
          <p:nvPr/>
        </p:nvSpPr>
        <p:spPr bwMode="auto">
          <a:xfrm>
            <a:off x="3054350" y="2213387"/>
            <a:ext cx="954088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2   0   1</a:t>
            </a:r>
          </a:p>
        </p:txBody>
      </p:sp>
      <p:sp>
        <p:nvSpPr>
          <p:cNvPr id="125961" name="Text Box 102"/>
          <p:cNvSpPr txBox="1">
            <a:spLocks noChangeArrowheads="1"/>
          </p:cNvSpPr>
          <p:nvPr/>
        </p:nvSpPr>
        <p:spPr bwMode="auto">
          <a:xfrm>
            <a:off x="3044825" y="2518187"/>
            <a:ext cx="954088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3   1   0</a:t>
            </a:r>
          </a:p>
        </p:txBody>
      </p:sp>
      <p:sp>
        <p:nvSpPr>
          <p:cNvPr id="125962" name="Line 115"/>
          <p:cNvSpPr>
            <a:spLocks noChangeShapeType="1"/>
          </p:cNvSpPr>
          <p:nvPr/>
        </p:nvSpPr>
        <p:spPr bwMode="auto">
          <a:xfrm flipV="1">
            <a:off x="3968750" y="2476913"/>
            <a:ext cx="869950" cy="1550985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5963" name="Line 116"/>
          <p:cNvSpPr>
            <a:spLocks noChangeShapeType="1"/>
          </p:cNvSpPr>
          <p:nvPr/>
        </p:nvSpPr>
        <p:spPr bwMode="auto">
          <a:xfrm>
            <a:off x="3967162" y="4359689"/>
            <a:ext cx="874712" cy="151606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5964" name="Text Box 160"/>
          <p:cNvSpPr txBox="1">
            <a:spLocks noChangeArrowheads="1"/>
          </p:cNvSpPr>
          <p:nvPr/>
        </p:nvSpPr>
        <p:spPr bwMode="auto">
          <a:xfrm>
            <a:off x="217342" y="1001332"/>
            <a:ext cx="1439863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b="1" u="sng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node x table</a:t>
            </a:r>
          </a:p>
        </p:txBody>
      </p:sp>
      <p:sp>
        <p:nvSpPr>
          <p:cNvPr id="125965" name="Text Box 161"/>
          <p:cNvSpPr txBox="1">
            <a:spLocks noChangeArrowheads="1"/>
          </p:cNvSpPr>
          <p:nvPr/>
        </p:nvSpPr>
        <p:spPr bwMode="auto">
          <a:xfrm>
            <a:off x="158750" y="2781711"/>
            <a:ext cx="1441450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b="1" u="sng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node y table</a:t>
            </a:r>
          </a:p>
        </p:txBody>
      </p:sp>
      <p:sp>
        <p:nvSpPr>
          <p:cNvPr id="125966" name="Text Box 162"/>
          <p:cNvSpPr txBox="1">
            <a:spLocks noChangeArrowheads="1"/>
          </p:cNvSpPr>
          <p:nvPr/>
        </p:nvSpPr>
        <p:spPr bwMode="auto">
          <a:xfrm>
            <a:off x="158750" y="4573847"/>
            <a:ext cx="1439863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b="1" u="sng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node z table</a:t>
            </a:r>
          </a:p>
        </p:txBody>
      </p:sp>
      <p:sp>
        <p:nvSpPr>
          <p:cNvPr id="125967" name="Oval 166"/>
          <p:cNvSpPr>
            <a:spLocks noChangeArrowheads="1"/>
          </p:cNvSpPr>
          <p:nvPr/>
        </p:nvSpPr>
        <p:spPr bwMode="auto">
          <a:xfrm>
            <a:off x="4979987" y="1858585"/>
            <a:ext cx="1205872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125970" name="Text Box 6"/>
          <p:cNvSpPr txBox="1">
            <a:spLocks noChangeArrowheads="1"/>
          </p:cNvSpPr>
          <p:nvPr/>
        </p:nvSpPr>
        <p:spPr bwMode="auto">
          <a:xfrm>
            <a:off x="2732088" y="1883187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25971" name="Text Box 7"/>
          <p:cNvSpPr txBox="1">
            <a:spLocks noChangeArrowheads="1"/>
          </p:cNvSpPr>
          <p:nvPr/>
        </p:nvSpPr>
        <p:spPr bwMode="auto">
          <a:xfrm>
            <a:off x="2724150" y="2187987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25972" name="Text Box 8"/>
          <p:cNvSpPr txBox="1">
            <a:spLocks noChangeArrowheads="1"/>
          </p:cNvSpPr>
          <p:nvPr/>
        </p:nvSpPr>
        <p:spPr bwMode="auto">
          <a:xfrm>
            <a:off x="2725738" y="2492787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25973" name="Line 29"/>
          <p:cNvSpPr>
            <a:spLocks noChangeShapeType="1"/>
          </p:cNvSpPr>
          <p:nvPr/>
        </p:nvSpPr>
        <p:spPr bwMode="auto">
          <a:xfrm>
            <a:off x="3005138" y="343100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5974" name="Line 30"/>
          <p:cNvSpPr>
            <a:spLocks noChangeShapeType="1"/>
          </p:cNvSpPr>
          <p:nvPr/>
        </p:nvSpPr>
        <p:spPr bwMode="auto">
          <a:xfrm>
            <a:off x="2700338" y="36596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5975" name="Text Box 31"/>
          <p:cNvSpPr txBox="1">
            <a:spLocks noChangeArrowheads="1"/>
          </p:cNvSpPr>
          <p:nvPr/>
        </p:nvSpPr>
        <p:spPr bwMode="auto">
          <a:xfrm>
            <a:off x="3032125" y="3278600"/>
            <a:ext cx="915988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25977" name="Text Box 36"/>
          <p:cNvSpPr txBox="1">
            <a:spLocks noChangeArrowheads="1"/>
          </p:cNvSpPr>
          <p:nvPr/>
        </p:nvSpPr>
        <p:spPr bwMode="auto">
          <a:xfrm rot="-5400000">
            <a:off x="2229170" y="3966780"/>
            <a:ext cx="647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25978" name="Text Box 37"/>
          <p:cNvSpPr txBox="1">
            <a:spLocks noChangeArrowheads="1"/>
          </p:cNvSpPr>
          <p:nvPr/>
        </p:nvSpPr>
        <p:spPr bwMode="auto">
          <a:xfrm>
            <a:off x="3054350" y="3037712"/>
            <a:ext cx="863600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25979" name="Text Box 101"/>
          <p:cNvSpPr txBox="1">
            <a:spLocks noChangeArrowheads="1"/>
          </p:cNvSpPr>
          <p:nvPr/>
        </p:nvSpPr>
        <p:spPr bwMode="auto">
          <a:xfrm>
            <a:off x="2967038" y="3980275"/>
            <a:ext cx="101917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60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0   1</a:t>
            </a:r>
          </a:p>
        </p:txBody>
      </p:sp>
      <p:sp>
        <p:nvSpPr>
          <p:cNvPr id="125980" name="Text Box 102"/>
          <p:cNvSpPr txBox="1">
            <a:spLocks noChangeArrowheads="1"/>
          </p:cNvSpPr>
          <p:nvPr/>
        </p:nvSpPr>
        <p:spPr bwMode="auto">
          <a:xfrm>
            <a:off x="3027363" y="4285075"/>
            <a:ext cx="952500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b="1" dirty="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 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1   0</a:t>
            </a:r>
          </a:p>
        </p:txBody>
      </p:sp>
      <p:sp>
        <p:nvSpPr>
          <p:cNvPr id="125983" name="Text Box 6"/>
          <p:cNvSpPr txBox="1">
            <a:spLocks noChangeArrowheads="1"/>
          </p:cNvSpPr>
          <p:nvPr/>
        </p:nvSpPr>
        <p:spPr bwMode="auto">
          <a:xfrm>
            <a:off x="2713038" y="3650075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25984" name="Text Box 7"/>
          <p:cNvSpPr txBox="1">
            <a:spLocks noChangeArrowheads="1"/>
          </p:cNvSpPr>
          <p:nvPr/>
        </p:nvSpPr>
        <p:spPr bwMode="auto">
          <a:xfrm>
            <a:off x="2705100" y="3954875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25985" name="Text Box 8"/>
          <p:cNvSpPr txBox="1">
            <a:spLocks noChangeArrowheads="1"/>
          </p:cNvSpPr>
          <p:nvPr/>
        </p:nvSpPr>
        <p:spPr bwMode="auto">
          <a:xfrm>
            <a:off x="2706688" y="4259675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25986" name="Line 29"/>
          <p:cNvSpPr>
            <a:spLocks noChangeShapeType="1"/>
          </p:cNvSpPr>
          <p:nvPr/>
        </p:nvSpPr>
        <p:spPr bwMode="auto">
          <a:xfrm>
            <a:off x="3005138" y="5242337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5987" name="Line 30"/>
          <p:cNvSpPr>
            <a:spLocks noChangeShapeType="1"/>
          </p:cNvSpPr>
          <p:nvPr/>
        </p:nvSpPr>
        <p:spPr bwMode="auto">
          <a:xfrm>
            <a:off x="2700338" y="5470937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5988" name="Text Box 31"/>
          <p:cNvSpPr txBox="1">
            <a:spLocks noChangeArrowheads="1"/>
          </p:cNvSpPr>
          <p:nvPr/>
        </p:nvSpPr>
        <p:spPr bwMode="auto">
          <a:xfrm>
            <a:off x="3032125" y="5089937"/>
            <a:ext cx="915988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25990" name="Text Box 36"/>
          <p:cNvSpPr txBox="1">
            <a:spLocks noChangeArrowheads="1"/>
          </p:cNvSpPr>
          <p:nvPr/>
        </p:nvSpPr>
        <p:spPr bwMode="auto">
          <a:xfrm rot="-5400000">
            <a:off x="2229963" y="5779324"/>
            <a:ext cx="6461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25991" name="Text Box 37"/>
          <p:cNvSpPr txBox="1">
            <a:spLocks noChangeArrowheads="1"/>
          </p:cNvSpPr>
          <p:nvPr/>
        </p:nvSpPr>
        <p:spPr bwMode="auto">
          <a:xfrm>
            <a:off x="3041649" y="4822443"/>
            <a:ext cx="863600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25992" name="Text Box 101"/>
          <p:cNvSpPr txBox="1">
            <a:spLocks noChangeArrowheads="1"/>
          </p:cNvSpPr>
          <p:nvPr/>
        </p:nvSpPr>
        <p:spPr bwMode="auto">
          <a:xfrm>
            <a:off x="3033713" y="5791612"/>
            <a:ext cx="954087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2   0   1</a:t>
            </a:r>
          </a:p>
        </p:txBody>
      </p:sp>
      <p:sp>
        <p:nvSpPr>
          <p:cNvPr id="125995" name="Text Box 6"/>
          <p:cNvSpPr txBox="1">
            <a:spLocks noChangeArrowheads="1"/>
          </p:cNvSpPr>
          <p:nvPr/>
        </p:nvSpPr>
        <p:spPr bwMode="auto">
          <a:xfrm>
            <a:off x="2713038" y="5461412"/>
            <a:ext cx="300037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25996" name="Text Box 7"/>
          <p:cNvSpPr txBox="1">
            <a:spLocks noChangeArrowheads="1"/>
          </p:cNvSpPr>
          <p:nvPr/>
        </p:nvSpPr>
        <p:spPr bwMode="auto">
          <a:xfrm>
            <a:off x="2705100" y="5766212"/>
            <a:ext cx="300038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25997" name="Text Box 8"/>
          <p:cNvSpPr txBox="1">
            <a:spLocks noChangeArrowheads="1"/>
          </p:cNvSpPr>
          <p:nvPr/>
        </p:nvSpPr>
        <p:spPr bwMode="auto">
          <a:xfrm>
            <a:off x="2706688" y="6071012"/>
            <a:ext cx="300037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25998" name="Line 29"/>
          <p:cNvSpPr>
            <a:spLocks noChangeShapeType="1"/>
          </p:cNvSpPr>
          <p:nvPr/>
        </p:nvSpPr>
        <p:spPr bwMode="auto">
          <a:xfrm>
            <a:off x="5062538" y="1643475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5999" name="Line 30"/>
          <p:cNvSpPr>
            <a:spLocks noChangeShapeType="1"/>
          </p:cNvSpPr>
          <p:nvPr/>
        </p:nvSpPr>
        <p:spPr bwMode="auto">
          <a:xfrm>
            <a:off x="4757738" y="1872075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6000" name="Text Box 31"/>
          <p:cNvSpPr txBox="1">
            <a:spLocks noChangeArrowheads="1"/>
          </p:cNvSpPr>
          <p:nvPr/>
        </p:nvSpPr>
        <p:spPr bwMode="auto">
          <a:xfrm>
            <a:off x="5089525" y="1491075"/>
            <a:ext cx="915988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26002" name="Text Box 36"/>
          <p:cNvSpPr txBox="1">
            <a:spLocks noChangeArrowheads="1"/>
          </p:cNvSpPr>
          <p:nvPr/>
        </p:nvSpPr>
        <p:spPr bwMode="auto">
          <a:xfrm rot="-5400000">
            <a:off x="4291118" y="2180050"/>
            <a:ext cx="646112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26003" name="Text Box 37"/>
          <p:cNvSpPr txBox="1">
            <a:spLocks noChangeArrowheads="1"/>
          </p:cNvSpPr>
          <p:nvPr/>
        </p:nvSpPr>
        <p:spPr bwMode="auto">
          <a:xfrm>
            <a:off x="5099080" y="1250569"/>
            <a:ext cx="865188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26004" name="Text Box 101"/>
          <p:cNvSpPr txBox="1">
            <a:spLocks noChangeArrowheads="1"/>
          </p:cNvSpPr>
          <p:nvPr/>
        </p:nvSpPr>
        <p:spPr bwMode="auto">
          <a:xfrm>
            <a:off x="5067290" y="2192750"/>
            <a:ext cx="954107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solidFill>
                  <a:srgbClr val="00B05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60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0  1</a:t>
            </a:r>
          </a:p>
        </p:txBody>
      </p:sp>
      <p:sp>
        <p:nvSpPr>
          <p:cNvPr id="126005" name="Text Box 102"/>
          <p:cNvSpPr txBox="1">
            <a:spLocks noChangeArrowheads="1"/>
          </p:cNvSpPr>
          <p:nvPr/>
        </p:nvSpPr>
        <p:spPr bwMode="auto">
          <a:xfrm>
            <a:off x="5083959" y="2497550"/>
            <a:ext cx="954108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3   1   0</a:t>
            </a:r>
          </a:p>
        </p:txBody>
      </p:sp>
      <p:sp>
        <p:nvSpPr>
          <p:cNvPr id="126008" name="Text Box 6"/>
          <p:cNvSpPr txBox="1">
            <a:spLocks noChangeArrowheads="1"/>
          </p:cNvSpPr>
          <p:nvPr/>
        </p:nvSpPr>
        <p:spPr bwMode="auto">
          <a:xfrm>
            <a:off x="4770438" y="1862550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26009" name="Text Box 7"/>
          <p:cNvSpPr txBox="1">
            <a:spLocks noChangeArrowheads="1"/>
          </p:cNvSpPr>
          <p:nvPr/>
        </p:nvSpPr>
        <p:spPr bwMode="auto">
          <a:xfrm>
            <a:off x="4762500" y="2167350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26010" name="Text Box 8"/>
          <p:cNvSpPr txBox="1">
            <a:spLocks noChangeArrowheads="1"/>
          </p:cNvSpPr>
          <p:nvPr/>
        </p:nvSpPr>
        <p:spPr bwMode="auto">
          <a:xfrm>
            <a:off x="4764088" y="2472150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26011" name="Line 29"/>
          <p:cNvSpPr>
            <a:spLocks noChangeShapeType="1"/>
          </p:cNvSpPr>
          <p:nvPr/>
        </p:nvSpPr>
        <p:spPr bwMode="auto">
          <a:xfrm>
            <a:off x="5043488" y="3410362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6012" name="Line 30"/>
          <p:cNvSpPr>
            <a:spLocks noChangeShapeType="1"/>
          </p:cNvSpPr>
          <p:nvPr/>
        </p:nvSpPr>
        <p:spPr bwMode="auto">
          <a:xfrm>
            <a:off x="4738688" y="3638962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6013" name="Text Box 31"/>
          <p:cNvSpPr txBox="1">
            <a:spLocks noChangeArrowheads="1"/>
          </p:cNvSpPr>
          <p:nvPr/>
        </p:nvSpPr>
        <p:spPr bwMode="auto">
          <a:xfrm>
            <a:off x="5070475" y="3257962"/>
            <a:ext cx="915988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26015" name="Text Box 36"/>
          <p:cNvSpPr txBox="1">
            <a:spLocks noChangeArrowheads="1"/>
          </p:cNvSpPr>
          <p:nvPr/>
        </p:nvSpPr>
        <p:spPr bwMode="auto">
          <a:xfrm rot="-5400000">
            <a:off x="4272757" y="3947349"/>
            <a:ext cx="646113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26016" name="Text Box 37"/>
          <p:cNvSpPr txBox="1">
            <a:spLocks noChangeArrowheads="1"/>
          </p:cNvSpPr>
          <p:nvPr/>
        </p:nvSpPr>
        <p:spPr bwMode="auto">
          <a:xfrm>
            <a:off x="5080000" y="3028959"/>
            <a:ext cx="863600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26017" name="Text Box 101"/>
          <p:cNvSpPr txBox="1">
            <a:spLocks noChangeArrowheads="1"/>
          </p:cNvSpPr>
          <p:nvPr/>
        </p:nvSpPr>
        <p:spPr bwMode="auto">
          <a:xfrm>
            <a:off x="4945062" y="3960826"/>
            <a:ext cx="1101693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60  0  1</a:t>
            </a:r>
          </a:p>
        </p:txBody>
      </p:sp>
      <p:sp>
        <p:nvSpPr>
          <p:cNvPr id="126018" name="Text Box 102"/>
          <p:cNvSpPr txBox="1">
            <a:spLocks noChangeArrowheads="1"/>
          </p:cNvSpPr>
          <p:nvPr/>
        </p:nvSpPr>
        <p:spPr bwMode="auto">
          <a:xfrm>
            <a:off x="5065713" y="4264437"/>
            <a:ext cx="952500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b="1" dirty="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1   0</a:t>
            </a:r>
          </a:p>
        </p:txBody>
      </p:sp>
      <p:sp>
        <p:nvSpPr>
          <p:cNvPr id="126021" name="Text Box 6"/>
          <p:cNvSpPr txBox="1">
            <a:spLocks noChangeArrowheads="1"/>
          </p:cNvSpPr>
          <p:nvPr/>
        </p:nvSpPr>
        <p:spPr bwMode="auto">
          <a:xfrm>
            <a:off x="4751388" y="3629437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26022" name="Text Box 7"/>
          <p:cNvSpPr txBox="1">
            <a:spLocks noChangeArrowheads="1"/>
          </p:cNvSpPr>
          <p:nvPr/>
        </p:nvSpPr>
        <p:spPr bwMode="auto">
          <a:xfrm>
            <a:off x="4743450" y="3934237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26023" name="Text Box 8"/>
          <p:cNvSpPr txBox="1">
            <a:spLocks noChangeArrowheads="1"/>
          </p:cNvSpPr>
          <p:nvPr/>
        </p:nvSpPr>
        <p:spPr bwMode="auto">
          <a:xfrm>
            <a:off x="4745038" y="4239037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26024" name="Line 29"/>
          <p:cNvSpPr>
            <a:spLocks noChangeShapeType="1"/>
          </p:cNvSpPr>
          <p:nvPr/>
        </p:nvSpPr>
        <p:spPr bwMode="auto">
          <a:xfrm>
            <a:off x="5043488" y="5223287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6025" name="Line 30"/>
          <p:cNvSpPr>
            <a:spLocks noChangeShapeType="1"/>
          </p:cNvSpPr>
          <p:nvPr/>
        </p:nvSpPr>
        <p:spPr bwMode="auto">
          <a:xfrm>
            <a:off x="4738688" y="5451887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6026" name="Text Box 31"/>
          <p:cNvSpPr txBox="1">
            <a:spLocks noChangeArrowheads="1"/>
          </p:cNvSpPr>
          <p:nvPr/>
        </p:nvSpPr>
        <p:spPr bwMode="auto">
          <a:xfrm>
            <a:off x="5070475" y="5070887"/>
            <a:ext cx="9159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26028" name="Text Box 36"/>
          <p:cNvSpPr txBox="1">
            <a:spLocks noChangeArrowheads="1"/>
          </p:cNvSpPr>
          <p:nvPr/>
        </p:nvSpPr>
        <p:spPr bwMode="auto">
          <a:xfrm rot="-5400000">
            <a:off x="4296886" y="5745575"/>
            <a:ext cx="646112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26029" name="Text Box 37"/>
          <p:cNvSpPr txBox="1">
            <a:spLocks noChangeArrowheads="1"/>
          </p:cNvSpPr>
          <p:nvPr/>
        </p:nvSpPr>
        <p:spPr bwMode="auto">
          <a:xfrm>
            <a:off x="5080000" y="4817663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26030" name="Text Box 101"/>
          <p:cNvSpPr txBox="1">
            <a:spLocks noChangeArrowheads="1"/>
          </p:cNvSpPr>
          <p:nvPr/>
        </p:nvSpPr>
        <p:spPr bwMode="auto">
          <a:xfrm>
            <a:off x="4976101" y="5770975"/>
            <a:ext cx="1070654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solidFill>
                  <a:srgbClr val="00B05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60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0   1</a:t>
            </a:r>
          </a:p>
        </p:txBody>
      </p:sp>
      <p:sp>
        <p:nvSpPr>
          <p:cNvPr id="126031" name="Text Box 102"/>
          <p:cNvSpPr txBox="1">
            <a:spLocks noChangeArrowheads="1"/>
          </p:cNvSpPr>
          <p:nvPr/>
        </p:nvSpPr>
        <p:spPr bwMode="auto">
          <a:xfrm>
            <a:off x="5007447" y="6075775"/>
            <a:ext cx="1013949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50  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1   0</a:t>
            </a:r>
          </a:p>
        </p:txBody>
      </p:sp>
      <p:sp>
        <p:nvSpPr>
          <p:cNvPr id="126034" name="Text Box 6"/>
          <p:cNvSpPr txBox="1">
            <a:spLocks noChangeArrowheads="1"/>
          </p:cNvSpPr>
          <p:nvPr/>
        </p:nvSpPr>
        <p:spPr bwMode="auto">
          <a:xfrm>
            <a:off x="4751388" y="5440775"/>
            <a:ext cx="300037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26035" name="Text Box 7"/>
          <p:cNvSpPr txBox="1">
            <a:spLocks noChangeArrowheads="1"/>
          </p:cNvSpPr>
          <p:nvPr/>
        </p:nvSpPr>
        <p:spPr bwMode="auto">
          <a:xfrm>
            <a:off x="4743450" y="5745575"/>
            <a:ext cx="300038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26036" name="Text Box 8"/>
          <p:cNvSpPr txBox="1">
            <a:spLocks noChangeArrowheads="1"/>
          </p:cNvSpPr>
          <p:nvPr/>
        </p:nvSpPr>
        <p:spPr bwMode="auto">
          <a:xfrm>
            <a:off x="4745038" y="6050375"/>
            <a:ext cx="300037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26037" name="灯片编号占位符 3"/>
          <p:cNvSpPr txBox="1">
            <a:spLocks noChangeArrowheads="1"/>
          </p:cNvSpPr>
          <p:nvPr/>
        </p:nvSpPr>
        <p:spPr bwMode="auto">
          <a:xfrm>
            <a:off x="6877050" y="188913"/>
            <a:ext cx="21336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fld id="{8D3599DD-FBD6-4797-B54B-63ED58B0D17D}" type="slidenum">
              <a:rPr lang="en-US" altLang="zh-CN" sz="1400"/>
              <a:t>72</a:t>
            </a:fld>
            <a:endParaRPr lang="en-US" altLang="zh-CN" sz="1400"/>
          </a:p>
        </p:txBody>
      </p:sp>
      <p:sp>
        <p:nvSpPr>
          <p:cNvPr id="126038" name="Line 29"/>
          <p:cNvSpPr>
            <a:spLocks noChangeShapeType="1"/>
          </p:cNvSpPr>
          <p:nvPr/>
        </p:nvSpPr>
        <p:spPr bwMode="auto">
          <a:xfrm>
            <a:off x="995363" y="1662525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6039" name="Line 30"/>
          <p:cNvSpPr>
            <a:spLocks noChangeShapeType="1"/>
          </p:cNvSpPr>
          <p:nvPr/>
        </p:nvSpPr>
        <p:spPr bwMode="auto">
          <a:xfrm>
            <a:off x="690563" y="1891125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6040" name="Text Box 31"/>
          <p:cNvSpPr txBox="1">
            <a:spLocks noChangeArrowheads="1"/>
          </p:cNvSpPr>
          <p:nvPr/>
        </p:nvSpPr>
        <p:spPr bwMode="auto">
          <a:xfrm>
            <a:off x="1022350" y="1510125"/>
            <a:ext cx="915988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26042" name="Text Box 36"/>
          <p:cNvSpPr txBox="1">
            <a:spLocks noChangeArrowheads="1"/>
          </p:cNvSpPr>
          <p:nvPr/>
        </p:nvSpPr>
        <p:spPr bwMode="auto">
          <a:xfrm rot="-5400000">
            <a:off x="221457" y="2199100"/>
            <a:ext cx="646112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26043" name="Text Box 37"/>
          <p:cNvSpPr txBox="1">
            <a:spLocks noChangeArrowheads="1"/>
          </p:cNvSpPr>
          <p:nvPr/>
        </p:nvSpPr>
        <p:spPr bwMode="auto">
          <a:xfrm>
            <a:off x="993665" y="1256126"/>
            <a:ext cx="865187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26044" name="Text Box 101"/>
          <p:cNvSpPr txBox="1">
            <a:spLocks noChangeArrowheads="1"/>
          </p:cNvSpPr>
          <p:nvPr/>
        </p:nvSpPr>
        <p:spPr bwMode="auto">
          <a:xfrm>
            <a:off x="1014411" y="2211800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2   0   1</a:t>
            </a:r>
          </a:p>
        </p:txBody>
      </p:sp>
      <p:sp>
        <p:nvSpPr>
          <p:cNvPr id="126045" name="Text Box 102"/>
          <p:cNvSpPr txBox="1">
            <a:spLocks noChangeArrowheads="1"/>
          </p:cNvSpPr>
          <p:nvPr/>
        </p:nvSpPr>
        <p:spPr bwMode="auto">
          <a:xfrm>
            <a:off x="1016000" y="2516600"/>
            <a:ext cx="954088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3   1   0</a:t>
            </a:r>
          </a:p>
        </p:txBody>
      </p:sp>
      <p:sp>
        <p:nvSpPr>
          <p:cNvPr id="126048" name="Text Box 6"/>
          <p:cNvSpPr txBox="1">
            <a:spLocks noChangeArrowheads="1"/>
          </p:cNvSpPr>
          <p:nvPr/>
        </p:nvSpPr>
        <p:spPr bwMode="auto">
          <a:xfrm>
            <a:off x="703263" y="1881600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26049" name="Text Box 7"/>
          <p:cNvSpPr txBox="1">
            <a:spLocks noChangeArrowheads="1"/>
          </p:cNvSpPr>
          <p:nvPr/>
        </p:nvSpPr>
        <p:spPr bwMode="auto">
          <a:xfrm>
            <a:off x="695325" y="2186400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26050" name="Text Box 8"/>
          <p:cNvSpPr txBox="1">
            <a:spLocks noChangeArrowheads="1"/>
          </p:cNvSpPr>
          <p:nvPr/>
        </p:nvSpPr>
        <p:spPr bwMode="auto">
          <a:xfrm>
            <a:off x="696913" y="2491200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26051" name="Line 29"/>
          <p:cNvSpPr>
            <a:spLocks noChangeShapeType="1"/>
          </p:cNvSpPr>
          <p:nvPr/>
        </p:nvSpPr>
        <p:spPr bwMode="auto">
          <a:xfrm>
            <a:off x="976313" y="3429412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6052" name="Line 30"/>
          <p:cNvSpPr>
            <a:spLocks noChangeShapeType="1"/>
          </p:cNvSpPr>
          <p:nvPr/>
        </p:nvSpPr>
        <p:spPr bwMode="auto">
          <a:xfrm>
            <a:off x="671513" y="3658012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6053" name="Text Box 31"/>
          <p:cNvSpPr txBox="1">
            <a:spLocks noChangeArrowheads="1"/>
          </p:cNvSpPr>
          <p:nvPr/>
        </p:nvSpPr>
        <p:spPr bwMode="auto">
          <a:xfrm>
            <a:off x="1003300" y="3277012"/>
            <a:ext cx="915988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26055" name="Text Box 36"/>
          <p:cNvSpPr txBox="1">
            <a:spLocks noChangeArrowheads="1"/>
          </p:cNvSpPr>
          <p:nvPr/>
        </p:nvSpPr>
        <p:spPr bwMode="auto">
          <a:xfrm rot="-5400000">
            <a:off x="215106" y="3966400"/>
            <a:ext cx="646113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26056" name="Text Box 37"/>
          <p:cNvSpPr txBox="1">
            <a:spLocks noChangeArrowheads="1"/>
          </p:cNvSpPr>
          <p:nvPr/>
        </p:nvSpPr>
        <p:spPr bwMode="auto">
          <a:xfrm>
            <a:off x="1012825" y="3034125"/>
            <a:ext cx="863600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26057" name="Text Box 101"/>
          <p:cNvSpPr txBox="1">
            <a:spLocks noChangeArrowheads="1"/>
          </p:cNvSpPr>
          <p:nvPr/>
        </p:nvSpPr>
        <p:spPr bwMode="auto">
          <a:xfrm>
            <a:off x="1004888" y="3978687"/>
            <a:ext cx="954087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2   0   1</a:t>
            </a:r>
          </a:p>
        </p:txBody>
      </p:sp>
      <p:sp>
        <p:nvSpPr>
          <p:cNvPr id="126058" name="Text Box 102"/>
          <p:cNvSpPr txBox="1">
            <a:spLocks noChangeArrowheads="1"/>
          </p:cNvSpPr>
          <p:nvPr/>
        </p:nvSpPr>
        <p:spPr bwMode="auto">
          <a:xfrm>
            <a:off x="999257" y="4245490"/>
            <a:ext cx="952504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b="1" dirty="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1   0</a:t>
            </a:r>
          </a:p>
        </p:txBody>
      </p:sp>
      <p:sp>
        <p:nvSpPr>
          <p:cNvPr id="126061" name="Text Box 6"/>
          <p:cNvSpPr txBox="1">
            <a:spLocks noChangeArrowheads="1"/>
          </p:cNvSpPr>
          <p:nvPr/>
        </p:nvSpPr>
        <p:spPr bwMode="auto">
          <a:xfrm>
            <a:off x="684213" y="3648487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26062" name="Text Box 7"/>
          <p:cNvSpPr txBox="1">
            <a:spLocks noChangeArrowheads="1"/>
          </p:cNvSpPr>
          <p:nvPr/>
        </p:nvSpPr>
        <p:spPr bwMode="auto">
          <a:xfrm>
            <a:off x="676275" y="3953287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26063" name="Text Box 8"/>
          <p:cNvSpPr txBox="1">
            <a:spLocks noChangeArrowheads="1"/>
          </p:cNvSpPr>
          <p:nvPr/>
        </p:nvSpPr>
        <p:spPr bwMode="auto">
          <a:xfrm>
            <a:off x="677863" y="4258087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26064" name="Line 29"/>
          <p:cNvSpPr>
            <a:spLocks noChangeShapeType="1"/>
          </p:cNvSpPr>
          <p:nvPr/>
        </p:nvSpPr>
        <p:spPr bwMode="auto">
          <a:xfrm>
            <a:off x="976313" y="5242337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6065" name="Line 30"/>
          <p:cNvSpPr>
            <a:spLocks noChangeShapeType="1"/>
          </p:cNvSpPr>
          <p:nvPr/>
        </p:nvSpPr>
        <p:spPr bwMode="auto">
          <a:xfrm>
            <a:off x="671513" y="5470937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6066" name="Text Box 31"/>
          <p:cNvSpPr txBox="1">
            <a:spLocks noChangeArrowheads="1"/>
          </p:cNvSpPr>
          <p:nvPr/>
        </p:nvSpPr>
        <p:spPr bwMode="auto">
          <a:xfrm>
            <a:off x="1003300" y="5089937"/>
            <a:ext cx="9159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26068" name="Text Box 36"/>
          <p:cNvSpPr txBox="1">
            <a:spLocks noChangeArrowheads="1"/>
          </p:cNvSpPr>
          <p:nvPr/>
        </p:nvSpPr>
        <p:spPr bwMode="auto">
          <a:xfrm rot="-5400000">
            <a:off x="199441" y="5764625"/>
            <a:ext cx="646112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26069" name="Text Box 37"/>
          <p:cNvSpPr txBox="1">
            <a:spLocks noChangeArrowheads="1"/>
          </p:cNvSpPr>
          <p:nvPr/>
        </p:nvSpPr>
        <p:spPr bwMode="auto">
          <a:xfrm>
            <a:off x="1012825" y="4837830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26070" name="Text Box 101"/>
          <p:cNvSpPr txBox="1">
            <a:spLocks noChangeArrowheads="1"/>
          </p:cNvSpPr>
          <p:nvPr/>
        </p:nvSpPr>
        <p:spPr bwMode="auto">
          <a:xfrm>
            <a:off x="1004888" y="5790025"/>
            <a:ext cx="954087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2   0   1</a:t>
            </a:r>
          </a:p>
        </p:txBody>
      </p:sp>
      <p:sp>
        <p:nvSpPr>
          <p:cNvPr id="126071" name="Text Box 102"/>
          <p:cNvSpPr txBox="1">
            <a:spLocks noChangeArrowheads="1"/>
          </p:cNvSpPr>
          <p:nvPr/>
        </p:nvSpPr>
        <p:spPr bwMode="auto">
          <a:xfrm>
            <a:off x="996950" y="6094825"/>
            <a:ext cx="954088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3   1   0</a:t>
            </a:r>
          </a:p>
        </p:txBody>
      </p:sp>
      <p:sp>
        <p:nvSpPr>
          <p:cNvPr id="126074" name="Text Box 6"/>
          <p:cNvSpPr txBox="1">
            <a:spLocks noChangeArrowheads="1"/>
          </p:cNvSpPr>
          <p:nvPr/>
        </p:nvSpPr>
        <p:spPr bwMode="auto">
          <a:xfrm>
            <a:off x="684213" y="5459825"/>
            <a:ext cx="300037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26075" name="Text Box 7"/>
          <p:cNvSpPr txBox="1">
            <a:spLocks noChangeArrowheads="1"/>
          </p:cNvSpPr>
          <p:nvPr/>
        </p:nvSpPr>
        <p:spPr bwMode="auto">
          <a:xfrm>
            <a:off x="676275" y="5764625"/>
            <a:ext cx="300038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26076" name="Text Box 8"/>
          <p:cNvSpPr txBox="1">
            <a:spLocks noChangeArrowheads="1"/>
          </p:cNvSpPr>
          <p:nvPr/>
        </p:nvSpPr>
        <p:spPr bwMode="auto">
          <a:xfrm>
            <a:off x="677863" y="6069425"/>
            <a:ext cx="300037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26077" name="Oval 166"/>
          <p:cNvSpPr>
            <a:spLocks noChangeArrowheads="1"/>
          </p:cNvSpPr>
          <p:nvPr/>
        </p:nvSpPr>
        <p:spPr bwMode="auto">
          <a:xfrm>
            <a:off x="2951163" y="4005675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126078" name="Text Box 102"/>
          <p:cNvSpPr txBox="1">
            <a:spLocks noChangeArrowheads="1"/>
          </p:cNvSpPr>
          <p:nvPr/>
        </p:nvSpPr>
        <p:spPr bwMode="auto">
          <a:xfrm>
            <a:off x="3024188" y="6093237"/>
            <a:ext cx="954087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3   1   0</a:t>
            </a:r>
          </a:p>
        </p:txBody>
      </p:sp>
      <p:sp>
        <p:nvSpPr>
          <p:cNvPr id="126079" name="Line 29"/>
          <p:cNvSpPr>
            <a:spLocks noChangeShapeType="1"/>
          </p:cNvSpPr>
          <p:nvPr/>
        </p:nvSpPr>
        <p:spPr bwMode="auto">
          <a:xfrm>
            <a:off x="7188200" y="1627600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6080" name="Line 30"/>
          <p:cNvSpPr>
            <a:spLocks noChangeShapeType="1"/>
          </p:cNvSpPr>
          <p:nvPr/>
        </p:nvSpPr>
        <p:spPr bwMode="auto">
          <a:xfrm>
            <a:off x="6883400" y="18562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6081" name="Text Box 31"/>
          <p:cNvSpPr txBox="1">
            <a:spLocks noChangeArrowheads="1"/>
          </p:cNvSpPr>
          <p:nvPr/>
        </p:nvSpPr>
        <p:spPr bwMode="auto">
          <a:xfrm>
            <a:off x="7215188" y="1475200"/>
            <a:ext cx="915987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26083" name="Text Box 36"/>
          <p:cNvSpPr txBox="1">
            <a:spLocks noChangeArrowheads="1"/>
          </p:cNvSpPr>
          <p:nvPr/>
        </p:nvSpPr>
        <p:spPr bwMode="auto">
          <a:xfrm rot="-5400000">
            <a:off x="6412404" y="2151887"/>
            <a:ext cx="646112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26084" name="Text Box 37"/>
          <p:cNvSpPr txBox="1">
            <a:spLocks noChangeArrowheads="1"/>
          </p:cNvSpPr>
          <p:nvPr/>
        </p:nvSpPr>
        <p:spPr bwMode="auto">
          <a:xfrm>
            <a:off x="7224546" y="1221629"/>
            <a:ext cx="865187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26085" name="Text Box 101"/>
          <p:cNvSpPr txBox="1">
            <a:spLocks noChangeArrowheads="1"/>
          </p:cNvSpPr>
          <p:nvPr/>
        </p:nvSpPr>
        <p:spPr bwMode="auto">
          <a:xfrm>
            <a:off x="7123113" y="2176875"/>
            <a:ext cx="1112837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60  0   1</a:t>
            </a:r>
          </a:p>
        </p:txBody>
      </p:sp>
      <p:sp>
        <p:nvSpPr>
          <p:cNvPr id="126086" name="Text Box 102"/>
          <p:cNvSpPr txBox="1">
            <a:spLocks noChangeArrowheads="1"/>
          </p:cNvSpPr>
          <p:nvPr/>
        </p:nvSpPr>
        <p:spPr bwMode="auto">
          <a:xfrm>
            <a:off x="7176768" y="2481675"/>
            <a:ext cx="1018227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solidFill>
                  <a:srgbClr val="00B05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50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1   0</a:t>
            </a:r>
          </a:p>
        </p:txBody>
      </p:sp>
      <p:sp>
        <p:nvSpPr>
          <p:cNvPr id="126089" name="Text Box 6"/>
          <p:cNvSpPr txBox="1">
            <a:spLocks noChangeArrowheads="1"/>
          </p:cNvSpPr>
          <p:nvPr/>
        </p:nvSpPr>
        <p:spPr bwMode="auto">
          <a:xfrm>
            <a:off x="6896100" y="1846675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26090" name="Text Box 7"/>
          <p:cNvSpPr txBox="1">
            <a:spLocks noChangeArrowheads="1"/>
          </p:cNvSpPr>
          <p:nvPr/>
        </p:nvSpPr>
        <p:spPr bwMode="auto">
          <a:xfrm>
            <a:off x="6888163" y="2151475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26091" name="Text Box 8"/>
          <p:cNvSpPr txBox="1">
            <a:spLocks noChangeArrowheads="1"/>
          </p:cNvSpPr>
          <p:nvPr/>
        </p:nvSpPr>
        <p:spPr bwMode="auto">
          <a:xfrm>
            <a:off x="6889750" y="2456275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26092" name="Line 29"/>
          <p:cNvSpPr>
            <a:spLocks noChangeShapeType="1"/>
          </p:cNvSpPr>
          <p:nvPr/>
        </p:nvSpPr>
        <p:spPr bwMode="auto">
          <a:xfrm>
            <a:off x="7169150" y="3394487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6093" name="Line 30"/>
          <p:cNvSpPr>
            <a:spLocks noChangeShapeType="1"/>
          </p:cNvSpPr>
          <p:nvPr/>
        </p:nvSpPr>
        <p:spPr bwMode="auto">
          <a:xfrm>
            <a:off x="6864350" y="3623087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6094" name="Text Box 31"/>
          <p:cNvSpPr txBox="1">
            <a:spLocks noChangeArrowheads="1"/>
          </p:cNvSpPr>
          <p:nvPr/>
        </p:nvSpPr>
        <p:spPr bwMode="auto">
          <a:xfrm>
            <a:off x="7196138" y="3242087"/>
            <a:ext cx="915987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26096" name="Text Box 36"/>
          <p:cNvSpPr txBox="1">
            <a:spLocks noChangeArrowheads="1"/>
          </p:cNvSpPr>
          <p:nvPr/>
        </p:nvSpPr>
        <p:spPr bwMode="auto">
          <a:xfrm rot="-5400000">
            <a:off x="6419533" y="3958044"/>
            <a:ext cx="646112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26097" name="Text Box 37"/>
          <p:cNvSpPr txBox="1">
            <a:spLocks noChangeArrowheads="1"/>
          </p:cNvSpPr>
          <p:nvPr/>
        </p:nvSpPr>
        <p:spPr bwMode="auto">
          <a:xfrm>
            <a:off x="7215188" y="3025784"/>
            <a:ext cx="863600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26098" name="Text Box 101"/>
          <p:cNvSpPr txBox="1">
            <a:spLocks noChangeArrowheads="1"/>
          </p:cNvSpPr>
          <p:nvPr/>
        </p:nvSpPr>
        <p:spPr bwMode="auto">
          <a:xfrm>
            <a:off x="7110094" y="3943762"/>
            <a:ext cx="1105215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51 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0   1</a:t>
            </a:r>
          </a:p>
        </p:txBody>
      </p:sp>
      <p:sp>
        <p:nvSpPr>
          <p:cNvPr id="126099" name="Text Box 102"/>
          <p:cNvSpPr txBox="1">
            <a:spLocks noChangeArrowheads="1"/>
          </p:cNvSpPr>
          <p:nvPr/>
        </p:nvSpPr>
        <p:spPr bwMode="auto">
          <a:xfrm>
            <a:off x="7123113" y="4248562"/>
            <a:ext cx="1093787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solidFill>
                  <a:srgbClr val="00B05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50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1   0</a:t>
            </a:r>
          </a:p>
        </p:txBody>
      </p:sp>
      <p:sp>
        <p:nvSpPr>
          <p:cNvPr id="126102" name="Text Box 6"/>
          <p:cNvSpPr txBox="1">
            <a:spLocks noChangeArrowheads="1"/>
          </p:cNvSpPr>
          <p:nvPr/>
        </p:nvSpPr>
        <p:spPr bwMode="auto">
          <a:xfrm>
            <a:off x="6877050" y="3613562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26103" name="Text Box 7"/>
          <p:cNvSpPr txBox="1">
            <a:spLocks noChangeArrowheads="1"/>
          </p:cNvSpPr>
          <p:nvPr/>
        </p:nvSpPr>
        <p:spPr bwMode="auto">
          <a:xfrm>
            <a:off x="6869113" y="3918362"/>
            <a:ext cx="300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26104" name="Text Box 8"/>
          <p:cNvSpPr txBox="1">
            <a:spLocks noChangeArrowheads="1"/>
          </p:cNvSpPr>
          <p:nvPr/>
        </p:nvSpPr>
        <p:spPr bwMode="auto">
          <a:xfrm>
            <a:off x="6870700" y="4223162"/>
            <a:ext cx="300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26105" name="Line 29"/>
          <p:cNvSpPr>
            <a:spLocks noChangeShapeType="1"/>
          </p:cNvSpPr>
          <p:nvPr/>
        </p:nvSpPr>
        <p:spPr bwMode="auto">
          <a:xfrm>
            <a:off x="7169150" y="5207412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6106" name="Line 30"/>
          <p:cNvSpPr>
            <a:spLocks noChangeShapeType="1"/>
          </p:cNvSpPr>
          <p:nvPr/>
        </p:nvSpPr>
        <p:spPr bwMode="auto">
          <a:xfrm>
            <a:off x="6864350" y="5436012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6107" name="Text Box 31"/>
          <p:cNvSpPr txBox="1">
            <a:spLocks noChangeArrowheads="1"/>
          </p:cNvSpPr>
          <p:nvPr/>
        </p:nvSpPr>
        <p:spPr bwMode="auto">
          <a:xfrm>
            <a:off x="7196138" y="5055012"/>
            <a:ext cx="9159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   y   z</a:t>
            </a:r>
          </a:p>
        </p:txBody>
      </p:sp>
      <p:sp>
        <p:nvSpPr>
          <p:cNvPr id="126109" name="Text Box 36"/>
          <p:cNvSpPr txBox="1">
            <a:spLocks noChangeArrowheads="1"/>
          </p:cNvSpPr>
          <p:nvPr/>
        </p:nvSpPr>
        <p:spPr bwMode="auto">
          <a:xfrm rot="-5400000">
            <a:off x="6408282" y="5756699"/>
            <a:ext cx="646113" cy="39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from</a:t>
            </a:r>
          </a:p>
        </p:txBody>
      </p:sp>
      <p:sp>
        <p:nvSpPr>
          <p:cNvPr id="126110" name="Text Box 37"/>
          <p:cNvSpPr txBox="1">
            <a:spLocks noChangeArrowheads="1"/>
          </p:cNvSpPr>
          <p:nvPr/>
        </p:nvSpPr>
        <p:spPr bwMode="auto">
          <a:xfrm>
            <a:off x="7207766" y="4787531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cost to</a:t>
            </a:r>
          </a:p>
        </p:txBody>
      </p:sp>
      <p:sp>
        <p:nvSpPr>
          <p:cNvPr id="126111" name="Text Box 101"/>
          <p:cNvSpPr txBox="1">
            <a:spLocks noChangeArrowheads="1"/>
          </p:cNvSpPr>
          <p:nvPr/>
        </p:nvSpPr>
        <p:spPr bwMode="auto">
          <a:xfrm>
            <a:off x="7114718" y="5755100"/>
            <a:ext cx="1121231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60  0   1</a:t>
            </a:r>
          </a:p>
        </p:txBody>
      </p:sp>
      <p:sp>
        <p:nvSpPr>
          <p:cNvPr id="126112" name="Text Box 102"/>
          <p:cNvSpPr txBox="1">
            <a:spLocks noChangeArrowheads="1"/>
          </p:cNvSpPr>
          <p:nvPr/>
        </p:nvSpPr>
        <p:spPr bwMode="auto">
          <a:xfrm>
            <a:off x="7123113" y="6051962"/>
            <a:ext cx="1092196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50  1   0</a:t>
            </a:r>
          </a:p>
        </p:txBody>
      </p:sp>
      <p:sp>
        <p:nvSpPr>
          <p:cNvPr id="126115" name="Text Box 6"/>
          <p:cNvSpPr txBox="1">
            <a:spLocks noChangeArrowheads="1"/>
          </p:cNvSpPr>
          <p:nvPr/>
        </p:nvSpPr>
        <p:spPr bwMode="auto">
          <a:xfrm>
            <a:off x="6877050" y="5424900"/>
            <a:ext cx="300038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x</a:t>
            </a:r>
          </a:p>
        </p:txBody>
      </p:sp>
      <p:sp>
        <p:nvSpPr>
          <p:cNvPr id="126116" name="Text Box 7"/>
          <p:cNvSpPr txBox="1">
            <a:spLocks noChangeArrowheads="1"/>
          </p:cNvSpPr>
          <p:nvPr/>
        </p:nvSpPr>
        <p:spPr bwMode="auto">
          <a:xfrm>
            <a:off x="6869113" y="5729700"/>
            <a:ext cx="300037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y</a:t>
            </a:r>
          </a:p>
        </p:txBody>
      </p:sp>
      <p:sp>
        <p:nvSpPr>
          <p:cNvPr id="126117" name="Text Box 8"/>
          <p:cNvSpPr txBox="1">
            <a:spLocks noChangeArrowheads="1"/>
          </p:cNvSpPr>
          <p:nvPr/>
        </p:nvSpPr>
        <p:spPr bwMode="auto">
          <a:xfrm>
            <a:off x="6870700" y="6034500"/>
            <a:ext cx="300038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z</a:t>
            </a:r>
          </a:p>
        </p:txBody>
      </p:sp>
      <p:sp>
        <p:nvSpPr>
          <p:cNvPr id="126118" name="Oval 166"/>
          <p:cNvSpPr>
            <a:spLocks noChangeArrowheads="1"/>
          </p:cNvSpPr>
          <p:nvPr/>
        </p:nvSpPr>
        <p:spPr bwMode="auto">
          <a:xfrm>
            <a:off x="7123113" y="3951700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126119" name="Oval 166"/>
          <p:cNvSpPr>
            <a:spLocks noChangeArrowheads="1"/>
          </p:cNvSpPr>
          <p:nvPr/>
        </p:nvSpPr>
        <p:spPr bwMode="auto">
          <a:xfrm>
            <a:off x="4966576" y="6082125"/>
            <a:ext cx="1114262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 sz="180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126121" name="Line 115"/>
          <p:cNvSpPr>
            <a:spLocks noChangeShapeType="1"/>
          </p:cNvSpPr>
          <p:nvPr/>
        </p:nvSpPr>
        <p:spPr bwMode="auto">
          <a:xfrm>
            <a:off x="6142039" y="2161001"/>
            <a:ext cx="809624" cy="162877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6122" name="Line 115"/>
          <p:cNvSpPr>
            <a:spLocks noChangeShapeType="1"/>
          </p:cNvSpPr>
          <p:nvPr/>
        </p:nvSpPr>
        <p:spPr bwMode="auto">
          <a:xfrm>
            <a:off x="6035674" y="2205450"/>
            <a:ext cx="931864" cy="3367087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6123" name="Line 115"/>
          <p:cNvSpPr>
            <a:spLocks noChangeShapeType="1"/>
          </p:cNvSpPr>
          <p:nvPr/>
        </p:nvSpPr>
        <p:spPr bwMode="auto">
          <a:xfrm flipV="1">
            <a:off x="6089650" y="4550182"/>
            <a:ext cx="862013" cy="1611314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6124" name="Line 115"/>
          <p:cNvSpPr>
            <a:spLocks noChangeShapeType="1"/>
          </p:cNvSpPr>
          <p:nvPr/>
        </p:nvSpPr>
        <p:spPr bwMode="auto">
          <a:xfrm flipV="1">
            <a:off x="5988050" y="2794411"/>
            <a:ext cx="1003300" cy="3298826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6125" name="Line 115"/>
          <p:cNvSpPr>
            <a:spLocks noChangeShapeType="1"/>
          </p:cNvSpPr>
          <p:nvPr/>
        </p:nvSpPr>
        <p:spPr bwMode="auto">
          <a:xfrm flipV="1">
            <a:off x="8158347" y="2445162"/>
            <a:ext cx="685395" cy="1560513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26126" name="Line 116"/>
          <p:cNvSpPr>
            <a:spLocks noChangeShapeType="1"/>
          </p:cNvSpPr>
          <p:nvPr/>
        </p:nvSpPr>
        <p:spPr bwMode="auto">
          <a:xfrm>
            <a:off x="8169274" y="4267612"/>
            <a:ext cx="674467" cy="160020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11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4.4 </a:t>
            </a:r>
            <a:r>
              <a:rPr lang="zh-CN" altLang="en-US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路由算法</a:t>
            </a: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距离向量算法</a:t>
            </a:r>
          </a:p>
        </p:txBody>
      </p:sp>
      <p:sp>
        <p:nvSpPr>
          <p:cNvPr id="2" name="矩形 1"/>
          <p:cNvSpPr/>
          <p:nvPr/>
        </p:nvSpPr>
        <p:spPr>
          <a:xfrm>
            <a:off x="217341" y="624876"/>
            <a:ext cx="2040549" cy="43088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rgbClr val="FF0000"/>
            </a:solidFill>
          </a:ln>
        </p:spPr>
        <p:txBody>
          <a:bodyPr wrap="square">
            <a:spAutoFit/>
          </a:bodyPr>
          <a:lstStyle/>
          <a:p>
            <a:r>
              <a:rPr lang="zh-CN" altLang="en-US" sz="22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毒性逆转示例</a:t>
            </a:r>
            <a:endParaRPr lang="zh-CN" altLang="en-US" sz="2200" dirty="0"/>
          </a:p>
        </p:txBody>
      </p:sp>
      <p:grpSp>
        <p:nvGrpSpPr>
          <p:cNvPr id="250" name="Group 4"/>
          <p:cNvGrpSpPr/>
          <p:nvPr/>
        </p:nvGrpSpPr>
        <p:grpSpPr bwMode="auto">
          <a:xfrm>
            <a:off x="7807935" y="521198"/>
            <a:ext cx="1261768" cy="906934"/>
            <a:chOff x="3805" y="858"/>
            <a:chExt cx="1376" cy="1012"/>
          </a:xfrm>
        </p:grpSpPr>
        <p:sp>
          <p:nvSpPr>
            <p:cNvPr id="251" name="Freeform 5"/>
            <p:cNvSpPr/>
            <p:nvPr/>
          </p:nvSpPr>
          <p:spPr bwMode="auto">
            <a:xfrm>
              <a:off x="3805" y="1002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 sz="1200">
                <a:solidFill>
                  <a:schemeClr val="bg1"/>
                </a:solidFill>
              </a:endParaRPr>
            </a:p>
          </p:txBody>
        </p:sp>
        <p:sp>
          <p:nvSpPr>
            <p:cNvPr id="252" name="Freeform 6"/>
            <p:cNvSpPr/>
            <p:nvPr/>
          </p:nvSpPr>
          <p:spPr bwMode="auto">
            <a:xfrm>
              <a:off x="4164" y="1266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 sz="1200">
                <a:solidFill>
                  <a:schemeClr val="bg1"/>
                </a:solidFill>
              </a:endParaRPr>
            </a:p>
          </p:txBody>
        </p:sp>
        <p:sp>
          <p:nvSpPr>
            <p:cNvPr id="253" name="Oval 7"/>
            <p:cNvSpPr>
              <a:spLocks noChangeArrowheads="1"/>
            </p:cNvSpPr>
            <p:nvPr/>
          </p:nvSpPr>
          <p:spPr bwMode="auto">
            <a:xfrm>
              <a:off x="3904" y="1502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2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254" name="Line 8"/>
            <p:cNvSpPr>
              <a:spLocks noChangeShapeType="1"/>
            </p:cNvSpPr>
            <p:nvPr/>
          </p:nvSpPr>
          <p:spPr bwMode="auto">
            <a:xfrm>
              <a:off x="3904" y="1495"/>
              <a:ext cx="1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200">
                <a:solidFill>
                  <a:schemeClr val="bg1"/>
                </a:solidFill>
              </a:endParaRPr>
            </a:p>
          </p:txBody>
        </p:sp>
        <p:sp>
          <p:nvSpPr>
            <p:cNvPr id="255" name="Line 9"/>
            <p:cNvSpPr>
              <a:spLocks noChangeShapeType="1"/>
            </p:cNvSpPr>
            <p:nvPr/>
          </p:nvSpPr>
          <p:spPr bwMode="auto">
            <a:xfrm>
              <a:off x="4217" y="1495"/>
              <a:ext cx="1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200">
                <a:solidFill>
                  <a:schemeClr val="bg1"/>
                </a:solidFill>
              </a:endParaRPr>
            </a:p>
          </p:txBody>
        </p:sp>
        <p:sp>
          <p:nvSpPr>
            <p:cNvPr id="256" name="Rectangle 10"/>
            <p:cNvSpPr>
              <a:spLocks noChangeArrowheads="1"/>
            </p:cNvSpPr>
            <p:nvPr/>
          </p:nvSpPr>
          <p:spPr bwMode="auto">
            <a:xfrm>
              <a:off x="3904" y="1495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2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257" name="Oval 11"/>
            <p:cNvSpPr>
              <a:spLocks noChangeArrowheads="1"/>
            </p:cNvSpPr>
            <p:nvPr/>
          </p:nvSpPr>
          <p:spPr bwMode="auto">
            <a:xfrm>
              <a:off x="3901" y="1436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 sz="1200">
                <a:solidFill>
                  <a:schemeClr val="bg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sp>
          <p:nvSpPr>
            <p:cNvPr id="258" name="Freeform 12"/>
            <p:cNvSpPr/>
            <p:nvPr/>
          </p:nvSpPr>
          <p:spPr bwMode="auto">
            <a:xfrm>
              <a:off x="4569" y="1266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 sz="1200">
                <a:solidFill>
                  <a:schemeClr val="bg1"/>
                </a:solidFill>
              </a:endParaRPr>
            </a:p>
          </p:txBody>
        </p:sp>
        <p:sp>
          <p:nvSpPr>
            <p:cNvPr id="259" name="Freeform 13"/>
            <p:cNvSpPr/>
            <p:nvPr/>
          </p:nvSpPr>
          <p:spPr bwMode="auto">
            <a:xfrm>
              <a:off x="4221" y="1530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 sz="1200">
                <a:solidFill>
                  <a:schemeClr val="bg1"/>
                </a:solidFill>
              </a:endParaRPr>
            </a:p>
          </p:txBody>
        </p:sp>
        <p:grpSp>
          <p:nvGrpSpPr>
            <p:cNvPr id="260" name="Group 14"/>
            <p:cNvGrpSpPr/>
            <p:nvPr/>
          </p:nvGrpSpPr>
          <p:grpSpPr bwMode="auto">
            <a:xfrm>
              <a:off x="3902" y="1341"/>
              <a:ext cx="285" cy="350"/>
              <a:chOff x="2912" y="2382"/>
              <a:chExt cx="290" cy="350"/>
            </a:xfrm>
          </p:grpSpPr>
          <p:sp>
            <p:nvSpPr>
              <p:cNvPr id="284" name="Rectangle 15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2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285" name="Text Box 16"/>
              <p:cNvSpPr txBox="1">
                <a:spLocks noChangeArrowheads="1"/>
              </p:cNvSpPr>
              <p:nvPr/>
            </p:nvSpPr>
            <p:spPr bwMode="auto">
              <a:xfrm>
                <a:off x="2912" y="2382"/>
                <a:ext cx="290" cy="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None/>
                </a:pPr>
                <a:r>
                  <a:rPr lang="en-US" altLang="zh-CN" sz="12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rPr>
                  <a:t>x</a:t>
                </a:r>
              </a:p>
            </p:txBody>
          </p:sp>
        </p:grpSp>
        <p:grpSp>
          <p:nvGrpSpPr>
            <p:cNvPr id="261" name="Group 17"/>
            <p:cNvGrpSpPr/>
            <p:nvPr/>
          </p:nvGrpSpPr>
          <p:grpSpPr bwMode="auto">
            <a:xfrm>
              <a:off x="4746" y="1360"/>
              <a:ext cx="316" cy="350"/>
              <a:chOff x="1740" y="2266"/>
              <a:chExt cx="316" cy="350"/>
            </a:xfrm>
          </p:grpSpPr>
          <p:sp>
            <p:nvSpPr>
              <p:cNvPr id="276" name="Oval 18"/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2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277" name="Line 19"/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200">
                  <a:solidFill>
                    <a:schemeClr val="bg1"/>
                  </a:solidFill>
                </a:endParaRPr>
              </a:p>
            </p:txBody>
          </p:sp>
          <p:sp>
            <p:nvSpPr>
              <p:cNvPr id="278" name="Line 20"/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200">
                  <a:solidFill>
                    <a:schemeClr val="bg1"/>
                  </a:solidFill>
                </a:endParaRPr>
              </a:p>
            </p:txBody>
          </p:sp>
          <p:sp>
            <p:nvSpPr>
              <p:cNvPr id="279" name="Rectangle 21"/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2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280" name="Oval 22"/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2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grpSp>
            <p:nvGrpSpPr>
              <p:cNvPr id="281" name="Group 23"/>
              <p:cNvGrpSpPr/>
              <p:nvPr/>
            </p:nvGrpSpPr>
            <p:grpSpPr bwMode="auto">
              <a:xfrm>
                <a:off x="1764" y="2266"/>
                <a:ext cx="286" cy="350"/>
                <a:chOff x="2896" y="2389"/>
                <a:chExt cx="288" cy="350"/>
              </a:xfrm>
            </p:grpSpPr>
            <p:sp>
              <p:nvSpPr>
                <p:cNvPr id="282" name="Rectangle 24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Char char="¾"/>
                  </a:pPr>
                  <a:endParaRPr lang="zh-CN" altLang="en-US" sz="12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endParaRPr>
                </a:p>
              </p:txBody>
            </p:sp>
            <p:sp>
              <p:nvSpPr>
                <p:cNvPr id="283" name="Text Box 25"/>
                <p:cNvSpPr txBox="1">
                  <a:spLocks noChangeArrowheads="1"/>
                </p:cNvSpPr>
                <p:nvPr/>
              </p:nvSpPr>
              <p:spPr bwMode="auto">
                <a:xfrm>
                  <a:off x="2896" y="2389"/>
                  <a:ext cx="288" cy="3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None/>
                  </a:pPr>
                  <a:r>
                    <a:rPr lang="en-US" altLang="zh-CN" sz="1200">
                      <a:solidFill>
                        <a:schemeClr val="bg1"/>
                      </a:solidFill>
                      <a:latin typeface="Arial Unicode MS" panose="020B0604020202020204" pitchFamily="34" charset="-122"/>
                      <a:ea typeface="Arial Unicode MS" panose="020B0604020202020204" pitchFamily="34" charset="-122"/>
                      <a:cs typeface="Arial Unicode MS" panose="020B0604020202020204" pitchFamily="34" charset="-122"/>
                    </a:rPr>
                    <a:t>z</a:t>
                  </a:r>
                </a:p>
              </p:txBody>
            </p:sp>
          </p:grpSp>
        </p:grpSp>
        <p:sp>
          <p:nvSpPr>
            <p:cNvPr id="262" name="Text Box 26"/>
            <p:cNvSpPr txBox="1">
              <a:spLocks noChangeArrowheads="1"/>
            </p:cNvSpPr>
            <p:nvPr/>
          </p:nvSpPr>
          <p:spPr bwMode="auto">
            <a:xfrm>
              <a:off x="4591" y="1190"/>
              <a:ext cx="294" cy="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2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1</a:t>
              </a:r>
            </a:p>
          </p:txBody>
        </p:sp>
        <p:sp>
          <p:nvSpPr>
            <p:cNvPr id="263" name="Text Box 27"/>
            <p:cNvSpPr txBox="1">
              <a:spLocks noChangeArrowheads="1"/>
            </p:cNvSpPr>
            <p:nvPr/>
          </p:nvSpPr>
          <p:spPr bwMode="auto">
            <a:xfrm>
              <a:off x="4064" y="1187"/>
              <a:ext cx="294" cy="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2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2</a:t>
              </a:r>
            </a:p>
          </p:txBody>
        </p:sp>
        <p:sp>
          <p:nvSpPr>
            <p:cNvPr id="264" name="Text Box 28"/>
            <p:cNvSpPr txBox="1">
              <a:spLocks noChangeArrowheads="1"/>
            </p:cNvSpPr>
            <p:nvPr/>
          </p:nvSpPr>
          <p:spPr bwMode="auto">
            <a:xfrm>
              <a:off x="4304" y="1520"/>
              <a:ext cx="387" cy="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200" dirty="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50</a:t>
              </a:r>
            </a:p>
          </p:txBody>
        </p:sp>
        <p:grpSp>
          <p:nvGrpSpPr>
            <p:cNvPr id="265" name="Group 29"/>
            <p:cNvGrpSpPr/>
            <p:nvPr/>
          </p:nvGrpSpPr>
          <p:grpSpPr bwMode="auto">
            <a:xfrm>
              <a:off x="4326" y="1026"/>
              <a:ext cx="316" cy="350"/>
              <a:chOff x="1740" y="2256"/>
              <a:chExt cx="316" cy="350"/>
            </a:xfrm>
          </p:grpSpPr>
          <p:sp>
            <p:nvSpPr>
              <p:cNvPr id="268" name="Oval 30"/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2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269" name="Line 31"/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200">
                  <a:solidFill>
                    <a:schemeClr val="bg1"/>
                  </a:solidFill>
                </a:endParaRPr>
              </a:p>
            </p:txBody>
          </p:sp>
          <p:sp>
            <p:nvSpPr>
              <p:cNvPr id="270" name="Line 32"/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200">
                  <a:solidFill>
                    <a:schemeClr val="bg1"/>
                  </a:solidFill>
                </a:endParaRPr>
              </a:p>
            </p:txBody>
          </p:sp>
          <p:sp>
            <p:nvSpPr>
              <p:cNvPr id="271" name="Rectangle 33"/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2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sp>
            <p:nvSpPr>
              <p:cNvPr id="272" name="Oval 34"/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3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4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 sz="1200">
                  <a:solidFill>
                    <a:schemeClr val="bg1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endParaRPr>
              </a:p>
            </p:txBody>
          </p:sp>
          <p:grpSp>
            <p:nvGrpSpPr>
              <p:cNvPr id="273" name="Group 35"/>
              <p:cNvGrpSpPr/>
              <p:nvPr/>
            </p:nvGrpSpPr>
            <p:grpSpPr bwMode="auto">
              <a:xfrm>
                <a:off x="1750" y="2256"/>
                <a:ext cx="285" cy="350"/>
                <a:chOff x="2912" y="2379"/>
                <a:chExt cx="290" cy="350"/>
              </a:xfrm>
            </p:grpSpPr>
            <p:sp>
              <p:nvSpPr>
                <p:cNvPr id="274" name="Rectangle 36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Char char="¾"/>
                  </a:pPr>
                  <a:endParaRPr lang="zh-CN" altLang="en-US" sz="1200">
                    <a:solidFill>
                      <a:schemeClr val="bg1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endParaRPr>
                </a:p>
              </p:txBody>
            </p:sp>
            <p:sp>
              <p:nvSpPr>
                <p:cNvPr id="275" name="Text Box 37"/>
                <p:cNvSpPr txBox="1">
                  <a:spLocks noChangeArrowheads="1"/>
                </p:cNvSpPr>
                <p:nvPr/>
              </p:nvSpPr>
              <p:spPr bwMode="auto">
                <a:xfrm>
                  <a:off x="2912" y="2379"/>
                  <a:ext cx="290" cy="3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Blip>
                      <a:blip r:embed="rId3"/>
                    </a:buBlip>
                    <a:defRPr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Blip>
                      <a:blip r:embed="rId4"/>
                    </a:buBlip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Font typeface="Times New Roman" panose="02020603050405020304" pitchFamily="18" charset="0"/>
                    <a:buChar char="•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굴림" panose="020B0600000101010101" pitchFamily="34" charset="-127"/>
                    </a:defRPr>
                  </a:lvl9pPr>
                </a:lstStyle>
                <a:p>
                  <a:pPr algn="ctr" eaLnBrk="1" hangingPunct="1">
                    <a:lnSpc>
                      <a:spcPct val="120000"/>
                    </a:lnSpc>
                    <a:spcBef>
                      <a:spcPct val="10000"/>
                    </a:spcBef>
                    <a:buClr>
                      <a:schemeClr val="tx1"/>
                    </a:buClr>
                    <a:buFont typeface="Symbol" panose="05050102010706020507" pitchFamily="18" charset="2"/>
                    <a:buNone/>
                  </a:pPr>
                  <a:r>
                    <a:rPr lang="en-US" altLang="zh-CN" sz="1200">
                      <a:solidFill>
                        <a:schemeClr val="bg1"/>
                      </a:solidFill>
                      <a:latin typeface="Arial Unicode MS" panose="020B0604020202020204" pitchFamily="34" charset="-122"/>
                      <a:ea typeface="Arial Unicode MS" panose="020B0604020202020204" pitchFamily="34" charset="-122"/>
                      <a:cs typeface="Arial Unicode MS" panose="020B0604020202020204" pitchFamily="34" charset="-122"/>
                    </a:rPr>
                    <a:t>y</a:t>
                  </a:r>
                </a:p>
              </p:txBody>
            </p:sp>
          </p:grpSp>
        </p:grpSp>
        <p:sp>
          <p:nvSpPr>
            <p:cNvPr id="266" name="Text Box 38"/>
            <p:cNvSpPr txBox="1">
              <a:spLocks noChangeArrowheads="1"/>
            </p:cNvSpPr>
            <p:nvPr/>
          </p:nvSpPr>
          <p:spPr bwMode="auto">
            <a:xfrm>
              <a:off x="3965" y="858"/>
              <a:ext cx="387" cy="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3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4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None/>
              </a:pPr>
              <a:r>
                <a:rPr lang="en-US" altLang="zh-CN" sz="1200" dirty="0">
                  <a:solidFill>
                    <a:srgbClr val="FF0000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60</a:t>
              </a:r>
            </a:p>
          </p:txBody>
        </p:sp>
        <p:sp>
          <p:nvSpPr>
            <p:cNvPr id="267" name="Line 39"/>
            <p:cNvSpPr>
              <a:spLocks noChangeShapeType="1"/>
            </p:cNvSpPr>
            <p:nvPr/>
          </p:nvSpPr>
          <p:spPr bwMode="auto">
            <a:xfrm flipH="1" flipV="1">
              <a:off x="4168" y="1095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200">
                <a:solidFill>
                  <a:schemeClr val="bg1"/>
                </a:solidFill>
              </a:endParaRPr>
            </a:p>
          </p:txBody>
        </p:sp>
      </p:grpSp>
      <p:sp>
        <p:nvSpPr>
          <p:cNvPr id="212" name="Text Box 101">
            <a:extLst>
              <a:ext uri="{FF2B5EF4-FFF2-40B4-BE49-F238E27FC236}">
                <a16:creationId xmlns:a16="http://schemas.microsoft.com/office/drawing/2014/main" id="{D619BDD7-8433-453D-8176-96CD351C92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1074" y="1909381"/>
            <a:ext cx="10017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0   2   3</a:t>
            </a:r>
          </a:p>
        </p:txBody>
      </p:sp>
      <p:sp>
        <p:nvSpPr>
          <p:cNvPr id="213" name="Text Box 101">
            <a:extLst>
              <a:ext uri="{FF2B5EF4-FFF2-40B4-BE49-F238E27FC236}">
                <a16:creationId xmlns:a16="http://schemas.microsoft.com/office/drawing/2014/main" id="{9DA4CF32-5E37-4954-9579-675DCE0E34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3665" y="5488399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0   2   3</a:t>
            </a:r>
          </a:p>
        </p:txBody>
      </p:sp>
      <p:sp>
        <p:nvSpPr>
          <p:cNvPr id="214" name="Text Box 101">
            <a:extLst>
              <a:ext uri="{FF2B5EF4-FFF2-40B4-BE49-F238E27FC236}">
                <a16:creationId xmlns:a16="http://schemas.microsoft.com/office/drawing/2014/main" id="{15C68FBA-CCC6-4A16-929C-CB63A09A21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6156" y="3674300"/>
            <a:ext cx="952504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0   2   </a:t>
            </a:r>
            <a:r>
              <a:rPr lang="en-US" altLang="zh-CN" b="1" dirty="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  <a:endParaRPr lang="en-US" altLang="zh-CN" sz="1800" dirty="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215" name="Text Box 101">
            <a:extLst>
              <a:ext uri="{FF2B5EF4-FFF2-40B4-BE49-F238E27FC236}">
                <a16:creationId xmlns:a16="http://schemas.microsoft.com/office/drawing/2014/main" id="{E615B40B-B643-4DD2-9216-2A14337864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1175" y="1909380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0   2   3</a:t>
            </a:r>
          </a:p>
        </p:txBody>
      </p:sp>
      <p:sp>
        <p:nvSpPr>
          <p:cNvPr id="216" name="Text Box 101">
            <a:extLst>
              <a:ext uri="{FF2B5EF4-FFF2-40B4-BE49-F238E27FC236}">
                <a16:creationId xmlns:a16="http://schemas.microsoft.com/office/drawing/2014/main" id="{F3F56984-4AC5-40DB-B4DB-266665CC6E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6569" y="5491672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0   2   3</a:t>
            </a:r>
          </a:p>
        </p:txBody>
      </p:sp>
      <p:sp>
        <p:nvSpPr>
          <p:cNvPr id="219" name="Text Box 101">
            <a:extLst>
              <a:ext uri="{FF2B5EF4-FFF2-40B4-BE49-F238E27FC236}">
                <a16:creationId xmlns:a16="http://schemas.microsoft.com/office/drawing/2014/main" id="{D8036E91-8B06-4EBF-9819-DE0495EA37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2759" y="3660905"/>
            <a:ext cx="952504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0   2   </a:t>
            </a:r>
            <a:r>
              <a:rPr lang="en-US" altLang="zh-CN" b="1" dirty="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  <a:endParaRPr lang="en-US" altLang="zh-CN" sz="1800" dirty="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220" name="Text Box 101">
            <a:extLst>
              <a:ext uri="{FF2B5EF4-FFF2-40B4-BE49-F238E27FC236}">
                <a16:creationId xmlns:a16="http://schemas.microsoft.com/office/drawing/2014/main" id="{34BE6ADF-7677-44A3-B5C0-9E56849689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33164" y="3636178"/>
            <a:ext cx="952504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0   2   </a:t>
            </a:r>
            <a:r>
              <a:rPr lang="en-US" altLang="zh-CN" b="1" dirty="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∞</a:t>
            </a:r>
            <a:endParaRPr lang="en-US" altLang="zh-CN" sz="1800" dirty="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221" name="Text Box 101">
            <a:extLst>
              <a:ext uri="{FF2B5EF4-FFF2-40B4-BE49-F238E27FC236}">
                <a16:creationId xmlns:a16="http://schemas.microsoft.com/office/drawing/2014/main" id="{D2A4010F-1FE1-4636-84A1-AD248E0042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58569" y="5478874"/>
            <a:ext cx="954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0   2   3</a:t>
            </a:r>
          </a:p>
        </p:txBody>
      </p:sp>
      <p:sp>
        <p:nvSpPr>
          <p:cNvPr id="222" name="Text Box 101">
            <a:extLst>
              <a:ext uri="{FF2B5EF4-FFF2-40B4-BE49-F238E27FC236}">
                <a16:creationId xmlns:a16="http://schemas.microsoft.com/office/drawing/2014/main" id="{4F839CEA-F02C-4F65-BBB1-17DB5D9073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9150" y="1872076"/>
            <a:ext cx="1082348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0  51  50</a:t>
            </a:r>
          </a:p>
        </p:txBody>
      </p:sp>
      <p:sp>
        <p:nvSpPr>
          <p:cNvPr id="223" name="Text Box 101">
            <a:extLst>
              <a:ext uri="{FF2B5EF4-FFF2-40B4-BE49-F238E27FC236}">
                <a16:creationId xmlns:a16="http://schemas.microsoft.com/office/drawing/2014/main" id="{8A6EDC10-8890-4B28-8198-D20E4634E8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47471" y="1860187"/>
            <a:ext cx="1085672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</a:t>
            </a:r>
            <a:r>
              <a:rPr lang="en-US" altLang="zh-CN" dirty="0">
                <a:solidFill>
                  <a:srgbClr val="FF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51  50</a:t>
            </a:r>
          </a:p>
        </p:txBody>
      </p:sp>
      <p:sp>
        <p:nvSpPr>
          <p:cNvPr id="224" name="Text Box 101">
            <a:extLst>
              <a:ext uri="{FF2B5EF4-FFF2-40B4-BE49-F238E27FC236}">
                <a16:creationId xmlns:a16="http://schemas.microsoft.com/office/drawing/2014/main" id="{AA15A70E-F2D7-49B8-BF23-E33CB3DC98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55188" y="3636178"/>
            <a:ext cx="1082349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</a:t>
            </a:r>
            <a:r>
              <a:rPr lang="en-US" altLang="zh-CN" sz="1800" dirty="0">
                <a:solidFill>
                  <a:srgbClr val="00B05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51  50</a:t>
            </a:r>
          </a:p>
        </p:txBody>
      </p:sp>
      <p:sp>
        <p:nvSpPr>
          <p:cNvPr id="226" name="Text Box 101">
            <a:extLst>
              <a:ext uri="{FF2B5EF4-FFF2-40B4-BE49-F238E27FC236}">
                <a16:creationId xmlns:a16="http://schemas.microsoft.com/office/drawing/2014/main" id="{B9589154-D2A6-4E95-8F31-53582C5938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53603" y="5451883"/>
            <a:ext cx="1082348" cy="397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None/>
            </a:pP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0  </a:t>
            </a:r>
            <a:r>
              <a:rPr lang="en-US" altLang="zh-CN" sz="1800" dirty="0">
                <a:solidFill>
                  <a:srgbClr val="00B05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51  50</a:t>
            </a: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1" name="Rectangle 2"/>
          <p:cNvSpPr>
            <a:spLocks noGrp="1" noChangeArrowheads="1"/>
          </p:cNvSpPr>
          <p:nvPr>
            <p:ph type="title"/>
          </p:nvPr>
        </p:nvSpPr>
        <p:spPr>
          <a:xfrm>
            <a:off x="393700" y="609600"/>
            <a:ext cx="8286750" cy="725487"/>
          </a:xfrm>
        </p:spPr>
        <p:txBody>
          <a:bodyPr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互联网的层次化路由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30054" name="Rectangle 5"/>
          <p:cNvSpPr>
            <a:spLocks noChangeArrowheads="1"/>
          </p:cNvSpPr>
          <p:nvPr/>
        </p:nvSpPr>
        <p:spPr bwMode="auto">
          <a:xfrm>
            <a:off x="463550" y="1511742"/>
            <a:ext cx="8216900" cy="378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ts val="3500"/>
              </a:lnSpc>
              <a:spcBef>
                <a:spcPts val="600"/>
              </a:spcBef>
            </a:pPr>
            <a:r>
              <a:rPr kumimoji="0" lang="zh-CN" altLang="en-US" sz="2400" dirty="0">
                <a:cs typeface="Times New Roman" panose="02020603050405020304" pitchFamily="18" charset="0"/>
              </a:rPr>
              <a:t>扩展性问题</a:t>
            </a:r>
            <a:endParaRPr kumimoji="0" lang="en-US" altLang="zh-CN" sz="2400" dirty="0">
              <a:cs typeface="Times New Roman" panose="02020603050405020304" pitchFamily="18" charset="0"/>
            </a:endParaRPr>
          </a:p>
          <a:p>
            <a:pPr lvl="1">
              <a:lnSpc>
                <a:spcPts val="3500"/>
              </a:lnSpc>
              <a:spcBef>
                <a:spcPts val="600"/>
              </a:spcBef>
            </a:pPr>
            <a:r>
              <a:rPr lang="en-US" altLang="zh-CN" sz="2200" dirty="0">
                <a:cs typeface="Times New Roman" panose="02020603050405020304" pitchFamily="18" charset="0"/>
              </a:rPr>
              <a:t>2</a:t>
            </a:r>
            <a:r>
              <a:rPr lang="en-US" altLang="zh-CN" sz="2200" baseline="30000" dirty="0">
                <a:cs typeface="Times New Roman" panose="02020603050405020304" pitchFamily="18" charset="0"/>
              </a:rPr>
              <a:t>7</a:t>
            </a:r>
            <a:r>
              <a:rPr lang="en-US" altLang="zh-CN" sz="2200" dirty="0">
                <a:cs typeface="Times New Roman" panose="02020603050405020304" pitchFamily="18" charset="0"/>
              </a:rPr>
              <a:t>+2</a:t>
            </a:r>
            <a:r>
              <a:rPr lang="en-US" altLang="zh-CN" sz="2200" baseline="30000" dirty="0">
                <a:cs typeface="Times New Roman" panose="02020603050405020304" pitchFamily="18" charset="0"/>
              </a:rPr>
              <a:t>14</a:t>
            </a:r>
            <a:r>
              <a:rPr lang="en-US" altLang="zh-CN" sz="2200" dirty="0">
                <a:cs typeface="Times New Roman" panose="02020603050405020304" pitchFamily="18" charset="0"/>
              </a:rPr>
              <a:t>+2</a:t>
            </a:r>
            <a:r>
              <a:rPr lang="en-US" altLang="zh-CN" sz="2200" baseline="30000" dirty="0">
                <a:cs typeface="Times New Roman" panose="02020603050405020304" pitchFamily="18" charset="0"/>
              </a:rPr>
              <a:t>21</a:t>
            </a:r>
            <a:r>
              <a:rPr lang="en-US" altLang="zh-CN" sz="2200" dirty="0">
                <a:cs typeface="Times New Roman" panose="02020603050405020304" pitchFamily="18" charset="0"/>
              </a:rPr>
              <a:t> ≈ 200</a:t>
            </a:r>
            <a:r>
              <a:rPr lang="zh-CN" altLang="en-US" sz="2200" dirty="0">
                <a:cs typeface="Times New Roman" panose="02020603050405020304" pitchFamily="18" charset="0"/>
              </a:rPr>
              <a:t>万个目的网络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lvl="1">
              <a:lnSpc>
                <a:spcPts val="3500"/>
              </a:lnSpc>
              <a:spcBef>
                <a:spcPts val="600"/>
              </a:spcBef>
            </a:pPr>
            <a:r>
              <a:rPr lang="zh-CN" altLang="en-US" sz="2200" dirty="0">
                <a:cs typeface="Times New Roman" panose="02020603050405020304" pitchFamily="18" charset="0"/>
              </a:rPr>
              <a:t>路由表庞大，存储、查找困难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lvl="1">
              <a:lnSpc>
                <a:spcPts val="3500"/>
              </a:lnSpc>
              <a:spcBef>
                <a:spcPts val="600"/>
              </a:spcBef>
            </a:pPr>
            <a:r>
              <a:rPr lang="zh-CN" altLang="en-US" sz="2200" dirty="0">
                <a:cs typeface="Times New Roman" panose="02020603050405020304" pitchFamily="18" charset="0"/>
              </a:rPr>
              <a:t>路由信息交互量大，额外开销高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>
              <a:lnSpc>
                <a:spcPts val="3500"/>
              </a:lnSpc>
              <a:spcBef>
                <a:spcPts val="1200"/>
              </a:spcBef>
            </a:pPr>
            <a:r>
              <a:rPr lang="zh-CN" altLang="en-US" sz="2400" dirty="0">
                <a:cs typeface="Times New Roman" panose="02020603050405020304" pitchFamily="18" charset="0"/>
              </a:rPr>
              <a:t>管理的自治问题</a:t>
            </a:r>
            <a:endParaRPr lang="en-US" altLang="zh-CN" sz="2400" dirty="0">
              <a:cs typeface="Times New Roman" panose="02020603050405020304" pitchFamily="18" charset="0"/>
            </a:endParaRPr>
          </a:p>
          <a:p>
            <a:pPr lvl="1">
              <a:lnSpc>
                <a:spcPts val="3500"/>
              </a:lnSpc>
              <a:spcBef>
                <a:spcPts val="600"/>
              </a:spcBef>
            </a:pPr>
            <a:r>
              <a:rPr lang="zh-CN" altLang="en-US" sz="2200" dirty="0">
                <a:cs typeface="Times New Roman" panose="02020603050405020304" pitchFamily="18" charset="0"/>
              </a:rPr>
              <a:t>互联网由大量的自治域构成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lvl="1">
              <a:lnSpc>
                <a:spcPts val="3500"/>
              </a:lnSpc>
              <a:spcBef>
                <a:spcPts val="600"/>
              </a:spcBef>
            </a:pPr>
            <a:r>
              <a:rPr lang="zh-CN" altLang="en-US" sz="2200" dirty="0">
                <a:cs typeface="Times New Roman" panose="02020603050405020304" pitchFamily="18" charset="0"/>
              </a:rPr>
              <a:t>每个自治域独立管理，每个自治域可能运行不同的路由协议</a:t>
            </a:r>
            <a:endParaRPr lang="en-US" altLang="zh-CN" sz="2200" dirty="0">
              <a:cs typeface="Times New Roman" panose="02020603050405020304" pitchFamily="18" charset="0"/>
            </a:endParaRPr>
          </a:p>
        </p:txBody>
      </p:sp>
      <p:sp>
        <p:nvSpPr>
          <p:cNvPr id="8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</a:p>
        </p:txBody>
      </p:sp>
      <p:sp>
        <p:nvSpPr>
          <p:cNvPr id="4" name="右箭头 3"/>
          <p:cNvSpPr/>
          <p:nvPr/>
        </p:nvSpPr>
        <p:spPr>
          <a:xfrm>
            <a:off x="995363" y="5675118"/>
            <a:ext cx="523124" cy="276726"/>
          </a:xfrm>
          <a:prstGeom prst="rightArrow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" name="文本框 4"/>
          <p:cNvSpPr txBox="1"/>
          <p:nvPr/>
        </p:nvSpPr>
        <p:spPr>
          <a:xfrm>
            <a:off x="1518486" y="5552794"/>
            <a:ext cx="608881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层次化路由：自治域内路由和自治域间路由</a:t>
            </a: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1" name="Rectangle 2"/>
          <p:cNvSpPr>
            <a:spLocks noGrp="1" noChangeArrowheads="1"/>
          </p:cNvSpPr>
          <p:nvPr>
            <p:ph type="title"/>
          </p:nvPr>
        </p:nvSpPr>
        <p:spPr>
          <a:xfrm>
            <a:off x="406400" y="609600"/>
            <a:ext cx="8285716" cy="725487"/>
          </a:xfrm>
        </p:spPr>
        <p:txBody>
          <a:bodyPr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互联网的层次化路由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30054" name="Rectangle 5"/>
          <p:cNvSpPr>
            <a:spLocks noChangeArrowheads="1"/>
          </p:cNvSpPr>
          <p:nvPr/>
        </p:nvSpPr>
        <p:spPr bwMode="auto">
          <a:xfrm>
            <a:off x="508000" y="1399036"/>
            <a:ext cx="8184116" cy="49763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ts val="3500"/>
              </a:lnSpc>
              <a:spcBef>
                <a:spcPts val="600"/>
              </a:spcBef>
            </a:pPr>
            <a:r>
              <a:rPr kumimoji="0" lang="zh-CN" altLang="en-US" sz="2400" dirty="0">
                <a:cs typeface="Times New Roman" panose="02020603050405020304" pitchFamily="18" charset="0"/>
              </a:rPr>
              <a:t>自治域内路由</a:t>
            </a:r>
            <a:endParaRPr kumimoji="0" lang="en-US" altLang="zh-CN" sz="2400" dirty="0">
              <a:cs typeface="Times New Roman" panose="02020603050405020304" pitchFamily="18" charset="0"/>
            </a:endParaRPr>
          </a:p>
          <a:p>
            <a:pPr lvl="1">
              <a:lnSpc>
                <a:spcPts val="3500"/>
              </a:lnSpc>
              <a:spcBef>
                <a:spcPts val="600"/>
              </a:spcBef>
            </a:pPr>
            <a:r>
              <a:rPr lang="zh-CN" altLang="en-US" sz="2200" dirty="0">
                <a:cs typeface="Times New Roman" panose="02020603050405020304" pitchFamily="18" charset="0"/>
              </a:rPr>
              <a:t>同一自治域中的所有路由器运行相同的域内路由协议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lvl="1">
              <a:lnSpc>
                <a:spcPts val="3500"/>
              </a:lnSpc>
              <a:spcBef>
                <a:spcPts val="600"/>
              </a:spcBef>
            </a:pPr>
            <a:r>
              <a:rPr lang="zh-CN" altLang="en-US" sz="2200" dirty="0">
                <a:cs typeface="Times New Roman" panose="02020603050405020304" pitchFamily="18" charset="0"/>
              </a:rPr>
              <a:t>不同自治域的路由器可以运行不同的域内路由协议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lvl="1">
              <a:lnSpc>
                <a:spcPts val="3500"/>
              </a:lnSpc>
              <a:spcBef>
                <a:spcPts val="600"/>
              </a:spcBef>
            </a:pPr>
            <a:r>
              <a:rPr lang="zh-CN" altLang="en-US" sz="2200" b="1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网关路由器（或边界路由器）</a:t>
            </a:r>
            <a:r>
              <a:rPr lang="zh-CN" altLang="en-US" sz="2200" dirty="0">
                <a:cs typeface="Times New Roman" panose="02020603050405020304" pitchFamily="18" charset="0"/>
              </a:rPr>
              <a:t>：与其他自治域的路由器相连接的路由器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>
              <a:lnSpc>
                <a:spcPts val="3500"/>
              </a:lnSpc>
              <a:spcBef>
                <a:spcPts val="1200"/>
              </a:spcBef>
            </a:pPr>
            <a:r>
              <a:rPr lang="zh-CN" altLang="en-US" sz="2400" dirty="0">
                <a:cs typeface="Times New Roman" panose="02020603050405020304" pitchFamily="18" charset="0"/>
              </a:rPr>
              <a:t>自治域间路由</a:t>
            </a:r>
            <a:endParaRPr lang="en-US" altLang="zh-CN" sz="2400" dirty="0">
              <a:cs typeface="Times New Roman" panose="02020603050405020304" pitchFamily="18" charset="0"/>
            </a:endParaRPr>
          </a:p>
          <a:p>
            <a:pPr lvl="1">
              <a:lnSpc>
                <a:spcPts val="3500"/>
              </a:lnSpc>
              <a:spcBef>
                <a:spcPts val="600"/>
              </a:spcBef>
            </a:pPr>
            <a:r>
              <a:rPr lang="zh-CN" altLang="en-US" sz="2200" dirty="0">
                <a:cs typeface="Times New Roman" panose="02020603050405020304" pitchFamily="18" charset="0"/>
              </a:rPr>
              <a:t>不同自治域的</a:t>
            </a:r>
            <a:r>
              <a:rPr lang="zh-CN" altLang="en-US" sz="2200" b="1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网关路由器（或边界路由器）</a:t>
            </a:r>
            <a:r>
              <a:rPr lang="zh-CN" altLang="en-US" sz="2200" dirty="0">
                <a:cs typeface="Times New Roman" panose="02020603050405020304" pitchFamily="18" charset="0"/>
              </a:rPr>
              <a:t>之间运行的路由协议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lvl="1">
              <a:lnSpc>
                <a:spcPts val="3500"/>
              </a:lnSpc>
              <a:spcBef>
                <a:spcPts val="600"/>
              </a:spcBef>
            </a:pPr>
            <a:r>
              <a:rPr lang="zh-CN" altLang="en-US" sz="2200" b="1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网关路由器：</a:t>
            </a:r>
            <a:r>
              <a:rPr lang="zh-CN" altLang="en-US" sz="2200" dirty="0">
                <a:cs typeface="Times New Roman" panose="02020603050405020304" pitchFamily="18" charset="0"/>
              </a:rPr>
              <a:t>既执行自治域内的路由协议，也执行自治域之间的路由协议</a:t>
            </a:r>
            <a:endParaRPr lang="en-US" altLang="zh-CN" sz="2200" dirty="0">
              <a:cs typeface="Times New Roman" panose="02020603050405020304" pitchFamily="18" charset="0"/>
            </a:endParaRPr>
          </a:p>
        </p:txBody>
      </p:sp>
      <p:sp>
        <p:nvSpPr>
          <p:cNvPr id="8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5171" name="Picture 3" descr="gaterout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01964" y="3905250"/>
            <a:ext cx="4244975" cy="2355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5172" name="Text Box 4"/>
          <p:cNvSpPr txBox="1">
            <a:spLocks noChangeArrowheads="1"/>
          </p:cNvSpPr>
          <p:nvPr/>
        </p:nvSpPr>
        <p:spPr bwMode="auto">
          <a:xfrm>
            <a:off x="492768" y="1397000"/>
            <a:ext cx="655328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450850" indent="-27178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marL="268605" indent="-268605">
              <a:defRPr/>
            </a:pPr>
            <a:r>
              <a:rPr lang="zh-CN" altLang="en-US" sz="2400" dirty="0"/>
              <a:t>路由表由自治域内和自治域间的路由算法产生</a:t>
            </a:r>
            <a:endParaRPr lang="en-US" altLang="zh-CN" sz="2400" dirty="0"/>
          </a:p>
        </p:txBody>
      </p:sp>
      <p:sp>
        <p:nvSpPr>
          <p:cNvPr id="135173" name="Text Box 5"/>
          <p:cNvSpPr txBox="1">
            <a:spLocks noChangeArrowheads="1"/>
          </p:cNvSpPr>
          <p:nvPr/>
        </p:nvSpPr>
        <p:spPr bwMode="auto">
          <a:xfrm>
            <a:off x="2328036" y="4403725"/>
            <a:ext cx="1875590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kumimoji="0" lang="zh-CN" altLang="en-US" sz="1800" dirty="0">
                <a:cs typeface="Times New Roman" panose="02020603050405020304" pitchFamily="18" charset="0"/>
              </a:rPr>
              <a:t>网关路由器</a:t>
            </a:r>
            <a:r>
              <a:rPr kumimoji="0" lang="en-US" altLang="zh-CN" sz="1800" dirty="0" err="1">
                <a:cs typeface="Times New Roman" panose="02020603050405020304" pitchFamily="18" charset="0"/>
              </a:rPr>
              <a:t>A.c</a:t>
            </a:r>
            <a:r>
              <a:rPr kumimoji="0" lang="zh-CN" altLang="en-US" sz="1800" dirty="0">
                <a:cs typeface="Times New Roman" panose="02020603050405020304" pitchFamily="18" charset="0"/>
              </a:rPr>
              <a:t>中的自治域内和自治域间路由</a:t>
            </a:r>
            <a:endParaRPr kumimoji="0" lang="en-US" altLang="zh-CN" sz="1800" dirty="0">
              <a:cs typeface="Times New Roman" panose="02020603050405020304" pitchFamily="18" charset="0"/>
            </a:endParaRPr>
          </a:p>
        </p:txBody>
      </p:sp>
      <p:sp>
        <p:nvSpPr>
          <p:cNvPr id="135180" name="Freeform 12"/>
          <p:cNvSpPr/>
          <p:nvPr/>
        </p:nvSpPr>
        <p:spPr bwMode="auto">
          <a:xfrm>
            <a:off x="5711751" y="2008188"/>
            <a:ext cx="1844675" cy="862012"/>
          </a:xfrm>
          <a:custGeom>
            <a:avLst/>
            <a:gdLst>
              <a:gd name="T0" fmla="*/ 2147483646 w 1162"/>
              <a:gd name="T1" fmla="*/ 2147483646 h 543"/>
              <a:gd name="T2" fmla="*/ 2147483646 w 1162"/>
              <a:gd name="T3" fmla="*/ 2147483646 h 543"/>
              <a:gd name="T4" fmla="*/ 2147483646 w 1162"/>
              <a:gd name="T5" fmla="*/ 2147483646 h 543"/>
              <a:gd name="T6" fmla="*/ 2147483646 w 1162"/>
              <a:gd name="T7" fmla="*/ 2147483646 h 543"/>
              <a:gd name="T8" fmla="*/ 2147483646 w 1162"/>
              <a:gd name="T9" fmla="*/ 2147483646 h 543"/>
              <a:gd name="T10" fmla="*/ 2147483646 w 1162"/>
              <a:gd name="T11" fmla="*/ 2147483646 h 543"/>
              <a:gd name="T12" fmla="*/ 2147483646 w 1162"/>
              <a:gd name="T13" fmla="*/ 2147483646 h 543"/>
              <a:gd name="T14" fmla="*/ 2147483646 w 1162"/>
              <a:gd name="T15" fmla="*/ 2147483646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181" name="Freeform 13"/>
          <p:cNvSpPr/>
          <p:nvPr/>
        </p:nvSpPr>
        <p:spPr bwMode="auto">
          <a:xfrm>
            <a:off x="1292151" y="1992313"/>
            <a:ext cx="1901825" cy="715962"/>
          </a:xfrm>
          <a:custGeom>
            <a:avLst/>
            <a:gdLst>
              <a:gd name="T0" fmla="*/ 2147483646 w 1198"/>
              <a:gd name="T1" fmla="*/ 2147483646 h 451"/>
              <a:gd name="T2" fmla="*/ 2147483646 w 1198"/>
              <a:gd name="T3" fmla="*/ 2147483646 h 451"/>
              <a:gd name="T4" fmla="*/ 2147483646 w 1198"/>
              <a:gd name="T5" fmla="*/ 2147483646 h 451"/>
              <a:gd name="T6" fmla="*/ 2147483646 w 1198"/>
              <a:gd name="T7" fmla="*/ 2147483646 h 451"/>
              <a:gd name="T8" fmla="*/ 2147483646 w 1198"/>
              <a:gd name="T9" fmla="*/ 2147483646 h 451"/>
              <a:gd name="T10" fmla="*/ 2147483646 w 1198"/>
              <a:gd name="T11" fmla="*/ 2147483646 h 451"/>
              <a:gd name="T12" fmla="*/ 2147483646 w 1198"/>
              <a:gd name="T13" fmla="*/ 2147483646 h 451"/>
              <a:gd name="T14" fmla="*/ 2147483646 w 1198"/>
              <a:gd name="T15" fmla="*/ 2147483646 h 451"/>
              <a:gd name="T16" fmla="*/ 2147483646 w 1198"/>
              <a:gd name="T17" fmla="*/ 2147483646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182" name="Line 14"/>
          <p:cNvSpPr>
            <a:spLocks noChangeShapeType="1"/>
          </p:cNvSpPr>
          <p:nvPr/>
        </p:nvSpPr>
        <p:spPr bwMode="auto">
          <a:xfrm>
            <a:off x="2981251" y="2203450"/>
            <a:ext cx="2832100" cy="2222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183" name="Freeform 15"/>
          <p:cNvSpPr/>
          <p:nvPr/>
        </p:nvSpPr>
        <p:spPr bwMode="auto">
          <a:xfrm>
            <a:off x="2608189" y="2520950"/>
            <a:ext cx="2513012" cy="1082675"/>
          </a:xfrm>
          <a:custGeom>
            <a:avLst/>
            <a:gdLst>
              <a:gd name="T0" fmla="*/ 2147483646 w 1583"/>
              <a:gd name="T1" fmla="*/ 2147483646 h 682"/>
              <a:gd name="T2" fmla="*/ 2147483646 w 1583"/>
              <a:gd name="T3" fmla="*/ 2147483646 h 682"/>
              <a:gd name="T4" fmla="*/ 2147483646 w 1583"/>
              <a:gd name="T5" fmla="*/ 2147483646 h 682"/>
              <a:gd name="T6" fmla="*/ 2147483646 w 1583"/>
              <a:gd name="T7" fmla="*/ 2147483646 h 682"/>
              <a:gd name="T8" fmla="*/ 2147483646 w 1583"/>
              <a:gd name="T9" fmla="*/ 2147483646 h 682"/>
              <a:gd name="T10" fmla="*/ 2147483646 w 1583"/>
              <a:gd name="T11" fmla="*/ 2147483646 h 682"/>
              <a:gd name="T12" fmla="*/ 2147483646 w 1583"/>
              <a:gd name="T13" fmla="*/ 2147483646 h 682"/>
              <a:gd name="T14" fmla="*/ 2147483646 w 1583"/>
              <a:gd name="T15" fmla="*/ 2147483646 h 682"/>
              <a:gd name="T16" fmla="*/ 2147483646 w 1583"/>
              <a:gd name="T17" fmla="*/ 2147483646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184" name="Oval 16"/>
          <p:cNvSpPr>
            <a:spLocks noChangeArrowheads="1"/>
          </p:cNvSpPr>
          <p:nvPr/>
        </p:nvSpPr>
        <p:spPr bwMode="auto">
          <a:xfrm>
            <a:off x="1589014" y="2384425"/>
            <a:ext cx="496887" cy="128588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ea typeface="楷体_GB2312" pitchFamily="49" charset="-122"/>
              <a:cs typeface="Times New Roman" panose="02020603050405020304" pitchFamily="18" charset="0"/>
            </a:endParaRPr>
          </a:p>
        </p:txBody>
      </p:sp>
      <p:sp>
        <p:nvSpPr>
          <p:cNvPr id="135185" name="Line 17"/>
          <p:cNvSpPr>
            <a:spLocks noChangeShapeType="1"/>
          </p:cNvSpPr>
          <p:nvPr/>
        </p:nvSpPr>
        <p:spPr bwMode="auto">
          <a:xfrm>
            <a:off x="1589014" y="2373313"/>
            <a:ext cx="0" cy="793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186" name="Line 18"/>
          <p:cNvSpPr>
            <a:spLocks noChangeShapeType="1"/>
          </p:cNvSpPr>
          <p:nvPr/>
        </p:nvSpPr>
        <p:spPr bwMode="auto">
          <a:xfrm>
            <a:off x="2085901" y="2373313"/>
            <a:ext cx="0" cy="793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187" name="Rectangle 19"/>
          <p:cNvSpPr>
            <a:spLocks noChangeArrowheads="1"/>
          </p:cNvSpPr>
          <p:nvPr/>
        </p:nvSpPr>
        <p:spPr bwMode="auto">
          <a:xfrm>
            <a:off x="1589014" y="2373313"/>
            <a:ext cx="492125" cy="77787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kumimoji="0" lang="zh-CN" altLang="zh-CN" sz="2400">
              <a:solidFill>
                <a:schemeClr val="accent4">
                  <a:lumMod val="20000"/>
                  <a:lumOff val="80000"/>
                </a:schemeClr>
              </a:solidFill>
              <a:cs typeface="Times New Roman" panose="02020603050405020304" pitchFamily="18" charset="0"/>
            </a:endParaRPr>
          </a:p>
        </p:txBody>
      </p:sp>
      <p:sp>
        <p:nvSpPr>
          <p:cNvPr id="135188" name="Oval 20"/>
          <p:cNvSpPr>
            <a:spLocks noChangeArrowheads="1"/>
          </p:cNvSpPr>
          <p:nvPr/>
        </p:nvSpPr>
        <p:spPr bwMode="auto">
          <a:xfrm>
            <a:off x="1584251" y="2279650"/>
            <a:ext cx="496888" cy="150813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ea typeface="楷体_GB2312" pitchFamily="49" charset="-122"/>
              <a:cs typeface="Times New Roman" panose="02020603050405020304" pitchFamily="18" charset="0"/>
            </a:endParaRPr>
          </a:p>
        </p:txBody>
      </p:sp>
      <p:sp>
        <p:nvSpPr>
          <p:cNvPr id="135189" name="Rectangle 21"/>
          <p:cNvSpPr>
            <a:spLocks noChangeArrowheads="1"/>
          </p:cNvSpPr>
          <p:nvPr/>
        </p:nvSpPr>
        <p:spPr bwMode="auto">
          <a:xfrm>
            <a:off x="1722364" y="2300288"/>
            <a:ext cx="223837" cy="196850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ea typeface="楷体_GB2312" pitchFamily="49" charset="-122"/>
              <a:cs typeface="Times New Roman" panose="02020603050405020304" pitchFamily="18" charset="0"/>
            </a:endParaRPr>
          </a:p>
        </p:txBody>
      </p:sp>
      <p:sp>
        <p:nvSpPr>
          <p:cNvPr id="135190" name="Text Box 22"/>
          <p:cNvSpPr txBox="1">
            <a:spLocks noChangeArrowheads="1"/>
          </p:cNvSpPr>
          <p:nvPr/>
        </p:nvSpPr>
        <p:spPr bwMode="auto">
          <a:xfrm>
            <a:off x="1690599" y="2203450"/>
            <a:ext cx="29847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2000">
                <a:solidFill>
                  <a:schemeClr val="accent4">
                    <a:lumMod val="20000"/>
                    <a:lumOff val="80000"/>
                  </a:schemeClr>
                </a:solidFill>
                <a:cs typeface="Times New Roman" panose="02020603050405020304" pitchFamily="18" charset="0"/>
              </a:rPr>
              <a:t>a</a:t>
            </a:r>
            <a:endParaRPr kumimoji="0" lang="en-US" altLang="zh-CN" sz="2400">
              <a:solidFill>
                <a:schemeClr val="accent4">
                  <a:lumMod val="20000"/>
                  <a:lumOff val="80000"/>
                </a:schemeClr>
              </a:solidFill>
              <a:cs typeface="Times New Roman" panose="02020603050405020304" pitchFamily="18" charset="0"/>
            </a:endParaRPr>
          </a:p>
        </p:txBody>
      </p:sp>
      <p:sp>
        <p:nvSpPr>
          <p:cNvPr id="135191" name="Oval 23"/>
          <p:cNvSpPr>
            <a:spLocks noChangeArrowheads="1"/>
          </p:cNvSpPr>
          <p:nvPr/>
        </p:nvSpPr>
        <p:spPr bwMode="auto">
          <a:xfrm>
            <a:off x="3522589" y="3346450"/>
            <a:ext cx="496887" cy="128588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ea typeface="楷体_GB2312" pitchFamily="49" charset="-122"/>
              <a:cs typeface="Times New Roman" panose="02020603050405020304" pitchFamily="18" charset="0"/>
            </a:endParaRPr>
          </a:p>
        </p:txBody>
      </p:sp>
      <p:sp>
        <p:nvSpPr>
          <p:cNvPr id="135192" name="Line 24"/>
          <p:cNvSpPr>
            <a:spLocks noChangeShapeType="1"/>
          </p:cNvSpPr>
          <p:nvPr/>
        </p:nvSpPr>
        <p:spPr bwMode="auto">
          <a:xfrm>
            <a:off x="3522589" y="3335338"/>
            <a:ext cx="0" cy="793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193" name="Line 25"/>
          <p:cNvSpPr>
            <a:spLocks noChangeShapeType="1"/>
          </p:cNvSpPr>
          <p:nvPr/>
        </p:nvSpPr>
        <p:spPr bwMode="auto">
          <a:xfrm>
            <a:off x="4019476" y="3335338"/>
            <a:ext cx="0" cy="793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194" name="Rectangle 26"/>
          <p:cNvSpPr>
            <a:spLocks noChangeArrowheads="1"/>
          </p:cNvSpPr>
          <p:nvPr/>
        </p:nvSpPr>
        <p:spPr bwMode="auto">
          <a:xfrm>
            <a:off x="3522589" y="3335338"/>
            <a:ext cx="492125" cy="77787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kumimoji="0" lang="zh-CN" altLang="zh-CN" sz="2400">
              <a:solidFill>
                <a:schemeClr val="accent4">
                  <a:lumMod val="20000"/>
                  <a:lumOff val="80000"/>
                </a:schemeClr>
              </a:solidFill>
              <a:cs typeface="Times New Roman" panose="02020603050405020304" pitchFamily="18" charset="0"/>
            </a:endParaRPr>
          </a:p>
        </p:txBody>
      </p:sp>
      <p:sp>
        <p:nvSpPr>
          <p:cNvPr id="135195" name="Oval 27"/>
          <p:cNvSpPr>
            <a:spLocks noChangeArrowheads="1"/>
          </p:cNvSpPr>
          <p:nvPr/>
        </p:nvSpPr>
        <p:spPr bwMode="auto">
          <a:xfrm>
            <a:off x="3517826" y="3241675"/>
            <a:ext cx="496888" cy="150813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ea typeface="楷体_GB2312" pitchFamily="49" charset="-122"/>
              <a:cs typeface="Times New Roman" panose="02020603050405020304" pitchFamily="18" charset="0"/>
            </a:endParaRPr>
          </a:p>
        </p:txBody>
      </p:sp>
      <p:grpSp>
        <p:nvGrpSpPr>
          <p:cNvPr id="135196" name="Group 28"/>
          <p:cNvGrpSpPr/>
          <p:nvPr/>
        </p:nvGrpSpPr>
        <p:grpSpPr bwMode="auto">
          <a:xfrm>
            <a:off x="3617690" y="3155950"/>
            <a:ext cx="313050" cy="400050"/>
            <a:chOff x="2958" y="2429"/>
            <a:chExt cx="200" cy="252"/>
          </a:xfrm>
        </p:grpSpPr>
        <p:sp>
          <p:nvSpPr>
            <p:cNvPr id="135266" name="Rectangle 29"/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5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accent4">
                    <a:lumMod val="20000"/>
                    <a:lumOff val="80000"/>
                  </a:schemeClr>
                </a:solidFill>
                <a:ea typeface="楷体_GB2312" pitchFamily="49" charset="-122"/>
                <a:cs typeface="Times New Roman" panose="02020603050405020304" pitchFamily="18" charset="0"/>
              </a:endParaRPr>
            </a:p>
          </p:txBody>
        </p:sp>
        <p:sp>
          <p:nvSpPr>
            <p:cNvPr id="135267" name="Text Box 30"/>
            <p:cNvSpPr txBox="1">
              <a:spLocks noChangeArrowheads="1"/>
            </p:cNvSpPr>
            <p:nvPr/>
          </p:nvSpPr>
          <p:spPr bwMode="auto">
            <a:xfrm>
              <a:off x="2958" y="2429"/>
              <a:ext cx="2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5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2000">
                  <a:solidFill>
                    <a:schemeClr val="accent4">
                      <a:lumMod val="20000"/>
                      <a:lumOff val="80000"/>
                    </a:schemeClr>
                  </a:solidFill>
                  <a:cs typeface="Times New Roman" panose="02020603050405020304" pitchFamily="18" charset="0"/>
                </a:rPr>
                <a:t>b</a:t>
              </a:r>
              <a:endParaRPr kumimoji="0" lang="en-US" altLang="zh-CN" sz="2400">
                <a:solidFill>
                  <a:schemeClr val="accent4">
                    <a:lumMod val="20000"/>
                    <a:lumOff val="80000"/>
                  </a:schemeClr>
                </a:solidFill>
                <a:cs typeface="Times New Roman" panose="02020603050405020304" pitchFamily="18" charset="0"/>
              </a:endParaRPr>
            </a:p>
          </p:txBody>
        </p:sp>
      </p:grpSp>
      <p:sp>
        <p:nvSpPr>
          <p:cNvPr id="135197" name="Oval 34"/>
          <p:cNvSpPr>
            <a:spLocks noChangeArrowheads="1"/>
          </p:cNvSpPr>
          <p:nvPr/>
        </p:nvSpPr>
        <p:spPr bwMode="auto">
          <a:xfrm>
            <a:off x="2479601" y="2174875"/>
            <a:ext cx="496888" cy="128588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ea typeface="楷体_GB2312" pitchFamily="49" charset="-122"/>
              <a:cs typeface="Times New Roman" panose="02020603050405020304" pitchFamily="18" charset="0"/>
            </a:endParaRPr>
          </a:p>
        </p:txBody>
      </p:sp>
      <p:sp>
        <p:nvSpPr>
          <p:cNvPr id="135198" name="Line 35"/>
          <p:cNvSpPr>
            <a:spLocks noChangeShapeType="1"/>
          </p:cNvSpPr>
          <p:nvPr/>
        </p:nvSpPr>
        <p:spPr bwMode="auto">
          <a:xfrm>
            <a:off x="2479601" y="2163763"/>
            <a:ext cx="0" cy="793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199" name="Line 36"/>
          <p:cNvSpPr>
            <a:spLocks noChangeShapeType="1"/>
          </p:cNvSpPr>
          <p:nvPr/>
        </p:nvSpPr>
        <p:spPr bwMode="auto">
          <a:xfrm>
            <a:off x="2976489" y="2163763"/>
            <a:ext cx="0" cy="793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200" name="Rectangle 37"/>
          <p:cNvSpPr>
            <a:spLocks noChangeArrowheads="1"/>
          </p:cNvSpPr>
          <p:nvPr/>
        </p:nvSpPr>
        <p:spPr bwMode="auto">
          <a:xfrm>
            <a:off x="2479601" y="2163763"/>
            <a:ext cx="492125" cy="77787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kumimoji="0" lang="zh-CN" altLang="zh-CN" sz="2400">
              <a:solidFill>
                <a:schemeClr val="accent4">
                  <a:lumMod val="20000"/>
                  <a:lumOff val="80000"/>
                </a:schemeClr>
              </a:solidFill>
              <a:cs typeface="Times New Roman" panose="02020603050405020304" pitchFamily="18" charset="0"/>
            </a:endParaRPr>
          </a:p>
        </p:txBody>
      </p:sp>
      <p:sp>
        <p:nvSpPr>
          <p:cNvPr id="135201" name="Oval 38"/>
          <p:cNvSpPr>
            <a:spLocks noChangeArrowheads="1"/>
          </p:cNvSpPr>
          <p:nvPr/>
        </p:nvSpPr>
        <p:spPr bwMode="auto">
          <a:xfrm>
            <a:off x="2474839" y="2070100"/>
            <a:ext cx="496887" cy="150813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ea typeface="楷体_GB2312" pitchFamily="49" charset="-122"/>
              <a:cs typeface="Times New Roman" panose="02020603050405020304" pitchFamily="18" charset="0"/>
            </a:endParaRPr>
          </a:p>
        </p:txBody>
      </p:sp>
      <p:sp>
        <p:nvSpPr>
          <p:cNvPr id="135202" name="Rectangle 39"/>
          <p:cNvSpPr>
            <a:spLocks noChangeArrowheads="1"/>
          </p:cNvSpPr>
          <p:nvPr/>
        </p:nvSpPr>
        <p:spPr bwMode="auto">
          <a:xfrm>
            <a:off x="2612951" y="2090738"/>
            <a:ext cx="225425" cy="174625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ea typeface="楷体_GB2312" pitchFamily="49" charset="-122"/>
              <a:cs typeface="Times New Roman" panose="02020603050405020304" pitchFamily="18" charset="0"/>
            </a:endParaRPr>
          </a:p>
        </p:txBody>
      </p:sp>
      <p:sp>
        <p:nvSpPr>
          <p:cNvPr id="135203" name="Text Box 40"/>
          <p:cNvSpPr txBox="1">
            <a:spLocks noChangeArrowheads="1"/>
          </p:cNvSpPr>
          <p:nvPr/>
        </p:nvSpPr>
        <p:spPr bwMode="auto">
          <a:xfrm>
            <a:off x="2574767" y="1993900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2000">
                <a:solidFill>
                  <a:schemeClr val="accent4">
                    <a:lumMod val="20000"/>
                    <a:lumOff val="80000"/>
                  </a:schemeClr>
                </a:solidFill>
                <a:cs typeface="Times New Roman" panose="02020603050405020304" pitchFamily="18" charset="0"/>
              </a:rPr>
              <a:t>b</a:t>
            </a:r>
            <a:endParaRPr kumimoji="0" lang="en-US" altLang="zh-CN" sz="2400">
              <a:solidFill>
                <a:schemeClr val="accent4">
                  <a:lumMod val="20000"/>
                  <a:lumOff val="80000"/>
                </a:schemeClr>
              </a:solidFill>
              <a:cs typeface="Times New Roman" panose="02020603050405020304" pitchFamily="18" charset="0"/>
            </a:endParaRPr>
          </a:p>
        </p:txBody>
      </p:sp>
      <p:sp>
        <p:nvSpPr>
          <p:cNvPr id="135204" name="Oval 41"/>
          <p:cNvSpPr>
            <a:spLocks noChangeArrowheads="1"/>
          </p:cNvSpPr>
          <p:nvPr/>
        </p:nvSpPr>
        <p:spPr bwMode="auto">
          <a:xfrm>
            <a:off x="3465439" y="2717800"/>
            <a:ext cx="496887" cy="128588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ea typeface="楷体_GB2312" pitchFamily="49" charset="-122"/>
              <a:cs typeface="Times New Roman" panose="02020603050405020304" pitchFamily="18" charset="0"/>
            </a:endParaRPr>
          </a:p>
        </p:txBody>
      </p:sp>
      <p:sp>
        <p:nvSpPr>
          <p:cNvPr id="135205" name="Line 42"/>
          <p:cNvSpPr>
            <a:spLocks noChangeShapeType="1"/>
          </p:cNvSpPr>
          <p:nvPr/>
        </p:nvSpPr>
        <p:spPr bwMode="auto">
          <a:xfrm>
            <a:off x="3465439" y="2706688"/>
            <a:ext cx="0" cy="793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206" name="Line 43"/>
          <p:cNvSpPr>
            <a:spLocks noChangeShapeType="1"/>
          </p:cNvSpPr>
          <p:nvPr/>
        </p:nvSpPr>
        <p:spPr bwMode="auto">
          <a:xfrm>
            <a:off x="3962326" y="2706688"/>
            <a:ext cx="0" cy="793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207" name="Rectangle 44"/>
          <p:cNvSpPr>
            <a:spLocks noChangeArrowheads="1"/>
          </p:cNvSpPr>
          <p:nvPr/>
        </p:nvSpPr>
        <p:spPr bwMode="auto">
          <a:xfrm>
            <a:off x="3465439" y="2706688"/>
            <a:ext cx="492125" cy="77787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kumimoji="0" lang="zh-CN" altLang="zh-CN" sz="2400">
              <a:solidFill>
                <a:schemeClr val="accent4">
                  <a:lumMod val="20000"/>
                  <a:lumOff val="80000"/>
                </a:schemeClr>
              </a:solidFill>
              <a:cs typeface="Times New Roman" panose="02020603050405020304" pitchFamily="18" charset="0"/>
            </a:endParaRPr>
          </a:p>
        </p:txBody>
      </p:sp>
      <p:sp>
        <p:nvSpPr>
          <p:cNvPr id="135208" name="Oval 45"/>
          <p:cNvSpPr>
            <a:spLocks noChangeArrowheads="1"/>
          </p:cNvSpPr>
          <p:nvPr/>
        </p:nvSpPr>
        <p:spPr bwMode="auto">
          <a:xfrm>
            <a:off x="3460676" y="2613025"/>
            <a:ext cx="496888" cy="150813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ea typeface="楷体_GB2312" pitchFamily="49" charset="-122"/>
              <a:cs typeface="Times New Roman" panose="02020603050405020304" pitchFamily="18" charset="0"/>
            </a:endParaRPr>
          </a:p>
        </p:txBody>
      </p:sp>
      <p:grpSp>
        <p:nvGrpSpPr>
          <p:cNvPr id="135209" name="Group 46"/>
          <p:cNvGrpSpPr/>
          <p:nvPr/>
        </p:nvGrpSpPr>
        <p:grpSpPr bwMode="auto">
          <a:xfrm>
            <a:off x="3563746" y="2527300"/>
            <a:ext cx="298687" cy="400050"/>
            <a:chOff x="2962" y="2429"/>
            <a:chExt cx="191" cy="252"/>
          </a:xfrm>
        </p:grpSpPr>
        <p:sp>
          <p:nvSpPr>
            <p:cNvPr id="135264" name="Rectangle 47"/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5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accent4">
                    <a:lumMod val="20000"/>
                    <a:lumOff val="80000"/>
                  </a:schemeClr>
                </a:solidFill>
                <a:ea typeface="楷体_GB2312" pitchFamily="49" charset="-122"/>
                <a:cs typeface="Times New Roman" panose="02020603050405020304" pitchFamily="18" charset="0"/>
              </a:endParaRPr>
            </a:p>
          </p:txBody>
        </p:sp>
        <p:sp>
          <p:nvSpPr>
            <p:cNvPr id="135265" name="Text Box 48"/>
            <p:cNvSpPr txBox="1">
              <a:spLocks noChangeArrowheads="1"/>
            </p:cNvSpPr>
            <p:nvPr/>
          </p:nvSpPr>
          <p:spPr bwMode="auto">
            <a:xfrm>
              <a:off x="2962" y="2429"/>
              <a:ext cx="191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5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2000" dirty="0">
                  <a:solidFill>
                    <a:schemeClr val="accent4">
                      <a:lumMod val="20000"/>
                      <a:lumOff val="80000"/>
                    </a:schemeClr>
                  </a:solidFill>
                  <a:cs typeface="Times New Roman" panose="02020603050405020304" pitchFamily="18" charset="0"/>
                </a:rPr>
                <a:t>a</a:t>
              </a:r>
              <a:endParaRPr kumimoji="0" lang="en-US" altLang="zh-CN" sz="2400" dirty="0">
                <a:solidFill>
                  <a:schemeClr val="accent4">
                    <a:lumMod val="20000"/>
                    <a:lumOff val="80000"/>
                  </a:schemeClr>
                </a:solidFill>
                <a:cs typeface="Times New Roman" panose="02020603050405020304" pitchFamily="18" charset="0"/>
              </a:endParaRPr>
            </a:p>
          </p:txBody>
        </p:sp>
      </p:grpSp>
      <p:sp>
        <p:nvSpPr>
          <p:cNvPr id="135210" name="Line 50"/>
          <p:cNvSpPr>
            <a:spLocks noChangeShapeType="1"/>
          </p:cNvSpPr>
          <p:nvPr/>
        </p:nvSpPr>
        <p:spPr bwMode="auto">
          <a:xfrm>
            <a:off x="6315001" y="2419350"/>
            <a:ext cx="488950" cy="1524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211" name="Line 51"/>
          <p:cNvSpPr>
            <a:spLocks noChangeShapeType="1"/>
          </p:cNvSpPr>
          <p:nvPr/>
        </p:nvSpPr>
        <p:spPr bwMode="auto">
          <a:xfrm>
            <a:off x="6829351" y="2298700"/>
            <a:ext cx="146050" cy="1841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212" name="Line 52"/>
          <p:cNvSpPr>
            <a:spLocks noChangeShapeType="1"/>
          </p:cNvSpPr>
          <p:nvPr/>
        </p:nvSpPr>
        <p:spPr bwMode="auto">
          <a:xfrm flipV="1">
            <a:off x="6207051" y="2228850"/>
            <a:ext cx="180975" cy="1206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213" name="Freeform 53"/>
          <p:cNvSpPr/>
          <p:nvPr/>
        </p:nvSpPr>
        <p:spPr bwMode="auto">
          <a:xfrm>
            <a:off x="4016301" y="3235325"/>
            <a:ext cx="419100" cy="130175"/>
          </a:xfrm>
          <a:custGeom>
            <a:avLst/>
            <a:gdLst>
              <a:gd name="T0" fmla="*/ 0 w 264"/>
              <a:gd name="T1" fmla="*/ 2147483646 h 82"/>
              <a:gd name="T2" fmla="*/ 2147483646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214" name="Freeform 54"/>
          <p:cNvSpPr/>
          <p:nvPr/>
        </p:nvSpPr>
        <p:spPr bwMode="auto">
          <a:xfrm>
            <a:off x="3286051" y="3178175"/>
            <a:ext cx="241300" cy="187325"/>
          </a:xfrm>
          <a:custGeom>
            <a:avLst/>
            <a:gdLst>
              <a:gd name="T0" fmla="*/ 0 w 152"/>
              <a:gd name="T1" fmla="*/ 0 h 118"/>
              <a:gd name="T2" fmla="*/ 2147483646 w 152"/>
              <a:gd name="T3" fmla="*/ 2147483646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215" name="Freeform 55"/>
          <p:cNvSpPr/>
          <p:nvPr/>
        </p:nvSpPr>
        <p:spPr bwMode="auto">
          <a:xfrm>
            <a:off x="3482901" y="3067050"/>
            <a:ext cx="895350" cy="130175"/>
          </a:xfrm>
          <a:custGeom>
            <a:avLst/>
            <a:gdLst>
              <a:gd name="T0" fmla="*/ 0 w 564"/>
              <a:gd name="T1" fmla="*/ 0 h 82"/>
              <a:gd name="T2" fmla="*/ 2147483646 w 564"/>
              <a:gd name="T3" fmla="*/ 2147483646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216" name="Freeform 56"/>
          <p:cNvSpPr/>
          <p:nvPr/>
        </p:nvSpPr>
        <p:spPr bwMode="auto">
          <a:xfrm>
            <a:off x="3384476" y="2809875"/>
            <a:ext cx="120650" cy="149225"/>
          </a:xfrm>
          <a:custGeom>
            <a:avLst/>
            <a:gdLst>
              <a:gd name="T0" fmla="*/ 0 w 76"/>
              <a:gd name="T1" fmla="*/ 2147483646 h 94"/>
              <a:gd name="T2" fmla="*/ 214748364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217" name="Freeform 57"/>
          <p:cNvSpPr/>
          <p:nvPr/>
        </p:nvSpPr>
        <p:spPr bwMode="auto">
          <a:xfrm>
            <a:off x="2073201" y="2212975"/>
            <a:ext cx="400050" cy="180975"/>
          </a:xfrm>
          <a:custGeom>
            <a:avLst/>
            <a:gdLst>
              <a:gd name="T0" fmla="*/ 0 w 252"/>
              <a:gd name="T1" fmla="*/ 2147483646 h 114"/>
              <a:gd name="T2" fmla="*/ 2147483646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218" name="Freeform 58"/>
          <p:cNvSpPr/>
          <p:nvPr/>
        </p:nvSpPr>
        <p:spPr bwMode="auto">
          <a:xfrm>
            <a:off x="2765351" y="2308225"/>
            <a:ext cx="704850" cy="409575"/>
          </a:xfrm>
          <a:custGeom>
            <a:avLst/>
            <a:gdLst>
              <a:gd name="T0" fmla="*/ 0 w 444"/>
              <a:gd name="T1" fmla="*/ 0 h 258"/>
              <a:gd name="T2" fmla="*/ 2147483646 w 444"/>
              <a:gd name="T3" fmla="*/ 2147483646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219" name="Freeform 59"/>
          <p:cNvSpPr/>
          <p:nvPr/>
        </p:nvSpPr>
        <p:spPr bwMode="auto">
          <a:xfrm>
            <a:off x="4867201" y="2495550"/>
            <a:ext cx="1038225" cy="666750"/>
          </a:xfrm>
          <a:custGeom>
            <a:avLst/>
            <a:gdLst>
              <a:gd name="T0" fmla="*/ 0 w 654"/>
              <a:gd name="T1" fmla="*/ 2147483646 h 420"/>
              <a:gd name="T2" fmla="*/ 2147483646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220" name="Oval 64"/>
          <p:cNvSpPr>
            <a:spLocks noChangeArrowheads="1"/>
          </p:cNvSpPr>
          <p:nvPr/>
        </p:nvSpPr>
        <p:spPr bwMode="auto">
          <a:xfrm>
            <a:off x="5818114" y="2393950"/>
            <a:ext cx="496887" cy="128588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ea typeface="楷体_GB2312" pitchFamily="49" charset="-122"/>
              <a:cs typeface="Times New Roman" panose="02020603050405020304" pitchFamily="18" charset="0"/>
            </a:endParaRPr>
          </a:p>
        </p:txBody>
      </p:sp>
      <p:sp>
        <p:nvSpPr>
          <p:cNvPr id="135221" name="Line 65"/>
          <p:cNvSpPr>
            <a:spLocks noChangeShapeType="1"/>
          </p:cNvSpPr>
          <p:nvPr/>
        </p:nvSpPr>
        <p:spPr bwMode="auto">
          <a:xfrm>
            <a:off x="5818114" y="2382838"/>
            <a:ext cx="0" cy="793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222" name="Line 66"/>
          <p:cNvSpPr>
            <a:spLocks noChangeShapeType="1"/>
          </p:cNvSpPr>
          <p:nvPr/>
        </p:nvSpPr>
        <p:spPr bwMode="auto">
          <a:xfrm>
            <a:off x="6315001" y="2382838"/>
            <a:ext cx="0" cy="793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223" name="Rectangle 67"/>
          <p:cNvSpPr>
            <a:spLocks noChangeArrowheads="1"/>
          </p:cNvSpPr>
          <p:nvPr/>
        </p:nvSpPr>
        <p:spPr bwMode="auto">
          <a:xfrm>
            <a:off x="5818114" y="2382838"/>
            <a:ext cx="492125" cy="77787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kumimoji="0" lang="zh-CN" altLang="zh-CN" sz="2400">
              <a:solidFill>
                <a:schemeClr val="accent4">
                  <a:lumMod val="20000"/>
                  <a:lumOff val="80000"/>
                </a:schemeClr>
              </a:solidFill>
              <a:cs typeface="Times New Roman" panose="02020603050405020304" pitchFamily="18" charset="0"/>
            </a:endParaRPr>
          </a:p>
        </p:txBody>
      </p:sp>
      <p:sp>
        <p:nvSpPr>
          <p:cNvPr id="135224" name="Oval 68"/>
          <p:cNvSpPr>
            <a:spLocks noChangeArrowheads="1"/>
          </p:cNvSpPr>
          <p:nvPr/>
        </p:nvSpPr>
        <p:spPr bwMode="auto">
          <a:xfrm>
            <a:off x="5813351" y="2289175"/>
            <a:ext cx="496888" cy="150813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ea typeface="楷体_GB2312" pitchFamily="49" charset="-122"/>
              <a:cs typeface="Times New Roman" panose="02020603050405020304" pitchFamily="18" charset="0"/>
            </a:endParaRPr>
          </a:p>
        </p:txBody>
      </p:sp>
      <p:sp>
        <p:nvSpPr>
          <p:cNvPr id="135225" name="Rectangle 69"/>
          <p:cNvSpPr>
            <a:spLocks noChangeArrowheads="1"/>
          </p:cNvSpPr>
          <p:nvPr/>
        </p:nvSpPr>
        <p:spPr bwMode="auto">
          <a:xfrm>
            <a:off x="5951464" y="2309813"/>
            <a:ext cx="223837" cy="190500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ea typeface="楷体_GB2312" pitchFamily="49" charset="-122"/>
              <a:cs typeface="Times New Roman" panose="02020603050405020304" pitchFamily="18" charset="0"/>
            </a:endParaRPr>
          </a:p>
        </p:txBody>
      </p:sp>
      <p:sp>
        <p:nvSpPr>
          <p:cNvPr id="135226" name="Text Box 70"/>
          <p:cNvSpPr txBox="1">
            <a:spLocks noChangeArrowheads="1"/>
          </p:cNvSpPr>
          <p:nvPr/>
        </p:nvSpPr>
        <p:spPr bwMode="auto">
          <a:xfrm>
            <a:off x="5919699" y="2212975"/>
            <a:ext cx="29847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2000">
                <a:solidFill>
                  <a:schemeClr val="accent4">
                    <a:lumMod val="20000"/>
                    <a:lumOff val="80000"/>
                  </a:schemeClr>
                </a:solidFill>
                <a:cs typeface="Times New Roman" panose="02020603050405020304" pitchFamily="18" charset="0"/>
              </a:rPr>
              <a:t>a</a:t>
            </a:r>
            <a:endParaRPr kumimoji="0" lang="en-US" altLang="zh-CN" sz="2400">
              <a:solidFill>
                <a:schemeClr val="accent4">
                  <a:lumMod val="20000"/>
                  <a:lumOff val="80000"/>
                </a:schemeClr>
              </a:solidFill>
              <a:cs typeface="Times New Roman" panose="02020603050405020304" pitchFamily="18" charset="0"/>
            </a:endParaRPr>
          </a:p>
        </p:txBody>
      </p:sp>
      <p:sp>
        <p:nvSpPr>
          <p:cNvPr id="135227" name="Text Box 71"/>
          <p:cNvSpPr txBox="1">
            <a:spLocks noChangeArrowheads="1"/>
          </p:cNvSpPr>
          <p:nvPr/>
        </p:nvSpPr>
        <p:spPr bwMode="auto">
          <a:xfrm>
            <a:off x="2216076" y="2312988"/>
            <a:ext cx="35618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>
              <a:spcBef>
                <a:spcPct val="0"/>
              </a:spcBef>
              <a:buFontTx/>
              <a:buNone/>
              <a:defRPr kumimoji="0" sz="2000">
                <a:latin typeface="Comic Sans MS" panose="030F0702030302020204" pitchFamily="66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r>
              <a:rPr lang="en-US" altLang="zh-CN" dirty="0"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</a:p>
        </p:txBody>
      </p:sp>
      <p:sp>
        <p:nvSpPr>
          <p:cNvPr id="135228" name="Text Box 72"/>
          <p:cNvSpPr txBox="1">
            <a:spLocks noChangeArrowheads="1"/>
          </p:cNvSpPr>
          <p:nvPr/>
        </p:nvSpPr>
        <p:spPr bwMode="auto">
          <a:xfrm>
            <a:off x="2882826" y="3198813"/>
            <a:ext cx="3698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kumimoji="0" lang="en-US" altLang="zh-CN" sz="2000" dirty="0">
                <a:cs typeface="Times New Roman" panose="02020603050405020304" pitchFamily="18" charset="0"/>
              </a:rPr>
              <a:t>A</a:t>
            </a:r>
            <a:endParaRPr kumimoji="0" lang="en-US" altLang="zh-CN" sz="1800" dirty="0">
              <a:cs typeface="Times New Roman" panose="02020603050405020304" pitchFamily="18" charset="0"/>
            </a:endParaRPr>
          </a:p>
        </p:txBody>
      </p:sp>
      <p:sp>
        <p:nvSpPr>
          <p:cNvPr id="135229" name="Text Box 73"/>
          <p:cNvSpPr txBox="1">
            <a:spLocks noChangeArrowheads="1"/>
          </p:cNvSpPr>
          <p:nvPr/>
        </p:nvSpPr>
        <p:spPr bwMode="auto">
          <a:xfrm>
            <a:off x="6292776" y="2525713"/>
            <a:ext cx="35618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>
              <a:spcBef>
                <a:spcPct val="0"/>
              </a:spcBef>
              <a:buFontTx/>
              <a:buNone/>
              <a:defRPr kumimoji="0" sz="2000">
                <a:latin typeface="Comic Sans MS" panose="030F0702030302020204" pitchFamily="66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r>
              <a:rPr lang="en-US" altLang="zh-CN" dirty="0">
                <a:latin typeface="Times New Roman" panose="02020603050405020304" pitchFamily="18" charset="0"/>
                <a:cs typeface="Times New Roman" panose="02020603050405020304" pitchFamily="18" charset="0"/>
              </a:rPr>
              <a:t>B</a:t>
            </a:r>
          </a:p>
        </p:txBody>
      </p:sp>
      <p:sp>
        <p:nvSpPr>
          <p:cNvPr id="135230" name="Oval 74"/>
          <p:cNvSpPr>
            <a:spLocks noChangeArrowheads="1"/>
          </p:cNvSpPr>
          <p:nvPr/>
        </p:nvSpPr>
        <p:spPr bwMode="auto">
          <a:xfrm>
            <a:off x="2979664" y="3051175"/>
            <a:ext cx="496887" cy="128588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ea typeface="楷体_GB2312" pitchFamily="49" charset="-122"/>
              <a:cs typeface="Times New Roman" panose="02020603050405020304" pitchFamily="18" charset="0"/>
            </a:endParaRPr>
          </a:p>
        </p:txBody>
      </p:sp>
      <p:sp>
        <p:nvSpPr>
          <p:cNvPr id="135231" name="Line 75"/>
          <p:cNvSpPr>
            <a:spLocks noChangeShapeType="1"/>
          </p:cNvSpPr>
          <p:nvPr/>
        </p:nvSpPr>
        <p:spPr bwMode="auto">
          <a:xfrm>
            <a:off x="2979664" y="3040063"/>
            <a:ext cx="0" cy="793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232" name="Line 76"/>
          <p:cNvSpPr>
            <a:spLocks noChangeShapeType="1"/>
          </p:cNvSpPr>
          <p:nvPr/>
        </p:nvSpPr>
        <p:spPr bwMode="auto">
          <a:xfrm>
            <a:off x="3476551" y="3040063"/>
            <a:ext cx="0" cy="793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5233" name="Rectangle 77"/>
          <p:cNvSpPr>
            <a:spLocks noChangeArrowheads="1"/>
          </p:cNvSpPr>
          <p:nvPr/>
        </p:nvSpPr>
        <p:spPr bwMode="auto">
          <a:xfrm>
            <a:off x="2979664" y="3040063"/>
            <a:ext cx="492125" cy="77787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kumimoji="0" lang="zh-CN" altLang="zh-CN" sz="2400">
              <a:solidFill>
                <a:schemeClr val="accent4">
                  <a:lumMod val="20000"/>
                  <a:lumOff val="80000"/>
                </a:schemeClr>
              </a:solidFill>
              <a:cs typeface="Times New Roman" panose="02020603050405020304" pitchFamily="18" charset="0"/>
            </a:endParaRPr>
          </a:p>
        </p:txBody>
      </p:sp>
      <p:sp>
        <p:nvSpPr>
          <p:cNvPr id="135234" name="Oval 78"/>
          <p:cNvSpPr>
            <a:spLocks noChangeArrowheads="1"/>
          </p:cNvSpPr>
          <p:nvPr/>
        </p:nvSpPr>
        <p:spPr bwMode="auto">
          <a:xfrm>
            <a:off x="2974901" y="2952750"/>
            <a:ext cx="496888" cy="150813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ea typeface="楷体_GB2312" pitchFamily="49" charset="-122"/>
              <a:cs typeface="Times New Roman" panose="02020603050405020304" pitchFamily="18" charset="0"/>
            </a:endParaRPr>
          </a:p>
        </p:txBody>
      </p:sp>
      <p:sp>
        <p:nvSpPr>
          <p:cNvPr id="135235" name="Rectangle 79"/>
          <p:cNvSpPr>
            <a:spLocks noChangeArrowheads="1"/>
          </p:cNvSpPr>
          <p:nvPr/>
        </p:nvSpPr>
        <p:spPr bwMode="auto">
          <a:xfrm>
            <a:off x="3109839" y="2995613"/>
            <a:ext cx="225425" cy="152400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solidFill>
                <a:schemeClr val="accent4">
                  <a:lumMod val="20000"/>
                  <a:lumOff val="80000"/>
                </a:schemeClr>
              </a:solidFill>
              <a:ea typeface="楷体_GB2312" pitchFamily="49" charset="-122"/>
              <a:cs typeface="Times New Roman" panose="02020603050405020304" pitchFamily="18" charset="0"/>
            </a:endParaRPr>
          </a:p>
        </p:txBody>
      </p:sp>
      <p:sp>
        <p:nvSpPr>
          <p:cNvPr id="135236" name="Text Box 80"/>
          <p:cNvSpPr txBox="1">
            <a:spLocks noChangeArrowheads="1"/>
          </p:cNvSpPr>
          <p:nvPr/>
        </p:nvSpPr>
        <p:spPr bwMode="auto">
          <a:xfrm>
            <a:off x="3077210" y="2867025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Blip>
                <a:blip r:embed="rId4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5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kumimoji="0" lang="en-US" altLang="zh-CN" sz="2000">
                <a:solidFill>
                  <a:schemeClr val="accent4">
                    <a:lumMod val="20000"/>
                    <a:lumOff val="80000"/>
                  </a:schemeClr>
                </a:solidFill>
                <a:cs typeface="Times New Roman" panose="02020603050405020304" pitchFamily="18" charset="0"/>
              </a:rPr>
              <a:t>d</a:t>
            </a:r>
            <a:endParaRPr kumimoji="0" lang="en-US" altLang="zh-CN" sz="2400">
              <a:solidFill>
                <a:schemeClr val="accent4">
                  <a:lumMod val="20000"/>
                  <a:lumOff val="80000"/>
                </a:schemeClr>
              </a:solidFill>
              <a:cs typeface="Times New Roman" panose="02020603050405020304" pitchFamily="18" charset="0"/>
            </a:endParaRPr>
          </a:p>
        </p:txBody>
      </p:sp>
      <p:grpSp>
        <p:nvGrpSpPr>
          <p:cNvPr id="135237" name="Group 117"/>
          <p:cNvGrpSpPr/>
          <p:nvPr/>
        </p:nvGrpSpPr>
        <p:grpSpPr bwMode="auto">
          <a:xfrm>
            <a:off x="6365801" y="2032000"/>
            <a:ext cx="501650" cy="400050"/>
            <a:chOff x="4320" y="1940"/>
            <a:chExt cx="316" cy="252"/>
          </a:xfrm>
        </p:grpSpPr>
        <p:sp>
          <p:nvSpPr>
            <p:cNvPr id="135257" name="Oval 118"/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5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accent4">
                    <a:lumMod val="20000"/>
                    <a:lumOff val="80000"/>
                  </a:schemeClr>
                </a:solidFill>
                <a:ea typeface="楷体_GB2312" pitchFamily="49" charset="-122"/>
                <a:cs typeface="Times New Roman" panose="02020603050405020304" pitchFamily="18" charset="0"/>
              </a:endParaRPr>
            </a:p>
          </p:txBody>
        </p:sp>
        <p:sp>
          <p:nvSpPr>
            <p:cNvPr id="135258" name="Line 119"/>
            <p:cNvSpPr>
              <a:spLocks noChangeShapeType="1"/>
            </p:cNvSpPr>
            <p:nvPr/>
          </p:nvSpPr>
          <p:spPr bwMode="auto">
            <a:xfrm>
              <a:off x="4323" y="2047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accent4">
                    <a:lumMod val="20000"/>
                    <a:lumOff val="8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5259" name="Line 120"/>
            <p:cNvSpPr>
              <a:spLocks noChangeShapeType="1"/>
            </p:cNvSpPr>
            <p:nvPr/>
          </p:nvSpPr>
          <p:spPr bwMode="auto">
            <a:xfrm>
              <a:off x="4636" y="2047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accent4">
                    <a:lumMod val="20000"/>
                    <a:lumOff val="8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5260" name="Rectangle 121"/>
            <p:cNvSpPr>
              <a:spLocks noChangeArrowheads="1"/>
            </p:cNvSpPr>
            <p:nvPr/>
          </p:nvSpPr>
          <p:spPr bwMode="auto">
            <a:xfrm>
              <a:off x="4323" y="2047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5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solidFill>
                  <a:schemeClr val="accent4">
                    <a:lumMod val="20000"/>
                    <a:lumOff val="80000"/>
                  </a:schemeClr>
                </a:solidFill>
                <a:cs typeface="Times New Roman" panose="02020603050405020304" pitchFamily="18" charset="0"/>
              </a:endParaRPr>
            </a:p>
          </p:txBody>
        </p:sp>
        <p:sp>
          <p:nvSpPr>
            <p:cNvPr id="135261" name="Oval 122"/>
            <p:cNvSpPr>
              <a:spLocks noChangeArrowheads="1"/>
            </p:cNvSpPr>
            <p:nvPr/>
          </p:nvSpPr>
          <p:spPr bwMode="auto">
            <a:xfrm>
              <a:off x="4320" y="1988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5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accent4">
                    <a:lumMod val="20000"/>
                    <a:lumOff val="80000"/>
                  </a:schemeClr>
                </a:solidFill>
                <a:ea typeface="楷体_GB2312" pitchFamily="49" charset="-122"/>
                <a:cs typeface="Times New Roman" panose="02020603050405020304" pitchFamily="18" charset="0"/>
              </a:endParaRPr>
            </a:p>
          </p:txBody>
        </p:sp>
        <p:sp>
          <p:nvSpPr>
            <p:cNvPr id="135262" name="Rectangle 123"/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5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accent4">
                    <a:lumMod val="20000"/>
                    <a:lumOff val="80000"/>
                  </a:schemeClr>
                </a:solidFill>
                <a:ea typeface="楷体_GB2312" pitchFamily="49" charset="-122"/>
                <a:cs typeface="Times New Roman" panose="02020603050405020304" pitchFamily="18" charset="0"/>
              </a:endParaRPr>
            </a:p>
          </p:txBody>
        </p:sp>
        <p:sp>
          <p:nvSpPr>
            <p:cNvPr id="135263" name="Text Box 124"/>
            <p:cNvSpPr txBox="1">
              <a:spLocks noChangeArrowheads="1"/>
            </p:cNvSpPr>
            <p:nvPr/>
          </p:nvSpPr>
          <p:spPr bwMode="auto">
            <a:xfrm>
              <a:off x="4387" y="1940"/>
              <a:ext cx="18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5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2000">
                  <a:solidFill>
                    <a:schemeClr val="accent4">
                      <a:lumMod val="20000"/>
                      <a:lumOff val="80000"/>
                    </a:schemeClr>
                  </a:solidFill>
                  <a:cs typeface="Times New Roman" panose="02020603050405020304" pitchFamily="18" charset="0"/>
                </a:rPr>
                <a:t>c</a:t>
              </a:r>
              <a:endParaRPr kumimoji="0" lang="en-US" altLang="zh-CN" sz="2400">
                <a:solidFill>
                  <a:schemeClr val="accent4">
                    <a:lumMod val="20000"/>
                    <a:lumOff val="80000"/>
                  </a:schemeClr>
                </a:solidFill>
                <a:cs typeface="Times New Roman" panose="02020603050405020304" pitchFamily="18" charset="0"/>
              </a:endParaRPr>
            </a:p>
          </p:txBody>
        </p:sp>
      </p:grpSp>
      <p:grpSp>
        <p:nvGrpSpPr>
          <p:cNvPr id="135238" name="Group 125"/>
          <p:cNvGrpSpPr/>
          <p:nvPr/>
        </p:nvGrpSpPr>
        <p:grpSpPr bwMode="auto">
          <a:xfrm>
            <a:off x="6803951" y="2384425"/>
            <a:ext cx="501650" cy="400050"/>
            <a:chOff x="4596" y="2162"/>
            <a:chExt cx="316" cy="252"/>
          </a:xfrm>
        </p:grpSpPr>
        <p:sp>
          <p:nvSpPr>
            <p:cNvPr id="135250" name="Oval 126"/>
            <p:cNvSpPr>
              <a:spLocks noChangeArrowheads="1"/>
            </p:cNvSpPr>
            <p:nvPr/>
          </p:nvSpPr>
          <p:spPr bwMode="auto">
            <a:xfrm>
              <a:off x="4599" y="2276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5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accent4">
                    <a:lumMod val="20000"/>
                    <a:lumOff val="80000"/>
                  </a:schemeClr>
                </a:solidFill>
                <a:ea typeface="楷体_GB2312" pitchFamily="49" charset="-122"/>
                <a:cs typeface="Times New Roman" panose="02020603050405020304" pitchFamily="18" charset="0"/>
              </a:endParaRPr>
            </a:p>
          </p:txBody>
        </p:sp>
        <p:sp>
          <p:nvSpPr>
            <p:cNvPr id="135251" name="Line 127"/>
            <p:cNvSpPr>
              <a:spLocks noChangeShapeType="1"/>
            </p:cNvSpPr>
            <p:nvPr/>
          </p:nvSpPr>
          <p:spPr bwMode="auto">
            <a:xfrm>
              <a:off x="4599" y="2269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accent4">
                    <a:lumMod val="20000"/>
                    <a:lumOff val="8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5252" name="Line 128"/>
            <p:cNvSpPr>
              <a:spLocks noChangeShapeType="1"/>
            </p:cNvSpPr>
            <p:nvPr/>
          </p:nvSpPr>
          <p:spPr bwMode="auto">
            <a:xfrm>
              <a:off x="4912" y="2269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accent4">
                    <a:lumMod val="20000"/>
                    <a:lumOff val="8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5253" name="Rectangle 129"/>
            <p:cNvSpPr>
              <a:spLocks noChangeArrowheads="1"/>
            </p:cNvSpPr>
            <p:nvPr/>
          </p:nvSpPr>
          <p:spPr bwMode="auto">
            <a:xfrm>
              <a:off x="4599" y="2269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5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solidFill>
                  <a:schemeClr val="accent4">
                    <a:lumMod val="20000"/>
                    <a:lumOff val="80000"/>
                  </a:schemeClr>
                </a:solidFill>
                <a:cs typeface="Times New Roman" panose="02020603050405020304" pitchFamily="18" charset="0"/>
              </a:endParaRPr>
            </a:p>
          </p:txBody>
        </p:sp>
        <p:sp>
          <p:nvSpPr>
            <p:cNvPr id="135254" name="Oval 130"/>
            <p:cNvSpPr>
              <a:spLocks noChangeArrowheads="1"/>
            </p:cNvSpPr>
            <p:nvPr/>
          </p:nvSpPr>
          <p:spPr bwMode="auto">
            <a:xfrm>
              <a:off x="4596" y="2210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5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accent4">
                    <a:lumMod val="20000"/>
                    <a:lumOff val="80000"/>
                  </a:schemeClr>
                </a:solidFill>
                <a:ea typeface="楷体_GB2312" pitchFamily="49" charset="-122"/>
                <a:cs typeface="Times New Roman" panose="02020603050405020304" pitchFamily="18" charset="0"/>
              </a:endParaRPr>
            </a:p>
          </p:txBody>
        </p:sp>
        <p:sp>
          <p:nvSpPr>
            <p:cNvPr id="135255" name="Rectangle 131"/>
            <p:cNvSpPr>
              <a:spLocks noChangeArrowheads="1"/>
            </p:cNvSpPr>
            <p:nvPr/>
          </p:nvSpPr>
          <p:spPr bwMode="auto">
            <a:xfrm>
              <a:off x="4683" y="2223"/>
              <a:ext cx="142" cy="110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5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accent4">
                    <a:lumMod val="20000"/>
                    <a:lumOff val="80000"/>
                  </a:schemeClr>
                </a:solidFill>
                <a:ea typeface="楷体_GB2312" pitchFamily="49" charset="-122"/>
                <a:cs typeface="Times New Roman" panose="02020603050405020304" pitchFamily="18" charset="0"/>
              </a:endParaRPr>
            </a:p>
          </p:txBody>
        </p:sp>
        <p:sp>
          <p:nvSpPr>
            <p:cNvPr id="135256" name="Text Box 132"/>
            <p:cNvSpPr txBox="1">
              <a:spLocks noChangeArrowheads="1"/>
            </p:cNvSpPr>
            <p:nvPr/>
          </p:nvSpPr>
          <p:spPr bwMode="auto">
            <a:xfrm>
              <a:off x="4659" y="2162"/>
              <a:ext cx="197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5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kumimoji="0" lang="en-US" altLang="zh-CN" sz="2000">
                  <a:solidFill>
                    <a:schemeClr val="accent4">
                      <a:lumMod val="20000"/>
                      <a:lumOff val="80000"/>
                    </a:schemeClr>
                  </a:solidFill>
                  <a:cs typeface="Times New Roman" panose="02020603050405020304" pitchFamily="18" charset="0"/>
                </a:rPr>
                <a:t>b</a:t>
              </a:r>
              <a:endParaRPr kumimoji="0" lang="en-US" altLang="zh-CN" sz="2400">
                <a:solidFill>
                  <a:schemeClr val="accent4">
                    <a:lumMod val="20000"/>
                    <a:lumOff val="80000"/>
                  </a:schemeClr>
                </a:solidFill>
                <a:cs typeface="Times New Roman" panose="02020603050405020304" pitchFamily="18" charset="0"/>
              </a:endParaRPr>
            </a:p>
          </p:txBody>
        </p:sp>
      </p:grpSp>
      <p:sp>
        <p:nvSpPr>
          <p:cNvPr id="135239" name="Freeform 133"/>
          <p:cNvSpPr/>
          <p:nvPr/>
        </p:nvSpPr>
        <p:spPr bwMode="auto">
          <a:xfrm>
            <a:off x="4260776" y="3257550"/>
            <a:ext cx="2933700" cy="657225"/>
          </a:xfrm>
          <a:custGeom>
            <a:avLst/>
            <a:gdLst>
              <a:gd name="T0" fmla="*/ 0 w 1848"/>
              <a:gd name="T1" fmla="*/ 2147483646 h 414"/>
              <a:gd name="T2" fmla="*/ 2147483646 w 1848"/>
              <a:gd name="T3" fmla="*/ 0 h 414"/>
              <a:gd name="T4" fmla="*/ 2147483646 w 1848"/>
              <a:gd name="T5" fmla="*/ 2147483646 h 414"/>
              <a:gd name="T6" fmla="*/ 2147483646 w 1848"/>
              <a:gd name="T7" fmla="*/ 2147483646 h 414"/>
              <a:gd name="T8" fmla="*/ 0 w 1848"/>
              <a:gd name="T9" fmla="*/ 2147483646 h 4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48"/>
              <a:gd name="T16" fmla="*/ 0 h 414"/>
              <a:gd name="T17" fmla="*/ 1848 w 1848"/>
              <a:gd name="T18" fmla="*/ 414 h 4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48" h="414">
                <a:moveTo>
                  <a:pt x="0" y="414"/>
                </a:moveTo>
                <a:lnTo>
                  <a:pt x="84" y="0"/>
                </a:lnTo>
                <a:lnTo>
                  <a:pt x="384" y="6"/>
                </a:lnTo>
                <a:lnTo>
                  <a:pt x="1848" y="414"/>
                </a:lnTo>
                <a:lnTo>
                  <a:pt x="0" y="414"/>
                </a:lnTo>
                <a:close/>
              </a:path>
            </a:pathLst>
          </a:custGeom>
          <a:solidFill>
            <a:srgbClr val="DDDDDD"/>
          </a:solidFill>
          <a:ln w="9525">
            <a:solidFill>
              <a:srgbClr val="DDDDDD"/>
            </a:solidFill>
            <a:round/>
          </a:ln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35240" name="Group 134"/>
          <p:cNvGrpSpPr/>
          <p:nvPr/>
        </p:nvGrpSpPr>
        <p:grpSpPr bwMode="auto">
          <a:xfrm>
            <a:off x="4375076" y="2971800"/>
            <a:ext cx="501650" cy="400050"/>
            <a:chOff x="2016" y="1980"/>
            <a:chExt cx="316" cy="252"/>
          </a:xfrm>
        </p:grpSpPr>
        <p:sp>
          <p:nvSpPr>
            <p:cNvPr id="135242" name="Oval 135"/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5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accent4">
                    <a:lumMod val="20000"/>
                    <a:lumOff val="80000"/>
                  </a:schemeClr>
                </a:solidFill>
                <a:ea typeface="楷体_GB2312" pitchFamily="49" charset="-122"/>
                <a:cs typeface="Times New Roman" panose="02020603050405020304" pitchFamily="18" charset="0"/>
              </a:endParaRPr>
            </a:p>
          </p:txBody>
        </p:sp>
        <p:sp>
          <p:nvSpPr>
            <p:cNvPr id="135243" name="Line 136"/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accent4">
                    <a:lumMod val="20000"/>
                    <a:lumOff val="8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5244" name="Line 137"/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accent4">
                    <a:lumMod val="20000"/>
                    <a:lumOff val="8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5245" name="Rectangle 138"/>
            <p:cNvSpPr>
              <a:spLocks noChangeArrowheads="1"/>
            </p:cNvSpPr>
            <p:nvPr/>
          </p:nvSpPr>
          <p:spPr bwMode="auto">
            <a:xfrm>
              <a:off x="2019" y="2095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5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kumimoji="0" lang="zh-CN" altLang="zh-CN" sz="2400">
                <a:solidFill>
                  <a:schemeClr val="accent4">
                    <a:lumMod val="20000"/>
                    <a:lumOff val="80000"/>
                  </a:schemeClr>
                </a:solidFill>
                <a:cs typeface="Times New Roman" panose="02020603050405020304" pitchFamily="18" charset="0"/>
              </a:endParaRPr>
            </a:p>
          </p:txBody>
        </p:sp>
        <p:sp>
          <p:nvSpPr>
            <p:cNvPr id="135246" name="Oval 139"/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Blip>
                  <a:blip r:embed="rId4"/>
                </a:buBlip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Blip>
                  <a:blip r:embed="rId5"/>
                </a:buBlip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Font typeface="Times New Roman" panose="02020603050405020304" pitchFamily="18" charset="0"/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Font typeface="Times New Roman" panose="02020603050405020304" pitchFamily="18" charset="0"/>
                <a:buChar char="•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34" charset="-127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10000"/>
                </a:spcBef>
                <a:buClr>
                  <a:schemeClr val="tx1"/>
                </a:buClr>
                <a:buFont typeface="Symbol" panose="05050102010706020507" pitchFamily="18" charset="2"/>
                <a:buChar char="¾"/>
              </a:pPr>
              <a:endParaRPr lang="zh-CN" altLang="en-US">
                <a:solidFill>
                  <a:schemeClr val="accent4">
                    <a:lumMod val="20000"/>
                    <a:lumOff val="80000"/>
                  </a:schemeClr>
                </a:solidFill>
                <a:ea typeface="楷体_GB2312" pitchFamily="49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135247" name="Group 140"/>
            <p:cNvGrpSpPr/>
            <p:nvPr/>
          </p:nvGrpSpPr>
          <p:grpSpPr bwMode="auto">
            <a:xfrm>
              <a:off x="2079" y="1980"/>
              <a:ext cx="188" cy="252"/>
              <a:chOff x="2962" y="2429"/>
              <a:chExt cx="191" cy="252"/>
            </a:xfrm>
          </p:grpSpPr>
          <p:sp>
            <p:nvSpPr>
              <p:cNvPr id="135248" name="Rectangle 141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5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 eaLnBrk="1" hangingPunct="1">
                  <a:lnSpc>
                    <a:spcPct val="120000"/>
                  </a:lnSpc>
                  <a:spcBef>
                    <a:spcPct val="10000"/>
                  </a:spcBef>
                  <a:buClr>
                    <a:schemeClr val="tx1"/>
                  </a:buClr>
                  <a:buFont typeface="Symbol" panose="05050102010706020507" pitchFamily="18" charset="2"/>
                  <a:buChar char="¾"/>
                </a:pPr>
                <a:endParaRPr lang="zh-CN" altLang="en-US">
                  <a:solidFill>
                    <a:schemeClr val="accent4">
                      <a:lumMod val="20000"/>
                      <a:lumOff val="80000"/>
                    </a:schemeClr>
                  </a:solidFill>
                  <a:ea typeface="楷体_GB2312" pitchFamily="49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249" name="Text Box 142"/>
              <p:cNvSpPr txBox="1">
                <a:spLocks noChangeArrowheads="1"/>
              </p:cNvSpPr>
              <p:nvPr/>
            </p:nvSpPr>
            <p:spPr bwMode="auto">
              <a:xfrm>
                <a:off x="2962" y="2429"/>
                <a:ext cx="191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Blip>
                    <a:blip r:embed="rId4"/>
                  </a:buBlip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Blip>
                    <a:blip r:embed="rId5"/>
                  </a:buBlip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Font typeface="Times New Roman" panose="02020603050405020304" pitchFamily="18" charset="0"/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Font typeface="Times New Roman" panose="02020603050405020304" pitchFamily="18" charset="0"/>
                  <a:buChar char="•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굴림" panose="020B0600000101010101" pitchFamily="34" charset="-127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kumimoji="0" lang="en-US" altLang="zh-CN" sz="2000">
                    <a:solidFill>
                      <a:schemeClr val="accent4">
                        <a:lumMod val="20000"/>
                        <a:lumOff val="80000"/>
                      </a:schemeClr>
                    </a:solidFill>
                    <a:cs typeface="Times New Roman" panose="02020603050405020304" pitchFamily="18" charset="0"/>
                  </a:rPr>
                  <a:t>c</a:t>
                </a:r>
                <a:endParaRPr kumimoji="0" lang="en-US" altLang="zh-CN" sz="2400">
                  <a:solidFill>
                    <a:schemeClr val="accent4">
                      <a:lumMod val="20000"/>
                      <a:lumOff val="80000"/>
                    </a:schemeClr>
                  </a:solidFill>
                  <a:cs typeface="Times New Roman" panose="02020603050405020304" pitchFamily="18" charset="0"/>
                </a:endParaRPr>
              </a:p>
            </p:txBody>
          </p:sp>
        </p:grpSp>
      </p:grpSp>
      <p:sp>
        <p:nvSpPr>
          <p:cNvPr id="94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</a:p>
        </p:txBody>
      </p:sp>
      <p:sp>
        <p:nvSpPr>
          <p:cNvPr id="93" name="Rectangle 2">
            <a:extLst>
              <a:ext uri="{FF2B5EF4-FFF2-40B4-BE49-F238E27FC236}">
                <a16:creationId xmlns:a16="http://schemas.microsoft.com/office/drawing/2014/main" id="{8CB84D7C-CDFB-47FB-AFB6-725A5BCB41A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06400" y="609600"/>
            <a:ext cx="8318500" cy="725487"/>
          </a:xfrm>
        </p:spPr>
        <p:txBody>
          <a:bodyPr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互联网的层次化路由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5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620713"/>
            <a:ext cx="8496300" cy="827087"/>
          </a:xfrm>
        </p:spPr>
        <p:txBody>
          <a:bodyPr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互联网的层次化路由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36208" name="Rectangle 152"/>
          <p:cNvSpPr>
            <a:spLocks noChangeArrowheads="1"/>
          </p:cNvSpPr>
          <p:nvPr/>
        </p:nvSpPr>
        <p:spPr bwMode="auto">
          <a:xfrm>
            <a:off x="355491" y="1522863"/>
            <a:ext cx="8433018" cy="47144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ts val="3500"/>
              </a:lnSpc>
              <a:spcBef>
                <a:spcPts val="600"/>
              </a:spcBef>
            </a:pPr>
            <a:r>
              <a:rPr lang="zh-CN" altLang="en-US" sz="2400" dirty="0">
                <a:cs typeface="Times New Roman" panose="02020603050405020304" pitchFamily="18" charset="0"/>
              </a:rPr>
              <a:t>自治域内路由：内部网关协议</a:t>
            </a:r>
            <a:r>
              <a:rPr lang="en-US" altLang="zh-CN" sz="2400" dirty="0">
                <a:solidFill>
                  <a:schemeClr val="accent2">
                    <a:lumMod val="75000"/>
                  </a:schemeClr>
                </a:solidFill>
                <a:cs typeface="Times New Roman" panose="02020603050405020304" pitchFamily="18" charset="0"/>
              </a:rPr>
              <a:t>IGP</a:t>
            </a:r>
          </a:p>
          <a:p>
            <a:pPr lvl="1">
              <a:lnSpc>
                <a:spcPts val="3500"/>
              </a:lnSpc>
              <a:spcBef>
                <a:spcPts val="600"/>
              </a:spcBef>
            </a:pPr>
            <a:r>
              <a:rPr lang="zh-CN" altLang="en-US" sz="2200" b="1" dirty="0">
                <a:solidFill>
                  <a:srgbClr val="C00000"/>
                </a:solidFill>
                <a:cs typeface="Times New Roman" panose="02020603050405020304" pitchFamily="18" charset="0"/>
              </a:rPr>
              <a:t>路由信息协议</a:t>
            </a:r>
            <a:r>
              <a:rPr lang="en-US" altLang="zh-CN" sz="2200" b="1" dirty="0">
                <a:solidFill>
                  <a:srgbClr val="C00000"/>
                </a:solidFill>
                <a:cs typeface="Times New Roman" panose="02020603050405020304" pitchFamily="18" charset="0"/>
              </a:rPr>
              <a:t>RIP</a:t>
            </a:r>
            <a:r>
              <a:rPr lang="zh-CN" altLang="en-US" sz="2200" dirty="0">
                <a:cs typeface="Times New Roman" panose="02020603050405020304" pitchFamily="18" charset="0"/>
              </a:rPr>
              <a:t>：</a:t>
            </a:r>
            <a:r>
              <a:rPr lang="en-US" altLang="zh-CN" sz="2200" dirty="0">
                <a:cs typeface="Times New Roman" panose="02020603050405020304" pitchFamily="18" charset="0"/>
              </a:rPr>
              <a:t>Routing Information Protocol</a:t>
            </a:r>
            <a:r>
              <a:rPr lang="zh-CN" altLang="en-US" sz="2200" dirty="0">
                <a:cs typeface="Times New Roman" panose="02020603050405020304" pitchFamily="18" charset="0"/>
              </a:rPr>
              <a:t>（</a:t>
            </a:r>
            <a:r>
              <a:rPr lang="en-US" altLang="zh-CN" sz="2200" dirty="0">
                <a:cs typeface="Times New Roman" panose="02020603050405020304" pitchFamily="18" charset="0"/>
              </a:rPr>
              <a:t>IETF</a:t>
            </a:r>
            <a:r>
              <a:rPr lang="zh-CN" altLang="en-US" sz="2200" dirty="0">
                <a:cs typeface="Times New Roman" panose="02020603050405020304" pitchFamily="18" charset="0"/>
              </a:rPr>
              <a:t>）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lvl="1">
              <a:lnSpc>
                <a:spcPts val="3500"/>
              </a:lnSpc>
              <a:spcBef>
                <a:spcPts val="600"/>
              </a:spcBef>
            </a:pPr>
            <a:r>
              <a:rPr lang="zh-CN" altLang="en-US" sz="2200" b="1" dirty="0">
                <a:solidFill>
                  <a:srgbClr val="C00000"/>
                </a:solidFill>
                <a:cs typeface="Times New Roman" panose="02020603050405020304" pitchFamily="18" charset="0"/>
              </a:rPr>
              <a:t>开放最短路径优先协议</a:t>
            </a:r>
            <a:r>
              <a:rPr lang="en-US" altLang="zh-CN" sz="2200" b="1" dirty="0">
                <a:solidFill>
                  <a:srgbClr val="C00000"/>
                </a:solidFill>
                <a:cs typeface="Times New Roman" panose="02020603050405020304" pitchFamily="18" charset="0"/>
              </a:rPr>
              <a:t>OSPF</a:t>
            </a:r>
            <a:r>
              <a:rPr lang="zh-CN" altLang="en-US" sz="2200" dirty="0">
                <a:cs typeface="Times New Roman" panose="02020603050405020304" pitchFamily="18" charset="0"/>
              </a:rPr>
              <a:t>：</a:t>
            </a:r>
            <a:r>
              <a:rPr lang="en-US" altLang="zh-CN" sz="2200" dirty="0">
                <a:cs typeface="Times New Roman" panose="02020603050405020304" pitchFamily="18" charset="0"/>
              </a:rPr>
              <a:t>Open Shortest Path First</a:t>
            </a:r>
            <a:r>
              <a:rPr lang="zh-CN" altLang="en-US" sz="2200" dirty="0">
                <a:cs typeface="Times New Roman" panose="02020603050405020304" pitchFamily="18" charset="0"/>
              </a:rPr>
              <a:t>（</a:t>
            </a:r>
            <a:r>
              <a:rPr lang="en-US" altLang="zh-CN" sz="2200" dirty="0">
                <a:cs typeface="Times New Roman" panose="02020603050405020304" pitchFamily="18" charset="0"/>
              </a:rPr>
              <a:t>IETF</a:t>
            </a:r>
            <a:r>
              <a:rPr lang="zh-CN" altLang="en-US" sz="2200" dirty="0">
                <a:cs typeface="Times New Roman" panose="02020603050405020304" pitchFamily="18" charset="0"/>
              </a:rPr>
              <a:t>）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lvl="1">
              <a:lnSpc>
                <a:spcPts val="3500"/>
              </a:lnSpc>
              <a:spcBef>
                <a:spcPts val="600"/>
              </a:spcBef>
            </a:pPr>
            <a:r>
              <a:rPr lang="zh-CN" altLang="en-US" sz="2200" dirty="0">
                <a:solidFill>
                  <a:srgbClr val="2A09B7"/>
                </a:solidFill>
                <a:cs typeface="Times New Roman" panose="02020603050405020304" pitchFamily="18" charset="0"/>
              </a:rPr>
              <a:t>中间系统到中间系统协议</a:t>
            </a:r>
            <a:r>
              <a:rPr lang="en-US" altLang="zh-CN" sz="2200" dirty="0">
                <a:solidFill>
                  <a:srgbClr val="2A09B7"/>
                </a:solidFill>
                <a:cs typeface="Times New Roman" panose="02020603050405020304" pitchFamily="18" charset="0"/>
              </a:rPr>
              <a:t>IS-IS</a:t>
            </a:r>
            <a:r>
              <a:rPr lang="zh-CN" altLang="en-US" sz="2200" dirty="0">
                <a:solidFill>
                  <a:srgbClr val="333333"/>
                </a:solidFill>
                <a:latin typeface="Arial" panose="020B0604020202020204" pitchFamily="34" charset="0"/>
                <a:cs typeface="Times New Roman" panose="02020603050405020304" pitchFamily="18" charset="0"/>
              </a:rPr>
              <a:t>：</a:t>
            </a:r>
            <a:r>
              <a:rPr lang="en-US" altLang="zh-CN" sz="2200" dirty="0">
                <a:cs typeface="Times New Roman" panose="02020603050405020304" pitchFamily="18" charset="0"/>
              </a:rPr>
              <a:t>Intermediate System-to-Intermediate System</a:t>
            </a:r>
            <a:r>
              <a:rPr lang="zh-CN" altLang="en-US" sz="2200" dirty="0">
                <a:cs typeface="Times New Roman" panose="02020603050405020304" pitchFamily="18" charset="0"/>
              </a:rPr>
              <a:t>（</a:t>
            </a:r>
            <a:r>
              <a:rPr lang="en-US" altLang="zh-CN" sz="2200" dirty="0">
                <a:cs typeface="Times New Roman" panose="02020603050405020304" pitchFamily="18" charset="0"/>
              </a:rPr>
              <a:t>ISO</a:t>
            </a:r>
            <a:r>
              <a:rPr lang="zh-CN" altLang="en-US" sz="2200" dirty="0">
                <a:cs typeface="Times New Roman" panose="02020603050405020304" pitchFamily="18" charset="0"/>
              </a:rPr>
              <a:t>）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lvl="1">
              <a:lnSpc>
                <a:spcPts val="3500"/>
              </a:lnSpc>
              <a:spcBef>
                <a:spcPts val="600"/>
              </a:spcBef>
            </a:pPr>
            <a:r>
              <a:rPr lang="zh-CN" altLang="en-US" sz="2200" dirty="0">
                <a:solidFill>
                  <a:srgbClr val="2A09B7"/>
                </a:solidFill>
                <a:cs typeface="Times New Roman" panose="02020603050405020304" pitchFamily="18" charset="0"/>
              </a:rPr>
              <a:t>内部网关路由协议</a:t>
            </a:r>
            <a:r>
              <a:rPr lang="en-US" altLang="zh-CN" sz="2200" dirty="0">
                <a:solidFill>
                  <a:srgbClr val="2A09B7"/>
                </a:solidFill>
                <a:cs typeface="Times New Roman" panose="02020603050405020304" pitchFamily="18" charset="0"/>
              </a:rPr>
              <a:t>IGRP</a:t>
            </a:r>
            <a:r>
              <a:rPr lang="zh-CN" altLang="en-US" sz="2200" dirty="0">
                <a:cs typeface="Times New Roman" panose="02020603050405020304" pitchFamily="18" charset="0"/>
              </a:rPr>
              <a:t>：</a:t>
            </a:r>
            <a:r>
              <a:rPr lang="en-US" altLang="zh-CN" sz="2200" dirty="0">
                <a:cs typeface="Times New Roman" panose="02020603050405020304" pitchFamily="18" charset="0"/>
              </a:rPr>
              <a:t>Interior Gateway Routing Protocol</a:t>
            </a:r>
            <a:r>
              <a:rPr lang="zh-CN" altLang="en-US" sz="2200" dirty="0">
                <a:cs typeface="Times New Roman" panose="02020603050405020304" pitchFamily="18" charset="0"/>
              </a:rPr>
              <a:t>（</a:t>
            </a:r>
            <a:r>
              <a:rPr lang="en-US" altLang="zh-CN" sz="2200" dirty="0">
                <a:cs typeface="Times New Roman" panose="02020603050405020304" pitchFamily="18" charset="0"/>
              </a:rPr>
              <a:t>Cisco</a:t>
            </a:r>
            <a:r>
              <a:rPr lang="zh-CN" altLang="en-US" sz="2200" dirty="0">
                <a:cs typeface="Times New Roman" panose="02020603050405020304" pitchFamily="18" charset="0"/>
              </a:rPr>
              <a:t>）</a:t>
            </a:r>
            <a:endParaRPr lang="en-US" altLang="zh-CN" sz="2200" dirty="0">
              <a:solidFill>
                <a:srgbClr val="CC0000"/>
              </a:solidFill>
              <a:cs typeface="Times New Roman" panose="02020603050405020304" pitchFamily="18" charset="0"/>
            </a:endParaRPr>
          </a:p>
          <a:p>
            <a:pPr>
              <a:lnSpc>
                <a:spcPts val="3500"/>
              </a:lnSpc>
              <a:spcBef>
                <a:spcPts val="600"/>
              </a:spcBef>
            </a:pPr>
            <a:r>
              <a:rPr lang="zh-CN" altLang="en-US" sz="2400" dirty="0">
                <a:cs typeface="Times New Roman" panose="02020603050405020304" pitchFamily="18" charset="0"/>
              </a:rPr>
              <a:t>自治域间路由：外部网关协议</a:t>
            </a:r>
            <a:r>
              <a:rPr lang="en-US" altLang="zh-CN" sz="2400" dirty="0">
                <a:solidFill>
                  <a:schemeClr val="accent2">
                    <a:lumMod val="75000"/>
                  </a:schemeClr>
                </a:solidFill>
                <a:cs typeface="Times New Roman" panose="02020603050405020304" pitchFamily="18" charset="0"/>
              </a:rPr>
              <a:t>EGP</a:t>
            </a:r>
          </a:p>
          <a:p>
            <a:pPr lvl="1">
              <a:lnSpc>
                <a:spcPts val="3500"/>
              </a:lnSpc>
              <a:spcBef>
                <a:spcPts val="600"/>
              </a:spcBef>
            </a:pPr>
            <a:r>
              <a:rPr lang="zh-CN" altLang="en-US" sz="2200" b="1" dirty="0">
                <a:solidFill>
                  <a:srgbClr val="C00000"/>
                </a:solidFill>
                <a:cs typeface="Times New Roman" panose="02020603050405020304" pitchFamily="18" charset="0"/>
              </a:rPr>
              <a:t>边界网关协议</a:t>
            </a:r>
            <a:r>
              <a:rPr lang="en-US" altLang="zh-CN" sz="2200" b="1" dirty="0">
                <a:solidFill>
                  <a:srgbClr val="C00000"/>
                </a:solidFill>
                <a:cs typeface="Times New Roman" panose="02020603050405020304" pitchFamily="18" charset="0"/>
              </a:rPr>
              <a:t>BGP</a:t>
            </a:r>
            <a:r>
              <a:rPr lang="zh-CN" altLang="en-US" sz="2200" b="1" dirty="0">
                <a:solidFill>
                  <a:srgbClr val="C00000"/>
                </a:solidFill>
                <a:cs typeface="Times New Roman" panose="02020603050405020304" pitchFamily="18" charset="0"/>
              </a:rPr>
              <a:t>：</a:t>
            </a:r>
            <a:r>
              <a:rPr lang="en-US" altLang="zh-CN" sz="2200" dirty="0">
                <a:cs typeface="Times New Roman" panose="02020603050405020304" pitchFamily="18" charset="0"/>
              </a:rPr>
              <a:t>Border Gateway Protocol</a:t>
            </a:r>
            <a:r>
              <a:rPr lang="zh-CN" altLang="en-US" sz="2200" dirty="0">
                <a:cs typeface="Times New Roman" panose="02020603050405020304" pitchFamily="18" charset="0"/>
              </a:rPr>
              <a:t>（</a:t>
            </a:r>
            <a:r>
              <a:rPr lang="en-US" altLang="zh-CN" sz="2200" dirty="0">
                <a:cs typeface="Times New Roman" panose="02020603050405020304" pitchFamily="18" charset="0"/>
              </a:rPr>
              <a:t>IETF</a:t>
            </a:r>
            <a:r>
              <a:rPr lang="zh-CN" altLang="en-US" sz="2200" dirty="0">
                <a:cs typeface="Times New Roman" panose="02020603050405020304" pitchFamily="18" charset="0"/>
              </a:rPr>
              <a:t>）</a:t>
            </a:r>
            <a:endParaRPr lang="en-US" altLang="zh-CN" sz="2200" dirty="0">
              <a:cs typeface="Times New Roman" panose="02020603050405020304" pitchFamily="18" charset="0"/>
            </a:endParaRPr>
          </a:p>
        </p:txBody>
      </p:sp>
      <p:sp>
        <p:nvSpPr>
          <p:cNvPr id="109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3" name="Rectangle 2"/>
          <p:cNvSpPr>
            <a:spLocks noGrp="1" noChangeArrowheads="1"/>
          </p:cNvSpPr>
          <p:nvPr>
            <p:ph type="title"/>
          </p:nvPr>
        </p:nvSpPr>
        <p:spPr>
          <a:xfrm>
            <a:off x="409074" y="609600"/>
            <a:ext cx="8411076" cy="803275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RIP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协议概述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5" name="Rectangle 152"/>
          <p:cNvSpPr>
            <a:spLocks noChangeArrowheads="1"/>
          </p:cNvSpPr>
          <p:nvPr/>
        </p:nvSpPr>
        <p:spPr bwMode="auto">
          <a:xfrm>
            <a:off x="418456" y="1600200"/>
            <a:ext cx="8307087" cy="434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lnSpc>
                <a:spcPct val="150000"/>
              </a:lnSpc>
              <a:spcBef>
                <a:spcPts val="600"/>
              </a:spcBef>
            </a:pPr>
            <a:r>
              <a:rPr lang="zh-CN" altLang="en-US" sz="2400" dirty="0">
                <a:cs typeface="Times New Roman" panose="02020603050405020304" pitchFamily="18" charset="0"/>
              </a:rPr>
              <a:t>使用距离向量算法（如</a:t>
            </a:r>
            <a:r>
              <a:rPr lang="en-US" altLang="zh-CN" sz="2400" dirty="0">
                <a:cs typeface="Times New Roman" panose="02020603050405020304" pitchFamily="18" charset="0"/>
              </a:rPr>
              <a:t>Bellman-Ford</a:t>
            </a:r>
            <a:r>
              <a:rPr lang="zh-CN" altLang="en-US" sz="2400" dirty="0">
                <a:cs typeface="Times New Roman" panose="02020603050405020304" pitchFamily="18" charset="0"/>
              </a:rPr>
              <a:t>）</a:t>
            </a:r>
            <a:endParaRPr lang="en-US" altLang="zh-CN" sz="2400" dirty="0"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ts val="600"/>
              </a:spcBef>
            </a:pPr>
            <a:r>
              <a:rPr lang="en-US" altLang="zh-CN" sz="2400" dirty="0">
                <a:cs typeface="Times New Roman" panose="02020603050405020304" pitchFamily="18" charset="0"/>
              </a:rPr>
              <a:t>1982</a:t>
            </a:r>
            <a:r>
              <a:rPr lang="zh-CN" altLang="en-US" sz="2400" dirty="0">
                <a:cs typeface="Times New Roman" panose="02020603050405020304" pitchFamily="18" charset="0"/>
              </a:rPr>
              <a:t>年，在</a:t>
            </a:r>
            <a:r>
              <a:rPr lang="en-US" altLang="zh-CN" sz="2400" dirty="0">
                <a:cs typeface="Times New Roman" panose="02020603050405020304" pitchFamily="18" charset="0"/>
              </a:rPr>
              <a:t>BSD-UNIX</a:t>
            </a:r>
            <a:r>
              <a:rPr lang="zh-CN" altLang="en-US" sz="2400" dirty="0">
                <a:cs typeface="Times New Roman" panose="02020603050405020304" pitchFamily="18" charset="0"/>
              </a:rPr>
              <a:t>上发布</a:t>
            </a:r>
            <a:endParaRPr lang="en-US" altLang="zh-CN" sz="2400" dirty="0"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ts val="600"/>
              </a:spcBef>
            </a:pPr>
            <a:r>
              <a:rPr lang="zh-CN" altLang="en-US" sz="2400" dirty="0">
                <a:cs typeface="Times New Roman" panose="02020603050405020304" pitchFamily="18" charset="0"/>
              </a:rPr>
              <a:t>距离度量：采用跳步数，最大跳步数为</a:t>
            </a:r>
            <a:r>
              <a:rPr lang="en-US" altLang="zh-CN" sz="2400" dirty="0">
                <a:cs typeface="Times New Roman" panose="02020603050405020304" pitchFamily="18" charset="0"/>
              </a:rPr>
              <a:t>15</a:t>
            </a:r>
            <a:r>
              <a:rPr lang="zh-CN" altLang="en-US" sz="2400" dirty="0">
                <a:cs typeface="Times New Roman" panose="02020603050405020304" pitchFamily="18" charset="0"/>
              </a:rPr>
              <a:t>跳</a:t>
            </a:r>
            <a:endParaRPr lang="en-US" altLang="zh-CN" sz="2400" dirty="0"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ts val="600"/>
              </a:spcBef>
            </a:pPr>
            <a:r>
              <a:rPr lang="en-US" altLang="zh-CN" sz="2400" dirty="0">
                <a:cs typeface="Times New Roman" panose="02020603050405020304" pitchFamily="18" charset="0"/>
              </a:rPr>
              <a:t>RIPv1</a:t>
            </a:r>
            <a:r>
              <a:rPr lang="zh-CN" altLang="en-US" sz="2400" dirty="0">
                <a:cs typeface="Times New Roman" panose="02020603050405020304" pitchFamily="18" charset="0"/>
              </a:rPr>
              <a:t>（</a:t>
            </a:r>
            <a:r>
              <a:rPr lang="en-US" altLang="zh-CN" sz="2400" dirty="0">
                <a:solidFill>
                  <a:srgbClr val="FF0000"/>
                </a:solidFill>
                <a:cs typeface="Times New Roman" panose="02020603050405020304" pitchFamily="18" charset="0"/>
              </a:rPr>
              <a:t>RFC 1058</a:t>
            </a:r>
            <a:r>
              <a:rPr lang="zh-CN" altLang="en-US" sz="2400" dirty="0">
                <a:solidFill>
                  <a:srgbClr val="FF0000"/>
                </a:solidFill>
                <a:cs typeface="Times New Roman" panose="02020603050405020304" pitchFamily="18" charset="0"/>
              </a:rPr>
              <a:t>）</a:t>
            </a:r>
            <a:endParaRPr lang="en-US" altLang="zh-CN" sz="2400" dirty="0"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ts val="600"/>
              </a:spcBef>
            </a:pPr>
            <a:r>
              <a:rPr lang="en-US" altLang="zh-CN" sz="2400" dirty="0">
                <a:cs typeface="Times New Roman" panose="02020603050405020304" pitchFamily="18" charset="0"/>
              </a:rPr>
              <a:t>RIPv2</a:t>
            </a:r>
            <a:r>
              <a:rPr lang="zh-CN" altLang="en-US" sz="2400" dirty="0">
                <a:cs typeface="Times New Roman" panose="02020603050405020304" pitchFamily="18" charset="0"/>
              </a:rPr>
              <a:t>（</a:t>
            </a:r>
            <a:r>
              <a:rPr lang="en-US" altLang="zh-CN" sz="2400" dirty="0">
                <a:solidFill>
                  <a:srgbClr val="FF0000"/>
                </a:solidFill>
                <a:cs typeface="Times New Roman" panose="02020603050405020304" pitchFamily="18" charset="0"/>
              </a:rPr>
              <a:t>RFC 1388</a:t>
            </a:r>
            <a:r>
              <a:rPr lang="zh-CN" altLang="en-US" sz="2400" dirty="0">
                <a:solidFill>
                  <a:srgbClr val="FF0000"/>
                </a:solidFill>
                <a:cs typeface="Times New Roman" panose="02020603050405020304" pitchFamily="18" charset="0"/>
              </a:rPr>
              <a:t>）</a:t>
            </a:r>
            <a:endParaRPr lang="en-US" altLang="zh-CN" sz="2400" dirty="0">
              <a:solidFill>
                <a:srgbClr val="FF0000"/>
              </a:solidFill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ts val="600"/>
              </a:spcBef>
            </a:pPr>
            <a:r>
              <a:rPr lang="en-US" altLang="zh-CN" sz="2400" dirty="0" err="1">
                <a:cs typeface="Times New Roman" panose="02020603050405020304" pitchFamily="18" charset="0"/>
              </a:rPr>
              <a:t>RIPng</a:t>
            </a:r>
            <a:r>
              <a:rPr lang="zh-CN" altLang="en-US" sz="2400" dirty="0">
                <a:cs typeface="Times New Roman" panose="02020603050405020304" pitchFamily="18" charset="0"/>
              </a:rPr>
              <a:t>（</a:t>
            </a:r>
            <a:r>
              <a:rPr lang="en-US" altLang="zh-CN" sz="2400" dirty="0">
                <a:solidFill>
                  <a:srgbClr val="FF0000"/>
                </a:solidFill>
                <a:cs typeface="Times New Roman" panose="02020603050405020304" pitchFamily="18" charset="0"/>
              </a:rPr>
              <a:t>RFC 2080</a:t>
            </a:r>
            <a:r>
              <a:rPr lang="zh-CN" altLang="en-US" sz="2400" dirty="0">
                <a:solidFill>
                  <a:srgbClr val="FF0000"/>
                </a:solidFill>
                <a:cs typeface="Times New Roman" panose="02020603050405020304" pitchFamily="18" charset="0"/>
              </a:rPr>
              <a:t>）</a:t>
            </a:r>
            <a:endParaRPr lang="en-US" altLang="zh-CN" sz="2400" dirty="0">
              <a:cs typeface="Times New Roman" panose="02020603050405020304" pitchFamily="18" charset="0"/>
            </a:endParaRPr>
          </a:p>
          <a:p>
            <a:pPr lvl="1">
              <a:lnSpc>
                <a:spcPct val="150000"/>
              </a:lnSpc>
              <a:spcBef>
                <a:spcPts val="600"/>
              </a:spcBef>
            </a:pPr>
            <a:r>
              <a:rPr lang="zh-CN" altLang="en-US" sz="2200" dirty="0">
                <a:cs typeface="Times New Roman" panose="02020603050405020304" pitchFamily="18" charset="0"/>
              </a:rPr>
              <a:t>其他相关文档：</a:t>
            </a:r>
            <a:r>
              <a:rPr lang="en-US" altLang="zh-CN" sz="2200" dirty="0">
                <a:cs typeface="Times New Roman" panose="02020603050405020304" pitchFamily="18" charset="0"/>
              </a:rPr>
              <a:t>RFC</a:t>
            </a:r>
            <a:r>
              <a:rPr lang="zh-CN" altLang="en-US" sz="2200" dirty="0">
                <a:cs typeface="Times New Roman" panose="02020603050405020304" pitchFamily="18" charset="0"/>
              </a:rPr>
              <a:t> </a:t>
            </a:r>
            <a:r>
              <a:rPr lang="en-US" altLang="zh-CN" sz="2200" dirty="0">
                <a:cs typeface="Times New Roman" panose="02020603050405020304" pitchFamily="18" charset="0"/>
              </a:rPr>
              <a:t>1389</a:t>
            </a:r>
            <a:r>
              <a:rPr lang="zh-CN" altLang="en-US" sz="2200" dirty="0">
                <a:cs typeface="Times New Roman" panose="02020603050405020304" pitchFamily="18" charset="0"/>
              </a:rPr>
              <a:t>、</a:t>
            </a:r>
            <a:r>
              <a:rPr lang="en-US" altLang="zh-CN" sz="2200" dirty="0">
                <a:cs typeface="Times New Roman" panose="02020603050405020304" pitchFamily="18" charset="0"/>
              </a:rPr>
              <a:t>1721-1724</a:t>
            </a:r>
            <a:r>
              <a:rPr lang="zh-CN" altLang="en-US" sz="2200" dirty="0">
                <a:cs typeface="Times New Roman" panose="02020603050405020304" pitchFamily="18" charset="0"/>
              </a:rPr>
              <a:t>、</a:t>
            </a:r>
            <a:r>
              <a:rPr lang="en-US" altLang="zh-CN" sz="2200" dirty="0">
                <a:cs typeface="Times New Roman" panose="02020603050405020304" pitchFamily="18" charset="0"/>
              </a:rPr>
              <a:t>2082</a:t>
            </a:r>
            <a:r>
              <a:rPr lang="zh-CN" altLang="en-US" sz="2200" dirty="0">
                <a:cs typeface="Times New Roman" panose="02020603050405020304" pitchFamily="18" charset="0"/>
              </a:rPr>
              <a:t>、</a:t>
            </a:r>
            <a:r>
              <a:rPr lang="en-US" altLang="zh-CN" sz="2200" dirty="0">
                <a:cs typeface="Times New Roman" panose="02020603050405020304" pitchFamily="18" charset="0"/>
              </a:rPr>
              <a:t>2453</a:t>
            </a:r>
          </a:p>
        </p:txBody>
      </p:sp>
      <p:sp>
        <p:nvSpPr>
          <p:cNvPr id="6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-RIP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1" name="Rectangle 3"/>
          <p:cNvSpPr>
            <a:spLocks noGrp="1" noChangeArrowheads="1"/>
          </p:cNvSpPr>
          <p:nvPr>
            <p:ph type="title"/>
          </p:nvPr>
        </p:nvSpPr>
        <p:spPr>
          <a:xfrm>
            <a:off x="323850" y="620713"/>
            <a:ext cx="8496300" cy="798512"/>
          </a:xfrm>
        </p:spPr>
        <p:txBody>
          <a:bodyPr/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RIP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示例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40292" name="Rectangle 103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latin typeface="Comic Sans MS" panose="030F0702030302020204" pitchFamily="66" charset="0"/>
              <a:ea typeface="楷体_GB2312" pitchFamily="49" charset="-122"/>
            </a:endParaRPr>
          </a:p>
        </p:txBody>
      </p:sp>
      <p:sp>
        <p:nvSpPr>
          <p:cNvPr id="140293" name="Rectangle 4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latin typeface="Comic Sans MS" panose="030F0702030302020204" pitchFamily="66" charset="0"/>
              <a:ea typeface="楷体_GB2312" pitchFamily="49" charset="-122"/>
            </a:endParaRPr>
          </a:p>
        </p:txBody>
      </p:sp>
      <p:graphicFrame>
        <p:nvGraphicFramePr>
          <p:cNvPr id="140294" name="Object 3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455316059"/>
              </p:ext>
            </p:extLst>
          </p:nvPr>
        </p:nvGraphicFramePr>
        <p:xfrm>
          <a:off x="603121" y="1259650"/>
          <a:ext cx="7848600" cy="48609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Visio" r:id="rId5" imgW="4014470" imgH="2486660" progId="Visio.Drawing.11">
                  <p:embed/>
                </p:oleObj>
              </mc:Choice>
              <mc:Fallback>
                <p:oleObj name="Visio" r:id="rId5" imgW="4014470" imgH="2486660" progId="Visio.Drawing.11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03121" y="1259650"/>
                        <a:ext cx="7848600" cy="48609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-RIP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5" name="Rectangle 3"/>
          <p:cNvSpPr>
            <a:spLocks noGrp="1" noChangeArrowheads="1"/>
          </p:cNvSpPr>
          <p:nvPr>
            <p:ph type="title"/>
          </p:nvPr>
        </p:nvSpPr>
        <p:spPr>
          <a:xfrm>
            <a:off x="323850" y="620713"/>
            <a:ext cx="8496300" cy="798512"/>
          </a:xfrm>
        </p:spPr>
        <p:txBody>
          <a:bodyPr/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RIP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示例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41316" name="Rectangle 103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latin typeface="Comic Sans MS" panose="030F0702030302020204" pitchFamily="66" charset="0"/>
              <a:ea typeface="楷体_GB2312" pitchFamily="49" charset="-122"/>
            </a:endParaRPr>
          </a:p>
        </p:txBody>
      </p:sp>
      <p:sp>
        <p:nvSpPr>
          <p:cNvPr id="141317" name="Rectangle 4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latin typeface="Comic Sans MS" panose="030F0702030302020204" pitchFamily="66" charset="0"/>
              <a:ea typeface="楷体_GB2312" pitchFamily="49" charset="-122"/>
            </a:endParaRPr>
          </a:p>
        </p:txBody>
      </p:sp>
      <p:sp>
        <p:nvSpPr>
          <p:cNvPr id="141318" name="Rectangle 4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latin typeface="Comic Sans MS" panose="030F0702030302020204" pitchFamily="66" charset="0"/>
              <a:ea typeface="楷体_GB2312" pitchFamily="49" charset="-122"/>
            </a:endParaRPr>
          </a:p>
        </p:txBody>
      </p:sp>
      <p:sp>
        <p:nvSpPr>
          <p:cNvPr id="10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-RIP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pic>
        <p:nvPicPr>
          <p:cNvPr id="3" name="图片 2">
            <a:extLst>
              <a:ext uri="{FF2B5EF4-FFF2-40B4-BE49-F238E27FC236}">
                <a16:creationId xmlns:a16="http://schemas.microsoft.com/office/drawing/2014/main" id="{8A2E64DF-BAB6-4156-9DFA-DBC7D02A6FC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33715" y="1636154"/>
            <a:ext cx="5730240" cy="4815840"/>
          </a:xfrm>
          <a:prstGeom prst="rect">
            <a:avLst/>
          </a:prstGeom>
        </p:spPr>
      </p:pic>
      <p:pic>
        <p:nvPicPr>
          <p:cNvPr id="5" name="图片 4">
            <a:extLst>
              <a:ext uri="{FF2B5EF4-FFF2-40B4-BE49-F238E27FC236}">
                <a16:creationId xmlns:a16="http://schemas.microsoft.com/office/drawing/2014/main" id="{AAED8733-B627-4963-96C1-591CB4D6BFD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263955" y="3636570"/>
            <a:ext cx="2499360" cy="2743200"/>
          </a:xfrm>
          <a:prstGeom prst="rect">
            <a:avLst/>
          </a:prstGeom>
        </p:spPr>
      </p:pic>
      <p:pic>
        <p:nvPicPr>
          <p:cNvPr id="7" name="图片 6">
            <a:extLst>
              <a:ext uri="{FF2B5EF4-FFF2-40B4-BE49-F238E27FC236}">
                <a16:creationId xmlns:a16="http://schemas.microsoft.com/office/drawing/2014/main" id="{A66A33E4-7A4E-432F-97EA-188A05A7727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920996" y="843597"/>
            <a:ext cx="2468880" cy="239268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9" name="Rectangle 3"/>
          <p:cNvSpPr>
            <a:spLocks noGrp="1" noChangeArrowheads="1"/>
          </p:cNvSpPr>
          <p:nvPr>
            <p:ph type="title"/>
          </p:nvPr>
        </p:nvSpPr>
        <p:spPr>
          <a:xfrm>
            <a:off x="250825" y="620713"/>
            <a:ext cx="8569325" cy="798512"/>
          </a:xfrm>
        </p:spPr>
        <p:txBody>
          <a:bodyPr/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RIP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示例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42340" name="Rectangle 103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latin typeface="Comic Sans MS" panose="030F0702030302020204" pitchFamily="66" charset="0"/>
              <a:ea typeface="楷体_GB2312" pitchFamily="49" charset="-122"/>
            </a:endParaRPr>
          </a:p>
        </p:txBody>
      </p:sp>
      <p:sp>
        <p:nvSpPr>
          <p:cNvPr id="142341" name="Rectangle 4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latin typeface="Comic Sans MS" panose="030F0702030302020204" pitchFamily="66" charset="0"/>
              <a:ea typeface="楷体_GB2312" pitchFamily="49" charset="-122"/>
            </a:endParaRPr>
          </a:p>
        </p:txBody>
      </p:sp>
      <p:sp>
        <p:nvSpPr>
          <p:cNvPr id="142342" name="Rectangle 4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latin typeface="Comic Sans MS" panose="030F0702030302020204" pitchFamily="66" charset="0"/>
              <a:ea typeface="楷体_GB2312" pitchFamily="49" charset="-122"/>
            </a:endParaRPr>
          </a:p>
        </p:txBody>
      </p:sp>
      <p:graphicFrame>
        <p:nvGraphicFramePr>
          <p:cNvPr id="142343" name="Object 3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246236107"/>
              </p:ext>
            </p:extLst>
          </p:nvPr>
        </p:nvGraphicFramePr>
        <p:xfrm>
          <a:off x="770731" y="3602038"/>
          <a:ext cx="7602537" cy="28082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Visio" r:id="rId5" imgW="2493645" imgH="914400" progId="Visio.Drawing.11">
                  <p:embed/>
                </p:oleObj>
              </mc:Choice>
              <mc:Fallback>
                <p:oleObj name="Visio" r:id="rId5" imgW="2493645" imgH="914400" progId="Visio.Drawing.11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70731" y="3602038"/>
                        <a:ext cx="7602537" cy="28082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2344" name="Object 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293030544"/>
              </p:ext>
            </p:extLst>
          </p:nvPr>
        </p:nvGraphicFramePr>
        <p:xfrm>
          <a:off x="675004" y="1019969"/>
          <a:ext cx="7793990" cy="246126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Visio" r:id="rId7" imgW="4584700" imgH="1447800" progId="Visio.Drawing.11">
                  <p:embed/>
                </p:oleObj>
              </mc:Choice>
              <mc:Fallback>
                <p:oleObj name="Visio" r:id="rId7" imgW="4584700" imgH="1447800" progId="Visio.Drawing.11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75004" y="1019969"/>
                        <a:ext cx="7793990" cy="246126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-RIP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3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609600"/>
            <a:ext cx="8496300" cy="791012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RIP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报文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8" name="Rectangle 3"/>
          <p:cNvSpPr txBox="1">
            <a:spLocks noChangeArrowheads="1"/>
          </p:cNvSpPr>
          <p:nvPr/>
        </p:nvSpPr>
        <p:spPr bwMode="auto">
          <a:xfrm>
            <a:off x="377359" y="1400612"/>
            <a:ext cx="8389282" cy="4733489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/>
          <a:lstStyle/>
          <a:p>
            <a:pPr marL="342900" indent="-342900">
              <a:lnSpc>
                <a:spcPct val="150000"/>
              </a:lnSpc>
              <a:spcBef>
                <a:spcPts val="600"/>
              </a:spcBef>
              <a:buFontTx/>
              <a:buBlip>
                <a:blip r:embed="rId3"/>
              </a:buBlip>
              <a:defRPr/>
            </a:pPr>
            <a:r>
              <a:rPr kumimoji="0" lang="zh-CN" altLang="en-US" sz="2400" kern="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两种</a:t>
            </a:r>
            <a:r>
              <a:rPr lang="zh-CN" altLang="en-US" sz="2400" kern="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基本的</a:t>
            </a:r>
            <a:r>
              <a:rPr kumimoji="0" lang="zh-CN" altLang="en-US" sz="2400" kern="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报文类型</a:t>
            </a:r>
            <a:endParaRPr kumimoji="0" lang="en-US" altLang="zh-CN" sz="2400" kern="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ct val="150000"/>
              </a:lnSpc>
              <a:spcBef>
                <a:spcPts val="600"/>
              </a:spcBef>
              <a:buFont typeface="Symbol" panose="05050102010706020507" pitchFamily="18" charset="2"/>
              <a:buBlip>
                <a:blip r:embed="rId4"/>
              </a:buBlip>
              <a:defRPr/>
            </a:pPr>
            <a:r>
              <a:rPr lang="zh-CN" altLang="en-US" sz="2200" kern="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请求报文</a:t>
            </a:r>
            <a:r>
              <a:rPr lang="zh-CN" altLang="en-US" sz="2200" kern="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（</a:t>
            </a:r>
            <a:r>
              <a:rPr lang="en-US" altLang="zh-CN" sz="2200" kern="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Request</a:t>
            </a:r>
            <a:r>
              <a:rPr lang="zh-CN" altLang="en-US" sz="2200" kern="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  <a:endParaRPr lang="en-US" altLang="zh-CN" sz="2200" kern="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ct val="1500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kumimoji="0" lang="zh-CN" altLang="en-US" sz="2200" kern="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响应报文</a:t>
            </a:r>
            <a:r>
              <a:rPr lang="zh-CN" altLang="en-US" sz="2200" kern="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（</a:t>
            </a:r>
            <a:r>
              <a:rPr lang="en-US" altLang="zh-CN" sz="2200" kern="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Response</a:t>
            </a:r>
            <a:r>
              <a:rPr lang="zh-CN" altLang="en-US" sz="2200" kern="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  <a:endParaRPr lang="en-US" altLang="zh-CN" sz="2200" kern="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42900" indent="-342900">
              <a:lnSpc>
                <a:spcPct val="150000"/>
              </a:lnSpc>
              <a:spcBef>
                <a:spcPts val="600"/>
              </a:spcBef>
              <a:buFontTx/>
              <a:buBlip>
                <a:blip r:embed="rId3"/>
              </a:buBlip>
              <a:defRPr/>
            </a:pPr>
            <a:r>
              <a:rPr lang="zh-CN" altLang="en-US" sz="2400" kern="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定期发送通告：相邻路由器每</a:t>
            </a:r>
            <a:r>
              <a:rPr kumimoji="0" lang="zh-CN" altLang="en-US" sz="2400" kern="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隔</a:t>
            </a:r>
            <a:r>
              <a:rPr kumimoji="0" lang="en-US" altLang="zh-CN" sz="2400" kern="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30</a:t>
            </a:r>
            <a:r>
              <a:rPr kumimoji="0" lang="zh-CN" altLang="en-US" sz="2400" kern="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秒发送一次</a:t>
            </a:r>
            <a:r>
              <a:rPr lang="zh-CN" altLang="en-US" sz="2400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通告报文</a:t>
            </a:r>
            <a:endParaRPr lang="en-US" altLang="zh-CN" sz="2400" dirty="0">
              <a:solidFill>
                <a:srgbClr val="C00000"/>
              </a:solidFill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ct val="150000"/>
              </a:lnSpc>
              <a:spcBef>
                <a:spcPts val="600"/>
              </a:spcBef>
              <a:buFont typeface="Symbol" panose="05050102010706020507" pitchFamily="18" charset="2"/>
              <a:buBlip>
                <a:blip r:embed="rId4"/>
              </a:buBlip>
              <a:defRPr/>
            </a:pPr>
            <a:r>
              <a:rPr lang="zh-CN" altLang="en-US" sz="2200" kern="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目的地址：</a:t>
            </a:r>
            <a:r>
              <a:rPr lang="en-US" altLang="zh-CN" sz="2200" kern="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255.255.255.255</a:t>
            </a:r>
            <a:r>
              <a:rPr lang="zh-CN" altLang="en-US" sz="2200" kern="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（本地广播地址）</a:t>
            </a:r>
            <a:endParaRPr lang="en-US" altLang="zh-CN" sz="2200" kern="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ct val="150000"/>
              </a:lnSpc>
              <a:spcBef>
                <a:spcPts val="600"/>
              </a:spcBef>
              <a:buFont typeface="Symbol" panose="05050102010706020507" pitchFamily="18" charset="2"/>
              <a:buBlip>
                <a:blip r:embed="rId4"/>
              </a:buBlip>
              <a:defRPr/>
            </a:pPr>
            <a:r>
              <a:rPr kumimoji="0" lang="zh-CN" altLang="en-US" sz="2200" kern="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跳步数定义：直接相连</a:t>
            </a:r>
            <a:r>
              <a:rPr kumimoji="0" lang="en-US" altLang="zh-CN" sz="2200" kern="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=1</a:t>
            </a:r>
          </a:p>
          <a:p>
            <a:pPr marL="800100" lvl="1" indent="-342900">
              <a:lnSpc>
                <a:spcPct val="1500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200" kern="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每个通告可以最多携带</a:t>
            </a:r>
            <a:r>
              <a:rPr lang="en-US" altLang="zh-CN" sz="2200" kern="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25</a:t>
            </a:r>
            <a:r>
              <a:rPr lang="zh-CN" altLang="en-US" sz="2200" kern="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个目的网络</a:t>
            </a:r>
            <a:endParaRPr lang="en-US" altLang="zh-CN" sz="2200" kern="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49250" indent="-349250">
              <a:lnSpc>
                <a:spcPct val="150000"/>
              </a:lnSpc>
              <a:spcBef>
                <a:spcPts val="600"/>
              </a:spcBef>
              <a:buClr>
                <a:schemeClr val="tx1"/>
              </a:buClr>
              <a:buBlip>
                <a:blip r:embed="rId5"/>
              </a:buBlip>
              <a:defRPr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触发更新：如果发现链路失效或变化，立即发送</a:t>
            </a:r>
            <a:r>
              <a:rPr lang="zh-CN" altLang="en-US" sz="2400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通告报文</a:t>
            </a:r>
            <a:endParaRPr lang="en-US" altLang="zh-CN" sz="2400" b="1" dirty="0">
              <a:solidFill>
                <a:srgbClr val="C00000"/>
              </a:solidFill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6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-RIP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5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609600"/>
            <a:ext cx="8496300" cy="800100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RIP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链路失效与恢复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7" name="Rectangle 3"/>
          <p:cNvSpPr txBox="1">
            <a:spLocks noChangeArrowheads="1"/>
          </p:cNvSpPr>
          <p:nvPr/>
        </p:nvSpPr>
        <p:spPr bwMode="auto">
          <a:xfrm>
            <a:off x="379645" y="1511300"/>
            <a:ext cx="8384709" cy="4203700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/>
          <a:lstStyle/>
          <a:p>
            <a:pPr marL="342900" indent="-342900">
              <a:lnSpc>
                <a:spcPct val="1500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如果超过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180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秒没接收到邻居通告，则认为链路失效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ct val="1500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通过邻居的路径失效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ct val="1500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向邻居发送通告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ct val="1500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如果邻居的路由表项发生变化，则继续通告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ct val="1500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链路失效信息传播到整个网络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ct val="1500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使用毒性逆转可以防止暂时环路的产生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ct val="1500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设置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16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跳为无穷值，提高收敛速度</a:t>
            </a:r>
            <a:endParaRPr lang="en-US" altLang="zh-CN" sz="2200" dirty="0">
              <a:latin typeface="Arial" panose="020B0604020202020204" pitchFamily="34" charset="0"/>
            </a:endParaRPr>
          </a:p>
        </p:txBody>
      </p:sp>
      <p:sp>
        <p:nvSpPr>
          <p:cNvPr id="10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-RIP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9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609600"/>
            <a:ext cx="8496300" cy="731838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RIP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报文处理过程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56531" y="1405387"/>
            <a:ext cx="8463619" cy="4367452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/>
          <a:lstStyle/>
          <a:p>
            <a:pPr marL="342900" indent="-342900">
              <a:lnSpc>
                <a:spcPts val="32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距离值增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，在路由表中搜索目的网络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42900" indent="-342900">
              <a:lnSpc>
                <a:spcPts val="32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如果未发现目的网络，距离值为非无穷值，则增加路由项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ts val="32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设置相应的目的网络、下一跳、距离值、接口等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ts val="32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设置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180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秒定时器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42900" indent="-342900">
              <a:lnSpc>
                <a:spcPts val="32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如果发现目的网络，新距离值小于当前距离值，则更新路由项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ts val="32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设置下一跳（发送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RIP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报文的路由器）、距离值，重新设置定时器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42900" indent="-342900">
              <a:lnSpc>
                <a:spcPts val="32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如果发现目的网络，</a:t>
            </a:r>
            <a:r>
              <a:rPr lang="zh-CN" altLang="en-US" sz="2200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下一跳为发送</a:t>
            </a:r>
            <a:r>
              <a:rPr lang="en-US" altLang="zh-CN" sz="2200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RIP</a:t>
            </a:r>
            <a:r>
              <a:rPr lang="zh-CN" altLang="en-US" sz="2200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报文的路由器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，新距离与当前距离值不同，则更新路由项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ts val="32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修改距离值，重新启动定时器</a:t>
            </a:r>
            <a:endParaRPr lang="en-US" altLang="zh-CN" sz="2400" dirty="0">
              <a:latin typeface="Arial" panose="020B0604020202020204" pitchFamily="34" charset="0"/>
            </a:endParaRPr>
          </a:p>
        </p:txBody>
      </p:sp>
      <p:sp>
        <p:nvSpPr>
          <p:cNvPr id="8" name="Rectangle 3"/>
          <p:cNvSpPr txBox="1">
            <a:spLocks noChangeArrowheads="1"/>
          </p:cNvSpPr>
          <p:nvPr/>
        </p:nvSpPr>
        <p:spPr bwMode="auto">
          <a:xfrm>
            <a:off x="889768" y="5839554"/>
            <a:ext cx="2488432" cy="408846"/>
          </a:xfrm>
          <a:prstGeom prst="rect">
            <a:avLst/>
          </a:prstGeom>
          <a:noFill/>
          <a:ln w="28575">
            <a:solidFill>
              <a:srgbClr val="FF0000"/>
            </a:solidFill>
            <a:miter lim="800000"/>
          </a:ln>
        </p:spPr>
        <p:txBody>
          <a:bodyPr/>
          <a:lstStyle/>
          <a:p>
            <a:pPr algn="ctr">
              <a:spcBef>
                <a:spcPct val="40000"/>
              </a:spcBef>
              <a:buFont typeface="Symbol" panose="05050102010706020507" pitchFamily="18" charset="2"/>
              <a:buNone/>
              <a:defRPr/>
            </a:pPr>
            <a:r>
              <a:rPr lang="en-US" altLang="zh-CN" sz="2200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0.0.0.0</a:t>
            </a:r>
            <a:r>
              <a:rPr lang="zh-CN" altLang="en-US" sz="2200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为缺省路由</a:t>
            </a:r>
            <a:endParaRPr kumimoji="0" lang="en-US" altLang="zh-CN" sz="2200" kern="0" dirty="0">
              <a:solidFill>
                <a:srgbClr val="FF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-RIP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7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609600"/>
            <a:ext cx="8496300" cy="803275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RIP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协议的实现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4950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23850" y="1412875"/>
            <a:ext cx="8424863" cy="1980321"/>
          </a:xfrm>
        </p:spPr>
        <p:txBody>
          <a:bodyPr/>
          <a:lstStyle/>
          <a:p>
            <a:pPr marL="342900" indent="-342900">
              <a:lnSpc>
                <a:spcPts val="32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RIP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协议在应用层实现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ts val="32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路由器中运行守候进程（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routed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ts val="32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使用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UDP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520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端口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ts val="32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发送和接收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RIP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报文，管理路由表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pic>
        <p:nvPicPr>
          <p:cNvPr id="149509" name="Picture 4" descr="routed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71632" y="3497856"/>
            <a:ext cx="6489700" cy="2743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-RIP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7" name="爆炸形: 14 pt  6">
            <a:extLst>
              <a:ext uri="{FF2B5EF4-FFF2-40B4-BE49-F238E27FC236}">
                <a16:creationId xmlns:a16="http://schemas.microsoft.com/office/drawing/2014/main" id="{7CD33E26-99ED-425A-8DD6-29FED4477537}"/>
              </a:ext>
            </a:extLst>
          </p:cNvPr>
          <p:cNvSpPr/>
          <p:nvPr/>
        </p:nvSpPr>
        <p:spPr>
          <a:xfrm>
            <a:off x="7415709" y="840163"/>
            <a:ext cx="1440160" cy="936104"/>
          </a:xfrm>
          <a:prstGeom prst="irregularSeal2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CN" sz="2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4-5</a:t>
            </a:r>
            <a:endParaRPr lang="zh-CN" altLang="en-US" sz="24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5" name="Rectangle 2"/>
          <p:cNvSpPr>
            <a:spLocks noGrp="1" noChangeArrowheads="1"/>
          </p:cNvSpPr>
          <p:nvPr>
            <p:ph type="title"/>
          </p:nvPr>
        </p:nvSpPr>
        <p:spPr>
          <a:xfrm>
            <a:off x="357300" y="609600"/>
            <a:ext cx="8462850" cy="975460"/>
          </a:xfrm>
        </p:spPr>
        <p:txBody>
          <a:bodyPr>
            <a:no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OSPF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协议概述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5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-OSPF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6" name="Rectangle 3"/>
          <p:cNvSpPr txBox="1">
            <a:spLocks noChangeArrowheads="1"/>
          </p:cNvSpPr>
          <p:nvPr/>
        </p:nvSpPr>
        <p:spPr bwMode="auto">
          <a:xfrm>
            <a:off x="394078" y="1714500"/>
            <a:ext cx="8355843" cy="3438610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/>
          <a:lstStyle/>
          <a:p>
            <a:pPr marL="342900" indent="-342900">
              <a:lnSpc>
                <a:spcPts val="3600"/>
              </a:lnSpc>
              <a:spcBef>
                <a:spcPts val="1200"/>
              </a:spcBef>
              <a:buBlip>
                <a:blip r:embed="rId3"/>
              </a:buBlip>
              <a:defRPr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基于链路状态算法（如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Dijkstra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算法）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42900" indent="-342900">
              <a:lnSpc>
                <a:spcPts val="3600"/>
              </a:lnSpc>
              <a:spcBef>
                <a:spcPts val="1200"/>
              </a:spcBef>
              <a:buBlip>
                <a:blip r:embed="rId3"/>
              </a:buBlip>
              <a:defRPr/>
            </a:pP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OSPF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的基本流程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ts val="3600"/>
              </a:lnSpc>
              <a:spcBef>
                <a:spcPts val="12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邻居发现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ts val="3600"/>
              </a:lnSpc>
              <a:spcBef>
                <a:spcPts val="1200"/>
              </a:spcBef>
              <a:buBlip>
                <a:blip r:embed="rId4"/>
              </a:buBlip>
              <a:defRPr/>
            </a:pPr>
            <a:r>
              <a:rPr lang="zh-CN" altLang="en-US" sz="22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路由通告</a:t>
            </a:r>
            <a:endParaRPr lang="en-US" altLang="zh-CN" sz="2200" b="1" dirty="0">
              <a:solidFill>
                <a:srgbClr val="FF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ts val="3600"/>
              </a:lnSpc>
              <a:spcBef>
                <a:spcPts val="12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路由计算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78588" y="2600410"/>
            <a:ext cx="4436491" cy="2682140"/>
          </a:xfrm>
          <a:prstGeom prst="rect">
            <a:avLst/>
          </a:prstGeom>
        </p:spPr>
      </p:pic>
      <p:sp>
        <p:nvSpPr>
          <p:cNvPr id="7" name="文本框 6"/>
          <p:cNvSpPr txBox="1"/>
          <p:nvPr/>
        </p:nvSpPr>
        <p:spPr>
          <a:xfrm>
            <a:off x="796132" y="5786735"/>
            <a:ext cx="7462578" cy="46166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zh-CN" altLang="en-US" sz="2400" dirty="0"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需要解决的关键问题：如何降低路由通告的网络开销？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5" name="Rectangle 2"/>
          <p:cNvSpPr>
            <a:spLocks noGrp="1" noChangeArrowheads="1"/>
          </p:cNvSpPr>
          <p:nvPr>
            <p:ph type="title"/>
          </p:nvPr>
        </p:nvSpPr>
        <p:spPr>
          <a:xfrm>
            <a:off x="357300" y="609600"/>
            <a:ext cx="8462850" cy="731838"/>
          </a:xfrm>
        </p:spPr>
        <p:txBody>
          <a:bodyPr>
            <a:no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OSPF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的几个概念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5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-OSPF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6" name="Rectangle 3"/>
          <p:cNvSpPr txBox="1">
            <a:spLocks noChangeArrowheads="1"/>
          </p:cNvSpPr>
          <p:nvPr/>
        </p:nvSpPr>
        <p:spPr bwMode="auto">
          <a:xfrm>
            <a:off x="457200" y="1612899"/>
            <a:ext cx="8267700" cy="4495801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/>
          <a:lstStyle/>
          <a:p>
            <a:pPr marL="342900" indent="-342900">
              <a:lnSpc>
                <a:spcPts val="36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200" b="1" dirty="0">
                <a:solidFill>
                  <a:srgbClr val="0070C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邻居（</a:t>
            </a:r>
            <a:r>
              <a:rPr lang="en-US" altLang="zh-CN" sz="2200" b="1" dirty="0">
                <a:solidFill>
                  <a:srgbClr val="0070C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Neighbor</a:t>
            </a:r>
            <a:r>
              <a:rPr lang="zh-CN" altLang="en-US" sz="2200" b="1" dirty="0">
                <a:solidFill>
                  <a:srgbClr val="0070C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）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：两台路由器</a:t>
            </a:r>
            <a:r>
              <a:rPr lang="zh-CN" altLang="en-US" sz="220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属于相同的</a:t>
            </a:r>
            <a:r>
              <a:rPr lang="en-US" altLang="zh-CN" sz="220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sz="220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网络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，通过交换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Hello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报文</a:t>
            </a:r>
            <a:r>
              <a:rPr lang="zh-CN" altLang="en-US" sz="220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协商成功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，则可以成为邻居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42900" indent="-342900">
              <a:lnSpc>
                <a:spcPts val="36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200" b="1" dirty="0">
                <a:solidFill>
                  <a:srgbClr val="0070C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邻接关系（</a:t>
            </a:r>
            <a:r>
              <a:rPr lang="en-US" altLang="zh-CN" sz="2200" b="1" dirty="0">
                <a:solidFill>
                  <a:srgbClr val="0070C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Adjacency</a:t>
            </a:r>
            <a:r>
              <a:rPr lang="zh-CN" altLang="en-US" sz="2200" b="1" dirty="0">
                <a:solidFill>
                  <a:srgbClr val="0070C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）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：形成邻居之后，如果两台路由器成功</a:t>
            </a:r>
            <a:r>
              <a:rPr lang="zh-CN" altLang="en-US" sz="220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交换</a:t>
            </a:r>
            <a:r>
              <a:rPr lang="en-US" altLang="zh-CN" sz="220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DBD</a:t>
            </a:r>
            <a:r>
              <a:rPr lang="zh-CN" altLang="en-US" sz="220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（数据库描述）及</a:t>
            </a:r>
            <a:r>
              <a:rPr lang="en-US" altLang="zh-CN" sz="220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LSA</a:t>
            </a:r>
            <a:r>
              <a:rPr lang="zh-CN" altLang="en-US" sz="220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报文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，则建立邻接关系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42900" indent="-342900">
              <a:lnSpc>
                <a:spcPts val="36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200" b="1" dirty="0">
                <a:solidFill>
                  <a:srgbClr val="0070C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链路状态通告（</a:t>
            </a:r>
            <a:r>
              <a:rPr lang="en-US" altLang="zh-CN" sz="2200" b="1" dirty="0">
                <a:solidFill>
                  <a:srgbClr val="0070C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LSA</a:t>
            </a:r>
            <a:r>
              <a:rPr lang="zh-CN" altLang="en-US" sz="2200" b="1" dirty="0">
                <a:solidFill>
                  <a:srgbClr val="0070C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）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：每台路由器向所有邻居发送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LSA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，描述路由器的</a:t>
            </a:r>
            <a:r>
              <a:rPr lang="zh-CN" altLang="en-US" sz="2200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链路、接口、邻居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等</a:t>
            </a:r>
          </a:p>
          <a:p>
            <a:pPr marL="342900" indent="-342900">
              <a:lnSpc>
                <a:spcPts val="36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200" b="1" dirty="0">
                <a:solidFill>
                  <a:srgbClr val="0070C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链路状态数据库（</a:t>
            </a:r>
            <a:r>
              <a:rPr lang="en-US" altLang="zh-CN" sz="2200" b="1" dirty="0">
                <a:solidFill>
                  <a:srgbClr val="0070C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LSDB</a:t>
            </a:r>
            <a:r>
              <a:rPr lang="zh-CN" altLang="en-US" sz="2200" b="1" dirty="0">
                <a:solidFill>
                  <a:srgbClr val="0070C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）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：路由器将收到的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LSA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记录在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LSDB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，并发送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LSA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拷贝给所有邻居。随着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LSA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传播到整个区域，所有路由器形成</a:t>
            </a:r>
            <a:r>
              <a:rPr lang="zh-CN" altLang="en-US" sz="220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相同</a:t>
            </a:r>
            <a:r>
              <a:rPr lang="en-US" altLang="zh-CN" sz="220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LSDB</a:t>
            </a: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5" name="Rectangle 2"/>
          <p:cNvSpPr>
            <a:spLocks noGrp="1" noChangeArrowheads="1"/>
          </p:cNvSpPr>
          <p:nvPr>
            <p:ph type="title"/>
          </p:nvPr>
        </p:nvSpPr>
        <p:spPr>
          <a:xfrm>
            <a:off x="414670" y="609599"/>
            <a:ext cx="8405479" cy="795787"/>
          </a:xfrm>
        </p:spPr>
        <p:txBody>
          <a:bodyPr>
            <a:no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OSPF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报文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5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-OSPF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3207589"/>
              </p:ext>
            </p:extLst>
          </p:nvPr>
        </p:nvGraphicFramePr>
        <p:xfrm>
          <a:off x="857243" y="2578100"/>
          <a:ext cx="7429513" cy="3505200"/>
        </p:xfrm>
        <a:graphic>
          <a:graphicData uri="http://schemas.openxmlformats.org/drawingml/2006/table">
            <a:tbl>
              <a:tblPr firstRow="1" bandRow="1">
                <a:tableStyleId>{7DF18680-E054-41AD-8BC1-D1AEF772440D}</a:tableStyleId>
              </a:tblPr>
              <a:tblGrid>
                <a:gridCol w="33896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398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08292"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报文类型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描述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0472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Hello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1.</a:t>
                      </a:r>
                      <a:r>
                        <a:rPr lang="zh-CN" altLang="en-US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携带参数，建立与维持邻居关系</a:t>
                      </a:r>
                      <a:endParaRPr lang="en-US" altLang="zh-CN" sz="1800" dirty="0">
                        <a:latin typeface="Times New Roman" panose="02020603050405020304" pitchFamily="18" charset="0"/>
                        <a:ea typeface="楷体" panose="02010609060101010101" pitchFamily="49" charset="-122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2.</a:t>
                      </a:r>
                      <a:r>
                        <a:rPr lang="zh-CN" altLang="en-US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在多路访问网络中选举</a:t>
                      </a:r>
                      <a:r>
                        <a:rPr lang="en-US" altLang="zh-CN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DR</a:t>
                      </a:r>
                      <a:r>
                        <a:rPr lang="zh-CN" altLang="en-US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、</a:t>
                      </a:r>
                      <a:r>
                        <a:rPr lang="en-US" altLang="zh-CN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BDR</a:t>
                      </a:r>
                      <a:endParaRPr lang="zh-CN" altLang="en-US" dirty="0">
                        <a:latin typeface="Times New Roman" panose="02020603050405020304" pitchFamily="18" charset="0"/>
                        <a:ea typeface="楷体" panose="02010609060101010101" pitchFamily="49" charset="-122"/>
                        <a:cs typeface="Times New Roman" panose="02020603050405020304" pitchFamily="18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6726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DBD</a:t>
                      </a:r>
                      <a:r>
                        <a:rPr lang="zh-CN" altLang="en-US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（</a:t>
                      </a:r>
                      <a:r>
                        <a:rPr lang="en-US" altLang="zh-CN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Database Description</a:t>
                      </a:r>
                      <a:r>
                        <a:rPr lang="zh-CN" altLang="en-US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）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en-US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携带</a:t>
                      </a:r>
                      <a:r>
                        <a:rPr lang="en-US" altLang="zh-CN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LSA</a:t>
                      </a:r>
                      <a:r>
                        <a:rPr lang="zh-CN" altLang="en-US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首部信息，向邻居描述</a:t>
                      </a:r>
                      <a:r>
                        <a:rPr lang="en-US" altLang="zh-CN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LSDB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7343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LSR</a:t>
                      </a:r>
                      <a:r>
                        <a:rPr lang="zh-CN" altLang="en-US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（</a:t>
                      </a:r>
                      <a:r>
                        <a:rPr lang="en-US" altLang="zh-CN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LSA Request</a:t>
                      </a:r>
                      <a:r>
                        <a:rPr lang="zh-CN" altLang="en-US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）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en-US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向邻居请求特定的</a:t>
                      </a:r>
                      <a:r>
                        <a:rPr lang="en-US" altLang="zh-CN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LSA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676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b="0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LSU</a:t>
                      </a:r>
                      <a:r>
                        <a:rPr lang="zh-CN" altLang="en-US" sz="1800" b="0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（</a:t>
                      </a:r>
                      <a:r>
                        <a:rPr lang="en-US" altLang="zh-CN" sz="1800" b="0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LSA Update</a:t>
                      </a:r>
                      <a:r>
                        <a:rPr lang="zh-CN" altLang="en-US" sz="1800" b="0" dirty="0">
                          <a:solidFill>
                            <a:srgbClr val="FF0000"/>
                          </a:solidFill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）</a:t>
                      </a:r>
                      <a:endParaRPr lang="zh-CN" altLang="en-US" b="0" dirty="0">
                        <a:solidFill>
                          <a:srgbClr val="FF0000"/>
                        </a:solidFill>
                        <a:latin typeface="Times New Roman" panose="02020603050405020304" pitchFamily="18" charset="0"/>
                        <a:ea typeface="楷体" panose="02010609060101010101" pitchFamily="49" charset="-122"/>
                        <a:cs typeface="Times New Roman" panose="02020603050405020304" pitchFamily="18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en-US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携带</a:t>
                      </a:r>
                      <a:r>
                        <a:rPr lang="en-US" altLang="zh-CN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LSA</a:t>
                      </a:r>
                      <a:r>
                        <a:rPr lang="zh-CN" altLang="en-US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，向邻居通告拓扑信息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70472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LSACK</a:t>
                      </a:r>
                    </a:p>
                    <a:p>
                      <a:pPr algn="ctr"/>
                      <a:r>
                        <a:rPr lang="zh-CN" altLang="en-US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（</a:t>
                      </a:r>
                      <a:r>
                        <a:rPr lang="en-US" altLang="zh-CN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Link State Acknowledgement</a:t>
                      </a:r>
                      <a:r>
                        <a:rPr lang="zh-CN" altLang="en-US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）</a:t>
                      </a:r>
                      <a:endParaRPr lang="zh-CN" altLang="en-US" dirty="0">
                        <a:latin typeface="Times New Roman" panose="02020603050405020304" pitchFamily="18" charset="0"/>
                        <a:ea typeface="楷体" panose="02010609060101010101" pitchFamily="49" charset="-122"/>
                        <a:cs typeface="Times New Roman" panose="02020603050405020304" pitchFamily="18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en-US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对</a:t>
                      </a:r>
                      <a:r>
                        <a:rPr lang="en-US" altLang="zh-CN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LSU</a:t>
                      </a:r>
                      <a:r>
                        <a:rPr lang="zh-CN" altLang="en-US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中的</a:t>
                      </a:r>
                      <a:r>
                        <a:rPr lang="en-US" altLang="zh-CN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LSA</a:t>
                      </a:r>
                      <a:r>
                        <a:rPr lang="zh-CN" altLang="en-US" sz="1800" dirty="0">
                          <a:latin typeface="Times New Roman" panose="02020603050405020304" pitchFamily="18" charset="0"/>
                          <a:ea typeface="楷体" panose="02010609060101010101" pitchFamily="49" charset="-122"/>
                          <a:cs typeface="Times New Roman" panose="02020603050405020304" pitchFamily="18" charset="0"/>
                        </a:rPr>
                        <a:t>进行确认</a:t>
                      </a:r>
                      <a:endParaRPr lang="en-US" altLang="zh-CN" sz="1800" dirty="0">
                        <a:latin typeface="Times New Roman" panose="02020603050405020304" pitchFamily="18" charset="0"/>
                        <a:ea typeface="楷体" panose="02010609060101010101" pitchFamily="49" charset="-122"/>
                        <a:cs typeface="Times New Roman" panose="02020603050405020304" pitchFamily="18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" name="Rectangle 3"/>
          <p:cNvSpPr txBox="1">
            <a:spLocks noChangeArrowheads="1"/>
          </p:cNvSpPr>
          <p:nvPr/>
        </p:nvSpPr>
        <p:spPr bwMode="auto">
          <a:xfrm>
            <a:off x="469900" y="1405387"/>
            <a:ext cx="8211393" cy="1018324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/>
          <a:lstStyle/>
          <a:p>
            <a:pPr marL="342900" indent="-342900">
              <a:lnSpc>
                <a:spcPts val="3600"/>
              </a:lnSpc>
              <a:spcBef>
                <a:spcPts val="1200"/>
              </a:spcBef>
              <a:buBlip>
                <a:blip r:embed="rId3"/>
              </a:buBlip>
              <a:defRPr/>
            </a:pP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OSPF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直接运行在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协议之上，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OSPF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报文由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数据包直接承载，协议类型为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89</a:t>
            </a: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5" name="Rectangle 2"/>
          <p:cNvSpPr>
            <a:spLocks noGrp="1" noChangeArrowheads="1"/>
          </p:cNvSpPr>
          <p:nvPr>
            <p:ph type="title"/>
          </p:nvPr>
        </p:nvSpPr>
        <p:spPr>
          <a:xfrm>
            <a:off x="404036" y="609600"/>
            <a:ext cx="8416113" cy="731838"/>
          </a:xfrm>
        </p:spPr>
        <p:txBody>
          <a:bodyPr>
            <a:no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OSPF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的三张表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5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-OSPF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6" name="Rectangle 3"/>
          <p:cNvSpPr txBox="1">
            <a:spLocks noChangeArrowheads="1"/>
          </p:cNvSpPr>
          <p:nvPr/>
        </p:nvSpPr>
        <p:spPr bwMode="auto">
          <a:xfrm>
            <a:off x="495300" y="1341438"/>
            <a:ext cx="8154286" cy="2593234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/>
          <a:lstStyle/>
          <a:p>
            <a:pPr marL="342900" indent="-342900">
              <a:lnSpc>
                <a:spcPts val="38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400" b="1" dirty="0">
                <a:solidFill>
                  <a:srgbClr val="0070C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邻居表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：列出全部已建立邻接关系的邻居路由器</a:t>
            </a:r>
          </a:p>
          <a:p>
            <a:pPr marL="342900" indent="-342900">
              <a:lnSpc>
                <a:spcPts val="38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400" b="1" dirty="0">
                <a:solidFill>
                  <a:srgbClr val="0070C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链路状态数据库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：列出网络中其他路由器的信息，由此显示全网拓扑</a:t>
            </a:r>
          </a:p>
          <a:p>
            <a:pPr marL="342900" indent="-342900">
              <a:lnSpc>
                <a:spcPts val="38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400" b="1" dirty="0">
                <a:solidFill>
                  <a:srgbClr val="0070C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路由表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：列出通过最短路径优先算法计算出到达每个网络的最佳路径</a:t>
            </a:r>
          </a:p>
        </p:txBody>
      </p:sp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404036" y="4114800"/>
            <a:ext cx="8376019" cy="60140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OSPF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链路代价计算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8" name="Rectangle 3"/>
          <p:cNvSpPr txBox="1">
            <a:spLocks noChangeArrowheads="1"/>
          </p:cNvSpPr>
          <p:nvPr/>
        </p:nvSpPr>
        <p:spPr bwMode="auto">
          <a:xfrm>
            <a:off x="495300" y="4686390"/>
            <a:ext cx="8114192" cy="1726096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/>
          <a:lstStyle/>
          <a:p>
            <a:pPr marL="342900" indent="-342900">
              <a:lnSpc>
                <a:spcPts val="40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400" dirty="0">
                <a:solidFill>
                  <a:srgbClr val="0070C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链路代价 </a:t>
            </a:r>
            <a:r>
              <a:rPr lang="en-US" altLang="zh-CN" sz="2400" dirty="0">
                <a:solidFill>
                  <a:srgbClr val="0070C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= </a:t>
            </a:r>
            <a:r>
              <a:rPr lang="zh-CN" altLang="en-US" sz="2400" dirty="0">
                <a:solidFill>
                  <a:srgbClr val="0070C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参考带宽</a:t>
            </a:r>
            <a:r>
              <a:rPr lang="en-US" altLang="zh-CN" sz="2400" dirty="0">
                <a:solidFill>
                  <a:srgbClr val="0070C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/</a:t>
            </a:r>
            <a:r>
              <a:rPr lang="zh-CN" altLang="en-US" sz="2400" dirty="0">
                <a:solidFill>
                  <a:srgbClr val="0070C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实际带宽</a:t>
            </a:r>
            <a:endParaRPr lang="en-US" altLang="zh-CN" sz="2400" dirty="0">
              <a:solidFill>
                <a:srgbClr val="0070C0"/>
              </a:solidFill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ts val="30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缺省的参考带宽为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100M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（可调整）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ts val="30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当计算结果有小数位时，仅取整数；结果小于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时，取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5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609600"/>
            <a:ext cx="8496300" cy="889000"/>
          </a:xfrm>
        </p:spPr>
        <p:txBody>
          <a:bodyPr>
            <a:no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OSPF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工作过程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5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-OSPF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6" name="Rectangle 3"/>
          <p:cNvSpPr txBox="1">
            <a:spLocks noChangeArrowheads="1"/>
          </p:cNvSpPr>
          <p:nvPr/>
        </p:nvSpPr>
        <p:spPr bwMode="auto">
          <a:xfrm>
            <a:off x="357300" y="1498600"/>
            <a:ext cx="8355843" cy="4670846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/>
          <a:lstStyle/>
          <a:p>
            <a:pPr marL="342900" indent="-342900">
              <a:lnSpc>
                <a:spcPts val="35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邻居发现</a:t>
            </a:r>
          </a:p>
          <a:p>
            <a:pPr marL="800100" lvl="1" indent="-342900">
              <a:lnSpc>
                <a:spcPts val="35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通过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Hello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报文发现并形成邻居关系，建立邻居表</a:t>
            </a:r>
          </a:p>
          <a:p>
            <a:pPr marL="342900" indent="-342900">
              <a:lnSpc>
                <a:spcPts val="35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路由通告</a:t>
            </a:r>
          </a:p>
          <a:p>
            <a:pPr marL="800100" lvl="1" indent="-342900">
              <a:lnSpc>
                <a:spcPts val="35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邻接路由器之间通过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LSU</a:t>
            </a:r>
            <a:r>
              <a:rPr lang="zh-CN" altLang="en-US" sz="2200" b="1" dirty="0">
                <a:solidFill>
                  <a:srgbClr val="0070C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洪泛</a:t>
            </a:r>
            <a:r>
              <a:rPr lang="en-US" altLang="zh-CN" sz="2200" b="1" dirty="0">
                <a:solidFill>
                  <a:srgbClr val="0070C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LSA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，通告链路状态信息，最终区域内所有路由器的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LSDB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完全相同，即</a:t>
            </a:r>
            <a:r>
              <a:rPr lang="zh-CN" altLang="en-US" sz="2200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实现同步</a:t>
            </a:r>
          </a:p>
          <a:p>
            <a:pPr marL="800100" lvl="1" indent="-342900">
              <a:lnSpc>
                <a:spcPts val="35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通过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DBD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LSR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LSACK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辅助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LSA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同步</a:t>
            </a:r>
          </a:p>
          <a:p>
            <a:pPr marL="342900" indent="-342900">
              <a:lnSpc>
                <a:spcPts val="35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路由计算</a:t>
            </a:r>
          </a:p>
          <a:p>
            <a:pPr marL="800100" lvl="1" indent="-342900">
              <a:lnSpc>
                <a:spcPts val="35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LSDB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同步之后，每台路由器独立计算最优路由，将最优的路由信息写入路由表</a:t>
            </a: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4" name="Rectangle 2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latin typeface="Comic Sans MS" panose="030F0702030302020204" pitchFamily="66" charset="0"/>
              <a:ea typeface="楷体_GB2312" pitchFamily="49" charset="-122"/>
            </a:endParaRPr>
          </a:p>
        </p:txBody>
      </p:sp>
      <p:graphicFrame>
        <p:nvGraphicFramePr>
          <p:cNvPr id="158725" name="Object 1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263739441"/>
              </p:ext>
            </p:extLst>
          </p:nvPr>
        </p:nvGraphicFramePr>
        <p:xfrm>
          <a:off x="791369" y="1405387"/>
          <a:ext cx="7561262" cy="4914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Visio" r:id="rId5" imgW="2640330" imgH="1718945" progId="Visio.Drawing.11">
                  <p:embed/>
                </p:oleObj>
              </mc:Choice>
              <mc:Fallback>
                <p:oleObj name="Visio" r:id="rId5" imgW="2640330" imgH="1718945" progId="Visio.Drawing.11">
                  <p:embed/>
                  <p:pic>
                    <p:nvPicPr>
                      <p:cNvPr id="0" name="Object 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91369" y="1405387"/>
                        <a:ext cx="7561262" cy="4914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-OSPF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94C8D988-BAC1-46A0-BBEA-662357E8320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23850" y="609600"/>
            <a:ext cx="8496300" cy="731838"/>
          </a:xfrm>
        </p:spPr>
        <p:txBody>
          <a:bodyPr>
            <a:normAutofit/>
          </a:bodyPr>
          <a:lstStyle/>
          <a:p>
            <a:pPr marL="342900" indent="-342900"/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OSPF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分发示例（洪泛）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4" name="Rectangle 2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latin typeface="Comic Sans MS" panose="030F0702030302020204" pitchFamily="66" charset="0"/>
              <a:ea typeface="楷体_GB2312" pitchFamily="49" charset="-122"/>
            </a:endParaRPr>
          </a:p>
        </p:txBody>
      </p:sp>
      <p:sp>
        <p:nvSpPr>
          <p:cNvPr id="6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-OSPF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7" name="Rectangle 2">
            <a:extLst>
              <a:ext uri="{FF2B5EF4-FFF2-40B4-BE49-F238E27FC236}">
                <a16:creationId xmlns:a16="http://schemas.microsoft.com/office/drawing/2014/main" id="{20B19520-98F2-44C4-BBB4-C60B6C02FCEC}"/>
              </a:ext>
            </a:extLst>
          </p:cNvPr>
          <p:cNvSpPr txBox="1">
            <a:spLocks noChangeArrowheads="1"/>
          </p:cNvSpPr>
          <p:nvPr/>
        </p:nvSpPr>
        <p:spPr>
          <a:xfrm>
            <a:off x="323850" y="667211"/>
            <a:ext cx="8496300" cy="92959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342900" indent="-342900"/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OSPF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路由信息计算（最短路径树）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pic>
        <p:nvPicPr>
          <p:cNvPr id="9" name="图片 8">
            <a:extLst>
              <a:ext uri="{FF2B5EF4-FFF2-40B4-BE49-F238E27FC236}">
                <a16:creationId xmlns:a16="http://schemas.microsoft.com/office/drawing/2014/main" id="{051CFF3C-17F6-4AE3-9075-0A32844A82E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6850" y="1815652"/>
            <a:ext cx="4593908" cy="3800475"/>
          </a:xfrm>
          <a:prstGeom prst="rect">
            <a:avLst/>
          </a:prstGeom>
        </p:spPr>
      </p:pic>
      <p:pic>
        <p:nvPicPr>
          <p:cNvPr id="10" name="图片 9">
            <a:extLst>
              <a:ext uri="{FF2B5EF4-FFF2-40B4-BE49-F238E27FC236}">
                <a16:creationId xmlns:a16="http://schemas.microsoft.com/office/drawing/2014/main" id="{30F482DA-C767-4625-8834-F1177DC390E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790758" y="2142459"/>
            <a:ext cx="4180522" cy="364045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43411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4" name="Rectangle 2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latin typeface="Comic Sans MS" panose="030F0702030302020204" pitchFamily="66" charset="0"/>
              <a:ea typeface="楷体_GB2312" pitchFamily="49" charset="-122"/>
            </a:endParaRPr>
          </a:p>
        </p:txBody>
      </p:sp>
      <p:sp>
        <p:nvSpPr>
          <p:cNvPr id="6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-OSPF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8" name="标题 1">
            <a:extLst>
              <a:ext uri="{FF2B5EF4-FFF2-40B4-BE49-F238E27FC236}">
                <a16:creationId xmlns:a16="http://schemas.microsoft.com/office/drawing/2014/main" id="{40DA586C-CB24-4800-B0DB-9176600A1F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9089" y="594543"/>
            <a:ext cx="8196262" cy="891088"/>
          </a:xfrm>
        </p:spPr>
        <p:txBody>
          <a:bodyPr/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OSPF-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区域的概念</a:t>
            </a:r>
          </a:p>
        </p:txBody>
      </p:sp>
      <p:sp>
        <p:nvSpPr>
          <p:cNvPr id="9" name="内容占位符 2">
            <a:extLst>
              <a:ext uri="{FF2B5EF4-FFF2-40B4-BE49-F238E27FC236}">
                <a16:creationId xmlns:a16="http://schemas.microsoft.com/office/drawing/2014/main" id="{BA94D9C4-74CF-480C-874B-60996E9E9D13}"/>
              </a:ext>
            </a:extLst>
          </p:cNvPr>
          <p:cNvSpPr txBox="1"/>
          <p:nvPr/>
        </p:nvSpPr>
        <p:spPr>
          <a:xfrm>
            <a:off x="628650" y="1990318"/>
            <a:ext cx="7886700" cy="3440021"/>
          </a:xfrm>
          <a:prstGeom prst="rect">
            <a:avLst/>
          </a:prstGeom>
        </p:spPr>
        <p:txBody>
          <a:bodyPr vert="horz" lIns="68580" tIns="34290" rIns="68580" bIns="34290" rtlCol="0">
            <a:normAutofit/>
          </a:bodyPr>
          <a:lstStyle>
            <a:lvl1pPr marL="360680" indent="-36068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Ø"/>
              <a:defRPr sz="2800" kern="12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0510" indent="-270510" defTabSz="685800">
              <a:spcBef>
                <a:spcPts val="450"/>
              </a:spcBef>
              <a:defRPr/>
            </a:pPr>
            <a:endParaRPr lang="zh-CN" altLang="en-US" sz="2100" dirty="0">
              <a:solidFill>
                <a:sysClr val="windowText" lastClr="000000"/>
              </a:solidFill>
            </a:endParaRPr>
          </a:p>
        </p:txBody>
      </p:sp>
      <p:sp>
        <p:nvSpPr>
          <p:cNvPr id="10" name="标题 1">
            <a:extLst>
              <a:ext uri="{FF2B5EF4-FFF2-40B4-BE49-F238E27FC236}">
                <a16:creationId xmlns:a16="http://schemas.microsoft.com/office/drawing/2014/main" id="{61DB3411-4B18-4E1E-9124-8ACAA82B87C6}"/>
              </a:ext>
            </a:extLst>
          </p:cNvPr>
          <p:cNvSpPr txBox="1"/>
          <p:nvPr/>
        </p:nvSpPr>
        <p:spPr>
          <a:xfrm>
            <a:off x="980631" y="2018401"/>
            <a:ext cx="6165609" cy="659315"/>
          </a:xfrm>
          <a:prstGeom prst="rect">
            <a:avLst/>
          </a:prstGeom>
        </p:spPr>
        <p:txBody>
          <a:bodyPr vert="horz" lIns="68580" tIns="34290" rIns="68580" bIns="3429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000" kern="12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+mj-cs"/>
              </a:defRPr>
            </a:lvl1pPr>
          </a:lstStyle>
          <a:p>
            <a:pPr defTabSz="685800">
              <a:defRPr/>
            </a:pPr>
            <a:endParaRPr kumimoji="1" lang="zh-CN" altLang="en-US" sz="3000" dirty="0">
              <a:solidFill>
                <a:prstClr val="black"/>
              </a:solidFill>
            </a:endParaRPr>
          </a:p>
        </p:txBody>
      </p:sp>
      <p:sp>
        <p:nvSpPr>
          <p:cNvPr id="11" name="AutoShape 33">
            <a:extLst>
              <a:ext uri="{FF2B5EF4-FFF2-40B4-BE49-F238E27FC236}">
                <a16:creationId xmlns:a16="http://schemas.microsoft.com/office/drawing/2014/main" id="{27C22A88-BDB3-4784-A681-55B94D78EF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1991" y="2322684"/>
            <a:ext cx="1629859" cy="810816"/>
          </a:xfrm>
          <a:prstGeom prst="wedgeRectCallout">
            <a:avLst>
              <a:gd name="adj1" fmla="val -31559"/>
              <a:gd name="adj2" fmla="val 106225"/>
            </a:avLst>
          </a:prstGeom>
          <a:solidFill>
            <a:schemeClr val="bg1"/>
          </a:solidFill>
          <a:ln w="3175" algn="ctr">
            <a:solidFill>
              <a:srgbClr val="999999"/>
            </a:solidFill>
            <a:miter lim="800000"/>
          </a:ln>
        </p:spPr>
        <p:txBody>
          <a:bodyPr lIns="0" tIns="0" rIns="0" bIns="0" anchor="ctr" anchorCtr="1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华文细黑" panose="0201060004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华文细黑" panose="0201060004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华文细黑" panose="0201060004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华文细黑" panose="0201060004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华文细黑" panose="02010600040101010101" pitchFamily="2" charset="-122"/>
              </a:defRPr>
            </a:lvl5pPr>
            <a:lvl6pPr marL="2514600" indent="-228600" eaLnBrk="0" fontAlgn="t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华文细黑" panose="02010600040101010101" pitchFamily="2" charset="-122"/>
              </a:defRPr>
            </a:lvl6pPr>
            <a:lvl7pPr marL="2971800" indent="-228600" eaLnBrk="0" fontAlgn="t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华文细黑" panose="02010600040101010101" pitchFamily="2" charset="-122"/>
              </a:defRPr>
            </a:lvl7pPr>
            <a:lvl8pPr marL="3429000" indent="-228600" eaLnBrk="0" fontAlgn="t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华文细黑" panose="02010600040101010101" pitchFamily="2" charset="-122"/>
              </a:defRPr>
            </a:lvl8pPr>
            <a:lvl9pPr marL="3886200" indent="-228600" eaLnBrk="0" fontAlgn="t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华文细黑" panose="02010600040101010101" pitchFamily="2" charset="-122"/>
              </a:defRPr>
            </a:lvl9pPr>
          </a:lstStyle>
          <a:p>
            <a:pPr algn="ctr" eaLnBrk="1" fontAlgn="base" hangingPunct="1">
              <a:spcBef>
                <a:spcPct val="20000"/>
              </a:spcBef>
              <a:buClr>
                <a:srgbClr val="A50021"/>
              </a:buClr>
              <a:buSzPct val="80000"/>
              <a:buFont typeface="Wingdings" panose="05000000000000000000" pitchFamily="2" charset="2"/>
              <a:buNone/>
            </a:pPr>
            <a:r>
              <a:rPr lang="en-US" altLang="zh-CN" sz="135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Area 0</a:t>
            </a:r>
            <a:r>
              <a:rPr lang="zh-CN" altLang="en-US" sz="135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为主干区域，所有</a:t>
            </a:r>
            <a:r>
              <a:rPr lang="en-US" altLang="zh-CN" sz="135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ABR</a:t>
            </a:r>
            <a:r>
              <a:rPr lang="zh-CN" altLang="en-US" sz="135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至少有一个接口属于</a:t>
            </a:r>
            <a:r>
              <a:rPr lang="en-US" altLang="zh-CN" sz="135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Area 0</a:t>
            </a:r>
          </a:p>
        </p:txBody>
      </p:sp>
      <p:sp>
        <p:nvSpPr>
          <p:cNvPr id="12" name="Oval 3">
            <a:extLst>
              <a:ext uri="{FF2B5EF4-FFF2-40B4-BE49-F238E27FC236}">
                <a16:creationId xmlns:a16="http://schemas.microsoft.com/office/drawing/2014/main" id="{392D81D3-1D1E-4D5A-90FA-960007CDD7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8000" y="3533185"/>
            <a:ext cx="1085270" cy="702078"/>
          </a:xfrm>
          <a:prstGeom prst="ellipse">
            <a:avLst/>
          </a:prstGeom>
          <a:solidFill>
            <a:schemeClr val="bg1">
              <a:alpha val="39999"/>
            </a:schemeClr>
          </a:solidFill>
          <a:ln w="12700" algn="ctr">
            <a:solidFill>
              <a:srgbClr val="009999"/>
            </a:solidFill>
            <a:prstDash val="dash"/>
            <a:round/>
          </a:ln>
        </p:spPr>
        <p:txBody>
          <a:bodyPr wrap="none" anchor="ctr"/>
          <a:lstStyle/>
          <a:p>
            <a:endParaRPr lang="zh-CN" altLang="en-US" sz="1350"/>
          </a:p>
        </p:txBody>
      </p:sp>
      <p:sp>
        <p:nvSpPr>
          <p:cNvPr id="13" name="Oval 3">
            <a:extLst>
              <a:ext uri="{FF2B5EF4-FFF2-40B4-BE49-F238E27FC236}">
                <a16:creationId xmlns:a16="http://schemas.microsoft.com/office/drawing/2014/main" id="{1D80BF9C-A44B-4759-825C-6092CFC008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1432" y="3425173"/>
            <a:ext cx="810090" cy="648072"/>
          </a:xfrm>
          <a:prstGeom prst="ellipse">
            <a:avLst/>
          </a:prstGeom>
          <a:solidFill>
            <a:schemeClr val="bg1">
              <a:alpha val="39999"/>
            </a:schemeClr>
          </a:solidFill>
          <a:ln w="12700" algn="ctr">
            <a:solidFill>
              <a:srgbClr val="009999"/>
            </a:solidFill>
            <a:prstDash val="dash"/>
            <a:round/>
          </a:ln>
        </p:spPr>
        <p:txBody>
          <a:bodyPr wrap="none" anchor="ctr"/>
          <a:lstStyle/>
          <a:p>
            <a:endParaRPr lang="zh-CN" altLang="en-US" sz="1350"/>
          </a:p>
        </p:txBody>
      </p:sp>
      <p:sp>
        <p:nvSpPr>
          <p:cNvPr id="14" name="Oval 3">
            <a:extLst>
              <a:ext uri="{FF2B5EF4-FFF2-40B4-BE49-F238E27FC236}">
                <a16:creationId xmlns:a16="http://schemas.microsoft.com/office/drawing/2014/main" id="{838DD8B9-BF23-4507-98E9-8C1D30C75B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15138" y="4559299"/>
            <a:ext cx="1404156" cy="1080120"/>
          </a:xfrm>
          <a:prstGeom prst="ellipse">
            <a:avLst/>
          </a:prstGeom>
          <a:solidFill>
            <a:schemeClr val="bg1">
              <a:alpha val="39999"/>
            </a:schemeClr>
          </a:solidFill>
          <a:ln w="12700" algn="ctr">
            <a:solidFill>
              <a:srgbClr val="009999"/>
            </a:solidFill>
            <a:prstDash val="dash"/>
            <a:round/>
          </a:ln>
        </p:spPr>
        <p:txBody>
          <a:bodyPr wrap="none" anchor="ctr"/>
          <a:lstStyle/>
          <a:p>
            <a:endParaRPr lang="zh-CN" altLang="en-US" sz="1350"/>
          </a:p>
        </p:txBody>
      </p:sp>
      <p:sp>
        <p:nvSpPr>
          <p:cNvPr id="15" name="Oval 3">
            <a:extLst>
              <a:ext uri="{FF2B5EF4-FFF2-40B4-BE49-F238E27FC236}">
                <a16:creationId xmlns:a16="http://schemas.microsoft.com/office/drawing/2014/main" id="{CF34165C-911B-4F9A-819B-CF47E59807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3390" y="4721317"/>
            <a:ext cx="1566174" cy="972108"/>
          </a:xfrm>
          <a:prstGeom prst="ellipse">
            <a:avLst/>
          </a:prstGeom>
          <a:solidFill>
            <a:schemeClr val="bg1">
              <a:alpha val="39999"/>
            </a:schemeClr>
          </a:solidFill>
          <a:ln w="12700" algn="ctr">
            <a:solidFill>
              <a:srgbClr val="009999"/>
            </a:solidFill>
            <a:prstDash val="dash"/>
            <a:round/>
          </a:ln>
        </p:spPr>
        <p:txBody>
          <a:bodyPr wrap="none" anchor="ctr"/>
          <a:lstStyle/>
          <a:p>
            <a:endParaRPr lang="zh-CN" altLang="en-US" sz="1350"/>
          </a:p>
        </p:txBody>
      </p:sp>
      <p:sp>
        <p:nvSpPr>
          <p:cNvPr id="16" name="Oval 3">
            <a:extLst>
              <a:ext uri="{FF2B5EF4-FFF2-40B4-BE49-F238E27FC236}">
                <a16:creationId xmlns:a16="http://schemas.microsoft.com/office/drawing/2014/main" id="{BDD3F9F4-1AF7-44AB-8A43-4BE783B4A8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9264" y="3533185"/>
            <a:ext cx="1620180" cy="1512168"/>
          </a:xfrm>
          <a:prstGeom prst="ellipse">
            <a:avLst/>
          </a:prstGeom>
          <a:solidFill>
            <a:schemeClr val="bg1">
              <a:alpha val="39999"/>
            </a:schemeClr>
          </a:solidFill>
          <a:ln w="12700" algn="ctr">
            <a:solidFill>
              <a:srgbClr val="009999"/>
            </a:solidFill>
            <a:prstDash val="dash"/>
            <a:round/>
          </a:ln>
        </p:spPr>
        <p:txBody>
          <a:bodyPr wrap="none" anchor="ctr"/>
          <a:lstStyle/>
          <a:p>
            <a:endParaRPr lang="zh-CN" altLang="en-US" sz="1350" dirty="0"/>
          </a:p>
        </p:txBody>
      </p:sp>
      <p:pic>
        <p:nvPicPr>
          <p:cNvPr id="17" name="Picture 3">
            <a:extLst>
              <a:ext uri="{FF2B5EF4-FFF2-40B4-BE49-F238E27FC236}">
                <a16:creationId xmlns:a16="http://schemas.microsoft.com/office/drawing/2014/main" id="{AC9A00ED-143F-4FC1-9837-B5738EA54D8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6527306" y="3965234"/>
            <a:ext cx="324036" cy="2160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8" name="Picture 3">
            <a:extLst>
              <a:ext uri="{FF2B5EF4-FFF2-40B4-BE49-F238E27FC236}">
                <a16:creationId xmlns:a16="http://schemas.microsoft.com/office/drawing/2014/main" id="{8F5F3CEC-205B-4F2D-848F-9DB67789088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7121372" y="3965233"/>
            <a:ext cx="324036" cy="2160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9" name="Picture 3">
            <a:extLst>
              <a:ext uri="{FF2B5EF4-FFF2-40B4-BE49-F238E27FC236}">
                <a16:creationId xmlns:a16="http://schemas.microsoft.com/office/drawing/2014/main" id="{4B32324B-9E2B-41A1-B584-FB2C5DDE40A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7553420" y="3749209"/>
            <a:ext cx="324036" cy="2160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0" name="Picture 3">
            <a:extLst>
              <a:ext uri="{FF2B5EF4-FFF2-40B4-BE49-F238E27FC236}">
                <a16:creationId xmlns:a16="http://schemas.microsoft.com/office/drawing/2014/main" id="{8589E4B8-EAC7-4BB4-8151-0B8883D218C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7121372" y="4451287"/>
            <a:ext cx="324036" cy="2160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1" name="Picture 3">
            <a:extLst>
              <a:ext uri="{FF2B5EF4-FFF2-40B4-BE49-F238E27FC236}">
                <a16:creationId xmlns:a16="http://schemas.microsoft.com/office/drawing/2014/main" id="{8B21BD72-0A14-417D-B6D7-84C849B81BE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6095258" y="4721317"/>
            <a:ext cx="324036" cy="2160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2" name="Picture 3">
            <a:extLst>
              <a:ext uri="{FF2B5EF4-FFF2-40B4-BE49-F238E27FC236}">
                <a16:creationId xmlns:a16="http://schemas.microsoft.com/office/drawing/2014/main" id="{23B439E0-6ADD-4A50-9F10-CE7AD6D399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447186" y="4721317"/>
            <a:ext cx="324036" cy="2160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3" name="Picture 3">
            <a:extLst>
              <a:ext uri="{FF2B5EF4-FFF2-40B4-BE49-F238E27FC236}">
                <a16:creationId xmlns:a16="http://schemas.microsoft.com/office/drawing/2014/main" id="{2ECF57F8-34F6-4C16-A76B-743DA59D04C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6034317" y="3749209"/>
            <a:ext cx="324036" cy="2160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4" name="Picture 3">
            <a:extLst>
              <a:ext uri="{FF2B5EF4-FFF2-40B4-BE49-F238E27FC236}">
                <a16:creationId xmlns:a16="http://schemas.microsoft.com/office/drawing/2014/main" id="{3895B244-C9CE-4E71-8A03-52210DD56E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447186" y="3641197"/>
            <a:ext cx="324036" cy="2160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5" name="Picture 3">
            <a:extLst>
              <a:ext uri="{FF2B5EF4-FFF2-40B4-BE49-F238E27FC236}">
                <a16:creationId xmlns:a16="http://schemas.microsoft.com/office/drawing/2014/main" id="{8348C4DD-B855-4FBA-889C-6A6EB3E517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663210" y="5153365"/>
            <a:ext cx="324036" cy="2160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" name="Picture 3">
            <a:extLst>
              <a:ext uri="{FF2B5EF4-FFF2-40B4-BE49-F238E27FC236}">
                <a16:creationId xmlns:a16="http://schemas.microsoft.com/office/drawing/2014/main" id="{0335A2D2-816A-405D-B3AE-0CC9E7A2E5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8039474" y="4775323"/>
            <a:ext cx="324036" cy="2160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7" name="Picture 3">
            <a:extLst>
              <a:ext uri="{FF2B5EF4-FFF2-40B4-BE49-F238E27FC236}">
                <a16:creationId xmlns:a16="http://schemas.microsoft.com/office/drawing/2014/main" id="{C9B35962-5DFD-48CA-B10A-D6852140FCB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7445408" y="4781611"/>
            <a:ext cx="324036" cy="2160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8" name="Picture 3">
            <a:extLst>
              <a:ext uri="{FF2B5EF4-FFF2-40B4-BE49-F238E27FC236}">
                <a16:creationId xmlns:a16="http://schemas.microsoft.com/office/drawing/2014/main" id="{108BFC8F-97D6-4CC4-948E-1868018F04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7445408" y="5261377"/>
            <a:ext cx="324036" cy="2160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9" name="Picture 3">
            <a:extLst>
              <a:ext uri="{FF2B5EF4-FFF2-40B4-BE49-F238E27FC236}">
                <a16:creationId xmlns:a16="http://schemas.microsoft.com/office/drawing/2014/main" id="{094D4332-D078-42B8-90FF-5DFF2546F39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8039474" y="5261377"/>
            <a:ext cx="324036" cy="2160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cxnSp>
        <p:nvCxnSpPr>
          <p:cNvPr id="30" name="直接连接符 29">
            <a:extLst>
              <a:ext uri="{FF2B5EF4-FFF2-40B4-BE49-F238E27FC236}">
                <a16:creationId xmlns:a16="http://schemas.microsoft.com/office/drawing/2014/main" id="{F03A20B2-676C-4AF5-870B-4D779FD328AC}"/>
              </a:ext>
            </a:extLst>
          </p:cNvPr>
          <p:cNvCxnSpPr>
            <a:stCxn id="17" idx="3"/>
          </p:cNvCxnSpPr>
          <p:nvPr/>
        </p:nvCxnSpPr>
        <p:spPr bwMode="auto">
          <a:xfrm flipV="1">
            <a:off x="6851342" y="4073246"/>
            <a:ext cx="270030" cy="1"/>
          </a:xfrm>
          <a:prstGeom prst="line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直接连接符 30">
            <a:extLst>
              <a:ext uri="{FF2B5EF4-FFF2-40B4-BE49-F238E27FC236}">
                <a16:creationId xmlns:a16="http://schemas.microsoft.com/office/drawing/2014/main" id="{9414A4F8-EFED-43F3-9B6E-041D47E2893B}"/>
              </a:ext>
            </a:extLst>
          </p:cNvPr>
          <p:cNvCxnSpPr>
            <a:stCxn id="17" idx="2"/>
          </p:cNvCxnSpPr>
          <p:nvPr/>
        </p:nvCxnSpPr>
        <p:spPr bwMode="auto">
          <a:xfrm>
            <a:off x="6689324" y="4181259"/>
            <a:ext cx="0" cy="270029"/>
          </a:xfrm>
          <a:prstGeom prst="line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直接连接符 31">
            <a:extLst>
              <a:ext uri="{FF2B5EF4-FFF2-40B4-BE49-F238E27FC236}">
                <a16:creationId xmlns:a16="http://schemas.microsoft.com/office/drawing/2014/main" id="{632B4A4C-5B49-46A4-812F-B75DFA1A0375}"/>
              </a:ext>
            </a:extLst>
          </p:cNvPr>
          <p:cNvCxnSpPr>
            <a:stCxn id="18" idx="2"/>
          </p:cNvCxnSpPr>
          <p:nvPr/>
        </p:nvCxnSpPr>
        <p:spPr bwMode="auto">
          <a:xfrm>
            <a:off x="7283390" y="4181257"/>
            <a:ext cx="0" cy="270030"/>
          </a:xfrm>
          <a:prstGeom prst="line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3" name="直接连接符 32">
            <a:extLst>
              <a:ext uri="{FF2B5EF4-FFF2-40B4-BE49-F238E27FC236}">
                <a16:creationId xmlns:a16="http://schemas.microsoft.com/office/drawing/2014/main" id="{AB583887-7212-4446-9A49-BE4B43F46551}"/>
              </a:ext>
            </a:extLst>
          </p:cNvPr>
          <p:cNvCxnSpPr>
            <a:stCxn id="23" idx="1"/>
          </p:cNvCxnSpPr>
          <p:nvPr/>
        </p:nvCxnSpPr>
        <p:spPr bwMode="auto">
          <a:xfrm flipH="1" flipV="1">
            <a:off x="5764287" y="3803215"/>
            <a:ext cx="270030" cy="54006"/>
          </a:xfrm>
          <a:prstGeom prst="line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4" name="直接连接符 33">
            <a:extLst>
              <a:ext uri="{FF2B5EF4-FFF2-40B4-BE49-F238E27FC236}">
                <a16:creationId xmlns:a16="http://schemas.microsoft.com/office/drawing/2014/main" id="{ADCFFDF8-BF54-4C99-80EA-A790AE131D19}"/>
              </a:ext>
            </a:extLst>
          </p:cNvPr>
          <p:cNvCxnSpPr>
            <a:stCxn id="21" idx="1"/>
            <a:endCxn id="22" idx="3"/>
          </p:cNvCxnSpPr>
          <p:nvPr/>
        </p:nvCxnSpPr>
        <p:spPr bwMode="auto">
          <a:xfrm flipH="1">
            <a:off x="5771222" y="4829329"/>
            <a:ext cx="324036" cy="0"/>
          </a:xfrm>
          <a:prstGeom prst="line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直接连接符 34">
            <a:extLst>
              <a:ext uri="{FF2B5EF4-FFF2-40B4-BE49-F238E27FC236}">
                <a16:creationId xmlns:a16="http://schemas.microsoft.com/office/drawing/2014/main" id="{8750AE1D-EEEE-4104-9456-9ACB02EA040C}"/>
              </a:ext>
            </a:extLst>
          </p:cNvPr>
          <p:cNvCxnSpPr/>
          <p:nvPr/>
        </p:nvCxnSpPr>
        <p:spPr bwMode="auto">
          <a:xfrm flipH="1">
            <a:off x="5933240" y="4937341"/>
            <a:ext cx="162018" cy="216024"/>
          </a:xfrm>
          <a:prstGeom prst="line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6" name="直接连接符 35">
            <a:extLst>
              <a:ext uri="{FF2B5EF4-FFF2-40B4-BE49-F238E27FC236}">
                <a16:creationId xmlns:a16="http://schemas.microsoft.com/office/drawing/2014/main" id="{AAE239B2-8857-4C66-8AC4-FAADA33B30C0}"/>
              </a:ext>
            </a:extLst>
          </p:cNvPr>
          <p:cNvCxnSpPr>
            <a:stCxn id="27" idx="2"/>
          </p:cNvCxnSpPr>
          <p:nvPr/>
        </p:nvCxnSpPr>
        <p:spPr bwMode="auto">
          <a:xfrm>
            <a:off x="7607426" y="4997635"/>
            <a:ext cx="0" cy="263742"/>
          </a:xfrm>
          <a:prstGeom prst="line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" name="直接连接符 36">
            <a:extLst>
              <a:ext uri="{FF2B5EF4-FFF2-40B4-BE49-F238E27FC236}">
                <a16:creationId xmlns:a16="http://schemas.microsoft.com/office/drawing/2014/main" id="{098648D5-C87B-4093-86BA-1A599962E217}"/>
              </a:ext>
            </a:extLst>
          </p:cNvPr>
          <p:cNvCxnSpPr>
            <a:stCxn id="28" idx="3"/>
            <a:endCxn id="29" idx="1"/>
          </p:cNvCxnSpPr>
          <p:nvPr/>
        </p:nvCxnSpPr>
        <p:spPr bwMode="auto">
          <a:xfrm>
            <a:off x="7769444" y="5369389"/>
            <a:ext cx="270030" cy="0"/>
          </a:xfrm>
          <a:prstGeom prst="line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直接连接符 37">
            <a:extLst>
              <a:ext uri="{FF2B5EF4-FFF2-40B4-BE49-F238E27FC236}">
                <a16:creationId xmlns:a16="http://schemas.microsoft.com/office/drawing/2014/main" id="{3F49190A-36D5-47E8-97A1-95454CF1F485}"/>
              </a:ext>
            </a:extLst>
          </p:cNvPr>
          <p:cNvCxnSpPr>
            <a:stCxn id="26" idx="2"/>
            <a:endCxn id="29" idx="0"/>
          </p:cNvCxnSpPr>
          <p:nvPr/>
        </p:nvCxnSpPr>
        <p:spPr bwMode="auto">
          <a:xfrm>
            <a:off x="8201492" y="4991347"/>
            <a:ext cx="0" cy="270030"/>
          </a:xfrm>
          <a:prstGeom prst="line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9" name="直接连接符 38">
            <a:extLst>
              <a:ext uri="{FF2B5EF4-FFF2-40B4-BE49-F238E27FC236}">
                <a16:creationId xmlns:a16="http://schemas.microsoft.com/office/drawing/2014/main" id="{0950C608-1C06-4EE9-B4AE-74C1B586947F}"/>
              </a:ext>
            </a:extLst>
          </p:cNvPr>
          <p:cNvCxnSpPr>
            <a:stCxn id="27" idx="3"/>
          </p:cNvCxnSpPr>
          <p:nvPr/>
        </p:nvCxnSpPr>
        <p:spPr bwMode="auto">
          <a:xfrm flipV="1">
            <a:off x="7769444" y="4883335"/>
            <a:ext cx="270030" cy="6288"/>
          </a:xfrm>
          <a:prstGeom prst="line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TextBox 200">
            <a:extLst>
              <a:ext uri="{FF2B5EF4-FFF2-40B4-BE49-F238E27FC236}">
                <a16:creationId xmlns:a16="http://schemas.microsoft.com/office/drawing/2014/main" id="{8CA38176-1539-498A-982E-2A6350AFC8C6}"/>
              </a:ext>
            </a:extLst>
          </p:cNvPr>
          <p:cNvSpPr txBox="1"/>
          <p:nvPr/>
        </p:nvSpPr>
        <p:spPr>
          <a:xfrm>
            <a:off x="6635319" y="4721317"/>
            <a:ext cx="623889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050" b="1" dirty="0">
                <a:latin typeface="微软雅黑" panose="020B0503020204020204" charset="-122"/>
                <a:ea typeface="微软雅黑" panose="020B0503020204020204" charset="-122"/>
              </a:rPr>
              <a:t>Area 0</a:t>
            </a:r>
            <a:endParaRPr lang="zh-CN" altLang="en-US" sz="1050" b="1" dirty="0"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41" name="TextBox 201">
            <a:extLst>
              <a:ext uri="{FF2B5EF4-FFF2-40B4-BE49-F238E27FC236}">
                <a16:creationId xmlns:a16="http://schemas.microsoft.com/office/drawing/2014/main" id="{0AA294A0-B92C-4088-9986-27E8D98B8821}"/>
              </a:ext>
            </a:extLst>
          </p:cNvPr>
          <p:cNvSpPr txBox="1"/>
          <p:nvPr/>
        </p:nvSpPr>
        <p:spPr>
          <a:xfrm>
            <a:off x="5543114" y="3915800"/>
            <a:ext cx="641137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050" b="1" dirty="0">
                <a:latin typeface="微软雅黑" panose="020B0503020204020204" charset="-122"/>
                <a:ea typeface="微软雅黑" panose="020B0503020204020204" charset="-122"/>
              </a:rPr>
              <a:t>Area 1</a:t>
            </a:r>
            <a:endParaRPr lang="zh-CN" altLang="en-US" sz="1050" b="1" dirty="0"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42" name="TextBox 202">
            <a:extLst>
              <a:ext uri="{FF2B5EF4-FFF2-40B4-BE49-F238E27FC236}">
                <a16:creationId xmlns:a16="http://schemas.microsoft.com/office/drawing/2014/main" id="{ED1D13E3-8726-45FB-8BB9-34B03DB0EAC0}"/>
              </a:ext>
            </a:extLst>
          </p:cNvPr>
          <p:cNvSpPr txBox="1"/>
          <p:nvPr/>
        </p:nvSpPr>
        <p:spPr>
          <a:xfrm>
            <a:off x="5069145" y="4991347"/>
            <a:ext cx="623889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050" b="1" dirty="0">
                <a:latin typeface="微软雅黑" panose="020B0503020204020204" charset="-122"/>
                <a:ea typeface="微软雅黑" panose="020B0503020204020204" charset="-122"/>
              </a:rPr>
              <a:t>Area 2</a:t>
            </a:r>
            <a:endParaRPr lang="zh-CN" altLang="en-US" sz="1050" b="1" dirty="0"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43" name="TextBox 203">
            <a:extLst>
              <a:ext uri="{FF2B5EF4-FFF2-40B4-BE49-F238E27FC236}">
                <a16:creationId xmlns:a16="http://schemas.microsoft.com/office/drawing/2014/main" id="{4C20C9BF-DE1E-4A36-A3E5-0099885833CA}"/>
              </a:ext>
            </a:extLst>
          </p:cNvPr>
          <p:cNvSpPr txBox="1"/>
          <p:nvPr/>
        </p:nvSpPr>
        <p:spPr>
          <a:xfrm>
            <a:off x="7769445" y="3479179"/>
            <a:ext cx="623889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050" b="1" dirty="0">
                <a:latin typeface="微软雅黑" panose="020B0503020204020204" charset="-122"/>
                <a:ea typeface="微软雅黑" panose="020B0503020204020204" charset="-122"/>
              </a:rPr>
              <a:t>Area 3</a:t>
            </a:r>
            <a:endParaRPr lang="zh-CN" altLang="en-US" sz="1050" b="1" dirty="0"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44" name="TextBox 204">
            <a:extLst>
              <a:ext uri="{FF2B5EF4-FFF2-40B4-BE49-F238E27FC236}">
                <a16:creationId xmlns:a16="http://schemas.microsoft.com/office/drawing/2014/main" id="{00A09F28-917A-4A34-A7CF-0045ACAE4977}"/>
              </a:ext>
            </a:extLst>
          </p:cNvPr>
          <p:cNvSpPr txBox="1"/>
          <p:nvPr/>
        </p:nvSpPr>
        <p:spPr>
          <a:xfrm>
            <a:off x="8201493" y="4991347"/>
            <a:ext cx="623889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050" b="1" dirty="0">
                <a:latin typeface="微软雅黑" panose="020B0503020204020204" charset="-122"/>
                <a:ea typeface="微软雅黑" panose="020B0503020204020204" charset="-122"/>
              </a:rPr>
              <a:t>Area 4</a:t>
            </a:r>
            <a:endParaRPr lang="zh-CN" altLang="en-US" sz="1050" b="1" dirty="0">
              <a:latin typeface="微软雅黑" panose="020B0503020204020204" charset="-122"/>
              <a:ea typeface="微软雅黑" panose="020B0503020204020204" charset="-122"/>
            </a:endParaRPr>
          </a:p>
        </p:txBody>
      </p:sp>
      <p:cxnSp>
        <p:nvCxnSpPr>
          <p:cNvPr id="45" name="直接连接符 44">
            <a:extLst>
              <a:ext uri="{FF2B5EF4-FFF2-40B4-BE49-F238E27FC236}">
                <a16:creationId xmlns:a16="http://schemas.microsoft.com/office/drawing/2014/main" id="{196054F7-A230-49F2-9F03-DF523D378AA1}"/>
              </a:ext>
            </a:extLst>
          </p:cNvPr>
          <p:cNvCxnSpPr/>
          <p:nvPr/>
        </p:nvCxnSpPr>
        <p:spPr bwMode="auto">
          <a:xfrm flipV="1">
            <a:off x="6851342" y="4559299"/>
            <a:ext cx="270030" cy="1"/>
          </a:xfrm>
          <a:prstGeom prst="line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6" name="直接连接符 45">
            <a:extLst>
              <a:ext uri="{FF2B5EF4-FFF2-40B4-BE49-F238E27FC236}">
                <a16:creationId xmlns:a16="http://schemas.microsoft.com/office/drawing/2014/main" id="{63204970-74AF-4E59-912C-B21922CA1CB7}"/>
              </a:ext>
            </a:extLst>
          </p:cNvPr>
          <p:cNvCxnSpPr>
            <a:stCxn id="23" idx="3"/>
          </p:cNvCxnSpPr>
          <p:nvPr/>
        </p:nvCxnSpPr>
        <p:spPr bwMode="auto">
          <a:xfrm>
            <a:off x="6358354" y="3857221"/>
            <a:ext cx="222959" cy="108012"/>
          </a:xfrm>
          <a:prstGeom prst="line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7" name="直接连接符 46">
            <a:extLst>
              <a:ext uri="{FF2B5EF4-FFF2-40B4-BE49-F238E27FC236}">
                <a16:creationId xmlns:a16="http://schemas.microsoft.com/office/drawing/2014/main" id="{E0C4E03B-5AD3-4F56-8A21-01C24F4F28FA}"/>
              </a:ext>
            </a:extLst>
          </p:cNvPr>
          <p:cNvCxnSpPr>
            <a:endCxn id="19" idx="1"/>
          </p:cNvCxnSpPr>
          <p:nvPr/>
        </p:nvCxnSpPr>
        <p:spPr bwMode="auto">
          <a:xfrm flipV="1">
            <a:off x="7445408" y="3857221"/>
            <a:ext cx="108012" cy="108012"/>
          </a:xfrm>
          <a:prstGeom prst="line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8" name="直接连接符 47">
            <a:extLst>
              <a:ext uri="{FF2B5EF4-FFF2-40B4-BE49-F238E27FC236}">
                <a16:creationId xmlns:a16="http://schemas.microsoft.com/office/drawing/2014/main" id="{805F938E-A3ED-46B3-A8E4-4892225FE7F4}"/>
              </a:ext>
            </a:extLst>
          </p:cNvPr>
          <p:cNvCxnSpPr/>
          <p:nvPr/>
        </p:nvCxnSpPr>
        <p:spPr bwMode="auto">
          <a:xfrm flipV="1">
            <a:off x="6365288" y="4613305"/>
            <a:ext cx="216024" cy="108012"/>
          </a:xfrm>
          <a:prstGeom prst="line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49" name="Picture 3">
            <a:extLst>
              <a:ext uri="{FF2B5EF4-FFF2-40B4-BE49-F238E27FC236}">
                <a16:creationId xmlns:a16="http://schemas.microsoft.com/office/drawing/2014/main" id="{62F194AB-6279-4CC8-82FE-554A6B798C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6527306" y="4451287"/>
            <a:ext cx="324036" cy="2160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cxnSp>
        <p:nvCxnSpPr>
          <p:cNvPr id="50" name="直接连接符 49">
            <a:extLst>
              <a:ext uri="{FF2B5EF4-FFF2-40B4-BE49-F238E27FC236}">
                <a16:creationId xmlns:a16="http://schemas.microsoft.com/office/drawing/2014/main" id="{B3723539-9FAB-427B-AEC7-F3A2FEBBBDD4}"/>
              </a:ext>
            </a:extLst>
          </p:cNvPr>
          <p:cNvCxnSpPr/>
          <p:nvPr/>
        </p:nvCxnSpPr>
        <p:spPr bwMode="auto">
          <a:xfrm>
            <a:off x="7391402" y="4667311"/>
            <a:ext cx="162018" cy="108012"/>
          </a:xfrm>
          <a:prstGeom prst="line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1" name="TextBox 104">
            <a:extLst>
              <a:ext uri="{FF2B5EF4-FFF2-40B4-BE49-F238E27FC236}">
                <a16:creationId xmlns:a16="http://schemas.microsoft.com/office/drawing/2014/main" id="{B25F731D-14DD-4C43-A785-CB61E784C7D9}"/>
              </a:ext>
            </a:extLst>
          </p:cNvPr>
          <p:cNvSpPr txBox="1"/>
          <p:nvPr/>
        </p:nvSpPr>
        <p:spPr>
          <a:xfrm>
            <a:off x="4911648" y="4235264"/>
            <a:ext cx="352982" cy="2885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275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</a:rPr>
              <a:t>IR</a:t>
            </a:r>
            <a:endParaRPr lang="zh-CN" altLang="en-US" sz="1275" b="1" dirty="0">
              <a:solidFill>
                <a:srgbClr val="C00000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cxnSp>
        <p:nvCxnSpPr>
          <p:cNvPr id="52" name="直接箭头连接符 51">
            <a:extLst>
              <a:ext uri="{FF2B5EF4-FFF2-40B4-BE49-F238E27FC236}">
                <a16:creationId xmlns:a16="http://schemas.microsoft.com/office/drawing/2014/main" id="{4A77CA50-D5C2-425F-9124-8B07339CFEE0}"/>
              </a:ext>
            </a:extLst>
          </p:cNvPr>
          <p:cNvCxnSpPr>
            <a:stCxn id="55" idx="3"/>
            <a:endCxn id="63" idx="1"/>
          </p:cNvCxnSpPr>
          <p:nvPr/>
        </p:nvCxnSpPr>
        <p:spPr bwMode="auto">
          <a:xfrm>
            <a:off x="6330201" y="3221930"/>
            <a:ext cx="455044" cy="289611"/>
          </a:xfrm>
          <a:prstGeom prst="straightConnector1">
            <a:avLst/>
          </a:prstGeom>
          <a:ln>
            <a:prstDash val="dash"/>
            <a:tailEnd type="arrow"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3" name="直接箭头连接符 52">
            <a:extLst>
              <a:ext uri="{FF2B5EF4-FFF2-40B4-BE49-F238E27FC236}">
                <a16:creationId xmlns:a16="http://schemas.microsoft.com/office/drawing/2014/main" id="{C9F6BFB8-4F11-46D5-A069-2ABB4D2CDA93}"/>
              </a:ext>
            </a:extLst>
          </p:cNvPr>
          <p:cNvCxnSpPr/>
          <p:nvPr/>
        </p:nvCxnSpPr>
        <p:spPr bwMode="auto">
          <a:xfrm>
            <a:off x="5609204" y="4397281"/>
            <a:ext cx="0" cy="270030"/>
          </a:xfrm>
          <a:prstGeom prst="straightConnector1">
            <a:avLst/>
          </a:prstGeom>
          <a:ln>
            <a:prstDash val="dash"/>
            <a:tailEnd type="arrow"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4" name="直接箭头连接符 53">
            <a:extLst>
              <a:ext uri="{FF2B5EF4-FFF2-40B4-BE49-F238E27FC236}">
                <a16:creationId xmlns:a16="http://schemas.microsoft.com/office/drawing/2014/main" id="{5ECFDABD-0970-433F-87D3-47BC114C66C4}"/>
              </a:ext>
            </a:extLst>
          </p:cNvPr>
          <p:cNvCxnSpPr/>
          <p:nvPr/>
        </p:nvCxnSpPr>
        <p:spPr bwMode="auto">
          <a:xfrm>
            <a:off x="5266149" y="4387209"/>
            <a:ext cx="1227692" cy="68651"/>
          </a:xfrm>
          <a:prstGeom prst="straightConnector1">
            <a:avLst/>
          </a:prstGeom>
          <a:ln>
            <a:prstDash val="dash"/>
            <a:tailEnd type="arrow"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5" name="TextBox 113">
            <a:extLst>
              <a:ext uri="{FF2B5EF4-FFF2-40B4-BE49-F238E27FC236}">
                <a16:creationId xmlns:a16="http://schemas.microsoft.com/office/drawing/2014/main" id="{5DC0378C-35E8-48ED-87EA-B3EB62874EF1}"/>
              </a:ext>
            </a:extLst>
          </p:cNvPr>
          <p:cNvSpPr txBox="1"/>
          <p:nvPr/>
        </p:nvSpPr>
        <p:spPr>
          <a:xfrm>
            <a:off x="5698297" y="3077659"/>
            <a:ext cx="631904" cy="2885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275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</a:rPr>
              <a:t>ASBR</a:t>
            </a:r>
            <a:endParaRPr lang="zh-CN" altLang="en-US" sz="1275" b="1" dirty="0">
              <a:solidFill>
                <a:srgbClr val="C00000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56" name="TextBox 115">
            <a:extLst>
              <a:ext uri="{FF2B5EF4-FFF2-40B4-BE49-F238E27FC236}">
                <a16:creationId xmlns:a16="http://schemas.microsoft.com/office/drawing/2014/main" id="{C14B823D-D858-4C05-81EC-CD08DCD1636A}"/>
              </a:ext>
            </a:extLst>
          </p:cNvPr>
          <p:cNvSpPr txBox="1"/>
          <p:nvPr/>
        </p:nvSpPr>
        <p:spPr>
          <a:xfrm>
            <a:off x="6635319" y="5207372"/>
            <a:ext cx="534121" cy="2885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275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</a:rPr>
              <a:t>ABR</a:t>
            </a:r>
            <a:endParaRPr lang="zh-CN" altLang="en-US" sz="1275" b="1" dirty="0">
              <a:solidFill>
                <a:srgbClr val="C00000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pic>
        <p:nvPicPr>
          <p:cNvPr id="57" name="Picture 2">
            <a:extLst>
              <a:ext uri="{FF2B5EF4-FFF2-40B4-BE49-F238E27FC236}">
                <a16:creationId xmlns:a16="http://schemas.microsoft.com/office/drawing/2014/main" id="{351B882D-C225-4147-8DC0-FFAB0A6C41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5042651" y="1665185"/>
            <a:ext cx="1035210" cy="8640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cxnSp>
        <p:nvCxnSpPr>
          <p:cNvPr id="58" name="直接连接符 57">
            <a:extLst>
              <a:ext uri="{FF2B5EF4-FFF2-40B4-BE49-F238E27FC236}">
                <a16:creationId xmlns:a16="http://schemas.microsoft.com/office/drawing/2014/main" id="{14E8C4A7-10C1-45DD-88F7-4197610D7186}"/>
              </a:ext>
            </a:extLst>
          </p:cNvPr>
          <p:cNvCxnSpPr/>
          <p:nvPr/>
        </p:nvCxnSpPr>
        <p:spPr bwMode="auto">
          <a:xfrm>
            <a:off x="5969973" y="2381995"/>
            <a:ext cx="968045" cy="1035003"/>
          </a:xfrm>
          <a:prstGeom prst="line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9" name="TextBox 119">
            <a:extLst>
              <a:ext uri="{FF2B5EF4-FFF2-40B4-BE49-F238E27FC236}">
                <a16:creationId xmlns:a16="http://schemas.microsoft.com/office/drawing/2014/main" id="{9238C538-AB9F-4CBB-BE31-95988D11C831}"/>
              </a:ext>
            </a:extLst>
          </p:cNvPr>
          <p:cNvSpPr txBox="1"/>
          <p:nvPr/>
        </p:nvSpPr>
        <p:spPr>
          <a:xfrm>
            <a:off x="5356570" y="1910896"/>
            <a:ext cx="50526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600" dirty="0">
                <a:latin typeface="微软雅黑" panose="020B0503020204020204" charset="-122"/>
                <a:ea typeface="微软雅黑" panose="020B0503020204020204" charset="-122"/>
              </a:rPr>
              <a:t>RIP</a:t>
            </a:r>
            <a:endParaRPr lang="zh-CN" altLang="en-US" sz="1600" dirty="0">
              <a:latin typeface="微软雅黑" panose="020B0503020204020204" charset="-122"/>
              <a:ea typeface="微软雅黑" panose="020B0503020204020204" charset="-122"/>
            </a:endParaRPr>
          </a:p>
        </p:txBody>
      </p:sp>
      <p:cxnSp>
        <p:nvCxnSpPr>
          <p:cNvPr id="60" name="直接箭头连接符 59">
            <a:extLst>
              <a:ext uri="{FF2B5EF4-FFF2-40B4-BE49-F238E27FC236}">
                <a16:creationId xmlns:a16="http://schemas.microsoft.com/office/drawing/2014/main" id="{22FA821E-716A-4A58-B365-E0D4F56E1A5B}"/>
              </a:ext>
            </a:extLst>
          </p:cNvPr>
          <p:cNvCxnSpPr/>
          <p:nvPr/>
        </p:nvCxnSpPr>
        <p:spPr bwMode="auto">
          <a:xfrm flipH="1" flipV="1">
            <a:off x="6419294" y="4937341"/>
            <a:ext cx="270030" cy="324036"/>
          </a:xfrm>
          <a:prstGeom prst="straightConnector1">
            <a:avLst/>
          </a:prstGeom>
          <a:ln>
            <a:prstDash val="dash"/>
            <a:tailEnd type="arrow"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1" name="直接箭头连接符 60">
            <a:extLst>
              <a:ext uri="{FF2B5EF4-FFF2-40B4-BE49-F238E27FC236}">
                <a16:creationId xmlns:a16="http://schemas.microsoft.com/office/drawing/2014/main" id="{7066752B-8C91-40F0-8491-D68FFAC04BFE}"/>
              </a:ext>
            </a:extLst>
          </p:cNvPr>
          <p:cNvCxnSpPr/>
          <p:nvPr/>
        </p:nvCxnSpPr>
        <p:spPr bwMode="auto">
          <a:xfrm flipV="1">
            <a:off x="7067366" y="4991347"/>
            <a:ext cx="378042" cy="270030"/>
          </a:xfrm>
          <a:prstGeom prst="straightConnector1">
            <a:avLst/>
          </a:prstGeom>
          <a:ln>
            <a:prstDash val="dash"/>
            <a:tailEnd type="arrow"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2" name="文本框 61">
            <a:extLst>
              <a:ext uri="{FF2B5EF4-FFF2-40B4-BE49-F238E27FC236}">
                <a16:creationId xmlns:a16="http://schemas.microsoft.com/office/drawing/2014/main" id="{EC1EDAAF-B441-4A24-813E-950E39FB407C}"/>
              </a:ext>
            </a:extLst>
          </p:cNvPr>
          <p:cNvSpPr txBox="1"/>
          <p:nvPr/>
        </p:nvSpPr>
        <p:spPr>
          <a:xfrm>
            <a:off x="358959" y="1649650"/>
            <a:ext cx="4514940" cy="436773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lnSpc>
                <a:spcPts val="30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OSPF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的区域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ts val="3000"/>
              </a:lnSpc>
              <a:spcBef>
                <a:spcPts val="600"/>
              </a:spcBef>
              <a:buBlip>
                <a:blip r:embed="rId7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主干区域（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Area 0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ts val="3000"/>
              </a:lnSpc>
              <a:spcBef>
                <a:spcPts val="600"/>
              </a:spcBef>
              <a:buBlip>
                <a:blip r:embed="rId7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非主干区域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42900" indent="-342900">
              <a:lnSpc>
                <a:spcPts val="30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路由器角色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ts val="3000"/>
              </a:lnSpc>
              <a:spcBef>
                <a:spcPts val="600"/>
              </a:spcBef>
              <a:buBlip>
                <a:blip r:embed="rId7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内部路由器（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Internal Router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IR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ts val="3000"/>
              </a:lnSpc>
              <a:spcBef>
                <a:spcPts val="600"/>
              </a:spcBef>
              <a:buBlip>
                <a:blip r:embed="rId7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区域边界路由器（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Area Bounder Router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ABR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0100" lvl="1" indent="-342900">
              <a:lnSpc>
                <a:spcPts val="3000"/>
              </a:lnSpc>
              <a:spcBef>
                <a:spcPts val="600"/>
              </a:spcBef>
              <a:buBlip>
                <a:blip r:embed="rId7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自治系统边界路由器（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 Bounder Router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ASBR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pic>
        <p:nvPicPr>
          <p:cNvPr id="63" name="Picture 3">
            <a:extLst>
              <a:ext uri="{FF2B5EF4-FFF2-40B4-BE49-F238E27FC236}">
                <a16:creationId xmlns:a16="http://schemas.microsoft.com/office/drawing/2014/main" id="{25711DCC-320E-4A84-A16D-18137465B7C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6785245" y="3403529"/>
            <a:ext cx="324036" cy="2160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cxnSp>
        <p:nvCxnSpPr>
          <p:cNvPr id="64" name="直接连接符 63">
            <a:extLst>
              <a:ext uri="{FF2B5EF4-FFF2-40B4-BE49-F238E27FC236}">
                <a16:creationId xmlns:a16="http://schemas.microsoft.com/office/drawing/2014/main" id="{1E316219-139F-481A-894E-8BF8166C1FA8}"/>
              </a:ext>
            </a:extLst>
          </p:cNvPr>
          <p:cNvCxnSpPr>
            <a:stCxn id="63" idx="2"/>
            <a:endCxn id="17" idx="0"/>
          </p:cNvCxnSpPr>
          <p:nvPr/>
        </p:nvCxnSpPr>
        <p:spPr bwMode="auto">
          <a:xfrm flipH="1">
            <a:off x="6689324" y="3619553"/>
            <a:ext cx="257939" cy="345681"/>
          </a:xfrm>
          <a:prstGeom prst="line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5" name="直接连接符 64">
            <a:extLst>
              <a:ext uri="{FF2B5EF4-FFF2-40B4-BE49-F238E27FC236}">
                <a16:creationId xmlns:a16="http://schemas.microsoft.com/office/drawing/2014/main" id="{B1165709-8DA1-4894-8E5C-B1C850F4E8FF}"/>
              </a:ext>
            </a:extLst>
          </p:cNvPr>
          <p:cNvCxnSpPr>
            <a:stCxn id="16" idx="0"/>
            <a:endCxn id="18" idx="0"/>
          </p:cNvCxnSpPr>
          <p:nvPr/>
        </p:nvCxnSpPr>
        <p:spPr bwMode="auto">
          <a:xfrm>
            <a:off x="6959354" y="3533185"/>
            <a:ext cx="324036" cy="432048"/>
          </a:xfrm>
          <a:prstGeom prst="line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786904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5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609600"/>
            <a:ext cx="8496300" cy="731838"/>
          </a:xfrm>
        </p:spPr>
        <p:txBody>
          <a:bodyPr>
            <a:no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OSPF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报文结构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5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-OSPF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pic>
        <p:nvPicPr>
          <p:cNvPr id="11" name="图片 1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361806" y="829642"/>
            <a:ext cx="6307882" cy="3843958"/>
          </a:xfrm>
          <a:prstGeom prst="rect">
            <a:avLst/>
          </a:prstGeom>
        </p:spPr>
      </p:pic>
      <p:sp>
        <p:nvSpPr>
          <p:cNvPr id="8" name="文本框 7"/>
          <p:cNvSpPr txBox="1"/>
          <p:nvPr/>
        </p:nvSpPr>
        <p:spPr>
          <a:xfrm>
            <a:off x="465756" y="4957726"/>
            <a:ext cx="8212487" cy="12906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lnSpc>
                <a:spcPts val="28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路由器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ID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：长度为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32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位，唯一标识一个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内的路由器</a:t>
            </a:r>
          </a:p>
          <a:p>
            <a:pPr marL="342900" indent="-342900">
              <a:lnSpc>
                <a:spcPts val="28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区域号：长度为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32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位，唯一标识一个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内的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OSPF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区域</a:t>
            </a:r>
          </a:p>
          <a:p>
            <a:pPr marL="800100" lvl="1" indent="-342900">
              <a:lnSpc>
                <a:spcPts val="2800"/>
              </a:lnSpc>
              <a:spcBef>
                <a:spcPts val="600"/>
              </a:spcBef>
              <a:buBlip>
                <a:blip r:embed="rId5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主干区域为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0.0.0.0</a:t>
            </a:r>
            <a:endParaRPr lang="zh-CN" altLang="en-US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039" y="1341438"/>
            <a:ext cx="8269921" cy="468686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51555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609600"/>
            <a:ext cx="8496300" cy="731838"/>
          </a:xfrm>
        </p:spPr>
        <p:txBody>
          <a:bodyPr>
            <a:no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OSPF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报文结构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5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-OSPF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5270500" y="4521709"/>
            <a:ext cx="3436460" cy="172669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lnSpc>
                <a:spcPts val="28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请观察：</a:t>
            </a:r>
          </a:p>
          <a:p>
            <a:pPr marL="800100" lvl="1" indent="-342900">
              <a:lnSpc>
                <a:spcPts val="2800"/>
              </a:lnSpc>
              <a:spcBef>
                <a:spcPts val="600"/>
              </a:spcBef>
              <a:buBlip>
                <a:blip r:embed="rId5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这是什么报文？</a:t>
            </a:r>
          </a:p>
          <a:p>
            <a:pPr marL="800100" lvl="1" indent="-342900">
              <a:lnSpc>
                <a:spcPts val="2800"/>
              </a:lnSpc>
              <a:spcBef>
                <a:spcPts val="600"/>
              </a:spcBef>
              <a:buBlip>
                <a:blip r:embed="rId5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该报文在什么区域？</a:t>
            </a:r>
          </a:p>
          <a:p>
            <a:pPr marL="800100" lvl="1" indent="-342900">
              <a:lnSpc>
                <a:spcPts val="2800"/>
              </a:lnSpc>
              <a:spcBef>
                <a:spcPts val="600"/>
              </a:spcBef>
              <a:buBlip>
                <a:blip r:embed="rId5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采用什么认证？</a:t>
            </a:r>
          </a:p>
        </p:txBody>
      </p:sp>
      <p:sp>
        <p:nvSpPr>
          <p:cNvPr id="2" name="矩形 1"/>
          <p:cNvSpPr/>
          <p:nvPr/>
        </p:nvSpPr>
        <p:spPr>
          <a:xfrm>
            <a:off x="776909" y="3553691"/>
            <a:ext cx="3296327" cy="235542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矩形 6"/>
          <p:cNvSpPr/>
          <p:nvPr/>
        </p:nvSpPr>
        <p:spPr>
          <a:xfrm>
            <a:off x="740165" y="2799412"/>
            <a:ext cx="1567069" cy="208721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7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609600"/>
            <a:ext cx="8496300" cy="803275"/>
          </a:xfrm>
        </p:spPr>
        <p:txBody>
          <a:bodyPr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自治域间路由协议</a:t>
            </a:r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: BGP</a:t>
            </a:r>
          </a:p>
        </p:txBody>
      </p:sp>
      <p:sp>
        <p:nvSpPr>
          <p:cNvPr id="16486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23850" y="1765300"/>
            <a:ext cx="8424863" cy="3407440"/>
          </a:xfrm>
        </p:spPr>
        <p:txBody>
          <a:bodyPr>
            <a:normAutofit/>
          </a:bodyPr>
          <a:lstStyle/>
          <a:p>
            <a:pPr marL="342900" indent="-342900">
              <a:lnSpc>
                <a:spcPts val="3500"/>
              </a:lnSpc>
              <a:spcBef>
                <a:spcPts val="1200"/>
              </a:spcBef>
              <a:buBlip>
                <a:blip r:embed="rId3"/>
              </a:buBlip>
              <a:defRPr/>
            </a:pPr>
            <a:r>
              <a:rPr lang="zh-CN" altLang="en-US" sz="2400" b="1" dirty="0">
                <a:solidFill>
                  <a:srgbClr val="CC000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边界网关协议（</a:t>
            </a:r>
            <a:r>
              <a:rPr lang="en-US" altLang="zh-CN" sz="2400" b="1" dirty="0">
                <a:solidFill>
                  <a:srgbClr val="CC000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Border Gateway Protocol</a:t>
            </a:r>
            <a:r>
              <a:rPr lang="zh-CN" altLang="en-US" sz="2400" b="1" dirty="0">
                <a:solidFill>
                  <a:srgbClr val="CC000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）</a:t>
            </a:r>
            <a:r>
              <a:rPr lang="en-US" altLang="zh-CN" sz="2400" b="1" dirty="0">
                <a:solidFill>
                  <a:srgbClr val="CC000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:</a:t>
            </a:r>
            <a:r>
              <a:rPr lang="en-US" altLang="zh-CN" sz="2400" b="1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目前互联网中唯一实际运行的自治域间路由协议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42900" indent="-342900">
              <a:lnSpc>
                <a:spcPts val="3500"/>
              </a:lnSpc>
              <a:spcBef>
                <a:spcPts val="1200"/>
              </a:spcBef>
              <a:buBlip>
                <a:blip r:embed="rId3"/>
              </a:buBlip>
              <a:defRPr/>
            </a:pP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BGP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功能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717550" lvl="1" indent="-361950">
              <a:lnSpc>
                <a:spcPts val="3500"/>
              </a:lnSpc>
              <a:spcBef>
                <a:spcPts val="1200"/>
              </a:spcBef>
              <a:buBlip>
                <a:blip r:embed="rId4"/>
              </a:buBlip>
              <a:defRPr/>
            </a:pPr>
            <a:r>
              <a:rPr lang="en-US" altLang="zh-CN" sz="220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eBGP</a:t>
            </a:r>
            <a:r>
              <a:rPr lang="zh-CN" altLang="en-US" sz="220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从相邻的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获得网络可达信息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717550" lvl="1" indent="-361950">
              <a:lnSpc>
                <a:spcPts val="3500"/>
              </a:lnSpc>
              <a:spcBef>
                <a:spcPts val="1200"/>
              </a:spcBef>
              <a:buBlip>
                <a:blip r:embed="rId4"/>
              </a:buBlip>
              <a:defRPr/>
            </a:pPr>
            <a:r>
              <a:rPr lang="en-US" altLang="zh-CN" sz="220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iBGP</a:t>
            </a:r>
            <a:r>
              <a:rPr lang="zh-CN" altLang="en-US" sz="220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将网络可达信息传播给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内的路由器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717550" lvl="1" indent="-361950">
              <a:lnSpc>
                <a:spcPts val="3500"/>
              </a:lnSpc>
              <a:spcBef>
                <a:spcPts val="12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基于网络</a:t>
            </a:r>
            <a:r>
              <a:rPr lang="zh-CN" altLang="en-US" sz="2200" b="1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可达信息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和</a:t>
            </a:r>
            <a:r>
              <a:rPr lang="zh-CN" altLang="en-US" sz="2200" b="1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策略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决定到其他网络的“最优”路由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717550" lvl="1" indent="-361950">
              <a:lnSpc>
                <a:spcPts val="3500"/>
              </a:lnSpc>
              <a:spcBef>
                <a:spcPts val="600"/>
              </a:spcBef>
              <a:buBlip>
                <a:blip r:embed="rId4"/>
              </a:buBlip>
              <a:defRPr/>
            </a:pP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-BGP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3764" y="772359"/>
            <a:ext cx="7975057" cy="608693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eBGP/iBGP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连接</a:t>
            </a:r>
            <a:endParaRPr lang="en-US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grpSp>
        <p:nvGrpSpPr>
          <p:cNvPr id="283" name="Group 282"/>
          <p:cNvGrpSpPr/>
          <p:nvPr/>
        </p:nvGrpSpPr>
        <p:grpSpPr>
          <a:xfrm>
            <a:off x="3268498" y="4315491"/>
            <a:ext cx="1937734" cy="605201"/>
            <a:chOff x="7493868" y="5383138"/>
            <a:chExt cx="1937734" cy="605201"/>
          </a:xfrm>
        </p:grpSpPr>
        <p:cxnSp>
          <p:nvCxnSpPr>
            <p:cNvPr id="273" name="Straight Connector 272"/>
            <p:cNvCxnSpPr/>
            <p:nvPr/>
          </p:nvCxnSpPr>
          <p:spPr bwMode="auto">
            <a:xfrm flipH="1" flipV="1">
              <a:off x="7493868" y="5589319"/>
              <a:ext cx="749784" cy="11598"/>
            </a:xfrm>
            <a:prstGeom prst="line">
              <a:avLst/>
            </a:prstGeom>
            <a:solidFill>
              <a:schemeClr val="accent1"/>
            </a:solidFill>
            <a:ln w="38100" cap="flat" cmpd="sng" algn="ctr">
              <a:solidFill>
                <a:srgbClr val="CC000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74" name="Straight Connector 273"/>
            <p:cNvCxnSpPr/>
            <p:nvPr/>
          </p:nvCxnSpPr>
          <p:spPr bwMode="auto">
            <a:xfrm flipV="1">
              <a:off x="7566969" y="5924335"/>
              <a:ext cx="699488" cy="690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2A09B7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281" name="TextBox 280"/>
            <p:cNvSpPr txBox="1"/>
            <p:nvPr/>
          </p:nvSpPr>
          <p:spPr>
            <a:xfrm>
              <a:off x="8347651" y="5383138"/>
              <a:ext cx="108395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 err="1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eBGP</a:t>
              </a:r>
              <a:r>
                <a:rPr lang="zh-CN" altLang="en-US" sz="1600" dirty="0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连接</a:t>
              </a:r>
              <a:endParaRPr lang="en-US" sz="160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282" name="TextBox 281"/>
            <p:cNvSpPr txBox="1"/>
            <p:nvPr/>
          </p:nvSpPr>
          <p:spPr>
            <a:xfrm>
              <a:off x="8372607" y="5649785"/>
              <a:ext cx="105028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 err="1">
                  <a:solidFill>
                    <a:srgbClr val="2A09B7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iBGP</a:t>
              </a:r>
              <a:r>
                <a:rPr lang="zh-CN" altLang="en-US" sz="1600" dirty="0">
                  <a:solidFill>
                    <a:srgbClr val="2A09B7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连接</a:t>
              </a:r>
              <a:endParaRPr lang="en-US" sz="1600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135" name="Freeform 2"/>
          <p:cNvSpPr/>
          <p:nvPr/>
        </p:nvSpPr>
        <p:spPr bwMode="auto">
          <a:xfrm>
            <a:off x="452606" y="2392317"/>
            <a:ext cx="2712783" cy="1853712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-1" fmla="*/ 4 w 8600"/>
              <a:gd name="connsiteY0-2" fmla="*/ 4042 h 10128"/>
              <a:gd name="connsiteX1-3" fmla="*/ 715 w 8600"/>
              <a:gd name="connsiteY1-4" fmla="*/ 1598 h 10128"/>
              <a:gd name="connsiteX2-5" fmla="*/ 3130 w 8600"/>
              <a:gd name="connsiteY2-6" fmla="*/ 1009 h 10128"/>
              <a:gd name="connsiteX3-7" fmla="*/ 4995 w 8600"/>
              <a:gd name="connsiteY3-8" fmla="*/ 3 h 10128"/>
              <a:gd name="connsiteX4-9" fmla="*/ 6720 w 8600"/>
              <a:gd name="connsiteY4-10" fmla="*/ 1012 h 10128"/>
              <a:gd name="connsiteX5-11" fmla="*/ 8599 w 8600"/>
              <a:gd name="connsiteY5-12" fmla="*/ 6800 h 10128"/>
              <a:gd name="connsiteX6-13" fmla="*/ 6995 w 8600"/>
              <a:gd name="connsiteY6-14" fmla="*/ 9325 h 10128"/>
              <a:gd name="connsiteX7-15" fmla="*/ 5307 w 8600"/>
              <a:gd name="connsiteY7-16" fmla="*/ 8846 h 10128"/>
              <a:gd name="connsiteX8-17" fmla="*/ 4371 w 8600"/>
              <a:gd name="connsiteY8-18" fmla="*/ 9915 h 10128"/>
              <a:gd name="connsiteX9-19" fmla="*/ 3140 w 8600"/>
              <a:gd name="connsiteY9-20" fmla="*/ 10022 h 10128"/>
              <a:gd name="connsiteX10-21" fmla="*/ 2179 w 8600"/>
              <a:gd name="connsiteY10-22" fmla="*/ 7898 h 10128"/>
              <a:gd name="connsiteX11-23" fmla="*/ 1187 w 8600"/>
              <a:gd name="connsiteY11-24" fmla="*/ 7498 h 10128"/>
              <a:gd name="connsiteX12-25" fmla="*/ 4 w 8600"/>
              <a:gd name="connsiteY12-26" fmla="*/ 4042 h 10128"/>
              <a:gd name="connsiteX0-27" fmla="*/ 4 w 9326"/>
              <a:gd name="connsiteY0-28" fmla="*/ 3988 h 9997"/>
              <a:gd name="connsiteX1-29" fmla="*/ 830 w 9326"/>
              <a:gd name="connsiteY1-30" fmla="*/ 1575 h 9997"/>
              <a:gd name="connsiteX2-31" fmla="*/ 3639 w 9326"/>
              <a:gd name="connsiteY2-32" fmla="*/ 993 h 9997"/>
              <a:gd name="connsiteX3-33" fmla="*/ 5807 w 9326"/>
              <a:gd name="connsiteY3-34" fmla="*/ 0 h 9997"/>
              <a:gd name="connsiteX4-35" fmla="*/ 7813 w 9326"/>
              <a:gd name="connsiteY4-36" fmla="*/ 996 h 9997"/>
              <a:gd name="connsiteX5-37" fmla="*/ 9324 w 9326"/>
              <a:gd name="connsiteY5-38" fmla="*/ 5746 h 9997"/>
              <a:gd name="connsiteX6-39" fmla="*/ 8133 w 9326"/>
              <a:gd name="connsiteY6-40" fmla="*/ 9204 h 9997"/>
              <a:gd name="connsiteX7-41" fmla="*/ 6170 w 9326"/>
              <a:gd name="connsiteY7-42" fmla="*/ 8731 h 9997"/>
              <a:gd name="connsiteX8-43" fmla="*/ 5082 w 9326"/>
              <a:gd name="connsiteY8-44" fmla="*/ 9787 h 9997"/>
              <a:gd name="connsiteX9-45" fmla="*/ 3650 w 9326"/>
              <a:gd name="connsiteY9-46" fmla="*/ 9892 h 9997"/>
              <a:gd name="connsiteX10-47" fmla="*/ 2533 w 9326"/>
              <a:gd name="connsiteY10-48" fmla="*/ 7795 h 9997"/>
              <a:gd name="connsiteX11-49" fmla="*/ 1379 w 9326"/>
              <a:gd name="connsiteY11-50" fmla="*/ 7400 h 9997"/>
              <a:gd name="connsiteX12-51" fmla="*/ 4 w 9326"/>
              <a:gd name="connsiteY12-52" fmla="*/ 3988 h 9997"/>
              <a:gd name="connsiteX0-53" fmla="*/ 4 w 10001"/>
              <a:gd name="connsiteY0-54" fmla="*/ 3989 h 10041"/>
              <a:gd name="connsiteX1-55" fmla="*/ 890 w 10001"/>
              <a:gd name="connsiteY1-56" fmla="*/ 1575 h 10041"/>
              <a:gd name="connsiteX2-57" fmla="*/ 3902 w 10001"/>
              <a:gd name="connsiteY2-58" fmla="*/ 993 h 10041"/>
              <a:gd name="connsiteX3-59" fmla="*/ 6227 w 10001"/>
              <a:gd name="connsiteY3-60" fmla="*/ 0 h 10041"/>
              <a:gd name="connsiteX4-61" fmla="*/ 8378 w 10001"/>
              <a:gd name="connsiteY4-62" fmla="*/ 996 h 10041"/>
              <a:gd name="connsiteX5-63" fmla="*/ 9998 w 10001"/>
              <a:gd name="connsiteY5-64" fmla="*/ 5748 h 10041"/>
              <a:gd name="connsiteX6-65" fmla="*/ 8721 w 10001"/>
              <a:gd name="connsiteY6-66" fmla="*/ 9207 h 10041"/>
              <a:gd name="connsiteX7-67" fmla="*/ 5449 w 10001"/>
              <a:gd name="connsiteY7-68" fmla="*/ 9790 h 10041"/>
              <a:gd name="connsiteX8-69" fmla="*/ 3914 w 10001"/>
              <a:gd name="connsiteY8-70" fmla="*/ 9895 h 10041"/>
              <a:gd name="connsiteX9-71" fmla="*/ 2716 w 10001"/>
              <a:gd name="connsiteY9-72" fmla="*/ 7797 h 10041"/>
              <a:gd name="connsiteX10-73" fmla="*/ 1479 w 10001"/>
              <a:gd name="connsiteY10-74" fmla="*/ 7402 h 10041"/>
              <a:gd name="connsiteX11-75" fmla="*/ 4 w 10001"/>
              <a:gd name="connsiteY11-76" fmla="*/ 3989 h 10041"/>
              <a:gd name="connsiteX0-77" fmla="*/ 4 w 10001"/>
              <a:gd name="connsiteY0-78" fmla="*/ 3989 h 14825"/>
              <a:gd name="connsiteX1-79" fmla="*/ 890 w 10001"/>
              <a:gd name="connsiteY1-80" fmla="*/ 1575 h 14825"/>
              <a:gd name="connsiteX2-81" fmla="*/ 3902 w 10001"/>
              <a:gd name="connsiteY2-82" fmla="*/ 993 h 14825"/>
              <a:gd name="connsiteX3-83" fmla="*/ 6227 w 10001"/>
              <a:gd name="connsiteY3-84" fmla="*/ 0 h 14825"/>
              <a:gd name="connsiteX4-85" fmla="*/ 8378 w 10001"/>
              <a:gd name="connsiteY4-86" fmla="*/ 996 h 14825"/>
              <a:gd name="connsiteX5-87" fmla="*/ 9998 w 10001"/>
              <a:gd name="connsiteY5-88" fmla="*/ 5748 h 14825"/>
              <a:gd name="connsiteX6-89" fmla="*/ 8721 w 10001"/>
              <a:gd name="connsiteY6-90" fmla="*/ 9207 h 14825"/>
              <a:gd name="connsiteX7-91" fmla="*/ 6011 w 10001"/>
              <a:gd name="connsiteY7-92" fmla="*/ 14823 h 14825"/>
              <a:gd name="connsiteX8-93" fmla="*/ 3914 w 10001"/>
              <a:gd name="connsiteY8-94" fmla="*/ 9895 h 14825"/>
              <a:gd name="connsiteX9-95" fmla="*/ 2716 w 10001"/>
              <a:gd name="connsiteY9-96" fmla="*/ 7797 h 14825"/>
              <a:gd name="connsiteX10-97" fmla="*/ 1479 w 10001"/>
              <a:gd name="connsiteY10-98" fmla="*/ 7402 h 14825"/>
              <a:gd name="connsiteX11-99" fmla="*/ 4 w 10001"/>
              <a:gd name="connsiteY11-100" fmla="*/ 3989 h 14825"/>
              <a:gd name="connsiteX0-101" fmla="*/ 4 w 10001"/>
              <a:gd name="connsiteY0-102" fmla="*/ 7436 h 18272"/>
              <a:gd name="connsiteX1-103" fmla="*/ 890 w 10001"/>
              <a:gd name="connsiteY1-104" fmla="*/ 5022 h 18272"/>
              <a:gd name="connsiteX2-105" fmla="*/ 3902 w 10001"/>
              <a:gd name="connsiteY2-106" fmla="*/ 4440 h 18272"/>
              <a:gd name="connsiteX3-107" fmla="*/ 6026 w 10001"/>
              <a:gd name="connsiteY3-108" fmla="*/ 0 h 18272"/>
              <a:gd name="connsiteX4-109" fmla="*/ 8378 w 10001"/>
              <a:gd name="connsiteY4-110" fmla="*/ 4443 h 18272"/>
              <a:gd name="connsiteX5-111" fmla="*/ 9998 w 10001"/>
              <a:gd name="connsiteY5-112" fmla="*/ 9195 h 18272"/>
              <a:gd name="connsiteX6-113" fmla="*/ 8721 w 10001"/>
              <a:gd name="connsiteY6-114" fmla="*/ 12654 h 18272"/>
              <a:gd name="connsiteX7-115" fmla="*/ 6011 w 10001"/>
              <a:gd name="connsiteY7-116" fmla="*/ 18270 h 18272"/>
              <a:gd name="connsiteX8-117" fmla="*/ 3914 w 10001"/>
              <a:gd name="connsiteY8-118" fmla="*/ 13342 h 18272"/>
              <a:gd name="connsiteX9-119" fmla="*/ 2716 w 10001"/>
              <a:gd name="connsiteY9-120" fmla="*/ 11244 h 18272"/>
              <a:gd name="connsiteX10-121" fmla="*/ 1479 w 10001"/>
              <a:gd name="connsiteY10-122" fmla="*/ 10849 h 18272"/>
              <a:gd name="connsiteX11-123" fmla="*/ 4 w 10001"/>
              <a:gd name="connsiteY11-124" fmla="*/ 7436 h 18272"/>
              <a:gd name="connsiteX0-125" fmla="*/ 1 w 9998"/>
              <a:gd name="connsiteY0-126" fmla="*/ 7436 h 18272"/>
              <a:gd name="connsiteX1-127" fmla="*/ 3899 w 9998"/>
              <a:gd name="connsiteY1-128" fmla="*/ 4440 h 18272"/>
              <a:gd name="connsiteX2-129" fmla="*/ 6023 w 9998"/>
              <a:gd name="connsiteY2-130" fmla="*/ 0 h 18272"/>
              <a:gd name="connsiteX3-131" fmla="*/ 8375 w 9998"/>
              <a:gd name="connsiteY3-132" fmla="*/ 4443 h 18272"/>
              <a:gd name="connsiteX4-133" fmla="*/ 9995 w 9998"/>
              <a:gd name="connsiteY4-134" fmla="*/ 9195 h 18272"/>
              <a:gd name="connsiteX5-135" fmla="*/ 8718 w 9998"/>
              <a:gd name="connsiteY5-136" fmla="*/ 12654 h 18272"/>
              <a:gd name="connsiteX6-137" fmla="*/ 6008 w 9998"/>
              <a:gd name="connsiteY6-138" fmla="*/ 18270 h 18272"/>
              <a:gd name="connsiteX7-139" fmla="*/ 3911 w 9998"/>
              <a:gd name="connsiteY7-140" fmla="*/ 13342 h 18272"/>
              <a:gd name="connsiteX8-141" fmla="*/ 2713 w 9998"/>
              <a:gd name="connsiteY8-142" fmla="*/ 11244 h 18272"/>
              <a:gd name="connsiteX9-143" fmla="*/ 1476 w 9998"/>
              <a:gd name="connsiteY9-144" fmla="*/ 10849 h 18272"/>
              <a:gd name="connsiteX10-145" fmla="*/ 1 w 9998"/>
              <a:gd name="connsiteY10-146" fmla="*/ 7436 h 18272"/>
              <a:gd name="connsiteX0-147" fmla="*/ 35 w 8559"/>
              <a:gd name="connsiteY0-148" fmla="*/ 5938 h 10000"/>
              <a:gd name="connsiteX1-149" fmla="*/ 2459 w 8559"/>
              <a:gd name="connsiteY1-150" fmla="*/ 2430 h 10000"/>
              <a:gd name="connsiteX2-151" fmla="*/ 4583 w 8559"/>
              <a:gd name="connsiteY2-152" fmla="*/ 0 h 10000"/>
              <a:gd name="connsiteX3-153" fmla="*/ 6936 w 8559"/>
              <a:gd name="connsiteY3-154" fmla="*/ 2432 h 10000"/>
              <a:gd name="connsiteX4-155" fmla="*/ 8556 w 8559"/>
              <a:gd name="connsiteY4-156" fmla="*/ 5032 h 10000"/>
              <a:gd name="connsiteX5-157" fmla="*/ 7279 w 8559"/>
              <a:gd name="connsiteY5-158" fmla="*/ 6925 h 10000"/>
              <a:gd name="connsiteX6-159" fmla="*/ 4568 w 8559"/>
              <a:gd name="connsiteY6-160" fmla="*/ 9999 h 10000"/>
              <a:gd name="connsiteX7-161" fmla="*/ 2471 w 8559"/>
              <a:gd name="connsiteY7-162" fmla="*/ 7302 h 10000"/>
              <a:gd name="connsiteX8-163" fmla="*/ 1273 w 8559"/>
              <a:gd name="connsiteY8-164" fmla="*/ 6154 h 10000"/>
              <a:gd name="connsiteX9-165" fmla="*/ 35 w 8559"/>
              <a:gd name="connsiteY9-166" fmla="*/ 5938 h 10000"/>
              <a:gd name="connsiteX0-167" fmla="*/ 49 w 9820"/>
              <a:gd name="connsiteY0-168" fmla="*/ 4655 h 10000"/>
              <a:gd name="connsiteX1-169" fmla="*/ 2693 w 9820"/>
              <a:gd name="connsiteY1-170" fmla="*/ 2430 h 10000"/>
              <a:gd name="connsiteX2-171" fmla="*/ 5175 w 9820"/>
              <a:gd name="connsiteY2-172" fmla="*/ 0 h 10000"/>
              <a:gd name="connsiteX3-173" fmla="*/ 7924 w 9820"/>
              <a:gd name="connsiteY3-174" fmla="*/ 2432 h 10000"/>
              <a:gd name="connsiteX4-175" fmla="*/ 9816 w 9820"/>
              <a:gd name="connsiteY4-176" fmla="*/ 5032 h 10000"/>
              <a:gd name="connsiteX5-177" fmla="*/ 8324 w 9820"/>
              <a:gd name="connsiteY5-178" fmla="*/ 6925 h 10000"/>
              <a:gd name="connsiteX6-179" fmla="*/ 5157 w 9820"/>
              <a:gd name="connsiteY6-180" fmla="*/ 9999 h 10000"/>
              <a:gd name="connsiteX7-181" fmla="*/ 2707 w 9820"/>
              <a:gd name="connsiteY7-182" fmla="*/ 7302 h 10000"/>
              <a:gd name="connsiteX8-183" fmla="*/ 1307 w 9820"/>
              <a:gd name="connsiteY8-184" fmla="*/ 6154 h 10000"/>
              <a:gd name="connsiteX9-185" fmla="*/ 49 w 9820"/>
              <a:gd name="connsiteY9-186" fmla="*/ 4655 h 10000"/>
              <a:gd name="connsiteX0-187" fmla="*/ 45 w 9995"/>
              <a:gd name="connsiteY0-188" fmla="*/ 4655 h 10000"/>
              <a:gd name="connsiteX1-189" fmla="*/ 2737 w 9995"/>
              <a:gd name="connsiteY1-190" fmla="*/ 2430 h 10000"/>
              <a:gd name="connsiteX2-191" fmla="*/ 5265 w 9995"/>
              <a:gd name="connsiteY2-192" fmla="*/ 0 h 10000"/>
              <a:gd name="connsiteX3-193" fmla="*/ 8064 w 9995"/>
              <a:gd name="connsiteY3-194" fmla="*/ 2432 h 10000"/>
              <a:gd name="connsiteX4-195" fmla="*/ 9991 w 9995"/>
              <a:gd name="connsiteY4-196" fmla="*/ 5032 h 10000"/>
              <a:gd name="connsiteX5-197" fmla="*/ 8472 w 9995"/>
              <a:gd name="connsiteY5-198" fmla="*/ 6925 h 10000"/>
              <a:gd name="connsiteX6-199" fmla="*/ 5247 w 9995"/>
              <a:gd name="connsiteY6-200" fmla="*/ 9999 h 10000"/>
              <a:gd name="connsiteX7-201" fmla="*/ 2752 w 9995"/>
              <a:gd name="connsiteY7-202" fmla="*/ 7302 h 10000"/>
              <a:gd name="connsiteX8-203" fmla="*/ 1374 w 9995"/>
              <a:gd name="connsiteY8-204" fmla="*/ 6984 h 10000"/>
              <a:gd name="connsiteX9-205" fmla="*/ 45 w 9995"/>
              <a:gd name="connsiteY9-206" fmla="*/ 4655 h 10000"/>
              <a:gd name="connsiteX0-207" fmla="*/ 45 w 10000"/>
              <a:gd name="connsiteY0-208" fmla="*/ 5032 h 10377"/>
              <a:gd name="connsiteX1-209" fmla="*/ 2738 w 10000"/>
              <a:gd name="connsiteY1-210" fmla="*/ 2807 h 10377"/>
              <a:gd name="connsiteX2-211" fmla="*/ 4886 w 10000"/>
              <a:gd name="connsiteY2-212" fmla="*/ 0 h 10377"/>
              <a:gd name="connsiteX3-213" fmla="*/ 8068 w 10000"/>
              <a:gd name="connsiteY3-214" fmla="*/ 2809 h 10377"/>
              <a:gd name="connsiteX4-215" fmla="*/ 9996 w 10000"/>
              <a:gd name="connsiteY4-216" fmla="*/ 5409 h 10377"/>
              <a:gd name="connsiteX5-217" fmla="*/ 8476 w 10000"/>
              <a:gd name="connsiteY5-218" fmla="*/ 7302 h 10377"/>
              <a:gd name="connsiteX6-219" fmla="*/ 5250 w 10000"/>
              <a:gd name="connsiteY6-220" fmla="*/ 10376 h 10377"/>
              <a:gd name="connsiteX7-221" fmla="*/ 2753 w 10000"/>
              <a:gd name="connsiteY7-222" fmla="*/ 7679 h 10377"/>
              <a:gd name="connsiteX8-223" fmla="*/ 1375 w 10000"/>
              <a:gd name="connsiteY8-224" fmla="*/ 7361 h 10377"/>
              <a:gd name="connsiteX9-225" fmla="*/ 45 w 10000"/>
              <a:gd name="connsiteY9-226" fmla="*/ 5032 h 10377"/>
              <a:gd name="connsiteX0-227" fmla="*/ 45 w 10000"/>
              <a:gd name="connsiteY0-228" fmla="*/ 5036 h 10381"/>
              <a:gd name="connsiteX1-229" fmla="*/ 2738 w 10000"/>
              <a:gd name="connsiteY1-230" fmla="*/ 2811 h 10381"/>
              <a:gd name="connsiteX2-231" fmla="*/ 4886 w 10000"/>
              <a:gd name="connsiteY2-232" fmla="*/ 4 h 10381"/>
              <a:gd name="connsiteX3-233" fmla="*/ 8068 w 10000"/>
              <a:gd name="connsiteY3-234" fmla="*/ 2813 h 10381"/>
              <a:gd name="connsiteX4-235" fmla="*/ 9996 w 10000"/>
              <a:gd name="connsiteY4-236" fmla="*/ 5413 h 10381"/>
              <a:gd name="connsiteX5-237" fmla="*/ 8476 w 10000"/>
              <a:gd name="connsiteY5-238" fmla="*/ 7306 h 10381"/>
              <a:gd name="connsiteX6-239" fmla="*/ 5250 w 10000"/>
              <a:gd name="connsiteY6-240" fmla="*/ 10380 h 10381"/>
              <a:gd name="connsiteX7-241" fmla="*/ 2753 w 10000"/>
              <a:gd name="connsiteY7-242" fmla="*/ 7683 h 10381"/>
              <a:gd name="connsiteX8-243" fmla="*/ 1375 w 10000"/>
              <a:gd name="connsiteY8-244" fmla="*/ 7365 h 10381"/>
              <a:gd name="connsiteX9-245" fmla="*/ 45 w 10000"/>
              <a:gd name="connsiteY9-246" fmla="*/ 5036 h 10381"/>
              <a:gd name="connsiteX0-247" fmla="*/ 45 w 10000"/>
              <a:gd name="connsiteY0-248" fmla="*/ 5036 h 10796"/>
              <a:gd name="connsiteX1-249" fmla="*/ 2738 w 10000"/>
              <a:gd name="connsiteY1-250" fmla="*/ 2811 h 10796"/>
              <a:gd name="connsiteX2-251" fmla="*/ 4886 w 10000"/>
              <a:gd name="connsiteY2-252" fmla="*/ 4 h 10796"/>
              <a:gd name="connsiteX3-253" fmla="*/ 8068 w 10000"/>
              <a:gd name="connsiteY3-254" fmla="*/ 2813 h 10796"/>
              <a:gd name="connsiteX4-255" fmla="*/ 9996 w 10000"/>
              <a:gd name="connsiteY4-256" fmla="*/ 5413 h 10796"/>
              <a:gd name="connsiteX5-257" fmla="*/ 8476 w 10000"/>
              <a:gd name="connsiteY5-258" fmla="*/ 7306 h 10796"/>
              <a:gd name="connsiteX6-259" fmla="*/ 5202 w 10000"/>
              <a:gd name="connsiteY6-260" fmla="*/ 10795 h 10796"/>
              <a:gd name="connsiteX7-261" fmla="*/ 2753 w 10000"/>
              <a:gd name="connsiteY7-262" fmla="*/ 7683 h 10796"/>
              <a:gd name="connsiteX8-263" fmla="*/ 1375 w 10000"/>
              <a:gd name="connsiteY8-264" fmla="*/ 7365 h 10796"/>
              <a:gd name="connsiteX9-265" fmla="*/ 45 w 10000"/>
              <a:gd name="connsiteY9-266" fmla="*/ 5036 h 10796"/>
              <a:gd name="connsiteX0-267" fmla="*/ 45 w 10000"/>
              <a:gd name="connsiteY0-268" fmla="*/ 5036 h 10795"/>
              <a:gd name="connsiteX1-269" fmla="*/ 2738 w 10000"/>
              <a:gd name="connsiteY1-270" fmla="*/ 2811 h 10795"/>
              <a:gd name="connsiteX2-271" fmla="*/ 4886 w 10000"/>
              <a:gd name="connsiteY2-272" fmla="*/ 4 h 10795"/>
              <a:gd name="connsiteX3-273" fmla="*/ 8068 w 10000"/>
              <a:gd name="connsiteY3-274" fmla="*/ 2813 h 10795"/>
              <a:gd name="connsiteX4-275" fmla="*/ 9996 w 10000"/>
              <a:gd name="connsiteY4-276" fmla="*/ 5413 h 10795"/>
              <a:gd name="connsiteX5-277" fmla="*/ 8476 w 10000"/>
              <a:gd name="connsiteY5-278" fmla="*/ 7306 h 10795"/>
              <a:gd name="connsiteX6-279" fmla="*/ 5202 w 10000"/>
              <a:gd name="connsiteY6-280" fmla="*/ 10795 h 10795"/>
              <a:gd name="connsiteX7-281" fmla="*/ 2753 w 10000"/>
              <a:gd name="connsiteY7-282" fmla="*/ 7683 h 10795"/>
              <a:gd name="connsiteX8-283" fmla="*/ 1375 w 10000"/>
              <a:gd name="connsiteY8-284" fmla="*/ 7365 h 10795"/>
              <a:gd name="connsiteX9-285" fmla="*/ 45 w 10000"/>
              <a:gd name="connsiteY9-286" fmla="*/ 5036 h 10795"/>
              <a:gd name="connsiteX0-287" fmla="*/ 45 w 10000"/>
              <a:gd name="connsiteY0-288" fmla="*/ 5036 h 10795"/>
              <a:gd name="connsiteX1-289" fmla="*/ 2738 w 10000"/>
              <a:gd name="connsiteY1-290" fmla="*/ 2811 h 10795"/>
              <a:gd name="connsiteX2-291" fmla="*/ 4886 w 10000"/>
              <a:gd name="connsiteY2-292" fmla="*/ 4 h 10795"/>
              <a:gd name="connsiteX3-293" fmla="*/ 8068 w 10000"/>
              <a:gd name="connsiteY3-294" fmla="*/ 2813 h 10795"/>
              <a:gd name="connsiteX4-295" fmla="*/ 9996 w 10000"/>
              <a:gd name="connsiteY4-296" fmla="*/ 5413 h 10795"/>
              <a:gd name="connsiteX5-297" fmla="*/ 8476 w 10000"/>
              <a:gd name="connsiteY5-298" fmla="*/ 7306 h 10795"/>
              <a:gd name="connsiteX6-299" fmla="*/ 5202 w 10000"/>
              <a:gd name="connsiteY6-300" fmla="*/ 10795 h 10795"/>
              <a:gd name="connsiteX7-301" fmla="*/ 2753 w 10000"/>
              <a:gd name="connsiteY7-302" fmla="*/ 7683 h 10795"/>
              <a:gd name="connsiteX8-303" fmla="*/ 1375 w 10000"/>
              <a:gd name="connsiteY8-304" fmla="*/ 7365 h 10795"/>
              <a:gd name="connsiteX9-305" fmla="*/ 45 w 10000"/>
              <a:gd name="connsiteY9-306" fmla="*/ 5036 h 1079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</p:spPr>
        <p:txBody>
          <a:bodyPr wrap="none" anchor="ctr"/>
          <a:lstStyle/>
          <a:p>
            <a:endParaRPr lang="en-US"/>
          </a:p>
        </p:txBody>
      </p:sp>
      <p:grpSp>
        <p:nvGrpSpPr>
          <p:cNvPr id="73" name="Group 72"/>
          <p:cNvGrpSpPr/>
          <p:nvPr/>
        </p:nvGrpSpPr>
        <p:grpSpPr>
          <a:xfrm>
            <a:off x="1590767" y="2543179"/>
            <a:ext cx="565150" cy="369332"/>
            <a:chOff x="1736090" y="2873352"/>
            <a:chExt cx="565150" cy="369332"/>
          </a:xfrm>
        </p:grpSpPr>
        <p:grpSp>
          <p:nvGrpSpPr>
            <p:cNvPr id="26" name="Group 327"/>
            <p:cNvGrpSpPr/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7" name="Oval 26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8" name="Rectangle 27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9" name="Oval 28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30" name="Freeform 29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-1" fmla="*/ 1486231 w 2944854"/>
                  <a:gd name="connsiteY0-2" fmla="*/ 727041 h 1316375"/>
                  <a:gd name="connsiteX1-3" fmla="*/ 257675 w 2944854"/>
                  <a:gd name="connsiteY1-4" fmla="*/ 1302232 h 1316375"/>
                  <a:gd name="connsiteX2-5" fmla="*/ 0 w 2944854"/>
                  <a:gd name="connsiteY2-6" fmla="*/ 1228607 h 1316375"/>
                  <a:gd name="connsiteX3-7" fmla="*/ 911064 w 2944854"/>
                  <a:gd name="connsiteY3-8" fmla="*/ 837478 h 1316375"/>
                  <a:gd name="connsiteX4-9" fmla="*/ 883456 w 2944854"/>
                  <a:gd name="connsiteY4-10" fmla="*/ 450949 h 1316375"/>
                  <a:gd name="connsiteX5-11" fmla="*/ 161047 w 2944854"/>
                  <a:gd name="connsiteY5-12" fmla="*/ 119640 h 1316375"/>
                  <a:gd name="connsiteX6-13" fmla="*/ 404917 w 2944854"/>
                  <a:gd name="connsiteY6-14" fmla="*/ 50617 h 1316375"/>
                  <a:gd name="connsiteX7-15" fmla="*/ 1477028 w 2944854"/>
                  <a:gd name="connsiteY7-16" fmla="*/ 501566 h 1316375"/>
                  <a:gd name="connsiteX8-17" fmla="*/ 2572146 w 2944854"/>
                  <a:gd name="connsiteY8-18" fmla="*/ 0 h 1316375"/>
                  <a:gd name="connsiteX9-19" fmla="*/ 2875834 w 2944854"/>
                  <a:gd name="connsiteY9-20" fmla="*/ 96632 h 1316375"/>
                  <a:gd name="connsiteX10-21" fmla="*/ 2079803 w 2944854"/>
                  <a:gd name="connsiteY10-22" fmla="*/ 432543 h 1316375"/>
                  <a:gd name="connsiteX11-23" fmla="*/ 2240850 w 2944854"/>
                  <a:gd name="connsiteY11-24" fmla="*/ 920305 h 1316375"/>
                  <a:gd name="connsiteX12-25" fmla="*/ 2944854 w 2944854"/>
                  <a:gd name="connsiteY12-26" fmla="*/ 1228607 h 1316375"/>
                  <a:gd name="connsiteX13-27" fmla="*/ 2756623 w 2944854"/>
                  <a:gd name="connsiteY13-28" fmla="*/ 1316375 h 1316375"/>
                  <a:gd name="connsiteX14-29" fmla="*/ 1486231 w 2944854"/>
                  <a:gd name="connsiteY14-30" fmla="*/ 727041 h 1316375"/>
                  <a:gd name="connsiteX0-31" fmla="*/ 1486231 w 3024520"/>
                  <a:gd name="connsiteY0-32" fmla="*/ 727041 h 1316375"/>
                  <a:gd name="connsiteX1-33" fmla="*/ 257675 w 3024520"/>
                  <a:gd name="connsiteY1-34" fmla="*/ 1302232 h 1316375"/>
                  <a:gd name="connsiteX2-35" fmla="*/ 0 w 3024520"/>
                  <a:gd name="connsiteY2-36" fmla="*/ 1228607 h 1316375"/>
                  <a:gd name="connsiteX3-37" fmla="*/ 911064 w 3024520"/>
                  <a:gd name="connsiteY3-38" fmla="*/ 837478 h 1316375"/>
                  <a:gd name="connsiteX4-39" fmla="*/ 883456 w 3024520"/>
                  <a:gd name="connsiteY4-40" fmla="*/ 450949 h 1316375"/>
                  <a:gd name="connsiteX5-41" fmla="*/ 161047 w 3024520"/>
                  <a:gd name="connsiteY5-42" fmla="*/ 119640 h 1316375"/>
                  <a:gd name="connsiteX6-43" fmla="*/ 404917 w 3024520"/>
                  <a:gd name="connsiteY6-44" fmla="*/ 50617 h 1316375"/>
                  <a:gd name="connsiteX7-45" fmla="*/ 1477028 w 3024520"/>
                  <a:gd name="connsiteY7-46" fmla="*/ 501566 h 1316375"/>
                  <a:gd name="connsiteX8-47" fmla="*/ 2572146 w 3024520"/>
                  <a:gd name="connsiteY8-48" fmla="*/ 0 h 1316375"/>
                  <a:gd name="connsiteX9-49" fmla="*/ 2875834 w 3024520"/>
                  <a:gd name="connsiteY9-50" fmla="*/ 96632 h 1316375"/>
                  <a:gd name="connsiteX10-51" fmla="*/ 2079803 w 3024520"/>
                  <a:gd name="connsiteY10-52" fmla="*/ 432543 h 1316375"/>
                  <a:gd name="connsiteX11-53" fmla="*/ 2240850 w 3024520"/>
                  <a:gd name="connsiteY11-54" fmla="*/ 920305 h 1316375"/>
                  <a:gd name="connsiteX12-55" fmla="*/ 3024520 w 3024520"/>
                  <a:gd name="connsiteY12-56" fmla="*/ 1228607 h 1316375"/>
                  <a:gd name="connsiteX13-57" fmla="*/ 2756623 w 3024520"/>
                  <a:gd name="connsiteY13-58" fmla="*/ 1316375 h 1316375"/>
                  <a:gd name="connsiteX14-59" fmla="*/ 1486231 w 3024520"/>
                  <a:gd name="connsiteY14-60" fmla="*/ 727041 h 1316375"/>
                  <a:gd name="connsiteX0-61" fmla="*/ 1537780 w 3076069"/>
                  <a:gd name="connsiteY0-62" fmla="*/ 727041 h 1316375"/>
                  <a:gd name="connsiteX1-63" fmla="*/ 309224 w 3076069"/>
                  <a:gd name="connsiteY1-64" fmla="*/ 1302232 h 1316375"/>
                  <a:gd name="connsiteX2-65" fmla="*/ 0 w 3076069"/>
                  <a:gd name="connsiteY2-66" fmla="*/ 1228607 h 1316375"/>
                  <a:gd name="connsiteX3-67" fmla="*/ 962613 w 3076069"/>
                  <a:gd name="connsiteY3-68" fmla="*/ 837478 h 1316375"/>
                  <a:gd name="connsiteX4-69" fmla="*/ 935005 w 3076069"/>
                  <a:gd name="connsiteY4-70" fmla="*/ 450949 h 1316375"/>
                  <a:gd name="connsiteX5-71" fmla="*/ 212596 w 3076069"/>
                  <a:gd name="connsiteY5-72" fmla="*/ 119640 h 1316375"/>
                  <a:gd name="connsiteX6-73" fmla="*/ 456466 w 3076069"/>
                  <a:gd name="connsiteY6-74" fmla="*/ 50617 h 1316375"/>
                  <a:gd name="connsiteX7-75" fmla="*/ 1528577 w 3076069"/>
                  <a:gd name="connsiteY7-76" fmla="*/ 501566 h 1316375"/>
                  <a:gd name="connsiteX8-77" fmla="*/ 2623695 w 3076069"/>
                  <a:gd name="connsiteY8-78" fmla="*/ 0 h 1316375"/>
                  <a:gd name="connsiteX9-79" fmla="*/ 2927383 w 3076069"/>
                  <a:gd name="connsiteY9-80" fmla="*/ 96632 h 1316375"/>
                  <a:gd name="connsiteX10-81" fmla="*/ 2131352 w 3076069"/>
                  <a:gd name="connsiteY10-82" fmla="*/ 432543 h 1316375"/>
                  <a:gd name="connsiteX11-83" fmla="*/ 2292399 w 3076069"/>
                  <a:gd name="connsiteY11-84" fmla="*/ 920305 h 1316375"/>
                  <a:gd name="connsiteX12-85" fmla="*/ 3076069 w 3076069"/>
                  <a:gd name="connsiteY12-86" fmla="*/ 1228607 h 1316375"/>
                  <a:gd name="connsiteX13-87" fmla="*/ 2808172 w 3076069"/>
                  <a:gd name="connsiteY13-88" fmla="*/ 1316375 h 1316375"/>
                  <a:gd name="connsiteX14-89" fmla="*/ 1537780 w 3076069"/>
                  <a:gd name="connsiteY14-90" fmla="*/ 727041 h 1316375"/>
                  <a:gd name="connsiteX0-91" fmla="*/ 1537780 w 3076069"/>
                  <a:gd name="connsiteY0-92" fmla="*/ 727041 h 1321259"/>
                  <a:gd name="connsiteX1-93" fmla="*/ 313981 w 3076069"/>
                  <a:gd name="connsiteY1-94" fmla="*/ 1321259 h 1321259"/>
                  <a:gd name="connsiteX2-95" fmla="*/ 0 w 3076069"/>
                  <a:gd name="connsiteY2-96" fmla="*/ 1228607 h 1321259"/>
                  <a:gd name="connsiteX3-97" fmla="*/ 962613 w 3076069"/>
                  <a:gd name="connsiteY3-98" fmla="*/ 837478 h 1321259"/>
                  <a:gd name="connsiteX4-99" fmla="*/ 935005 w 3076069"/>
                  <a:gd name="connsiteY4-100" fmla="*/ 450949 h 1321259"/>
                  <a:gd name="connsiteX5-101" fmla="*/ 212596 w 3076069"/>
                  <a:gd name="connsiteY5-102" fmla="*/ 119640 h 1321259"/>
                  <a:gd name="connsiteX6-103" fmla="*/ 456466 w 3076069"/>
                  <a:gd name="connsiteY6-104" fmla="*/ 50617 h 1321259"/>
                  <a:gd name="connsiteX7-105" fmla="*/ 1528577 w 3076069"/>
                  <a:gd name="connsiteY7-106" fmla="*/ 501566 h 1321259"/>
                  <a:gd name="connsiteX8-107" fmla="*/ 2623695 w 3076069"/>
                  <a:gd name="connsiteY8-108" fmla="*/ 0 h 1321259"/>
                  <a:gd name="connsiteX9-109" fmla="*/ 2927383 w 3076069"/>
                  <a:gd name="connsiteY9-110" fmla="*/ 96632 h 1321259"/>
                  <a:gd name="connsiteX10-111" fmla="*/ 2131352 w 3076069"/>
                  <a:gd name="connsiteY10-112" fmla="*/ 432543 h 1321259"/>
                  <a:gd name="connsiteX11-113" fmla="*/ 2292399 w 3076069"/>
                  <a:gd name="connsiteY11-114" fmla="*/ 920305 h 1321259"/>
                  <a:gd name="connsiteX12-115" fmla="*/ 3076069 w 3076069"/>
                  <a:gd name="connsiteY12-116" fmla="*/ 1228607 h 1321259"/>
                  <a:gd name="connsiteX13-117" fmla="*/ 2808172 w 3076069"/>
                  <a:gd name="connsiteY13-118" fmla="*/ 1316375 h 1321259"/>
                  <a:gd name="connsiteX14-119" fmla="*/ 1537780 w 3076069"/>
                  <a:gd name="connsiteY14-120" fmla="*/ 727041 h 1321259"/>
                  <a:gd name="connsiteX0-121" fmla="*/ 1537780 w 3076069"/>
                  <a:gd name="connsiteY0-122" fmla="*/ 750825 h 1321259"/>
                  <a:gd name="connsiteX1-123" fmla="*/ 313981 w 3076069"/>
                  <a:gd name="connsiteY1-124" fmla="*/ 1321259 h 1321259"/>
                  <a:gd name="connsiteX2-125" fmla="*/ 0 w 3076069"/>
                  <a:gd name="connsiteY2-126" fmla="*/ 1228607 h 1321259"/>
                  <a:gd name="connsiteX3-127" fmla="*/ 962613 w 3076069"/>
                  <a:gd name="connsiteY3-128" fmla="*/ 837478 h 1321259"/>
                  <a:gd name="connsiteX4-129" fmla="*/ 935005 w 3076069"/>
                  <a:gd name="connsiteY4-130" fmla="*/ 450949 h 1321259"/>
                  <a:gd name="connsiteX5-131" fmla="*/ 212596 w 3076069"/>
                  <a:gd name="connsiteY5-132" fmla="*/ 119640 h 1321259"/>
                  <a:gd name="connsiteX6-133" fmla="*/ 456466 w 3076069"/>
                  <a:gd name="connsiteY6-134" fmla="*/ 50617 h 1321259"/>
                  <a:gd name="connsiteX7-135" fmla="*/ 1528577 w 3076069"/>
                  <a:gd name="connsiteY7-136" fmla="*/ 501566 h 1321259"/>
                  <a:gd name="connsiteX8-137" fmla="*/ 2623695 w 3076069"/>
                  <a:gd name="connsiteY8-138" fmla="*/ 0 h 1321259"/>
                  <a:gd name="connsiteX9-139" fmla="*/ 2927383 w 3076069"/>
                  <a:gd name="connsiteY9-140" fmla="*/ 96632 h 1321259"/>
                  <a:gd name="connsiteX10-141" fmla="*/ 2131352 w 3076069"/>
                  <a:gd name="connsiteY10-142" fmla="*/ 432543 h 1321259"/>
                  <a:gd name="connsiteX11-143" fmla="*/ 2292399 w 3076069"/>
                  <a:gd name="connsiteY11-144" fmla="*/ 920305 h 1321259"/>
                  <a:gd name="connsiteX12-145" fmla="*/ 3076069 w 3076069"/>
                  <a:gd name="connsiteY12-146" fmla="*/ 1228607 h 1321259"/>
                  <a:gd name="connsiteX13-147" fmla="*/ 2808172 w 3076069"/>
                  <a:gd name="connsiteY13-148" fmla="*/ 1316375 h 1321259"/>
                  <a:gd name="connsiteX14-149" fmla="*/ 1537780 w 3076069"/>
                  <a:gd name="connsiteY14-150" fmla="*/ 750825 h 132125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1" name="Freeform 30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-1" fmla="*/ 0 w 3640627"/>
                  <a:gd name="connsiteY0-2" fmla="*/ 242051 h 923747"/>
                  <a:gd name="connsiteX1-3" fmla="*/ 655168 w 3640627"/>
                  <a:gd name="connsiteY1-4" fmla="*/ 16495 h 923747"/>
                  <a:gd name="connsiteX2-5" fmla="*/ 1809765 w 3640627"/>
                  <a:gd name="connsiteY2-6" fmla="*/ 511360 h 923747"/>
                  <a:gd name="connsiteX3-7" fmla="*/ 2964363 w 3640627"/>
                  <a:gd name="connsiteY3-8" fmla="*/ 0 h 923747"/>
                  <a:gd name="connsiteX4-9" fmla="*/ 3640627 w 3640627"/>
                  <a:gd name="connsiteY4-10" fmla="*/ 197946 h 923747"/>
                  <a:gd name="connsiteX5-11" fmla="*/ 3195282 w 3640627"/>
                  <a:gd name="connsiteY5-12" fmla="*/ 461874 h 923747"/>
                  <a:gd name="connsiteX6-13" fmla="*/ 2980857 w 3640627"/>
                  <a:gd name="connsiteY6-14" fmla="*/ 379396 h 923747"/>
                  <a:gd name="connsiteX7-15" fmla="*/ 1826259 w 3640627"/>
                  <a:gd name="connsiteY7-16" fmla="*/ 923747 h 923747"/>
                  <a:gd name="connsiteX8-17" fmla="*/ 671662 w 3640627"/>
                  <a:gd name="connsiteY8-18" fmla="*/ 412387 h 923747"/>
                  <a:gd name="connsiteX9-19" fmla="*/ 523214 w 3640627"/>
                  <a:gd name="connsiteY9-20" fmla="*/ 478369 h 923747"/>
                  <a:gd name="connsiteX10-21" fmla="*/ 0 w 3640627"/>
                  <a:gd name="connsiteY10-22" fmla="*/ 242051 h 923747"/>
                  <a:gd name="connsiteX0-23" fmla="*/ 0 w 3640627"/>
                  <a:gd name="connsiteY0-24" fmla="*/ 242051 h 923747"/>
                  <a:gd name="connsiteX1-25" fmla="*/ 655168 w 3640627"/>
                  <a:gd name="connsiteY1-26" fmla="*/ 16495 h 923747"/>
                  <a:gd name="connsiteX2-27" fmla="*/ 1809765 w 3640627"/>
                  <a:gd name="connsiteY2-28" fmla="*/ 511360 h 923747"/>
                  <a:gd name="connsiteX3-29" fmla="*/ 2964363 w 3640627"/>
                  <a:gd name="connsiteY3-30" fmla="*/ 0 h 923747"/>
                  <a:gd name="connsiteX4-31" fmla="*/ 3640627 w 3640627"/>
                  <a:gd name="connsiteY4-32" fmla="*/ 197946 h 923747"/>
                  <a:gd name="connsiteX5-33" fmla="*/ 3195282 w 3640627"/>
                  <a:gd name="connsiteY5-34" fmla="*/ 461874 h 923747"/>
                  <a:gd name="connsiteX6-35" fmla="*/ 2980857 w 3640627"/>
                  <a:gd name="connsiteY6-36" fmla="*/ 379396 h 923747"/>
                  <a:gd name="connsiteX7-37" fmla="*/ 1826259 w 3640627"/>
                  <a:gd name="connsiteY7-38" fmla="*/ 923747 h 923747"/>
                  <a:gd name="connsiteX8-39" fmla="*/ 671662 w 3640627"/>
                  <a:gd name="connsiteY8-40" fmla="*/ 412387 h 923747"/>
                  <a:gd name="connsiteX9-41" fmla="*/ 523214 w 3640627"/>
                  <a:gd name="connsiteY9-42" fmla="*/ 482971 h 923747"/>
                  <a:gd name="connsiteX10-43" fmla="*/ 0 w 3640627"/>
                  <a:gd name="connsiteY10-44" fmla="*/ 242051 h 923747"/>
                  <a:gd name="connsiteX0-45" fmla="*/ 0 w 3640627"/>
                  <a:gd name="connsiteY0-46" fmla="*/ 242051 h 923747"/>
                  <a:gd name="connsiteX1-47" fmla="*/ 655168 w 3640627"/>
                  <a:gd name="connsiteY1-48" fmla="*/ 16495 h 923747"/>
                  <a:gd name="connsiteX2-49" fmla="*/ 1809765 w 3640627"/>
                  <a:gd name="connsiteY2-50" fmla="*/ 511360 h 923747"/>
                  <a:gd name="connsiteX3-51" fmla="*/ 2964363 w 3640627"/>
                  <a:gd name="connsiteY3-52" fmla="*/ 0 h 923747"/>
                  <a:gd name="connsiteX4-53" fmla="*/ 3640627 w 3640627"/>
                  <a:gd name="connsiteY4-54" fmla="*/ 197946 h 923747"/>
                  <a:gd name="connsiteX5-55" fmla="*/ 3195282 w 3640627"/>
                  <a:gd name="connsiteY5-56" fmla="*/ 461874 h 923747"/>
                  <a:gd name="connsiteX6-57" fmla="*/ 2980857 w 3640627"/>
                  <a:gd name="connsiteY6-58" fmla="*/ 379396 h 923747"/>
                  <a:gd name="connsiteX7-59" fmla="*/ 1826259 w 3640627"/>
                  <a:gd name="connsiteY7-60" fmla="*/ 923747 h 923747"/>
                  <a:gd name="connsiteX8-61" fmla="*/ 690067 w 3640627"/>
                  <a:gd name="connsiteY8-62" fmla="*/ 412387 h 923747"/>
                  <a:gd name="connsiteX9-63" fmla="*/ 523214 w 3640627"/>
                  <a:gd name="connsiteY9-64" fmla="*/ 482971 h 923747"/>
                  <a:gd name="connsiteX10-65" fmla="*/ 0 w 3640627"/>
                  <a:gd name="connsiteY10-66" fmla="*/ 242051 h 923747"/>
                  <a:gd name="connsiteX0-67" fmla="*/ 0 w 3640627"/>
                  <a:gd name="connsiteY0-68" fmla="*/ 242051 h 946755"/>
                  <a:gd name="connsiteX1-69" fmla="*/ 655168 w 3640627"/>
                  <a:gd name="connsiteY1-70" fmla="*/ 16495 h 946755"/>
                  <a:gd name="connsiteX2-71" fmla="*/ 1809765 w 3640627"/>
                  <a:gd name="connsiteY2-72" fmla="*/ 511360 h 946755"/>
                  <a:gd name="connsiteX3-73" fmla="*/ 2964363 w 3640627"/>
                  <a:gd name="connsiteY3-74" fmla="*/ 0 h 946755"/>
                  <a:gd name="connsiteX4-75" fmla="*/ 3640627 w 3640627"/>
                  <a:gd name="connsiteY4-76" fmla="*/ 197946 h 946755"/>
                  <a:gd name="connsiteX5-77" fmla="*/ 3195282 w 3640627"/>
                  <a:gd name="connsiteY5-78" fmla="*/ 461874 h 946755"/>
                  <a:gd name="connsiteX6-79" fmla="*/ 2980857 w 3640627"/>
                  <a:gd name="connsiteY6-80" fmla="*/ 379396 h 946755"/>
                  <a:gd name="connsiteX7-81" fmla="*/ 1876873 w 3640627"/>
                  <a:gd name="connsiteY7-82" fmla="*/ 946755 h 946755"/>
                  <a:gd name="connsiteX8-83" fmla="*/ 690067 w 3640627"/>
                  <a:gd name="connsiteY8-84" fmla="*/ 412387 h 946755"/>
                  <a:gd name="connsiteX9-85" fmla="*/ 523214 w 3640627"/>
                  <a:gd name="connsiteY9-86" fmla="*/ 482971 h 946755"/>
                  <a:gd name="connsiteX10-87" fmla="*/ 0 w 3640627"/>
                  <a:gd name="connsiteY10-88" fmla="*/ 242051 h 946755"/>
                  <a:gd name="connsiteX0-89" fmla="*/ 0 w 3640627"/>
                  <a:gd name="connsiteY0-90" fmla="*/ 242051 h 946755"/>
                  <a:gd name="connsiteX1-91" fmla="*/ 655168 w 3640627"/>
                  <a:gd name="connsiteY1-92" fmla="*/ 16495 h 946755"/>
                  <a:gd name="connsiteX2-93" fmla="*/ 1855778 w 3640627"/>
                  <a:gd name="connsiteY2-94" fmla="*/ 534367 h 946755"/>
                  <a:gd name="connsiteX3-95" fmla="*/ 2964363 w 3640627"/>
                  <a:gd name="connsiteY3-96" fmla="*/ 0 h 946755"/>
                  <a:gd name="connsiteX4-97" fmla="*/ 3640627 w 3640627"/>
                  <a:gd name="connsiteY4-98" fmla="*/ 197946 h 946755"/>
                  <a:gd name="connsiteX5-99" fmla="*/ 3195282 w 3640627"/>
                  <a:gd name="connsiteY5-100" fmla="*/ 461874 h 946755"/>
                  <a:gd name="connsiteX6-101" fmla="*/ 2980857 w 3640627"/>
                  <a:gd name="connsiteY6-102" fmla="*/ 379396 h 946755"/>
                  <a:gd name="connsiteX7-103" fmla="*/ 1876873 w 3640627"/>
                  <a:gd name="connsiteY7-104" fmla="*/ 946755 h 946755"/>
                  <a:gd name="connsiteX8-105" fmla="*/ 690067 w 3640627"/>
                  <a:gd name="connsiteY8-106" fmla="*/ 412387 h 946755"/>
                  <a:gd name="connsiteX9-107" fmla="*/ 523214 w 3640627"/>
                  <a:gd name="connsiteY9-108" fmla="*/ 482971 h 946755"/>
                  <a:gd name="connsiteX10-109" fmla="*/ 0 w 3640627"/>
                  <a:gd name="connsiteY10-110" fmla="*/ 242051 h 946755"/>
                  <a:gd name="connsiteX0-111" fmla="*/ 0 w 3640627"/>
                  <a:gd name="connsiteY0-112" fmla="*/ 242051 h 946755"/>
                  <a:gd name="connsiteX1-113" fmla="*/ 655168 w 3640627"/>
                  <a:gd name="connsiteY1-114" fmla="*/ 16495 h 946755"/>
                  <a:gd name="connsiteX2-115" fmla="*/ 1855778 w 3640627"/>
                  <a:gd name="connsiteY2-116" fmla="*/ 534367 h 946755"/>
                  <a:gd name="connsiteX3-117" fmla="*/ 2964363 w 3640627"/>
                  <a:gd name="connsiteY3-118" fmla="*/ 0 h 946755"/>
                  <a:gd name="connsiteX4-119" fmla="*/ 3640627 w 3640627"/>
                  <a:gd name="connsiteY4-120" fmla="*/ 197946 h 946755"/>
                  <a:gd name="connsiteX5-121" fmla="*/ 3195282 w 3640627"/>
                  <a:gd name="connsiteY5-122" fmla="*/ 461874 h 946755"/>
                  <a:gd name="connsiteX6-123" fmla="*/ 3008465 w 3640627"/>
                  <a:gd name="connsiteY6-124" fmla="*/ 402404 h 946755"/>
                  <a:gd name="connsiteX7-125" fmla="*/ 1876873 w 3640627"/>
                  <a:gd name="connsiteY7-126" fmla="*/ 946755 h 946755"/>
                  <a:gd name="connsiteX8-127" fmla="*/ 690067 w 3640627"/>
                  <a:gd name="connsiteY8-128" fmla="*/ 412387 h 946755"/>
                  <a:gd name="connsiteX9-129" fmla="*/ 523214 w 3640627"/>
                  <a:gd name="connsiteY9-130" fmla="*/ 482971 h 946755"/>
                  <a:gd name="connsiteX10-131" fmla="*/ 0 w 3640627"/>
                  <a:gd name="connsiteY10-132" fmla="*/ 242051 h 946755"/>
                  <a:gd name="connsiteX0-133" fmla="*/ 0 w 3723451"/>
                  <a:gd name="connsiteY0-134" fmla="*/ 242051 h 946755"/>
                  <a:gd name="connsiteX1-135" fmla="*/ 655168 w 3723451"/>
                  <a:gd name="connsiteY1-136" fmla="*/ 16495 h 946755"/>
                  <a:gd name="connsiteX2-137" fmla="*/ 1855778 w 3723451"/>
                  <a:gd name="connsiteY2-138" fmla="*/ 534367 h 946755"/>
                  <a:gd name="connsiteX3-139" fmla="*/ 2964363 w 3723451"/>
                  <a:gd name="connsiteY3-140" fmla="*/ 0 h 946755"/>
                  <a:gd name="connsiteX4-141" fmla="*/ 3723451 w 3723451"/>
                  <a:gd name="connsiteY4-142" fmla="*/ 220954 h 946755"/>
                  <a:gd name="connsiteX5-143" fmla="*/ 3195282 w 3723451"/>
                  <a:gd name="connsiteY5-144" fmla="*/ 461874 h 946755"/>
                  <a:gd name="connsiteX6-145" fmla="*/ 3008465 w 3723451"/>
                  <a:gd name="connsiteY6-146" fmla="*/ 402404 h 946755"/>
                  <a:gd name="connsiteX7-147" fmla="*/ 1876873 w 3723451"/>
                  <a:gd name="connsiteY7-148" fmla="*/ 946755 h 946755"/>
                  <a:gd name="connsiteX8-149" fmla="*/ 690067 w 3723451"/>
                  <a:gd name="connsiteY8-150" fmla="*/ 412387 h 946755"/>
                  <a:gd name="connsiteX9-151" fmla="*/ 523214 w 3723451"/>
                  <a:gd name="connsiteY9-152" fmla="*/ 482971 h 946755"/>
                  <a:gd name="connsiteX10-153" fmla="*/ 0 w 3723451"/>
                  <a:gd name="connsiteY10-154" fmla="*/ 242051 h 946755"/>
                  <a:gd name="connsiteX0-155" fmla="*/ 0 w 3723451"/>
                  <a:gd name="connsiteY0-156" fmla="*/ 228246 h 932950"/>
                  <a:gd name="connsiteX1-157" fmla="*/ 655168 w 3723451"/>
                  <a:gd name="connsiteY1-158" fmla="*/ 2690 h 932950"/>
                  <a:gd name="connsiteX2-159" fmla="*/ 1855778 w 3723451"/>
                  <a:gd name="connsiteY2-160" fmla="*/ 520562 h 932950"/>
                  <a:gd name="connsiteX3-161" fmla="*/ 3001174 w 3723451"/>
                  <a:gd name="connsiteY3-162" fmla="*/ 0 h 932950"/>
                  <a:gd name="connsiteX4-163" fmla="*/ 3723451 w 3723451"/>
                  <a:gd name="connsiteY4-164" fmla="*/ 207149 h 932950"/>
                  <a:gd name="connsiteX5-165" fmla="*/ 3195282 w 3723451"/>
                  <a:gd name="connsiteY5-166" fmla="*/ 448069 h 932950"/>
                  <a:gd name="connsiteX6-167" fmla="*/ 3008465 w 3723451"/>
                  <a:gd name="connsiteY6-168" fmla="*/ 388599 h 932950"/>
                  <a:gd name="connsiteX7-169" fmla="*/ 1876873 w 3723451"/>
                  <a:gd name="connsiteY7-170" fmla="*/ 932950 h 932950"/>
                  <a:gd name="connsiteX8-171" fmla="*/ 690067 w 3723451"/>
                  <a:gd name="connsiteY8-172" fmla="*/ 398582 h 932950"/>
                  <a:gd name="connsiteX9-173" fmla="*/ 523214 w 3723451"/>
                  <a:gd name="connsiteY9-174" fmla="*/ 469166 h 932950"/>
                  <a:gd name="connsiteX10-175" fmla="*/ 0 w 3723451"/>
                  <a:gd name="connsiteY10-176" fmla="*/ 228246 h 932950"/>
                  <a:gd name="connsiteX0-177" fmla="*/ 0 w 3723451"/>
                  <a:gd name="connsiteY0-178" fmla="*/ 228246 h 932950"/>
                  <a:gd name="connsiteX1-179" fmla="*/ 655168 w 3723451"/>
                  <a:gd name="connsiteY1-180" fmla="*/ 2690 h 932950"/>
                  <a:gd name="connsiteX2-181" fmla="*/ 1855778 w 3723451"/>
                  <a:gd name="connsiteY2-182" fmla="*/ 520562 h 932950"/>
                  <a:gd name="connsiteX3-183" fmla="*/ 3001174 w 3723451"/>
                  <a:gd name="connsiteY3-184" fmla="*/ 0 h 932950"/>
                  <a:gd name="connsiteX4-185" fmla="*/ 3723451 w 3723451"/>
                  <a:gd name="connsiteY4-186" fmla="*/ 207149 h 932950"/>
                  <a:gd name="connsiteX5-187" fmla="*/ 3195282 w 3723451"/>
                  <a:gd name="connsiteY5-188" fmla="*/ 448069 h 932950"/>
                  <a:gd name="connsiteX6-189" fmla="*/ 3013067 w 3723451"/>
                  <a:gd name="connsiteY6-190" fmla="*/ 393200 h 932950"/>
                  <a:gd name="connsiteX7-191" fmla="*/ 1876873 w 3723451"/>
                  <a:gd name="connsiteY7-192" fmla="*/ 932950 h 932950"/>
                  <a:gd name="connsiteX8-193" fmla="*/ 690067 w 3723451"/>
                  <a:gd name="connsiteY8-194" fmla="*/ 398582 h 932950"/>
                  <a:gd name="connsiteX9-195" fmla="*/ 523214 w 3723451"/>
                  <a:gd name="connsiteY9-196" fmla="*/ 469166 h 932950"/>
                  <a:gd name="connsiteX10-197" fmla="*/ 0 w 3723451"/>
                  <a:gd name="connsiteY10-198" fmla="*/ 228246 h 932950"/>
                  <a:gd name="connsiteX0-199" fmla="*/ 0 w 3723451"/>
                  <a:gd name="connsiteY0-200" fmla="*/ 228246 h 932950"/>
                  <a:gd name="connsiteX1-201" fmla="*/ 655168 w 3723451"/>
                  <a:gd name="connsiteY1-202" fmla="*/ 2690 h 932950"/>
                  <a:gd name="connsiteX2-203" fmla="*/ 1855778 w 3723451"/>
                  <a:gd name="connsiteY2-204" fmla="*/ 520562 h 932950"/>
                  <a:gd name="connsiteX3-205" fmla="*/ 3001174 w 3723451"/>
                  <a:gd name="connsiteY3-206" fmla="*/ 0 h 932950"/>
                  <a:gd name="connsiteX4-207" fmla="*/ 3723451 w 3723451"/>
                  <a:gd name="connsiteY4-208" fmla="*/ 207149 h 932950"/>
                  <a:gd name="connsiteX5-209" fmla="*/ 3186079 w 3723451"/>
                  <a:gd name="connsiteY5-210" fmla="*/ 461874 h 932950"/>
                  <a:gd name="connsiteX6-211" fmla="*/ 3013067 w 3723451"/>
                  <a:gd name="connsiteY6-212" fmla="*/ 393200 h 932950"/>
                  <a:gd name="connsiteX7-213" fmla="*/ 1876873 w 3723451"/>
                  <a:gd name="connsiteY7-214" fmla="*/ 932950 h 932950"/>
                  <a:gd name="connsiteX8-215" fmla="*/ 690067 w 3723451"/>
                  <a:gd name="connsiteY8-216" fmla="*/ 398582 h 932950"/>
                  <a:gd name="connsiteX9-217" fmla="*/ 523214 w 3723451"/>
                  <a:gd name="connsiteY9-218" fmla="*/ 469166 h 932950"/>
                  <a:gd name="connsiteX10-219" fmla="*/ 0 w 3723451"/>
                  <a:gd name="connsiteY10-220" fmla="*/ 228246 h 932950"/>
                  <a:gd name="connsiteX0-221" fmla="*/ 0 w 3723451"/>
                  <a:gd name="connsiteY0-222" fmla="*/ 228246 h 932950"/>
                  <a:gd name="connsiteX1-223" fmla="*/ 655168 w 3723451"/>
                  <a:gd name="connsiteY1-224" fmla="*/ 2690 h 932950"/>
                  <a:gd name="connsiteX2-225" fmla="*/ 1855778 w 3723451"/>
                  <a:gd name="connsiteY2-226" fmla="*/ 520562 h 932950"/>
                  <a:gd name="connsiteX3-227" fmla="*/ 3001174 w 3723451"/>
                  <a:gd name="connsiteY3-228" fmla="*/ 0 h 932950"/>
                  <a:gd name="connsiteX4-229" fmla="*/ 3723451 w 3723451"/>
                  <a:gd name="connsiteY4-230" fmla="*/ 207149 h 932950"/>
                  <a:gd name="connsiteX5-231" fmla="*/ 3186079 w 3723451"/>
                  <a:gd name="connsiteY5-232" fmla="*/ 461874 h 932950"/>
                  <a:gd name="connsiteX6-233" fmla="*/ 3013067 w 3723451"/>
                  <a:gd name="connsiteY6-234" fmla="*/ 393200 h 932950"/>
                  <a:gd name="connsiteX7-235" fmla="*/ 1876873 w 3723451"/>
                  <a:gd name="connsiteY7-236" fmla="*/ 932950 h 932950"/>
                  <a:gd name="connsiteX8-237" fmla="*/ 711613 w 3723451"/>
                  <a:gd name="connsiteY8-238" fmla="*/ 413055 h 932950"/>
                  <a:gd name="connsiteX9-239" fmla="*/ 523214 w 3723451"/>
                  <a:gd name="connsiteY9-240" fmla="*/ 469166 h 932950"/>
                  <a:gd name="connsiteX10-241" fmla="*/ 0 w 3723451"/>
                  <a:gd name="connsiteY10-242" fmla="*/ 228246 h 93295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2" name="Freeform 31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-1" fmla="*/ 4602 w 1371198"/>
                  <a:gd name="connsiteY0-2" fmla="*/ 0 h 800665"/>
                  <a:gd name="connsiteX1-3" fmla="*/ 1371198 w 1371198"/>
                  <a:gd name="connsiteY1-4" fmla="*/ 625807 h 800665"/>
                  <a:gd name="connsiteX2-5" fmla="*/ 897260 w 1371198"/>
                  <a:gd name="connsiteY2-6" fmla="*/ 800665 h 800665"/>
                  <a:gd name="connsiteX3-7" fmla="*/ 0 w 1371198"/>
                  <a:gd name="connsiteY3-8" fmla="*/ 404934 h 800665"/>
                  <a:gd name="connsiteX4-9" fmla="*/ 4602 w 1371198"/>
                  <a:gd name="connsiteY4-10" fmla="*/ 0 h 800665"/>
                  <a:gd name="connsiteX0-11" fmla="*/ 0 w 1366596"/>
                  <a:gd name="connsiteY0-12" fmla="*/ 0 h 800665"/>
                  <a:gd name="connsiteX1-13" fmla="*/ 1366596 w 1366596"/>
                  <a:gd name="connsiteY1-14" fmla="*/ 625807 h 800665"/>
                  <a:gd name="connsiteX2-15" fmla="*/ 892658 w 1366596"/>
                  <a:gd name="connsiteY2-16" fmla="*/ 800665 h 800665"/>
                  <a:gd name="connsiteX3-17" fmla="*/ 4601 w 1366596"/>
                  <a:gd name="connsiteY3-18" fmla="*/ 427942 h 800665"/>
                  <a:gd name="connsiteX4-19" fmla="*/ 0 w 1366596"/>
                  <a:gd name="connsiteY4-20" fmla="*/ 0 h 800665"/>
                  <a:gd name="connsiteX0-21" fmla="*/ 0 w 1366596"/>
                  <a:gd name="connsiteY0-22" fmla="*/ 0 h 800665"/>
                  <a:gd name="connsiteX1-23" fmla="*/ 1366596 w 1366596"/>
                  <a:gd name="connsiteY1-24" fmla="*/ 625807 h 800665"/>
                  <a:gd name="connsiteX2-25" fmla="*/ 892658 w 1366596"/>
                  <a:gd name="connsiteY2-26" fmla="*/ 800665 h 800665"/>
                  <a:gd name="connsiteX3-27" fmla="*/ 4601 w 1366596"/>
                  <a:gd name="connsiteY3-28" fmla="*/ 427942 h 800665"/>
                  <a:gd name="connsiteX4-29" fmla="*/ 0 w 1366596"/>
                  <a:gd name="connsiteY4-30" fmla="*/ 0 h 800665"/>
                  <a:gd name="connsiteX0-31" fmla="*/ 0 w 1366596"/>
                  <a:gd name="connsiteY0-32" fmla="*/ 0 h 800665"/>
                  <a:gd name="connsiteX1-33" fmla="*/ 1366596 w 1366596"/>
                  <a:gd name="connsiteY1-34" fmla="*/ 625807 h 800665"/>
                  <a:gd name="connsiteX2-35" fmla="*/ 892658 w 1366596"/>
                  <a:gd name="connsiteY2-36" fmla="*/ 800665 h 800665"/>
                  <a:gd name="connsiteX3-37" fmla="*/ 4601 w 1366596"/>
                  <a:gd name="connsiteY3-38" fmla="*/ 427942 h 800665"/>
                  <a:gd name="connsiteX4-39" fmla="*/ 0 w 1366596"/>
                  <a:gd name="connsiteY4-40" fmla="*/ 0 h 800665"/>
                  <a:gd name="connsiteX0-41" fmla="*/ 0 w 1366596"/>
                  <a:gd name="connsiteY0-42" fmla="*/ 0 h 809868"/>
                  <a:gd name="connsiteX1-43" fmla="*/ 1366596 w 1366596"/>
                  <a:gd name="connsiteY1-44" fmla="*/ 625807 h 809868"/>
                  <a:gd name="connsiteX2-45" fmla="*/ 865050 w 1366596"/>
                  <a:gd name="connsiteY2-46" fmla="*/ 809868 h 809868"/>
                  <a:gd name="connsiteX3-47" fmla="*/ 4601 w 1366596"/>
                  <a:gd name="connsiteY3-48" fmla="*/ 427942 h 809868"/>
                  <a:gd name="connsiteX4-49" fmla="*/ 0 w 1366596"/>
                  <a:gd name="connsiteY4-50" fmla="*/ 0 h 809868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" name="Freeform 32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-1" fmla="*/ 1329786 w 1348191"/>
                  <a:gd name="connsiteY0-2" fmla="*/ 0 h 791462"/>
                  <a:gd name="connsiteX1-3" fmla="*/ 1348191 w 1348191"/>
                  <a:gd name="connsiteY1-4" fmla="*/ 381926 h 791462"/>
                  <a:gd name="connsiteX2-5" fmla="*/ 487742 w 1348191"/>
                  <a:gd name="connsiteY2-6" fmla="*/ 791462 h 791462"/>
                  <a:gd name="connsiteX3-7" fmla="*/ 0 w 1348191"/>
                  <a:gd name="connsiteY3-8" fmla="*/ 612002 h 791462"/>
                  <a:gd name="connsiteX4-9" fmla="*/ 1329786 w 1348191"/>
                  <a:gd name="connsiteY4-10" fmla="*/ 0 h 791462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4" name="Straight Connector 33"/>
              <p:cNvCxnSpPr>
                <a:endCxn id="29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Straight Connector 34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2" name="Group 71"/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69" name="Oval 68"/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" name="TextBox 65"/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1b</a:t>
                </a:r>
              </a:p>
            </p:txBody>
          </p:sp>
        </p:grpSp>
      </p:grpSp>
      <p:grpSp>
        <p:nvGrpSpPr>
          <p:cNvPr id="74" name="Group 73"/>
          <p:cNvGrpSpPr/>
          <p:nvPr/>
        </p:nvGrpSpPr>
        <p:grpSpPr>
          <a:xfrm>
            <a:off x="1594997" y="3764496"/>
            <a:ext cx="565150" cy="369332"/>
            <a:chOff x="1736090" y="2873352"/>
            <a:chExt cx="565150" cy="369332"/>
          </a:xfrm>
        </p:grpSpPr>
        <p:grpSp>
          <p:nvGrpSpPr>
            <p:cNvPr id="75" name="Group 327"/>
            <p:cNvGrpSpPr/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79" name="Oval 78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0" name="Rectangle 79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1" name="Oval 80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2" name="Freeform 81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-1" fmla="*/ 1486231 w 2944854"/>
                  <a:gd name="connsiteY0-2" fmla="*/ 727041 h 1316375"/>
                  <a:gd name="connsiteX1-3" fmla="*/ 257675 w 2944854"/>
                  <a:gd name="connsiteY1-4" fmla="*/ 1302232 h 1316375"/>
                  <a:gd name="connsiteX2-5" fmla="*/ 0 w 2944854"/>
                  <a:gd name="connsiteY2-6" fmla="*/ 1228607 h 1316375"/>
                  <a:gd name="connsiteX3-7" fmla="*/ 911064 w 2944854"/>
                  <a:gd name="connsiteY3-8" fmla="*/ 837478 h 1316375"/>
                  <a:gd name="connsiteX4-9" fmla="*/ 883456 w 2944854"/>
                  <a:gd name="connsiteY4-10" fmla="*/ 450949 h 1316375"/>
                  <a:gd name="connsiteX5-11" fmla="*/ 161047 w 2944854"/>
                  <a:gd name="connsiteY5-12" fmla="*/ 119640 h 1316375"/>
                  <a:gd name="connsiteX6-13" fmla="*/ 404917 w 2944854"/>
                  <a:gd name="connsiteY6-14" fmla="*/ 50617 h 1316375"/>
                  <a:gd name="connsiteX7-15" fmla="*/ 1477028 w 2944854"/>
                  <a:gd name="connsiteY7-16" fmla="*/ 501566 h 1316375"/>
                  <a:gd name="connsiteX8-17" fmla="*/ 2572146 w 2944854"/>
                  <a:gd name="connsiteY8-18" fmla="*/ 0 h 1316375"/>
                  <a:gd name="connsiteX9-19" fmla="*/ 2875834 w 2944854"/>
                  <a:gd name="connsiteY9-20" fmla="*/ 96632 h 1316375"/>
                  <a:gd name="connsiteX10-21" fmla="*/ 2079803 w 2944854"/>
                  <a:gd name="connsiteY10-22" fmla="*/ 432543 h 1316375"/>
                  <a:gd name="connsiteX11-23" fmla="*/ 2240850 w 2944854"/>
                  <a:gd name="connsiteY11-24" fmla="*/ 920305 h 1316375"/>
                  <a:gd name="connsiteX12-25" fmla="*/ 2944854 w 2944854"/>
                  <a:gd name="connsiteY12-26" fmla="*/ 1228607 h 1316375"/>
                  <a:gd name="connsiteX13-27" fmla="*/ 2756623 w 2944854"/>
                  <a:gd name="connsiteY13-28" fmla="*/ 1316375 h 1316375"/>
                  <a:gd name="connsiteX14-29" fmla="*/ 1486231 w 2944854"/>
                  <a:gd name="connsiteY14-30" fmla="*/ 727041 h 1316375"/>
                  <a:gd name="connsiteX0-31" fmla="*/ 1486231 w 3024520"/>
                  <a:gd name="connsiteY0-32" fmla="*/ 727041 h 1316375"/>
                  <a:gd name="connsiteX1-33" fmla="*/ 257675 w 3024520"/>
                  <a:gd name="connsiteY1-34" fmla="*/ 1302232 h 1316375"/>
                  <a:gd name="connsiteX2-35" fmla="*/ 0 w 3024520"/>
                  <a:gd name="connsiteY2-36" fmla="*/ 1228607 h 1316375"/>
                  <a:gd name="connsiteX3-37" fmla="*/ 911064 w 3024520"/>
                  <a:gd name="connsiteY3-38" fmla="*/ 837478 h 1316375"/>
                  <a:gd name="connsiteX4-39" fmla="*/ 883456 w 3024520"/>
                  <a:gd name="connsiteY4-40" fmla="*/ 450949 h 1316375"/>
                  <a:gd name="connsiteX5-41" fmla="*/ 161047 w 3024520"/>
                  <a:gd name="connsiteY5-42" fmla="*/ 119640 h 1316375"/>
                  <a:gd name="connsiteX6-43" fmla="*/ 404917 w 3024520"/>
                  <a:gd name="connsiteY6-44" fmla="*/ 50617 h 1316375"/>
                  <a:gd name="connsiteX7-45" fmla="*/ 1477028 w 3024520"/>
                  <a:gd name="connsiteY7-46" fmla="*/ 501566 h 1316375"/>
                  <a:gd name="connsiteX8-47" fmla="*/ 2572146 w 3024520"/>
                  <a:gd name="connsiteY8-48" fmla="*/ 0 h 1316375"/>
                  <a:gd name="connsiteX9-49" fmla="*/ 2875834 w 3024520"/>
                  <a:gd name="connsiteY9-50" fmla="*/ 96632 h 1316375"/>
                  <a:gd name="connsiteX10-51" fmla="*/ 2079803 w 3024520"/>
                  <a:gd name="connsiteY10-52" fmla="*/ 432543 h 1316375"/>
                  <a:gd name="connsiteX11-53" fmla="*/ 2240850 w 3024520"/>
                  <a:gd name="connsiteY11-54" fmla="*/ 920305 h 1316375"/>
                  <a:gd name="connsiteX12-55" fmla="*/ 3024520 w 3024520"/>
                  <a:gd name="connsiteY12-56" fmla="*/ 1228607 h 1316375"/>
                  <a:gd name="connsiteX13-57" fmla="*/ 2756623 w 3024520"/>
                  <a:gd name="connsiteY13-58" fmla="*/ 1316375 h 1316375"/>
                  <a:gd name="connsiteX14-59" fmla="*/ 1486231 w 3024520"/>
                  <a:gd name="connsiteY14-60" fmla="*/ 727041 h 1316375"/>
                  <a:gd name="connsiteX0-61" fmla="*/ 1537780 w 3076069"/>
                  <a:gd name="connsiteY0-62" fmla="*/ 727041 h 1316375"/>
                  <a:gd name="connsiteX1-63" fmla="*/ 309224 w 3076069"/>
                  <a:gd name="connsiteY1-64" fmla="*/ 1302232 h 1316375"/>
                  <a:gd name="connsiteX2-65" fmla="*/ 0 w 3076069"/>
                  <a:gd name="connsiteY2-66" fmla="*/ 1228607 h 1316375"/>
                  <a:gd name="connsiteX3-67" fmla="*/ 962613 w 3076069"/>
                  <a:gd name="connsiteY3-68" fmla="*/ 837478 h 1316375"/>
                  <a:gd name="connsiteX4-69" fmla="*/ 935005 w 3076069"/>
                  <a:gd name="connsiteY4-70" fmla="*/ 450949 h 1316375"/>
                  <a:gd name="connsiteX5-71" fmla="*/ 212596 w 3076069"/>
                  <a:gd name="connsiteY5-72" fmla="*/ 119640 h 1316375"/>
                  <a:gd name="connsiteX6-73" fmla="*/ 456466 w 3076069"/>
                  <a:gd name="connsiteY6-74" fmla="*/ 50617 h 1316375"/>
                  <a:gd name="connsiteX7-75" fmla="*/ 1528577 w 3076069"/>
                  <a:gd name="connsiteY7-76" fmla="*/ 501566 h 1316375"/>
                  <a:gd name="connsiteX8-77" fmla="*/ 2623695 w 3076069"/>
                  <a:gd name="connsiteY8-78" fmla="*/ 0 h 1316375"/>
                  <a:gd name="connsiteX9-79" fmla="*/ 2927383 w 3076069"/>
                  <a:gd name="connsiteY9-80" fmla="*/ 96632 h 1316375"/>
                  <a:gd name="connsiteX10-81" fmla="*/ 2131352 w 3076069"/>
                  <a:gd name="connsiteY10-82" fmla="*/ 432543 h 1316375"/>
                  <a:gd name="connsiteX11-83" fmla="*/ 2292399 w 3076069"/>
                  <a:gd name="connsiteY11-84" fmla="*/ 920305 h 1316375"/>
                  <a:gd name="connsiteX12-85" fmla="*/ 3076069 w 3076069"/>
                  <a:gd name="connsiteY12-86" fmla="*/ 1228607 h 1316375"/>
                  <a:gd name="connsiteX13-87" fmla="*/ 2808172 w 3076069"/>
                  <a:gd name="connsiteY13-88" fmla="*/ 1316375 h 1316375"/>
                  <a:gd name="connsiteX14-89" fmla="*/ 1537780 w 3076069"/>
                  <a:gd name="connsiteY14-90" fmla="*/ 727041 h 1316375"/>
                  <a:gd name="connsiteX0-91" fmla="*/ 1537780 w 3076069"/>
                  <a:gd name="connsiteY0-92" fmla="*/ 727041 h 1321259"/>
                  <a:gd name="connsiteX1-93" fmla="*/ 313981 w 3076069"/>
                  <a:gd name="connsiteY1-94" fmla="*/ 1321259 h 1321259"/>
                  <a:gd name="connsiteX2-95" fmla="*/ 0 w 3076069"/>
                  <a:gd name="connsiteY2-96" fmla="*/ 1228607 h 1321259"/>
                  <a:gd name="connsiteX3-97" fmla="*/ 962613 w 3076069"/>
                  <a:gd name="connsiteY3-98" fmla="*/ 837478 h 1321259"/>
                  <a:gd name="connsiteX4-99" fmla="*/ 935005 w 3076069"/>
                  <a:gd name="connsiteY4-100" fmla="*/ 450949 h 1321259"/>
                  <a:gd name="connsiteX5-101" fmla="*/ 212596 w 3076069"/>
                  <a:gd name="connsiteY5-102" fmla="*/ 119640 h 1321259"/>
                  <a:gd name="connsiteX6-103" fmla="*/ 456466 w 3076069"/>
                  <a:gd name="connsiteY6-104" fmla="*/ 50617 h 1321259"/>
                  <a:gd name="connsiteX7-105" fmla="*/ 1528577 w 3076069"/>
                  <a:gd name="connsiteY7-106" fmla="*/ 501566 h 1321259"/>
                  <a:gd name="connsiteX8-107" fmla="*/ 2623695 w 3076069"/>
                  <a:gd name="connsiteY8-108" fmla="*/ 0 h 1321259"/>
                  <a:gd name="connsiteX9-109" fmla="*/ 2927383 w 3076069"/>
                  <a:gd name="connsiteY9-110" fmla="*/ 96632 h 1321259"/>
                  <a:gd name="connsiteX10-111" fmla="*/ 2131352 w 3076069"/>
                  <a:gd name="connsiteY10-112" fmla="*/ 432543 h 1321259"/>
                  <a:gd name="connsiteX11-113" fmla="*/ 2292399 w 3076069"/>
                  <a:gd name="connsiteY11-114" fmla="*/ 920305 h 1321259"/>
                  <a:gd name="connsiteX12-115" fmla="*/ 3076069 w 3076069"/>
                  <a:gd name="connsiteY12-116" fmla="*/ 1228607 h 1321259"/>
                  <a:gd name="connsiteX13-117" fmla="*/ 2808172 w 3076069"/>
                  <a:gd name="connsiteY13-118" fmla="*/ 1316375 h 1321259"/>
                  <a:gd name="connsiteX14-119" fmla="*/ 1537780 w 3076069"/>
                  <a:gd name="connsiteY14-120" fmla="*/ 727041 h 1321259"/>
                  <a:gd name="connsiteX0-121" fmla="*/ 1537780 w 3076069"/>
                  <a:gd name="connsiteY0-122" fmla="*/ 750825 h 1321259"/>
                  <a:gd name="connsiteX1-123" fmla="*/ 313981 w 3076069"/>
                  <a:gd name="connsiteY1-124" fmla="*/ 1321259 h 1321259"/>
                  <a:gd name="connsiteX2-125" fmla="*/ 0 w 3076069"/>
                  <a:gd name="connsiteY2-126" fmla="*/ 1228607 h 1321259"/>
                  <a:gd name="connsiteX3-127" fmla="*/ 962613 w 3076069"/>
                  <a:gd name="connsiteY3-128" fmla="*/ 837478 h 1321259"/>
                  <a:gd name="connsiteX4-129" fmla="*/ 935005 w 3076069"/>
                  <a:gd name="connsiteY4-130" fmla="*/ 450949 h 1321259"/>
                  <a:gd name="connsiteX5-131" fmla="*/ 212596 w 3076069"/>
                  <a:gd name="connsiteY5-132" fmla="*/ 119640 h 1321259"/>
                  <a:gd name="connsiteX6-133" fmla="*/ 456466 w 3076069"/>
                  <a:gd name="connsiteY6-134" fmla="*/ 50617 h 1321259"/>
                  <a:gd name="connsiteX7-135" fmla="*/ 1528577 w 3076069"/>
                  <a:gd name="connsiteY7-136" fmla="*/ 501566 h 1321259"/>
                  <a:gd name="connsiteX8-137" fmla="*/ 2623695 w 3076069"/>
                  <a:gd name="connsiteY8-138" fmla="*/ 0 h 1321259"/>
                  <a:gd name="connsiteX9-139" fmla="*/ 2927383 w 3076069"/>
                  <a:gd name="connsiteY9-140" fmla="*/ 96632 h 1321259"/>
                  <a:gd name="connsiteX10-141" fmla="*/ 2131352 w 3076069"/>
                  <a:gd name="connsiteY10-142" fmla="*/ 432543 h 1321259"/>
                  <a:gd name="connsiteX11-143" fmla="*/ 2292399 w 3076069"/>
                  <a:gd name="connsiteY11-144" fmla="*/ 920305 h 1321259"/>
                  <a:gd name="connsiteX12-145" fmla="*/ 3076069 w 3076069"/>
                  <a:gd name="connsiteY12-146" fmla="*/ 1228607 h 1321259"/>
                  <a:gd name="connsiteX13-147" fmla="*/ 2808172 w 3076069"/>
                  <a:gd name="connsiteY13-148" fmla="*/ 1316375 h 1321259"/>
                  <a:gd name="connsiteX14-149" fmla="*/ 1537780 w 3076069"/>
                  <a:gd name="connsiteY14-150" fmla="*/ 750825 h 132125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3" name="Freeform 82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-1" fmla="*/ 0 w 3640627"/>
                  <a:gd name="connsiteY0-2" fmla="*/ 242051 h 923747"/>
                  <a:gd name="connsiteX1-3" fmla="*/ 655168 w 3640627"/>
                  <a:gd name="connsiteY1-4" fmla="*/ 16495 h 923747"/>
                  <a:gd name="connsiteX2-5" fmla="*/ 1809765 w 3640627"/>
                  <a:gd name="connsiteY2-6" fmla="*/ 511360 h 923747"/>
                  <a:gd name="connsiteX3-7" fmla="*/ 2964363 w 3640627"/>
                  <a:gd name="connsiteY3-8" fmla="*/ 0 h 923747"/>
                  <a:gd name="connsiteX4-9" fmla="*/ 3640627 w 3640627"/>
                  <a:gd name="connsiteY4-10" fmla="*/ 197946 h 923747"/>
                  <a:gd name="connsiteX5-11" fmla="*/ 3195282 w 3640627"/>
                  <a:gd name="connsiteY5-12" fmla="*/ 461874 h 923747"/>
                  <a:gd name="connsiteX6-13" fmla="*/ 2980857 w 3640627"/>
                  <a:gd name="connsiteY6-14" fmla="*/ 379396 h 923747"/>
                  <a:gd name="connsiteX7-15" fmla="*/ 1826259 w 3640627"/>
                  <a:gd name="connsiteY7-16" fmla="*/ 923747 h 923747"/>
                  <a:gd name="connsiteX8-17" fmla="*/ 671662 w 3640627"/>
                  <a:gd name="connsiteY8-18" fmla="*/ 412387 h 923747"/>
                  <a:gd name="connsiteX9-19" fmla="*/ 523214 w 3640627"/>
                  <a:gd name="connsiteY9-20" fmla="*/ 478369 h 923747"/>
                  <a:gd name="connsiteX10-21" fmla="*/ 0 w 3640627"/>
                  <a:gd name="connsiteY10-22" fmla="*/ 242051 h 923747"/>
                  <a:gd name="connsiteX0-23" fmla="*/ 0 w 3640627"/>
                  <a:gd name="connsiteY0-24" fmla="*/ 242051 h 923747"/>
                  <a:gd name="connsiteX1-25" fmla="*/ 655168 w 3640627"/>
                  <a:gd name="connsiteY1-26" fmla="*/ 16495 h 923747"/>
                  <a:gd name="connsiteX2-27" fmla="*/ 1809765 w 3640627"/>
                  <a:gd name="connsiteY2-28" fmla="*/ 511360 h 923747"/>
                  <a:gd name="connsiteX3-29" fmla="*/ 2964363 w 3640627"/>
                  <a:gd name="connsiteY3-30" fmla="*/ 0 h 923747"/>
                  <a:gd name="connsiteX4-31" fmla="*/ 3640627 w 3640627"/>
                  <a:gd name="connsiteY4-32" fmla="*/ 197946 h 923747"/>
                  <a:gd name="connsiteX5-33" fmla="*/ 3195282 w 3640627"/>
                  <a:gd name="connsiteY5-34" fmla="*/ 461874 h 923747"/>
                  <a:gd name="connsiteX6-35" fmla="*/ 2980857 w 3640627"/>
                  <a:gd name="connsiteY6-36" fmla="*/ 379396 h 923747"/>
                  <a:gd name="connsiteX7-37" fmla="*/ 1826259 w 3640627"/>
                  <a:gd name="connsiteY7-38" fmla="*/ 923747 h 923747"/>
                  <a:gd name="connsiteX8-39" fmla="*/ 671662 w 3640627"/>
                  <a:gd name="connsiteY8-40" fmla="*/ 412387 h 923747"/>
                  <a:gd name="connsiteX9-41" fmla="*/ 523214 w 3640627"/>
                  <a:gd name="connsiteY9-42" fmla="*/ 482971 h 923747"/>
                  <a:gd name="connsiteX10-43" fmla="*/ 0 w 3640627"/>
                  <a:gd name="connsiteY10-44" fmla="*/ 242051 h 923747"/>
                  <a:gd name="connsiteX0-45" fmla="*/ 0 w 3640627"/>
                  <a:gd name="connsiteY0-46" fmla="*/ 242051 h 923747"/>
                  <a:gd name="connsiteX1-47" fmla="*/ 655168 w 3640627"/>
                  <a:gd name="connsiteY1-48" fmla="*/ 16495 h 923747"/>
                  <a:gd name="connsiteX2-49" fmla="*/ 1809765 w 3640627"/>
                  <a:gd name="connsiteY2-50" fmla="*/ 511360 h 923747"/>
                  <a:gd name="connsiteX3-51" fmla="*/ 2964363 w 3640627"/>
                  <a:gd name="connsiteY3-52" fmla="*/ 0 h 923747"/>
                  <a:gd name="connsiteX4-53" fmla="*/ 3640627 w 3640627"/>
                  <a:gd name="connsiteY4-54" fmla="*/ 197946 h 923747"/>
                  <a:gd name="connsiteX5-55" fmla="*/ 3195282 w 3640627"/>
                  <a:gd name="connsiteY5-56" fmla="*/ 461874 h 923747"/>
                  <a:gd name="connsiteX6-57" fmla="*/ 2980857 w 3640627"/>
                  <a:gd name="connsiteY6-58" fmla="*/ 379396 h 923747"/>
                  <a:gd name="connsiteX7-59" fmla="*/ 1826259 w 3640627"/>
                  <a:gd name="connsiteY7-60" fmla="*/ 923747 h 923747"/>
                  <a:gd name="connsiteX8-61" fmla="*/ 690067 w 3640627"/>
                  <a:gd name="connsiteY8-62" fmla="*/ 412387 h 923747"/>
                  <a:gd name="connsiteX9-63" fmla="*/ 523214 w 3640627"/>
                  <a:gd name="connsiteY9-64" fmla="*/ 482971 h 923747"/>
                  <a:gd name="connsiteX10-65" fmla="*/ 0 w 3640627"/>
                  <a:gd name="connsiteY10-66" fmla="*/ 242051 h 923747"/>
                  <a:gd name="connsiteX0-67" fmla="*/ 0 w 3640627"/>
                  <a:gd name="connsiteY0-68" fmla="*/ 242051 h 946755"/>
                  <a:gd name="connsiteX1-69" fmla="*/ 655168 w 3640627"/>
                  <a:gd name="connsiteY1-70" fmla="*/ 16495 h 946755"/>
                  <a:gd name="connsiteX2-71" fmla="*/ 1809765 w 3640627"/>
                  <a:gd name="connsiteY2-72" fmla="*/ 511360 h 946755"/>
                  <a:gd name="connsiteX3-73" fmla="*/ 2964363 w 3640627"/>
                  <a:gd name="connsiteY3-74" fmla="*/ 0 h 946755"/>
                  <a:gd name="connsiteX4-75" fmla="*/ 3640627 w 3640627"/>
                  <a:gd name="connsiteY4-76" fmla="*/ 197946 h 946755"/>
                  <a:gd name="connsiteX5-77" fmla="*/ 3195282 w 3640627"/>
                  <a:gd name="connsiteY5-78" fmla="*/ 461874 h 946755"/>
                  <a:gd name="connsiteX6-79" fmla="*/ 2980857 w 3640627"/>
                  <a:gd name="connsiteY6-80" fmla="*/ 379396 h 946755"/>
                  <a:gd name="connsiteX7-81" fmla="*/ 1876873 w 3640627"/>
                  <a:gd name="connsiteY7-82" fmla="*/ 946755 h 946755"/>
                  <a:gd name="connsiteX8-83" fmla="*/ 690067 w 3640627"/>
                  <a:gd name="connsiteY8-84" fmla="*/ 412387 h 946755"/>
                  <a:gd name="connsiteX9-85" fmla="*/ 523214 w 3640627"/>
                  <a:gd name="connsiteY9-86" fmla="*/ 482971 h 946755"/>
                  <a:gd name="connsiteX10-87" fmla="*/ 0 w 3640627"/>
                  <a:gd name="connsiteY10-88" fmla="*/ 242051 h 946755"/>
                  <a:gd name="connsiteX0-89" fmla="*/ 0 w 3640627"/>
                  <a:gd name="connsiteY0-90" fmla="*/ 242051 h 946755"/>
                  <a:gd name="connsiteX1-91" fmla="*/ 655168 w 3640627"/>
                  <a:gd name="connsiteY1-92" fmla="*/ 16495 h 946755"/>
                  <a:gd name="connsiteX2-93" fmla="*/ 1855778 w 3640627"/>
                  <a:gd name="connsiteY2-94" fmla="*/ 534367 h 946755"/>
                  <a:gd name="connsiteX3-95" fmla="*/ 2964363 w 3640627"/>
                  <a:gd name="connsiteY3-96" fmla="*/ 0 h 946755"/>
                  <a:gd name="connsiteX4-97" fmla="*/ 3640627 w 3640627"/>
                  <a:gd name="connsiteY4-98" fmla="*/ 197946 h 946755"/>
                  <a:gd name="connsiteX5-99" fmla="*/ 3195282 w 3640627"/>
                  <a:gd name="connsiteY5-100" fmla="*/ 461874 h 946755"/>
                  <a:gd name="connsiteX6-101" fmla="*/ 2980857 w 3640627"/>
                  <a:gd name="connsiteY6-102" fmla="*/ 379396 h 946755"/>
                  <a:gd name="connsiteX7-103" fmla="*/ 1876873 w 3640627"/>
                  <a:gd name="connsiteY7-104" fmla="*/ 946755 h 946755"/>
                  <a:gd name="connsiteX8-105" fmla="*/ 690067 w 3640627"/>
                  <a:gd name="connsiteY8-106" fmla="*/ 412387 h 946755"/>
                  <a:gd name="connsiteX9-107" fmla="*/ 523214 w 3640627"/>
                  <a:gd name="connsiteY9-108" fmla="*/ 482971 h 946755"/>
                  <a:gd name="connsiteX10-109" fmla="*/ 0 w 3640627"/>
                  <a:gd name="connsiteY10-110" fmla="*/ 242051 h 946755"/>
                  <a:gd name="connsiteX0-111" fmla="*/ 0 w 3640627"/>
                  <a:gd name="connsiteY0-112" fmla="*/ 242051 h 946755"/>
                  <a:gd name="connsiteX1-113" fmla="*/ 655168 w 3640627"/>
                  <a:gd name="connsiteY1-114" fmla="*/ 16495 h 946755"/>
                  <a:gd name="connsiteX2-115" fmla="*/ 1855778 w 3640627"/>
                  <a:gd name="connsiteY2-116" fmla="*/ 534367 h 946755"/>
                  <a:gd name="connsiteX3-117" fmla="*/ 2964363 w 3640627"/>
                  <a:gd name="connsiteY3-118" fmla="*/ 0 h 946755"/>
                  <a:gd name="connsiteX4-119" fmla="*/ 3640627 w 3640627"/>
                  <a:gd name="connsiteY4-120" fmla="*/ 197946 h 946755"/>
                  <a:gd name="connsiteX5-121" fmla="*/ 3195282 w 3640627"/>
                  <a:gd name="connsiteY5-122" fmla="*/ 461874 h 946755"/>
                  <a:gd name="connsiteX6-123" fmla="*/ 3008465 w 3640627"/>
                  <a:gd name="connsiteY6-124" fmla="*/ 402404 h 946755"/>
                  <a:gd name="connsiteX7-125" fmla="*/ 1876873 w 3640627"/>
                  <a:gd name="connsiteY7-126" fmla="*/ 946755 h 946755"/>
                  <a:gd name="connsiteX8-127" fmla="*/ 690067 w 3640627"/>
                  <a:gd name="connsiteY8-128" fmla="*/ 412387 h 946755"/>
                  <a:gd name="connsiteX9-129" fmla="*/ 523214 w 3640627"/>
                  <a:gd name="connsiteY9-130" fmla="*/ 482971 h 946755"/>
                  <a:gd name="connsiteX10-131" fmla="*/ 0 w 3640627"/>
                  <a:gd name="connsiteY10-132" fmla="*/ 242051 h 946755"/>
                  <a:gd name="connsiteX0-133" fmla="*/ 0 w 3723451"/>
                  <a:gd name="connsiteY0-134" fmla="*/ 242051 h 946755"/>
                  <a:gd name="connsiteX1-135" fmla="*/ 655168 w 3723451"/>
                  <a:gd name="connsiteY1-136" fmla="*/ 16495 h 946755"/>
                  <a:gd name="connsiteX2-137" fmla="*/ 1855778 w 3723451"/>
                  <a:gd name="connsiteY2-138" fmla="*/ 534367 h 946755"/>
                  <a:gd name="connsiteX3-139" fmla="*/ 2964363 w 3723451"/>
                  <a:gd name="connsiteY3-140" fmla="*/ 0 h 946755"/>
                  <a:gd name="connsiteX4-141" fmla="*/ 3723451 w 3723451"/>
                  <a:gd name="connsiteY4-142" fmla="*/ 220954 h 946755"/>
                  <a:gd name="connsiteX5-143" fmla="*/ 3195282 w 3723451"/>
                  <a:gd name="connsiteY5-144" fmla="*/ 461874 h 946755"/>
                  <a:gd name="connsiteX6-145" fmla="*/ 3008465 w 3723451"/>
                  <a:gd name="connsiteY6-146" fmla="*/ 402404 h 946755"/>
                  <a:gd name="connsiteX7-147" fmla="*/ 1876873 w 3723451"/>
                  <a:gd name="connsiteY7-148" fmla="*/ 946755 h 946755"/>
                  <a:gd name="connsiteX8-149" fmla="*/ 690067 w 3723451"/>
                  <a:gd name="connsiteY8-150" fmla="*/ 412387 h 946755"/>
                  <a:gd name="connsiteX9-151" fmla="*/ 523214 w 3723451"/>
                  <a:gd name="connsiteY9-152" fmla="*/ 482971 h 946755"/>
                  <a:gd name="connsiteX10-153" fmla="*/ 0 w 3723451"/>
                  <a:gd name="connsiteY10-154" fmla="*/ 242051 h 946755"/>
                  <a:gd name="connsiteX0-155" fmla="*/ 0 w 3723451"/>
                  <a:gd name="connsiteY0-156" fmla="*/ 228246 h 932950"/>
                  <a:gd name="connsiteX1-157" fmla="*/ 655168 w 3723451"/>
                  <a:gd name="connsiteY1-158" fmla="*/ 2690 h 932950"/>
                  <a:gd name="connsiteX2-159" fmla="*/ 1855778 w 3723451"/>
                  <a:gd name="connsiteY2-160" fmla="*/ 520562 h 932950"/>
                  <a:gd name="connsiteX3-161" fmla="*/ 3001174 w 3723451"/>
                  <a:gd name="connsiteY3-162" fmla="*/ 0 h 932950"/>
                  <a:gd name="connsiteX4-163" fmla="*/ 3723451 w 3723451"/>
                  <a:gd name="connsiteY4-164" fmla="*/ 207149 h 932950"/>
                  <a:gd name="connsiteX5-165" fmla="*/ 3195282 w 3723451"/>
                  <a:gd name="connsiteY5-166" fmla="*/ 448069 h 932950"/>
                  <a:gd name="connsiteX6-167" fmla="*/ 3008465 w 3723451"/>
                  <a:gd name="connsiteY6-168" fmla="*/ 388599 h 932950"/>
                  <a:gd name="connsiteX7-169" fmla="*/ 1876873 w 3723451"/>
                  <a:gd name="connsiteY7-170" fmla="*/ 932950 h 932950"/>
                  <a:gd name="connsiteX8-171" fmla="*/ 690067 w 3723451"/>
                  <a:gd name="connsiteY8-172" fmla="*/ 398582 h 932950"/>
                  <a:gd name="connsiteX9-173" fmla="*/ 523214 w 3723451"/>
                  <a:gd name="connsiteY9-174" fmla="*/ 469166 h 932950"/>
                  <a:gd name="connsiteX10-175" fmla="*/ 0 w 3723451"/>
                  <a:gd name="connsiteY10-176" fmla="*/ 228246 h 932950"/>
                  <a:gd name="connsiteX0-177" fmla="*/ 0 w 3723451"/>
                  <a:gd name="connsiteY0-178" fmla="*/ 228246 h 932950"/>
                  <a:gd name="connsiteX1-179" fmla="*/ 655168 w 3723451"/>
                  <a:gd name="connsiteY1-180" fmla="*/ 2690 h 932950"/>
                  <a:gd name="connsiteX2-181" fmla="*/ 1855778 w 3723451"/>
                  <a:gd name="connsiteY2-182" fmla="*/ 520562 h 932950"/>
                  <a:gd name="connsiteX3-183" fmla="*/ 3001174 w 3723451"/>
                  <a:gd name="connsiteY3-184" fmla="*/ 0 h 932950"/>
                  <a:gd name="connsiteX4-185" fmla="*/ 3723451 w 3723451"/>
                  <a:gd name="connsiteY4-186" fmla="*/ 207149 h 932950"/>
                  <a:gd name="connsiteX5-187" fmla="*/ 3195282 w 3723451"/>
                  <a:gd name="connsiteY5-188" fmla="*/ 448069 h 932950"/>
                  <a:gd name="connsiteX6-189" fmla="*/ 3013067 w 3723451"/>
                  <a:gd name="connsiteY6-190" fmla="*/ 393200 h 932950"/>
                  <a:gd name="connsiteX7-191" fmla="*/ 1876873 w 3723451"/>
                  <a:gd name="connsiteY7-192" fmla="*/ 932950 h 932950"/>
                  <a:gd name="connsiteX8-193" fmla="*/ 690067 w 3723451"/>
                  <a:gd name="connsiteY8-194" fmla="*/ 398582 h 932950"/>
                  <a:gd name="connsiteX9-195" fmla="*/ 523214 w 3723451"/>
                  <a:gd name="connsiteY9-196" fmla="*/ 469166 h 932950"/>
                  <a:gd name="connsiteX10-197" fmla="*/ 0 w 3723451"/>
                  <a:gd name="connsiteY10-198" fmla="*/ 228246 h 932950"/>
                  <a:gd name="connsiteX0-199" fmla="*/ 0 w 3723451"/>
                  <a:gd name="connsiteY0-200" fmla="*/ 228246 h 932950"/>
                  <a:gd name="connsiteX1-201" fmla="*/ 655168 w 3723451"/>
                  <a:gd name="connsiteY1-202" fmla="*/ 2690 h 932950"/>
                  <a:gd name="connsiteX2-203" fmla="*/ 1855778 w 3723451"/>
                  <a:gd name="connsiteY2-204" fmla="*/ 520562 h 932950"/>
                  <a:gd name="connsiteX3-205" fmla="*/ 3001174 w 3723451"/>
                  <a:gd name="connsiteY3-206" fmla="*/ 0 h 932950"/>
                  <a:gd name="connsiteX4-207" fmla="*/ 3723451 w 3723451"/>
                  <a:gd name="connsiteY4-208" fmla="*/ 207149 h 932950"/>
                  <a:gd name="connsiteX5-209" fmla="*/ 3186079 w 3723451"/>
                  <a:gd name="connsiteY5-210" fmla="*/ 461874 h 932950"/>
                  <a:gd name="connsiteX6-211" fmla="*/ 3013067 w 3723451"/>
                  <a:gd name="connsiteY6-212" fmla="*/ 393200 h 932950"/>
                  <a:gd name="connsiteX7-213" fmla="*/ 1876873 w 3723451"/>
                  <a:gd name="connsiteY7-214" fmla="*/ 932950 h 932950"/>
                  <a:gd name="connsiteX8-215" fmla="*/ 690067 w 3723451"/>
                  <a:gd name="connsiteY8-216" fmla="*/ 398582 h 932950"/>
                  <a:gd name="connsiteX9-217" fmla="*/ 523214 w 3723451"/>
                  <a:gd name="connsiteY9-218" fmla="*/ 469166 h 932950"/>
                  <a:gd name="connsiteX10-219" fmla="*/ 0 w 3723451"/>
                  <a:gd name="connsiteY10-220" fmla="*/ 228246 h 932950"/>
                  <a:gd name="connsiteX0-221" fmla="*/ 0 w 3723451"/>
                  <a:gd name="connsiteY0-222" fmla="*/ 228246 h 932950"/>
                  <a:gd name="connsiteX1-223" fmla="*/ 655168 w 3723451"/>
                  <a:gd name="connsiteY1-224" fmla="*/ 2690 h 932950"/>
                  <a:gd name="connsiteX2-225" fmla="*/ 1855778 w 3723451"/>
                  <a:gd name="connsiteY2-226" fmla="*/ 520562 h 932950"/>
                  <a:gd name="connsiteX3-227" fmla="*/ 3001174 w 3723451"/>
                  <a:gd name="connsiteY3-228" fmla="*/ 0 h 932950"/>
                  <a:gd name="connsiteX4-229" fmla="*/ 3723451 w 3723451"/>
                  <a:gd name="connsiteY4-230" fmla="*/ 207149 h 932950"/>
                  <a:gd name="connsiteX5-231" fmla="*/ 3186079 w 3723451"/>
                  <a:gd name="connsiteY5-232" fmla="*/ 461874 h 932950"/>
                  <a:gd name="connsiteX6-233" fmla="*/ 3013067 w 3723451"/>
                  <a:gd name="connsiteY6-234" fmla="*/ 393200 h 932950"/>
                  <a:gd name="connsiteX7-235" fmla="*/ 1876873 w 3723451"/>
                  <a:gd name="connsiteY7-236" fmla="*/ 932950 h 932950"/>
                  <a:gd name="connsiteX8-237" fmla="*/ 711613 w 3723451"/>
                  <a:gd name="connsiteY8-238" fmla="*/ 413055 h 932950"/>
                  <a:gd name="connsiteX9-239" fmla="*/ 523214 w 3723451"/>
                  <a:gd name="connsiteY9-240" fmla="*/ 469166 h 932950"/>
                  <a:gd name="connsiteX10-241" fmla="*/ 0 w 3723451"/>
                  <a:gd name="connsiteY10-242" fmla="*/ 228246 h 93295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4" name="Freeform 83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-1" fmla="*/ 4602 w 1371198"/>
                  <a:gd name="connsiteY0-2" fmla="*/ 0 h 800665"/>
                  <a:gd name="connsiteX1-3" fmla="*/ 1371198 w 1371198"/>
                  <a:gd name="connsiteY1-4" fmla="*/ 625807 h 800665"/>
                  <a:gd name="connsiteX2-5" fmla="*/ 897260 w 1371198"/>
                  <a:gd name="connsiteY2-6" fmla="*/ 800665 h 800665"/>
                  <a:gd name="connsiteX3-7" fmla="*/ 0 w 1371198"/>
                  <a:gd name="connsiteY3-8" fmla="*/ 404934 h 800665"/>
                  <a:gd name="connsiteX4-9" fmla="*/ 4602 w 1371198"/>
                  <a:gd name="connsiteY4-10" fmla="*/ 0 h 800665"/>
                  <a:gd name="connsiteX0-11" fmla="*/ 0 w 1366596"/>
                  <a:gd name="connsiteY0-12" fmla="*/ 0 h 800665"/>
                  <a:gd name="connsiteX1-13" fmla="*/ 1366596 w 1366596"/>
                  <a:gd name="connsiteY1-14" fmla="*/ 625807 h 800665"/>
                  <a:gd name="connsiteX2-15" fmla="*/ 892658 w 1366596"/>
                  <a:gd name="connsiteY2-16" fmla="*/ 800665 h 800665"/>
                  <a:gd name="connsiteX3-17" fmla="*/ 4601 w 1366596"/>
                  <a:gd name="connsiteY3-18" fmla="*/ 427942 h 800665"/>
                  <a:gd name="connsiteX4-19" fmla="*/ 0 w 1366596"/>
                  <a:gd name="connsiteY4-20" fmla="*/ 0 h 800665"/>
                  <a:gd name="connsiteX0-21" fmla="*/ 0 w 1366596"/>
                  <a:gd name="connsiteY0-22" fmla="*/ 0 h 800665"/>
                  <a:gd name="connsiteX1-23" fmla="*/ 1366596 w 1366596"/>
                  <a:gd name="connsiteY1-24" fmla="*/ 625807 h 800665"/>
                  <a:gd name="connsiteX2-25" fmla="*/ 892658 w 1366596"/>
                  <a:gd name="connsiteY2-26" fmla="*/ 800665 h 800665"/>
                  <a:gd name="connsiteX3-27" fmla="*/ 4601 w 1366596"/>
                  <a:gd name="connsiteY3-28" fmla="*/ 427942 h 800665"/>
                  <a:gd name="connsiteX4-29" fmla="*/ 0 w 1366596"/>
                  <a:gd name="connsiteY4-30" fmla="*/ 0 h 800665"/>
                  <a:gd name="connsiteX0-31" fmla="*/ 0 w 1366596"/>
                  <a:gd name="connsiteY0-32" fmla="*/ 0 h 800665"/>
                  <a:gd name="connsiteX1-33" fmla="*/ 1366596 w 1366596"/>
                  <a:gd name="connsiteY1-34" fmla="*/ 625807 h 800665"/>
                  <a:gd name="connsiteX2-35" fmla="*/ 892658 w 1366596"/>
                  <a:gd name="connsiteY2-36" fmla="*/ 800665 h 800665"/>
                  <a:gd name="connsiteX3-37" fmla="*/ 4601 w 1366596"/>
                  <a:gd name="connsiteY3-38" fmla="*/ 427942 h 800665"/>
                  <a:gd name="connsiteX4-39" fmla="*/ 0 w 1366596"/>
                  <a:gd name="connsiteY4-40" fmla="*/ 0 h 800665"/>
                  <a:gd name="connsiteX0-41" fmla="*/ 0 w 1366596"/>
                  <a:gd name="connsiteY0-42" fmla="*/ 0 h 809868"/>
                  <a:gd name="connsiteX1-43" fmla="*/ 1366596 w 1366596"/>
                  <a:gd name="connsiteY1-44" fmla="*/ 625807 h 809868"/>
                  <a:gd name="connsiteX2-45" fmla="*/ 865050 w 1366596"/>
                  <a:gd name="connsiteY2-46" fmla="*/ 809868 h 809868"/>
                  <a:gd name="connsiteX3-47" fmla="*/ 4601 w 1366596"/>
                  <a:gd name="connsiteY3-48" fmla="*/ 427942 h 809868"/>
                  <a:gd name="connsiteX4-49" fmla="*/ 0 w 1366596"/>
                  <a:gd name="connsiteY4-50" fmla="*/ 0 h 809868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5" name="Freeform 84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-1" fmla="*/ 1329786 w 1348191"/>
                  <a:gd name="connsiteY0-2" fmla="*/ 0 h 791462"/>
                  <a:gd name="connsiteX1-3" fmla="*/ 1348191 w 1348191"/>
                  <a:gd name="connsiteY1-4" fmla="*/ 381926 h 791462"/>
                  <a:gd name="connsiteX2-5" fmla="*/ 487742 w 1348191"/>
                  <a:gd name="connsiteY2-6" fmla="*/ 791462 h 791462"/>
                  <a:gd name="connsiteX3-7" fmla="*/ 0 w 1348191"/>
                  <a:gd name="connsiteY3-8" fmla="*/ 612002 h 791462"/>
                  <a:gd name="connsiteX4-9" fmla="*/ 1329786 w 1348191"/>
                  <a:gd name="connsiteY4-10" fmla="*/ 0 h 791462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86" name="Straight Connector 85"/>
              <p:cNvCxnSpPr>
                <a:endCxn id="81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6" name="Group 75"/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77" name="Oval 76"/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8" name="TextBox 77"/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1d</a:t>
                </a:r>
              </a:p>
            </p:txBody>
          </p:sp>
        </p:grpSp>
      </p:grpSp>
      <p:grpSp>
        <p:nvGrpSpPr>
          <p:cNvPr id="88" name="Group 87"/>
          <p:cNvGrpSpPr/>
          <p:nvPr/>
        </p:nvGrpSpPr>
        <p:grpSpPr>
          <a:xfrm>
            <a:off x="2456483" y="3154899"/>
            <a:ext cx="565150" cy="369332"/>
            <a:chOff x="1736090" y="2873352"/>
            <a:chExt cx="565150" cy="369332"/>
          </a:xfrm>
        </p:grpSpPr>
        <p:grpSp>
          <p:nvGrpSpPr>
            <p:cNvPr id="89" name="Group 327"/>
            <p:cNvGrpSpPr/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93" name="Oval 92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94" name="Rectangle 93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5" name="Oval 94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96" name="Freeform 95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-1" fmla="*/ 1486231 w 2944854"/>
                  <a:gd name="connsiteY0-2" fmla="*/ 727041 h 1316375"/>
                  <a:gd name="connsiteX1-3" fmla="*/ 257675 w 2944854"/>
                  <a:gd name="connsiteY1-4" fmla="*/ 1302232 h 1316375"/>
                  <a:gd name="connsiteX2-5" fmla="*/ 0 w 2944854"/>
                  <a:gd name="connsiteY2-6" fmla="*/ 1228607 h 1316375"/>
                  <a:gd name="connsiteX3-7" fmla="*/ 911064 w 2944854"/>
                  <a:gd name="connsiteY3-8" fmla="*/ 837478 h 1316375"/>
                  <a:gd name="connsiteX4-9" fmla="*/ 883456 w 2944854"/>
                  <a:gd name="connsiteY4-10" fmla="*/ 450949 h 1316375"/>
                  <a:gd name="connsiteX5-11" fmla="*/ 161047 w 2944854"/>
                  <a:gd name="connsiteY5-12" fmla="*/ 119640 h 1316375"/>
                  <a:gd name="connsiteX6-13" fmla="*/ 404917 w 2944854"/>
                  <a:gd name="connsiteY6-14" fmla="*/ 50617 h 1316375"/>
                  <a:gd name="connsiteX7-15" fmla="*/ 1477028 w 2944854"/>
                  <a:gd name="connsiteY7-16" fmla="*/ 501566 h 1316375"/>
                  <a:gd name="connsiteX8-17" fmla="*/ 2572146 w 2944854"/>
                  <a:gd name="connsiteY8-18" fmla="*/ 0 h 1316375"/>
                  <a:gd name="connsiteX9-19" fmla="*/ 2875834 w 2944854"/>
                  <a:gd name="connsiteY9-20" fmla="*/ 96632 h 1316375"/>
                  <a:gd name="connsiteX10-21" fmla="*/ 2079803 w 2944854"/>
                  <a:gd name="connsiteY10-22" fmla="*/ 432543 h 1316375"/>
                  <a:gd name="connsiteX11-23" fmla="*/ 2240850 w 2944854"/>
                  <a:gd name="connsiteY11-24" fmla="*/ 920305 h 1316375"/>
                  <a:gd name="connsiteX12-25" fmla="*/ 2944854 w 2944854"/>
                  <a:gd name="connsiteY12-26" fmla="*/ 1228607 h 1316375"/>
                  <a:gd name="connsiteX13-27" fmla="*/ 2756623 w 2944854"/>
                  <a:gd name="connsiteY13-28" fmla="*/ 1316375 h 1316375"/>
                  <a:gd name="connsiteX14-29" fmla="*/ 1486231 w 2944854"/>
                  <a:gd name="connsiteY14-30" fmla="*/ 727041 h 1316375"/>
                  <a:gd name="connsiteX0-31" fmla="*/ 1486231 w 3024520"/>
                  <a:gd name="connsiteY0-32" fmla="*/ 727041 h 1316375"/>
                  <a:gd name="connsiteX1-33" fmla="*/ 257675 w 3024520"/>
                  <a:gd name="connsiteY1-34" fmla="*/ 1302232 h 1316375"/>
                  <a:gd name="connsiteX2-35" fmla="*/ 0 w 3024520"/>
                  <a:gd name="connsiteY2-36" fmla="*/ 1228607 h 1316375"/>
                  <a:gd name="connsiteX3-37" fmla="*/ 911064 w 3024520"/>
                  <a:gd name="connsiteY3-38" fmla="*/ 837478 h 1316375"/>
                  <a:gd name="connsiteX4-39" fmla="*/ 883456 w 3024520"/>
                  <a:gd name="connsiteY4-40" fmla="*/ 450949 h 1316375"/>
                  <a:gd name="connsiteX5-41" fmla="*/ 161047 w 3024520"/>
                  <a:gd name="connsiteY5-42" fmla="*/ 119640 h 1316375"/>
                  <a:gd name="connsiteX6-43" fmla="*/ 404917 w 3024520"/>
                  <a:gd name="connsiteY6-44" fmla="*/ 50617 h 1316375"/>
                  <a:gd name="connsiteX7-45" fmla="*/ 1477028 w 3024520"/>
                  <a:gd name="connsiteY7-46" fmla="*/ 501566 h 1316375"/>
                  <a:gd name="connsiteX8-47" fmla="*/ 2572146 w 3024520"/>
                  <a:gd name="connsiteY8-48" fmla="*/ 0 h 1316375"/>
                  <a:gd name="connsiteX9-49" fmla="*/ 2875834 w 3024520"/>
                  <a:gd name="connsiteY9-50" fmla="*/ 96632 h 1316375"/>
                  <a:gd name="connsiteX10-51" fmla="*/ 2079803 w 3024520"/>
                  <a:gd name="connsiteY10-52" fmla="*/ 432543 h 1316375"/>
                  <a:gd name="connsiteX11-53" fmla="*/ 2240850 w 3024520"/>
                  <a:gd name="connsiteY11-54" fmla="*/ 920305 h 1316375"/>
                  <a:gd name="connsiteX12-55" fmla="*/ 3024520 w 3024520"/>
                  <a:gd name="connsiteY12-56" fmla="*/ 1228607 h 1316375"/>
                  <a:gd name="connsiteX13-57" fmla="*/ 2756623 w 3024520"/>
                  <a:gd name="connsiteY13-58" fmla="*/ 1316375 h 1316375"/>
                  <a:gd name="connsiteX14-59" fmla="*/ 1486231 w 3024520"/>
                  <a:gd name="connsiteY14-60" fmla="*/ 727041 h 1316375"/>
                  <a:gd name="connsiteX0-61" fmla="*/ 1537780 w 3076069"/>
                  <a:gd name="connsiteY0-62" fmla="*/ 727041 h 1316375"/>
                  <a:gd name="connsiteX1-63" fmla="*/ 309224 w 3076069"/>
                  <a:gd name="connsiteY1-64" fmla="*/ 1302232 h 1316375"/>
                  <a:gd name="connsiteX2-65" fmla="*/ 0 w 3076069"/>
                  <a:gd name="connsiteY2-66" fmla="*/ 1228607 h 1316375"/>
                  <a:gd name="connsiteX3-67" fmla="*/ 962613 w 3076069"/>
                  <a:gd name="connsiteY3-68" fmla="*/ 837478 h 1316375"/>
                  <a:gd name="connsiteX4-69" fmla="*/ 935005 w 3076069"/>
                  <a:gd name="connsiteY4-70" fmla="*/ 450949 h 1316375"/>
                  <a:gd name="connsiteX5-71" fmla="*/ 212596 w 3076069"/>
                  <a:gd name="connsiteY5-72" fmla="*/ 119640 h 1316375"/>
                  <a:gd name="connsiteX6-73" fmla="*/ 456466 w 3076069"/>
                  <a:gd name="connsiteY6-74" fmla="*/ 50617 h 1316375"/>
                  <a:gd name="connsiteX7-75" fmla="*/ 1528577 w 3076069"/>
                  <a:gd name="connsiteY7-76" fmla="*/ 501566 h 1316375"/>
                  <a:gd name="connsiteX8-77" fmla="*/ 2623695 w 3076069"/>
                  <a:gd name="connsiteY8-78" fmla="*/ 0 h 1316375"/>
                  <a:gd name="connsiteX9-79" fmla="*/ 2927383 w 3076069"/>
                  <a:gd name="connsiteY9-80" fmla="*/ 96632 h 1316375"/>
                  <a:gd name="connsiteX10-81" fmla="*/ 2131352 w 3076069"/>
                  <a:gd name="connsiteY10-82" fmla="*/ 432543 h 1316375"/>
                  <a:gd name="connsiteX11-83" fmla="*/ 2292399 w 3076069"/>
                  <a:gd name="connsiteY11-84" fmla="*/ 920305 h 1316375"/>
                  <a:gd name="connsiteX12-85" fmla="*/ 3076069 w 3076069"/>
                  <a:gd name="connsiteY12-86" fmla="*/ 1228607 h 1316375"/>
                  <a:gd name="connsiteX13-87" fmla="*/ 2808172 w 3076069"/>
                  <a:gd name="connsiteY13-88" fmla="*/ 1316375 h 1316375"/>
                  <a:gd name="connsiteX14-89" fmla="*/ 1537780 w 3076069"/>
                  <a:gd name="connsiteY14-90" fmla="*/ 727041 h 1316375"/>
                  <a:gd name="connsiteX0-91" fmla="*/ 1537780 w 3076069"/>
                  <a:gd name="connsiteY0-92" fmla="*/ 727041 h 1321259"/>
                  <a:gd name="connsiteX1-93" fmla="*/ 313981 w 3076069"/>
                  <a:gd name="connsiteY1-94" fmla="*/ 1321259 h 1321259"/>
                  <a:gd name="connsiteX2-95" fmla="*/ 0 w 3076069"/>
                  <a:gd name="connsiteY2-96" fmla="*/ 1228607 h 1321259"/>
                  <a:gd name="connsiteX3-97" fmla="*/ 962613 w 3076069"/>
                  <a:gd name="connsiteY3-98" fmla="*/ 837478 h 1321259"/>
                  <a:gd name="connsiteX4-99" fmla="*/ 935005 w 3076069"/>
                  <a:gd name="connsiteY4-100" fmla="*/ 450949 h 1321259"/>
                  <a:gd name="connsiteX5-101" fmla="*/ 212596 w 3076069"/>
                  <a:gd name="connsiteY5-102" fmla="*/ 119640 h 1321259"/>
                  <a:gd name="connsiteX6-103" fmla="*/ 456466 w 3076069"/>
                  <a:gd name="connsiteY6-104" fmla="*/ 50617 h 1321259"/>
                  <a:gd name="connsiteX7-105" fmla="*/ 1528577 w 3076069"/>
                  <a:gd name="connsiteY7-106" fmla="*/ 501566 h 1321259"/>
                  <a:gd name="connsiteX8-107" fmla="*/ 2623695 w 3076069"/>
                  <a:gd name="connsiteY8-108" fmla="*/ 0 h 1321259"/>
                  <a:gd name="connsiteX9-109" fmla="*/ 2927383 w 3076069"/>
                  <a:gd name="connsiteY9-110" fmla="*/ 96632 h 1321259"/>
                  <a:gd name="connsiteX10-111" fmla="*/ 2131352 w 3076069"/>
                  <a:gd name="connsiteY10-112" fmla="*/ 432543 h 1321259"/>
                  <a:gd name="connsiteX11-113" fmla="*/ 2292399 w 3076069"/>
                  <a:gd name="connsiteY11-114" fmla="*/ 920305 h 1321259"/>
                  <a:gd name="connsiteX12-115" fmla="*/ 3076069 w 3076069"/>
                  <a:gd name="connsiteY12-116" fmla="*/ 1228607 h 1321259"/>
                  <a:gd name="connsiteX13-117" fmla="*/ 2808172 w 3076069"/>
                  <a:gd name="connsiteY13-118" fmla="*/ 1316375 h 1321259"/>
                  <a:gd name="connsiteX14-119" fmla="*/ 1537780 w 3076069"/>
                  <a:gd name="connsiteY14-120" fmla="*/ 727041 h 1321259"/>
                  <a:gd name="connsiteX0-121" fmla="*/ 1537780 w 3076069"/>
                  <a:gd name="connsiteY0-122" fmla="*/ 750825 h 1321259"/>
                  <a:gd name="connsiteX1-123" fmla="*/ 313981 w 3076069"/>
                  <a:gd name="connsiteY1-124" fmla="*/ 1321259 h 1321259"/>
                  <a:gd name="connsiteX2-125" fmla="*/ 0 w 3076069"/>
                  <a:gd name="connsiteY2-126" fmla="*/ 1228607 h 1321259"/>
                  <a:gd name="connsiteX3-127" fmla="*/ 962613 w 3076069"/>
                  <a:gd name="connsiteY3-128" fmla="*/ 837478 h 1321259"/>
                  <a:gd name="connsiteX4-129" fmla="*/ 935005 w 3076069"/>
                  <a:gd name="connsiteY4-130" fmla="*/ 450949 h 1321259"/>
                  <a:gd name="connsiteX5-131" fmla="*/ 212596 w 3076069"/>
                  <a:gd name="connsiteY5-132" fmla="*/ 119640 h 1321259"/>
                  <a:gd name="connsiteX6-133" fmla="*/ 456466 w 3076069"/>
                  <a:gd name="connsiteY6-134" fmla="*/ 50617 h 1321259"/>
                  <a:gd name="connsiteX7-135" fmla="*/ 1528577 w 3076069"/>
                  <a:gd name="connsiteY7-136" fmla="*/ 501566 h 1321259"/>
                  <a:gd name="connsiteX8-137" fmla="*/ 2623695 w 3076069"/>
                  <a:gd name="connsiteY8-138" fmla="*/ 0 h 1321259"/>
                  <a:gd name="connsiteX9-139" fmla="*/ 2927383 w 3076069"/>
                  <a:gd name="connsiteY9-140" fmla="*/ 96632 h 1321259"/>
                  <a:gd name="connsiteX10-141" fmla="*/ 2131352 w 3076069"/>
                  <a:gd name="connsiteY10-142" fmla="*/ 432543 h 1321259"/>
                  <a:gd name="connsiteX11-143" fmla="*/ 2292399 w 3076069"/>
                  <a:gd name="connsiteY11-144" fmla="*/ 920305 h 1321259"/>
                  <a:gd name="connsiteX12-145" fmla="*/ 3076069 w 3076069"/>
                  <a:gd name="connsiteY12-146" fmla="*/ 1228607 h 1321259"/>
                  <a:gd name="connsiteX13-147" fmla="*/ 2808172 w 3076069"/>
                  <a:gd name="connsiteY13-148" fmla="*/ 1316375 h 1321259"/>
                  <a:gd name="connsiteX14-149" fmla="*/ 1537780 w 3076069"/>
                  <a:gd name="connsiteY14-150" fmla="*/ 750825 h 132125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7" name="Freeform 96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-1" fmla="*/ 0 w 3640627"/>
                  <a:gd name="connsiteY0-2" fmla="*/ 242051 h 923747"/>
                  <a:gd name="connsiteX1-3" fmla="*/ 655168 w 3640627"/>
                  <a:gd name="connsiteY1-4" fmla="*/ 16495 h 923747"/>
                  <a:gd name="connsiteX2-5" fmla="*/ 1809765 w 3640627"/>
                  <a:gd name="connsiteY2-6" fmla="*/ 511360 h 923747"/>
                  <a:gd name="connsiteX3-7" fmla="*/ 2964363 w 3640627"/>
                  <a:gd name="connsiteY3-8" fmla="*/ 0 h 923747"/>
                  <a:gd name="connsiteX4-9" fmla="*/ 3640627 w 3640627"/>
                  <a:gd name="connsiteY4-10" fmla="*/ 197946 h 923747"/>
                  <a:gd name="connsiteX5-11" fmla="*/ 3195282 w 3640627"/>
                  <a:gd name="connsiteY5-12" fmla="*/ 461874 h 923747"/>
                  <a:gd name="connsiteX6-13" fmla="*/ 2980857 w 3640627"/>
                  <a:gd name="connsiteY6-14" fmla="*/ 379396 h 923747"/>
                  <a:gd name="connsiteX7-15" fmla="*/ 1826259 w 3640627"/>
                  <a:gd name="connsiteY7-16" fmla="*/ 923747 h 923747"/>
                  <a:gd name="connsiteX8-17" fmla="*/ 671662 w 3640627"/>
                  <a:gd name="connsiteY8-18" fmla="*/ 412387 h 923747"/>
                  <a:gd name="connsiteX9-19" fmla="*/ 523214 w 3640627"/>
                  <a:gd name="connsiteY9-20" fmla="*/ 478369 h 923747"/>
                  <a:gd name="connsiteX10-21" fmla="*/ 0 w 3640627"/>
                  <a:gd name="connsiteY10-22" fmla="*/ 242051 h 923747"/>
                  <a:gd name="connsiteX0-23" fmla="*/ 0 w 3640627"/>
                  <a:gd name="connsiteY0-24" fmla="*/ 242051 h 923747"/>
                  <a:gd name="connsiteX1-25" fmla="*/ 655168 w 3640627"/>
                  <a:gd name="connsiteY1-26" fmla="*/ 16495 h 923747"/>
                  <a:gd name="connsiteX2-27" fmla="*/ 1809765 w 3640627"/>
                  <a:gd name="connsiteY2-28" fmla="*/ 511360 h 923747"/>
                  <a:gd name="connsiteX3-29" fmla="*/ 2964363 w 3640627"/>
                  <a:gd name="connsiteY3-30" fmla="*/ 0 h 923747"/>
                  <a:gd name="connsiteX4-31" fmla="*/ 3640627 w 3640627"/>
                  <a:gd name="connsiteY4-32" fmla="*/ 197946 h 923747"/>
                  <a:gd name="connsiteX5-33" fmla="*/ 3195282 w 3640627"/>
                  <a:gd name="connsiteY5-34" fmla="*/ 461874 h 923747"/>
                  <a:gd name="connsiteX6-35" fmla="*/ 2980857 w 3640627"/>
                  <a:gd name="connsiteY6-36" fmla="*/ 379396 h 923747"/>
                  <a:gd name="connsiteX7-37" fmla="*/ 1826259 w 3640627"/>
                  <a:gd name="connsiteY7-38" fmla="*/ 923747 h 923747"/>
                  <a:gd name="connsiteX8-39" fmla="*/ 671662 w 3640627"/>
                  <a:gd name="connsiteY8-40" fmla="*/ 412387 h 923747"/>
                  <a:gd name="connsiteX9-41" fmla="*/ 523214 w 3640627"/>
                  <a:gd name="connsiteY9-42" fmla="*/ 482971 h 923747"/>
                  <a:gd name="connsiteX10-43" fmla="*/ 0 w 3640627"/>
                  <a:gd name="connsiteY10-44" fmla="*/ 242051 h 923747"/>
                  <a:gd name="connsiteX0-45" fmla="*/ 0 w 3640627"/>
                  <a:gd name="connsiteY0-46" fmla="*/ 242051 h 923747"/>
                  <a:gd name="connsiteX1-47" fmla="*/ 655168 w 3640627"/>
                  <a:gd name="connsiteY1-48" fmla="*/ 16495 h 923747"/>
                  <a:gd name="connsiteX2-49" fmla="*/ 1809765 w 3640627"/>
                  <a:gd name="connsiteY2-50" fmla="*/ 511360 h 923747"/>
                  <a:gd name="connsiteX3-51" fmla="*/ 2964363 w 3640627"/>
                  <a:gd name="connsiteY3-52" fmla="*/ 0 h 923747"/>
                  <a:gd name="connsiteX4-53" fmla="*/ 3640627 w 3640627"/>
                  <a:gd name="connsiteY4-54" fmla="*/ 197946 h 923747"/>
                  <a:gd name="connsiteX5-55" fmla="*/ 3195282 w 3640627"/>
                  <a:gd name="connsiteY5-56" fmla="*/ 461874 h 923747"/>
                  <a:gd name="connsiteX6-57" fmla="*/ 2980857 w 3640627"/>
                  <a:gd name="connsiteY6-58" fmla="*/ 379396 h 923747"/>
                  <a:gd name="connsiteX7-59" fmla="*/ 1826259 w 3640627"/>
                  <a:gd name="connsiteY7-60" fmla="*/ 923747 h 923747"/>
                  <a:gd name="connsiteX8-61" fmla="*/ 690067 w 3640627"/>
                  <a:gd name="connsiteY8-62" fmla="*/ 412387 h 923747"/>
                  <a:gd name="connsiteX9-63" fmla="*/ 523214 w 3640627"/>
                  <a:gd name="connsiteY9-64" fmla="*/ 482971 h 923747"/>
                  <a:gd name="connsiteX10-65" fmla="*/ 0 w 3640627"/>
                  <a:gd name="connsiteY10-66" fmla="*/ 242051 h 923747"/>
                  <a:gd name="connsiteX0-67" fmla="*/ 0 w 3640627"/>
                  <a:gd name="connsiteY0-68" fmla="*/ 242051 h 946755"/>
                  <a:gd name="connsiteX1-69" fmla="*/ 655168 w 3640627"/>
                  <a:gd name="connsiteY1-70" fmla="*/ 16495 h 946755"/>
                  <a:gd name="connsiteX2-71" fmla="*/ 1809765 w 3640627"/>
                  <a:gd name="connsiteY2-72" fmla="*/ 511360 h 946755"/>
                  <a:gd name="connsiteX3-73" fmla="*/ 2964363 w 3640627"/>
                  <a:gd name="connsiteY3-74" fmla="*/ 0 h 946755"/>
                  <a:gd name="connsiteX4-75" fmla="*/ 3640627 w 3640627"/>
                  <a:gd name="connsiteY4-76" fmla="*/ 197946 h 946755"/>
                  <a:gd name="connsiteX5-77" fmla="*/ 3195282 w 3640627"/>
                  <a:gd name="connsiteY5-78" fmla="*/ 461874 h 946755"/>
                  <a:gd name="connsiteX6-79" fmla="*/ 2980857 w 3640627"/>
                  <a:gd name="connsiteY6-80" fmla="*/ 379396 h 946755"/>
                  <a:gd name="connsiteX7-81" fmla="*/ 1876873 w 3640627"/>
                  <a:gd name="connsiteY7-82" fmla="*/ 946755 h 946755"/>
                  <a:gd name="connsiteX8-83" fmla="*/ 690067 w 3640627"/>
                  <a:gd name="connsiteY8-84" fmla="*/ 412387 h 946755"/>
                  <a:gd name="connsiteX9-85" fmla="*/ 523214 w 3640627"/>
                  <a:gd name="connsiteY9-86" fmla="*/ 482971 h 946755"/>
                  <a:gd name="connsiteX10-87" fmla="*/ 0 w 3640627"/>
                  <a:gd name="connsiteY10-88" fmla="*/ 242051 h 946755"/>
                  <a:gd name="connsiteX0-89" fmla="*/ 0 w 3640627"/>
                  <a:gd name="connsiteY0-90" fmla="*/ 242051 h 946755"/>
                  <a:gd name="connsiteX1-91" fmla="*/ 655168 w 3640627"/>
                  <a:gd name="connsiteY1-92" fmla="*/ 16495 h 946755"/>
                  <a:gd name="connsiteX2-93" fmla="*/ 1855778 w 3640627"/>
                  <a:gd name="connsiteY2-94" fmla="*/ 534367 h 946755"/>
                  <a:gd name="connsiteX3-95" fmla="*/ 2964363 w 3640627"/>
                  <a:gd name="connsiteY3-96" fmla="*/ 0 h 946755"/>
                  <a:gd name="connsiteX4-97" fmla="*/ 3640627 w 3640627"/>
                  <a:gd name="connsiteY4-98" fmla="*/ 197946 h 946755"/>
                  <a:gd name="connsiteX5-99" fmla="*/ 3195282 w 3640627"/>
                  <a:gd name="connsiteY5-100" fmla="*/ 461874 h 946755"/>
                  <a:gd name="connsiteX6-101" fmla="*/ 2980857 w 3640627"/>
                  <a:gd name="connsiteY6-102" fmla="*/ 379396 h 946755"/>
                  <a:gd name="connsiteX7-103" fmla="*/ 1876873 w 3640627"/>
                  <a:gd name="connsiteY7-104" fmla="*/ 946755 h 946755"/>
                  <a:gd name="connsiteX8-105" fmla="*/ 690067 w 3640627"/>
                  <a:gd name="connsiteY8-106" fmla="*/ 412387 h 946755"/>
                  <a:gd name="connsiteX9-107" fmla="*/ 523214 w 3640627"/>
                  <a:gd name="connsiteY9-108" fmla="*/ 482971 h 946755"/>
                  <a:gd name="connsiteX10-109" fmla="*/ 0 w 3640627"/>
                  <a:gd name="connsiteY10-110" fmla="*/ 242051 h 946755"/>
                  <a:gd name="connsiteX0-111" fmla="*/ 0 w 3640627"/>
                  <a:gd name="connsiteY0-112" fmla="*/ 242051 h 946755"/>
                  <a:gd name="connsiteX1-113" fmla="*/ 655168 w 3640627"/>
                  <a:gd name="connsiteY1-114" fmla="*/ 16495 h 946755"/>
                  <a:gd name="connsiteX2-115" fmla="*/ 1855778 w 3640627"/>
                  <a:gd name="connsiteY2-116" fmla="*/ 534367 h 946755"/>
                  <a:gd name="connsiteX3-117" fmla="*/ 2964363 w 3640627"/>
                  <a:gd name="connsiteY3-118" fmla="*/ 0 h 946755"/>
                  <a:gd name="connsiteX4-119" fmla="*/ 3640627 w 3640627"/>
                  <a:gd name="connsiteY4-120" fmla="*/ 197946 h 946755"/>
                  <a:gd name="connsiteX5-121" fmla="*/ 3195282 w 3640627"/>
                  <a:gd name="connsiteY5-122" fmla="*/ 461874 h 946755"/>
                  <a:gd name="connsiteX6-123" fmla="*/ 3008465 w 3640627"/>
                  <a:gd name="connsiteY6-124" fmla="*/ 402404 h 946755"/>
                  <a:gd name="connsiteX7-125" fmla="*/ 1876873 w 3640627"/>
                  <a:gd name="connsiteY7-126" fmla="*/ 946755 h 946755"/>
                  <a:gd name="connsiteX8-127" fmla="*/ 690067 w 3640627"/>
                  <a:gd name="connsiteY8-128" fmla="*/ 412387 h 946755"/>
                  <a:gd name="connsiteX9-129" fmla="*/ 523214 w 3640627"/>
                  <a:gd name="connsiteY9-130" fmla="*/ 482971 h 946755"/>
                  <a:gd name="connsiteX10-131" fmla="*/ 0 w 3640627"/>
                  <a:gd name="connsiteY10-132" fmla="*/ 242051 h 946755"/>
                  <a:gd name="connsiteX0-133" fmla="*/ 0 w 3723451"/>
                  <a:gd name="connsiteY0-134" fmla="*/ 242051 h 946755"/>
                  <a:gd name="connsiteX1-135" fmla="*/ 655168 w 3723451"/>
                  <a:gd name="connsiteY1-136" fmla="*/ 16495 h 946755"/>
                  <a:gd name="connsiteX2-137" fmla="*/ 1855778 w 3723451"/>
                  <a:gd name="connsiteY2-138" fmla="*/ 534367 h 946755"/>
                  <a:gd name="connsiteX3-139" fmla="*/ 2964363 w 3723451"/>
                  <a:gd name="connsiteY3-140" fmla="*/ 0 h 946755"/>
                  <a:gd name="connsiteX4-141" fmla="*/ 3723451 w 3723451"/>
                  <a:gd name="connsiteY4-142" fmla="*/ 220954 h 946755"/>
                  <a:gd name="connsiteX5-143" fmla="*/ 3195282 w 3723451"/>
                  <a:gd name="connsiteY5-144" fmla="*/ 461874 h 946755"/>
                  <a:gd name="connsiteX6-145" fmla="*/ 3008465 w 3723451"/>
                  <a:gd name="connsiteY6-146" fmla="*/ 402404 h 946755"/>
                  <a:gd name="connsiteX7-147" fmla="*/ 1876873 w 3723451"/>
                  <a:gd name="connsiteY7-148" fmla="*/ 946755 h 946755"/>
                  <a:gd name="connsiteX8-149" fmla="*/ 690067 w 3723451"/>
                  <a:gd name="connsiteY8-150" fmla="*/ 412387 h 946755"/>
                  <a:gd name="connsiteX9-151" fmla="*/ 523214 w 3723451"/>
                  <a:gd name="connsiteY9-152" fmla="*/ 482971 h 946755"/>
                  <a:gd name="connsiteX10-153" fmla="*/ 0 w 3723451"/>
                  <a:gd name="connsiteY10-154" fmla="*/ 242051 h 946755"/>
                  <a:gd name="connsiteX0-155" fmla="*/ 0 w 3723451"/>
                  <a:gd name="connsiteY0-156" fmla="*/ 228246 h 932950"/>
                  <a:gd name="connsiteX1-157" fmla="*/ 655168 w 3723451"/>
                  <a:gd name="connsiteY1-158" fmla="*/ 2690 h 932950"/>
                  <a:gd name="connsiteX2-159" fmla="*/ 1855778 w 3723451"/>
                  <a:gd name="connsiteY2-160" fmla="*/ 520562 h 932950"/>
                  <a:gd name="connsiteX3-161" fmla="*/ 3001174 w 3723451"/>
                  <a:gd name="connsiteY3-162" fmla="*/ 0 h 932950"/>
                  <a:gd name="connsiteX4-163" fmla="*/ 3723451 w 3723451"/>
                  <a:gd name="connsiteY4-164" fmla="*/ 207149 h 932950"/>
                  <a:gd name="connsiteX5-165" fmla="*/ 3195282 w 3723451"/>
                  <a:gd name="connsiteY5-166" fmla="*/ 448069 h 932950"/>
                  <a:gd name="connsiteX6-167" fmla="*/ 3008465 w 3723451"/>
                  <a:gd name="connsiteY6-168" fmla="*/ 388599 h 932950"/>
                  <a:gd name="connsiteX7-169" fmla="*/ 1876873 w 3723451"/>
                  <a:gd name="connsiteY7-170" fmla="*/ 932950 h 932950"/>
                  <a:gd name="connsiteX8-171" fmla="*/ 690067 w 3723451"/>
                  <a:gd name="connsiteY8-172" fmla="*/ 398582 h 932950"/>
                  <a:gd name="connsiteX9-173" fmla="*/ 523214 w 3723451"/>
                  <a:gd name="connsiteY9-174" fmla="*/ 469166 h 932950"/>
                  <a:gd name="connsiteX10-175" fmla="*/ 0 w 3723451"/>
                  <a:gd name="connsiteY10-176" fmla="*/ 228246 h 932950"/>
                  <a:gd name="connsiteX0-177" fmla="*/ 0 w 3723451"/>
                  <a:gd name="connsiteY0-178" fmla="*/ 228246 h 932950"/>
                  <a:gd name="connsiteX1-179" fmla="*/ 655168 w 3723451"/>
                  <a:gd name="connsiteY1-180" fmla="*/ 2690 h 932950"/>
                  <a:gd name="connsiteX2-181" fmla="*/ 1855778 w 3723451"/>
                  <a:gd name="connsiteY2-182" fmla="*/ 520562 h 932950"/>
                  <a:gd name="connsiteX3-183" fmla="*/ 3001174 w 3723451"/>
                  <a:gd name="connsiteY3-184" fmla="*/ 0 h 932950"/>
                  <a:gd name="connsiteX4-185" fmla="*/ 3723451 w 3723451"/>
                  <a:gd name="connsiteY4-186" fmla="*/ 207149 h 932950"/>
                  <a:gd name="connsiteX5-187" fmla="*/ 3195282 w 3723451"/>
                  <a:gd name="connsiteY5-188" fmla="*/ 448069 h 932950"/>
                  <a:gd name="connsiteX6-189" fmla="*/ 3013067 w 3723451"/>
                  <a:gd name="connsiteY6-190" fmla="*/ 393200 h 932950"/>
                  <a:gd name="connsiteX7-191" fmla="*/ 1876873 w 3723451"/>
                  <a:gd name="connsiteY7-192" fmla="*/ 932950 h 932950"/>
                  <a:gd name="connsiteX8-193" fmla="*/ 690067 w 3723451"/>
                  <a:gd name="connsiteY8-194" fmla="*/ 398582 h 932950"/>
                  <a:gd name="connsiteX9-195" fmla="*/ 523214 w 3723451"/>
                  <a:gd name="connsiteY9-196" fmla="*/ 469166 h 932950"/>
                  <a:gd name="connsiteX10-197" fmla="*/ 0 w 3723451"/>
                  <a:gd name="connsiteY10-198" fmla="*/ 228246 h 932950"/>
                  <a:gd name="connsiteX0-199" fmla="*/ 0 w 3723451"/>
                  <a:gd name="connsiteY0-200" fmla="*/ 228246 h 932950"/>
                  <a:gd name="connsiteX1-201" fmla="*/ 655168 w 3723451"/>
                  <a:gd name="connsiteY1-202" fmla="*/ 2690 h 932950"/>
                  <a:gd name="connsiteX2-203" fmla="*/ 1855778 w 3723451"/>
                  <a:gd name="connsiteY2-204" fmla="*/ 520562 h 932950"/>
                  <a:gd name="connsiteX3-205" fmla="*/ 3001174 w 3723451"/>
                  <a:gd name="connsiteY3-206" fmla="*/ 0 h 932950"/>
                  <a:gd name="connsiteX4-207" fmla="*/ 3723451 w 3723451"/>
                  <a:gd name="connsiteY4-208" fmla="*/ 207149 h 932950"/>
                  <a:gd name="connsiteX5-209" fmla="*/ 3186079 w 3723451"/>
                  <a:gd name="connsiteY5-210" fmla="*/ 461874 h 932950"/>
                  <a:gd name="connsiteX6-211" fmla="*/ 3013067 w 3723451"/>
                  <a:gd name="connsiteY6-212" fmla="*/ 393200 h 932950"/>
                  <a:gd name="connsiteX7-213" fmla="*/ 1876873 w 3723451"/>
                  <a:gd name="connsiteY7-214" fmla="*/ 932950 h 932950"/>
                  <a:gd name="connsiteX8-215" fmla="*/ 690067 w 3723451"/>
                  <a:gd name="connsiteY8-216" fmla="*/ 398582 h 932950"/>
                  <a:gd name="connsiteX9-217" fmla="*/ 523214 w 3723451"/>
                  <a:gd name="connsiteY9-218" fmla="*/ 469166 h 932950"/>
                  <a:gd name="connsiteX10-219" fmla="*/ 0 w 3723451"/>
                  <a:gd name="connsiteY10-220" fmla="*/ 228246 h 932950"/>
                  <a:gd name="connsiteX0-221" fmla="*/ 0 w 3723451"/>
                  <a:gd name="connsiteY0-222" fmla="*/ 228246 h 932950"/>
                  <a:gd name="connsiteX1-223" fmla="*/ 655168 w 3723451"/>
                  <a:gd name="connsiteY1-224" fmla="*/ 2690 h 932950"/>
                  <a:gd name="connsiteX2-225" fmla="*/ 1855778 w 3723451"/>
                  <a:gd name="connsiteY2-226" fmla="*/ 520562 h 932950"/>
                  <a:gd name="connsiteX3-227" fmla="*/ 3001174 w 3723451"/>
                  <a:gd name="connsiteY3-228" fmla="*/ 0 h 932950"/>
                  <a:gd name="connsiteX4-229" fmla="*/ 3723451 w 3723451"/>
                  <a:gd name="connsiteY4-230" fmla="*/ 207149 h 932950"/>
                  <a:gd name="connsiteX5-231" fmla="*/ 3186079 w 3723451"/>
                  <a:gd name="connsiteY5-232" fmla="*/ 461874 h 932950"/>
                  <a:gd name="connsiteX6-233" fmla="*/ 3013067 w 3723451"/>
                  <a:gd name="connsiteY6-234" fmla="*/ 393200 h 932950"/>
                  <a:gd name="connsiteX7-235" fmla="*/ 1876873 w 3723451"/>
                  <a:gd name="connsiteY7-236" fmla="*/ 932950 h 932950"/>
                  <a:gd name="connsiteX8-237" fmla="*/ 711613 w 3723451"/>
                  <a:gd name="connsiteY8-238" fmla="*/ 413055 h 932950"/>
                  <a:gd name="connsiteX9-239" fmla="*/ 523214 w 3723451"/>
                  <a:gd name="connsiteY9-240" fmla="*/ 469166 h 932950"/>
                  <a:gd name="connsiteX10-241" fmla="*/ 0 w 3723451"/>
                  <a:gd name="connsiteY10-242" fmla="*/ 228246 h 93295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8" name="Freeform 97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-1" fmla="*/ 4602 w 1371198"/>
                  <a:gd name="connsiteY0-2" fmla="*/ 0 h 800665"/>
                  <a:gd name="connsiteX1-3" fmla="*/ 1371198 w 1371198"/>
                  <a:gd name="connsiteY1-4" fmla="*/ 625807 h 800665"/>
                  <a:gd name="connsiteX2-5" fmla="*/ 897260 w 1371198"/>
                  <a:gd name="connsiteY2-6" fmla="*/ 800665 h 800665"/>
                  <a:gd name="connsiteX3-7" fmla="*/ 0 w 1371198"/>
                  <a:gd name="connsiteY3-8" fmla="*/ 404934 h 800665"/>
                  <a:gd name="connsiteX4-9" fmla="*/ 4602 w 1371198"/>
                  <a:gd name="connsiteY4-10" fmla="*/ 0 h 800665"/>
                  <a:gd name="connsiteX0-11" fmla="*/ 0 w 1366596"/>
                  <a:gd name="connsiteY0-12" fmla="*/ 0 h 800665"/>
                  <a:gd name="connsiteX1-13" fmla="*/ 1366596 w 1366596"/>
                  <a:gd name="connsiteY1-14" fmla="*/ 625807 h 800665"/>
                  <a:gd name="connsiteX2-15" fmla="*/ 892658 w 1366596"/>
                  <a:gd name="connsiteY2-16" fmla="*/ 800665 h 800665"/>
                  <a:gd name="connsiteX3-17" fmla="*/ 4601 w 1366596"/>
                  <a:gd name="connsiteY3-18" fmla="*/ 427942 h 800665"/>
                  <a:gd name="connsiteX4-19" fmla="*/ 0 w 1366596"/>
                  <a:gd name="connsiteY4-20" fmla="*/ 0 h 800665"/>
                  <a:gd name="connsiteX0-21" fmla="*/ 0 w 1366596"/>
                  <a:gd name="connsiteY0-22" fmla="*/ 0 h 800665"/>
                  <a:gd name="connsiteX1-23" fmla="*/ 1366596 w 1366596"/>
                  <a:gd name="connsiteY1-24" fmla="*/ 625807 h 800665"/>
                  <a:gd name="connsiteX2-25" fmla="*/ 892658 w 1366596"/>
                  <a:gd name="connsiteY2-26" fmla="*/ 800665 h 800665"/>
                  <a:gd name="connsiteX3-27" fmla="*/ 4601 w 1366596"/>
                  <a:gd name="connsiteY3-28" fmla="*/ 427942 h 800665"/>
                  <a:gd name="connsiteX4-29" fmla="*/ 0 w 1366596"/>
                  <a:gd name="connsiteY4-30" fmla="*/ 0 h 800665"/>
                  <a:gd name="connsiteX0-31" fmla="*/ 0 w 1366596"/>
                  <a:gd name="connsiteY0-32" fmla="*/ 0 h 800665"/>
                  <a:gd name="connsiteX1-33" fmla="*/ 1366596 w 1366596"/>
                  <a:gd name="connsiteY1-34" fmla="*/ 625807 h 800665"/>
                  <a:gd name="connsiteX2-35" fmla="*/ 892658 w 1366596"/>
                  <a:gd name="connsiteY2-36" fmla="*/ 800665 h 800665"/>
                  <a:gd name="connsiteX3-37" fmla="*/ 4601 w 1366596"/>
                  <a:gd name="connsiteY3-38" fmla="*/ 427942 h 800665"/>
                  <a:gd name="connsiteX4-39" fmla="*/ 0 w 1366596"/>
                  <a:gd name="connsiteY4-40" fmla="*/ 0 h 800665"/>
                  <a:gd name="connsiteX0-41" fmla="*/ 0 w 1366596"/>
                  <a:gd name="connsiteY0-42" fmla="*/ 0 h 809868"/>
                  <a:gd name="connsiteX1-43" fmla="*/ 1366596 w 1366596"/>
                  <a:gd name="connsiteY1-44" fmla="*/ 625807 h 809868"/>
                  <a:gd name="connsiteX2-45" fmla="*/ 865050 w 1366596"/>
                  <a:gd name="connsiteY2-46" fmla="*/ 809868 h 809868"/>
                  <a:gd name="connsiteX3-47" fmla="*/ 4601 w 1366596"/>
                  <a:gd name="connsiteY3-48" fmla="*/ 427942 h 809868"/>
                  <a:gd name="connsiteX4-49" fmla="*/ 0 w 1366596"/>
                  <a:gd name="connsiteY4-50" fmla="*/ 0 h 809868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9" name="Freeform 98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-1" fmla="*/ 1329786 w 1348191"/>
                  <a:gd name="connsiteY0-2" fmla="*/ 0 h 791462"/>
                  <a:gd name="connsiteX1-3" fmla="*/ 1348191 w 1348191"/>
                  <a:gd name="connsiteY1-4" fmla="*/ 381926 h 791462"/>
                  <a:gd name="connsiteX2-5" fmla="*/ 487742 w 1348191"/>
                  <a:gd name="connsiteY2-6" fmla="*/ 791462 h 791462"/>
                  <a:gd name="connsiteX3-7" fmla="*/ 0 w 1348191"/>
                  <a:gd name="connsiteY3-8" fmla="*/ 612002 h 791462"/>
                  <a:gd name="connsiteX4-9" fmla="*/ 1329786 w 1348191"/>
                  <a:gd name="connsiteY4-10" fmla="*/ 0 h 791462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00" name="Straight Connector 99"/>
              <p:cNvCxnSpPr>
                <a:endCxn id="95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0" name="Group 89"/>
            <p:cNvGrpSpPr/>
            <p:nvPr/>
          </p:nvGrpSpPr>
          <p:grpSpPr>
            <a:xfrm>
              <a:off x="1770362" y="2873352"/>
              <a:ext cx="428460" cy="369332"/>
              <a:chOff x="667045" y="1708643"/>
              <a:chExt cx="428460" cy="369332"/>
            </a:xfrm>
          </p:grpSpPr>
          <p:sp>
            <p:nvSpPr>
              <p:cNvPr id="91" name="Oval 90"/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2" name="TextBox 91"/>
              <p:cNvSpPr txBox="1"/>
              <p:nvPr/>
            </p:nvSpPr>
            <p:spPr>
              <a:xfrm>
                <a:off x="667045" y="1708643"/>
                <a:ext cx="42846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1c</a:t>
                </a:r>
              </a:p>
            </p:txBody>
          </p:sp>
        </p:grpSp>
      </p:grpSp>
      <p:grpSp>
        <p:nvGrpSpPr>
          <p:cNvPr id="102" name="Group 101"/>
          <p:cNvGrpSpPr/>
          <p:nvPr/>
        </p:nvGrpSpPr>
        <p:grpSpPr>
          <a:xfrm>
            <a:off x="688008" y="3148546"/>
            <a:ext cx="565150" cy="369332"/>
            <a:chOff x="1736090" y="2873352"/>
            <a:chExt cx="565150" cy="369332"/>
          </a:xfrm>
        </p:grpSpPr>
        <p:grpSp>
          <p:nvGrpSpPr>
            <p:cNvPr id="103" name="Group 327"/>
            <p:cNvGrpSpPr/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107" name="Oval 106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08" name="Rectangle 107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09" name="Oval 108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0" name="Freeform 109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-1" fmla="*/ 1486231 w 2944854"/>
                  <a:gd name="connsiteY0-2" fmla="*/ 727041 h 1316375"/>
                  <a:gd name="connsiteX1-3" fmla="*/ 257675 w 2944854"/>
                  <a:gd name="connsiteY1-4" fmla="*/ 1302232 h 1316375"/>
                  <a:gd name="connsiteX2-5" fmla="*/ 0 w 2944854"/>
                  <a:gd name="connsiteY2-6" fmla="*/ 1228607 h 1316375"/>
                  <a:gd name="connsiteX3-7" fmla="*/ 911064 w 2944854"/>
                  <a:gd name="connsiteY3-8" fmla="*/ 837478 h 1316375"/>
                  <a:gd name="connsiteX4-9" fmla="*/ 883456 w 2944854"/>
                  <a:gd name="connsiteY4-10" fmla="*/ 450949 h 1316375"/>
                  <a:gd name="connsiteX5-11" fmla="*/ 161047 w 2944854"/>
                  <a:gd name="connsiteY5-12" fmla="*/ 119640 h 1316375"/>
                  <a:gd name="connsiteX6-13" fmla="*/ 404917 w 2944854"/>
                  <a:gd name="connsiteY6-14" fmla="*/ 50617 h 1316375"/>
                  <a:gd name="connsiteX7-15" fmla="*/ 1477028 w 2944854"/>
                  <a:gd name="connsiteY7-16" fmla="*/ 501566 h 1316375"/>
                  <a:gd name="connsiteX8-17" fmla="*/ 2572146 w 2944854"/>
                  <a:gd name="connsiteY8-18" fmla="*/ 0 h 1316375"/>
                  <a:gd name="connsiteX9-19" fmla="*/ 2875834 w 2944854"/>
                  <a:gd name="connsiteY9-20" fmla="*/ 96632 h 1316375"/>
                  <a:gd name="connsiteX10-21" fmla="*/ 2079803 w 2944854"/>
                  <a:gd name="connsiteY10-22" fmla="*/ 432543 h 1316375"/>
                  <a:gd name="connsiteX11-23" fmla="*/ 2240850 w 2944854"/>
                  <a:gd name="connsiteY11-24" fmla="*/ 920305 h 1316375"/>
                  <a:gd name="connsiteX12-25" fmla="*/ 2944854 w 2944854"/>
                  <a:gd name="connsiteY12-26" fmla="*/ 1228607 h 1316375"/>
                  <a:gd name="connsiteX13-27" fmla="*/ 2756623 w 2944854"/>
                  <a:gd name="connsiteY13-28" fmla="*/ 1316375 h 1316375"/>
                  <a:gd name="connsiteX14-29" fmla="*/ 1486231 w 2944854"/>
                  <a:gd name="connsiteY14-30" fmla="*/ 727041 h 1316375"/>
                  <a:gd name="connsiteX0-31" fmla="*/ 1486231 w 3024520"/>
                  <a:gd name="connsiteY0-32" fmla="*/ 727041 h 1316375"/>
                  <a:gd name="connsiteX1-33" fmla="*/ 257675 w 3024520"/>
                  <a:gd name="connsiteY1-34" fmla="*/ 1302232 h 1316375"/>
                  <a:gd name="connsiteX2-35" fmla="*/ 0 w 3024520"/>
                  <a:gd name="connsiteY2-36" fmla="*/ 1228607 h 1316375"/>
                  <a:gd name="connsiteX3-37" fmla="*/ 911064 w 3024520"/>
                  <a:gd name="connsiteY3-38" fmla="*/ 837478 h 1316375"/>
                  <a:gd name="connsiteX4-39" fmla="*/ 883456 w 3024520"/>
                  <a:gd name="connsiteY4-40" fmla="*/ 450949 h 1316375"/>
                  <a:gd name="connsiteX5-41" fmla="*/ 161047 w 3024520"/>
                  <a:gd name="connsiteY5-42" fmla="*/ 119640 h 1316375"/>
                  <a:gd name="connsiteX6-43" fmla="*/ 404917 w 3024520"/>
                  <a:gd name="connsiteY6-44" fmla="*/ 50617 h 1316375"/>
                  <a:gd name="connsiteX7-45" fmla="*/ 1477028 w 3024520"/>
                  <a:gd name="connsiteY7-46" fmla="*/ 501566 h 1316375"/>
                  <a:gd name="connsiteX8-47" fmla="*/ 2572146 w 3024520"/>
                  <a:gd name="connsiteY8-48" fmla="*/ 0 h 1316375"/>
                  <a:gd name="connsiteX9-49" fmla="*/ 2875834 w 3024520"/>
                  <a:gd name="connsiteY9-50" fmla="*/ 96632 h 1316375"/>
                  <a:gd name="connsiteX10-51" fmla="*/ 2079803 w 3024520"/>
                  <a:gd name="connsiteY10-52" fmla="*/ 432543 h 1316375"/>
                  <a:gd name="connsiteX11-53" fmla="*/ 2240850 w 3024520"/>
                  <a:gd name="connsiteY11-54" fmla="*/ 920305 h 1316375"/>
                  <a:gd name="connsiteX12-55" fmla="*/ 3024520 w 3024520"/>
                  <a:gd name="connsiteY12-56" fmla="*/ 1228607 h 1316375"/>
                  <a:gd name="connsiteX13-57" fmla="*/ 2756623 w 3024520"/>
                  <a:gd name="connsiteY13-58" fmla="*/ 1316375 h 1316375"/>
                  <a:gd name="connsiteX14-59" fmla="*/ 1486231 w 3024520"/>
                  <a:gd name="connsiteY14-60" fmla="*/ 727041 h 1316375"/>
                  <a:gd name="connsiteX0-61" fmla="*/ 1537780 w 3076069"/>
                  <a:gd name="connsiteY0-62" fmla="*/ 727041 h 1316375"/>
                  <a:gd name="connsiteX1-63" fmla="*/ 309224 w 3076069"/>
                  <a:gd name="connsiteY1-64" fmla="*/ 1302232 h 1316375"/>
                  <a:gd name="connsiteX2-65" fmla="*/ 0 w 3076069"/>
                  <a:gd name="connsiteY2-66" fmla="*/ 1228607 h 1316375"/>
                  <a:gd name="connsiteX3-67" fmla="*/ 962613 w 3076069"/>
                  <a:gd name="connsiteY3-68" fmla="*/ 837478 h 1316375"/>
                  <a:gd name="connsiteX4-69" fmla="*/ 935005 w 3076069"/>
                  <a:gd name="connsiteY4-70" fmla="*/ 450949 h 1316375"/>
                  <a:gd name="connsiteX5-71" fmla="*/ 212596 w 3076069"/>
                  <a:gd name="connsiteY5-72" fmla="*/ 119640 h 1316375"/>
                  <a:gd name="connsiteX6-73" fmla="*/ 456466 w 3076069"/>
                  <a:gd name="connsiteY6-74" fmla="*/ 50617 h 1316375"/>
                  <a:gd name="connsiteX7-75" fmla="*/ 1528577 w 3076069"/>
                  <a:gd name="connsiteY7-76" fmla="*/ 501566 h 1316375"/>
                  <a:gd name="connsiteX8-77" fmla="*/ 2623695 w 3076069"/>
                  <a:gd name="connsiteY8-78" fmla="*/ 0 h 1316375"/>
                  <a:gd name="connsiteX9-79" fmla="*/ 2927383 w 3076069"/>
                  <a:gd name="connsiteY9-80" fmla="*/ 96632 h 1316375"/>
                  <a:gd name="connsiteX10-81" fmla="*/ 2131352 w 3076069"/>
                  <a:gd name="connsiteY10-82" fmla="*/ 432543 h 1316375"/>
                  <a:gd name="connsiteX11-83" fmla="*/ 2292399 w 3076069"/>
                  <a:gd name="connsiteY11-84" fmla="*/ 920305 h 1316375"/>
                  <a:gd name="connsiteX12-85" fmla="*/ 3076069 w 3076069"/>
                  <a:gd name="connsiteY12-86" fmla="*/ 1228607 h 1316375"/>
                  <a:gd name="connsiteX13-87" fmla="*/ 2808172 w 3076069"/>
                  <a:gd name="connsiteY13-88" fmla="*/ 1316375 h 1316375"/>
                  <a:gd name="connsiteX14-89" fmla="*/ 1537780 w 3076069"/>
                  <a:gd name="connsiteY14-90" fmla="*/ 727041 h 1316375"/>
                  <a:gd name="connsiteX0-91" fmla="*/ 1537780 w 3076069"/>
                  <a:gd name="connsiteY0-92" fmla="*/ 727041 h 1321259"/>
                  <a:gd name="connsiteX1-93" fmla="*/ 313981 w 3076069"/>
                  <a:gd name="connsiteY1-94" fmla="*/ 1321259 h 1321259"/>
                  <a:gd name="connsiteX2-95" fmla="*/ 0 w 3076069"/>
                  <a:gd name="connsiteY2-96" fmla="*/ 1228607 h 1321259"/>
                  <a:gd name="connsiteX3-97" fmla="*/ 962613 w 3076069"/>
                  <a:gd name="connsiteY3-98" fmla="*/ 837478 h 1321259"/>
                  <a:gd name="connsiteX4-99" fmla="*/ 935005 w 3076069"/>
                  <a:gd name="connsiteY4-100" fmla="*/ 450949 h 1321259"/>
                  <a:gd name="connsiteX5-101" fmla="*/ 212596 w 3076069"/>
                  <a:gd name="connsiteY5-102" fmla="*/ 119640 h 1321259"/>
                  <a:gd name="connsiteX6-103" fmla="*/ 456466 w 3076069"/>
                  <a:gd name="connsiteY6-104" fmla="*/ 50617 h 1321259"/>
                  <a:gd name="connsiteX7-105" fmla="*/ 1528577 w 3076069"/>
                  <a:gd name="connsiteY7-106" fmla="*/ 501566 h 1321259"/>
                  <a:gd name="connsiteX8-107" fmla="*/ 2623695 w 3076069"/>
                  <a:gd name="connsiteY8-108" fmla="*/ 0 h 1321259"/>
                  <a:gd name="connsiteX9-109" fmla="*/ 2927383 w 3076069"/>
                  <a:gd name="connsiteY9-110" fmla="*/ 96632 h 1321259"/>
                  <a:gd name="connsiteX10-111" fmla="*/ 2131352 w 3076069"/>
                  <a:gd name="connsiteY10-112" fmla="*/ 432543 h 1321259"/>
                  <a:gd name="connsiteX11-113" fmla="*/ 2292399 w 3076069"/>
                  <a:gd name="connsiteY11-114" fmla="*/ 920305 h 1321259"/>
                  <a:gd name="connsiteX12-115" fmla="*/ 3076069 w 3076069"/>
                  <a:gd name="connsiteY12-116" fmla="*/ 1228607 h 1321259"/>
                  <a:gd name="connsiteX13-117" fmla="*/ 2808172 w 3076069"/>
                  <a:gd name="connsiteY13-118" fmla="*/ 1316375 h 1321259"/>
                  <a:gd name="connsiteX14-119" fmla="*/ 1537780 w 3076069"/>
                  <a:gd name="connsiteY14-120" fmla="*/ 727041 h 1321259"/>
                  <a:gd name="connsiteX0-121" fmla="*/ 1537780 w 3076069"/>
                  <a:gd name="connsiteY0-122" fmla="*/ 750825 h 1321259"/>
                  <a:gd name="connsiteX1-123" fmla="*/ 313981 w 3076069"/>
                  <a:gd name="connsiteY1-124" fmla="*/ 1321259 h 1321259"/>
                  <a:gd name="connsiteX2-125" fmla="*/ 0 w 3076069"/>
                  <a:gd name="connsiteY2-126" fmla="*/ 1228607 h 1321259"/>
                  <a:gd name="connsiteX3-127" fmla="*/ 962613 w 3076069"/>
                  <a:gd name="connsiteY3-128" fmla="*/ 837478 h 1321259"/>
                  <a:gd name="connsiteX4-129" fmla="*/ 935005 w 3076069"/>
                  <a:gd name="connsiteY4-130" fmla="*/ 450949 h 1321259"/>
                  <a:gd name="connsiteX5-131" fmla="*/ 212596 w 3076069"/>
                  <a:gd name="connsiteY5-132" fmla="*/ 119640 h 1321259"/>
                  <a:gd name="connsiteX6-133" fmla="*/ 456466 w 3076069"/>
                  <a:gd name="connsiteY6-134" fmla="*/ 50617 h 1321259"/>
                  <a:gd name="connsiteX7-135" fmla="*/ 1528577 w 3076069"/>
                  <a:gd name="connsiteY7-136" fmla="*/ 501566 h 1321259"/>
                  <a:gd name="connsiteX8-137" fmla="*/ 2623695 w 3076069"/>
                  <a:gd name="connsiteY8-138" fmla="*/ 0 h 1321259"/>
                  <a:gd name="connsiteX9-139" fmla="*/ 2927383 w 3076069"/>
                  <a:gd name="connsiteY9-140" fmla="*/ 96632 h 1321259"/>
                  <a:gd name="connsiteX10-141" fmla="*/ 2131352 w 3076069"/>
                  <a:gd name="connsiteY10-142" fmla="*/ 432543 h 1321259"/>
                  <a:gd name="connsiteX11-143" fmla="*/ 2292399 w 3076069"/>
                  <a:gd name="connsiteY11-144" fmla="*/ 920305 h 1321259"/>
                  <a:gd name="connsiteX12-145" fmla="*/ 3076069 w 3076069"/>
                  <a:gd name="connsiteY12-146" fmla="*/ 1228607 h 1321259"/>
                  <a:gd name="connsiteX13-147" fmla="*/ 2808172 w 3076069"/>
                  <a:gd name="connsiteY13-148" fmla="*/ 1316375 h 1321259"/>
                  <a:gd name="connsiteX14-149" fmla="*/ 1537780 w 3076069"/>
                  <a:gd name="connsiteY14-150" fmla="*/ 750825 h 132125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1" name="Freeform 110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-1" fmla="*/ 0 w 3640627"/>
                  <a:gd name="connsiteY0-2" fmla="*/ 242051 h 923747"/>
                  <a:gd name="connsiteX1-3" fmla="*/ 655168 w 3640627"/>
                  <a:gd name="connsiteY1-4" fmla="*/ 16495 h 923747"/>
                  <a:gd name="connsiteX2-5" fmla="*/ 1809765 w 3640627"/>
                  <a:gd name="connsiteY2-6" fmla="*/ 511360 h 923747"/>
                  <a:gd name="connsiteX3-7" fmla="*/ 2964363 w 3640627"/>
                  <a:gd name="connsiteY3-8" fmla="*/ 0 h 923747"/>
                  <a:gd name="connsiteX4-9" fmla="*/ 3640627 w 3640627"/>
                  <a:gd name="connsiteY4-10" fmla="*/ 197946 h 923747"/>
                  <a:gd name="connsiteX5-11" fmla="*/ 3195282 w 3640627"/>
                  <a:gd name="connsiteY5-12" fmla="*/ 461874 h 923747"/>
                  <a:gd name="connsiteX6-13" fmla="*/ 2980857 w 3640627"/>
                  <a:gd name="connsiteY6-14" fmla="*/ 379396 h 923747"/>
                  <a:gd name="connsiteX7-15" fmla="*/ 1826259 w 3640627"/>
                  <a:gd name="connsiteY7-16" fmla="*/ 923747 h 923747"/>
                  <a:gd name="connsiteX8-17" fmla="*/ 671662 w 3640627"/>
                  <a:gd name="connsiteY8-18" fmla="*/ 412387 h 923747"/>
                  <a:gd name="connsiteX9-19" fmla="*/ 523214 w 3640627"/>
                  <a:gd name="connsiteY9-20" fmla="*/ 478369 h 923747"/>
                  <a:gd name="connsiteX10-21" fmla="*/ 0 w 3640627"/>
                  <a:gd name="connsiteY10-22" fmla="*/ 242051 h 923747"/>
                  <a:gd name="connsiteX0-23" fmla="*/ 0 w 3640627"/>
                  <a:gd name="connsiteY0-24" fmla="*/ 242051 h 923747"/>
                  <a:gd name="connsiteX1-25" fmla="*/ 655168 w 3640627"/>
                  <a:gd name="connsiteY1-26" fmla="*/ 16495 h 923747"/>
                  <a:gd name="connsiteX2-27" fmla="*/ 1809765 w 3640627"/>
                  <a:gd name="connsiteY2-28" fmla="*/ 511360 h 923747"/>
                  <a:gd name="connsiteX3-29" fmla="*/ 2964363 w 3640627"/>
                  <a:gd name="connsiteY3-30" fmla="*/ 0 h 923747"/>
                  <a:gd name="connsiteX4-31" fmla="*/ 3640627 w 3640627"/>
                  <a:gd name="connsiteY4-32" fmla="*/ 197946 h 923747"/>
                  <a:gd name="connsiteX5-33" fmla="*/ 3195282 w 3640627"/>
                  <a:gd name="connsiteY5-34" fmla="*/ 461874 h 923747"/>
                  <a:gd name="connsiteX6-35" fmla="*/ 2980857 w 3640627"/>
                  <a:gd name="connsiteY6-36" fmla="*/ 379396 h 923747"/>
                  <a:gd name="connsiteX7-37" fmla="*/ 1826259 w 3640627"/>
                  <a:gd name="connsiteY7-38" fmla="*/ 923747 h 923747"/>
                  <a:gd name="connsiteX8-39" fmla="*/ 671662 w 3640627"/>
                  <a:gd name="connsiteY8-40" fmla="*/ 412387 h 923747"/>
                  <a:gd name="connsiteX9-41" fmla="*/ 523214 w 3640627"/>
                  <a:gd name="connsiteY9-42" fmla="*/ 482971 h 923747"/>
                  <a:gd name="connsiteX10-43" fmla="*/ 0 w 3640627"/>
                  <a:gd name="connsiteY10-44" fmla="*/ 242051 h 923747"/>
                  <a:gd name="connsiteX0-45" fmla="*/ 0 w 3640627"/>
                  <a:gd name="connsiteY0-46" fmla="*/ 242051 h 923747"/>
                  <a:gd name="connsiteX1-47" fmla="*/ 655168 w 3640627"/>
                  <a:gd name="connsiteY1-48" fmla="*/ 16495 h 923747"/>
                  <a:gd name="connsiteX2-49" fmla="*/ 1809765 w 3640627"/>
                  <a:gd name="connsiteY2-50" fmla="*/ 511360 h 923747"/>
                  <a:gd name="connsiteX3-51" fmla="*/ 2964363 w 3640627"/>
                  <a:gd name="connsiteY3-52" fmla="*/ 0 h 923747"/>
                  <a:gd name="connsiteX4-53" fmla="*/ 3640627 w 3640627"/>
                  <a:gd name="connsiteY4-54" fmla="*/ 197946 h 923747"/>
                  <a:gd name="connsiteX5-55" fmla="*/ 3195282 w 3640627"/>
                  <a:gd name="connsiteY5-56" fmla="*/ 461874 h 923747"/>
                  <a:gd name="connsiteX6-57" fmla="*/ 2980857 w 3640627"/>
                  <a:gd name="connsiteY6-58" fmla="*/ 379396 h 923747"/>
                  <a:gd name="connsiteX7-59" fmla="*/ 1826259 w 3640627"/>
                  <a:gd name="connsiteY7-60" fmla="*/ 923747 h 923747"/>
                  <a:gd name="connsiteX8-61" fmla="*/ 690067 w 3640627"/>
                  <a:gd name="connsiteY8-62" fmla="*/ 412387 h 923747"/>
                  <a:gd name="connsiteX9-63" fmla="*/ 523214 w 3640627"/>
                  <a:gd name="connsiteY9-64" fmla="*/ 482971 h 923747"/>
                  <a:gd name="connsiteX10-65" fmla="*/ 0 w 3640627"/>
                  <a:gd name="connsiteY10-66" fmla="*/ 242051 h 923747"/>
                  <a:gd name="connsiteX0-67" fmla="*/ 0 w 3640627"/>
                  <a:gd name="connsiteY0-68" fmla="*/ 242051 h 946755"/>
                  <a:gd name="connsiteX1-69" fmla="*/ 655168 w 3640627"/>
                  <a:gd name="connsiteY1-70" fmla="*/ 16495 h 946755"/>
                  <a:gd name="connsiteX2-71" fmla="*/ 1809765 w 3640627"/>
                  <a:gd name="connsiteY2-72" fmla="*/ 511360 h 946755"/>
                  <a:gd name="connsiteX3-73" fmla="*/ 2964363 w 3640627"/>
                  <a:gd name="connsiteY3-74" fmla="*/ 0 h 946755"/>
                  <a:gd name="connsiteX4-75" fmla="*/ 3640627 w 3640627"/>
                  <a:gd name="connsiteY4-76" fmla="*/ 197946 h 946755"/>
                  <a:gd name="connsiteX5-77" fmla="*/ 3195282 w 3640627"/>
                  <a:gd name="connsiteY5-78" fmla="*/ 461874 h 946755"/>
                  <a:gd name="connsiteX6-79" fmla="*/ 2980857 w 3640627"/>
                  <a:gd name="connsiteY6-80" fmla="*/ 379396 h 946755"/>
                  <a:gd name="connsiteX7-81" fmla="*/ 1876873 w 3640627"/>
                  <a:gd name="connsiteY7-82" fmla="*/ 946755 h 946755"/>
                  <a:gd name="connsiteX8-83" fmla="*/ 690067 w 3640627"/>
                  <a:gd name="connsiteY8-84" fmla="*/ 412387 h 946755"/>
                  <a:gd name="connsiteX9-85" fmla="*/ 523214 w 3640627"/>
                  <a:gd name="connsiteY9-86" fmla="*/ 482971 h 946755"/>
                  <a:gd name="connsiteX10-87" fmla="*/ 0 w 3640627"/>
                  <a:gd name="connsiteY10-88" fmla="*/ 242051 h 946755"/>
                  <a:gd name="connsiteX0-89" fmla="*/ 0 w 3640627"/>
                  <a:gd name="connsiteY0-90" fmla="*/ 242051 h 946755"/>
                  <a:gd name="connsiteX1-91" fmla="*/ 655168 w 3640627"/>
                  <a:gd name="connsiteY1-92" fmla="*/ 16495 h 946755"/>
                  <a:gd name="connsiteX2-93" fmla="*/ 1855778 w 3640627"/>
                  <a:gd name="connsiteY2-94" fmla="*/ 534367 h 946755"/>
                  <a:gd name="connsiteX3-95" fmla="*/ 2964363 w 3640627"/>
                  <a:gd name="connsiteY3-96" fmla="*/ 0 h 946755"/>
                  <a:gd name="connsiteX4-97" fmla="*/ 3640627 w 3640627"/>
                  <a:gd name="connsiteY4-98" fmla="*/ 197946 h 946755"/>
                  <a:gd name="connsiteX5-99" fmla="*/ 3195282 w 3640627"/>
                  <a:gd name="connsiteY5-100" fmla="*/ 461874 h 946755"/>
                  <a:gd name="connsiteX6-101" fmla="*/ 2980857 w 3640627"/>
                  <a:gd name="connsiteY6-102" fmla="*/ 379396 h 946755"/>
                  <a:gd name="connsiteX7-103" fmla="*/ 1876873 w 3640627"/>
                  <a:gd name="connsiteY7-104" fmla="*/ 946755 h 946755"/>
                  <a:gd name="connsiteX8-105" fmla="*/ 690067 w 3640627"/>
                  <a:gd name="connsiteY8-106" fmla="*/ 412387 h 946755"/>
                  <a:gd name="connsiteX9-107" fmla="*/ 523214 w 3640627"/>
                  <a:gd name="connsiteY9-108" fmla="*/ 482971 h 946755"/>
                  <a:gd name="connsiteX10-109" fmla="*/ 0 w 3640627"/>
                  <a:gd name="connsiteY10-110" fmla="*/ 242051 h 946755"/>
                  <a:gd name="connsiteX0-111" fmla="*/ 0 w 3640627"/>
                  <a:gd name="connsiteY0-112" fmla="*/ 242051 h 946755"/>
                  <a:gd name="connsiteX1-113" fmla="*/ 655168 w 3640627"/>
                  <a:gd name="connsiteY1-114" fmla="*/ 16495 h 946755"/>
                  <a:gd name="connsiteX2-115" fmla="*/ 1855778 w 3640627"/>
                  <a:gd name="connsiteY2-116" fmla="*/ 534367 h 946755"/>
                  <a:gd name="connsiteX3-117" fmla="*/ 2964363 w 3640627"/>
                  <a:gd name="connsiteY3-118" fmla="*/ 0 h 946755"/>
                  <a:gd name="connsiteX4-119" fmla="*/ 3640627 w 3640627"/>
                  <a:gd name="connsiteY4-120" fmla="*/ 197946 h 946755"/>
                  <a:gd name="connsiteX5-121" fmla="*/ 3195282 w 3640627"/>
                  <a:gd name="connsiteY5-122" fmla="*/ 461874 h 946755"/>
                  <a:gd name="connsiteX6-123" fmla="*/ 3008465 w 3640627"/>
                  <a:gd name="connsiteY6-124" fmla="*/ 402404 h 946755"/>
                  <a:gd name="connsiteX7-125" fmla="*/ 1876873 w 3640627"/>
                  <a:gd name="connsiteY7-126" fmla="*/ 946755 h 946755"/>
                  <a:gd name="connsiteX8-127" fmla="*/ 690067 w 3640627"/>
                  <a:gd name="connsiteY8-128" fmla="*/ 412387 h 946755"/>
                  <a:gd name="connsiteX9-129" fmla="*/ 523214 w 3640627"/>
                  <a:gd name="connsiteY9-130" fmla="*/ 482971 h 946755"/>
                  <a:gd name="connsiteX10-131" fmla="*/ 0 w 3640627"/>
                  <a:gd name="connsiteY10-132" fmla="*/ 242051 h 946755"/>
                  <a:gd name="connsiteX0-133" fmla="*/ 0 w 3723451"/>
                  <a:gd name="connsiteY0-134" fmla="*/ 242051 h 946755"/>
                  <a:gd name="connsiteX1-135" fmla="*/ 655168 w 3723451"/>
                  <a:gd name="connsiteY1-136" fmla="*/ 16495 h 946755"/>
                  <a:gd name="connsiteX2-137" fmla="*/ 1855778 w 3723451"/>
                  <a:gd name="connsiteY2-138" fmla="*/ 534367 h 946755"/>
                  <a:gd name="connsiteX3-139" fmla="*/ 2964363 w 3723451"/>
                  <a:gd name="connsiteY3-140" fmla="*/ 0 h 946755"/>
                  <a:gd name="connsiteX4-141" fmla="*/ 3723451 w 3723451"/>
                  <a:gd name="connsiteY4-142" fmla="*/ 220954 h 946755"/>
                  <a:gd name="connsiteX5-143" fmla="*/ 3195282 w 3723451"/>
                  <a:gd name="connsiteY5-144" fmla="*/ 461874 h 946755"/>
                  <a:gd name="connsiteX6-145" fmla="*/ 3008465 w 3723451"/>
                  <a:gd name="connsiteY6-146" fmla="*/ 402404 h 946755"/>
                  <a:gd name="connsiteX7-147" fmla="*/ 1876873 w 3723451"/>
                  <a:gd name="connsiteY7-148" fmla="*/ 946755 h 946755"/>
                  <a:gd name="connsiteX8-149" fmla="*/ 690067 w 3723451"/>
                  <a:gd name="connsiteY8-150" fmla="*/ 412387 h 946755"/>
                  <a:gd name="connsiteX9-151" fmla="*/ 523214 w 3723451"/>
                  <a:gd name="connsiteY9-152" fmla="*/ 482971 h 946755"/>
                  <a:gd name="connsiteX10-153" fmla="*/ 0 w 3723451"/>
                  <a:gd name="connsiteY10-154" fmla="*/ 242051 h 946755"/>
                  <a:gd name="connsiteX0-155" fmla="*/ 0 w 3723451"/>
                  <a:gd name="connsiteY0-156" fmla="*/ 228246 h 932950"/>
                  <a:gd name="connsiteX1-157" fmla="*/ 655168 w 3723451"/>
                  <a:gd name="connsiteY1-158" fmla="*/ 2690 h 932950"/>
                  <a:gd name="connsiteX2-159" fmla="*/ 1855778 w 3723451"/>
                  <a:gd name="connsiteY2-160" fmla="*/ 520562 h 932950"/>
                  <a:gd name="connsiteX3-161" fmla="*/ 3001174 w 3723451"/>
                  <a:gd name="connsiteY3-162" fmla="*/ 0 h 932950"/>
                  <a:gd name="connsiteX4-163" fmla="*/ 3723451 w 3723451"/>
                  <a:gd name="connsiteY4-164" fmla="*/ 207149 h 932950"/>
                  <a:gd name="connsiteX5-165" fmla="*/ 3195282 w 3723451"/>
                  <a:gd name="connsiteY5-166" fmla="*/ 448069 h 932950"/>
                  <a:gd name="connsiteX6-167" fmla="*/ 3008465 w 3723451"/>
                  <a:gd name="connsiteY6-168" fmla="*/ 388599 h 932950"/>
                  <a:gd name="connsiteX7-169" fmla="*/ 1876873 w 3723451"/>
                  <a:gd name="connsiteY7-170" fmla="*/ 932950 h 932950"/>
                  <a:gd name="connsiteX8-171" fmla="*/ 690067 w 3723451"/>
                  <a:gd name="connsiteY8-172" fmla="*/ 398582 h 932950"/>
                  <a:gd name="connsiteX9-173" fmla="*/ 523214 w 3723451"/>
                  <a:gd name="connsiteY9-174" fmla="*/ 469166 h 932950"/>
                  <a:gd name="connsiteX10-175" fmla="*/ 0 w 3723451"/>
                  <a:gd name="connsiteY10-176" fmla="*/ 228246 h 932950"/>
                  <a:gd name="connsiteX0-177" fmla="*/ 0 w 3723451"/>
                  <a:gd name="connsiteY0-178" fmla="*/ 228246 h 932950"/>
                  <a:gd name="connsiteX1-179" fmla="*/ 655168 w 3723451"/>
                  <a:gd name="connsiteY1-180" fmla="*/ 2690 h 932950"/>
                  <a:gd name="connsiteX2-181" fmla="*/ 1855778 w 3723451"/>
                  <a:gd name="connsiteY2-182" fmla="*/ 520562 h 932950"/>
                  <a:gd name="connsiteX3-183" fmla="*/ 3001174 w 3723451"/>
                  <a:gd name="connsiteY3-184" fmla="*/ 0 h 932950"/>
                  <a:gd name="connsiteX4-185" fmla="*/ 3723451 w 3723451"/>
                  <a:gd name="connsiteY4-186" fmla="*/ 207149 h 932950"/>
                  <a:gd name="connsiteX5-187" fmla="*/ 3195282 w 3723451"/>
                  <a:gd name="connsiteY5-188" fmla="*/ 448069 h 932950"/>
                  <a:gd name="connsiteX6-189" fmla="*/ 3013067 w 3723451"/>
                  <a:gd name="connsiteY6-190" fmla="*/ 393200 h 932950"/>
                  <a:gd name="connsiteX7-191" fmla="*/ 1876873 w 3723451"/>
                  <a:gd name="connsiteY7-192" fmla="*/ 932950 h 932950"/>
                  <a:gd name="connsiteX8-193" fmla="*/ 690067 w 3723451"/>
                  <a:gd name="connsiteY8-194" fmla="*/ 398582 h 932950"/>
                  <a:gd name="connsiteX9-195" fmla="*/ 523214 w 3723451"/>
                  <a:gd name="connsiteY9-196" fmla="*/ 469166 h 932950"/>
                  <a:gd name="connsiteX10-197" fmla="*/ 0 w 3723451"/>
                  <a:gd name="connsiteY10-198" fmla="*/ 228246 h 932950"/>
                  <a:gd name="connsiteX0-199" fmla="*/ 0 w 3723451"/>
                  <a:gd name="connsiteY0-200" fmla="*/ 228246 h 932950"/>
                  <a:gd name="connsiteX1-201" fmla="*/ 655168 w 3723451"/>
                  <a:gd name="connsiteY1-202" fmla="*/ 2690 h 932950"/>
                  <a:gd name="connsiteX2-203" fmla="*/ 1855778 w 3723451"/>
                  <a:gd name="connsiteY2-204" fmla="*/ 520562 h 932950"/>
                  <a:gd name="connsiteX3-205" fmla="*/ 3001174 w 3723451"/>
                  <a:gd name="connsiteY3-206" fmla="*/ 0 h 932950"/>
                  <a:gd name="connsiteX4-207" fmla="*/ 3723451 w 3723451"/>
                  <a:gd name="connsiteY4-208" fmla="*/ 207149 h 932950"/>
                  <a:gd name="connsiteX5-209" fmla="*/ 3186079 w 3723451"/>
                  <a:gd name="connsiteY5-210" fmla="*/ 461874 h 932950"/>
                  <a:gd name="connsiteX6-211" fmla="*/ 3013067 w 3723451"/>
                  <a:gd name="connsiteY6-212" fmla="*/ 393200 h 932950"/>
                  <a:gd name="connsiteX7-213" fmla="*/ 1876873 w 3723451"/>
                  <a:gd name="connsiteY7-214" fmla="*/ 932950 h 932950"/>
                  <a:gd name="connsiteX8-215" fmla="*/ 690067 w 3723451"/>
                  <a:gd name="connsiteY8-216" fmla="*/ 398582 h 932950"/>
                  <a:gd name="connsiteX9-217" fmla="*/ 523214 w 3723451"/>
                  <a:gd name="connsiteY9-218" fmla="*/ 469166 h 932950"/>
                  <a:gd name="connsiteX10-219" fmla="*/ 0 w 3723451"/>
                  <a:gd name="connsiteY10-220" fmla="*/ 228246 h 932950"/>
                  <a:gd name="connsiteX0-221" fmla="*/ 0 w 3723451"/>
                  <a:gd name="connsiteY0-222" fmla="*/ 228246 h 932950"/>
                  <a:gd name="connsiteX1-223" fmla="*/ 655168 w 3723451"/>
                  <a:gd name="connsiteY1-224" fmla="*/ 2690 h 932950"/>
                  <a:gd name="connsiteX2-225" fmla="*/ 1855778 w 3723451"/>
                  <a:gd name="connsiteY2-226" fmla="*/ 520562 h 932950"/>
                  <a:gd name="connsiteX3-227" fmla="*/ 3001174 w 3723451"/>
                  <a:gd name="connsiteY3-228" fmla="*/ 0 h 932950"/>
                  <a:gd name="connsiteX4-229" fmla="*/ 3723451 w 3723451"/>
                  <a:gd name="connsiteY4-230" fmla="*/ 207149 h 932950"/>
                  <a:gd name="connsiteX5-231" fmla="*/ 3186079 w 3723451"/>
                  <a:gd name="connsiteY5-232" fmla="*/ 461874 h 932950"/>
                  <a:gd name="connsiteX6-233" fmla="*/ 3013067 w 3723451"/>
                  <a:gd name="connsiteY6-234" fmla="*/ 393200 h 932950"/>
                  <a:gd name="connsiteX7-235" fmla="*/ 1876873 w 3723451"/>
                  <a:gd name="connsiteY7-236" fmla="*/ 932950 h 932950"/>
                  <a:gd name="connsiteX8-237" fmla="*/ 711613 w 3723451"/>
                  <a:gd name="connsiteY8-238" fmla="*/ 413055 h 932950"/>
                  <a:gd name="connsiteX9-239" fmla="*/ 523214 w 3723451"/>
                  <a:gd name="connsiteY9-240" fmla="*/ 469166 h 932950"/>
                  <a:gd name="connsiteX10-241" fmla="*/ 0 w 3723451"/>
                  <a:gd name="connsiteY10-242" fmla="*/ 228246 h 93295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2" name="Freeform 111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-1" fmla="*/ 4602 w 1371198"/>
                  <a:gd name="connsiteY0-2" fmla="*/ 0 h 800665"/>
                  <a:gd name="connsiteX1-3" fmla="*/ 1371198 w 1371198"/>
                  <a:gd name="connsiteY1-4" fmla="*/ 625807 h 800665"/>
                  <a:gd name="connsiteX2-5" fmla="*/ 897260 w 1371198"/>
                  <a:gd name="connsiteY2-6" fmla="*/ 800665 h 800665"/>
                  <a:gd name="connsiteX3-7" fmla="*/ 0 w 1371198"/>
                  <a:gd name="connsiteY3-8" fmla="*/ 404934 h 800665"/>
                  <a:gd name="connsiteX4-9" fmla="*/ 4602 w 1371198"/>
                  <a:gd name="connsiteY4-10" fmla="*/ 0 h 800665"/>
                  <a:gd name="connsiteX0-11" fmla="*/ 0 w 1366596"/>
                  <a:gd name="connsiteY0-12" fmla="*/ 0 h 800665"/>
                  <a:gd name="connsiteX1-13" fmla="*/ 1366596 w 1366596"/>
                  <a:gd name="connsiteY1-14" fmla="*/ 625807 h 800665"/>
                  <a:gd name="connsiteX2-15" fmla="*/ 892658 w 1366596"/>
                  <a:gd name="connsiteY2-16" fmla="*/ 800665 h 800665"/>
                  <a:gd name="connsiteX3-17" fmla="*/ 4601 w 1366596"/>
                  <a:gd name="connsiteY3-18" fmla="*/ 427942 h 800665"/>
                  <a:gd name="connsiteX4-19" fmla="*/ 0 w 1366596"/>
                  <a:gd name="connsiteY4-20" fmla="*/ 0 h 800665"/>
                  <a:gd name="connsiteX0-21" fmla="*/ 0 w 1366596"/>
                  <a:gd name="connsiteY0-22" fmla="*/ 0 h 800665"/>
                  <a:gd name="connsiteX1-23" fmla="*/ 1366596 w 1366596"/>
                  <a:gd name="connsiteY1-24" fmla="*/ 625807 h 800665"/>
                  <a:gd name="connsiteX2-25" fmla="*/ 892658 w 1366596"/>
                  <a:gd name="connsiteY2-26" fmla="*/ 800665 h 800665"/>
                  <a:gd name="connsiteX3-27" fmla="*/ 4601 w 1366596"/>
                  <a:gd name="connsiteY3-28" fmla="*/ 427942 h 800665"/>
                  <a:gd name="connsiteX4-29" fmla="*/ 0 w 1366596"/>
                  <a:gd name="connsiteY4-30" fmla="*/ 0 h 800665"/>
                  <a:gd name="connsiteX0-31" fmla="*/ 0 w 1366596"/>
                  <a:gd name="connsiteY0-32" fmla="*/ 0 h 800665"/>
                  <a:gd name="connsiteX1-33" fmla="*/ 1366596 w 1366596"/>
                  <a:gd name="connsiteY1-34" fmla="*/ 625807 h 800665"/>
                  <a:gd name="connsiteX2-35" fmla="*/ 892658 w 1366596"/>
                  <a:gd name="connsiteY2-36" fmla="*/ 800665 h 800665"/>
                  <a:gd name="connsiteX3-37" fmla="*/ 4601 w 1366596"/>
                  <a:gd name="connsiteY3-38" fmla="*/ 427942 h 800665"/>
                  <a:gd name="connsiteX4-39" fmla="*/ 0 w 1366596"/>
                  <a:gd name="connsiteY4-40" fmla="*/ 0 h 800665"/>
                  <a:gd name="connsiteX0-41" fmla="*/ 0 w 1366596"/>
                  <a:gd name="connsiteY0-42" fmla="*/ 0 h 809868"/>
                  <a:gd name="connsiteX1-43" fmla="*/ 1366596 w 1366596"/>
                  <a:gd name="connsiteY1-44" fmla="*/ 625807 h 809868"/>
                  <a:gd name="connsiteX2-45" fmla="*/ 865050 w 1366596"/>
                  <a:gd name="connsiteY2-46" fmla="*/ 809868 h 809868"/>
                  <a:gd name="connsiteX3-47" fmla="*/ 4601 w 1366596"/>
                  <a:gd name="connsiteY3-48" fmla="*/ 427942 h 809868"/>
                  <a:gd name="connsiteX4-49" fmla="*/ 0 w 1366596"/>
                  <a:gd name="connsiteY4-50" fmla="*/ 0 h 809868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3" name="Freeform 112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-1" fmla="*/ 1329786 w 1348191"/>
                  <a:gd name="connsiteY0-2" fmla="*/ 0 h 791462"/>
                  <a:gd name="connsiteX1-3" fmla="*/ 1348191 w 1348191"/>
                  <a:gd name="connsiteY1-4" fmla="*/ 381926 h 791462"/>
                  <a:gd name="connsiteX2-5" fmla="*/ 487742 w 1348191"/>
                  <a:gd name="connsiteY2-6" fmla="*/ 791462 h 791462"/>
                  <a:gd name="connsiteX3-7" fmla="*/ 0 w 1348191"/>
                  <a:gd name="connsiteY3-8" fmla="*/ 612002 h 791462"/>
                  <a:gd name="connsiteX4-9" fmla="*/ 1329786 w 1348191"/>
                  <a:gd name="connsiteY4-10" fmla="*/ 0 h 791462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4" name="Straight Connector 113"/>
              <p:cNvCxnSpPr>
                <a:endCxn id="109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Straight Connector 114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" name="Group 103"/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105" name="Oval 104"/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6" name="TextBox 105"/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1a</a:t>
                </a:r>
              </a:p>
            </p:txBody>
          </p:sp>
        </p:grpSp>
      </p:grpSp>
      <p:cxnSp>
        <p:nvCxnSpPr>
          <p:cNvPr id="117" name="Straight Connector 116"/>
          <p:cNvCxnSpPr>
            <a:stCxn id="66" idx="2"/>
            <a:endCxn id="78" idx="0"/>
          </p:cNvCxnSpPr>
          <p:nvPr/>
        </p:nvCxnSpPr>
        <p:spPr bwMode="auto">
          <a:xfrm>
            <a:off x="1845750" y="2912511"/>
            <a:ext cx="4230" cy="851985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cxnSp>
        <p:nvCxnSpPr>
          <p:cNvPr id="118" name="Straight Connector 117"/>
          <p:cNvCxnSpPr/>
          <p:nvPr/>
        </p:nvCxnSpPr>
        <p:spPr bwMode="auto">
          <a:xfrm>
            <a:off x="1262154" y="3318448"/>
            <a:ext cx="1204913" cy="6353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cxnSp>
        <p:nvCxnSpPr>
          <p:cNvPr id="121" name="Straight Connector 120"/>
          <p:cNvCxnSpPr>
            <a:stCxn id="27" idx="7"/>
          </p:cNvCxnSpPr>
          <p:nvPr/>
        </p:nvCxnSpPr>
        <p:spPr bwMode="auto">
          <a:xfrm>
            <a:off x="2073385" y="2824304"/>
            <a:ext cx="480042" cy="369773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cxnSp>
        <p:nvCxnSpPr>
          <p:cNvPr id="124" name="Straight Connector 123"/>
          <p:cNvCxnSpPr/>
          <p:nvPr/>
        </p:nvCxnSpPr>
        <p:spPr bwMode="auto">
          <a:xfrm>
            <a:off x="1154750" y="3456131"/>
            <a:ext cx="477927" cy="357071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cxnSp>
        <p:nvCxnSpPr>
          <p:cNvPr id="129" name="Straight Connector 128"/>
          <p:cNvCxnSpPr/>
          <p:nvPr/>
        </p:nvCxnSpPr>
        <p:spPr bwMode="auto">
          <a:xfrm flipH="1">
            <a:off x="2050719" y="3453369"/>
            <a:ext cx="508002" cy="34925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cxnSp>
        <p:nvCxnSpPr>
          <p:cNvPr id="133" name="Straight Connector 132"/>
          <p:cNvCxnSpPr/>
          <p:nvPr/>
        </p:nvCxnSpPr>
        <p:spPr bwMode="auto">
          <a:xfrm flipH="1">
            <a:off x="1142230" y="2836773"/>
            <a:ext cx="508002" cy="34925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grpSp>
        <p:nvGrpSpPr>
          <p:cNvPr id="137" name="Group 136"/>
          <p:cNvGrpSpPr/>
          <p:nvPr/>
        </p:nvGrpSpPr>
        <p:grpSpPr>
          <a:xfrm>
            <a:off x="3061448" y="1607760"/>
            <a:ext cx="2712783" cy="1853712"/>
            <a:chOff x="-2170772" y="2784954"/>
            <a:chExt cx="2712783" cy="1853712"/>
          </a:xfrm>
        </p:grpSpPr>
        <p:sp>
          <p:nvSpPr>
            <p:cNvPr id="138" name="Freeform 2"/>
            <p:cNvSpPr/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-1" fmla="*/ 4 w 8600"/>
                <a:gd name="connsiteY0-2" fmla="*/ 4042 h 10128"/>
                <a:gd name="connsiteX1-3" fmla="*/ 715 w 8600"/>
                <a:gd name="connsiteY1-4" fmla="*/ 1598 h 10128"/>
                <a:gd name="connsiteX2-5" fmla="*/ 3130 w 8600"/>
                <a:gd name="connsiteY2-6" fmla="*/ 1009 h 10128"/>
                <a:gd name="connsiteX3-7" fmla="*/ 4995 w 8600"/>
                <a:gd name="connsiteY3-8" fmla="*/ 3 h 10128"/>
                <a:gd name="connsiteX4-9" fmla="*/ 6720 w 8600"/>
                <a:gd name="connsiteY4-10" fmla="*/ 1012 h 10128"/>
                <a:gd name="connsiteX5-11" fmla="*/ 8599 w 8600"/>
                <a:gd name="connsiteY5-12" fmla="*/ 6800 h 10128"/>
                <a:gd name="connsiteX6-13" fmla="*/ 6995 w 8600"/>
                <a:gd name="connsiteY6-14" fmla="*/ 9325 h 10128"/>
                <a:gd name="connsiteX7-15" fmla="*/ 5307 w 8600"/>
                <a:gd name="connsiteY7-16" fmla="*/ 8846 h 10128"/>
                <a:gd name="connsiteX8-17" fmla="*/ 4371 w 8600"/>
                <a:gd name="connsiteY8-18" fmla="*/ 9915 h 10128"/>
                <a:gd name="connsiteX9-19" fmla="*/ 3140 w 8600"/>
                <a:gd name="connsiteY9-20" fmla="*/ 10022 h 10128"/>
                <a:gd name="connsiteX10-21" fmla="*/ 2179 w 8600"/>
                <a:gd name="connsiteY10-22" fmla="*/ 7898 h 10128"/>
                <a:gd name="connsiteX11-23" fmla="*/ 1187 w 8600"/>
                <a:gd name="connsiteY11-24" fmla="*/ 7498 h 10128"/>
                <a:gd name="connsiteX12-25" fmla="*/ 4 w 8600"/>
                <a:gd name="connsiteY12-26" fmla="*/ 4042 h 10128"/>
                <a:gd name="connsiteX0-27" fmla="*/ 4 w 9326"/>
                <a:gd name="connsiteY0-28" fmla="*/ 3988 h 9997"/>
                <a:gd name="connsiteX1-29" fmla="*/ 830 w 9326"/>
                <a:gd name="connsiteY1-30" fmla="*/ 1575 h 9997"/>
                <a:gd name="connsiteX2-31" fmla="*/ 3639 w 9326"/>
                <a:gd name="connsiteY2-32" fmla="*/ 993 h 9997"/>
                <a:gd name="connsiteX3-33" fmla="*/ 5807 w 9326"/>
                <a:gd name="connsiteY3-34" fmla="*/ 0 h 9997"/>
                <a:gd name="connsiteX4-35" fmla="*/ 7813 w 9326"/>
                <a:gd name="connsiteY4-36" fmla="*/ 996 h 9997"/>
                <a:gd name="connsiteX5-37" fmla="*/ 9324 w 9326"/>
                <a:gd name="connsiteY5-38" fmla="*/ 5746 h 9997"/>
                <a:gd name="connsiteX6-39" fmla="*/ 8133 w 9326"/>
                <a:gd name="connsiteY6-40" fmla="*/ 9204 h 9997"/>
                <a:gd name="connsiteX7-41" fmla="*/ 6170 w 9326"/>
                <a:gd name="connsiteY7-42" fmla="*/ 8731 h 9997"/>
                <a:gd name="connsiteX8-43" fmla="*/ 5082 w 9326"/>
                <a:gd name="connsiteY8-44" fmla="*/ 9787 h 9997"/>
                <a:gd name="connsiteX9-45" fmla="*/ 3650 w 9326"/>
                <a:gd name="connsiteY9-46" fmla="*/ 9892 h 9997"/>
                <a:gd name="connsiteX10-47" fmla="*/ 2533 w 9326"/>
                <a:gd name="connsiteY10-48" fmla="*/ 7795 h 9997"/>
                <a:gd name="connsiteX11-49" fmla="*/ 1379 w 9326"/>
                <a:gd name="connsiteY11-50" fmla="*/ 7400 h 9997"/>
                <a:gd name="connsiteX12-51" fmla="*/ 4 w 9326"/>
                <a:gd name="connsiteY12-52" fmla="*/ 3988 h 9997"/>
                <a:gd name="connsiteX0-53" fmla="*/ 4 w 10001"/>
                <a:gd name="connsiteY0-54" fmla="*/ 3989 h 10041"/>
                <a:gd name="connsiteX1-55" fmla="*/ 890 w 10001"/>
                <a:gd name="connsiteY1-56" fmla="*/ 1575 h 10041"/>
                <a:gd name="connsiteX2-57" fmla="*/ 3902 w 10001"/>
                <a:gd name="connsiteY2-58" fmla="*/ 993 h 10041"/>
                <a:gd name="connsiteX3-59" fmla="*/ 6227 w 10001"/>
                <a:gd name="connsiteY3-60" fmla="*/ 0 h 10041"/>
                <a:gd name="connsiteX4-61" fmla="*/ 8378 w 10001"/>
                <a:gd name="connsiteY4-62" fmla="*/ 996 h 10041"/>
                <a:gd name="connsiteX5-63" fmla="*/ 9998 w 10001"/>
                <a:gd name="connsiteY5-64" fmla="*/ 5748 h 10041"/>
                <a:gd name="connsiteX6-65" fmla="*/ 8721 w 10001"/>
                <a:gd name="connsiteY6-66" fmla="*/ 9207 h 10041"/>
                <a:gd name="connsiteX7-67" fmla="*/ 5449 w 10001"/>
                <a:gd name="connsiteY7-68" fmla="*/ 9790 h 10041"/>
                <a:gd name="connsiteX8-69" fmla="*/ 3914 w 10001"/>
                <a:gd name="connsiteY8-70" fmla="*/ 9895 h 10041"/>
                <a:gd name="connsiteX9-71" fmla="*/ 2716 w 10001"/>
                <a:gd name="connsiteY9-72" fmla="*/ 7797 h 10041"/>
                <a:gd name="connsiteX10-73" fmla="*/ 1479 w 10001"/>
                <a:gd name="connsiteY10-74" fmla="*/ 7402 h 10041"/>
                <a:gd name="connsiteX11-75" fmla="*/ 4 w 10001"/>
                <a:gd name="connsiteY11-76" fmla="*/ 3989 h 10041"/>
                <a:gd name="connsiteX0-77" fmla="*/ 4 w 10001"/>
                <a:gd name="connsiteY0-78" fmla="*/ 3989 h 14825"/>
                <a:gd name="connsiteX1-79" fmla="*/ 890 w 10001"/>
                <a:gd name="connsiteY1-80" fmla="*/ 1575 h 14825"/>
                <a:gd name="connsiteX2-81" fmla="*/ 3902 w 10001"/>
                <a:gd name="connsiteY2-82" fmla="*/ 993 h 14825"/>
                <a:gd name="connsiteX3-83" fmla="*/ 6227 w 10001"/>
                <a:gd name="connsiteY3-84" fmla="*/ 0 h 14825"/>
                <a:gd name="connsiteX4-85" fmla="*/ 8378 w 10001"/>
                <a:gd name="connsiteY4-86" fmla="*/ 996 h 14825"/>
                <a:gd name="connsiteX5-87" fmla="*/ 9998 w 10001"/>
                <a:gd name="connsiteY5-88" fmla="*/ 5748 h 14825"/>
                <a:gd name="connsiteX6-89" fmla="*/ 8721 w 10001"/>
                <a:gd name="connsiteY6-90" fmla="*/ 9207 h 14825"/>
                <a:gd name="connsiteX7-91" fmla="*/ 6011 w 10001"/>
                <a:gd name="connsiteY7-92" fmla="*/ 14823 h 14825"/>
                <a:gd name="connsiteX8-93" fmla="*/ 3914 w 10001"/>
                <a:gd name="connsiteY8-94" fmla="*/ 9895 h 14825"/>
                <a:gd name="connsiteX9-95" fmla="*/ 2716 w 10001"/>
                <a:gd name="connsiteY9-96" fmla="*/ 7797 h 14825"/>
                <a:gd name="connsiteX10-97" fmla="*/ 1479 w 10001"/>
                <a:gd name="connsiteY10-98" fmla="*/ 7402 h 14825"/>
                <a:gd name="connsiteX11-99" fmla="*/ 4 w 10001"/>
                <a:gd name="connsiteY11-100" fmla="*/ 3989 h 14825"/>
                <a:gd name="connsiteX0-101" fmla="*/ 4 w 10001"/>
                <a:gd name="connsiteY0-102" fmla="*/ 7436 h 18272"/>
                <a:gd name="connsiteX1-103" fmla="*/ 890 w 10001"/>
                <a:gd name="connsiteY1-104" fmla="*/ 5022 h 18272"/>
                <a:gd name="connsiteX2-105" fmla="*/ 3902 w 10001"/>
                <a:gd name="connsiteY2-106" fmla="*/ 4440 h 18272"/>
                <a:gd name="connsiteX3-107" fmla="*/ 6026 w 10001"/>
                <a:gd name="connsiteY3-108" fmla="*/ 0 h 18272"/>
                <a:gd name="connsiteX4-109" fmla="*/ 8378 w 10001"/>
                <a:gd name="connsiteY4-110" fmla="*/ 4443 h 18272"/>
                <a:gd name="connsiteX5-111" fmla="*/ 9998 w 10001"/>
                <a:gd name="connsiteY5-112" fmla="*/ 9195 h 18272"/>
                <a:gd name="connsiteX6-113" fmla="*/ 8721 w 10001"/>
                <a:gd name="connsiteY6-114" fmla="*/ 12654 h 18272"/>
                <a:gd name="connsiteX7-115" fmla="*/ 6011 w 10001"/>
                <a:gd name="connsiteY7-116" fmla="*/ 18270 h 18272"/>
                <a:gd name="connsiteX8-117" fmla="*/ 3914 w 10001"/>
                <a:gd name="connsiteY8-118" fmla="*/ 13342 h 18272"/>
                <a:gd name="connsiteX9-119" fmla="*/ 2716 w 10001"/>
                <a:gd name="connsiteY9-120" fmla="*/ 11244 h 18272"/>
                <a:gd name="connsiteX10-121" fmla="*/ 1479 w 10001"/>
                <a:gd name="connsiteY10-122" fmla="*/ 10849 h 18272"/>
                <a:gd name="connsiteX11-123" fmla="*/ 4 w 10001"/>
                <a:gd name="connsiteY11-124" fmla="*/ 7436 h 18272"/>
                <a:gd name="connsiteX0-125" fmla="*/ 1 w 9998"/>
                <a:gd name="connsiteY0-126" fmla="*/ 7436 h 18272"/>
                <a:gd name="connsiteX1-127" fmla="*/ 3899 w 9998"/>
                <a:gd name="connsiteY1-128" fmla="*/ 4440 h 18272"/>
                <a:gd name="connsiteX2-129" fmla="*/ 6023 w 9998"/>
                <a:gd name="connsiteY2-130" fmla="*/ 0 h 18272"/>
                <a:gd name="connsiteX3-131" fmla="*/ 8375 w 9998"/>
                <a:gd name="connsiteY3-132" fmla="*/ 4443 h 18272"/>
                <a:gd name="connsiteX4-133" fmla="*/ 9995 w 9998"/>
                <a:gd name="connsiteY4-134" fmla="*/ 9195 h 18272"/>
                <a:gd name="connsiteX5-135" fmla="*/ 8718 w 9998"/>
                <a:gd name="connsiteY5-136" fmla="*/ 12654 h 18272"/>
                <a:gd name="connsiteX6-137" fmla="*/ 6008 w 9998"/>
                <a:gd name="connsiteY6-138" fmla="*/ 18270 h 18272"/>
                <a:gd name="connsiteX7-139" fmla="*/ 3911 w 9998"/>
                <a:gd name="connsiteY7-140" fmla="*/ 13342 h 18272"/>
                <a:gd name="connsiteX8-141" fmla="*/ 2713 w 9998"/>
                <a:gd name="connsiteY8-142" fmla="*/ 11244 h 18272"/>
                <a:gd name="connsiteX9-143" fmla="*/ 1476 w 9998"/>
                <a:gd name="connsiteY9-144" fmla="*/ 10849 h 18272"/>
                <a:gd name="connsiteX10-145" fmla="*/ 1 w 9998"/>
                <a:gd name="connsiteY10-146" fmla="*/ 7436 h 18272"/>
                <a:gd name="connsiteX0-147" fmla="*/ 35 w 8559"/>
                <a:gd name="connsiteY0-148" fmla="*/ 5938 h 10000"/>
                <a:gd name="connsiteX1-149" fmla="*/ 2459 w 8559"/>
                <a:gd name="connsiteY1-150" fmla="*/ 2430 h 10000"/>
                <a:gd name="connsiteX2-151" fmla="*/ 4583 w 8559"/>
                <a:gd name="connsiteY2-152" fmla="*/ 0 h 10000"/>
                <a:gd name="connsiteX3-153" fmla="*/ 6936 w 8559"/>
                <a:gd name="connsiteY3-154" fmla="*/ 2432 h 10000"/>
                <a:gd name="connsiteX4-155" fmla="*/ 8556 w 8559"/>
                <a:gd name="connsiteY4-156" fmla="*/ 5032 h 10000"/>
                <a:gd name="connsiteX5-157" fmla="*/ 7279 w 8559"/>
                <a:gd name="connsiteY5-158" fmla="*/ 6925 h 10000"/>
                <a:gd name="connsiteX6-159" fmla="*/ 4568 w 8559"/>
                <a:gd name="connsiteY6-160" fmla="*/ 9999 h 10000"/>
                <a:gd name="connsiteX7-161" fmla="*/ 2471 w 8559"/>
                <a:gd name="connsiteY7-162" fmla="*/ 7302 h 10000"/>
                <a:gd name="connsiteX8-163" fmla="*/ 1273 w 8559"/>
                <a:gd name="connsiteY8-164" fmla="*/ 6154 h 10000"/>
                <a:gd name="connsiteX9-165" fmla="*/ 35 w 8559"/>
                <a:gd name="connsiteY9-166" fmla="*/ 5938 h 10000"/>
                <a:gd name="connsiteX0-167" fmla="*/ 49 w 9820"/>
                <a:gd name="connsiteY0-168" fmla="*/ 4655 h 10000"/>
                <a:gd name="connsiteX1-169" fmla="*/ 2693 w 9820"/>
                <a:gd name="connsiteY1-170" fmla="*/ 2430 h 10000"/>
                <a:gd name="connsiteX2-171" fmla="*/ 5175 w 9820"/>
                <a:gd name="connsiteY2-172" fmla="*/ 0 h 10000"/>
                <a:gd name="connsiteX3-173" fmla="*/ 7924 w 9820"/>
                <a:gd name="connsiteY3-174" fmla="*/ 2432 h 10000"/>
                <a:gd name="connsiteX4-175" fmla="*/ 9816 w 9820"/>
                <a:gd name="connsiteY4-176" fmla="*/ 5032 h 10000"/>
                <a:gd name="connsiteX5-177" fmla="*/ 8324 w 9820"/>
                <a:gd name="connsiteY5-178" fmla="*/ 6925 h 10000"/>
                <a:gd name="connsiteX6-179" fmla="*/ 5157 w 9820"/>
                <a:gd name="connsiteY6-180" fmla="*/ 9999 h 10000"/>
                <a:gd name="connsiteX7-181" fmla="*/ 2707 w 9820"/>
                <a:gd name="connsiteY7-182" fmla="*/ 7302 h 10000"/>
                <a:gd name="connsiteX8-183" fmla="*/ 1307 w 9820"/>
                <a:gd name="connsiteY8-184" fmla="*/ 6154 h 10000"/>
                <a:gd name="connsiteX9-185" fmla="*/ 49 w 9820"/>
                <a:gd name="connsiteY9-186" fmla="*/ 4655 h 10000"/>
                <a:gd name="connsiteX0-187" fmla="*/ 45 w 9995"/>
                <a:gd name="connsiteY0-188" fmla="*/ 4655 h 10000"/>
                <a:gd name="connsiteX1-189" fmla="*/ 2737 w 9995"/>
                <a:gd name="connsiteY1-190" fmla="*/ 2430 h 10000"/>
                <a:gd name="connsiteX2-191" fmla="*/ 5265 w 9995"/>
                <a:gd name="connsiteY2-192" fmla="*/ 0 h 10000"/>
                <a:gd name="connsiteX3-193" fmla="*/ 8064 w 9995"/>
                <a:gd name="connsiteY3-194" fmla="*/ 2432 h 10000"/>
                <a:gd name="connsiteX4-195" fmla="*/ 9991 w 9995"/>
                <a:gd name="connsiteY4-196" fmla="*/ 5032 h 10000"/>
                <a:gd name="connsiteX5-197" fmla="*/ 8472 w 9995"/>
                <a:gd name="connsiteY5-198" fmla="*/ 6925 h 10000"/>
                <a:gd name="connsiteX6-199" fmla="*/ 5247 w 9995"/>
                <a:gd name="connsiteY6-200" fmla="*/ 9999 h 10000"/>
                <a:gd name="connsiteX7-201" fmla="*/ 2752 w 9995"/>
                <a:gd name="connsiteY7-202" fmla="*/ 7302 h 10000"/>
                <a:gd name="connsiteX8-203" fmla="*/ 1374 w 9995"/>
                <a:gd name="connsiteY8-204" fmla="*/ 6984 h 10000"/>
                <a:gd name="connsiteX9-205" fmla="*/ 45 w 9995"/>
                <a:gd name="connsiteY9-206" fmla="*/ 4655 h 10000"/>
                <a:gd name="connsiteX0-207" fmla="*/ 45 w 10000"/>
                <a:gd name="connsiteY0-208" fmla="*/ 5032 h 10377"/>
                <a:gd name="connsiteX1-209" fmla="*/ 2738 w 10000"/>
                <a:gd name="connsiteY1-210" fmla="*/ 2807 h 10377"/>
                <a:gd name="connsiteX2-211" fmla="*/ 4886 w 10000"/>
                <a:gd name="connsiteY2-212" fmla="*/ 0 h 10377"/>
                <a:gd name="connsiteX3-213" fmla="*/ 8068 w 10000"/>
                <a:gd name="connsiteY3-214" fmla="*/ 2809 h 10377"/>
                <a:gd name="connsiteX4-215" fmla="*/ 9996 w 10000"/>
                <a:gd name="connsiteY4-216" fmla="*/ 5409 h 10377"/>
                <a:gd name="connsiteX5-217" fmla="*/ 8476 w 10000"/>
                <a:gd name="connsiteY5-218" fmla="*/ 7302 h 10377"/>
                <a:gd name="connsiteX6-219" fmla="*/ 5250 w 10000"/>
                <a:gd name="connsiteY6-220" fmla="*/ 10376 h 10377"/>
                <a:gd name="connsiteX7-221" fmla="*/ 2753 w 10000"/>
                <a:gd name="connsiteY7-222" fmla="*/ 7679 h 10377"/>
                <a:gd name="connsiteX8-223" fmla="*/ 1375 w 10000"/>
                <a:gd name="connsiteY8-224" fmla="*/ 7361 h 10377"/>
                <a:gd name="connsiteX9-225" fmla="*/ 45 w 10000"/>
                <a:gd name="connsiteY9-226" fmla="*/ 5032 h 10377"/>
                <a:gd name="connsiteX0-227" fmla="*/ 45 w 10000"/>
                <a:gd name="connsiteY0-228" fmla="*/ 5036 h 10381"/>
                <a:gd name="connsiteX1-229" fmla="*/ 2738 w 10000"/>
                <a:gd name="connsiteY1-230" fmla="*/ 2811 h 10381"/>
                <a:gd name="connsiteX2-231" fmla="*/ 4886 w 10000"/>
                <a:gd name="connsiteY2-232" fmla="*/ 4 h 10381"/>
                <a:gd name="connsiteX3-233" fmla="*/ 8068 w 10000"/>
                <a:gd name="connsiteY3-234" fmla="*/ 2813 h 10381"/>
                <a:gd name="connsiteX4-235" fmla="*/ 9996 w 10000"/>
                <a:gd name="connsiteY4-236" fmla="*/ 5413 h 10381"/>
                <a:gd name="connsiteX5-237" fmla="*/ 8476 w 10000"/>
                <a:gd name="connsiteY5-238" fmla="*/ 7306 h 10381"/>
                <a:gd name="connsiteX6-239" fmla="*/ 5250 w 10000"/>
                <a:gd name="connsiteY6-240" fmla="*/ 10380 h 10381"/>
                <a:gd name="connsiteX7-241" fmla="*/ 2753 w 10000"/>
                <a:gd name="connsiteY7-242" fmla="*/ 7683 h 10381"/>
                <a:gd name="connsiteX8-243" fmla="*/ 1375 w 10000"/>
                <a:gd name="connsiteY8-244" fmla="*/ 7365 h 10381"/>
                <a:gd name="connsiteX9-245" fmla="*/ 45 w 10000"/>
                <a:gd name="connsiteY9-246" fmla="*/ 5036 h 10381"/>
                <a:gd name="connsiteX0-247" fmla="*/ 45 w 10000"/>
                <a:gd name="connsiteY0-248" fmla="*/ 5036 h 10796"/>
                <a:gd name="connsiteX1-249" fmla="*/ 2738 w 10000"/>
                <a:gd name="connsiteY1-250" fmla="*/ 2811 h 10796"/>
                <a:gd name="connsiteX2-251" fmla="*/ 4886 w 10000"/>
                <a:gd name="connsiteY2-252" fmla="*/ 4 h 10796"/>
                <a:gd name="connsiteX3-253" fmla="*/ 8068 w 10000"/>
                <a:gd name="connsiteY3-254" fmla="*/ 2813 h 10796"/>
                <a:gd name="connsiteX4-255" fmla="*/ 9996 w 10000"/>
                <a:gd name="connsiteY4-256" fmla="*/ 5413 h 10796"/>
                <a:gd name="connsiteX5-257" fmla="*/ 8476 w 10000"/>
                <a:gd name="connsiteY5-258" fmla="*/ 7306 h 10796"/>
                <a:gd name="connsiteX6-259" fmla="*/ 5202 w 10000"/>
                <a:gd name="connsiteY6-260" fmla="*/ 10795 h 10796"/>
                <a:gd name="connsiteX7-261" fmla="*/ 2753 w 10000"/>
                <a:gd name="connsiteY7-262" fmla="*/ 7683 h 10796"/>
                <a:gd name="connsiteX8-263" fmla="*/ 1375 w 10000"/>
                <a:gd name="connsiteY8-264" fmla="*/ 7365 h 10796"/>
                <a:gd name="connsiteX9-265" fmla="*/ 45 w 10000"/>
                <a:gd name="connsiteY9-266" fmla="*/ 5036 h 10796"/>
                <a:gd name="connsiteX0-267" fmla="*/ 45 w 10000"/>
                <a:gd name="connsiteY0-268" fmla="*/ 5036 h 10795"/>
                <a:gd name="connsiteX1-269" fmla="*/ 2738 w 10000"/>
                <a:gd name="connsiteY1-270" fmla="*/ 2811 h 10795"/>
                <a:gd name="connsiteX2-271" fmla="*/ 4886 w 10000"/>
                <a:gd name="connsiteY2-272" fmla="*/ 4 h 10795"/>
                <a:gd name="connsiteX3-273" fmla="*/ 8068 w 10000"/>
                <a:gd name="connsiteY3-274" fmla="*/ 2813 h 10795"/>
                <a:gd name="connsiteX4-275" fmla="*/ 9996 w 10000"/>
                <a:gd name="connsiteY4-276" fmla="*/ 5413 h 10795"/>
                <a:gd name="connsiteX5-277" fmla="*/ 8476 w 10000"/>
                <a:gd name="connsiteY5-278" fmla="*/ 7306 h 10795"/>
                <a:gd name="connsiteX6-279" fmla="*/ 5202 w 10000"/>
                <a:gd name="connsiteY6-280" fmla="*/ 10795 h 10795"/>
                <a:gd name="connsiteX7-281" fmla="*/ 2753 w 10000"/>
                <a:gd name="connsiteY7-282" fmla="*/ 7683 h 10795"/>
                <a:gd name="connsiteX8-283" fmla="*/ 1375 w 10000"/>
                <a:gd name="connsiteY8-284" fmla="*/ 7365 h 10795"/>
                <a:gd name="connsiteX9-285" fmla="*/ 45 w 10000"/>
                <a:gd name="connsiteY9-286" fmla="*/ 5036 h 10795"/>
                <a:gd name="connsiteX0-287" fmla="*/ 45 w 10000"/>
                <a:gd name="connsiteY0-288" fmla="*/ 5036 h 10795"/>
                <a:gd name="connsiteX1-289" fmla="*/ 2738 w 10000"/>
                <a:gd name="connsiteY1-290" fmla="*/ 2811 h 10795"/>
                <a:gd name="connsiteX2-291" fmla="*/ 4886 w 10000"/>
                <a:gd name="connsiteY2-292" fmla="*/ 4 h 10795"/>
                <a:gd name="connsiteX3-293" fmla="*/ 8068 w 10000"/>
                <a:gd name="connsiteY3-294" fmla="*/ 2813 h 10795"/>
                <a:gd name="connsiteX4-295" fmla="*/ 9996 w 10000"/>
                <a:gd name="connsiteY4-296" fmla="*/ 5413 h 10795"/>
                <a:gd name="connsiteX5-297" fmla="*/ 8476 w 10000"/>
                <a:gd name="connsiteY5-298" fmla="*/ 7306 h 10795"/>
                <a:gd name="connsiteX6-299" fmla="*/ 5202 w 10000"/>
                <a:gd name="connsiteY6-300" fmla="*/ 10795 h 10795"/>
                <a:gd name="connsiteX7-301" fmla="*/ 2753 w 10000"/>
                <a:gd name="connsiteY7-302" fmla="*/ 7683 h 10795"/>
                <a:gd name="connsiteX8-303" fmla="*/ 1375 w 10000"/>
                <a:gd name="connsiteY8-304" fmla="*/ 7365 h 10795"/>
                <a:gd name="connsiteX9-305" fmla="*/ 45 w 10000"/>
                <a:gd name="connsiteY9-306" fmla="*/ 5036 h 1079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39" name="Group 138"/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140" name="Group 139"/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189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193" name="Oval 192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194" name="Rectangle 193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5" name="Oval 194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196" name="Freeform 195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7" name="Freeform 196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8" name="Freeform 197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9" name="Freeform 198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00" name="Straight Connector 199"/>
                  <p:cNvCxnSpPr>
                    <a:endCxn id="19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1" name="Straight Connector 200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0" name="Group 189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191" name="Oval 190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92" name="TextBox 191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2b</a:t>
                    </a:r>
                  </a:p>
                </p:txBody>
              </p:sp>
            </p:grpSp>
          </p:grpSp>
          <p:grpSp>
            <p:nvGrpSpPr>
              <p:cNvPr id="141" name="Group 140"/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176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180" name="Oval 179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181" name="Rectangle 180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2" name="Oval 181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183" name="Freeform 182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4" name="Freeform 183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5" name="Freeform 184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6" name="Freeform 185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87" name="Straight Connector 186"/>
                  <p:cNvCxnSpPr>
                    <a:endCxn id="182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8" name="Straight Connector 187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7" name="Group 176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178" name="Oval 177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79" name="TextBox 178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2d</a:t>
                    </a:r>
                  </a:p>
                </p:txBody>
              </p:sp>
            </p:grpSp>
          </p:grpSp>
          <p:grpSp>
            <p:nvGrpSpPr>
              <p:cNvPr id="142" name="Group 141"/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163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167" name="Oval 166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168" name="Rectangle 167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69" name="Oval 168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170" name="Freeform 169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71" name="Freeform 170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72" name="Freeform 171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73" name="Freeform 172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74" name="Straight Connector 173"/>
                  <p:cNvCxnSpPr>
                    <a:endCxn id="169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Straight Connector 174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4" name="Group 163"/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165" name="Oval 164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66" name="TextBox 165"/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2c</a:t>
                    </a:r>
                  </a:p>
                </p:txBody>
              </p:sp>
            </p:grpSp>
          </p:grpSp>
          <p:grpSp>
            <p:nvGrpSpPr>
              <p:cNvPr id="143" name="Group 142"/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150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154" name="Oval 153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155" name="Rectangle 154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6" name="Oval 155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157" name="Freeform 156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8" name="Freeform 157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9" name="Freeform 158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60" name="Freeform 159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61" name="Straight Connector 160"/>
                  <p:cNvCxnSpPr>
                    <a:endCxn id="156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2" name="Straight Connector 161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1" name="Group 150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152" name="Oval 151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53" name="TextBox 152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2a</a:t>
                    </a:r>
                  </a:p>
                </p:txBody>
              </p:sp>
            </p:grpSp>
          </p:grpSp>
          <p:cxnSp>
            <p:nvCxnSpPr>
              <p:cNvPr id="144" name="Straight Connector 143"/>
              <p:cNvCxnSpPr>
                <a:stCxn id="192" idx="2"/>
                <a:endCxn id="179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5" name="Straight Connector 144"/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6" name="Straight Connector 145"/>
              <p:cNvCxnSpPr>
                <a:stCxn id="193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7" name="Straight Connector 146"/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8" name="Straight Connector 147"/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9" name="Straight Connector 148"/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grpSp>
        <p:nvGrpSpPr>
          <p:cNvPr id="202" name="Group 201"/>
          <p:cNvGrpSpPr/>
          <p:nvPr/>
        </p:nvGrpSpPr>
        <p:grpSpPr>
          <a:xfrm>
            <a:off x="5732742" y="2426439"/>
            <a:ext cx="2712783" cy="1853712"/>
            <a:chOff x="-2170772" y="2784954"/>
            <a:chExt cx="2712783" cy="1853712"/>
          </a:xfrm>
        </p:grpSpPr>
        <p:sp>
          <p:nvSpPr>
            <p:cNvPr id="203" name="Freeform 2"/>
            <p:cNvSpPr/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-1" fmla="*/ 4 w 8600"/>
                <a:gd name="connsiteY0-2" fmla="*/ 4042 h 10128"/>
                <a:gd name="connsiteX1-3" fmla="*/ 715 w 8600"/>
                <a:gd name="connsiteY1-4" fmla="*/ 1598 h 10128"/>
                <a:gd name="connsiteX2-5" fmla="*/ 3130 w 8600"/>
                <a:gd name="connsiteY2-6" fmla="*/ 1009 h 10128"/>
                <a:gd name="connsiteX3-7" fmla="*/ 4995 w 8600"/>
                <a:gd name="connsiteY3-8" fmla="*/ 3 h 10128"/>
                <a:gd name="connsiteX4-9" fmla="*/ 6720 w 8600"/>
                <a:gd name="connsiteY4-10" fmla="*/ 1012 h 10128"/>
                <a:gd name="connsiteX5-11" fmla="*/ 8599 w 8600"/>
                <a:gd name="connsiteY5-12" fmla="*/ 6800 h 10128"/>
                <a:gd name="connsiteX6-13" fmla="*/ 6995 w 8600"/>
                <a:gd name="connsiteY6-14" fmla="*/ 9325 h 10128"/>
                <a:gd name="connsiteX7-15" fmla="*/ 5307 w 8600"/>
                <a:gd name="connsiteY7-16" fmla="*/ 8846 h 10128"/>
                <a:gd name="connsiteX8-17" fmla="*/ 4371 w 8600"/>
                <a:gd name="connsiteY8-18" fmla="*/ 9915 h 10128"/>
                <a:gd name="connsiteX9-19" fmla="*/ 3140 w 8600"/>
                <a:gd name="connsiteY9-20" fmla="*/ 10022 h 10128"/>
                <a:gd name="connsiteX10-21" fmla="*/ 2179 w 8600"/>
                <a:gd name="connsiteY10-22" fmla="*/ 7898 h 10128"/>
                <a:gd name="connsiteX11-23" fmla="*/ 1187 w 8600"/>
                <a:gd name="connsiteY11-24" fmla="*/ 7498 h 10128"/>
                <a:gd name="connsiteX12-25" fmla="*/ 4 w 8600"/>
                <a:gd name="connsiteY12-26" fmla="*/ 4042 h 10128"/>
                <a:gd name="connsiteX0-27" fmla="*/ 4 w 9326"/>
                <a:gd name="connsiteY0-28" fmla="*/ 3988 h 9997"/>
                <a:gd name="connsiteX1-29" fmla="*/ 830 w 9326"/>
                <a:gd name="connsiteY1-30" fmla="*/ 1575 h 9997"/>
                <a:gd name="connsiteX2-31" fmla="*/ 3639 w 9326"/>
                <a:gd name="connsiteY2-32" fmla="*/ 993 h 9997"/>
                <a:gd name="connsiteX3-33" fmla="*/ 5807 w 9326"/>
                <a:gd name="connsiteY3-34" fmla="*/ 0 h 9997"/>
                <a:gd name="connsiteX4-35" fmla="*/ 7813 w 9326"/>
                <a:gd name="connsiteY4-36" fmla="*/ 996 h 9997"/>
                <a:gd name="connsiteX5-37" fmla="*/ 9324 w 9326"/>
                <a:gd name="connsiteY5-38" fmla="*/ 5746 h 9997"/>
                <a:gd name="connsiteX6-39" fmla="*/ 8133 w 9326"/>
                <a:gd name="connsiteY6-40" fmla="*/ 9204 h 9997"/>
                <a:gd name="connsiteX7-41" fmla="*/ 6170 w 9326"/>
                <a:gd name="connsiteY7-42" fmla="*/ 8731 h 9997"/>
                <a:gd name="connsiteX8-43" fmla="*/ 5082 w 9326"/>
                <a:gd name="connsiteY8-44" fmla="*/ 9787 h 9997"/>
                <a:gd name="connsiteX9-45" fmla="*/ 3650 w 9326"/>
                <a:gd name="connsiteY9-46" fmla="*/ 9892 h 9997"/>
                <a:gd name="connsiteX10-47" fmla="*/ 2533 w 9326"/>
                <a:gd name="connsiteY10-48" fmla="*/ 7795 h 9997"/>
                <a:gd name="connsiteX11-49" fmla="*/ 1379 w 9326"/>
                <a:gd name="connsiteY11-50" fmla="*/ 7400 h 9997"/>
                <a:gd name="connsiteX12-51" fmla="*/ 4 w 9326"/>
                <a:gd name="connsiteY12-52" fmla="*/ 3988 h 9997"/>
                <a:gd name="connsiteX0-53" fmla="*/ 4 w 10001"/>
                <a:gd name="connsiteY0-54" fmla="*/ 3989 h 10041"/>
                <a:gd name="connsiteX1-55" fmla="*/ 890 w 10001"/>
                <a:gd name="connsiteY1-56" fmla="*/ 1575 h 10041"/>
                <a:gd name="connsiteX2-57" fmla="*/ 3902 w 10001"/>
                <a:gd name="connsiteY2-58" fmla="*/ 993 h 10041"/>
                <a:gd name="connsiteX3-59" fmla="*/ 6227 w 10001"/>
                <a:gd name="connsiteY3-60" fmla="*/ 0 h 10041"/>
                <a:gd name="connsiteX4-61" fmla="*/ 8378 w 10001"/>
                <a:gd name="connsiteY4-62" fmla="*/ 996 h 10041"/>
                <a:gd name="connsiteX5-63" fmla="*/ 9998 w 10001"/>
                <a:gd name="connsiteY5-64" fmla="*/ 5748 h 10041"/>
                <a:gd name="connsiteX6-65" fmla="*/ 8721 w 10001"/>
                <a:gd name="connsiteY6-66" fmla="*/ 9207 h 10041"/>
                <a:gd name="connsiteX7-67" fmla="*/ 5449 w 10001"/>
                <a:gd name="connsiteY7-68" fmla="*/ 9790 h 10041"/>
                <a:gd name="connsiteX8-69" fmla="*/ 3914 w 10001"/>
                <a:gd name="connsiteY8-70" fmla="*/ 9895 h 10041"/>
                <a:gd name="connsiteX9-71" fmla="*/ 2716 w 10001"/>
                <a:gd name="connsiteY9-72" fmla="*/ 7797 h 10041"/>
                <a:gd name="connsiteX10-73" fmla="*/ 1479 w 10001"/>
                <a:gd name="connsiteY10-74" fmla="*/ 7402 h 10041"/>
                <a:gd name="connsiteX11-75" fmla="*/ 4 w 10001"/>
                <a:gd name="connsiteY11-76" fmla="*/ 3989 h 10041"/>
                <a:gd name="connsiteX0-77" fmla="*/ 4 w 10001"/>
                <a:gd name="connsiteY0-78" fmla="*/ 3989 h 14825"/>
                <a:gd name="connsiteX1-79" fmla="*/ 890 w 10001"/>
                <a:gd name="connsiteY1-80" fmla="*/ 1575 h 14825"/>
                <a:gd name="connsiteX2-81" fmla="*/ 3902 w 10001"/>
                <a:gd name="connsiteY2-82" fmla="*/ 993 h 14825"/>
                <a:gd name="connsiteX3-83" fmla="*/ 6227 w 10001"/>
                <a:gd name="connsiteY3-84" fmla="*/ 0 h 14825"/>
                <a:gd name="connsiteX4-85" fmla="*/ 8378 w 10001"/>
                <a:gd name="connsiteY4-86" fmla="*/ 996 h 14825"/>
                <a:gd name="connsiteX5-87" fmla="*/ 9998 w 10001"/>
                <a:gd name="connsiteY5-88" fmla="*/ 5748 h 14825"/>
                <a:gd name="connsiteX6-89" fmla="*/ 8721 w 10001"/>
                <a:gd name="connsiteY6-90" fmla="*/ 9207 h 14825"/>
                <a:gd name="connsiteX7-91" fmla="*/ 6011 w 10001"/>
                <a:gd name="connsiteY7-92" fmla="*/ 14823 h 14825"/>
                <a:gd name="connsiteX8-93" fmla="*/ 3914 w 10001"/>
                <a:gd name="connsiteY8-94" fmla="*/ 9895 h 14825"/>
                <a:gd name="connsiteX9-95" fmla="*/ 2716 w 10001"/>
                <a:gd name="connsiteY9-96" fmla="*/ 7797 h 14825"/>
                <a:gd name="connsiteX10-97" fmla="*/ 1479 w 10001"/>
                <a:gd name="connsiteY10-98" fmla="*/ 7402 h 14825"/>
                <a:gd name="connsiteX11-99" fmla="*/ 4 w 10001"/>
                <a:gd name="connsiteY11-100" fmla="*/ 3989 h 14825"/>
                <a:gd name="connsiteX0-101" fmla="*/ 4 w 10001"/>
                <a:gd name="connsiteY0-102" fmla="*/ 7436 h 18272"/>
                <a:gd name="connsiteX1-103" fmla="*/ 890 w 10001"/>
                <a:gd name="connsiteY1-104" fmla="*/ 5022 h 18272"/>
                <a:gd name="connsiteX2-105" fmla="*/ 3902 w 10001"/>
                <a:gd name="connsiteY2-106" fmla="*/ 4440 h 18272"/>
                <a:gd name="connsiteX3-107" fmla="*/ 6026 w 10001"/>
                <a:gd name="connsiteY3-108" fmla="*/ 0 h 18272"/>
                <a:gd name="connsiteX4-109" fmla="*/ 8378 w 10001"/>
                <a:gd name="connsiteY4-110" fmla="*/ 4443 h 18272"/>
                <a:gd name="connsiteX5-111" fmla="*/ 9998 w 10001"/>
                <a:gd name="connsiteY5-112" fmla="*/ 9195 h 18272"/>
                <a:gd name="connsiteX6-113" fmla="*/ 8721 w 10001"/>
                <a:gd name="connsiteY6-114" fmla="*/ 12654 h 18272"/>
                <a:gd name="connsiteX7-115" fmla="*/ 6011 w 10001"/>
                <a:gd name="connsiteY7-116" fmla="*/ 18270 h 18272"/>
                <a:gd name="connsiteX8-117" fmla="*/ 3914 w 10001"/>
                <a:gd name="connsiteY8-118" fmla="*/ 13342 h 18272"/>
                <a:gd name="connsiteX9-119" fmla="*/ 2716 w 10001"/>
                <a:gd name="connsiteY9-120" fmla="*/ 11244 h 18272"/>
                <a:gd name="connsiteX10-121" fmla="*/ 1479 w 10001"/>
                <a:gd name="connsiteY10-122" fmla="*/ 10849 h 18272"/>
                <a:gd name="connsiteX11-123" fmla="*/ 4 w 10001"/>
                <a:gd name="connsiteY11-124" fmla="*/ 7436 h 18272"/>
                <a:gd name="connsiteX0-125" fmla="*/ 1 w 9998"/>
                <a:gd name="connsiteY0-126" fmla="*/ 7436 h 18272"/>
                <a:gd name="connsiteX1-127" fmla="*/ 3899 w 9998"/>
                <a:gd name="connsiteY1-128" fmla="*/ 4440 h 18272"/>
                <a:gd name="connsiteX2-129" fmla="*/ 6023 w 9998"/>
                <a:gd name="connsiteY2-130" fmla="*/ 0 h 18272"/>
                <a:gd name="connsiteX3-131" fmla="*/ 8375 w 9998"/>
                <a:gd name="connsiteY3-132" fmla="*/ 4443 h 18272"/>
                <a:gd name="connsiteX4-133" fmla="*/ 9995 w 9998"/>
                <a:gd name="connsiteY4-134" fmla="*/ 9195 h 18272"/>
                <a:gd name="connsiteX5-135" fmla="*/ 8718 w 9998"/>
                <a:gd name="connsiteY5-136" fmla="*/ 12654 h 18272"/>
                <a:gd name="connsiteX6-137" fmla="*/ 6008 w 9998"/>
                <a:gd name="connsiteY6-138" fmla="*/ 18270 h 18272"/>
                <a:gd name="connsiteX7-139" fmla="*/ 3911 w 9998"/>
                <a:gd name="connsiteY7-140" fmla="*/ 13342 h 18272"/>
                <a:gd name="connsiteX8-141" fmla="*/ 2713 w 9998"/>
                <a:gd name="connsiteY8-142" fmla="*/ 11244 h 18272"/>
                <a:gd name="connsiteX9-143" fmla="*/ 1476 w 9998"/>
                <a:gd name="connsiteY9-144" fmla="*/ 10849 h 18272"/>
                <a:gd name="connsiteX10-145" fmla="*/ 1 w 9998"/>
                <a:gd name="connsiteY10-146" fmla="*/ 7436 h 18272"/>
                <a:gd name="connsiteX0-147" fmla="*/ 35 w 8559"/>
                <a:gd name="connsiteY0-148" fmla="*/ 5938 h 10000"/>
                <a:gd name="connsiteX1-149" fmla="*/ 2459 w 8559"/>
                <a:gd name="connsiteY1-150" fmla="*/ 2430 h 10000"/>
                <a:gd name="connsiteX2-151" fmla="*/ 4583 w 8559"/>
                <a:gd name="connsiteY2-152" fmla="*/ 0 h 10000"/>
                <a:gd name="connsiteX3-153" fmla="*/ 6936 w 8559"/>
                <a:gd name="connsiteY3-154" fmla="*/ 2432 h 10000"/>
                <a:gd name="connsiteX4-155" fmla="*/ 8556 w 8559"/>
                <a:gd name="connsiteY4-156" fmla="*/ 5032 h 10000"/>
                <a:gd name="connsiteX5-157" fmla="*/ 7279 w 8559"/>
                <a:gd name="connsiteY5-158" fmla="*/ 6925 h 10000"/>
                <a:gd name="connsiteX6-159" fmla="*/ 4568 w 8559"/>
                <a:gd name="connsiteY6-160" fmla="*/ 9999 h 10000"/>
                <a:gd name="connsiteX7-161" fmla="*/ 2471 w 8559"/>
                <a:gd name="connsiteY7-162" fmla="*/ 7302 h 10000"/>
                <a:gd name="connsiteX8-163" fmla="*/ 1273 w 8559"/>
                <a:gd name="connsiteY8-164" fmla="*/ 6154 h 10000"/>
                <a:gd name="connsiteX9-165" fmla="*/ 35 w 8559"/>
                <a:gd name="connsiteY9-166" fmla="*/ 5938 h 10000"/>
                <a:gd name="connsiteX0-167" fmla="*/ 49 w 9820"/>
                <a:gd name="connsiteY0-168" fmla="*/ 4655 h 10000"/>
                <a:gd name="connsiteX1-169" fmla="*/ 2693 w 9820"/>
                <a:gd name="connsiteY1-170" fmla="*/ 2430 h 10000"/>
                <a:gd name="connsiteX2-171" fmla="*/ 5175 w 9820"/>
                <a:gd name="connsiteY2-172" fmla="*/ 0 h 10000"/>
                <a:gd name="connsiteX3-173" fmla="*/ 7924 w 9820"/>
                <a:gd name="connsiteY3-174" fmla="*/ 2432 h 10000"/>
                <a:gd name="connsiteX4-175" fmla="*/ 9816 w 9820"/>
                <a:gd name="connsiteY4-176" fmla="*/ 5032 h 10000"/>
                <a:gd name="connsiteX5-177" fmla="*/ 8324 w 9820"/>
                <a:gd name="connsiteY5-178" fmla="*/ 6925 h 10000"/>
                <a:gd name="connsiteX6-179" fmla="*/ 5157 w 9820"/>
                <a:gd name="connsiteY6-180" fmla="*/ 9999 h 10000"/>
                <a:gd name="connsiteX7-181" fmla="*/ 2707 w 9820"/>
                <a:gd name="connsiteY7-182" fmla="*/ 7302 h 10000"/>
                <a:gd name="connsiteX8-183" fmla="*/ 1307 w 9820"/>
                <a:gd name="connsiteY8-184" fmla="*/ 6154 h 10000"/>
                <a:gd name="connsiteX9-185" fmla="*/ 49 w 9820"/>
                <a:gd name="connsiteY9-186" fmla="*/ 4655 h 10000"/>
                <a:gd name="connsiteX0-187" fmla="*/ 45 w 9995"/>
                <a:gd name="connsiteY0-188" fmla="*/ 4655 h 10000"/>
                <a:gd name="connsiteX1-189" fmla="*/ 2737 w 9995"/>
                <a:gd name="connsiteY1-190" fmla="*/ 2430 h 10000"/>
                <a:gd name="connsiteX2-191" fmla="*/ 5265 w 9995"/>
                <a:gd name="connsiteY2-192" fmla="*/ 0 h 10000"/>
                <a:gd name="connsiteX3-193" fmla="*/ 8064 w 9995"/>
                <a:gd name="connsiteY3-194" fmla="*/ 2432 h 10000"/>
                <a:gd name="connsiteX4-195" fmla="*/ 9991 w 9995"/>
                <a:gd name="connsiteY4-196" fmla="*/ 5032 h 10000"/>
                <a:gd name="connsiteX5-197" fmla="*/ 8472 w 9995"/>
                <a:gd name="connsiteY5-198" fmla="*/ 6925 h 10000"/>
                <a:gd name="connsiteX6-199" fmla="*/ 5247 w 9995"/>
                <a:gd name="connsiteY6-200" fmla="*/ 9999 h 10000"/>
                <a:gd name="connsiteX7-201" fmla="*/ 2752 w 9995"/>
                <a:gd name="connsiteY7-202" fmla="*/ 7302 h 10000"/>
                <a:gd name="connsiteX8-203" fmla="*/ 1374 w 9995"/>
                <a:gd name="connsiteY8-204" fmla="*/ 6984 h 10000"/>
                <a:gd name="connsiteX9-205" fmla="*/ 45 w 9995"/>
                <a:gd name="connsiteY9-206" fmla="*/ 4655 h 10000"/>
                <a:gd name="connsiteX0-207" fmla="*/ 45 w 10000"/>
                <a:gd name="connsiteY0-208" fmla="*/ 5032 h 10377"/>
                <a:gd name="connsiteX1-209" fmla="*/ 2738 w 10000"/>
                <a:gd name="connsiteY1-210" fmla="*/ 2807 h 10377"/>
                <a:gd name="connsiteX2-211" fmla="*/ 4886 w 10000"/>
                <a:gd name="connsiteY2-212" fmla="*/ 0 h 10377"/>
                <a:gd name="connsiteX3-213" fmla="*/ 8068 w 10000"/>
                <a:gd name="connsiteY3-214" fmla="*/ 2809 h 10377"/>
                <a:gd name="connsiteX4-215" fmla="*/ 9996 w 10000"/>
                <a:gd name="connsiteY4-216" fmla="*/ 5409 h 10377"/>
                <a:gd name="connsiteX5-217" fmla="*/ 8476 w 10000"/>
                <a:gd name="connsiteY5-218" fmla="*/ 7302 h 10377"/>
                <a:gd name="connsiteX6-219" fmla="*/ 5250 w 10000"/>
                <a:gd name="connsiteY6-220" fmla="*/ 10376 h 10377"/>
                <a:gd name="connsiteX7-221" fmla="*/ 2753 w 10000"/>
                <a:gd name="connsiteY7-222" fmla="*/ 7679 h 10377"/>
                <a:gd name="connsiteX8-223" fmla="*/ 1375 w 10000"/>
                <a:gd name="connsiteY8-224" fmla="*/ 7361 h 10377"/>
                <a:gd name="connsiteX9-225" fmla="*/ 45 w 10000"/>
                <a:gd name="connsiteY9-226" fmla="*/ 5032 h 10377"/>
                <a:gd name="connsiteX0-227" fmla="*/ 45 w 10000"/>
                <a:gd name="connsiteY0-228" fmla="*/ 5036 h 10381"/>
                <a:gd name="connsiteX1-229" fmla="*/ 2738 w 10000"/>
                <a:gd name="connsiteY1-230" fmla="*/ 2811 h 10381"/>
                <a:gd name="connsiteX2-231" fmla="*/ 4886 w 10000"/>
                <a:gd name="connsiteY2-232" fmla="*/ 4 h 10381"/>
                <a:gd name="connsiteX3-233" fmla="*/ 8068 w 10000"/>
                <a:gd name="connsiteY3-234" fmla="*/ 2813 h 10381"/>
                <a:gd name="connsiteX4-235" fmla="*/ 9996 w 10000"/>
                <a:gd name="connsiteY4-236" fmla="*/ 5413 h 10381"/>
                <a:gd name="connsiteX5-237" fmla="*/ 8476 w 10000"/>
                <a:gd name="connsiteY5-238" fmla="*/ 7306 h 10381"/>
                <a:gd name="connsiteX6-239" fmla="*/ 5250 w 10000"/>
                <a:gd name="connsiteY6-240" fmla="*/ 10380 h 10381"/>
                <a:gd name="connsiteX7-241" fmla="*/ 2753 w 10000"/>
                <a:gd name="connsiteY7-242" fmla="*/ 7683 h 10381"/>
                <a:gd name="connsiteX8-243" fmla="*/ 1375 w 10000"/>
                <a:gd name="connsiteY8-244" fmla="*/ 7365 h 10381"/>
                <a:gd name="connsiteX9-245" fmla="*/ 45 w 10000"/>
                <a:gd name="connsiteY9-246" fmla="*/ 5036 h 10381"/>
                <a:gd name="connsiteX0-247" fmla="*/ 45 w 10000"/>
                <a:gd name="connsiteY0-248" fmla="*/ 5036 h 10796"/>
                <a:gd name="connsiteX1-249" fmla="*/ 2738 w 10000"/>
                <a:gd name="connsiteY1-250" fmla="*/ 2811 h 10796"/>
                <a:gd name="connsiteX2-251" fmla="*/ 4886 w 10000"/>
                <a:gd name="connsiteY2-252" fmla="*/ 4 h 10796"/>
                <a:gd name="connsiteX3-253" fmla="*/ 8068 w 10000"/>
                <a:gd name="connsiteY3-254" fmla="*/ 2813 h 10796"/>
                <a:gd name="connsiteX4-255" fmla="*/ 9996 w 10000"/>
                <a:gd name="connsiteY4-256" fmla="*/ 5413 h 10796"/>
                <a:gd name="connsiteX5-257" fmla="*/ 8476 w 10000"/>
                <a:gd name="connsiteY5-258" fmla="*/ 7306 h 10796"/>
                <a:gd name="connsiteX6-259" fmla="*/ 5202 w 10000"/>
                <a:gd name="connsiteY6-260" fmla="*/ 10795 h 10796"/>
                <a:gd name="connsiteX7-261" fmla="*/ 2753 w 10000"/>
                <a:gd name="connsiteY7-262" fmla="*/ 7683 h 10796"/>
                <a:gd name="connsiteX8-263" fmla="*/ 1375 w 10000"/>
                <a:gd name="connsiteY8-264" fmla="*/ 7365 h 10796"/>
                <a:gd name="connsiteX9-265" fmla="*/ 45 w 10000"/>
                <a:gd name="connsiteY9-266" fmla="*/ 5036 h 10796"/>
                <a:gd name="connsiteX0-267" fmla="*/ 45 w 10000"/>
                <a:gd name="connsiteY0-268" fmla="*/ 5036 h 10795"/>
                <a:gd name="connsiteX1-269" fmla="*/ 2738 w 10000"/>
                <a:gd name="connsiteY1-270" fmla="*/ 2811 h 10795"/>
                <a:gd name="connsiteX2-271" fmla="*/ 4886 w 10000"/>
                <a:gd name="connsiteY2-272" fmla="*/ 4 h 10795"/>
                <a:gd name="connsiteX3-273" fmla="*/ 8068 w 10000"/>
                <a:gd name="connsiteY3-274" fmla="*/ 2813 h 10795"/>
                <a:gd name="connsiteX4-275" fmla="*/ 9996 w 10000"/>
                <a:gd name="connsiteY4-276" fmla="*/ 5413 h 10795"/>
                <a:gd name="connsiteX5-277" fmla="*/ 8476 w 10000"/>
                <a:gd name="connsiteY5-278" fmla="*/ 7306 h 10795"/>
                <a:gd name="connsiteX6-279" fmla="*/ 5202 w 10000"/>
                <a:gd name="connsiteY6-280" fmla="*/ 10795 h 10795"/>
                <a:gd name="connsiteX7-281" fmla="*/ 2753 w 10000"/>
                <a:gd name="connsiteY7-282" fmla="*/ 7683 h 10795"/>
                <a:gd name="connsiteX8-283" fmla="*/ 1375 w 10000"/>
                <a:gd name="connsiteY8-284" fmla="*/ 7365 h 10795"/>
                <a:gd name="connsiteX9-285" fmla="*/ 45 w 10000"/>
                <a:gd name="connsiteY9-286" fmla="*/ 5036 h 10795"/>
                <a:gd name="connsiteX0-287" fmla="*/ 45 w 10000"/>
                <a:gd name="connsiteY0-288" fmla="*/ 5036 h 10795"/>
                <a:gd name="connsiteX1-289" fmla="*/ 2738 w 10000"/>
                <a:gd name="connsiteY1-290" fmla="*/ 2811 h 10795"/>
                <a:gd name="connsiteX2-291" fmla="*/ 4886 w 10000"/>
                <a:gd name="connsiteY2-292" fmla="*/ 4 h 10795"/>
                <a:gd name="connsiteX3-293" fmla="*/ 8068 w 10000"/>
                <a:gd name="connsiteY3-294" fmla="*/ 2813 h 10795"/>
                <a:gd name="connsiteX4-295" fmla="*/ 9996 w 10000"/>
                <a:gd name="connsiteY4-296" fmla="*/ 5413 h 10795"/>
                <a:gd name="connsiteX5-297" fmla="*/ 8476 w 10000"/>
                <a:gd name="connsiteY5-298" fmla="*/ 7306 h 10795"/>
                <a:gd name="connsiteX6-299" fmla="*/ 5202 w 10000"/>
                <a:gd name="connsiteY6-300" fmla="*/ 10795 h 10795"/>
                <a:gd name="connsiteX7-301" fmla="*/ 2753 w 10000"/>
                <a:gd name="connsiteY7-302" fmla="*/ 7683 h 10795"/>
                <a:gd name="connsiteX8-303" fmla="*/ 1375 w 10000"/>
                <a:gd name="connsiteY8-304" fmla="*/ 7365 h 10795"/>
                <a:gd name="connsiteX9-305" fmla="*/ 45 w 10000"/>
                <a:gd name="connsiteY9-306" fmla="*/ 5036 h 1079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204" name="Group 203"/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205" name="Group 204"/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54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58" name="Oval 257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59" name="Rectangle 258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60" name="Oval 259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61" name="Freeform 260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62" name="Freeform 261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63" name="Freeform 262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64" name="Freeform 263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65" name="Straight Connector 264"/>
                  <p:cNvCxnSpPr>
                    <a:endCxn id="260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6" name="Straight Connector 265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5" name="Group 254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256" name="Oval 255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57" name="TextBox 256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3b</a:t>
                    </a:r>
                  </a:p>
                </p:txBody>
              </p:sp>
            </p:grpSp>
          </p:grpSp>
          <p:grpSp>
            <p:nvGrpSpPr>
              <p:cNvPr id="206" name="Group 205"/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41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45" name="Oval 244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46" name="Rectangle 245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47" name="Oval 246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48" name="Freeform 247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49" name="Freeform 248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50" name="Freeform 249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51" name="Freeform 250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52" name="Straight Connector 251"/>
                  <p:cNvCxnSpPr>
                    <a:endCxn id="247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3" name="Straight Connector 252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2" name="Group 241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243" name="Oval 242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44" name="TextBox 243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3d</a:t>
                    </a:r>
                  </a:p>
                </p:txBody>
              </p:sp>
            </p:grpSp>
          </p:grpSp>
          <p:grpSp>
            <p:nvGrpSpPr>
              <p:cNvPr id="207" name="Group 206"/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28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32" name="Oval 231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33" name="Rectangle 232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34" name="Oval 233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35" name="Freeform 234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36" name="Freeform 235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37" name="Freeform 236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38" name="Freeform 237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39" name="Straight Connector 238"/>
                  <p:cNvCxnSpPr>
                    <a:endCxn id="234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0" name="Straight Connector 239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9" name="Group 228"/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230" name="Oval 229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31" name="TextBox 230"/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3c</a:t>
                    </a:r>
                  </a:p>
                </p:txBody>
              </p:sp>
            </p:grpSp>
          </p:grpSp>
          <p:grpSp>
            <p:nvGrpSpPr>
              <p:cNvPr id="208" name="Group 207"/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15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19" name="Oval 218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20" name="Rectangle 219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21" name="Oval 220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22" name="Freeform 221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23" name="Freeform 222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24" name="Freeform 223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25" name="Freeform 224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26" name="Straight Connector 225"/>
                  <p:cNvCxnSpPr>
                    <a:endCxn id="22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7" name="Straight Connector 226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16" name="Group 215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217" name="Oval 216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18" name="TextBox 217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3a</a:t>
                    </a:r>
                  </a:p>
                </p:txBody>
              </p:sp>
            </p:grpSp>
          </p:grpSp>
          <p:cxnSp>
            <p:nvCxnSpPr>
              <p:cNvPr id="209" name="Straight Connector 208"/>
              <p:cNvCxnSpPr>
                <a:stCxn id="257" idx="2"/>
                <a:endCxn id="244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10" name="Straight Connector 209"/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11" name="Straight Connector 210"/>
              <p:cNvCxnSpPr>
                <a:stCxn id="258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12" name="Straight Connector 211"/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13" name="Straight Connector 212"/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14" name="Straight Connector 213"/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cxnSp>
        <p:nvCxnSpPr>
          <p:cNvPr id="268" name="Straight Connector 267"/>
          <p:cNvCxnSpPr/>
          <p:nvPr/>
        </p:nvCxnSpPr>
        <p:spPr bwMode="auto">
          <a:xfrm flipH="1">
            <a:off x="2914650" y="2667266"/>
            <a:ext cx="495463" cy="495451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cxnSp>
        <p:nvCxnSpPr>
          <p:cNvPr id="270" name="Straight Connector 269"/>
          <p:cNvCxnSpPr>
            <a:endCxn id="167" idx="7"/>
          </p:cNvCxnSpPr>
          <p:nvPr/>
        </p:nvCxnSpPr>
        <p:spPr bwMode="auto">
          <a:xfrm flipH="1" flipV="1">
            <a:off x="5547943" y="2651467"/>
            <a:ext cx="498946" cy="573893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sp>
        <p:nvSpPr>
          <p:cNvPr id="276" name="TextBox 275"/>
          <p:cNvSpPr txBox="1"/>
          <p:nvPr/>
        </p:nvSpPr>
        <p:spPr>
          <a:xfrm>
            <a:off x="4150227" y="3456813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90"/>
                </a:solidFill>
              </a:rPr>
              <a:t>AS 2</a:t>
            </a:r>
          </a:p>
        </p:txBody>
      </p:sp>
      <p:sp>
        <p:nvSpPr>
          <p:cNvPr id="278" name="TextBox 277"/>
          <p:cNvSpPr txBox="1"/>
          <p:nvPr/>
        </p:nvSpPr>
        <p:spPr>
          <a:xfrm>
            <a:off x="6827512" y="4303400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90"/>
                </a:solidFill>
              </a:rPr>
              <a:t>AS 3</a:t>
            </a:r>
          </a:p>
        </p:txBody>
      </p:sp>
      <p:sp>
        <p:nvSpPr>
          <p:cNvPr id="284" name="TextBox 283"/>
          <p:cNvSpPr txBox="1"/>
          <p:nvPr/>
        </p:nvSpPr>
        <p:spPr>
          <a:xfrm>
            <a:off x="1519279" y="4270457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90"/>
                </a:solidFill>
              </a:rPr>
              <a:t>AS 1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914083" y="2105412"/>
            <a:ext cx="5734325" cy="3959125"/>
            <a:chOff x="1020408" y="2368720"/>
            <a:chExt cx="5734325" cy="3959125"/>
          </a:xfrm>
        </p:grpSpPr>
        <p:grpSp>
          <p:nvGrpSpPr>
            <p:cNvPr id="4" name="Group 3"/>
            <p:cNvGrpSpPr/>
            <p:nvPr/>
          </p:nvGrpSpPr>
          <p:grpSpPr>
            <a:xfrm>
              <a:off x="1020408" y="2368720"/>
              <a:ext cx="5734325" cy="3959125"/>
              <a:chOff x="1020408" y="2368720"/>
              <a:chExt cx="5734325" cy="3959125"/>
            </a:xfrm>
          </p:grpSpPr>
          <p:grpSp>
            <p:nvGrpSpPr>
              <p:cNvPr id="271" name="Group 270"/>
              <p:cNvGrpSpPr/>
              <p:nvPr/>
            </p:nvGrpSpPr>
            <p:grpSpPr>
              <a:xfrm>
                <a:off x="1146544" y="5725901"/>
                <a:ext cx="565150" cy="400110"/>
                <a:chOff x="1736090" y="2873352"/>
                <a:chExt cx="565150" cy="400110"/>
              </a:xfrm>
            </p:grpSpPr>
            <p:grpSp>
              <p:nvGrpSpPr>
                <p:cNvPr id="272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80" name="Oval 279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sz="2000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87" name="Rectangle 286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sz="2000"/>
                  </a:p>
                </p:txBody>
              </p:sp>
              <p:sp>
                <p:nvSpPr>
                  <p:cNvPr id="288" name="Oval 287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sz="2000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89" name="Freeform 288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sz="2000"/>
                  </a:p>
                </p:txBody>
              </p:sp>
              <p:sp>
                <p:nvSpPr>
                  <p:cNvPr id="290" name="Freeform 289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sz="2000"/>
                  </a:p>
                </p:txBody>
              </p:sp>
              <p:sp>
                <p:nvSpPr>
                  <p:cNvPr id="291" name="Freeform 290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sz="2000"/>
                  </a:p>
                </p:txBody>
              </p:sp>
              <p:sp>
                <p:nvSpPr>
                  <p:cNvPr id="292" name="Freeform 291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sz="2000"/>
                  </a:p>
                </p:txBody>
              </p:sp>
              <p:cxnSp>
                <p:nvCxnSpPr>
                  <p:cNvPr id="293" name="Straight Connector 292"/>
                  <p:cNvCxnSpPr>
                    <a:endCxn id="28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4" name="Straight Connector 293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5" name="Group 274"/>
                <p:cNvGrpSpPr/>
                <p:nvPr/>
              </p:nvGrpSpPr>
              <p:grpSpPr>
                <a:xfrm>
                  <a:off x="1770362" y="2873352"/>
                  <a:ext cx="423514" cy="400110"/>
                  <a:chOff x="667045" y="1708643"/>
                  <a:chExt cx="423514" cy="400110"/>
                </a:xfrm>
              </p:grpSpPr>
              <p:sp>
                <p:nvSpPr>
                  <p:cNvPr id="277" name="Oval 276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2000" dirty="0"/>
                  </a:p>
                </p:txBody>
              </p:sp>
              <p:sp>
                <p:nvSpPr>
                  <p:cNvPr id="279" name="TextBox 278"/>
                  <p:cNvSpPr txBox="1"/>
                  <p:nvPr/>
                </p:nvSpPr>
                <p:spPr>
                  <a:xfrm>
                    <a:off x="667045" y="1708643"/>
                    <a:ext cx="423514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sz="2000" dirty="0"/>
                      <a:t>1c</a:t>
                    </a:r>
                  </a:p>
                </p:txBody>
              </p:sp>
            </p:grpSp>
          </p:grpSp>
          <p:sp>
            <p:nvSpPr>
              <p:cNvPr id="3" name="Oval 2"/>
              <p:cNvSpPr/>
              <p:nvPr/>
            </p:nvSpPr>
            <p:spPr bwMode="auto">
              <a:xfrm>
                <a:off x="1020408" y="5511349"/>
                <a:ext cx="839004" cy="816496"/>
              </a:xfrm>
              <a:prstGeom prst="ellipse">
                <a:avLst/>
              </a:prstGeom>
              <a:noFill/>
              <a:ln w="19050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/>
              </a:p>
            </p:txBody>
          </p:sp>
          <p:sp>
            <p:nvSpPr>
              <p:cNvPr id="295" name="Oval 294"/>
              <p:cNvSpPr/>
              <p:nvPr/>
            </p:nvSpPr>
            <p:spPr bwMode="auto">
              <a:xfrm>
                <a:off x="2442651" y="3191580"/>
                <a:ext cx="839004" cy="816496"/>
              </a:xfrm>
              <a:prstGeom prst="ellipse">
                <a:avLst/>
              </a:prstGeom>
              <a:noFill/>
              <a:ln w="19050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/>
              </a:p>
            </p:txBody>
          </p:sp>
          <p:sp>
            <p:nvSpPr>
              <p:cNvPr id="296" name="Oval 295"/>
              <p:cNvSpPr/>
              <p:nvPr/>
            </p:nvSpPr>
            <p:spPr bwMode="auto">
              <a:xfrm>
                <a:off x="3252649" y="2368720"/>
                <a:ext cx="839004" cy="816496"/>
              </a:xfrm>
              <a:prstGeom prst="ellipse">
                <a:avLst/>
              </a:prstGeom>
              <a:noFill/>
              <a:ln w="19050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/>
              </a:p>
            </p:txBody>
          </p:sp>
          <p:sp>
            <p:nvSpPr>
              <p:cNvPr id="297" name="Oval 296"/>
              <p:cNvSpPr/>
              <p:nvPr/>
            </p:nvSpPr>
            <p:spPr bwMode="auto">
              <a:xfrm>
                <a:off x="5037704" y="2453079"/>
                <a:ext cx="839004" cy="816496"/>
              </a:xfrm>
              <a:prstGeom prst="ellipse">
                <a:avLst/>
              </a:prstGeom>
              <a:noFill/>
              <a:ln w="19050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/>
              </a:p>
            </p:txBody>
          </p:sp>
          <p:sp>
            <p:nvSpPr>
              <p:cNvPr id="298" name="Oval 297"/>
              <p:cNvSpPr/>
              <p:nvPr/>
            </p:nvSpPr>
            <p:spPr bwMode="auto">
              <a:xfrm>
                <a:off x="5915729" y="3217852"/>
                <a:ext cx="839004" cy="816496"/>
              </a:xfrm>
              <a:prstGeom prst="ellipse">
                <a:avLst/>
              </a:prstGeom>
              <a:noFill/>
              <a:ln w="19050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/>
              </a:p>
            </p:txBody>
          </p:sp>
        </p:grpSp>
        <p:sp>
          <p:nvSpPr>
            <p:cNvPr id="5" name="TextBox 4"/>
            <p:cNvSpPr txBox="1"/>
            <p:nvPr/>
          </p:nvSpPr>
          <p:spPr>
            <a:xfrm>
              <a:off x="2018143" y="5692792"/>
              <a:ext cx="4736589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2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运行</a:t>
              </a:r>
              <a:r>
                <a:rPr lang="en-US" sz="2200" dirty="0" err="1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eBGP</a:t>
              </a:r>
              <a:r>
                <a:rPr lang="zh-CN" altLang="en-US" sz="22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、</a:t>
              </a:r>
              <a:r>
                <a:rPr lang="en-US" sz="2200" dirty="0" err="1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iBGP</a:t>
              </a:r>
              <a:r>
                <a:rPr lang="zh-CN" altLang="en-US" sz="22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协议和</a:t>
              </a:r>
              <a:r>
                <a:rPr lang="en-US" sz="22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IGP</a:t>
              </a:r>
              <a:r>
                <a:rPr lang="zh-CN" altLang="en-US" sz="22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的路由器</a:t>
              </a:r>
              <a:endParaRPr 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285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-BGP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5" name="Rectangle 3"/>
          <p:cNvSpPr>
            <a:spLocks noGrp="1" noChangeArrowheads="1"/>
          </p:cNvSpPr>
          <p:nvPr>
            <p:ph type="title"/>
          </p:nvPr>
        </p:nvSpPr>
        <p:spPr>
          <a:xfrm>
            <a:off x="307960" y="796217"/>
            <a:ext cx="7997840" cy="558491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BGP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基本思想</a:t>
            </a:r>
            <a:endParaRPr lang="en-US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62846" name="Rectangle 116"/>
          <p:cNvSpPr>
            <a:spLocks noChangeArrowheads="1"/>
          </p:cNvSpPr>
          <p:nvPr/>
        </p:nvSpPr>
        <p:spPr bwMode="auto">
          <a:xfrm>
            <a:off x="385477" y="1513422"/>
            <a:ext cx="8352123" cy="2409257"/>
          </a:xfrm>
          <a:prstGeom prst="rect">
            <a:avLst/>
          </a:prstGeom>
          <a:noFill/>
          <a:ln>
            <a:noFill/>
          </a:ln>
        </p:spPr>
        <p:txBody>
          <a:bodyPr/>
          <a:lstStyle/>
          <a:p>
            <a:pPr marL="342900" indent="-342900">
              <a:lnSpc>
                <a:spcPts val="3500"/>
              </a:lnSpc>
              <a:spcBef>
                <a:spcPts val="1200"/>
              </a:spcBef>
              <a:buBlip>
                <a:blip r:embed="rId3"/>
              </a:buBlip>
              <a:defRPr/>
            </a:pPr>
            <a:r>
              <a:rPr lang="en-US" altLang="zh-CN" sz="240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BGP</a:t>
            </a:r>
            <a:r>
              <a:rPr lang="zh-CN" altLang="en-US" sz="240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会话：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两个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BGP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路由器通过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TCP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连接交换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BGP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报文</a:t>
            </a:r>
            <a:endParaRPr lang="en-US" altLang="ja-JP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717550" lvl="1" indent="-361950">
              <a:lnSpc>
                <a:spcPts val="3500"/>
              </a:lnSpc>
              <a:spcBef>
                <a:spcPts val="12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通告到不同网络前缀的路径，即路径向量协议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42900" indent="-342900">
              <a:lnSpc>
                <a:spcPts val="3500"/>
              </a:lnSpc>
              <a:spcBef>
                <a:spcPts val="1200"/>
              </a:spcBef>
              <a:buBlip>
                <a:blip r:embed="rId3"/>
              </a:buBlip>
              <a:defRPr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例如：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AS3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的路由器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3a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向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AS2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的路由器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2c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通告路径</a:t>
            </a:r>
            <a:r>
              <a:rPr lang="zh-CN" altLang="en-US" sz="2400" b="1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（</a:t>
            </a:r>
            <a:r>
              <a:rPr lang="en-US" altLang="zh-CN" sz="2400" b="1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AS3, X</a:t>
            </a:r>
            <a:r>
              <a:rPr lang="zh-CN" altLang="en-US" sz="240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717550" lvl="1" indent="-361950">
              <a:lnSpc>
                <a:spcPts val="3500"/>
              </a:lnSpc>
              <a:spcBef>
                <a:spcPts val="1200"/>
              </a:spcBef>
              <a:buBlip>
                <a:blip r:embed="rId4"/>
              </a:buBlip>
              <a:defRPr/>
            </a:pP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AS3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向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AS2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承诺向</a:t>
            </a:r>
            <a:r>
              <a:rPr lang="en-US" altLang="zh-CN" sz="2200" b="1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X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转发数据包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640981" y="4016971"/>
            <a:ext cx="7772880" cy="2385178"/>
            <a:chOff x="624887" y="3798835"/>
            <a:chExt cx="8147674" cy="2788793"/>
          </a:xfrm>
        </p:grpSpPr>
        <p:grpSp>
          <p:nvGrpSpPr>
            <p:cNvPr id="125" name="Group 124"/>
            <p:cNvGrpSpPr/>
            <p:nvPr/>
          </p:nvGrpSpPr>
          <p:grpSpPr>
            <a:xfrm>
              <a:off x="624887" y="3939922"/>
              <a:ext cx="2557336" cy="1719017"/>
              <a:chOff x="-2170772" y="2784954"/>
              <a:chExt cx="2712783" cy="1853712"/>
            </a:xfrm>
          </p:grpSpPr>
          <p:sp>
            <p:nvSpPr>
              <p:cNvPr id="261" name="Freeform 2"/>
              <p:cNvSpPr/>
              <p:nvPr/>
            </p:nvSpPr>
            <p:spPr bwMode="auto">
              <a:xfrm>
                <a:off x="-2170772" y="2784954"/>
                <a:ext cx="2712783" cy="185371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-1" fmla="*/ 4 w 8600"/>
                  <a:gd name="connsiteY0-2" fmla="*/ 4042 h 10128"/>
                  <a:gd name="connsiteX1-3" fmla="*/ 715 w 8600"/>
                  <a:gd name="connsiteY1-4" fmla="*/ 1598 h 10128"/>
                  <a:gd name="connsiteX2-5" fmla="*/ 3130 w 8600"/>
                  <a:gd name="connsiteY2-6" fmla="*/ 1009 h 10128"/>
                  <a:gd name="connsiteX3-7" fmla="*/ 4995 w 8600"/>
                  <a:gd name="connsiteY3-8" fmla="*/ 3 h 10128"/>
                  <a:gd name="connsiteX4-9" fmla="*/ 6720 w 8600"/>
                  <a:gd name="connsiteY4-10" fmla="*/ 1012 h 10128"/>
                  <a:gd name="connsiteX5-11" fmla="*/ 8599 w 8600"/>
                  <a:gd name="connsiteY5-12" fmla="*/ 6800 h 10128"/>
                  <a:gd name="connsiteX6-13" fmla="*/ 6995 w 8600"/>
                  <a:gd name="connsiteY6-14" fmla="*/ 9325 h 10128"/>
                  <a:gd name="connsiteX7-15" fmla="*/ 5307 w 8600"/>
                  <a:gd name="connsiteY7-16" fmla="*/ 8846 h 10128"/>
                  <a:gd name="connsiteX8-17" fmla="*/ 4371 w 8600"/>
                  <a:gd name="connsiteY8-18" fmla="*/ 9915 h 10128"/>
                  <a:gd name="connsiteX9-19" fmla="*/ 3140 w 8600"/>
                  <a:gd name="connsiteY9-20" fmla="*/ 10022 h 10128"/>
                  <a:gd name="connsiteX10-21" fmla="*/ 2179 w 8600"/>
                  <a:gd name="connsiteY10-22" fmla="*/ 7898 h 10128"/>
                  <a:gd name="connsiteX11-23" fmla="*/ 1187 w 8600"/>
                  <a:gd name="connsiteY11-24" fmla="*/ 7498 h 10128"/>
                  <a:gd name="connsiteX12-25" fmla="*/ 4 w 8600"/>
                  <a:gd name="connsiteY12-26" fmla="*/ 4042 h 10128"/>
                  <a:gd name="connsiteX0-27" fmla="*/ 4 w 9326"/>
                  <a:gd name="connsiteY0-28" fmla="*/ 3988 h 9997"/>
                  <a:gd name="connsiteX1-29" fmla="*/ 830 w 9326"/>
                  <a:gd name="connsiteY1-30" fmla="*/ 1575 h 9997"/>
                  <a:gd name="connsiteX2-31" fmla="*/ 3639 w 9326"/>
                  <a:gd name="connsiteY2-32" fmla="*/ 993 h 9997"/>
                  <a:gd name="connsiteX3-33" fmla="*/ 5807 w 9326"/>
                  <a:gd name="connsiteY3-34" fmla="*/ 0 h 9997"/>
                  <a:gd name="connsiteX4-35" fmla="*/ 7813 w 9326"/>
                  <a:gd name="connsiteY4-36" fmla="*/ 996 h 9997"/>
                  <a:gd name="connsiteX5-37" fmla="*/ 9324 w 9326"/>
                  <a:gd name="connsiteY5-38" fmla="*/ 5746 h 9997"/>
                  <a:gd name="connsiteX6-39" fmla="*/ 8133 w 9326"/>
                  <a:gd name="connsiteY6-40" fmla="*/ 9204 h 9997"/>
                  <a:gd name="connsiteX7-41" fmla="*/ 6170 w 9326"/>
                  <a:gd name="connsiteY7-42" fmla="*/ 8731 h 9997"/>
                  <a:gd name="connsiteX8-43" fmla="*/ 5082 w 9326"/>
                  <a:gd name="connsiteY8-44" fmla="*/ 9787 h 9997"/>
                  <a:gd name="connsiteX9-45" fmla="*/ 3650 w 9326"/>
                  <a:gd name="connsiteY9-46" fmla="*/ 9892 h 9997"/>
                  <a:gd name="connsiteX10-47" fmla="*/ 2533 w 9326"/>
                  <a:gd name="connsiteY10-48" fmla="*/ 7795 h 9997"/>
                  <a:gd name="connsiteX11-49" fmla="*/ 1379 w 9326"/>
                  <a:gd name="connsiteY11-50" fmla="*/ 7400 h 9997"/>
                  <a:gd name="connsiteX12-51" fmla="*/ 4 w 9326"/>
                  <a:gd name="connsiteY12-52" fmla="*/ 3988 h 9997"/>
                  <a:gd name="connsiteX0-53" fmla="*/ 4 w 10001"/>
                  <a:gd name="connsiteY0-54" fmla="*/ 3989 h 10041"/>
                  <a:gd name="connsiteX1-55" fmla="*/ 890 w 10001"/>
                  <a:gd name="connsiteY1-56" fmla="*/ 1575 h 10041"/>
                  <a:gd name="connsiteX2-57" fmla="*/ 3902 w 10001"/>
                  <a:gd name="connsiteY2-58" fmla="*/ 993 h 10041"/>
                  <a:gd name="connsiteX3-59" fmla="*/ 6227 w 10001"/>
                  <a:gd name="connsiteY3-60" fmla="*/ 0 h 10041"/>
                  <a:gd name="connsiteX4-61" fmla="*/ 8378 w 10001"/>
                  <a:gd name="connsiteY4-62" fmla="*/ 996 h 10041"/>
                  <a:gd name="connsiteX5-63" fmla="*/ 9998 w 10001"/>
                  <a:gd name="connsiteY5-64" fmla="*/ 5748 h 10041"/>
                  <a:gd name="connsiteX6-65" fmla="*/ 8721 w 10001"/>
                  <a:gd name="connsiteY6-66" fmla="*/ 9207 h 10041"/>
                  <a:gd name="connsiteX7-67" fmla="*/ 5449 w 10001"/>
                  <a:gd name="connsiteY7-68" fmla="*/ 9790 h 10041"/>
                  <a:gd name="connsiteX8-69" fmla="*/ 3914 w 10001"/>
                  <a:gd name="connsiteY8-70" fmla="*/ 9895 h 10041"/>
                  <a:gd name="connsiteX9-71" fmla="*/ 2716 w 10001"/>
                  <a:gd name="connsiteY9-72" fmla="*/ 7797 h 10041"/>
                  <a:gd name="connsiteX10-73" fmla="*/ 1479 w 10001"/>
                  <a:gd name="connsiteY10-74" fmla="*/ 7402 h 10041"/>
                  <a:gd name="connsiteX11-75" fmla="*/ 4 w 10001"/>
                  <a:gd name="connsiteY11-76" fmla="*/ 3989 h 10041"/>
                  <a:gd name="connsiteX0-77" fmla="*/ 4 w 10001"/>
                  <a:gd name="connsiteY0-78" fmla="*/ 3989 h 14825"/>
                  <a:gd name="connsiteX1-79" fmla="*/ 890 w 10001"/>
                  <a:gd name="connsiteY1-80" fmla="*/ 1575 h 14825"/>
                  <a:gd name="connsiteX2-81" fmla="*/ 3902 w 10001"/>
                  <a:gd name="connsiteY2-82" fmla="*/ 993 h 14825"/>
                  <a:gd name="connsiteX3-83" fmla="*/ 6227 w 10001"/>
                  <a:gd name="connsiteY3-84" fmla="*/ 0 h 14825"/>
                  <a:gd name="connsiteX4-85" fmla="*/ 8378 w 10001"/>
                  <a:gd name="connsiteY4-86" fmla="*/ 996 h 14825"/>
                  <a:gd name="connsiteX5-87" fmla="*/ 9998 w 10001"/>
                  <a:gd name="connsiteY5-88" fmla="*/ 5748 h 14825"/>
                  <a:gd name="connsiteX6-89" fmla="*/ 8721 w 10001"/>
                  <a:gd name="connsiteY6-90" fmla="*/ 9207 h 14825"/>
                  <a:gd name="connsiteX7-91" fmla="*/ 6011 w 10001"/>
                  <a:gd name="connsiteY7-92" fmla="*/ 14823 h 14825"/>
                  <a:gd name="connsiteX8-93" fmla="*/ 3914 w 10001"/>
                  <a:gd name="connsiteY8-94" fmla="*/ 9895 h 14825"/>
                  <a:gd name="connsiteX9-95" fmla="*/ 2716 w 10001"/>
                  <a:gd name="connsiteY9-96" fmla="*/ 7797 h 14825"/>
                  <a:gd name="connsiteX10-97" fmla="*/ 1479 w 10001"/>
                  <a:gd name="connsiteY10-98" fmla="*/ 7402 h 14825"/>
                  <a:gd name="connsiteX11-99" fmla="*/ 4 w 10001"/>
                  <a:gd name="connsiteY11-100" fmla="*/ 3989 h 14825"/>
                  <a:gd name="connsiteX0-101" fmla="*/ 4 w 10001"/>
                  <a:gd name="connsiteY0-102" fmla="*/ 7436 h 18272"/>
                  <a:gd name="connsiteX1-103" fmla="*/ 890 w 10001"/>
                  <a:gd name="connsiteY1-104" fmla="*/ 5022 h 18272"/>
                  <a:gd name="connsiteX2-105" fmla="*/ 3902 w 10001"/>
                  <a:gd name="connsiteY2-106" fmla="*/ 4440 h 18272"/>
                  <a:gd name="connsiteX3-107" fmla="*/ 6026 w 10001"/>
                  <a:gd name="connsiteY3-108" fmla="*/ 0 h 18272"/>
                  <a:gd name="connsiteX4-109" fmla="*/ 8378 w 10001"/>
                  <a:gd name="connsiteY4-110" fmla="*/ 4443 h 18272"/>
                  <a:gd name="connsiteX5-111" fmla="*/ 9998 w 10001"/>
                  <a:gd name="connsiteY5-112" fmla="*/ 9195 h 18272"/>
                  <a:gd name="connsiteX6-113" fmla="*/ 8721 w 10001"/>
                  <a:gd name="connsiteY6-114" fmla="*/ 12654 h 18272"/>
                  <a:gd name="connsiteX7-115" fmla="*/ 6011 w 10001"/>
                  <a:gd name="connsiteY7-116" fmla="*/ 18270 h 18272"/>
                  <a:gd name="connsiteX8-117" fmla="*/ 3914 w 10001"/>
                  <a:gd name="connsiteY8-118" fmla="*/ 13342 h 18272"/>
                  <a:gd name="connsiteX9-119" fmla="*/ 2716 w 10001"/>
                  <a:gd name="connsiteY9-120" fmla="*/ 11244 h 18272"/>
                  <a:gd name="connsiteX10-121" fmla="*/ 1479 w 10001"/>
                  <a:gd name="connsiteY10-122" fmla="*/ 10849 h 18272"/>
                  <a:gd name="connsiteX11-123" fmla="*/ 4 w 10001"/>
                  <a:gd name="connsiteY11-124" fmla="*/ 7436 h 18272"/>
                  <a:gd name="connsiteX0-125" fmla="*/ 1 w 9998"/>
                  <a:gd name="connsiteY0-126" fmla="*/ 7436 h 18272"/>
                  <a:gd name="connsiteX1-127" fmla="*/ 3899 w 9998"/>
                  <a:gd name="connsiteY1-128" fmla="*/ 4440 h 18272"/>
                  <a:gd name="connsiteX2-129" fmla="*/ 6023 w 9998"/>
                  <a:gd name="connsiteY2-130" fmla="*/ 0 h 18272"/>
                  <a:gd name="connsiteX3-131" fmla="*/ 8375 w 9998"/>
                  <a:gd name="connsiteY3-132" fmla="*/ 4443 h 18272"/>
                  <a:gd name="connsiteX4-133" fmla="*/ 9995 w 9998"/>
                  <a:gd name="connsiteY4-134" fmla="*/ 9195 h 18272"/>
                  <a:gd name="connsiteX5-135" fmla="*/ 8718 w 9998"/>
                  <a:gd name="connsiteY5-136" fmla="*/ 12654 h 18272"/>
                  <a:gd name="connsiteX6-137" fmla="*/ 6008 w 9998"/>
                  <a:gd name="connsiteY6-138" fmla="*/ 18270 h 18272"/>
                  <a:gd name="connsiteX7-139" fmla="*/ 3911 w 9998"/>
                  <a:gd name="connsiteY7-140" fmla="*/ 13342 h 18272"/>
                  <a:gd name="connsiteX8-141" fmla="*/ 2713 w 9998"/>
                  <a:gd name="connsiteY8-142" fmla="*/ 11244 h 18272"/>
                  <a:gd name="connsiteX9-143" fmla="*/ 1476 w 9998"/>
                  <a:gd name="connsiteY9-144" fmla="*/ 10849 h 18272"/>
                  <a:gd name="connsiteX10-145" fmla="*/ 1 w 9998"/>
                  <a:gd name="connsiteY10-146" fmla="*/ 7436 h 18272"/>
                  <a:gd name="connsiteX0-147" fmla="*/ 35 w 8559"/>
                  <a:gd name="connsiteY0-148" fmla="*/ 5938 h 10000"/>
                  <a:gd name="connsiteX1-149" fmla="*/ 2459 w 8559"/>
                  <a:gd name="connsiteY1-150" fmla="*/ 2430 h 10000"/>
                  <a:gd name="connsiteX2-151" fmla="*/ 4583 w 8559"/>
                  <a:gd name="connsiteY2-152" fmla="*/ 0 h 10000"/>
                  <a:gd name="connsiteX3-153" fmla="*/ 6936 w 8559"/>
                  <a:gd name="connsiteY3-154" fmla="*/ 2432 h 10000"/>
                  <a:gd name="connsiteX4-155" fmla="*/ 8556 w 8559"/>
                  <a:gd name="connsiteY4-156" fmla="*/ 5032 h 10000"/>
                  <a:gd name="connsiteX5-157" fmla="*/ 7279 w 8559"/>
                  <a:gd name="connsiteY5-158" fmla="*/ 6925 h 10000"/>
                  <a:gd name="connsiteX6-159" fmla="*/ 4568 w 8559"/>
                  <a:gd name="connsiteY6-160" fmla="*/ 9999 h 10000"/>
                  <a:gd name="connsiteX7-161" fmla="*/ 2471 w 8559"/>
                  <a:gd name="connsiteY7-162" fmla="*/ 7302 h 10000"/>
                  <a:gd name="connsiteX8-163" fmla="*/ 1273 w 8559"/>
                  <a:gd name="connsiteY8-164" fmla="*/ 6154 h 10000"/>
                  <a:gd name="connsiteX9-165" fmla="*/ 35 w 8559"/>
                  <a:gd name="connsiteY9-166" fmla="*/ 5938 h 10000"/>
                  <a:gd name="connsiteX0-167" fmla="*/ 49 w 9820"/>
                  <a:gd name="connsiteY0-168" fmla="*/ 4655 h 10000"/>
                  <a:gd name="connsiteX1-169" fmla="*/ 2693 w 9820"/>
                  <a:gd name="connsiteY1-170" fmla="*/ 2430 h 10000"/>
                  <a:gd name="connsiteX2-171" fmla="*/ 5175 w 9820"/>
                  <a:gd name="connsiteY2-172" fmla="*/ 0 h 10000"/>
                  <a:gd name="connsiteX3-173" fmla="*/ 7924 w 9820"/>
                  <a:gd name="connsiteY3-174" fmla="*/ 2432 h 10000"/>
                  <a:gd name="connsiteX4-175" fmla="*/ 9816 w 9820"/>
                  <a:gd name="connsiteY4-176" fmla="*/ 5032 h 10000"/>
                  <a:gd name="connsiteX5-177" fmla="*/ 8324 w 9820"/>
                  <a:gd name="connsiteY5-178" fmla="*/ 6925 h 10000"/>
                  <a:gd name="connsiteX6-179" fmla="*/ 5157 w 9820"/>
                  <a:gd name="connsiteY6-180" fmla="*/ 9999 h 10000"/>
                  <a:gd name="connsiteX7-181" fmla="*/ 2707 w 9820"/>
                  <a:gd name="connsiteY7-182" fmla="*/ 7302 h 10000"/>
                  <a:gd name="connsiteX8-183" fmla="*/ 1307 w 9820"/>
                  <a:gd name="connsiteY8-184" fmla="*/ 6154 h 10000"/>
                  <a:gd name="connsiteX9-185" fmla="*/ 49 w 9820"/>
                  <a:gd name="connsiteY9-186" fmla="*/ 4655 h 10000"/>
                  <a:gd name="connsiteX0-187" fmla="*/ 45 w 9995"/>
                  <a:gd name="connsiteY0-188" fmla="*/ 4655 h 10000"/>
                  <a:gd name="connsiteX1-189" fmla="*/ 2737 w 9995"/>
                  <a:gd name="connsiteY1-190" fmla="*/ 2430 h 10000"/>
                  <a:gd name="connsiteX2-191" fmla="*/ 5265 w 9995"/>
                  <a:gd name="connsiteY2-192" fmla="*/ 0 h 10000"/>
                  <a:gd name="connsiteX3-193" fmla="*/ 8064 w 9995"/>
                  <a:gd name="connsiteY3-194" fmla="*/ 2432 h 10000"/>
                  <a:gd name="connsiteX4-195" fmla="*/ 9991 w 9995"/>
                  <a:gd name="connsiteY4-196" fmla="*/ 5032 h 10000"/>
                  <a:gd name="connsiteX5-197" fmla="*/ 8472 w 9995"/>
                  <a:gd name="connsiteY5-198" fmla="*/ 6925 h 10000"/>
                  <a:gd name="connsiteX6-199" fmla="*/ 5247 w 9995"/>
                  <a:gd name="connsiteY6-200" fmla="*/ 9999 h 10000"/>
                  <a:gd name="connsiteX7-201" fmla="*/ 2752 w 9995"/>
                  <a:gd name="connsiteY7-202" fmla="*/ 7302 h 10000"/>
                  <a:gd name="connsiteX8-203" fmla="*/ 1374 w 9995"/>
                  <a:gd name="connsiteY8-204" fmla="*/ 6984 h 10000"/>
                  <a:gd name="connsiteX9-205" fmla="*/ 45 w 9995"/>
                  <a:gd name="connsiteY9-206" fmla="*/ 4655 h 10000"/>
                  <a:gd name="connsiteX0-207" fmla="*/ 45 w 10000"/>
                  <a:gd name="connsiteY0-208" fmla="*/ 5032 h 10377"/>
                  <a:gd name="connsiteX1-209" fmla="*/ 2738 w 10000"/>
                  <a:gd name="connsiteY1-210" fmla="*/ 2807 h 10377"/>
                  <a:gd name="connsiteX2-211" fmla="*/ 4886 w 10000"/>
                  <a:gd name="connsiteY2-212" fmla="*/ 0 h 10377"/>
                  <a:gd name="connsiteX3-213" fmla="*/ 8068 w 10000"/>
                  <a:gd name="connsiteY3-214" fmla="*/ 2809 h 10377"/>
                  <a:gd name="connsiteX4-215" fmla="*/ 9996 w 10000"/>
                  <a:gd name="connsiteY4-216" fmla="*/ 5409 h 10377"/>
                  <a:gd name="connsiteX5-217" fmla="*/ 8476 w 10000"/>
                  <a:gd name="connsiteY5-218" fmla="*/ 7302 h 10377"/>
                  <a:gd name="connsiteX6-219" fmla="*/ 5250 w 10000"/>
                  <a:gd name="connsiteY6-220" fmla="*/ 10376 h 10377"/>
                  <a:gd name="connsiteX7-221" fmla="*/ 2753 w 10000"/>
                  <a:gd name="connsiteY7-222" fmla="*/ 7679 h 10377"/>
                  <a:gd name="connsiteX8-223" fmla="*/ 1375 w 10000"/>
                  <a:gd name="connsiteY8-224" fmla="*/ 7361 h 10377"/>
                  <a:gd name="connsiteX9-225" fmla="*/ 45 w 10000"/>
                  <a:gd name="connsiteY9-226" fmla="*/ 5032 h 10377"/>
                  <a:gd name="connsiteX0-227" fmla="*/ 45 w 10000"/>
                  <a:gd name="connsiteY0-228" fmla="*/ 5036 h 10381"/>
                  <a:gd name="connsiteX1-229" fmla="*/ 2738 w 10000"/>
                  <a:gd name="connsiteY1-230" fmla="*/ 2811 h 10381"/>
                  <a:gd name="connsiteX2-231" fmla="*/ 4886 w 10000"/>
                  <a:gd name="connsiteY2-232" fmla="*/ 4 h 10381"/>
                  <a:gd name="connsiteX3-233" fmla="*/ 8068 w 10000"/>
                  <a:gd name="connsiteY3-234" fmla="*/ 2813 h 10381"/>
                  <a:gd name="connsiteX4-235" fmla="*/ 9996 w 10000"/>
                  <a:gd name="connsiteY4-236" fmla="*/ 5413 h 10381"/>
                  <a:gd name="connsiteX5-237" fmla="*/ 8476 w 10000"/>
                  <a:gd name="connsiteY5-238" fmla="*/ 7306 h 10381"/>
                  <a:gd name="connsiteX6-239" fmla="*/ 5250 w 10000"/>
                  <a:gd name="connsiteY6-240" fmla="*/ 10380 h 10381"/>
                  <a:gd name="connsiteX7-241" fmla="*/ 2753 w 10000"/>
                  <a:gd name="connsiteY7-242" fmla="*/ 7683 h 10381"/>
                  <a:gd name="connsiteX8-243" fmla="*/ 1375 w 10000"/>
                  <a:gd name="connsiteY8-244" fmla="*/ 7365 h 10381"/>
                  <a:gd name="connsiteX9-245" fmla="*/ 45 w 10000"/>
                  <a:gd name="connsiteY9-246" fmla="*/ 5036 h 10381"/>
                  <a:gd name="connsiteX0-247" fmla="*/ 45 w 10000"/>
                  <a:gd name="connsiteY0-248" fmla="*/ 5036 h 10796"/>
                  <a:gd name="connsiteX1-249" fmla="*/ 2738 w 10000"/>
                  <a:gd name="connsiteY1-250" fmla="*/ 2811 h 10796"/>
                  <a:gd name="connsiteX2-251" fmla="*/ 4886 w 10000"/>
                  <a:gd name="connsiteY2-252" fmla="*/ 4 h 10796"/>
                  <a:gd name="connsiteX3-253" fmla="*/ 8068 w 10000"/>
                  <a:gd name="connsiteY3-254" fmla="*/ 2813 h 10796"/>
                  <a:gd name="connsiteX4-255" fmla="*/ 9996 w 10000"/>
                  <a:gd name="connsiteY4-256" fmla="*/ 5413 h 10796"/>
                  <a:gd name="connsiteX5-257" fmla="*/ 8476 w 10000"/>
                  <a:gd name="connsiteY5-258" fmla="*/ 7306 h 10796"/>
                  <a:gd name="connsiteX6-259" fmla="*/ 5202 w 10000"/>
                  <a:gd name="connsiteY6-260" fmla="*/ 10795 h 10796"/>
                  <a:gd name="connsiteX7-261" fmla="*/ 2753 w 10000"/>
                  <a:gd name="connsiteY7-262" fmla="*/ 7683 h 10796"/>
                  <a:gd name="connsiteX8-263" fmla="*/ 1375 w 10000"/>
                  <a:gd name="connsiteY8-264" fmla="*/ 7365 h 10796"/>
                  <a:gd name="connsiteX9-265" fmla="*/ 45 w 10000"/>
                  <a:gd name="connsiteY9-266" fmla="*/ 5036 h 10796"/>
                  <a:gd name="connsiteX0-267" fmla="*/ 45 w 10000"/>
                  <a:gd name="connsiteY0-268" fmla="*/ 5036 h 10795"/>
                  <a:gd name="connsiteX1-269" fmla="*/ 2738 w 10000"/>
                  <a:gd name="connsiteY1-270" fmla="*/ 2811 h 10795"/>
                  <a:gd name="connsiteX2-271" fmla="*/ 4886 w 10000"/>
                  <a:gd name="connsiteY2-272" fmla="*/ 4 h 10795"/>
                  <a:gd name="connsiteX3-273" fmla="*/ 8068 w 10000"/>
                  <a:gd name="connsiteY3-274" fmla="*/ 2813 h 10795"/>
                  <a:gd name="connsiteX4-275" fmla="*/ 9996 w 10000"/>
                  <a:gd name="connsiteY4-276" fmla="*/ 5413 h 10795"/>
                  <a:gd name="connsiteX5-277" fmla="*/ 8476 w 10000"/>
                  <a:gd name="connsiteY5-278" fmla="*/ 7306 h 10795"/>
                  <a:gd name="connsiteX6-279" fmla="*/ 5202 w 10000"/>
                  <a:gd name="connsiteY6-280" fmla="*/ 10795 h 10795"/>
                  <a:gd name="connsiteX7-281" fmla="*/ 2753 w 10000"/>
                  <a:gd name="connsiteY7-282" fmla="*/ 7683 h 10795"/>
                  <a:gd name="connsiteX8-283" fmla="*/ 1375 w 10000"/>
                  <a:gd name="connsiteY8-284" fmla="*/ 7365 h 10795"/>
                  <a:gd name="connsiteX9-285" fmla="*/ 45 w 10000"/>
                  <a:gd name="connsiteY9-286" fmla="*/ 5036 h 10795"/>
                  <a:gd name="connsiteX0-287" fmla="*/ 45 w 10000"/>
                  <a:gd name="connsiteY0-288" fmla="*/ 5036 h 10795"/>
                  <a:gd name="connsiteX1-289" fmla="*/ 2738 w 10000"/>
                  <a:gd name="connsiteY1-290" fmla="*/ 2811 h 10795"/>
                  <a:gd name="connsiteX2-291" fmla="*/ 4886 w 10000"/>
                  <a:gd name="connsiteY2-292" fmla="*/ 4 h 10795"/>
                  <a:gd name="connsiteX3-293" fmla="*/ 8068 w 10000"/>
                  <a:gd name="connsiteY3-294" fmla="*/ 2813 h 10795"/>
                  <a:gd name="connsiteX4-295" fmla="*/ 9996 w 10000"/>
                  <a:gd name="connsiteY4-296" fmla="*/ 5413 h 10795"/>
                  <a:gd name="connsiteX5-297" fmla="*/ 8476 w 10000"/>
                  <a:gd name="connsiteY5-298" fmla="*/ 7306 h 10795"/>
                  <a:gd name="connsiteX6-299" fmla="*/ 5202 w 10000"/>
                  <a:gd name="connsiteY6-300" fmla="*/ 10795 h 10795"/>
                  <a:gd name="connsiteX7-301" fmla="*/ 2753 w 10000"/>
                  <a:gd name="connsiteY7-302" fmla="*/ 7683 h 10795"/>
                  <a:gd name="connsiteX8-303" fmla="*/ 1375 w 10000"/>
                  <a:gd name="connsiteY8-304" fmla="*/ 7365 h 10795"/>
                  <a:gd name="connsiteX9-305" fmla="*/ 45 w 10000"/>
                  <a:gd name="connsiteY9-306" fmla="*/ 5036 h 10795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</a:cxnLst>
                <a:rect l="l" t="t" r="r" b="b"/>
                <a:pathLst>
                  <a:path w="10000" h="10795">
                    <a:moveTo>
                      <a:pt x="45" y="5036"/>
                    </a:moveTo>
                    <a:cubicBezTo>
                      <a:pt x="272" y="4277"/>
                      <a:pt x="1931" y="3650"/>
                      <a:pt x="2738" y="2811"/>
                    </a:cubicBezTo>
                    <a:cubicBezTo>
                      <a:pt x="3545" y="1972"/>
                      <a:pt x="3352" y="117"/>
                      <a:pt x="4886" y="4"/>
                    </a:cubicBezTo>
                    <a:cubicBezTo>
                      <a:pt x="6420" y="-109"/>
                      <a:pt x="7216" y="1912"/>
                      <a:pt x="8068" y="2813"/>
                    </a:cubicBezTo>
                    <a:cubicBezTo>
                      <a:pt x="8920" y="3715"/>
                      <a:pt x="9928" y="3420"/>
                      <a:pt x="9996" y="5413"/>
                    </a:cubicBezTo>
                    <a:cubicBezTo>
                      <a:pt x="10064" y="7406"/>
                      <a:pt x="9275" y="6409"/>
                      <a:pt x="8476" y="7306"/>
                    </a:cubicBezTo>
                    <a:cubicBezTo>
                      <a:pt x="7677" y="8203"/>
                      <a:pt x="7086" y="10770"/>
                      <a:pt x="5202" y="10795"/>
                    </a:cubicBezTo>
                    <a:cubicBezTo>
                      <a:pt x="3318" y="10820"/>
                      <a:pt x="3391" y="8255"/>
                      <a:pt x="2753" y="7683"/>
                    </a:cubicBezTo>
                    <a:cubicBezTo>
                      <a:pt x="2115" y="7111"/>
                      <a:pt x="2326" y="7496"/>
                      <a:pt x="1375" y="7365"/>
                    </a:cubicBezTo>
                    <a:cubicBezTo>
                      <a:pt x="493" y="6773"/>
                      <a:pt x="-182" y="5795"/>
                      <a:pt x="45" y="5036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262" name="Group 261"/>
              <p:cNvGrpSpPr/>
              <p:nvPr/>
            </p:nvGrpSpPr>
            <p:grpSpPr>
              <a:xfrm>
                <a:off x="-1935370" y="2935816"/>
                <a:ext cx="2333625" cy="1590649"/>
                <a:chOff x="833331" y="2873352"/>
                <a:chExt cx="2333625" cy="1590649"/>
              </a:xfrm>
            </p:grpSpPr>
            <p:grpSp>
              <p:nvGrpSpPr>
                <p:cNvPr id="263" name="Group 262"/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312" name="Group 327"/>
                  <p:cNvGrpSpPr/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316" name="Oval 315"/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chemeClr val="accent2">
                            <a:lumMod val="75000"/>
                          </a:schemeClr>
                        </a:gs>
                        <a:gs pos="53000">
                          <a:schemeClr val="accent2">
                            <a:lumMod val="60000"/>
                            <a:lumOff val="40000"/>
                          </a:schemeClr>
                        </a:gs>
                        <a:gs pos="100000">
                          <a:schemeClr val="accent2">
                            <a:lumMod val="75000"/>
                          </a:schemeClr>
                        </a:gs>
                      </a:gsLst>
                      <a:lin ang="0" scaled="1"/>
                      <a:tileRect/>
                    </a:gradFill>
                    <a:ln w="6350" cmpd="sng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 dirty="0">
                        <a:ln>
                          <a:solidFill>
                            <a:schemeClr val="tx1"/>
                          </a:solidFill>
                        </a:ln>
                      </a:endParaRPr>
                    </a:p>
                  </p:txBody>
                </p:sp>
                <p:sp>
                  <p:nvSpPr>
                    <p:cNvPr id="317" name="Rectangle 316"/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chemeClr val="accent2">
                            <a:lumMod val="75000"/>
                          </a:schemeClr>
                        </a:gs>
                        <a:gs pos="53000">
                          <a:schemeClr val="accent2">
                            <a:lumMod val="60000"/>
                            <a:lumOff val="40000"/>
                          </a:schemeClr>
                        </a:gs>
                        <a:gs pos="100000">
                          <a:schemeClr val="accent2">
                            <a:lumMod val="75000"/>
                          </a:schemeClr>
                        </a:gs>
                      </a:gsLst>
                      <a:lin ang="10800000" scaled="0"/>
                    </a:gradFill>
                    <a:ln w="25400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18" name="Oval 317"/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 w="6350" cmpd="sng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 dirty="0">
                        <a:ln>
                          <a:solidFill>
                            <a:schemeClr val="tx1"/>
                          </a:solidFill>
                        </a:ln>
                      </a:endParaRPr>
                    </a:p>
                  </p:txBody>
                </p:sp>
                <p:sp>
                  <p:nvSpPr>
                    <p:cNvPr id="319" name="Freeform 318"/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-1" fmla="*/ 1486231 w 2944854"/>
                        <a:gd name="connsiteY0-2" fmla="*/ 727041 h 1316375"/>
                        <a:gd name="connsiteX1-3" fmla="*/ 257675 w 2944854"/>
                        <a:gd name="connsiteY1-4" fmla="*/ 1302232 h 1316375"/>
                        <a:gd name="connsiteX2-5" fmla="*/ 0 w 2944854"/>
                        <a:gd name="connsiteY2-6" fmla="*/ 1228607 h 1316375"/>
                        <a:gd name="connsiteX3-7" fmla="*/ 911064 w 2944854"/>
                        <a:gd name="connsiteY3-8" fmla="*/ 837478 h 1316375"/>
                        <a:gd name="connsiteX4-9" fmla="*/ 883456 w 2944854"/>
                        <a:gd name="connsiteY4-10" fmla="*/ 450949 h 1316375"/>
                        <a:gd name="connsiteX5-11" fmla="*/ 161047 w 2944854"/>
                        <a:gd name="connsiteY5-12" fmla="*/ 119640 h 1316375"/>
                        <a:gd name="connsiteX6-13" fmla="*/ 404917 w 2944854"/>
                        <a:gd name="connsiteY6-14" fmla="*/ 50617 h 1316375"/>
                        <a:gd name="connsiteX7-15" fmla="*/ 1477028 w 2944854"/>
                        <a:gd name="connsiteY7-16" fmla="*/ 501566 h 1316375"/>
                        <a:gd name="connsiteX8-17" fmla="*/ 2572146 w 2944854"/>
                        <a:gd name="connsiteY8-18" fmla="*/ 0 h 1316375"/>
                        <a:gd name="connsiteX9-19" fmla="*/ 2875834 w 2944854"/>
                        <a:gd name="connsiteY9-20" fmla="*/ 96632 h 1316375"/>
                        <a:gd name="connsiteX10-21" fmla="*/ 2079803 w 2944854"/>
                        <a:gd name="connsiteY10-22" fmla="*/ 432543 h 1316375"/>
                        <a:gd name="connsiteX11-23" fmla="*/ 2240850 w 2944854"/>
                        <a:gd name="connsiteY11-24" fmla="*/ 920305 h 1316375"/>
                        <a:gd name="connsiteX12-25" fmla="*/ 2944854 w 2944854"/>
                        <a:gd name="connsiteY12-26" fmla="*/ 1228607 h 1316375"/>
                        <a:gd name="connsiteX13-27" fmla="*/ 2756623 w 2944854"/>
                        <a:gd name="connsiteY13-28" fmla="*/ 1316375 h 1316375"/>
                        <a:gd name="connsiteX14-29" fmla="*/ 1486231 w 2944854"/>
                        <a:gd name="connsiteY14-30" fmla="*/ 727041 h 1316375"/>
                        <a:gd name="connsiteX0-31" fmla="*/ 1486231 w 3024520"/>
                        <a:gd name="connsiteY0-32" fmla="*/ 727041 h 1316375"/>
                        <a:gd name="connsiteX1-33" fmla="*/ 257675 w 3024520"/>
                        <a:gd name="connsiteY1-34" fmla="*/ 1302232 h 1316375"/>
                        <a:gd name="connsiteX2-35" fmla="*/ 0 w 3024520"/>
                        <a:gd name="connsiteY2-36" fmla="*/ 1228607 h 1316375"/>
                        <a:gd name="connsiteX3-37" fmla="*/ 911064 w 3024520"/>
                        <a:gd name="connsiteY3-38" fmla="*/ 837478 h 1316375"/>
                        <a:gd name="connsiteX4-39" fmla="*/ 883456 w 3024520"/>
                        <a:gd name="connsiteY4-40" fmla="*/ 450949 h 1316375"/>
                        <a:gd name="connsiteX5-41" fmla="*/ 161047 w 3024520"/>
                        <a:gd name="connsiteY5-42" fmla="*/ 119640 h 1316375"/>
                        <a:gd name="connsiteX6-43" fmla="*/ 404917 w 3024520"/>
                        <a:gd name="connsiteY6-44" fmla="*/ 50617 h 1316375"/>
                        <a:gd name="connsiteX7-45" fmla="*/ 1477028 w 3024520"/>
                        <a:gd name="connsiteY7-46" fmla="*/ 501566 h 1316375"/>
                        <a:gd name="connsiteX8-47" fmla="*/ 2572146 w 3024520"/>
                        <a:gd name="connsiteY8-48" fmla="*/ 0 h 1316375"/>
                        <a:gd name="connsiteX9-49" fmla="*/ 2875834 w 3024520"/>
                        <a:gd name="connsiteY9-50" fmla="*/ 96632 h 1316375"/>
                        <a:gd name="connsiteX10-51" fmla="*/ 2079803 w 3024520"/>
                        <a:gd name="connsiteY10-52" fmla="*/ 432543 h 1316375"/>
                        <a:gd name="connsiteX11-53" fmla="*/ 2240850 w 3024520"/>
                        <a:gd name="connsiteY11-54" fmla="*/ 920305 h 1316375"/>
                        <a:gd name="connsiteX12-55" fmla="*/ 3024520 w 3024520"/>
                        <a:gd name="connsiteY12-56" fmla="*/ 1228607 h 1316375"/>
                        <a:gd name="connsiteX13-57" fmla="*/ 2756623 w 3024520"/>
                        <a:gd name="connsiteY13-58" fmla="*/ 1316375 h 1316375"/>
                        <a:gd name="connsiteX14-59" fmla="*/ 1486231 w 3024520"/>
                        <a:gd name="connsiteY14-60" fmla="*/ 727041 h 1316375"/>
                        <a:gd name="connsiteX0-61" fmla="*/ 1537780 w 3076069"/>
                        <a:gd name="connsiteY0-62" fmla="*/ 727041 h 1316375"/>
                        <a:gd name="connsiteX1-63" fmla="*/ 309224 w 3076069"/>
                        <a:gd name="connsiteY1-64" fmla="*/ 1302232 h 1316375"/>
                        <a:gd name="connsiteX2-65" fmla="*/ 0 w 3076069"/>
                        <a:gd name="connsiteY2-66" fmla="*/ 1228607 h 1316375"/>
                        <a:gd name="connsiteX3-67" fmla="*/ 962613 w 3076069"/>
                        <a:gd name="connsiteY3-68" fmla="*/ 837478 h 1316375"/>
                        <a:gd name="connsiteX4-69" fmla="*/ 935005 w 3076069"/>
                        <a:gd name="connsiteY4-70" fmla="*/ 450949 h 1316375"/>
                        <a:gd name="connsiteX5-71" fmla="*/ 212596 w 3076069"/>
                        <a:gd name="connsiteY5-72" fmla="*/ 119640 h 1316375"/>
                        <a:gd name="connsiteX6-73" fmla="*/ 456466 w 3076069"/>
                        <a:gd name="connsiteY6-74" fmla="*/ 50617 h 1316375"/>
                        <a:gd name="connsiteX7-75" fmla="*/ 1528577 w 3076069"/>
                        <a:gd name="connsiteY7-76" fmla="*/ 501566 h 1316375"/>
                        <a:gd name="connsiteX8-77" fmla="*/ 2623695 w 3076069"/>
                        <a:gd name="connsiteY8-78" fmla="*/ 0 h 1316375"/>
                        <a:gd name="connsiteX9-79" fmla="*/ 2927383 w 3076069"/>
                        <a:gd name="connsiteY9-80" fmla="*/ 96632 h 1316375"/>
                        <a:gd name="connsiteX10-81" fmla="*/ 2131352 w 3076069"/>
                        <a:gd name="connsiteY10-82" fmla="*/ 432543 h 1316375"/>
                        <a:gd name="connsiteX11-83" fmla="*/ 2292399 w 3076069"/>
                        <a:gd name="connsiteY11-84" fmla="*/ 920305 h 1316375"/>
                        <a:gd name="connsiteX12-85" fmla="*/ 3076069 w 3076069"/>
                        <a:gd name="connsiteY12-86" fmla="*/ 1228607 h 1316375"/>
                        <a:gd name="connsiteX13-87" fmla="*/ 2808172 w 3076069"/>
                        <a:gd name="connsiteY13-88" fmla="*/ 1316375 h 1316375"/>
                        <a:gd name="connsiteX14-89" fmla="*/ 1537780 w 3076069"/>
                        <a:gd name="connsiteY14-90" fmla="*/ 727041 h 1316375"/>
                        <a:gd name="connsiteX0-91" fmla="*/ 1537780 w 3076069"/>
                        <a:gd name="connsiteY0-92" fmla="*/ 727041 h 1321259"/>
                        <a:gd name="connsiteX1-93" fmla="*/ 313981 w 3076069"/>
                        <a:gd name="connsiteY1-94" fmla="*/ 1321259 h 1321259"/>
                        <a:gd name="connsiteX2-95" fmla="*/ 0 w 3076069"/>
                        <a:gd name="connsiteY2-96" fmla="*/ 1228607 h 1321259"/>
                        <a:gd name="connsiteX3-97" fmla="*/ 962613 w 3076069"/>
                        <a:gd name="connsiteY3-98" fmla="*/ 837478 h 1321259"/>
                        <a:gd name="connsiteX4-99" fmla="*/ 935005 w 3076069"/>
                        <a:gd name="connsiteY4-100" fmla="*/ 450949 h 1321259"/>
                        <a:gd name="connsiteX5-101" fmla="*/ 212596 w 3076069"/>
                        <a:gd name="connsiteY5-102" fmla="*/ 119640 h 1321259"/>
                        <a:gd name="connsiteX6-103" fmla="*/ 456466 w 3076069"/>
                        <a:gd name="connsiteY6-104" fmla="*/ 50617 h 1321259"/>
                        <a:gd name="connsiteX7-105" fmla="*/ 1528577 w 3076069"/>
                        <a:gd name="connsiteY7-106" fmla="*/ 501566 h 1321259"/>
                        <a:gd name="connsiteX8-107" fmla="*/ 2623695 w 3076069"/>
                        <a:gd name="connsiteY8-108" fmla="*/ 0 h 1321259"/>
                        <a:gd name="connsiteX9-109" fmla="*/ 2927383 w 3076069"/>
                        <a:gd name="connsiteY9-110" fmla="*/ 96632 h 1321259"/>
                        <a:gd name="connsiteX10-111" fmla="*/ 2131352 w 3076069"/>
                        <a:gd name="connsiteY10-112" fmla="*/ 432543 h 1321259"/>
                        <a:gd name="connsiteX11-113" fmla="*/ 2292399 w 3076069"/>
                        <a:gd name="connsiteY11-114" fmla="*/ 920305 h 1321259"/>
                        <a:gd name="connsiteX12-115" fmla="*/ 3076069 w 3076069"/>
                        <a:gd name="connsiteY12-116" fmla="*/ 1228607 h 1321259"/>
                        <a:gd name="connsiteX13-117" fmla="*/ 2808172 w 3076069"/>
                        <a:gd name="connsiteY13-118" fmla="*/ 1316375 h 1321259"/>
                        <a:gd name="connsiteX14-119" fmla="*/ 1537780 w 3076069"/>
                        <a:gd name="connsiteY14-120" fmla="*/ 727041 h 1321259"/>
                        <a:gd name="connsiteX0-121" fmla="*/ 1537780 w 3076069"/>
                        <a:gd name="connsiteY0-122" fmla="*/ 750825 h 1321259"/>
                        <a:gd name="connsiteX1-123" fmla="*/ 313981 w 3076069"/>
                        <a:gd name="connsiteY1-124" fmla="*/ 1321259 h 1321259"/>
                        <a:gd name="connsiteX2-125" fmla="*/ 0 w 3076069"/>
                        <a:gd name="connsiteY2-126" fmla="*/ 1228607 h 1321259"/>
                        <a:gd name="connsiteX3-127" fmla="*/ 962613 w 3076069"/>
                        <a:gd name="connsiteY3-128" fmla="*/ 837478 h 1321259"/>
                        <a:gd name="connsiteX4-129" fmla="*/ 935005 w 3076069"/>
                        <a:gd name="connsiteY4-130" fmla="*/ 450949 h 1321259"/>
                        <a:gd name="connsiteX5-131" fmla="*/ 212596 w 3076069"/>
                        <a:gd name="connsiteY5-132" fmla="*/ 119640 h 1321259"/>
                        <a:gd name="connsiteX6-133" fmla="*/ 456466 w 3076069"/>
                        <a:gd name="connsiteY6-134" fmla="*/ 50617 h 1321259"/>
                        <a:gd name="connsiteX7-135" fmla="*/ 1528577 w 3076069"/>
                        <a:gd name="connsiteY7-136" fmla="*/ 501566 h 1321259"/>
                        <a:gd name="connsiteX8-137" fmla="*/ 2623695 w 3076069"/>
                        <a:gd name="connsiteY8-138" fmla="*/ 0 h 1321259"/>
                        <a:gd name="connsiteX9-139" fmla="*/ 2927383 w 3076069"/>
                        <a:gd name="connsiteY9-140" fmla="*/ 96632 h 1321259"/>
                        <a:gd name="connsiteX10-141" fmla="*/ 2131352 w 3076069"/>
                        <a:gd name="connsiteY10-142" fmla="*/ 432543 h 1321259"/>
                        <a:gd name="connsiteX11-143" fmla="*/ 2292399 w 3076069"/>
                        <a:gd name="connsiteY11-144" fmla="*/ 920305 h 1321259"/>
                        <a:gd name="connsiteX12-145" fmla="*/ 3076069 w 3076069"/>
                        <a:gd name="connsiteY12-146" fmla="*/ 1228607 h 1321259"/>
                        <a:gd name="connsiteX13-147" fmla="*/ 2808172 w 3076069"/>
                        <a:gd name="connsiteY13-148" fmla="*/ 1316375 h 1321259"/>
                        <a:gd name="connsiteX14-149" fmla="*/ 1537780 w 3076069"/>
                        <a:gd name="connsiteY14-150" fmla="*/ 750825 h 1321259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20" name="Freeform 319"/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-1" fmla="*/ 0 w 3640627"/>
                        <a:gd name="connsiteY0-2" fmla="*/ 242051 h 923747"/>
                        <a:gd name="connsiteX1-3" fmla="*/ 655168 w 3640627"/>
                        <a:gd name="connsiteY1-4" fmla="*/ 16495 h 923747"/>
                        <a:gd name="connsiteX2-5" fmla="*/ 1809765 w 3640627"/>
                        <a:gd name="connsiteY2-6" fmla="*/ 511360 h 923747"/>
                        <a:gd name="connsiteX3-7" fmla="*/ 2964363 w 3640627"/>
                        <a:gd name="connsiteY3-8" fmla="*/ 0 h 923747"/>
                        <a:gd name="connsiteX4-9" fmla="*/ 3640627 w 3640627"/>
                        <a:gd name="connsiteY4-10" fmla="*/ 197946 h 923747"/>
                        <a:gd name="connsiteX5-11" fmla="*/ 3195282 w 3640627"/>
                        <a:gd name="connsiteY5-12" fmla="*/ 461874 h 923747"/>
                        <a:gd name="connsiteX6-13" fmla="*/ 2980857 w 3640627"/>
                        <a:gd name="connsiteY6-14" fmla="*/ 379396 h 923747"/>
                        <a:gd name="connsiteX7-15" fmla="*/ 1826259 w 3640627"/>
                        <a:gd name="connsiteY7-16" fmla="*/ 923747 h 923747"/>
                        <a:gd name="connsiteX8-17" fmla="*/ 671662 w 3640627"/>
                        <a:gd name="connsiteY8-18" fmla="*/ 412387 h 923747"/>
                        <a:gd name="connsiteX9-19" fmla="*/ 523214 w 3640627"/>
                        <a:gd name="connsiteY9-20" fmla="*/ 478369 h 923747"/>
                        <a:gd name="connsiteX10-21" fmla="*/ 0 w 3640627"/>
                        <a:gd name="connsiteY10-22" fmla="*/ 242051 h 923747"/>
                        <a:gd name="connsiteX0-23" fmla="*/ 0 w 3640627"/>
                        <a:gd name="connsiteY0-24" fmla="*/ 242051 h 923747"/>
                        <a:gd name="connsiteX1-25" fmla="*/ 655168 w 3640627"/>
                        <a:gd name="connsiteY1-26" fmla="*/ 16495 h 923747"/>
                        <a:gd name="connsiteX2-27" fmla="*/ 1809765 w 3640627"/>
                        <a:gd name="connsiteY2-28" fmla="*/ 511360 h 923747"/>
                        <a:gd name="connsiteX3-29" fmla="*/ 2964363 w 3640627"/>
                        <a:gd name="connsiteY3-30" fmla="*/ 0 h 923747"/>
                        <a:gd name="connsiteX4-31" fmla="*/ 3640627 w 3640627"/>
                        <a:gd name="connsiteY4-32" fmla="*/ 197946 h 923747"/>
                        <a:gd name="connsiteX5-33" fmla="*/ 3195282 w 3640627"/>
                        <a:gd name="connsiteY5-34" fmla="*/ 461874 h 923747"/>
                        <a:gd name="connsiteX6-35" fmla="*/ 2980857 w 3640627"/>
                        <a:gd name="connsiteY6-36" fmla="*/ 379396 h 923747"/>
                        <a:gd name="connsiteX7-37" fmla="*/ 1826259 w 3640627"/>
                        <a:gd name="connsiteY7-38" fmla="*/ 923747 h 923747"/>
                        <a:gd name="connsiteX8-39" fmla="*/ 671662 w 3640627"/>
                        <a:gd name="connsiteY8-40" fmla="*/ 412387 h 923747"/>
                        <a:gd name="connsiteX9-41" fmla="*/ 523214 w 3640627"/>
                        <a:gd name="connsiteY9-42" fmla="*/ 482971 h 923747"/>
                        <a:gd name="connsiteX10-43" fmla="*/ 0 w 3640627"/>
                        <a:gd name="connsiteY10-44" fmla="*/ 242051 h 923747"/>
                        <a:gd name="connsiteX0-45" fmla="*/ 0 w 3640627"/>
                        <a:gd name="connsiteY0-46" fmla="*/ 242051 h 923747"/>
                        <a:gd name="connsiteX1-47" fmla="*/ 655168 w 3640627"/>
                        <a:gd name="connsiteY1-48" fmla="*/ 16495 h 923747"/>
                        <a:gd name="connsiteX2-49" fmla="*/ 1809765 w 3640627"/>
                        <a:gd name="connsiteY2-50" fmla="*/ 511360 h 923747"/>
                        <a:gd name="connsiteX3-51" fmla="*/ 2964363 w 3640627"/>
                        <a:gd name="connsiteY3-52" fmla="*/ 0 h 923747"/>
                        <a:gd name="connsiteX4-53" fmla="*/ 3640627 w 3640627"/>
                        <a:gd name="connsiteY4-54" fmla="*/ 197946 h 923747"/>
                        <a:gd name="connsiteX5-55" fmla="*/ 3195282 w 3640627"/>
                        <a:gd name="connsiteY5-56" fmla="*/ 461874 h 923747"/>
                        <a:gd name="connsiteX6-57" fmla="*/ 2980857 w 3640627"/>
                        <a:gd name="connsiteY6-58" fmla="*/ 379396 h 923747"/>
                        <a:gd name="connsiteX7-59" fmla="*/ 1826259 w 3640627"/>
                        <a:gd name="connsiteY7-60" fmla="*/ 923747 h 923747"/>
                        <a:gd name="connsiteX8-61" fmla="*/ 690067 w 3640627"/>
                        <a:gd name="connsiteY8-62" fmla="*/ 412387 h 923747"/>
                        <a:gd name="connsiteX9-63" fmla="*/ 523214 w 3640627"/>
                        <a:gd name="connsiteY9-64" fmla="*/ 482971 h 923747"/>
                        <a:gd name="connsiteX10-65" fmla="*/ 0 w 3640627"/>
                        <a:gd name="connsiteY10-66" fmla="*/ 242051 h 923747"/>
                        <a:gd name="connsiteX0-67" fmla="*/ 0 w 3640627"/>
                        <a:gd name="connsiteY0-68" fmla="*/ 242051 h 946755"/>
                        <a:gd name="connsiteX1-69" fmla="*/ 655168 w 3640627"/>
                        <a:gd name="connsiteY1-70" fmla="*/ 16495 h 946755"/>
                        <a:gd name="connsiteX2-71" fmla="*/ 1809765 w 3640627"/>
                        <a:gd name="connsiteY2-72" fmla="*/ 511360 h 946755"/>
                        <a:gd name="connsiteX3-73" fmla="*/ 2964363 w 3640627"/>
                        <a:gd name="connsiteY3-74" fmla="*/ 0 h 946755"/>
                        <a:gd name="connsiteX4-75" fmla="*/ 3640627 w 3640627"/>
                        <a:gd name="connsiteY4-76" fmla="*/ 197946 h 946755"/>
                        <a:gd name="connsiteX5-77" fmla="*/ 3195282 w 3640627"/>
                        <a:gd name="connsiteY5-78" fmla="*/ 461874 h 946755"/>
                        <a:gd name="connsiteX6-79" fmla="*/ 2980857 w 3640627"/>
                        <a:gd name="connsiteY6-80" fmla="*/ 379396 h 946755"/>
                        <a:gd name="connsiteX7-81" fmla="*/ 1876873 w 3640627"/>
                        <a:gd name="connsiteY7-82" fmla="*/ 946755 h 946755"/>
                        <a:gd name="connsiteX8-83" fmla="*/ 690067 w 3640627"/>
                        <a:gd name="connsiteY8-84" fmla="*/ 412387 h 946755"/>
                        <a:gd name="connsiteX9-85" fmla="*/ 523214 w 3640627"/>
                        <a:gd name="connsiteY9-86" fmla="*/ 482971 h 946755"/>
                        <a:gd name="connsiteX10-87" fmla="*/ 0 w 3640627"/>
                        <a:gd name="connsiteY10-88" fmla="*/ 242051 h 946755"/>
                        <a:gd name="connsiteX0-89" fmla="*/ 0 w 3640627"/>
                        <a:gd name="connsiteY0-90" fmla="*/ 242051 h 946755"/>
                        <a:gd name="connsiteX1-91" fmla="*/ 655168 w 3640627"/>
                        <a:gd name="connsiteY1-92" fmla="*/ 16495 h 946755"/>
                        <a:gd name="connsiteX2-93" fmla="*/ 1855778 w 3640627"/>
                        <a:gd name="connsiteY2-94" fmla="*/ 534367 h 946755"/>
                        <a:gd name="connsiteX3-95" fmla="*/ 2964363 w 3640627"/>
                        <a:gd name="connsiteY3-96" fmla="*/ 0 h 946755"/>
                        <a:gd name="connsiteX4-97" fmla="*/ 3640627 w 3640627"/>
                        <a:gd name="connsiteY4-98" fmla="*/ 197946 h 946755"/>
                        <a:gd name="connsiteX5-99" fmla="*/ 3195282 w 3640627"/>
                        <a:gd name="connsiteY5-100" fmla="*/ 461874 h 946755"/>
                        <a:gd name="connsiteX6-101" fmla="*/ 2980857 w 3640627"/>
                        <a:gd name="connsiteY6-102" fmla="*/ 379396 h 946755"/>
                        <a:gd name="connsiteX7-103" fmla="*/ 1876873 w 3640627"/>
                        <a:gd name="connsiteY7-104" fmla="*/ 946755 h 946755"/>
                        <a:gd name="connsiteX8-105" fmla="*/ 690067 w 3640627"/>
                        <a:gd name="connsiteY8-106" fmla="*/ 412387 h 946755"/>
                        <a:gd name="connsiteX9-107" fmla="*/ 523214 w 3640627"/>
                        <a:gd name="connsiteY9-108" fmla="*/ 482971 h 946755"/>
                        <a:gd name="connsiteX10-109" fmla="*/ 0 w 3640627"/>
                        <a:gd name="connsiteY10-110" fmla="*/ 242051 h 946755"/>
                        <a:gd name="connsiteX0-111" fmla="*/ 0 w 3640627"/>
                        <a:gd name="connsiteY0-112" fmla="*/ 242051 h 946755"/>
                        <a:gd name="connsiteX1-113" fmla="*/ 655168 w 3640627"/>
                        <a:gd name="connsiteY1-114" fmla="*/ 16495 h 946755"/>
                        <a:gd name="connsiteX2-115" fmla="*/ 1855778 w 3640627"/>
                        <a:gd name="connsiteY2-116" fmla="*/ 534367 h 946755"/>
                        <a:gd name="connsiteX3-117" fmla="*/ 2964363 w 3640627"/>
                        <a:gd name="connsiteY3-118" fmla="*/ 0 h 946755"/>
                        <a:gd name="connsiteX4-119" fmla="*/ 3640627 w 3640627"/>
                        <a:gd name="connsiteY4-120" fmla="*/ 197946 h 946755"/>
                        <a:gd name="connsiteX5-121" fmla="*/ 3195282 w 3640627"/>
                        <a:gd name="connsiteY5-122" fmla="*/ 461874 h 946755"/>
                        <a:gd name="connsiteX6-123" fmla="*/ 3008465 w 3640627"/>
                        <a:gd name="connsiteY6-124" fmla="*/ 402404 h 946755"/>
                        <a:gd name="connsiteX7-125" fmla="*/ 1876873 w 3640627"/>
                        <a:gd name="connsiteY7-126" fmla="*/ 946755 h 946755"/>
                        <a:gd name="connsiteX8-127" fmla="*/ 690067 w 3640627"/>
                        <a:gd name="connsiteY8-128" fmla="*/ 412387 h 946755"/>
                        <a:gd name="connsiteX9-129" fmla="*/ 523214 w 3640627"/>
                        <a:gd name="connsiteY9-130" fmla="*/ 482971 h 946755"/>
                        <a:gd name="connsiteX10-131" fmla="*/ 0 w 3640627"/>
                        <a:gd name="connsiteY10-132" fmla="*/ 242051 h 946755"/>
                        <a:gd name="connsiteX0-133" fmla="*/ 0 w 3723451"/>
                        <a:gd name="connsiteY0-134" fmla="*/ 242051 h 946755"/>
                        <a:gd name="connsiteX1-135" fmla="*/ 655168 w 3723451"/>
                        <a:gd name="connsiteY1-136" fmla="*/ 16495 h 946755"/>
                        <a:gd name="connsiteX2-137" fmla="*/ 1855778 w 3723451"/>
                        <a:gd name="connsiteY2-138" fmla="*/ 534367 h 946755"/>
                        <a:gd name="connsiteX3-139" fmla="*/ 2964363 w 3723451"/>
                        <a:gd name="connsiteY3-140" fmla="*/ 0 h 946755"/>
                        <a:gd name="connsiteX4-141" fmla="*/ 3723451 w 3723451"/>
                        <a:gd name="connsiteY4-142" fmla="*/ 220954 h 946755"/>
                        <a:gd name="connsiteX5-143" fmla="*/ 3195282 w 3723451"/>
                        <a:gd name="connsiteY5-144" fmla="*/ 461874 h 946755"/>
                        <a:gd name="connsiteX6-145" fmla="*/ 3008465 w 3723451"/>
                        <a:gd name="connsiteY6-146" fmla="*/ 402404 h 946755"/>
                        <a:gd name="connsiteX7-147" fmla="*/ 1876873 w 3723451"/>
                        <a:gd name="connsiteY7-148" fmla="*/ 946755 h 946755"/>
                        <a:gd name="connsiteX8-149" fmla="*/ 690067 w 3723451"/>
                        <a:gd name="connsiteY8-150" fmla="*/ 412387 h 946755"/>
                        <a:gd name="connsiteX9-151" fmla="*/ 523214 w 3723451"/>
                        <a:gd name="connsiteY9-152" fmla="*/ 482971 h 946755"/>
                        <a:gd name="connsiteX10-153" fmla="*/ 0 w 3723451"/>
                        <a:gd name="connsiteY10-154" fmla="*/ 242051 h 946755"/>
                        <a:gd name="connsiteX0-155" fmla="*/ 0 w 3723451"/>
                        <a:gd name="connsiteY0-156" fmla="*/ 228246 h 932950"/>
                        <a:gd name="connsiteX1-157" fmla="*/ 655168 w 3723451"/>
                        <a:gd name="connsiteY1-158" fmla="*/ 2690 h 932950"/>
                        <a:gd name="connsiteX2-159" fmla="*/ 1855778 w 3723451"/>
                        <a:gd name="connsiteY2-160" fmla="*/ 520562 h 932950"/>
                        <a:gd name="connsiteX3-161" fmla="*/ 3001174 w 3723451"/>
                        <a:gd name="connsiteY3-162" fmla="*/ 0 h 932950"/>
                        <a:gd name="connsiteX4-163" fmla="*/ 3723451 w 3723451"/>
                        <a:gd name="connsiteY4-164" fmla="*/ 207149 h 932950"/>
                        <a:gd name="connsiteX5-165" fmla="*/ 3195282 w 3723451"/>
                        <a:gd name="connsiteY5-166" fmla="*/ 448069 h 932950"/>
                        <a:gd name="connsiteX6-167" fmla="*/ 3008465 w 3723451"/>
                        <a:gd name="connsiteY6-168" fmla="*/ 388599 h 932950"/>
                        <a:gd name="connsiteX7-169" fmla="*/ 1876873 w 3723451"/>
                        <a:gd name="connsiteY7-170" fmla="*/ 932950 h 932950"/>
                        <a:gd name="connsiteX8-171" fmla="*/ 690067 w 3723451"/>
                        <a:gd name="connsiteY8-172" fmla="*/ 398582 h 932950"/>
                        <a:gd name="connsiteX9-173" fmla="*/ 523214 w 3723451"/>
                        <a:gd name="connsiteY9-174" fmla="*/ 469166 h 932950"/>
                        <a:gd name="connsiteX10-175" fmla="*/ 0 w 3723451"/>
                        <a:gd name="connsiteY10-176" fmla="*/ 228246 h 932950"/>
                        <a:gd name="connsiteX0-177" fmla="*/ 0 w 3723451"/>
                        <a:gd name="connsiteY0-178" fmla="*/ 228246 h 932950"/>
                        <a:gd name="connsiteX1-179" fmla="*/ 655168 w 3723451"/>
                        <a:gd name="connsiteY1-180" fmla="*/ 2690 h 932950"/>
                        <a:gd name="connsiteX2-181" fmla="*/ 1855778 w 3723451"/>
                        <a:gd name="connsiteY2-182" fmla="*/ 520562 h 932950"/>
                        <a:gd name="connsiteX3-183" fmla="*/ 3001174 w 3723451"/>
                        <a:gd name="connsiteY3-184" fmla="*/ 0 h 932950"/>
                        <a:gd name="connsiteX4-185" fmla="*/ 3723451 w 3723451"/>
                        <a:gd name="connsiteY4-186" fmla="*/ 207149 h 932950"/>
                        <a:gd name="connsiteX5-187" fmla="*/ 3195282 w 3723451"/>
                        <a:gd name="connsiteY5-188" fmla="*/ 448069 h 932950"/>
                        <a:gd name="connsiteX6-189" fmla="*/ 3013067 w 3723451"/>
                        <a:gd name="connsiteY6-190" fmla="*/ 393200 h 932950"/>
                        <a:gd name="connsiteX7-191" fmla="*/ 1876873 w 3723451"/>
                        <a:gd name="connsiteY7-192" fmla="*/ 932950 h 932950"/>
                        <a:gd name="connsiteX8-193" fmla="*/ 690067 w 3723451"/>
                        <a:gd name="connsiteY8-194" fmla="*/ 398582 h 932950"/>
                        <a:gd name="connsiteX9-195" fmla="*/ 523214 w 3723451"/>
                        <a:gd name="connsiteY9-196" fmla="*/ 469166 h 932950"/>
                        <a:gd name="connsiteX10-197" fmla="*/ 0 w 3723451"/>
                        <a:gd name="connsiteY10-198" fmla="*/ 228246 h 932950"/>
                        <a:gd name="connsiteX0-199" fmla="*/ 0 w 3723451"/>
                        <a:gd name="connsiteY0-200" fmla="*/ 228246 h 932950"/>
                        <a:gd name="connsiteX1-201" fmla="*/ 655168 w 3723451"/>
                        <a:gd name="connsiteY1-202" fmla="*/ 2690 h 932950"/>
                        <a:gd name="connsiteX2-203" fmla="*/ 1855778 w 3723451"/>
                        <a:gd name="connsiteY2-204" fmla="*/ 520562 h 932950"/>
                        <a:gd name="connsiteX3-205" fmla="*/ 3001174 w 3723451"/>
                        <a:gd name="connsiteY3-206" fmla="*/ 0 h 932950"/>
                        <a:gd name="connsiteX4-207" fmla="*/ 3723451 w 3723451"/>
                        <a:gd name="connsiteY4-208" fmla="*/ 207149 h 932950"/>
                        <a:gd name="connsiteX5-209" fmla="*/ 3186079 w 3723451"/>
                        <a:gd name="connsiteY5-210" fmla="*/ 461874 h 932950"/>
                        <a:gd name="connsiteX6-211" fmla="*/ 3013067 w 3723451"/>
                        <a:gd name="connsiteY6-212" fmla="*/ 393200 h 932950"/>
                        <a:gd name="connsiteX7-213" fmla="*/ 1876873 w 3723451"/>
                        <a:gd name="connsiteY7-214" fmla="*/ 932950 h 932950"/>
                        <a:gd name="connsiteX8-215" fmla="*/ 690067 w 3723451"/>
                        <a:gd name="connsiteY8-216" fmla="*/ 398582 h 932950"/>
                        <a:gd name="connsiteX9-217" fmla="*/ 523214 w 3723451"/>
                        <a:gd name="connsiteY9-218" fmla="*/ 469166 h 932950"/>
                        <a:gd name="connsiteX10-219" fmla="*/ 0 w 3723451"/>
                        <a:gd name="connsiteY10-220" fmla="*/ 228246 h 932950"/>
                        <a:gd name="connsiteX0-221" fmla="*/ 0 w 3723451"/>
                        <a:gd name="connsiteY0-222" fmla="*/ 228246 h 932950"/>
                        <a:gd name="connsiteX1-223" fmla="*/ 655168 w 3723451"/>
                        <a:gd name="connsiteY1-224" fmla="*/ 2690 h 932950"/>
                        <a:gd name="connsiteX2-225" fmla="*/ 1855778 w 3723451"/>
                        <a:gd name="connsiteY2-226" fmla="*/ 520562 h 932950"/>
                        <a:gd name="connsiteX3-227" fmla="*/ 3001174 w 3723451"/>
                        <a:gd name="connsiteY3-228" fmla="*/ 0 h 932950"/>
                        <a:gd name="connsiteX4-229" fmla="*/ 3723451 w 3723451"/>
                        <a:gd name="connsiteY4-230" fmla="*/ 207149 h 932950"/>
                        <a:gd name="connsiteX5-231" fmla="*/ 3186079 w 3723451"/>
                        <a:gd name="connsiteY5-232" fmla="*/ 461874 h 932950"/>
                        <a:gd name="connsiteX6-233" fmla="*/ 3013067 w 3723451"/>
                        <a:gd name="connsiteY6-234" fmla="*/ 393200 h 932950"/>
                        <a:gd name="connsiteX7-235" fmla="*/ 1876873 w 3723451"/>
                        <a:gd name="connsiteY7-236" fmla="*/ 932950 h 932950"/>
                        <a:gd name="connsiteX8-237" fmla="*/ 711613 w 3723451"/>
                        <a:gd name="connsiteY8-238" fmla="*/ 413055 h 932950"/>
                        <a:gd name="connsiteX9-239" fmla="*/ 523214 w 3723451"/>
                        <a:gd name="connsiteY9-240" fmla="*/ 469166 h 932950"/>
                        <a:gd name="connsiteX10-241" fmla="*/ 0 w 3723451"/>
                        <a:gd name="connsiteY10-242" fmla="*/ 228246 h 932950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21" name="Freeform 320"/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-1" fmla="*/ 4602 w 1371198"/>
                        <a:gd name="connsiteY0-2" fmla="*/ 0 h 800665"/>
                        <a:gd name="connsiteX1-3" fmla="*/ 1371198 w 1371198"/>
                        <a:gd name="connsiteY1-4" fmla="*/ 625807 h 800665"/>
                        <a:gd name="connsiteX2-5" fmla="*/ 897260 w 1371198"/>
                        <a:gd name="connsiteY2-6" fmla="*/ 800665 h 800665"/>
                        <a:gd name="connsiteX3-7" fmla="*/ 0 w 1371198"/>
                        <a:gd name="connsiteY3-8" fmla="*/ 404934 h 800665"/>
                        <a:gd name="connsiteX4-9" fmla="*/ 4602 w 1371198"/>
                        <a:gd name="connsiteY4-10" fmla="*/ 0 h 800665"/>
                        <a:gd name="connsiteX0-11" fmla="*/ 0 w 1366596"/>
                        <a:gd name="connsiteY0-12" fmla="*/ 0 h 800665"/>
                        <a:gd name="connsiteX1-13" fmla="*/ 1366596 w 1366596"/>
                        <a:gd name="connsiteY1-14" fmla="*/ 625807 h 800665"/>
                        <a:gd name="connsiteX2-15" fmla="*/ 892658 w 1366596"/>
                        <a:gd name="connsiteY2-16" fmla="*/ 800665 h 800665"/>
                        <a:gd name="connsiteX3-17" fmla="*/ 4601 w 1366596"/>
                        <a:gd name="connsiteY3-18" fmla="*/ 427942 h 800665"/>
                        <a:gd name="connsiteX4-19" fmla="*/ 0 w 1366596"/>
                        <a:gd name="connsiteY4-20" fmla="*/ 0 h 800665"/>
                        <a:gd name="connsiteX0-21" fmla="*/ 0 w 1366596"/>
                        <a:gd name="connsiteY0-22" fmla="*/ 0 h 800665"/>
                        <a:gd name="connsiteX1-23" fmla="*/ 1366596 w 1366596"/>
                        <a:gd name="connsiteY1-24" fmla="*/ 625807 h 800665"/>
                        <a:gd name="connsiteX2-25" fmla="*/ 892658 w 1366596"/>
                        <a:gd name="connsiteY2-26" fmla="*/ 800665 h 800665"/>
                        <a:gd name="connsiteX3-27" fmla="*/ 4601 w 1366596"/>
                        <a:gd name="connsiteY3-28" fmla="*/ 427942 h 800665"/>
                        <a:gd name="connsiteX4-29" fmla="*/ 0 w 1366596"/>
                        <a:gd name="connsiteY4-30" fmla="*/ 0 h 800665"/>
                        <a:gd name="connsiteX0-31" fmla="*/ 0 w 1366596"/>
                        <a:gd name="connsiteY0-32" fmla="*/ 0 h 800665"/>
                        <a:gd name="connsiteX1-33" fmla="*/ 1366596 w 1366596"/>
                        <a:gd name="connsiteY1-34" fmla="*/ 625807 h 800665"/>
                        <a:gd name="connsiteX2-35" fmla="*/ 892658 w 1366596"/>
                        <a:gd name="connsiteY2-36" fmla="*/ 800665 h 800665"/>
                        <a:gd name="connsiteX3-37" fmla="*/ 4601 w 1366596"/>
                        <a:gd name="connsiteY3-38" fmla="*/ 427942 h 800665"/>
                        <a:gd name="connsiteX4-39" fmla="*/ 0 w 1366596"/>
                        <a:gd name="connsiteY4-40" fmla="*/ 0 h 800665"/>
                        <a:gd name="connsiteX0-41" fmla="*/ 0 w 1366596"/>
                        <a:gd name="connsiteY0-42" fmla="*/ 0 h 809868"/>
                        <a:gd name="connsiteX1-43" fmla="*/ 1366596 w 1366596"/>
                        <a:gd name="connsiteY1-44" fmla="*/ 625807 h 809868"/>
                        <a:gd name="connsiteX2-45" fmla="*/ 865050 w 1366596"/>
                        <a:gd name="connsiteY2-46" fmla="*/ 809868 h 809868"/>
                        <a:gd name="connsiteX3-47" fmla="*/ 4601 w 1366596"/>
                        <a:gd name="connsiteY3-48" fmla="*/ 427942 h 809868"/>
                        <a:gd name="connsiteX4-49" fmla="*/ 0 w 1366596"/>
                        <a:gd name="connsiteY4-50" fmla="*/ 0 h 809868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22" name="Freeform 321"/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-1" fmla="*/ 1329786 w 1348191"/>
                        <a:gd name="connsiteY0-2" fmla="*/ 0 h 791462"/>
                        <a:gd name="connsiteX1-3" fmla="*/ 1348191 w 1348191"/>
                        <a:gd name="connsiteY1-4" fmla="*/ 381926 h 791462"/>
                        <a:gd name="connsiteX2-5" fmla="*/ 487742 w 1348191"/>
                        <a:gd name="connsiteY2-6" fmla="*/ 791462 h 791462"/>
                        <a:gd name="connsiteX3-7" fmla="*/ 0 w 1348191"/>
                        <a:gd name="connsiteY3-8" fmla="*/ 612002 h 791462"/>
                        <a:gd name="connsiteX4-9" fmla="*/ 1329786 w 1348191"/>
                        <a:gd name="connsiteY4-10" fmla="*/ 0 h 791462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323" name="Straight Connector 322"/>
                    <p:cNvCxnSpPr>
                      <a:endCxn id="318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ln w="6350" cmpd="sng">
                      <a:solidFill>
                        <a:schemeClr val="tx1"/>
                      </a:solidFill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" name="Straight Connector 323"/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ln w="6350" cmpd="sng">
                      <a:solidFill>
                        <a:schemeClr val="tx1"/>
                      </a:solidFill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313" name="Group 312"/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314" name="Oval 313"/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chemeClr val="bg1">
                        <a:alpha val="76000"/>
                      </a:schemeClr>
                    </a:solidFill>
                    <a:ln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315" name="TextBox 314"/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r>
                        <a:rPr lang="en-US" dirty="0"/>
                        <a:t>1b</a:t>
                      </a:r>
                    </a:p>
                  </p:txBody>
                </p:sp>
              </p:grpSp>
            </p:grpSp>
            <p:grpSp>
              <p:nvGrpSpPr>
                <p:cNvPr id="264" name="Group 263"/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299" name="Group 327"/>
                  <p:cNvGrpSpPr/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303" name="Oval 302"/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chemeClr val="accent2">
                            <a:lumMod val="75000"/>
                          </a:schemeClr>
                        </a:gs>
                        <a:gs pos="53000">
                          <a:schemeClr val="accent2">
                            <a:lumMod val="60000"/>
                            <a:lumOff val="40000"/>
                          </a:schemeClr>
                        </a:gs>
                        <a:gs pos="100000">
                          <a:schemeClr val="accent2">
                            <a:lumMod val="75000"/>
                          </a:schemeClr>
                        </a:gs>
                      </a:gsLst>
                      <a:lin ang="0" scaled="1"/>
                      <a:tileRect/>
                    </a:gradFill>
                    <a:ln w="6350" cmpd="sng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 dirty="0">
                        <a:ln>
                          <a:solidFill>
                            <a:schemeClr val="tx1"/>
                          </a:solidFill>
                        </a:ln>
                      </a:endParaRPr>
                    </a:p>
                  </p:txBody>
                </p:sp>
                <p:sp>
                  <p:nvSpPr>
                    <p:cNvPr id="304" name="Rectangle 303"/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chemeClr val="accent2">
                            <a:lumMod val="75000"/>
                          </a:schemeClr>
                        </a:gs>
                        <a:gs pos="53000">
                          <a:schemeClr val="accent2">
                            <a:lumMod val="60000"/>
                            <a:lumOff val="40000"/>
                          </a:schemeClr>
                        </a:gs>
                        <a:gs pos="100000">
                          <a:schemeClr val="accent2">
                            <a:lumMod val="75000"/>
                          </a:schemeClr>
                        </a:gs>
                      </a:gsLst>
                      <a:lin ang="10800000" scaled="0"/>
                    </a:gradFill>
                    <a:ln w="25400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05" name="Oval 304"/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 w="6350" cmpd="sng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 dirty="0">
                        <a:ln>
                          <a:solidFill>
                            <a:schemeClr val="tx1"/>
                          </a:solidFill>
                        </a:ln>
                      </a:endParaRPr>
                    </a:p>
                  </p:txBody>
                </p:sp>
                <p:sp>
                  <p:nvSpPr>
                    <p:cNvPr id="306" name="Freeform 305"/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-1" fmla="*/ 1486231 w 2944854"/>
                        <a:gd name="connsiteY0-2" fmla="*/ 727041 h 1316375"/>
                        <a:gd name="connsiteX1-3" fmla="*/ 257675 w 2944854"/>
                        <a:gd name="connsiteY1-4" fmla="*/ 1302232 h 1316375"/>
                        <a:gd name="connsiteX2-5" fmla="*/ 0 w 2944854"/>
                        <a:gd name="connsiteY2-6" fmla="*/ 1228607 h 1316375"/>
                        <a:gd name="connsiteX3-7" fmla="*/ 911064 w 2944854"/>
                        <a:gd name="connsiteY3-8" fmla="*/ 837478 h 1316375"/>
                        <a:gd name="connsiteX4-9" fmla="*/ 883456 w 2944854"/>
                        <a:gd name="connsiteY4-10" fmla="*/ 450949 h 1316375"/>
                        <a:gd name="connsiteX5-11" fmla="*/ 161047 w 2944854"/>
                        <a:gd name="connsiteY5-12" fmla="*/ 119640 h 1316375"/>
                        <a:gd name="connsiteX6-13" fmla="*/ 404917 w 2944854"/>
                        <a:gd name="connsiteY6-14" fmla="*/ 50617 h 1316375"/>
                        <a:gd name="connsiteX7-15" fmla="*/ 1477028 w 2944854"/>
                        <a:gd name="connsiteY7-16" fmla="*/ 501566 h 1316375"/>
                        <a:gd name="connsiteX8-17" fmla="*/ 2572146 w 2944854"/>
                        <a:gd name="connsiteY8-18" fmla="*/ 0 h 1316375"/>
                        <a:gd name="connsiteX9-19" fmla="*/ 2875834 w 2944854"/>
                        <a:gd name="connsiteY9-20" fmla="*/ 96632 h 1316375"/>
                        <a:gd name="connsiteX10-21" fmla="*/ 2079803 w 2944854"/>
                        <a:gd name="connsiteY10-22" fmla="*/ 432543 h 1316375"/>
                        <a:gd name="connsiteX11-23" fmla="*/ 2240850 w 2944854"/>
                        <a:gd name="connsiteY11-24" fmla="*/ 920305 h 1316375"/>
                        <a:gd name="connsiteX12-25" fmla="*/ 2944854 w 2944854"/>
                        <a:gd name="connsiteY12-26" fmla="*/ 1228607 h 1316375"/>
                        <a:gd name="connsiteX13-27" fmla="*/ 2756623 w 2944854"/>
                        <a:gd name="connsiteY13-28" fmla="*/ 1316375 h 1316375"/>
                        <a:gd name="connsiteX14-29" fmla="*/ 1486231 w 2944854"/>
                        <a:gd name="connsiteY14-30" fmla="*/ 727041 h 1316375"/>
                        <a:gd name="connsiteX0-31" fmla="*/ 1486231 w 3024520"/>
                        <a:gd name="connsiteY0-32" fmla="*/ 727041 h 1316375"/>
                        <a:gd name="connsiteX1-33" fmla="*/ 257675 w 3024520"/>
                        <a:gd name="connsiteY1-34" fmla="*/ 1302232 h 1316375"/>
                        <a:gd name="connsiteX2-35" fmla="*/ 0 w 3024520"/>
                        <a:gd name="connsiteY2-36" fmla="*/ 1228607 h 1316375"/>
                        <a:gd name="connsiteX3-37" fmla="*/ 911064 w 3024520"/>
                        <a:gd name="connsiteY3-38" fmla="*/ 837478 h 1316375"/>
                        <a:gd name="connsiteX4-39" fmla="*/ 883456 w 3024520"/>
                        <a:gd name="connsiteY4-40" fmla="*/ 450949 h 1316375"/>
                        <a:gd name="connsiteX5-41" fmla="*/ 161047 w 3024520"/>
                        <a:gd name="connsiteY5-42" fmla="*/ 119640 h 1316375"/>
                        <a:gd name="connsiteX6-43" fmla="*/ 404917 w 3024520"/>
                        <a:gd name="connsiteY6-44" fmla="*/ 50617 h 1316375"/>
                        <a:gd name="connsiteX7-45" fmla="*/ 1477028 w 3024520"/>
                        <a:gd name="connsiteY7-46" fmla="*/ 501566 h 1316375"/>
                        <a:gd name="connsiteX8-47" fmla="*/ 2572146 w 3024520"/>
                        <a:gd name="connsiteY8-48" fmla="*/ 0 h 1316375"/>
                        <a:gd name="connsiteX9-49" fmla="*/ 2875834 w 3024520"/>
                        <a:gd name="connsiteY9-50" fmla="*/ 96632 h 1316375"/>
                        <a:gd name="connsiteX10-51" fmla="*/ 2079803 w 3024520"/>
                        <a:gd name="connsiteY10-52" fmla="*/ 432543 h 1316375"/>
                        <a:gd name="connsiteX11-53" fmla="*/ 2240850 w 3024520"/>
                        <a:gd name="connsiteY11-54" fmla="*/ 920305 h 1316375"/>
                        <a:gd name="connsiteX12-55" fmla="*/ 3024520 w 3024520"/>
                        <a:gd name="connsiteY12-56" fmla="*/ 1228607 h 1316375"/>
                        <a:gd name="connsiteX13-57" fmla="*/ 2756623 w 3024520"/>
                        <a:gd name="connsiteY13-58" fmla="*/ 1316375 h 1316375"/>
                        <a:gd name="connsiteX14-59" fmla="*/ 1486231 w 3024520"/>
                        <a:gd name="connsiteY14-60" fmla="*/ 727041 h 1316375"/>
                        <a:gd name="connsiteX0-61" fmla="*/ 1537780 w 3076069"/>
                        <a:gd name="connsiteY0-62" fmla="*/ 727041 h 1316375"/>
                        <a:gd name="connsiteX1-63" fmla="*/ 309224 w 3076069"/>
                        <a:gd name="connsiteY1-64" fmla="*/ 1302232 h 1316375"/>
                        <a:gd name="connsiteX2-65" fmla="*/ 0 w 3076069"/>
                        <a:gd name="connsiteY2-66" fmla="*/ 1228607 h 1316375"/>
                        <a:gd name="connsiteX3-67" fmla="*/ 962613 w 3076069"/>
                        <a:gd name="connsiteY3-68" fmla="*/ 837478 h 1316375"/>
                        <a:gd name="connsiteX4-69" fmla="*/ 935005 w 3076069"/>
                        <a:gd name="connsiteY4-70" fmla="*/ 450949 h 1316375"/>
                        <a:gd name="connsiteX5-71" fmla="*/ 212596 w 3076069"/>
                        <a:gd name="connsiteY5-72" fmla="*/ 119640 h 1316375"/>
                        <a:gd name="connsiteX6-73" fmla="*/ 456466 w 3076069"/>
                        <a:gd name="connsiteY6-74" fmla="*/ 50617 h 1316375"/>
                        <a:gd name="connsiteX7-75" fmla="*/ 1528577 w 3076069"/>
                        <a:gd name="connsiteY7-76" fmla="*/ 501566 h 1316375"/>
                        <a:gd name="connsiteX8-77" fmla="*/ 2623695 w 3076069"/>
                        <a:gd name="connsiteY8-78" fmla="*/ 0 h 1316375"/>
                        <a:gd name="connsiteX9-79" fmla="*/ 2927383 w 3076069"/>
                        <a:gd name="connsiteY9-80" fmla="*/ 96632 h 1316375"/>
                        <a:gd name="connsiteX10-81" fmla="*/ 2131352 w 3076069"/>
                        <a:gd name="connsiteY10-82" fmla="*/ 432543 h 1316375"/>
                        <a:gd name="connsiteX11-83" fmla="*/ 2292399 w 3076069"/>
                        <a:gd name="connsiteY11-84" fmla="*/ 920305 h 1316375"/>
                        <a:gd name="connsiteX12-85" fmla="*/ 3076069 w 3076069"/>
                        <a:gd name="connsiteY12-86" fmla="*/ 1228607 h 1316375"/>
                        <a:gd name="connsiteX13-87" fmla="*/ 2808172 w 3076069"/>
                        <a:gd name="connsiteY13-88" fmla="*/ 1316375 h 1316375"/>
                        <a:gd name="connsiteX14-89" fmla="*/ 1537780 w 3076069"/>
                        <a:gd name="connsiteY14-90" fmla="*/ 727041 h 1316375"/>
                        <a:gd name="connsiteX0-91" fmla="*/ 1537780 w 3076069"/>
                        <a:gd name="connsiteY0-92" fmla="*/ 727041 h 1321259"/>
                        <a:gd name="connsiteX1-93" fmla="*/ 313981 w 3076069"/>
                        <a:gd name="connsiteY1-94" fmla="*/ 1321259 h 1321259"/>
                        <a:gd name="connsiteX2-95" fmla="*/ 0 w 3076069"/>
                        <a:gd name="connsiteY2-96" fmla="*/ 1228607 h 1321259"/>
                        <a:gd name="connsiteX3-97" fmla="*/ 962613 w 3076069"/>
                        <a:gd name="connsiteY3-98" fmla="*/ 837478 h 1321259"/>
                        <a:gd name="connsiteX4-99" fmla="*/ 935005 w 3076069"/>
                        <a:gd name="connsiteY4-100" fmla="*/ 450949 h 1321259"/>
                        <a:gd name="connsiteX5-101" fmla="*/ 212596 w 3076069"/>
                        <a:gd name="connsiteY5-102" fmla="*/ 119640 h 1321259"/>
                        <a:gd name="connsiteX6-103" fmla="*/ 456466 w 3076069"/>
                        <a:gd name="connsiteY6-104" fmla="*/ 50617 h 1321259"/>
                        <a:gd name="connsiteX7-105" fmla="*/ 1528577 w 3076069"/>
                        <a:gd name="connsiteY7-106" fmla="*/ 501566 h 1321259"/>
                        <a:gd name="connsiteX8-107" fmla="*/ 2623695 w 3076069"/>
                        <a:gd name="connsiteY8-108" fmla="*/ 0 h 1321259"/>
                        <a:gd name="connsiteX9-109" fmla="*/ 2927383 w 3076069"/>
                        <a:gd name="connsiteY9-110" fmla="*/ 96632 h 1321259"/>
                        <a:gd name="connsiteX10-111" fmla="*/ 2131352 w 3076069"/>
                        <a:gd name="connsiteY10-112" fmla="*/ 432543 h 1321259"/>
                        <a:gd name="connsiteX11-113" fmla="*/ 2292399 w 3076069"/>
                        <a:gd name="connsiteY11-114" fmla="*/ 920305 h 1321259"/>
                        <a:gd name="connsiteX12-115" fmla="*/ 3076069 w 3076069"/>
                        <a:gd name="connsiteY12-116" fmla="*/ 1228607 h 1321259"/>
                        <a:gd name="connsiteX13-117" fmla="*/ 2808172 w 3076069"/>
                        <a:gd name="connsiteY13-118" fmla="*/ 1316375 h 1321259"/>
                        <a:gd name="connsiteX14-119" fmla="*/ 1537780 w 3076069"/>
                        <a:gd name="connsiteY14-120" fmla="*/ 727041 h 1321259"/>
                        <a:gd name="connsiteX0-121" fmla="*/ 1537780 w 3076069"/>
                        <a:gd name="connsiteY0-122" fmla="*/ 750825 h 1321259"/>
                        <a:gd name="connsiteX1-123" fmla="*/ 313981 w 3076069"/>
                        <a:gd name="connsiteY1-124" fmla="*/ 1321259 h 1321259"/>
                        <a:gd name="connsiteX2-125" fmla="*/ 0 w 3076069"/>
                        <a:gd name="connsiteY2-126" fmla="*/ 1228607 h 1321259"/>
                        <a:gd name="connsiteX3-127" fmla="*/ 962613 w 3076069"/>
                        <a:gd name="connsiteY3-128" fmla="*/ 837478 h 1321259"/>
                        <a:gd name="connsiteX4-129" fmla="*/ 935005 w 3076069"/>
                        <a:gd name="connsiteY4-130" fmla="*/ 450949 h 1321259"/>
                        <a:gd name="connsiteX5-131" fmla="*/ 212596 w 3076069"/>
                        <a:gd name="connsiteY5-132" fmla="*/ 119640 h 1321259"/>
                        <a:gd name="connsiteX6-133" fmla="*/ 456466 w 3076069"/>
                        <a:gd name="connsiteY6-134" fmla="*/ 50617 h 1321259"/>
                        <a:gd name="connsiteX7-135" fmla="*/ 1528577 w 3076069"/>
                        <a:gd name="connsiteY7-136" fmla="*/ 501566 h 1321259"/>
                        <a:gd name="connsiteX8-137" fmla="*/ 2623695 w 3076069"/>
                        <a:gd name="connsiteY8-138" fmla="*/ 0 h 1321259"/>
                        <a:gd name="connsiteX9-139" fmla="*/ 2927383 w 3076069"/>
                        <a:gd name="connsiteY9-140" fmla="*/ 96632 h 1321259"/>
                        <a:gd name="connsiteX10-141" fmla="*/ 2131352 w 3076069"/>
                        <a:gd name="connsiteY10-142" fmla="*/ 432543 h 1321259"/>
                        <a:gd name="connsiteX11-143" fmla="*/ 2292399 w 3076069"/>
                        <a:gd name="connsiteY11-144" fmla="*/ 920305 h 1321259"/>
                        <a:gd name="connsiteX12-145" fmla="*/ 3076069 w 3076069"/>
                        <a:gd name="connsiteY12-146" fmla="*/ 1228607 h 1321259"/>
                        <a:gd name="connsiteX13-147" fmla="*/ 2808172 w 3076069"/>
                        <a:gd name="connsiteY13-148" fmla="*/ 1316375 h 1321259"/>
                        <a:gd name="connsiteX14-149" fmla="*/ 1537780 w 3076069"/>
                        <a:gd name="connsiteY14-150" fmla="*/ 750825 h 1321259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07" name="Freeform 306"/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-1" fmla="*/ 0 w 3640627"/>
                        <a:gd name="connsiteY0-2" fmla="*/ 242051 h 923747"/>
                        <a:gd name="connsiteX1-3" fmla="*/ 655168 w 3640627"/>
                        <a:gd name="connsiteY1-4" fmla="*/ 16495 h 923747"/>
                        <a:gd name="connsiteX2-5" fmla="*/ 1809765 w 3640627"/>
                        <a:gd name="connsiteY2-6" fmla="*/ 511360 h 923747"/>
                        <a:gd name="connsiteX3-7" fmla="*/ 2964363 w 3640627"/>
                        <a:gd name="connsiteY3-8" fmla="*/ 0 h 923747"/>
                        <a:gd name="connsiteX4-9" fmla="*/ 3640627 w 3640627"/>
                        <a:gd name="connsiteY4-10" fmla="*/ 197946 h 923747"/>
                        <a:gd name="connsiteX5-11" fmla="*/ 3195282 w 3640627"/>
                        <a:gd name="connsiteY5-12" fmla="*/ 461874 h 923747"/>
                        <a:gd name="connsiteX6-13" fmla="*/ 2980857 w 3640627"/>
                        <a:gd name="connsiteY6-14" fmla="*/ 379396 h 923747"/>
                        <a:gd name="connsiteX7-15" fmla="*/ 1826259 w 3640627"/>
                        <a:gd name="connsiteY7-16" fmla="*/ 923747 h 923747"/>
                        <a:gd name="connsiteX8-17" fmla="*/ 671662 w 3640627"/>
                        <a:gd name="connsiteY8-18" fmla="*/ 412387 h 923747"/>
                        <a:gd name="connsiteX9-19" fmla="*/ 523214 w 3640627"/>
                        <a:gd name="connsiteY9-20" fmla="*/ 478369 h 923747"/>
                        <a:gd name="connsiteX10-21" fmla="*/ 0 w 3640627"/>
                        <a:gd name="connsiteY10-22" fmla="*/ 242051 h 923747"/>
                        <a:gd name="connsiteX0-23" fmla="*/ 0 w 3640627"/>
                        <a:gd name="connsiteY0-24" fmla="*/ 242051 h 923747"/>
                        <a:gd name="connsiteX1-25" fmla="*/ 655168 w 3640627"/>
                        <a:gd name="connsiteY1-26" fmla="*/ 16495 h 923747"/>
                        <a:gd name="connsiteX2-27" fmla="*/ 1809765 w 3640627"/>
                        <a:gd name="connsiteY2-28" fmla="*/ 511360 h 923747"/>
                        <a:gd name="connsiteX3-29" fmla="*/ 2964363 w 3640627"/>
                        <a:gd name="connsiteY3-30" fmla="*/ 0 h 923747"/>
                        <a:gd name="connsiteX4-31" fmla="*/ 3640627 w 3640627"/>
                        <a:gd name="connsiteY4-32" fmla="*/ 197946 h 923747"/>
                        <a:gd name="connsiteX5-33" fmla="*/ 3195282 w 3640627"/>
                        <a:gd name="connsiteY5-34" fmla="*/ 461874 h 923747"/>
                        <a:gd name="connsiteX6-35" fmla="*/ 2980857 w 3640627"/>
                        <a:gd name="connsiteY6-36" fmla="*/ 379396 h 923747"/>
                        <a:gd name="connsiteX7-37" fmla="*/ 1826259 w 3640627"/>
                        <a:gd name="connsiteY7-38" fmla="*/ 923747 h 923747"/>
                        <a:gd name="connsiteX8-39" fmla="*/ 671662 w 3640627"/>
                        <a:gd name="connsiteY8-40" fmla="*/ 412387 h 923747"/>
                        <a:gd name="connsiteX9-41" fmla="*/ 523214 w 3640627"/>
                        <a:gd name="connsiteY9-42" fmla="*/ 482971 h 923747"/>
                        <a:gd name="connsiteX10-43" fmla="*/ 0 w 3640627"/>
                        <a:gd name="connsiteY10-44" fmla="*/ 242051 h 923747"/>
                        <a:gd name="connsiteX0-45" fmla="*/ 0 w 3640627"/>
                        <a:gd name="connsiteY0-46" fmla="*/ 242051 h 923747"/>
                        <a:gd name="connsiteX1-47" fmla="*/ 655168 w 3640627"/>
                        <a:gd name="connsiteY1-48" fmla="*/ 16495 h 923747"/>
                        <a:gd name="connsiteX2-49" fmla="*/ 1809765 w 3640627"/>
                        <a:gd name="connsiteY2-50" fmla="*/ 511360 h 923747"/>
                        <a:gd name="connsiteX3-51" fmla="*/ 2964363 w 3640627"/>
                        <a:gd name="connsiteY3-52" fmla="*/ 0 h 923747"/>
                        <a:gd name="connsiteX4-53" fmla="*/ 3640627 w 3640627"/>
                        <a:gd name="connsiteY4-54" fmla="*/ 197946 h 923747"/>
                        <a:gd name="connsiteX5-55" fmla="*/ 3195282 w 3640627"/>
                        <a:gd name="connsiteY5-56" fmla="*/ 461874 h 923747"/>
                        <a:gd name="connsiteX6-57" fmla="*/ 2980857 w 3640627"/>
                        <a:gd name="connsiteY6-58" fmla="*/ 379396 h 923747"/>
                        <a:gd name="connsiteX7-59" fmla="*/ 1826259 w 3640627"/>
                        <a:gd name="connsiteY7-60" fmla="*/ 923747 h 923747"/>
                        <a:gd name="connsiteX8-61" fmla="*/ 690067 w 3640627"/>
                        <a:gd name="connsiteY8-62" fmla="*/ 412387 h 923747"/>
                        <a:gd name="connsiteX9-63" fmla="*/ 523214 w 3640627"/>
                        <a:gd name="connsiteY9-64" fmla="*/ 482971 h 923747"/>
                        <a:gd name="connsiteX10-65" fmla="*/ 0 w 3640627"/>
                        <a:gd name="connsiteY10-66" fmla="*/ 242051 h 923747"/>
                        <a:gd name="connsiteX0-67" fmla="*/ 0 w 3640627"/>
                        <a:gd name="connsiteY0-68" fmla="*/ 242051 h 946755"/>
                        <a:gd name="connsiteX1-69" fmla="*/ 655168 w 3640627"/>
                        <a:gd name="connsiteY1-70" fmla="*/ 16495 h 946755"/>
                        <a:gd name="connsiteX2-71" fmla="*/ 1809765 w 3640627"/>
                        <a:gd name="connsiteY2-72" fmla="*/ 511360 h 946755"/>
                        <a:gd name="connsiteX3-73" fmla="*/ 2964363 w 3640627"/>
                        <a:gd name="connsiteY3-74" fmla="*/ 0 h 946755"/>
                        <a:gd name="connsiteX4-75" fmla="*/ 3640627 w 3640627"/>
                        <a:gd name="connsiteY4-76" fmla="*/ 197946 h 946755"/>
                        <a:gd name="connsiteX5-77" fmla="*/ 3195282 w 3640627"/>
                        <a:gd name="connsiteY5-78" fmla="*/ 461874 h 946755"/>
                        <a:gd name="connsiteX6-79" fmla="*/ 2980857 w 3640627"/>
                        <a:gd name="connsiteY6-80" fmla="*/ 379396 h 946755"/>
                        <a:gd name="connsiteX7-81" fmla="*/ 1876873 w 3640627"/>
                        <a:gd name="connsiteY7-82" fmla="*/ 946755 h 946755"/>
                        <a:gd name="connsiteX8-83" fmla="*/ 690067 w 3640627"/>
                        <a:gd name="connsiteY8-84" fmla="*/ 412387 h 946755"/>
                        <a:gd name="connsiteX9-85" fmla="*/ 523214 w 3640627"/>
                        <a:gd name="connsiteY9-86" fmla="*/ 482971 h 946755"/>
                        <a:gd name="connsiteX10-87" fmla="*/ 0 w 3640627"/>
                        <a:gd name="connsiteY10-88" fmla="*/ 242051 h 946755"/>
                        <a:gd name="connsiteX0-89" fmla="*/ 0 w 3640627"/>
                        <a:gd name="connsiteY0-90" fmla="*/ 242051 h 946755"/>
                        <a:gd name="connsiteX1-91" fmla="*/ 655168 w 3640627"/>
                        <a:gd name="connsiteY1-92" fmla="*/ 16495 h 946755"/>
                        <a:gd name="connsiteX2-93" fmla="*/ 1855778 w 3640627"/>
                        <a:gd name="connsiteY2-94" fmla="*/ 534367 h 946755"/>
                        <a:gd name="connsiteX3-95" fmla="*/ 2964363 w 3640627"/>
                        <a:gd name="connsiteY3-96" fmla="*/ 0 h 946755"/>
                        <a:gd name="connsiteX4-97" fmla="*/ 3640627 w 3640627"/>
                        <a:gd name="connsiteY4-98" fmla="*/ 197946 h 946755"/>
                        <a:gd name="connsiteX5-99" fmla="*/ 3195282 w 3640627"/>
                        <a:gd name="connsiteY5-100" fmla="*/ 461874 h 946755"/>
                        <a:gd name="connsiteX6-101" fmla="*/ 2980857 w 3640627"/>
                        <a:gd name="connsiteY6-102" fmla="*/ 379396 h 946755"/>
                        <a:gd name="connsiteX7-103" fmla="*/ 1876873 w 3640627"/>
                        <a:gd name="connsiteY7-104" fmla="*/ 946755 h 946755"/>
                        <a:gd name="connsiteX8-105" fmla="*/ 690067 w 3640627"/>
                        <a:gd name="connsiteY8-106" fmla="*/ 412387 h 946755"/>
                        <a:gd name="connsiteX9-107" fmla="*/ 523214 w 3640627"/>
                        <a:gd name="connsiteY9-108" fmla="*/ 482971 h 946755"/>
                        <a:gd name="connsiteX10-109" fmla="*/ 0 w 3640627"/>
                        <a:gd name="connsiteY10-110" fmla="*/ 242051 h 946755"/>
                        <a:gd name="connsiteX0-111" fmla="*/ 0 w 3640627"/>
                        <a:gd name="connsiteY0-112" fmla="*/ 242051 h 946755"/>
                        <a:gd name="connsiteX1-113" fmla="*/ 655168 w 3640627"/>
                        <a:gd name="connsiteY1-114" fmla="*/ 16495 h 946755"/>
                        <a:gd name="connsiteX2-115" fmla="*/ 1855778 w 3640627"/>
                        <a:gd name="connsiteY2-116" fmla="*/ 534367 h 946755"/>
                        <a:gd name="connsiteX3-117" fmla="*/ 2964363 w 3640627"/>
                        <a:gd name="connsiteY3-118" fmla="*/ 0 h 946755"/>
                        <a:gd name="connsiteX4-119" fmla="*/ 3640627 w 3640627"/>
                        <a:gd name="connsiteY4-120" fmla="*/ 197946 h 946755"/>
                        <a:gd name="connsiteX5-121" fmla="*/ 3195282 w 3640627"/>
                        <a:gd name="connsiteY5-122" fmla="*/ 461874 h 946755"/>
                        <a:gd name="connsiteX6-123" fmla="*/ 3008465 w 3640627"/>
                        <a:gd name="connsiteY6-124" fmla="*/ 402404 h 946755"/>
                        <a:gd name="connsiteX7-125" fmla="*/ 1876873 w 3640627"/>
                        <a:gd name="connsiteY7-126" fmla="*/ 946755 h 946755"/>
                        <a:gd name="connsiteX8-127" fmla="*/ 690067 w 3640627"/>
                        <a:gd name="connsiteY8-128" fmla="*/ 412387 h 946755"/>
                        <a:gd name="connsiteX9-129" fmla="*/ 523214 w 3640627"/>
                        <a:gd name="connsiteY9-130" fmla="*/ 482971 h 946755"/>
                        <a:gd name="connsiteX10-131" fmla="*/ 0 w 3640627"/>
                        <a:gd name="connsiteY10-132" fmla="*/ 242051 h 946755"/>
                        <a:gd name="connsiteX0-133" fmla="*/ 0 w 3723451"/>
                        <a:gd name="connsiteY0-134" fmla="*/ 242051 h 946755"/>
                        <a:gd name="connsiteX1-135" fmla="*/ 655168 w 3723451"/>
                        <a:gd name="connsiteY1-136" fmla="*/ 16495 h 946755"/>
                        <a:gd name="connsiteX2-137" fmla="*/ 1855778 w 3723451"/>
                        <a:gd name="connsiteY2-138" fmla="*/ 534367 h 946755"/>
                        <a:gd name="connsiteX3-139" fmla="*/ 2964363 w 3723451"/>
                        <a:gd name="connsiteY3-140" fmla="*/ 0 h 946755"/>
                        <a:gd name="connsiteX4-141" fmla="*/ 3723451 w 3723451"/>
                        <a:gd name="connsiteY4-142" fmla="*/ 220954 h 946755"/>
                        <a:gd name="connsiteX5-143" fmla="*/ 3195282 w 3723451"/>
                        <a:gd name="connsiteY5-144" fmla="*/ 461874 h 946755"/>
                        <a:gd name="connsiteX6-145" fmla="*/ 3008465 w 3723451"/>
                        <a:gd name="connsiteY6-146" fmla="*/ 402404 h 946755"/>
                        <a:gd name="connsiteX7-147" fmla="*/ 1876873 w 3723451"/>
                        <a:gd name="connsiteY7-148" fmla="*/ 946755 h 946755"/>
                        <a:gd name="connsiteX8-149" fmla="*/ 690067 w 3723451"/>
                        <a:gd name="connsiteY8-150" fmla="*/ 412387 h 946755"/>
                        <a:gd name="connsiteX9-151" fmla="*/ 523214 w 3723451"/>
                        <a:gd name="connsiteY9-152" fmla="*/ 482971 h 946755"/>
                        <a:gd name="connsiteX10-153" fmla="*/ 0 w 3723451"/>
                        <a:gd name="connsiteY10-154" fmla="*/ 242051 h 946755"/>
                        <a:gd name="connsiteX0-155" fmla="*/ 0 w 3723451"/>
                        <a:gd name="connsiteY0-156" fmla="*/ 228246 h 932950"/>
                        <a:gd name="connsiteX1-157" fmla="*/ 655168 w 3723451"/>
                        <a:gd name="connsiteY1-158" fmla="*/ 2690 h 932950"/>
                        <a:gd name="connsiteX2-159" fmla="*/ 1855778 w 3723451"/>
                        <a:gd name="connsiteY2-160" fmla="*/ 520562 h 932950"/>
                        <a:gd name="connsiteX3-161" fmla="*/ 3001174 w 3723451"/>
                        <a:gd name="connsiteY3-162" fmla="*/ 0 h 932950"/>
                        <a:gd name="connsiteX4-163" fmla="*/ 3723451 w 3723451"/>
                        <a:gd name="connsiteY4-164" fmla="*/ 207149 h 932950"/>
                        <a:gd name="connsiteX5-165" fmla="*/ 3195282 w 3723451"/>
                        <a:gd name="connsiteY5-166" fmla="*/ 448069 h 932950"/>
                        <a:gd name="connsiteX6-167" fmla="*/ 3008465 w 3723451"/>
                        <a:gd name="connsiteY6-168" fmla="*/ 388599 h 932950"/>
                        <a:gd name="connsiteX7-169" fmla="*/ 1876873 w 3723451"/>
                        <a:gd name="connsiteY7-170" fmla="*/ 932950 h 932950"/>
                        <a:gd name="connsiteX8-171" fmla="*/ 690067 w 3723451"/>
                        <a:gd name="connsiteY8-172" fmla="*/ 398582 h 932950"/>
                        <a:gd name="connsiteX9-173" fmla="*/ 523214 w 3723451"/>
                        <a:gd name="connsiteY9-174" fmla="*/ 469166 h 932950"/>
                        <a:gd name="connsiteX10-175" fmla="*/ 0 w 3723451"/>
                        <a:gd name="connsiteY10-176" fmla="*/ 228246 h 932950"/>
                        <a:gd name="connsiteX0-177" fmla="*/ 0 w 3723451"/>
                        <a:gd name="connsiteY0-178" fmla="*/ 228246 h 932950"/>
                        <a:gd name="connsiteX1-179" fmla="*/ 655168 w 3723451"/>
                        <a:gd name="connsiteY1-180" fmla="*/ 2690 h 932950"/>
                        <a:gd name="connsiteX2-181" fmla="*/ 1855778 w 3723451"/>
                        <a:gd name="connsiteY2-182" fmla="*/ 520562 h 932950"/>
                        <a:gd name="connsiteX3-183" fmla="*/ 3001174 w 3723451"/>
                        <a:gd name="connsiteY3-184" fmla="*/ 0 h 932950"/>
                        <a:gd name="connsiteX4-185" fmla="*/ 3723451 w 3723451"/>
                        <a:gd name="connsiteY4-186" fmla="*/ 207149 h 932950"/>
                        <a:gd name="connsiteX5-187" fmla="*/ 3195282 w 3723451"/>
                        <a:gd name="connsiteY5-188" fmla="*/ 448069 h 932950"/>
                        <a:gd name="connsiteX6-189" fmla="*/ 3013067 w 3723451"/>
                        <a:gd name="connsiteY6-190" fmla="*/ 393200 h 932950"/>
                        <a:gd name="connsiteX7-191" fmla="*/ 1876873 w 3723451"/>
                        <a:gd name="connsiteY7-192" fmla="*/ 932950 h 932950"/>
                        <a:gd name="connsiteX8-193" fmla="*/ 690067 w 3723451"/>
                        <a:gd name="connsiteY8-194" fmla="*/ 398582 h 932950"/>
                        <a:gd name="connsiteX9-195" fmla="*/ 523214 w 3723451"/>
                        <a:gd name="connsiteY9-196" fmla="*/ 469166 h 932950"/>
                        <a:gd name="connsiteX10-197" fmla="*/ 0 w 3723451"/>
                        <a:gd name="connsiteY10-198" fmla="*/ 228246 h 932950"/>
                        <a:gd name="connsiteX0-199" fmla="*/ 0 w 3723451"/>
                        <a:gd name="connsiteY0-200" fmla="*/ 228246 h 932950"/>
                        <a:gd name="connsiteX1-201" fmla="*/ 655168 w 3723451"/>
                        <a:gd name="connsiteY1-202" fmla="*/ 2690 h 932950"/>
                        <a:gd name="connsiteX2-203" fmla="*/ 1855778 w 3723451"/>
                        <a:gd name="connsiteY2-204" fmla="*/ 520562 h 932950"/>
                        <a:gd name="connsiteX3-205" fmla="*/ 3001174 w 3723451"/>
                        <a:gd name="connsiteY3-206" fmla="*/ 0 h 932950"/>
                        <a:gd name="connsiteX4-207" fmla="*/ 3723451 w 3723451"/>
                        <a:gd name="connsiteY4-208" fmla="*/ 207149 h 932950"/>
                        <a:gd name="connsiteX5-209" fmla="*/ 3186079 w 3723451"/>
                        <a:gd name="connsiteY5-210" fmla="*/ 461874 h 932950"/>
                        <a:gd name="connsiteX6-211" fmla="*/ 3013067 w 3723451"/>
                        <a:gd name="connsiteY6-212" fmla="*/ 393200 h 932950"/>
                        <a:gd name="connsiteX7-213" fmla="*/ 1876873 w 3723451"/>
                        <a:gd name="connsiteY7-214" fmla="*/ 932950 h 932950"/>
                        <a:gd name="connsiteX8-215" fmla="*/ 690067 w 3723451"/>
                        <a:gd name="connsiteY8-216" fmla="*/ 398582 h 932950"/>
                        <a:gd name="connsiteX9-217" fmla="*/ 523214 w 3723451"/>
                        <a:gd name="connsiteY9-218" fmla="*/ 469166 h 932950"/>
                        <a:gd name="connsiteX10-219" fmla="*/ 0 w 3723451"/>
                        <a:gd name="connsiteY10-220" fmla="*/ 228246 h 932950"/>
                        <a:gd name="connsiteX0-221" fmla="*/ 0 w 3723451"/>
                        <a:gd name="connsiteY0-222" fmla="*/ 228246 h 932950"/>
                        <a:gd name="connsiteX1-223" fmla="*/ 655168 w 3723451"/>
                        <a:gd name="connsiteY1-224" fmla="*/ 2690 h 932950"/>
                        <a:gd name="connsiteX2-225" fmla="*/ 1855778 w 3723451"/>
                        <a:gd name="connsiteY2-226" fmla="*/ 520562 h 932950"/>
                        <a:gd name="connsiteX3-227" fmla="*/ 3001174 w 3723451"/>
                        <a:gd name="connsiteY3-228" fmla="*/ 0 h 932950"/>
                        <a:gd name="connsiteX4-229" fmla="*/ 3723451 w 3723451"/>
                        <a:gd name="connsiteY4-230" fmla="*/ 207149 h 932950"/>
                        <a:gd name="connsiteX5-231" fmla="*/ 3186079 w 3723451"/>
                        <a:gd name="connsiteY5-232" fmla="*/ 461874 h 932950"/>
                        <a:gd name="connsiteX6-233" fmla="*/ 3013067 w 3723451"/>
                        <a:gd name="connsiteY6-234" fmla="*/ 393200 h 932950"/>
                        <a:gd name="connsiteX7-235" fmla="*/ 1876873 w 3723451"/>
                        <a:gd name="connsiteY7-236" fmla="*/ 932950 h 932950"/>
                        <a:gd name="connsiteX8-237" fmla="*/ 711613 w 3723451"/>
                        <a:gd name="connsiteY8-238" fmla="*/ 413055 h 932950"/>
                        <a:gd name="connsiteX9-239" fmla="*/ 523214 w 3723451"/>
                        <a:gd name="connsiteY9-240" fmla="*/ 469166 h 932950"/>
                        <a:gd name="connsiteX10-241" fmla="*/ 0 w 3723451"/>
                        <a:gd name="connsiteY10-242" fmla="*/ 228246 h 932950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08" name="Freeform 307"/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-1" fmla="*/ 4602 w 1371198"/>
                        <a:gd name="connsiteY0-2" fmla="*/ 0 h 800665"/>
                        <a:gd name="connsiteX1-3" fmla="*/ 1371198 w 1371198"/>
                        <a:gd name="connsiteY1-4" fmla="*/ 625807 h 800665"/>
                        <a:gd name="connsiteX2-5" fmla="*/ 897260 w 1371198"/>
                        <a:gd name="connsiteY2-6" fmla="*/ 800665 h 800665"/>
                        <a:gd name="connsiteX3-7" fmla="*/ 0 w 1371198"/>
                        <a:gd name="connsiteY3-8" fmla="*/ 404934 h 800665"/>
                        <a:gd name="connsiteX4-9" fmla="*/ 4602 w 1371198"/>
                        <a:gd name="connsiteY4-10" fmla="*/ 0 h 800665"/>
                        <a:gd name="connsiteX0-11" fmla="*/ 0 w 1366596"/>
                        <a:gd name="connsiteY0-12" fmla="*/ 0 h 800665"/>
                        <a:gd name="connsiteX1-13" fmla="*/ 1366596 w 1366596"/>
                        <a:gd name="connsiteY1-14" fmla="*/ 625807 h 800665"/>
                        <a:gd name="connsiteX2-15" fmla="*/ 892658 w 1366596"/>
                        <a:gd name="connsiteY2-16" fmla="*/ 800665 h 800665"/>
                        <a:gd name="connsiteX3-17" fmla="*/ 4601 w 1366596"/>
                        <a:gd name="connsiteY3-18" fmla="*/ 427942 h 800665"/>
                        <a:gd name="connsiteX4-19" fmla="*/ 0 w 1366596"/>
                        <a:gd name="connsiteY4-20" fmla="*/ 0 h 800665"/>
                        <a:gd name="connsiteX0-21" fmla="*/ 0 w 1366596"/>
                        <a:gd name="connsiteY0-22" fmla="*/ 0 h 800665"/>
                        <a:gd name="connsiteX1-23" fmla="*/ 1366596 w 1366596"/>
                        <a:gd name="connsiteY1-24" fmla="*/ 625807 h 800665"/>
                        <a:gd name="connsiteX2-25" fmla="*/ 892658 w 1366596"/>
                        <a:gd name="connsiteY2-26" fmla="*/ 800665 h 800665"/>
                        <a:gd name="connsiteX3-27" fmla="*/ 4601 w 1366596"/>
                        <a:gd name="connsiteY3-28" fmla="*/ 427942 h 800665"/>
                        <a:gd name="connsiteX4-29" fmla="*/ 0 w 1366596"/>
                        <a:gd name="connsiteY4-30" fmla="*/ 0 h 800665"/>
                        <a:gd name="connsiteX0-31" fmla="*/ 0 w 1366596"/>
                        <a:gd name="connsiteY0-32" fmla="*/ 0 h 800665"/>
                        <a:gd name="connsiteX1-33" fmla="*/ 1366596 w 1366596"/>
                        <a:gd name="connsiteY1-34" fmla="*/ 625807 h 800665"/>
                        <a:gd name="connsiteX2-35" fmla="*/ 892658 w 1366596"/>
                        <a:gd name="connsiteY2-36" fmla="*/ 800665 h 800665"/>
                        <a:gd name="connsiteX3-37" fmla="*/ 4601 w 1366596"/>
                        <a:gd name="connsiteY3-38" fmla="*/ 427942 h 800665"/>
                        <a:gd name="connsiteX4-39" fmla="*/ 0 w 1366596"/>
                        <a:gd name="connsiteY4-40" fmla="*/ 0 h 800665"/>
                        <a:gd name="connsiteX0-41" fmla="*/ 0 w 1366596"/>
                        <a:gd name="connsiteY0-42" fmla="*/ 0 h 809868"/>
                        <a:gd name="connsiteX1-43" fmla="*/ 1366596 w 1366596"/>
                        <a:gd name="connsiteY1-44" fmla="*/ 625807 h 809868"/>
                        <a:gd name="connsiteX2-45" fmla="*/ 865050 w 1366596"/>
                        <a:gd name="connsiteY2-46" fmla="*/ 809868 h 809868"/>
                        <a:gd name="connsiteX3-47" fmla="*/ 4601 w 1366596"/>
                        <a:gd name="connsiteY3-48" fmla="*/ 427942 h 809868"/>
                        <a:gd name="connsiteX4-49" fmla="*/ 0 w 1366596"/>
                        <a:gd name="connsiteY4-50" fmla="*/ 0 h 809868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09" name="Freeform 308"/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-1" fmla="*/ 1329786 w 1348191"/>
                        <a:gd name="connsiteY0-2" fmla="*/ 0 h 791462"/>
                        <a:gd name="connsiteX1-3" fmla="*/ 1348191 w 1348191"/>
                        <a:gd name="connsiteY1-4" fmla="*/ 381926 h 791462"/>
                        <a:gd name="connsiteX2-5" fmla="*/ 487742 w 1348191"/>
                        <a:gd name="connsiteY2-6" fmla="*/ 791462 h 791462"/>
                        <a:gd name="connsiteX3-7" fmla="*/ 0 w 1348191"/>
                        <a:gd name="connsiteY3-8" fmla="*/ 612002 h 791462"/>
                        <a:gd name="connsiteX4-9" fmla="*/ 1329786 w 1348191"/>
                        <a:gd name="connsiteY4-10" fmla="*/ 0 h 791462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310" name="Straight Connector 309"/>
                    <p:cNvCxnSpPr>
                      <a:endCxn id="305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ln w="6350" cmpd="sng">
                      <a:solidFill>
                        <a:schemeClr val="tx1"/>
                      </a:solidFill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" name="Straight Connector 310"/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ln w="6350" cmpd="sng">
                      <a:solidFill>
                        <a:schemeClr val="tx1"/>
                      </a:solidFill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300" name="Group 299"/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301" name="Oval 300"/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chemeClr val="bg1">
                        <a:alpha val="76000"/>
                      </a:schemeClr>
                    </a:solidFill>
                    <a:ln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302" name="TextBox 301"/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r>
                        <a:rPr lang="en-US" dirty="0"/>
                        <a:t>1d</a:t>
                      </a:r>
                    </a:p>
                  </p:txBody>
                </p:sp>
              </p:grpSp>
            </p:grpSp>
            <p:grpSp>
              <p:nvGrpSpPr>
                <p:cNvPr id="265" name="Group 264"/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286" name="Group 327"/>
                  <p:cNvGrpSpPr/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290" name="Oval 289"/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chemeClr val="accent2">
                            <a:lumMod val="75000"/>
                          </a:schemeClr>
                        </a:gs>
                        <a:gs pos="53000">
                          <a:schemeClr val="accent2">
                            <a:lumMod val="60000"/>
                            <a:lumOff val="40000"/>
                          </a:schemeClr>
                        </a:gs>
                        <a:gs pos="100000">
                          <a:schemeClr val="accent2">
                            <a:lumMod val="75000"/>
                          </a:schemeClr>
                        </a:gs>
                      </a:gsLst>
                      <a:lin ang="0" scaled="1"/>
                      <a:tileRect/>
                    </a:gradFill>
                    <a:ln w="6350" cmpd="sng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 dirty="0">
                        <a:ln>
                          <a:solidFill>
                            <a:schemeClr val="tx1"/>
                          </a:solidFill>
                        </a:ln>
                      </a:endParaRPr>
                    </a:p>
                  </p:txBody>
                </p:sp>
                <p:sp>
                  <p:nvSpPr>
                    <p:cNvPr id="291" name="Rectangle 290"/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chemeClr val="accent2">
                            <a:lumMod val="75000"/>
                          </a:schemeClr>
                        </a:gs>
                        <a:gs pos="53000">
                          <a:schemeClr val="accent2">
                            <a:lumMod val="60000"/>
                            <a:lumOff val="40000"/>
                          </a:schemeClr>
                        </a:gs>
                        <a:gs pos="100000">
                          <a:schemeClr val="accent2">
                            <a:lumMod val="75000"/>
                          </a:schemeClr>
                        </a:gs>
                      </a:gsLst>
                      <a:lin ang="10800000" scaled="0"/>
                    </a:gradFill>
                    <a:ln w="25400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92" name="Oval 291"/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 w="6350" cmpd="sng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 dirty="0">
                        <a:ln>
                          <a:solidFill>
                            <a:schemeClr val="tx1"/>
                          </a:solidFill>
                        </a:ln>
                      </a:endParaRPr>
                    </a:p>
                  </p:txBody>
                </p:sp>
                <p:sp>
                  <p:nvSpPr>
                    <p:cNvPr id="293" name="Freeform 292"/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-1" fmla="*/ 1486231 w 2944854"/>
                        <a:gd name="connsiteY0-2" fmla="*/ 727041 h 1316375"/>
                        <a:gd name="connsiteX1-3" fmla="*/ 257675 w 2944854"/>
                        <a:gd name="connsiteY1-4" fmla="*/ 1302232 h 1316375"/>
                        <a:gd name="connsiteX2-5" fmla="*/ 0 w 2944854"/>
                        <a:gd name="connsiteY2-6" fmla="*/ 1228607 h 1316375"/>
                        <a:gd name="connsiteX3-7" fmla="*/ 911064 w 2944854"/>
                        <a:gd name="connsiteY3-8" fmla="*/ 837478 h 1316375"/>
                        <a:gd name="connsiteX4-9" fmla="*/ 883456 w 2944854"/>
                        <a:gd name="connsiteY4-10" fmla="*/ 450949 h 1316375"/>
                        <a:gd name="connsiteX5-11" fmla="*/ 161047 w 2944854"/>
                        <a:gd name="connsiteY5-12" fmla="*/ 119640 h 1316375"/>
                        <a:gd name="connsiteX6-13" fmla="*/ 404917 w 2944854"/>
                        <a:gd name="connsiteY6-14" fmla="*/ 50617 h 1316375"/>
                        <a:gd name="connsiteX7-15" fmla="*/ 1477028 w 2944854"/>
                        <a:gd name="connsiteY7-16" fmla="*/ 501566 h 1316375"/>
                        <a:gd name="connsiteX8-17" fmla="*/ 2572146 w 2944854"/>
                        <a:gd name="connsiteY8-18" fmla="*/ 0 h 1316375"/>
                        <a:gd name="connsiteX9-19" fmla="*/ 2875834 w 2944854"/>
                        <a:gd name="connsiteY9-20" fmla="*/ 96632 h 1316375"/>
                        <a:gd name="connsiteX10-21" fmla="*/ 2079803 w 2944854"/>
                        <a:gd name="connsiteY10-22" fmla="*/ 432543 h 1316375"/>
                        <a:gd name="connsiteX11-23" fmla="*/ 2240850 w 2944854"/>
                        <a:gd name="connsiteY11-24" fmla="*/ 920305 h 1316375"/>
                        <a:gd name="connsiteX12-25" fmla="*/ 2944854 w 2944854"/>
                        <a:gd name="connsiteY12-26" fmla="*/ 1228607 h 1316375"/>
                        <a:gd name="connsiteX13-27" fmla="*/ 2756623 w 2944854"/>
                        <a:gd name="connsiteY13-28" fmla="*/ 1316375 h 1316375"/>
                        <a:gd name="connsiteX14-29" fmla="*/ 1486231 w 2944854"/>
                        <a:gd name="connsiteY14-30" fmla="*/ 727041 h 1316375"/>
                        <a:gd name="connsiteX0-31" fmla="*/ 1486231 w 3024520"/>
                        <a:gd name="connsiteY0-32" fmla="*/ 727041 h 1316375"/>
                        <a:gd name="connsiteX1-33" fmla="*/ 257675 w 3024520"/>
                        <a:gd name="connsiteY1-34" fmla="*/ 1302232 h 1316375"/>
                        <a:gd name="connsiteX2-35" fmla="*/ 0 w 3024520"/>
                        <a:gd name="connsiteY2-36" fmla="*/ 1228607 h 1316375"/>
                        <a:gd name="connsiteX3-37" fmla="*/ 911064 w 3024520"/>
                        <a:gd name="connsiteY3-38" fmla="*/ 837478 h 1316375"/>
                        <a:gd name="connsiteX4-39" fmla="*/ 883456 w 3024520"/>
                        <a:gd name="connsiteY4-40" fmla="*/ 450949 h 1316375"/>
                        <a:gd name="connsiteX5-41" fmla="*/ 161047 w 3024520"/>
                        <a:gd name="connsiteY5-42" fmla="*/ 119640 h 1316375"/>
                        <a:gd name="connsiteX6-43" fmla="*/ 404917 w 3024520"/>
                        <a:gd name="connsiteY6-44" fmla="*/ 50617 h 1316375"/>
                        <a:gd name="connsiteX7-45" fmla="*/ 1477028 w 3024520"/>
                        <a:gd name="connsiteY7-46" fmla="*/ 501566 h 1316375"/>
                        <a:gd name="connsiteX8-47" fmla="*/ 2572146 w 3024520"/>
                        <a:gd name="connsiteY8-48" fmla="*/ 0 h 1316375"/>
                        <a:gd name="connsiteX9-49" fmla="*/ 2875834 w 3024520"/>
                        <a:gd name="connsiteY9-50" fmla="*/ 96632 h 1316375"/>
                        <a:gd name="connsiteX10-51" fmla="*/ 2079803 w 3024520"/>
                        <a:gd name="connsiteY10-52" fmla="*/ 432543 h 1316375"/>
                        <a:gd name="connsiteX11-53" fmla="*/ 2240850 w 3024520"/>
                        <a:gd name="connsiteY11-54" fmla="*/ 920305 h 1316375"/>
                        <a:gd name="connsiteX12-55" fmla="*/ 3024520 w 3024520"/>
                        <a:gd name="connsiteY12-56" fmla="*/ 1228607 h 1316375"/>
                        <a:gd name="connsiteX13-57" fmla="*/ 2756623 w 3024520"/>
                        <a:gd name="connsiteY13-58" fmla="*/ 1316375 h 1316375"/>
                        <a:gd name="connsiteX14-59" fmla="*/ 1486231 w 3024520"/>
                        <a:gd name="connsiteY14-60" fmla="*/ 727041 h 1316375"/>
                        <a:gd name="connsiteX0-61" fmla="*/ 1537780 w 3076069"/>
                        <a:gd name="connsiteY0-62" fmla="*/ 727041 h 1316375"/>
                        <a:gd name="connsiteX1-63" fmla="*/ 309224 w 3076069"/>
                        <a:gd name="connsiteY1-64" fmla="*/ 1302232 h 1316375"/>
                        <a:gd name="connsiteX2-65" fmla="*/ 0 w 3076069"/>
                        <a:gd name="connsiteY2-66" fmla="*/ 1228607 h 1316375"/>
                        <a:gd name="connsiteX3-67" fmla="*/ 962613 w 3076069"/>
                        <a:gd name="connsiteY3-68" fmla="*/ 837478 h 1316375"/>
                        <a:gd name="connsiteX4-69" fmla="*/ 935005 w 3076069"/>
                        <a:gd name="connsiteY4-70" fmla="*/ 450949 h 1316375"/>
                        <a:gd name="connsiteX5-71" fmla="*/ 212596 w 3076069"/>
                        <a:gd name="connsiteY5-72" fmla="*/ 119640 h 1316375"/>
                        <a:gd name="connsiteX6-73" fmla="*/ 456466 w 3076069"/>
                        <a:gd name="connsiteY6-74" fmla="*/ 50617 h 1316375"/>
                        <a:gd name="connsiteX7-75" fmla="*/ 1528577 w 3076069"/>
                        <a:gd name="connsiteY7-76" fmla="*/ 501566 h 1316375"/>
                        <a:gd name="connsiteX8-77" fmla="*/ 2623695 w 3076069"/>
                        <a:gd name="connsiteY8-78" fmla="*/ 0 h 1316375"/>
                        <a:gd name="connsiteX9-79" fmla="*/ 2927383 w 3076069"/>
                        <a:gd name="connsiteY9-80" fmla="*/ 96632 h 1316375"/>
                        <a:gd name="connsiteX10-81" fmla="*/ 2131352 w 3076069"/>
                        <a:gd name="connsiteY10-82" fmla="*/ 432543 h 1316375"/>
                        <a:gd name="connsiteX11-83" fmla="*/ 2292399 w 3076069"/>
                        <a:gd name="connsiteY11-84" fmla="*/ 920305 h 1316375"/>
                        <a:gd name="connsiteX12-85" fmla="*/ 3076069 w 3076069"/>
                        <a:gd name="connsiteY12-86" fmla="*/ 1228607 h 1316375"/>
                        <a:gd name="connsiteX13-87" fmla="*/ 2808172 w 3076069"/>
                        <a:gd name="connsiteY13-88" fmla="*/ 1316375 h 1316375"/>
                        <a:gd name="connsiteX14-89" fmla="*/ 1537780 w 3076069"/>
                        <a:gd name="connsiteY14-90" fmla="*/ 727041 h 1316375"/>
                        <a:gd name="connsiteX0-91" fmla="*/ 1537780 w 3076069"/>
                        <a:gd name="connsiteY0-92" fmla="*/ 727041 h 1321259"/>
                        <a:gd name="connsiteX1-93" fmla="*/ 313981 w 3076069"/>
                        <a:gd name="connsiteY1-94" fmla="*/ 1321259 h 1321259"/>
                        <a:gd name="connsiteX2-95" fmla="*/ 0 w 3076069"/>
                        <a:gd name="connsiteY2-96" fmla="*/ 1228607 h 1321259"/>
                        <a:gd name="connsiteX3-97" fmla="*/ 962613 w 3076069"/>
                        <a:gd name="connsiteY3-98" fmla="*/ 837478 h 1321259"/>
                        <a:gd name="connsiteX4-99" fmla="*/ 935005 w 3076069"/>
                        <a:gd name="connsiteY4-100" fmla="*/ 450949 h 1321259"/>
                        <a:gd name="connsiteX5-101" fmla="*/ 212596 w 3076069"/>
                        <a:gd name="connsiteY5-102" fmla="*/ 119640 h 1321259"/>
                        <a:gd name="connsiteX6-103" fmla="*/ 456466 w 3076069"/>
                        <a:gd name="connsiteY6-104" fmla="*/ 50617 h 1321259"/>
                        <a:gd name="connsiteX7-105" fmla="*/ 1528577 w 3076069"/>
                        <a:gd name="connsiteY7-106" fmla="*/ 501566 h 1321259"/>
                        <a:gd name="connsiteX8-107" fmla="*/ 2623695 w 3076069"/>
                        <a:gd name="connsiteY8-108" fmla="*/ 0 h 1321259"/>
                        <a:gd name="connsiteX9-109" fmla="*/ 2927383 w 3076069"/>
                        <a:gd name="connsiteY9-110" fmla="*/ 96632 h 1321259"/>
                        <a:gd name="connsiteX10-111" fmla="*/ 2131352 w 3076069"/>
                        <a:gd name="connsiteY10-112" fmla="*/ 432543 h 1321259"/>
                        <a:gd name="connsiteX11-113" fmla="*/ 2292399 w 3076069"/>
                        <a:gd name="connsiteY11-114" fmla="*/ 920305 h 1321259"/>
                        <a:gd name="connsiteX12-115" fmla="*/ 3076069 w 3076069"/>
                        <a:gd name="connsiteY12-116" fmla="*/ 1228607 h 1321259"/>
                        <a:gd name="connsiteX13-117" fmla="*/ 2808172 w 3076069"/>
                        <a:gd name="connsiteY13-118" fmla="*/ 1316375 h 1321259"/>
                        <a:gd name="connsiteX14-119" fmla="*/ 1537780 w 3076069"/>
                        <a:gd name="connsiteY14-120" fmla="*/ 727041 h 1321259"/>
                        <a:gd name="connsiteX0-121" fmla="*/ 1537780 w 3076069"/>
                        <a:gd name="connsiteY0-122" fmla="*/ 750825 h 1321259"/>
                        <a:gd name="connsiteX1-123" fmla="*/ 313981 w 3076069"/>
                        <a:gd name="connsiteY1-124" fmla="*/ 1321259 h 1321259"/>
                        <a:gd name="connsiteX2-125" fmla="*/ 0 w 3076069"/>
                        <a:gd name="connsiteY2-126" fmla="*/ 1228607 h 1321259"/>
                        <a:gd name="connsiteX3-127" fmla="*/ 962613 w 3076069"/>
                        <a:gd name="connsiteY3-128" fmla="*/ 837478 h 1321259"/>
                        <a:gd name="connsiteX4-129" fmla="*/ 935005 w 3076069"/>
                        <a:gd name="connsiteY4-130" fmla="*/ 450949 h 1321259"/>
                        <a:gd name="connsiteX5-131" fmla="*/ 212596 w 3076069"/>
                        <a:gd name="connsiteY5-132" fmla="*/ 119640 h 1321259"/>
                        <a:gd name="connsiteX6-133" fmla="*/ 456466 w 3076069"/>
                        <a:gd name="connsiteY6-134" fmla="*/ 50617 h 1321259"/>
                        <a:gd name="connsiteX7-135" fmla="*/ 1528577 w 3076069"/>
                        <a:gd name="connsiteY7-136" fmla="*/ 501566 h 1321259"/>
                        <a:gd name="connsiteX8-137" fmla="*/ 2623695 w 3076069"/>
                        <a:gd name="connsiteY8-138" fmla="*/ 0 h 1321259"/>
                        <a:gd name="connsiteX9-139" fmla="*/ 2927383 w 3076069"/>
                        <a:gd name="connsiteY9-140" fmla="*/ 96632 h 1321259"/>
                        <a:gd name="connsiteX10-141" fmla="*/ 2131352 w 3076069"/>
                        <a:gd name="connsiteY10-142" fmla="*/ 432543 h 1321259"/>
                        <a:gd name="connsiteX11-143" fmla="*/ 2292399 w 3076069"/>
                        <a:gd name="connsiteY11-144" fmla="*/ 920305 h 1321259"/>
                        <a:gd name="connsiteX12-145" fmla="*/ 3076069 w 3076069"/>
                        <a:gd name="connsiteY12-146" fmla="*/ 1228607 h 1321259"/>
                        <a:gd name="connsiteX13-147" fmla="*/ 2808172 w 3076069"/>
                        <a:gd name="connsiteY13-148" fmla="*/ 1316375 h 1321259"/>
                        <a:gd name="connsiteX14-149" fmla="*/ 1537780 w 3076069"/>
                        <a:gd name="connsiteY14-150" fmla="*/ 750825 h 1321259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94" name="Freeform 293"/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-1" fmla="*/ 0 w 3640627"/>
                        <a:gd name="connsiteY0-2" fmla="*/ 242051 h 923747"/>
                        <a:gd name="connsiteX1-3" fmla="*/ 655168 w 3640627"/>
                        <a:gd name="connsiteY1-4" fmla="*/ 16495 h 923747"/>
                        <a:gd name="connsiteX2-5" fmla="*/ 1809765 w 3640627"/>
                        <a:gd name="connsiteY2-6" fmla="*/ 511360 h 923747"/>
                        <a:gd name="connsiteX3-7" fmla="*/ 2964363 w 3640627"/>
                        <a:gd name="connsiteY3-8" fmla="*/ 0 h 923747"/>
                        <a:gd name="connsiteX4-9" fmla="*/ 3640627 w 3640627"/>
                        <a:gd name="connsiteY4-10" fmla="*/ 197946 h 923747"/>
                        <a:gd name="connsiteX5-11" fmla="*/ 3195282 w 3640627"/>
                        <a:gd name="connsiteY5-12" fmla="*/ 461874 h 923747"/>
                        <a:gd name="connsiteX6-13" fmla="*/ 2980857 w 3640627"/>
                        <a:gd name="connsiteY6-14" fmla="*/ 379396 h 923747"/>
                        <a:gd name="connsiteX7-15" fmla="*/ 1826259 w 3640627"/>
                        <a:gd name="connsiteY7-16" fmla="*/ 923747 h 923747"/>
                        <a:gd name="connsiteX8-17" fmla="*/ 671662 w 3640627"/>
                        <a:gd name="connsiteY8-18" fmla="*/ 412387 h 923747"/>
                        <a:gd name="connsiteX9-19" fmla="*/ 523214 w 3640627"/>
                        <a:gd name="connsiteY9-20" fmla="*/ 478369 h 923747"/>
                        <a:gd name="connsiteX10-21" fmla="*/ 0 w 3640627"/>
                        <a:gd name="connsiteY10-22" fmla="*/ 242051 h 923747"/>
                        <a:gd name="connsiteX0-23" fmla="*/ 0 w 3640627"/>
                        <a:gd name="connsiteY0-24" fmla="*/ 242051 h 923747"/>
                        <a:gd name="connsiteX1-25" fmla="*/ 655168 w 3640627"/>
                        <a:gd name="connsiteY1-26" fmla="*/ 16495 h 923747"/>
                        <a:gd name="connsiteX2-27" fmla="*/ 1809765 w 3640627"/>
                        <a:gd name="connsiteY2-28" fmla="*/ 511360 h 923747"/>
                        <a:gd name="connsiteX3-29" fmla="*/ 2964363 w 3640627"/>
                        <a:gd name="connsiteY3-30" fmla="*/ 0 h 923747"/>
                        <a:gd name="connsiteX4-31" fmla="*/ 3640627 w 3640627"/>
                        <a:gd name="connsiteY4-32" fmla="*/ 197946 h 923747"/>
                        <a:gd name="connsiteX5-33" fmla="*/ 3195282 w 3640627"/>
                        <a:gd name="connsiteY5-34" fmla="*/ 461874 h 923747"/>
                        <a:gd name="connsiteX6-35" fmla="*/ 2980857 w 3640627"/>
                        <a:gd name="connsiteY6-36" fmla="*/ 379396 h 923747"/>
                        <a:gd name="connsiteX7-37" fmla="*/ 1826259 w 3640627"/>
                        <a:gd name="connsiteY7-38" fmla="*/ 923747 h 923747"/>
                        <a:gd name="connsiteX8-39" fmla="*/ 671662 w 3640627"/>
                        <a:gd name="connsiteY8-40" fmla="*/ 412387 h 923747"/>
                        <a:gd name="connsiteX9-41" fmla="*/ 523214 w 3640627"/>
                        <a:gd name="connsiteY9-42" fmla="*/ 482971 h 923747"/>
                        <a:gd name="connsiteX10-43" fmla="*/ 0 w 3640627"/>
                        <a:gd name="connsiteY10-44" fmla="*/ 242051 h 923747"/>
                        <a:gd name="connsiteX0-45" fmla="*/ 0 w 3640627"/>
                        <a:gd name="connsiteY0-46" fmla="*/ 242051 h 923747"/>
                        <a:gd name="connsiteX1-47" fmla="*/ 655168 w 3640627"/>
                        <a:gd name="connsiteY1-48" fmla="*/ 16495 h 923747"/>
                        <a:gd name="connsiteX2-49" fmla="*/ 1809765 w 3640627"/>
                        <a:gd name="connsiteY2-50" fmla="*/ 511360 h 923747"/>
                        <a:gd name="connsiteX3-51" fmla="*/ 2964363 w 3640627"/>
                        <a:gd name="connsiteY3-52" fmla="*/ 0 h 923747"/>
                        <a:gd name="connsiteX4-53" fmla="*/ 3640627 w 3640627"/>
                        <a:gd name="connsiteY4-54" fmla="*/ 197946 h 923747"/>
                        <a:gd name="connsiteX5-55" fmla="*/ 3195282 w 3640627"/>
                        <a:gd name="connsiteY5-56" fmla="*/ 461874 h 923747"/>
                        <a:gd name="connsiteX6-57" fmla="*/ 2980857 w 3640627"/>
                        <a:gd name="connsiteY6-58" fmla="*/ 379396 h 923747"/>
                        <a:gd name="connsiteX7-59" fmla="*/ 1826259 w 3640627"/>
                        <a:gd name="connsiteY7-60" fmla="*/ 923747 h 923747"/>
                        <a:gd name="connsiteX8-61" fmla="*/ 690067 w 3640627"/>
                        <a:gd name="connsiteY8-62" fmla="*/ 412387 h 923747"/>
                        <a:gd name="connsiteX9-63" fmla="*/ 523214 w 3640627"/>
                        <a:gd name="connsiteY9-64" fmla="*/ 482971 h 923747"/>
                        <a:gd name="connsiteX10-65" fmla="*/ 0 w 3640627"/>
                        <a:gd name="connsiteY10-66" fmla="*/ 242051 h 923747"/>
                        <a:gd name="connsiteX0-67" fmla="*/ 0 w 3640627"/>
                        <a:gd name="connsiteY0-68" fmla="*/ 242051 h 946755"/>
                        <a:gd name="connsiteX1-69" fmla="*/ 655168 w 3640627"/>
                        <a:gd name="connsiteY1-70" fmla="*/ 16495 h 946755"/>
                        <a:gd name="connsiteX2-71" fmla="*/ 1809765 w 3640627"/>
                        <a:gd name="connsiteY2-72" fmla="*/ 511360 h 946755"/>
                        <a:gd name="connsiteX3-73" fmla="*/ 2964363 w 3640627"/>
                        <a:gd name="connsiteY3-74" fmla="*/ 0 h 946755"/>
                        <a:gd name="connsiteX4-75" fmla="*/ 3640627 w 3640627"/>
                        <a:gd name="connsiteY4-76" fmla="*/ 197946 h 946755"/>
                        <a:gd name="connsiteX5-77" fmla="*/ 3195282 w 3640627"/>
                        <a:gd name="connsiteY5-78" fmla="*/ 461874 h 946755"/>
                        <a:gd name="connsiteX6-79" fmla="*/ 2980857 w 3640627"/>
                        <a:gd name="connsiteY6-80" fmla="*/ 379396 h 946755"/>
                        <a:gd name="connsiteX7-81" fmla="*/ 1876873 w 3640627"/>
                        <a:gd name="connsiteY7-82" fmla="*/ 946755 h 946755"/>
                        <a:gd name="connsiteX8-83" fmla="*/ 690067 w 3640627"/>
                        <a:gd name="connsiteY8-84" fmla="*/ 412387 h 946755"/>
                        <a:gd name="connsiteX9-85" fmla="*/ 523214 w 3640627"/>
                        <a:gd name="connsiteY9-86" fmla="*/ 482971 h 946755"/>
                        <a:gd name="connsiteX10-87" fmla="*/ 0 w 3640627"/>
                        <a:gd name="connsiteY10-88" fmla="*/ 242051 h 946755"/>
                        <a:gd name="connsiteX0-89" fmla="*/ 0 w 3640627"/>
                        <a:gd name="connsiteY0-90" fmla="*/ 242051 h 946755"/>
                        <a:gd name="connsiteX1-91" fmla="*/ 655168 w 3640627"/>
                        <a:gd name="connsiteY1-92" fmla="*/ 16495 h 946755"/>
                        <a:gd name="connsiteX2-93" fmla="*/ 1855778 w 3640627"/>
                        <a:gd name="connsiteY2-94" fmla="*/ 534367 h 946755"/>
                        <a:gd name="connsiteX3-95" fmla="*/ 2964363 w 3640627"/>
                        <a:gd name="connsiteY3-96" fmla="*/ 0 h 946755"/>
                        <a:gd name="connsiteX4-97" fmla="*/ 3640627 w 3640627"/>
                        <a:gd name="connsiteY4-98" fmla="*/ 197946 h 946755"/>
                        <a:gd name="connsiteX5-99" fmla="*/ 3195282 w 3640627"/>
                        <a:gd name="connsiteY5-100" fmla="*/ 461874 h 946755"/>
                        <a:gd name="connsiteX6-101" fmla="*/ 2980857 w 3640627"/>
                        <a:gd name="connsiteY6-102" fmla="*/ 379396 h 946755"/>
                        <a:gd name="connsiteX7-103" fmla="*/ 1876873 w 3640627"/>
                        <a:gd name="connsiteY7-104" fmla="*/ 946755 h 946755"/>
                        <a:gd name="connsiteX8-105" fmla="*/ 690067 w 3640627"/>
                        <a:gd name="connsiteY8-106" fmla="*/ 412387 h 946755"/>
                        <a:gd name="connsiteX9-107" fmla="*/ 523214 w 3640627"/>
                        <a:gd name="connsiteY9-108" fmla="*/ 482971 h 946755"/>
                        <a:gd name="connsiteX10-109" fmla="*/ 0 w 3640627"/>
                        <a:gd name="connsiteY10-110" fmla="*/ 242051 h 946755"/>
                        <a:gd name="connsiteX0-111" fmla="*/ 0 w 3640627"/>
                        <a:gd name="connsiteY0-112" fmla="*/ 242051 h 946755"/>
                        <a:gd name="connsiteX1-113" fmla="*/ 655168 w 3640627"/>
                        <a:gd name="connsiteY1-114" fmla="*/ 16495 h 946755"/>
                        <a:gd name="connsiteX2-115" fmla="*/ 1855778 w 3640627"/>
                        <a:gd name="connsiteY2-116" fmla="*/ 534367 h 946755"/>
                        <a:gd name="connsiteX3-117" fmla="*/ 2964363 w 3640627"/>
                        <a:gd name="connsiteY3-118" fmla="*/ 0 h 946755"/>
                        <a:gd name="connsiteX4-119" fmla="*/ 3640627 w 3640627"/>
                        <a:gd name="connsiteY4-120" fmla="*/ 197946 h 946755"/>
                        <a:gd name="connsiteX5-121" fmla="*/ 3195282 w 3640627"/>
                        <a:gd name="connsiteY5-122" fmla="*/ 461874 h 946755"/>
                        <a:gd name="connsiteX6-123" fmla="*/ 3008465 w 3640627"/>
                        <a:gd name="connsiteY6-124" fmla="*/ 402404 h 946755"/>
                        <a:gd name="connsiteX7-125" fmla="*/ 1876873 w 3640627"/>
                        <a:gd name="connsiteY7-126" fmla="*/ 946755 h 946755"/>
                        <a:gd name="connsiteX8-127" fmla="*/ 690067 w 3640627"/>
                        <a:gd name="connsiteY8-128" fmla="*/ 412387 h 946755"/>
                        <a:gd name="connsiteX9-129" fmla="*/ 523214 w 3640627"/>
                        <a:gd name="connsiteY9-130" fmla="*/ 482971 h 946755"/>
                        <a:gd name="connsiteX10-131" fmla="*/ 0 w 3640627"/>
                        <a:gd name="connsiteY10-132" fmla="*/ 242051 h 946755"/>
                        <a:gd name="connsiteX0-133" fmla="*/ 0 w 3723451"/>
                        <a:gd name="connsiteY0-134" fmla="*/ 242051 h 946755"/>
                        <a:gd name="connsiteX1-135" fmla="*/ 655168 w 3723451"/>
                        <a:gd name="connsiteY1-136" fmla="*/ 16495 h 946755"/>
                        <a:gd name="connsiteX2-137" fmla="*/ 1855778 w 3723451"/>
                        <a:gd name="connsiteY2-138" fmla="*/ 534367 h 946755"/>
                        <a:gd name="connsiteX3-139" fmla="*/ 2964363 w 3723451"/>
                        <a:gd name="connsiteY3-140" fmla="*/ 0 h 946755"/>
                        <a:gd name="connsiteX4-141" fmla="*/ 3723451 w 3723451"/>
                        <a:gd name="connsiteY4-142" fmla="*/ 220954 h 946755"/>
                        <a:gd name="connsiteX5-143" fmla="*/ 3195282 w 3723451"/>
                        <a:gd name="connsiteY5-144" fmla="*/ 461874 h 946755"/>
                        <a:gd name="connsiteX6-145" fmla="*/ 3008465 w 3723451"/>
                        <a:gd name="connsiteY6-146" fmla="*/ 402404 h 946755"/>
                        <a:gd name="connsiteX7-147" fmla="*/ 1876873 w 3723451"/>
                        <a:gd name="connsiteY7-148" fmla="*/ 946755 h 946755"/>
                        <a:gd name="connsiteX8-149" fmla="*/ 690067 w 3723451"/>
                        <a:gd name="connsiteY8-150" fmla="*/ 412387 h 946755"/>
                        <a:gd name="connsiteX9-151" fmla="*/ 523214 w 3723451"/>
                        <a:gd name="connsiteY9-152" fmla="*/ 482971 h 946755"/>
                        <a:gd name="connsiteX10-153" fmla="*/ 0 w 3723451"/>
                        <a:gd name="connsiteY10-154" fmla="*/ 242051 h 946755"/>
                        <a:gd name="connsiteX0-155" fmla="*/ 0 w 3723451"/>
                        <a:gd name="connsiteY0-156" fmla="*/ 228246 h 932950"/>
                        <a:gd name="connsiteX1-157" fmla="*/ 655168 w 3723451"/>
                        <a:gd name="connsiteY1-158" fmla="*/ 2690 h 932950"/>
                        <a:gd name="connsiteX2-159" fmla="*/ 1855778 w 3723451"/>
                        <a:gd name="connsiteY2-160" fmla="*/ 520562 h 932950"/>
                        <a:gd name="connsiteX3-161" fmla="*/ 3001174 w 3723451"/>
                        <a:gd name="connsiteY3-162" fmla="*/ 0 h 932950"/>
                        <a:gd name="connsiteX4-163" fmla="*/ 3723451 w 3723451"/>
                        <a:gd name="connsiteY4-164" fmla="*/ 207149 h 932950"/>
                        <a:gd name="connsiteX5-165" fmla="*/ 3195282 w 3723451"/>
                        <a:gd name="connsiteY5-166" fmla="*/ 448069 h 932950"/>
                        <a:gd name="connsiteX6-167" fmla="*/ 3008465 w 3723451"/>
                        <a:gd name="connsiteY6-168" fmla="*/ 388599 h 932950"/>
                        <a:gd name="connsiteX7-169" fmla="*/ 1876873 w 3723451"/>
                        <a:gd name="connsiteY7-170" fmla="*/ 932950 h 932950"/>
                        <a:gd name="connsiteX8-171" fmla="*/ 690067 w 3723451"/>
                        <a:gd name="connsiteY8-172" fmla="*/ 398582 h 932950"/>
                        <a:gd name="connsiteX9-173" fmla="*/ 523214 w 3723451"/>
                        <a:gd name="connsiteY9-174" fmla="*/ 469166 h 932950"/>
                        <a:gd name="connsiteX10-175" fmla="*/ 0 w 3723451"/>
                        <a:gd name="connsiteY10-176" fmla="*/ 228246 h 932950"/>
                        <a:gd name="connsiteX0-177" fmla="*/ 0 w 3723451"/>
                        <a:gd name="connsiteY0-178" fmla="*/ 228246 h 932950"/>
                        <a:gd name="connsiteX1-179" fmla="*/ 655168 w 3723451"/>
                        <a:gd name="connsiteY1-180" fmla="*/ 2690 h 932950"/>
                        <a:gd name="connsiteX2-181" fmla="*/ 1855778 w 3723451"/>
                        <a:gd name="connsiteY2-182" fmla="*/ 520562 h 932950"/>
                        <a:gd name="connsiteX3-183" fmla="*/ 3001174 w 3723451"/>
                        <a:gd name="connsiteY3-184" fmla="*/ 0 h 932950"/>
                        <a:gd name="connsiteX4-185" fmla="*/ 3723451 w 3723451"/>
                        <a:gd name="connsiteY4-186" fmla="*/ 207149 h 932950"/>
                        <a:gd name="connsiteX5-187" fmla="*/ 3195282 w 3723451"/>
                        <a:gd name="connsiteY5-188" fmla="*/ 448069 h 932950"/>
                        <a:gd name="connsiteX6-189" fmla="*/ 3013067 w 3723451"/>
                        <a:gd name="connsiteY6-190" fmla="*/ 393200 h 932950"/>
                        <a:gd name="connsiteX7-191" fmla="*/ 1876873 w 3723451"/>
                        <a:gd name="connsiteY7-192" fmla="*/ 932950 h 932950"/>
                        <a:gd name="connsiteX8-193" fmla="*/ 690067 w 3723451"/>
                        <a:gd name="connsiteY8-194" fmla="*/ 398582 h 932950"/>
                        <a:gd name="connsiteX9-195" fmla="*/ 523214 w 3723451"/>
                        <a:gd name="connsiteY9-196" fmla="*/ 469166 h 932950"/>
                        <a:gd name="connsiteX10-197" fmla="*/ 0 w 3723451"/>
                        <a:gd name="connsiteY10-198" fmla="*/ 228246 h 932950"/>
                        <a:gd name="connsiteX0-199" fmla="*/ 0 w 3723451"/>
                        <a:gd name="connsiteY0-200" fmla="*/ 228246 h 932950"/>
                        <a:gd name="connsiteX1-201" fmla="*/ 655168 w 3723451"/>
                        <a:gd name="connsiteY1-202" fmla="*/ 2690 h 932950"/>
                        <a:gd name="connsiteX2-203" fmla="*/ 1855778 w 3723451"/>
                        <a:gd name="connsiteY2-204" fmla="*/ 520562 h 932950"/>
                        <a:gd name="connsiteX3-205" fmla="*/ 3001174 w 3723451"/>
                        <a:gd name="connsiteY3-206" fmla="*/ 0 h 932950"/>
                        <a:gd name="connsiteX4-207" fmla="*/ 3723451 w 3723451"/>
                        <a:gd name="connsiteY4-208" fmla="*/ 207149 h 932950"/>
                        <a:gd name="connsiteX5-209" fmla="*/ 3186079 w 3723451"/>
                        <a:gd name="connsiteY5-210" fmla="*/ 461874 h 932950"/>
                        <a:gd name="connsiteX6-211" fmla="*/ 3013067 w 3723451"/>
                        <a:gd name="connsiteY6-212" fmla="*/ 393200 h 932950"/>
                        <a:gd name="connsiteX7-213" fmla="*/ 1876873 w 3723451"/>
                        <a:gd name="connsiteY7-214" fmla="*/ 932950 h 932950"/>
                        <a:gd name="connsiteX8-215" fmla="*/ 690067 w 3723451"/>
                        <a:gd name="connsiteY8-216" fmla="*/ 398582 h 932950"/>
                        <a:gd name="connsiteX9-217" fmla="*/ 523214 w 3723451"/>
                        <a:gd name="connsiteY9-218" fmla="*/ 469166 h 932950"/>
                        <a:gd name="connsiteX10-219" fmla="*/ 0 w 3723451"/>
                        <a:gd name="connsiteY10-220" fmla="*/ 228246 h 932950"/>
                        <a:gd name="connsiteX0-221" fmla="*/ 0 w 3723451"/>
                        <a:gd name="connsiteY0-222" fmla="*/ 228246 h 932950"/>
                        <a:gd name="connsiteX1-223" fmla="*/ 655168 w 3723451"/>
                        <a:gd name="connsiteY1-224" fmla="*/ 2690 h 932950"/>
                        <a:gd name="connsiteX2-225" fmla="*/ 1855778 w 3723451"/>
                        <a:gd name="connsiteY2-226" fmla="*/ 520562 h 932950"/>
                        <a:gd name="connsiteX3-227" fmla="*/ 3001174 w 3723451"/>
                        <a:gd name="connsiteY3-228" fmla="*/ 0 h 932950"/>
                        <a:gd name="connsiteX4-229" fmla="*/ 3723451 w 3723451"/>
                        <a:gd name="connsiteY4-230" fmla="*/ 207149 h 932950"/>
                        <a:gd name="connsiteX5-231" fmla="*/ 3186079 w 3723451"/>
                        <a:gd name="connsiteY5-232" fmla="*/ 461874 h 932950"/>
                        <a:gd name="connsiteX6-233" fmla="*/ 3013067 w 3723451"/>
                        <a:gd name="connsiteY6-234" fmla="*/ 393200 h 932950"/>
                        <a:gd name="connsiteX7-235" fmla="*/ 1876873 w 3723451"/>
                        <a:gd name="connsiteY7-236" fmla="*/ 932950 h 932950"/>
                        <a:gd name="connsiteX8-237" fmla="*/ 711613 w 3723451"/>
                        <a:gd name="connsiteY8-238" fmla="*/ 413055 h 932950"/>
                        <a:gd name="connsiteX9-239" fmla="*/ 523214 w 3723451"/>
                        <a:gd name="connsiteY9-240" fmla="*/ 469166 h 932950"/>
                        <a:gd name="connsiteX10-241" fmla="*/ 0 w 3723451"/>
                        <a:gd name="connsiteY10-242" fmla="*/ 228246 h 932950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95" name="Freeform 294"/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-1" fmla="*/ 4602 w 1371198"/>
                        <a:gd name="connsiteY0-2" fmla="*/ 0 h 800665"/>
                        <a:gd name="connsiteX1-3" fmla="*/ 1371198 w 1371198"/>
                        <a:gd name="connsiteY1-4" fmla="*/ 625807 h 800665"/>
                        <a:gd name="connsiteX2-5" fmla="*/ 897260 w 1371198"/>
                        <a:gd name="connsiteY2-6" fmla="*/ 800665 h 800665"/>
                        <a:gd name="connsiteX3-7" fmla="*/ 0 w 1371198"/>
                        <a:gd name="connsiteY3-8" fmla="*/ 404934 h 800665"/>
                        <a:gd name="connsiteX4-9" fmla="*/ 4602 w 1371198"/>
                        <a:gd name="connsiteY4-10" fmla="*/ 0 h 800665"/>
                        <a:gd name="connsiteX0-11" fmla="*/ 0 w 1366596"/>
                        <a:gd name="connsiteY0-12" fmla="*/ 0 h 800665"/>
                        <a:gd name="connsiteX1-13" fmla="*/ 1366596 w 1366596"/>
                        <a:gd name="connsiteY1-14" fmla="*/ 625807 h 800665"/>
                        <a:gd name="connsiteX2-15" fmla="*/ 892658 w 1366596"/>
                        <a:gd name="connsiteY2-16" fmla="*/ 800665 h 800665"/>
                        <a:gd name="connsiteX3-17" fmla="*/ 4601 w 1366596"/>
                        <a:gd name="connsiteY3-18" fmla="*/ 427942 h 800665"/>
                        <a:gd name="connsiteX4-19" fmla="*/ 0 w 1366596"/>
                        <a:gd name="connsiteY4-20" fmla="*/ 0 h 800665"/>
                        <a:gd name="connsiteX0-21" fmla="*/ 0 w 1366596"/>
                        <a:gd name="connsiteY0-22" fmla="*/ 0 h 800665"/>
                        <a:gd name="connsiteX1-23" fmla="*/ 1366596 w 1366596"/>
                        <a:gd name="connsiteY1-24" fmla="*/ 625807 h 800665"/>
                        <a:gd name="connsiteX2-25" fmla="*/ 892658 w 1366596"/>
                        <a:gd name="connsiteY2-26" fmla="*/ 800665 h 800665"/>
                        <a:gd name="connsiteX3-27" fmla="*/ 4601 w 1366596"/>
                        <a:gd name="connsiteY3-28" fmla="*/ 427942 h 800665"/>
                        <a:gd name="connsiteX4-29" fmla="*/ 0 w 1366596"/>
                        <a:gd name="connsiteY4-30" fmla="*/ 0 h 800665"/>
                        <a:gd name="connsiteX0-31" fmla="*/ 0 w 1366596"/>
                        <a:gd name="connsiteY0-32" fmla="*/ 0 h 800665"/>
                        <a:gd name="connsiteX1-33" fmla="*/ 1366596 w 1366596"/>
                        <a:gd name="connsiteY1-34" fmla="*/ 625807 h 800665"/>
                        <a:gd name="connsiteX2-35" fmla="*/ 892658 w 1366596"/>
                        <a:gd name="connsiteY2-36" fmla="*/ 800665 h 800665"/>
                        <a:gd name="connsiteX3-37" fmla="*/ 4601 w 1366596"/>
                        <a:gd name="connsiteY3-38" fmla="*/ 427942 h 800665"/>
                        <a:gd name="connsiteX4-39" fmla="*/ 0 w 1366596"/>
                        <a:gd name="connsiteY4-40" fmla="*/ 0 h 800665"/>
                        <a:gd name="connsiteX0-41" fmla="*/ 0 w 1366596"/>
                        <a:gd name="connsiteY0-42" fmla="*/ 0 h 809868"/>
                        <a:gd name="connsiteX1-43" fmla="*/ 1366596 w 1366596"/>
                        <a:gd name="connsiteY1-44" fmla="*/ 625807 h 809868"/>
                        <a:gd name="connsiteX2-45" fmla="*/ 865050 w 1366596"/>
                        <a:gd name="connsiteY2-46" fmla="*/ 809868 h 809868"/>
                        <a:gd name="connsiteX3-47" fmla="*/ 4601 w 1366596"/>
                        <a:gd name="connsiteY3-48" fmla="*/ 427942 h 809868"/>
                        <a:gd name="connsiteX4-49" fmla="*/ 0 w 1366596"/>
                        <a:gd name="connsiteY4-50" fmla="*/ 0 h 809868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96" name="Freeform 295"/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-1" fmla="*/ 1329786 w 1348191"/>
                        <a:gd name="connsiteY0-2" fmla="*/ 0 h 791462"/>
                        <a:gd name="connsiteX1-3" fmla="*/ 1348191 w 1348191"/>
                        <a:gd name="connsiteY1-4" fmla="*/ 381926 h 791462"/>
                        <a:gd name="connsiteX2-5" fmla="*/ 487742 w 1348191"/>
                        <a:gd name="connsiteY2-6" fmla="*/ 791462 h 791462"/>
                        <a:gd name="connsiteX3-7" fmla="*/ 0 w 1348191"/>
                        <a:gd name="connsiteY3-8" fmla="*/ 612002 h 791462"/>
                        <a:gd name="connsiteX4-9" fmla="*/ 1329786 w 1348191"/>
                        <a:gd name="connsiteY4-10" fmla="*/ 0 h 791462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297" name="Straight Connector 296"/>
                    <p:cNvCxnSpPr>
                      <a:endCxn id="292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ln w="6350" cmpd="sng">
                      <a:solidFill>
                        <a:schemeClr val="tx1"/>
                      </a:solidFill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8" name="Straight Connector 297"/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ln w="6350" cmpd="sng">
                      <a:solidFill>
                        <a:schemeClr val="tx1"/>
                      </a:solidFill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" name="Group 286"/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288" name="Oval 287"/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chemeClr val="bg1">
                        <a:alpha val="76000"/>
                      </a:schemeClr>
                    </a:solidFill>
                    <a:ln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89" name="TextBox 288"/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r>
                        <a:rPr lang="en-US" dirty="0"/>
                        <a:t>1c</a:t>
                      </a:r>
                    </a:p>
                  </p:txBody>
                </p:sp>
              </p:grpSp>
            </p:grpSp>
            <p:grpSp>
              <p:nvGrpSpPr>
                <p:cNvPr id="266" name="Group 265"/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273" name="Group 327"/>
                  <p:cNvGrpSpPr/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277" name="Oval 276"/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chemeClr val="accent2">
                            <a:lumMod val="75000"/>
                          </a:schemeClr>
                        </a:gs>
                        <a:gs pos="53000">
                          <a:schemeClr val="accent2">
                            <a:lumMod val="60000"/>
                            <a:lumOff val="40000"/>
                          </a:schemeClr>
                        </a:gs>
                        <a:gs pos="100000">
                          <a:schemeClr val="accent2">
                            <a:lumMod val="75000"/>
                          </a:schemeClr>
                        </a:gs>
                      </a:gsLst>
                      <a:lin ang="0" scaled="1"/>
                      <a:tileRect/>
                    </a:gradFill>
                    <a:ln w="6350" cmpd="sng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 dirty="0">
                        <a:ln>
                          <a:solidFill>
                            <a:schemeClr val="tx1"/>
                          </a:solidFill>
                        </a:ln>
                      </a:endParaRPr>
                    </a:p>
                  </p:txBody>
                </p:sp>
                <p:sp>
                  <p:nvSpPr>
                    <p:cNvPr id="278" name="Rectangle 277"/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chemeClr val="accent2">
                            <a:lumMod val="75000"/>
                          </a:schemeClr>
                        </a:gs>
                        <a:gs pos="53000">
                          <a:schemeClr val="accent2">
                            <a:lumMod val="60000"/>
                            <a:lumOff val="40000"/>
                          </a:schemeClr>
                        </a:gs>
                        <a:gs pos="100000">
                          <a:schemeClr val="accent2">
                            <a:lumMod val="75000"/>
                          </a:schemeClr>
                        </a:gs>
                      </a:gsLst>
                      <a:lin ang="10800000" scaled="0"/>
                    </a:gradFill>
                    <a:ln w="25400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79" name="Oval 278"/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 w="6350" cmpd="sng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 dirty="0">
                        <a:ln>
                          <a:solidFill>
                            <a:schemeClr val="tx1"/>
                          </a:solidFill>
                        </a:ln>
                      </a:endParaRPr>
                    </a:p>
                  </p:txBody>
                </p:sp>
                <p:sp>
                  <p:nvSpPr>
                    <p:cNvPr id="280" name="Freeform 279"/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-1" fmla="*/ 1486231 w 2944854"/>
                        <a:gd name="connsiteY0-2" fmla="*/ 727041 h 1316375"/>
                        <a:gd name="connsiteX1-3" fmla="*/ 257675 w 2944854"/>
                        <a:gd name="connsiteY1-4" fmla="*/ 1302232 h 1316375"/>
                        <a:gd name="connsiteX2-5" fmla="*/ 0 w 2944854"/>
                        <a:gd name="connsiteY2-6" fmla="*/ 1228607 h 1316375"/>
                        <a:gd name="connsiteX3-7" fmla="*/ 911064 w 2944854"/>
                        <a:gd name="connsiteY3-8" fmla="*/ 837478 h 1316375"/>
                        <a:gd name="connsiteX4-9" fmla="*/ 883456 w 2944854"/>
                        <a:gd name="connsiteY4-10" fmla="*/ 450949 h 1316375"/>
                        <a:gd name="connsiteX5-11" fmla="*/ 161047 w 2944854"/>
                        <a:gd name="connsiteY5-12" fmla="*/ 119640 h 1316375"/>
                        <a:gd name="connsiteX6-13" fmla="*/ 404917 w 2944854"/>
                        <a:gd name="connsiteY6-14" fmla="*/ 50617 h 1316375"/>
                        <a:gd name="connsiteX7-15" fmla="*/ 1477028 w 2944854"/>
                        <a:gd name="connsiteY7-16" fmla="*/ 501566 h 1316375"/>
                        <a:gd name="connsiteX8-17" fmla="*/ 2572146 w 2944854"/>
                        <a:gd name="connsiteY8-18" fmla="*/ 0 h 1316375"/>
                        <a:gd name="connsiteX9-19" fmla="*/ 2875834 w 2944854"/>
                        <a:gd name="connsiteY9-20" fmla="*/ 96632 h 1316375"/>
                        <a:gd name="connsiteX10-21" fmla="*/ 2079803 w 2944854"/>
                        <a:gd name="connsiteY10-22" fmla="*/ 432543 h 1316375"/>
                        <a:gd name="connsiteX11-23" fmla="*/ 2240850 w 2944854"/>
                        <a:gd name="connsiteY11-24" fmla="*/ 920305 h 1316375"/>
                        <a:gd name="connsiteX12-25" fmla="*/ 2944854 w 2944854"/>
                        <a:gd name="connsiteY12-26" fmla="*/ 1228607 h 1316375"/>
                        <a:gd name="connsiteX13-27" fmla="*/ 2756623 w 2944854"/>
                        <a:gd name="connsiteY13-28" fmla="*/ 1316375 h 1316375"/>
                        <a:gd name="connsiteX14-29" fmla="*/ 1486231 w 2944854"/>
                        <a:gd name="connsiteY14-30" fmla="*/ 727041 h 1316375"/>
                        <a:gd name="connsiteX0-31" fmla="*/ 1486231 w 3024520"/>
                        <a:gd name="connsiteY0-32" fmla="*/ 727041 h 1316375"/>
                        <a:gd name="connsiteX1-33" fmla="*/ 257675 w 3024520"/>
                        <a:gd name="connsiteY1-34" fmla="*/ 1302232 h 1316375"/>
                        <a:gd name="connsiteX2-35" fmla="*/ 0 w 3024520"/>
                        <a:gd name="connsiteY2-36" fmla="*/ 1228607 h 1316375"/>
                        <a:gd name="connsiteX3-37" fmla="*/ 911064 w 3024520"/>
                        <a:gd name="connsiteY3-38" fmla="*/ 837478 h 1316375"/>
                        <a:gd name="connsiteX4-39" fmla="*/ 883456 w 3024520"/>
                        <a:gd name="connsiteY4-40" fmla="*/ 450949 h 1316375"/>
                        <a:gd name="connsiteX5-41" fmla="*/ 161047 w 3024520"/>
                        <a:gd name="connsiteY5-42" fmla="*/ 119640 h 1316375"/>
                        <a:gd name="connsiteX6-43" fmla="*/ 404917 w 3024520"/>
                        <a:gd name="connsiteY6-44" fmla="*/ 50617 h 1316375"/>
                        <a:gd name="connsiteX7-45" fmla="*/ 1477028 w 3024520"/>
                        <a:gd name="connsiteY7-46" fmla="*/ 501566 h 1316375"/>
                        <a:gd name="connsiteX8-47" fmla="*/ 2572146 w 3024520"/>
                        <a:gd name="connsiteY8-48" fmla="*/ 0 h 1316375"/>
                        <a:gd name="connsiteX9-49" fmla="*/ 2875834 w 3024520"/>
                        <a:gd name="connsiteY9-50" fmla="*/ 96632 h 1316375"/>
                        <a:gd name="connsiteX10-51" fmla="*/ 2079803 w 3024520"/>
                        <a:gd name="connsiteY10-52" fmla="*/ 432543 h 1316375"/>
                        <a:gd name="connsiteX11-53" fmla="*/ 2240850 w 3024520"/>
                        <a:gd name="connsiteY11-54" fmla="*/ 920305 h 1316375"/>
                        <a:gd name="connsiteX12-55" fmla="*/ 3024520 w 3024520"/>
                        <a:gd name="connsiteY12-56" fmla="*/ 1228607 h 1316375"/>
                        <a:gd name="connsiteX13-57" fmla="*/ 2756623 w 3024520"/>
                        <a:gd name="connsiteY13-58" fmla="*/ 1316375 h 1316375"/>
                        <a:gd name="connsiteX14-59" fmla="*/ 1486231 w 3024520"/>
                        <a:gd name="connsiteY14-60" fmla="*/ 727041 h 1316375"/>
                        <a:gd name="connsiteX0-61" fmla="*/ 1537780 w 3076069"/>
                        <a:gd name="connsiteY0-62" fmla="*/ 727041 h 1316375"/>
                        <a:gd name="connsiteX1-63" fmla="*/ 309224 w 3076069"/>
                        <a:gd name="connsiteY1-64" fmla="*/ 1302232 h 1316375"/>
                        <a:gd name="connsiteX2-65" fmla="*/ 0 w 3076069"/>
                        <a:gd name="connsiteY2-66" fmla="*/ 1228607 h 1316375"/>
                        <a:gd name="connsiteX3-67" fmla="*/ 962613 w 3076069"/>
                        <a:gd name="connsiteY3-68" fmla="*/ 837478 h 1316375"/>
                        <a:gd name="connsiteX4-69" fmla="*/ 935005 w 3076069"/>
                        <a:gd name="connsiteY4-70" fmla="*/ 450949 h 1316375"/>
                        <a:gd name="connsiteX5-71" fmla="*/ 212596 w 3076069"/>
                        <a:gd name="connsiteY5-72" fmla="*/ 119640 h 1316375"/>
                        <a:gd name="connsiteX6-73" fmla="*/ 456466 w 3076069"/>
                        <a:gd name="connsiteY6-74" fmla="*/ 50617 h 1316375"/>
                        <a:gd name="connsiteX7-75" fmla="*/ 1528577 w 3076069"/>
                        <a:gd name="connsiteY7-76" fmla="*/ 501566 h 1316375"/>
                        <a:gd name="connsiteX8-77" fmla="*/ 2623695 w 3076069"/>
                        <a:gd name="connsiteY8-78" fmla="*/ 0 h 1316375"/>
                        <a:gd name="connsiteX9-79" fmla="*/ 2927383 w 3076069"/>
                        <a:gd name="connsiteY9-80" fmla="*/ 96632 h 1316375"/>
                        <a:gd name="connsiteX10-81" fmla="*/ 2131352 w 3076069"/>
                        <a:gd name="connsiteY10-82" fmla="*/ 432543 h 1316375"/>
                        <a:gd name="connsiteX11-83" fmla="*/ 2292399 w 3076069"/>
                        <a:gd name="connsiteY11-84" fmla="*/ 920305 h 1316375"/>
                        <a:gd name="connsiteX12-85" fmla="*/ 3076069 w 3076069"/>
                        <a:gd name="connsiteY12-86" fmla="*/ 1228607 h 1316375"/>
                        <a:gd name="connsiteX13-87" fmla="*/ 2808172 w 3076069"/>
                        <a:gd name="connsiteY13-88" fmla="*/ 1316375 h 1316375"/>
                        <a:gd name="connsiteX14-89" fmla="*/ 1537780 w 3076069"/>
                        <a:gd name="connsiteY14-90" fmla="*/ 727041 h 1316375"/>
                        <a:gd name="connsiteX0-91" fmla="*/ 1537780 w 3076069"/>
                        <a:gd name="connsiteY0-92" fmla="*/ 727041 h 1321259"/>
                        <a:gd name="connsiteX1-93" fmla="*/ 313981 w 3076069"/>
                        <a:gd name="connsiteY1-94" fmla="*/ 1321259 h 1321259"/>
                        <a:gd name="connsiteX2-95" fmla="*/ 0 w 3076069"/>
                        <a:gd name="connsiteY2-96" fmla="*/ 1228607 h 1321259"/>
                        <a:gd name="connsiteX3-97" fmla="*/ 962613 w 3076069"/>
                        <a:gd name="connsiteY3-98" fmla="*/ 837478 h 1321259"/>
                        <a:gd name="connsiteX4-99" fmla="*/ 935005 w 3076069"/>
                        <a:gd name="connsiteY4-100" fmla="*/ 450949 h 1321259"/>
                        <a:gd name="connsiteX5-101" fmla="*/ 212596 w 3076069"/>
                        <a:gd name="connsiteY5-102" fmla="*/ 119640 h 1321259"/>
                        <a:gd name="connsiteX6-103" fmla="*/ 456466 w 3076069"/>
                        <a:gd name="connsiteY6-104" fmla="*/ 50617 h 1321259"/>
                        <a:gd name="connsiteX7-105" fmla="*/ 1528577 w 3076069"/>
                        <a:gd name="connsiteY7-106" fmla="*/ 501566 h 1321259"/>
                        <a:gd name="connsiteX8-107" fmla="*/ 2623695 w 3076069"/>
                        <a:gd name="connsiteY8-108" fmla="*/ 0 h 1321259"/>
                        <a:gd name="connsiteX9-109" fmla="*/ 2927383 w 3076069"/>
                        <a:gd name="connsiteY9-110" fmla="*/ 96632 h 1321259"/>
                        <a:gd name="connsiteX10-111" fmla="*/ 2131352 w 3076069"/>
                        <a:gd name="connsiteY10-112" fmla="*/ 432543 h 1321259"/>
                        <a:gd name="connsiteX11-113" fmla="*/ 2292399 w 3076069"/>
                        <a:gd name="connsiteY11-114" fmla="*/ 920305 h 1321259"/>
                        <a:gd name="connsiteX12-115" fmla="*/ 3076069 w 3076069"/>
                        <a:gd name="connsiteY12-116" fmla="*/ 1228607 h 1321259"/>
                        <a:gd name="connsiteX13-117" fmla="*/ 2808172 w 3076069"/>
                        <a:gd name="connsiteY13-118" fmla="*/ 1316375 h 1321259"/>
                        <a:gd name="connsiteX14-119" fmla="*/ 1537780 w 3076069"/>
                        <a:gd name="connsiteY14-120" fmla="*/ 727041 h 1321259"/>
                        <a:gd name="connsiteX0-121" fmla="*/ 1537780 w 3076069"/>
                        <a:gd name="connsiteY0-122" fmla="*/ 750825 h 1321259"/>
                        <a:gd name="connsiteX1-123" fmla="*/ 313981 w 3076069"/>
                        <a:gd name="connsiteY1-124" fmla="*/ 1321259 h 1321259"/>
                        <a:gd name="connsiteX2-125" fmla="*/ 0 w 3076069"/>
                        <a:gd name="connsiteY2-126" fmla="*/ 1228607 h 1321259"/>
                        <a:gd name="connsiteX3-127" fmla="*/ 962613 w 3076069"/>
                        <a:gd name="connsiteY3-128" fmla="*/ 837478 h 1321259"/>
                        <a:gd name="connsiteX4-129" fmla="*/ 935005 w 3076069"/>
                        <a:gd name="connsiteY4-130" fmla="*/ 450949 h 1321259"/>
                        <a:gd name="connsiteX5-131" fmla="*/ 212596 w 3076069"/>
                        <a:gd name="connsiteY5-132" fmla="*/ 119640 h 1321259"/>
                        <a:gd name="connsiteX6-133" fmla="*/ 456466 w 3076069"/>
                        <a:gd name="connsiteY6-134" fmla="*/ 50617 h 1321259"/>
                        <a:gd name="connsiteX7-135" fmla="*/ 1528577 w 3076069"/>
                        <a:gd name="connsiteY7-136" fmla="*/ 501566 h 1321259"/>
                        <a:gd name="connsiteX8-137" fmla="*/ 2623695 w 3076069"/>
                        <a:gd name="connsiteY8-138" fmla="*/ 0 h 1321259"/>
                        <a:gd name="connsiteX9-139" fmla="*/ 2927383 w 3076069"/>
                        <a:gd name="connsiteY9-140" fmla="*/ 96632 h 1321259"/>
                        <a:gd name="connsiteX10-141" fmla="*/ 2131352 w 3076069"/>
                        <a:gd name="connsiteY10-142" fmla="*/ 432543 h 1321259"/>
                        <a:gd name="connsiteX11-143" fmla="*/ 2292399 w 3076069"/>
                        <a:gd name="connsiteY11-144" fmla="*/ 920305 h 1321259"/>
                        <a:gd name="connsiteX12-145" fmla="*/ 3076069 w 3076069"/>
                        <a:gd name="connsiteY12-146" fmla="*/ 1228607 h 1321259"/>
                        <a:gd name="connsiteX13-147" fmla="*/ 2808172 w 3076069"/>
                        <a:gd name="connsiteY13-148" fmla="*/ 1316375 h 1321259"/>
                        <a:gd name="connsiteX14-149" fmla="*/ 1537780 w 3076069"/>
                        <a:gd name="connsiteY14-150" fmla="*/ 750825 h 1321259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81" name="Freeform 280"/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-1" fmla="*/ 0 w 3640627"/>
                        <a:gd name="connsiteY0-2" fmla="*/ 242051 h 923747"/>
                        <a:gd name="connsiteX1-3" fmla="*/ 655168 w 3640627"/>
                        <a:gd name="connsiteY1-4" fmla="*/ 16495 h 923747"/>
                        <a:gd name="connsiteX2-5" fmla="*/ 1809765 w 3640627"/>
                        <a:gd name="connsiteY2-6" fmla="*/ 511360 h 923747"/>
                        <a:gd name="connsiteX3-7" fmla="*/ 2964363 w 3640627"/>
                        <a:gd name="connsiteY3-8" fmla="*/ 0 h 923747"/>
                        <a:gd name="connsiteX4-9" fmla="*/ 3640627 w 3640627"/>
                        <a:gd name="connsiteY4-10" fmla="*/ 197946 h 923747"/>
                        <a:gd name="connsiteX5-11" fmla="*/ 3195282 w 3640627"/>
                        <a:gd name="connsiteY5-12" fmla="*/ 461874 h 923747"/>
                        <a:gd name="connsiteX6-13" fmla="*/ 2980857 w 3640627"/>
                        <a:gd name="connsiteY6-14" fmla="*/ 379396 h 923747"/>
                        <a:gd name="connsiteX7-15" fmla="*/ 1826259 w 3640627"/>
                        <a:gd name="connsiteY7-16" fmla="*/ 923747 h 923747"/>
                        <a:gd name="connsiteX8-17" fmla="*/ 671662 w 3640627"/>
                        <a:gd name="connsiteY8-18" fmla="*/ 412387 h 923747"/>
                        <a:gd name="connsiteX9-19" fmla="*/ 523214 w 3640627"/>
                        <a:gd name="connsiteY9-20" fmla="*/ 478369 h 923747"/>
                        <a:gd name="connsiteX10-21" fmla="*/ 0 w 3640627"/>
                        <a:gd name="connsiteY10-22" fmla="*/ 242051 h 923747"/>
                        <a:gd name="connsiteX0-23" fmla="*/ 0 w 3640627"/>
                        <a:gd name="connsiteY0-24" fmla="*/ 242051 h 923747"/>
                        <a:gd name="connsiteX1-25" fmla="*/ 655168 w 3640627"/>
                        <a:gd name="connsiteY1-26" fmla="*/ 16495 h 923747"/>
                        <a:gd name="connsiteX2-27" fmla="*/ 1809765 w 3640627"/>
                        <a:gd name="connsiteY2-28" fmla="*/ 511360 h 923747"/>
                        <a:gd name="connsiteX3-29" fmla="*/ 2964363 w 3640627"/>
                        <a:gd name="connsiteY3-30" fmla="*/ 0 h 923747"/>
                        <a:gd name="connsiteX4-31" fmla="*/ 3640627 w 3640627"/>
                        <a:gd name="connsiteY4-32" fmla="*/ 197946 h 923747"/>
                        <a:gd name="connsiteX5-33" fmla="*/ 3195282 w 3640627"/>
                        <a:gd name="connsiteY5-34" fmla="*/ 461874 h 923747"/>
                        <a:gd name="connsiteX6-35" fmla="*/ 2980857 w 3640627"/>
                        <a:gd name="connsiteY6-36" fmla="*/ 379396 h 923747"/>
                        <a:gd name="connsiteX7-37" fmla="*/ 1826259 w 3640627"/>
                        <a:gd name="connsiteY7-38" fmla="*/ 923747 h 923747"/>
                        <a:gd name="connsiteX8-39" fmla="*/ 671662 w 3640627"/>
                        <a:gd name="connsiteY8-40" fmla="*/ 412387 h 923747"/>
                        <a:gd name="connsiteX9-41" fmla="*/ 523214 w 3640627"/>
                        <a:gd name="connsiteY9-42" fmla="*/ 482971 h 923747"/>
                        <a:gd name="connsiteX10-43" fmla="*/ 0 w 3640627"/>
                        <a:gd name="connsiteY10-44" fmla="*/ 242051 h 923747"/>
                        <a:gd name="connsiteX0-45" fmla="*/ 0 w 3640627"/>
                        <a:gd name="connsiteY0-46" fmla="*/ 242051 h 923747"/>
                        <a:gd name="connsiteX1-47" fmla="*/ 655168 w 3640627"/>
                        <a:gd name="connsiteY1-48" fmla="*/ 16495 h 923747"/>
                        <a:gd name="connsiteX2-49" fmla="*/ 1809765 w 3640627"/>
                        <a:gd name="connsiteY2-50" fmla="*/ 511360 h 923747"/>
                        <a:gd name="connsiteX3-51" fmla="*/ 2964363 w 3640627"/>
                        <a:gd name="connsiteY3-52" fmla="*/ 0 h 923747"/>
                        <a:gd name="connsiteX4-53" fmla="*/ 3640627 w 3640627"/>
                        <a:gd name="connsiteY4-54" fmla="*/ 197946 h 923747"/>
                        <a:gd name="connsiteX5-55" fmla="*/ 3195282 w 3640627"/>
                        <a:gd name="connsiteY5-56" fmla="*/ 461874 h 923747"/>
                        <a:gd name="connsiteX6-57" fmla="*/ 2980857 w 3640627"/>
                        <a:gd name="connsiteY6-58" fmla="*/ 379396 h 923747"/>
                        <a:gd name="connsiteX7-59" fmla="*/ 1826259 w 3640627"/>
                        <a:gd name="connsiteY7-60" fmla="*/ 923747 h 923747"/>
                        <a:gd name="connsiteX8-61" fmla="*/ 690067 w 3640627"/>
                        <a:gd name="connsiteY8-62" fmla="*/ 412387 h 923747"/>
                        <a:gd name="connsiteX9-63" fmla="*/ 523214 w 3640627"/>
                        <a:gd name="connsiteY9-64" fmla="*/ 482971 h 923747"/>
                        <a:gd name="connsiteX10-65" fmla="*/ 0 w 3640627"/>
                        <a:gd name="connsiteY10-66" fmla="*/ 242051 h 923747"/>
                        <a:gd name="connsiteX0-67" fmla="*/ 0 w 3640627"/>
                        <a:gd name="connsiteY0-68" fmla="*/ 242051 h 946755"/>
                        <a:gd name="connsiteX1-69" fmla="*/ 655168 w 3640627"/>
                        <a:gd name="connsiteY1-70" fmla="*/ 16495 h 946755"/>
                        <a:gd name="connsiteX2-71" fmla="*/ 1809765 w 3640627"/>
                        <a:gd name="connsiteY2-72" fmla="*/ 511360 h 946755"/>
                        <a:gd name="connsiteX3-73" fmla="*/ 2964363 w 3640627"/>
                        <a:gd name="connsiteY3-74" fmla="*/ 0 h 946755"/>
                        <a:gd name="connsiteX4-75" fmla="*/ 3640627 w 3640627"/>
                        <a:gd name="connsiteY4-76" fmla="*/ 197946 h 946755"/>
                        <a:gd name="connsiteX5-77" fmla="*/ 3195282 w 3640627"/>
                        <a:gd name="connsiteY5-78" fmla="*/ 461874 h 946755"/>
                        <a:gd name="connsiteX6-79" fmla="*/ 2980857 w 3640627"/>
                        <a:gd name="connsiteY6-80" fmla="*/ 379396 h 946755"/>
                        <a:gd name="connsiteX7-81" fmla="*/ 1876873 w 3640627"/>
                        <a:gd name="connsiteY7-82" fmla="*/ 946755 h 946755"/>
                        <a:gd name="connsiteX8-83" fmla="*/ 690067 w 3640627"/>
                        <a:gd name="connsiteY8-84" fmla="*/ 412387 h 946755"/>
                        <a:gd name="connsiteX9-85" fmla="*/ 523214 w 3640627"/>
                        <a:gd name="connsiteY9-86" fmla="*/ 482971 h 946755"/>
                        <a:gd name="connsiteX10-87" fmla="*/ 0 w 3640627"/>
                        <a:gd name="connsiteY10-88" fmla="*/ 242051 h 946755"/>
                        <a:gd name="connsiteX0-89" fmla="*/ 0 w 3640627"/>
                        <a:gd name="connsiteY0-90" fmla="*/ 242051 h 946755"/>
                        <a:gd name="connsiteX1-91" fmla="*/ 655168 w 3640627"/>
                        <a:gd name="connsiteY1-92" fmla="*/ 16495 h 946755"/>
                        <a:gd name="connsiteX2-93" fmla="*/ 1855778 w 3640627"/>
                        <a:gd name="connsiteY2-94" fmla="*/ 534367 h 946755"/>
                        <a:gd name="connsiteX3-95" fmla="*/ 2964363 w 3640627"/>
                        <a:gd name="connsiteY3-96" fmla="*/ 0 h 946755"/>
                        <a:gd name="connsiteX4-97" fmla="*/ 3640627 w 3640627"/>
                        <a:gd name="connsiteY4-98" fmla="*/ 197946 h 946755"/>
                        <a:gd name="connsiteX5-99" fmla="*/ 3195282 w 3640627"/>
                        <a:gd name="connsiteY5-100" fmla="*/ 461874 h 946755"/>
                        <a:gd name="connsiteX6-101" fmla="*/ 2980857 w 3640627"/>
                        <a:gd name="connsiteY6-102" fmla="*/ 379396 h 946755"/>
                        <a:gd name="connsiteX7-103" fmla="*/ 1876873 w 3640627"/>
                        <a:gd name="connsiteY7-104" fmla="*/ 946755 h 946755"/>
                        <a:gd name="connsiteX8-105" fmla="*/ 690067 w 3640627"/>
                        <a:gd name="connsiteY8-106" fmla="*/ 412387 h 946755"/>
                        <a:gd name="connsiteX9-107" fmla="*/ 523214 w 3640627"/>
                        <a:gd name="connsiteY9-108" fmla="*/ 482971 h 946755"/>
                        <a:gd name="connsiteX10-109" fmla="*/ 0 w 3640627"/>
                        <a:gd name="connsiteY10-110" fmla="*/ 242051 h 946755"/>
                        <a:gd name="connsiteX0-111" fmla="*/ 0 w 3640627"/>
                        <a:gd name="connsiteY0-112" fmla="*/ 242051 h 946755"/>
                        <a:gd name="connsiteX1-113" fmla="*/ 655168 w 3640627"/>
                        <a:gd name="connsiteY1-114" fmla="*/ 16495 h 946755"/>
                        <a:gd name="connsiteX2-115" fmla="*/ 1855778 w 3640627"/>
                        <a:gd name="connsiteY2-116" fmla="*/ 534367 h 946755"/>
                        <a:gd name="connsiteX3-117" fmla="*/ 2964363 w 3640627"/>
                        <a:gd name="connsiteY3-118" fmla="*/ 0 h 946755"/>
                        <a:gd name="connsiteX4-119" fmla="*/ 3640627 w 3640627"/>
                        <a:gd name="connsiteY4-120" fmla="*/ 197946 h 946755"/>
                        <a:gd name="connsiteX5-121" fmla="*/ 3195282 w 3640627"/>
                        <a:gd name="connsiteY5-122" fmla="*/ 461874 h 946755"/>
                        <a:gd name="connsiteX6-123" fmla="*/ 3008465 w 3640627"/>
                        <a:gd name="connsiteY6-124" fmla="*/ 402404 h 946755"/>
                        <a:gd name="connsiteX7-125" fmla="*/ 1876873 w 3640627"/>
                        <a:gd name="connsiteY7-126" fmla="*/ 946755 h 946755"/>
                        <a:gd name="connsiteX8-127" fmla="*/ 690067 w 3640627"/>
                        <a:gd name="connsiteY8-128" fmla="*/ 412387 h 946755"/>
                        <a:gd name="connsiteX9-129" fmla="*/ 523214 w 3640627"/>
                        <a:gd name="connsiteY9-130" fmla="*/ 482971 h 946755"/>
                        <a:gd name="connsiteX10-131" fmla="*/ 0 w 3640627"/>
                        <a:gd name="connsiteY10-132" fmla="*/ 242051 h 946755"/>
                        <a:gd name="connsiteX0-133" fmla="*/ 0 w 3723451"/>
                        <a:gd name="connsiteY0-134" fmla="*/ 242051 h 946755"/>
                        <a:gd name="connsiteX1-135" fmla="*/ 655168 w 3723451"/>
                        <a:gd name="connsiteY1-136" fmla="*/ 16495 h 946755"/>
                        <a:gd name="connsiteX2-137" fmla="*/ 1855778 w 3723451"/>
                        <a:gd name="connsiteY2-138" fmla="*/ 534367 h 946755"/>
                        <a:gd name="connsiteX3-139" fmla="*/ 2964363 w 3723451"/>
                        <a:gd name="connsiteY3-140" fmla="*/ 0 h 946755"/>
                        <a:gd name="connsiteX4-141" fmla="*/ 3723451 w 3723451"/>
                        <a:gd name="connsiteY4-142" fmla="*/ 220954 h 946755"/>
                        <a:gd name="connsiteX5-143" fmla="*/ 3195282 w 3723451"/>
                        <a:gd name="connsiteY5-144" fmla="*/ 461874 h 946755"/>
                        <a:gd name="connsiteX6-145" fmla="*/ 3008465 w 3723451"/>
                        <a:gd name="connsiteY6-146" fmla="*/ 402404 h 946755"/>
                        <a:gd name="connsiteX7-147" fmla="*/ 1876873 w 3723451"/>
                        <a:gd name="connsiteY7-148" fmla="*/ 946755 h 946755"/>
                        <a:gd name="connsiteX8-149" fmla="*/ 690067 w 3723451"/>
                        <a:gd name="connsiteY8-150" fmla="*/ 412387 h 946755"/>
                        <a:gd name="connsiteX9-151" fmla="*/ 523214 w 3723451"/>
                        <a:gd name="connsiteY9-152" fmla="*/ 482971 h 946755"/>
                        <a:gd name="connsiteX10-153" fmla="*/ 0 w 3723451"/>
                        <a:gd name="connsiteY10-154" fmla="*/ 242051 h 946755"/>
                        <a:gd name="connsiteX0-155" fmla="*/ 0 w 3723451"/>
                        <a:gd name="connsiteY0-156" fmla="*/ 228246 h 932950"/>
                        <a:gd name="connsiteX1-157" fmla="*/ 655168 w 3723451"/>
                        <a:gd name="connsiteY1-158" fmla="*/ 2690 h 932950"/>
                        <a:gd name="connsiteX2-159" fmla="*/ 1855778 w 3723451"/>
                        <a:gd name="connsiteY2-160" fmla="*/ 520562 h 932950"/>
                        <a:gd name="connsiteX3-161" fmla="*/ 3001174 w 3723451"/>
                        <a:gd name="connsiteY3-162" fmla="*/ 0 h 932950"/>
                        <a:gd name="connsiteX4-163" fmla="*/ 3723451 w 3723451"/>
                        <a:gd name="connsiteY4-164" fmla="*/ 207149 h 932950"/>
                        <a:gd name="connsiteX5-165" fmla="*/ 3195282 w 3723451"/>
                        <a:gd name="connsiteY5-166" fmla="*/ 448069 h 932950"/>
                        <a:gd name="connsiteX6-167" fmla="*/ 3008465 w 3723451"/>
                        <a:gd name="connsiteY6-168" fmla="*/ 388599 h 932950"/>
                        <a:gd name="connsiteX7-169" fmla="*/ 1876873 w 3723451"/>
                        <a:gd name="connsiteY7-170" fmla="*/ 932950 h 932950"/>
                        <a:gd name="connsiteX8-171" fmla="*/ 690067 w 3723451"/>
                        <a:gd name="connsiteY8-172" fmla="*/ 398582 h 932950"/>
                        <a:gd name="connsiteX9-173" fmla="*/ 523214 w 3723451"/>
                        <a:gd name="connsiteY9-174" fmla="*/ 469166 h 932950"/>
                        <a:gd name="connsiteX10-175" fmla="*/ 0 w 3723451"/>
                        <a:gd name="connsiteY10-176" fmla="*/ 228246 h 932950"/>
                        <a:gd name="connsiteX0-177" fmla="*/ 0 w 3723451"/>
                        <a:gd name="connsiteY0-178" fmla="*/ 228246 h 932950"/>
                        <a:gd name="connsiteX1-179" fmla="*/ 655168 w 3723451"/>
                        <a:gd name="connsiteY1-180" fmla="*/ 2690 h 932950"/>
                        <a:gd name="connsiteX2-181" fmla="*/ 1855778 w 3723451"/>
                        <a:gd name="connsiteY2-182" fmla="*/ 520562 h 932950"/>
                        <a:gd name="connsiteX3-183" fmla="*/ 3001174 w 3723451"/>
                        <a:gd name="connsiteY3-184" fmla="*/ 0 h 932950"/>
                        <a:gd name="connsiteX4-185" fmla="*/ 3723451 w 3723451"/>
                        <a:gd name="connsiteY4-186" fmla="*/ 207149 h 932950"/>
                        <a:gd name="connsiteX5-187" fmla="*/ 3195282 w 3723451"/>
                        <a:gd name="connsiteY5-188" fmla="*/ 448069 h 932950"/>
                        <a:gd name="connsiteX6-189" fmla="*/ 3013067 w 3723451"/>
                        <a:gd name="connsiteY6-190" fmla="*/ 393200 h 932950"/>
                        <a:gd name="connsiteX7-191" fmla="*/ 1876873 w 3723451"/>
                        <a:gd name="connsiteY7-192" fmla="*/ 932950 h 932950"/>
                        <a:gd name="connsiteX8-193" fmla="*/ 690067 w 3723451"/>
                        <a:gd name="connsiteY8-194" fmla="*/ 398582 h 932950"/>
                        <a:gd name="connsiteX9-195" fmla="*/ 523214 w 3723451"/>
                        <a:gd name="connsiteY9-196" fmla="*/ 469166 h 932950"/>
                        <a:gd name="connsiteX10-197" fmla="*/ 0 w 3723451"/>
                        <a:gd name="connsiteY10-198" fmla="*/ 228246 h 932950"/>
                        <a:gd name="connsiteX0-199" fmla="*/ 0 w 3723451"/>
                        <a:gd name="connsiteY0-200" fmla="*/ 228246 h 932950"/>
                        <a:gd name="connsiteX1-201" fmla="*/ 655168 w 3723451"/>
                        <a:gd name="connsiteY1-202" fmla="*/ 2690 h 932950"/>
                        <a:gd name="connsiteX2-203" fmla="*/ 1855778 w 3723451"/>
                        <a:gd name="connsiteY2-204" fmla="*/ 520562 h 932950"/>
                        <a:gd name="connsiteX3-205" fmla="*/ 3001174 w 3723451"/>
                        <a:gd name="connsiteY3-206" fmla="*/ 0 h 932950"/>
                        <a:gd name="connsiteX4-207" fmla="*/ 3723451 w 3723451"/>
                        <a:gd name="connsiteY4-208" fmla="*/ 207149 h 932950"/>
                        <a:gd name="connsiteX5-209" fmla="*/ 3186079 w 3723451"/>
                        <a:gd name="connsiteY5-210" fmla="*/ 461874 h 932950"/>
                        <a:gd name="connsiteX6-211" fmla="*/ 3013067 w 3723451"/>
                        <a:gd name="connsiteY6-212" fmla="*/ 393200 h 932950"/>
                        <a:gd name="connsiteX7-213" fmla="*/ 1876873 w 3723451"/>
                        <a:gd name="connsiteY7-214" fmla="*/ 932950 h 932950"/>
                        <a:gd name="connsiteX8-215" fmla="*/ 690067 w 3723451"/>
                        <a:gd name="connsiteY8-216" fmla="*/ 398582 h 932950"/>
                        <a:gd name="connsiteX9-217" fmla="*/ 523214 w 3723451"/>
                        <a:gd name="connsiteY9-218" fmla="*/ 469166 h 932950"/>
                        <a:gd name="connsiteX10-219" fmla="*/ 0 w 3723451"/>
                        <a:gd name="connsiteY10-220" fmla="*/ 228246 h 932950"/>
                        <a:gd name="connsiteX0-221" fmla="*/ 0 w 3723451"/>
                        <a:gd name="connsiteY0-222" fmla="*/ 228246 h 932950"/>
                        <a:gd name="connsiteX1-223" fmla="*/ 655168 w 3723451"/>
                        <a:gd name="connsiteY1-224" fmla="*/ 2690 h 932950"/>
                        <a:gd name="connsiteX2-225" fmla="*/ 1855778 w 3723451"/>
                        <a:gd name="connsiteY2-226" fmla="*/ 520562 h 932950"/>
                        <a:gd name="connsiteX3-227" fmla="*/ 3001174 w 3723451"/>
                        <a:gd name="connsiteY3-228" fmla="*/ 0 h 932950"/>
                        <a:gd name="connsiteX4-229" fmla="*/ 3723451 w 3723451"/>
                        <a:gd name="connsiteY4-230" fmla="*/ 207149 h 932950"/>
                        <a:gd name="connsiteX5-231" fmla="*/ 3186079 w 3723451"/>
                        <a:gd name="connsiteY5-232" fmla="*/ 461874 h 932950"/>
                        <a:gd name="connsiteX6-233" fmla="*/ 3013067 w 3723451"/>
                        <a:gd name="connsiteY6-234" fmla="*/ 393200 h 932950"/>
                        <a:gd name="connsiteX7-235" fmla="*/ 1876873 w 3723451"/>
                        <a:gd name="connsiteY7-236" fmla="*/ 932950 h 932950"/>
                        <a:gd name="connsiteX8-237" fmla="*/ 711613 w 3723451"/>
                        <a:gd name="connsiteY8-238" fmla="*/ 413055 h 932950"/>
                        <a:gd name="connsiteX9-239" fmla="*/ 523214 w 3723451"/>
                        <a:gd name="connsiteY9-240" fmla="*/ 469166 h 932950"/>
                        <a:gd name="connsiteX10-241" fmla="*/ 0 w 3723451"/>
                        <a:gd name="connsiteY10-242" fmla="*/ 228246 h 932950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82" name="Freeform 281"/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-1" fmla="*/ 4602 w 1371198"/>
                        <a:gd name="connsiteY0-2" fmla="*/ 0 h 800665"/>
                        <a:gd name="connsiteX1-3" fmla="*/ 1371198 w 1371198"/>
                        <a:gd name="connsiteY1-4" fmla="*/ 625807 h 800665"/>
                        <a:gd name="connsiteX2-5" fmla="*/ 897260 w 1371198"/>
                        <a:gd name="connsiteY2-6" fmla="*/ 800665 h 800665"/>
                        <a:gd name="connsiteX3-7" fmla="*/ 0 w 1371198"/>
                        <a:gd name="connsiteY3-8" fmla="*/ 404934 h 800665"/>
                        <a:gd name="connsiteX4-9" fmla="*/ 4602 w 1371198"/>
                        <a:gd name="connsiteY4-10" fmla="*/ 0 h 800665"/>
                        <a:gd name="connsiteX0-11" fmla="*/ 0 w 1366596"/>
                        <a:gd name="connsiteY0-12" fmla="*/ 0 h 800665"/>
                        <a:gd name="connsiteX1-13" fmla="*/ 1366596 w 1366596"/>
                        <a:gd name="connsiteY1-14" fmla="*/ 625807 h 800665"/>
                        <a:gd name="connsiteX2-15" fmla="*/ 892658 w 1366596"/>
                        <a:gd name="connsiteY2-16" fmla="*/ 800665 h 800665"/>
                        <a:gd name="connsiteX3-17" fmla="*/ 4601 w 1366596"/>
                        <a:gd name="connsiteY3-18" fmla="*/ 427942 h 800665"/>
                        <a:gd name="connsiteX4-19" fmla="*/ 0 w 1366596"/>
                        <a:gd name="connsiteY4-20" fmla="*/ 0 h 800665"/>
                        <a:gd name="connsiteX0-21" fmla="*/ 0 w 1366596"/>
                        <a:gd name="connsiteY0-22" fmla="*/ 0 h 800665"/>
                        <a:gd name="connsiteX1-23" fmla="*/ 1366596 w 1366596"/>
                        <a:gd name="connsiteY1-24" fmla="*/ 625807 h 800665"/>
                        <a:gd name="connsiteX2-25" fmla="*/ 892658 w 1366596"/>
                        <a:gd name="connsiteY2-26" fmla="*/ 800665 h 800665"/>
                        <a:gd name="connsiteX3-27" fmla="*/ 4601 w 1366596"/>
                        <a:gd name="connsiteY3-28" fmla="*/ 427942 h 800665"/>
                        <a:gd name="connsiteX4-29" fmla="*/ 0 w 1366596"/>
                        <a:gd name="connsiteY4-30" fmla="*/ 0 h 800665"/>
                        <a:gd name="connsiteX0-31" fmla="*/ 0 w 1366596"/>
                        <a:gd name="connsiteY0-32" fmla="*/ 0 h 800665"/>
                        <a:gd name="connsiteX1-33" fmla="*/ 1366596 w 1366596"/>
                        <a:gd name="connsiteY1-34" fmla="*/ 625807 h 800665"/>
                        <a:gd name="connsiteX2-35" fmla="*/ 892658 w 1366596"/>
                        <a:gd name="connsiteY2-36" fmla="*/ 800665 h 800665"/>
                        <a:gd name="connsiteX3-37" fmla="*/ 4601 w 1366596"/>
                        <a:gd name="connsiteY3-38" fmla="*/ 427942 h 800665"/>
                        <a:gd name="connsiteX4-39" fmla="*/ 0 w 1366596"/>
                        <a:gd name="connsiteY4-40" fmla="*/ 0 h 800665"/>
                        <a:gd name="connsiteX0-41" fmla="*/ 0 w 1366596"/>
                        <a:gd name="connsiteY0-42" fmla="*/ 0 h 809868"/>
                        <a:gd name="connsiteX1-43" fmla="*/ 1366596 w 1366596"/>
                        <a:gd name="connsiteY1-44" fmla="*/ 625807 h 809868"/>
                        <a:gd name="connsiteX2-45" fmla="*/ 865050 w 1366596"/>
                        <a:gd name="connsiteY2-46" fmla="*/ 809868 h 809868"/>
                        <a:gd name="connsiteX3-47" fmla="*/ 4601 w 1366596"/>
                        <a:gd name="connsiteY3-48" fmla="*/ 427942 h 809868"/>
                        <a:gd name="connsiteX4-49" fmla="*/ 0 w 1366596"/>
                        <a:gd name="connsiteY4-50" fmla="*/ 0 h 809868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83" name="Freeform 282"/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-1" fmla="*/ 1329786 w 1348191"/>
                        <a:gd name="connsiteY0-2" fmla="*/ 0 h 791462"/>
                        <a:gd name="connsiteX1-3" fmla="*/ 1348191 w 1348191"/>
                        <a:gd name="connsiteY1-4" fmla="*/ 381926 h 791462"/>
                        <a:gd name="connsiteX2-5" fmla="*/ 487742 w 1348191"/>
                        <a:gd name="connsiteY2-6" fmla="*/ 791462 h 791462"/>
                        <a:gd name="connsiteX3-7" fmla="*/ 0 w 1348191"/>
                        <a:gd name="connsiteY3-8" fmla="*/ 612002 h 791462"/>
                        <a:gd name="connsiteX4-9" fmla="*/ 1329786 w 1348191"/>
                        <a:gd name="connsiteY4-10" fmla="*/ 0 h 791462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284" name="Straight Connector 283"/>
                    <p:cNvCxnSpPr>
                      <a:endCxn id="279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ln w="6350" cmpd="sng">
                      <a:solidFill>
                        <a:schemeClr val="tx1"/>
                      </a:solidFill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5" name="Straight Connector 284"/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ln w="6350" cmpd="sng">
                      <a:solidFill>
                        <a:schemeClr val="tx1"/>
                      </a:solidFill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" name="Group 273"/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275" name="Oval 274"/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chemeClr val="bg1">
                        <a:alpha val="76000"/>
                      </a:schemeClr>
                    </a:solidFill>
                    <a:ln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76" name="TextBox 275"/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r>
                        <a:rPr lang="en-US" dirty="0"/>
                        <a:t>1a</a:t>
                      </a:r>
                    </a:p>
                  </p:txBody>
                </p:sp>
              </p:grpSp>
            </p:grpSp>
            <p:cxnSp>
              <p:nvCxnSpPr>
                <p:cNvPr id="267" name="Straight Connector 266"/>
                <p:cNvCxnSpPr>
                  <a:stCxn id="315" idx="2"/>
                  <a:endCxn id="302" idx="0"/>
                </p:cNvCxnSpPr>
                <p:nvPr/>
              </p:nvCxnSpPr>
              <p:spPr bwMode="auto">
                <a:xfrm>
                  <a:off x="1991073" y="3242684"/>
                  <a:ext cx="4230" cy="851985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rgbClr val="000090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8" name="Straight Connector 267"/>
                <p:cNvCxnSpPr/>
                <p:nvPr/>
              </p:nvCxnSpPr>
              <p:spPr bwMode="auto">
                <a:xfrm>
                  <a:off x="1407477" y="3648621"/>
                  <a:ext cx="1204913" cy="6353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rgbClr val="000090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9" name="Straight Connector 268"/>
                <p:cNvCxnSpPr>
                  <a:stCxn id="316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rgbClr val="000090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0" name="Straight Connector 269"/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rgbClr val="000090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1" name="Straight Connector 270"/>
                <p:cNvCxnSpPr/>
                <p:nvPr/>
              </p:nvCxnSpPr>
              <p:spPr bwMode="auto">
                <a:xfrm flipH="1">
                  <a:off x="2196042" y="3783542"/>
                  <a:ext cx="508002" cy="349250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rgbClr val="000090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2" name="Straight Connector 271"/>
                <p:cNvCxnSpPr/>
                <p:nvPr/>
              </p:nvCxnSpPr>
              <p:spPr bwMode="auto">
                <a:xfrm flipH="1">
                  <a:off x="1287553" y="3166946"/>
                  <a:ext cx="508002" cy="349250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rgbClr val="000090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</p:grpSp>
        <p:grpSp>
          <p:nvGrpSpPr>
            <p:cNvPr id="126" name="Group 125"/>
            <p:cNvGrpSpPr/>
            <p:nvPr/>
          </p:nvGrpSpPr>
          <p:grpSpPr>
            <a:xfrm>
              <a:off x="3285692" y="4867093"/>
              <a:ext cx="2545688" cy="1720535"/>
              <a:chOff x="-2170772" y="2784954"/>
              <a:chExt cx="2712783" cy="1853712"/>
            </a:xfrm>
          </p:grpSpPr>
          <p:sp>
            <p:nvSpPr>
              <p:cNvPr id="197" name="Freeform 2"/>
              <p:cNvSpPr/>
              <p:nvPr/>
            </p:nvSpPr>
            <p:spPr bwMode="auto">
              <a:xfrm>
                <a:off x="-2170772" y="2784954"/>
                <a:ext cx="2712783" cy="185371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-1" fmla="*/ 4 w 8600"/>
                  <a:gd name="connsiteY0-2" fmla="*/ 4042 h 10128"/>
                  <a:gd name="connsiteX1-3" fmla="*/ 715 w 8600"/>
                  <a:gd name="connsiteY1-4" fmla="*/ 1598 h 10128"/>
                  <a:gd name="connsiteX2-5" fmla="*/ 3130 w 8600"/>
                  <a:gd name="connsiteY2-6" fmla="*/ 1009 h 10128"/>
                  <a:gd name="connsiteX3-7" fmla="*/ 4995 w 8600"/>
                  <a:gd name="connsiteY3-8" fmla="*/ 3 h 10128"/>
                  <a:gd name="connsiteX4-9" fmla="*/ 6720 w 8600"/>
                  <a:gd name="connsiteY4-10" fmla="*/ 1012 h 10128"/>
                  <a:gd name="connsiteX5-11" fmla="*/ 8599 w 8600"/>
                  <a:gd name="connsiteY5-12" fmla="*/ 6800 h 10128"/>
                  <a:gd name="connsiteX6-13" fmla="*/ 6995 w 8600"/>
                  <a:gd name="connsiteY6-14" fmla="*/ 9325 h 10128"/>
                  <a:gd name="connsiteX7-15" fmla="*/ 5307 w 8600"/>
                  <a:gd name="connsiteY7-16" fmla="*/ 8846 h 10128"/>
                  <a:gd name="connsiteX8-17" fmla="*/ 4371 w 8600"/>
                  <a:gd name="connsiteY8-18" fmla="*/ 9915 h 10128"/>
                  <a:gd name="connsiteX9-19" fmla="*/ 3140 w 8600"/>
                  <a:gd name="connsiteY9-20" fmla="*/ 10022 h 10128"/>
                  <a:gd name="connsiteX10-21" fmla="*/ 2179 w 8600"/>
                  <a:gd name="connsiteY10-22" fmla="*/ 7898 h 10128"/>
                  <a:gd name="connsiteX11-23" fmla="*/ 1187 w 8600"/>
                  <a:gd name="connsiteY11-24" fmla="*/ 7498 h 10128"/>
                  <a:gd name="connsiteX12-25" fmla="*/ 4 w 8600"/>
                  <a:gd name="connsiteY12-26" fmla="*/ 4042 h 10128"/>
                  <a:gd name="connsiteX0-27" fmla="*/ 4 w 9326"/>
                  <a:gd name="connsiteY0-28" fmla="*/ 3988 h 9997"/>
                  <a:gd name="connsiteX1-29" fmla="*/ 830 w 9326"/>
                  <a:gd name="connsiteY1-30" fmla="*/ 1575 h 9997"/>
                  <a:gd name="connsiteX2-31" fmla="*/ 3639 w 9326"/>
                  <a:gd name="connsiteY2-32" fmla="*/ 993 h 9997"/>
                  <a:gd name="connsiteX3-33" fmla="*/ 5807 w 9326"/>
                  <a:gd name="connsiteY3-34" fmla="*/ 0 h 9997"/>
                  <a:gd name="connsiteX4-35" fmla="*/ 7813 w 9326"/>
                  <a:gd name="connsiteY4-36" fmla="*/ 996 h 9997"/>
                  <a:gd name="connsiteX5-37" fmla="*/ 9324 w 9326"/>
                  <a:gd name="connsiteY5-38" fmla="*/ 5746 h 9997"/>
                  <a:gd name="connsiteX6-39" fmla="*/ 8133 w 9326"/>
                  <a:gd name="connsiteY6-40" fmla="*/ 9204 h 9997"/>
                  <a:gd name="connsiteX7-41" fmla="*/ 6170 w 9326"/>
                  <a:gd name="connsiteY7-42" fmla="*/ 8731 h 9997"/>
                  <a:gd name="connsiteX8-43" fmla="*/ 5082 w 9326"/>
                  <a:gd name="connsiteY8-44" fmla="*/ 9787 h 9997"/>
                  <a:gd name="connsiteX9-45" fmla="*/ 3650 w 9326"/>
                  <a:gd name="connsiteY9-46" fmla="*/ 9892 h 9997"/>
                  <a:gd name="connsiteX10-47" fmla="*/ 2533 w 9326"/>
                  <a:gd name="connsiteY10-48" fmla="*/ 7795 h 9997"/>
                  <a:gd name="connsiteX11-49" fmla="*/ 1379 w 9326"/>
                  <a:gd name="connsiteY11-50" fmla="*/ 7400 h 9997"/>
                  <a:gd name="connsiteX12-51" fmla="*/ 4 w 9326"/>
                  <a:gd name="connsiteY12-52" fmla="*/ 3988 h 9997"/>
                  <a:gd name="connsiteX0-53" fmla="*/ 4 w 10001"/>
                  <a:gd name="connsiteY0-54" fmla="*/ 3989 h 10041"/>
                  <a:gd name="connsiteX1-55" fmla="*/ 890 w 10001"/>
                  <a:gd name="connsiteY1-56" fmla="*/ 1575 h 10041"/>
                  <a:gd name="connsiteX2-57" fmla="*/ 3902 w 10001"/>
                  <a:gd name="connsiteY2-58" fmla="*/ 993 h 10041"/>
                  <a:gd name="connsiteX3-59" fmla="*/ 6227 w 10001"/>
                  <a:gd name="connsiteY3-60" fmla="*/ 0 h 10041"/>
                  <a:gd name="connsiteX4-61" fmla="*/ 8378 w 10001"/>
                  <a:gd name="connsiteY4-62" fmla="*/ 996 h 10041"/>
                  <a:gd name="connsiteX5-63" fmla="*/ 9998 w 10001"/>
                  <a:gd name="connsiteY5-64" fmla="*/ 5748 h 10041"/>
                  <a:gd name="connsiteX6-65" fmla="*/ 8721 w 10001"/>
                  <a:gd name="connsiteY6-66" fmla="*/ 9207 h 10041"/>
                  <a:gd name="connsiteX7-67" fmla="*/ 5449 w 10001"/>
                  <a:gd name="connsiteY7-68" fmla="*/ 9790 h 10041"/>
                  <a:gd name="connsiteX8-69" fmla="*/ 3914 w 10001"/>
                  <a:gd name="connsiteY8-70" fmla="*/ 9895 h 10041"/>
                  <a:gd name="connsiteX9-71" fmla="*/ 2716 w 10001"/>
                  <a:gd name="connsiteY9-72" fmla="*/ 7797 h 10041"/>
                  <a:gd name="connsiteX10-73" fmla="*/ 1479 w 10001"/>
                  <a:gd name="connsiteY10-74" fmla="*/ 7402 h 10041"/>
                  <a:gd name="connsiteX11-75" fmla="*/ 4 w 10001"/>
                  <a:gd name="connsiteY11-76" fmla="*/ 3989 h 10041"/>
                  <a:gd name="connsiteX0-77" fmla="*/ 4 w 10001"/>
                  <a:gd name="connsiteY0-78" fmla="*/ 3989 h 14825"/>
                  <a:gd name="connsiteX1-79" fmla="*/ 890 w 10001"/>
                  <a:gd name="connsiteY1-80" fmla="*/ 1575 h 14825"/>
                  <a:gd name="connsiteX2-81" fmla="*/ 3902 w 10001"/>
                  <a:gd name="connsiteY2-82" fmla="*/ 993 h 14825"/>
                  <a:gd name="connsiteX3-83" fmla="*/ 6227 w 10001"/>
                  <a:gd name="connsiteY3-84" fmla="*/ 0 h 14825"/>
                  <a:gd name="connsiteX4-85" fmla="*/ 8378 w 10001"/>
                  <a:gd name="connsiteY4-86" fmla="*/ 996 h 14825"/>
                  <a:gd name="connsiteX5-87" fmla="*/ 9998 w 10001"/>
                  <a:gd name="connsiteY5-88" fmla="*/ 5748 h 14825"/>
                  <a:gd name="connsiteX6-89" fmla="*/ 8721 w 10001"/>
                  <a:gd name="connsiteY6-90" fmla="*/ 9207 h 14825"/>
                  <a:gd name="connsiteX7-91" fmla="*/ 6011 w 10001"/>
                  <a:gd name="connsiteY7-92" fmla="*/ 14823 h 14825"/>
                  <a:gd name="connsiteX8-93" fmla="*/ 3914 w 10001"/>
                  <a:gd name="connsiteY8-94" fmla="*/ 9895 h 14825"/>
                  <a:gd name="connsiteX9-95" fmla="*/ 2716 w 10001"/>
                  <a:gd name="connsiteY9-96" fmla="*/ 7797 h 14825"/>
                  <a:gd name="connsiteX10-97" fmla="*/ 1479 w 10001"/>
                  <a:gd name="connsiteY10-98" fmla="*/ 7402 h 14825"/>
                  <a:gd name="connsiteX11-99" fmla="*/ 4 w 10001"/>
                  <a:gd name="connsiteY11-100" fmla="*/ 3989 h 14825"/>
                  <a:gd name="connsiteX0-101" fmla="*/ 4 w 10001"/>
                  <a:gd name="connsiteY0-102" fmla="*/ 7436 h 18272"/>
                  <a:gd name="connsiteX1-103" fmla="*/ 890 w 10001"/>
                  <a:gd name="connsiteY1-104" fmla="*/ 5022 h 18272"/>
                  <a:gd name="connsiteX2-105" fmla="*/ 3902 w 10001"/>
                  <a:gd name="connsiteY2-106" fmla="*/ 4440 h 18272"/>
                  <a:gd name="connsiteX3-107" fmla="*/ 6026 w 10001"/>
                  <a:gd name="connsiteY3-108" fmla="*/ 0 h 18272"/>
                  <a:gd name="connsiteX4-109" fmla="*/ 8378 w 10001"/>
                  <a:gd name="connsiteY4-110" fmla="*/ 4443 h 18272"/>
                  <a:gd name="connsiteX5-111" fmla="*/ 9998 w 10001"/>
                  <a:gd name="connsiteY5-112" fmla="*/ 9195 h 18272"/>
                  <a:gd name="connsiteX6-113" fmla="*/ 8721 w 10001"/>
                  <a:gd name="connsiteY6-114" fmla="*/ 12654 h 18272"/>
                  <a:gd name="connsiteX7-115" fmla="*/ 6011 w 10001"/>
                  <a:gd name="connsiteY7-116" fmla="*/ 18270 h 18272"/>
                  <a:gd name="connsiteX8-117" fmla="*/ 3914 w 10001"/>
                  <a:gd name="connsiteY8-118" fmla="*/ 13342 h 18272"/>
                  <a:gd name="connsiteX9-119" fmla="*/ 2716 w 10001"/>
                  <a:gd name="connsiteY9-120" fmla="*/ 11244 h 18272"/>
                  <a:gd name="connsiteX10-121" fmla="*/ 1479 w 10001"/>
                  <a:gd name="connsiteY10-122" fmla="*/ 10849 h 18272"/>
                  <a:gd name="connsiteX11-123" fmla="*/ 4 w 10001"/>
                  <a:gd name="connsiteY11-124" fmla="*/ 7436 h 18272"/>
                  <a:gd name="connsiteX0-125" fmla="*/ 1 w 9998"/>
                  <a:gd name="connsiteY0-126" fmla="*/ 7436 h 18272"/>
                  <a:gd name="connsiteX1-127" fmla="*/ 3899 w 9998"/>
                  <a:gd name="connsiteY1-128" fmla="*/ 4440 h 18272"/>
                  <a:gd name="connsiteX2-129" fmla="*/ 6023 w 9998"/>
                  <a:gd name="connsiteY2-130" fmla="*/ 0 h 18272"/>
                  <a:gd name="connsiteX3-131" fmla="*/ 8375 w 9998"/>
                  <a:gd name="connsiteY3-132" fmla="*/ 4443 h 18272"/>
                  <a:gd name="connsiteX4-133" fmla="*/ 9995 w 9998"/>
                  <a:gd name="connsiteY4-134" fmla="*/ 9195 h 18272"/>
                  <a:gd name="connsiteX5-135" fmla="*/ 8718 w 9998"/>
                  <a:gd name="connsiteY5-136" fmla="*/ 12654 h 18272"/>
                  <a:gd name="connsiteX6-137" fmla="*/ 6008 w 9998"/>
                  <a:gd name="connsiteY6-138" fmla="*/ 18270 h 18272"/>
                  <a:gd name="connsiteX7-139" fmla="*/ 3911 w 9998"/>
                  <a:gd name="connsiteY7-140" fmla="*/ 13342 h 18272"/>
                  <a:gd name="connsiteX8-141" fmla="*/ 2713 w 9998"/>
                  <a:gd name="connsiteY8-142" fmla="*/ 11244 h 18272"/>
                  <a:gd name="connsiteX9-143" fmla="*/ 1476 w 9998"/>
                  <a:gd name="connsiteY9-144" fmla="*/ 10849 h 18272"/>
                  <a:gd name="connsiteX10-145" fmla="*/ 1 w 9998"/>
                  <a:gd name="connsiteY10-146" fmla="*/ 7436 h 18272"/>
                  <a:gd name="connsiteX0-147" fmla="*/ 35 w 8559"/>
                  <a:gd name="connsiteY0-148" fmla="*/ 5938 h 10000"/>
                  <a:gd name="connsiteX1-149" fmla="*/ 2459 w 8559"/>
                  <a:gd name="connsiteY1-150" fmla="*/ 2430 h 10000"/>
                  <a:gd name="connsiteX2-151" fmla="*/ 4583 w 8559"/>
                  <a:gd name="connsiteY2-152" fmla="*/ 0 h 10000"/>
                  <a:gd name="connsiteX3-153" fmla="*/ 6936 w 8559"/>
                  <a:gd name="connsiteY3-154" fmla="*/ 2432 h 10000"/>
                  <a:gd name="connsiteX4-155" fmla="*/ 8556 w 8559"/>
                  <a:gd name="connsiteY4-156" fmla="*/ 5032 h 10000"/>
                  <a:gd name="connsiteX5-157" fmla="*/ 7279 w 8559"/>
                  <a:gd name="connsiteY5-158" fmla="*/ 6925 h 10000"/>
                  <a:gd name="connsiteX6-159" fmla="*/ 4568 w 8559"/>
                  <a:gd name="connsiteY6-160" fmla="*/ 9999 h 10000"/>
                  <a:gd name="connsiteX7-161" fmla="*/ 2471 w 8559"/>
                  <a:gd name="connsiteY7-162" fmla="*/ 7302 h 10000"/>
                  <a:gd name="connsiteX8-163" fmla="*/ 1273 w 8559"/>
                  <a:gd name="connsiteY8-164" fmla="*/ 6154 h 10000"/>
                  <a:gd name="connsiteX9-165" fmla="*/ 35 w 8559"/>
                  <a:gd name="connsiteY9-166" fmla="*/ 5938 h 10000"/>
                  <a:gd name="connsiteX0-167" fmla="*/ 49 w 9820"/>
                  <a:gd name="connsiteY0-168" fmla="*/ 4655 h 10000"/>
                  <a:gd name="connsiteX1-169" fmla="*/ 2693 w 9820"/>
                  <a:gd name="connsiteY1-170" fmla="*/ 2430 h 10000"/>
                  <a:gd name="connsiteX2-171" fmla="*/ 5175 w 9820"/>
                  <a:gd name="connsiteY2-172" fmla="*/ 0 h 10000"/>
                  <a:gd name="connsiteX3-173" fmla="*/ 7924 w 9820"/>
                  <a:gd name="connsiteY3-174" fmla="*/ 2432 h 10000"/>
                  <a:gd name="connsiteX4-175" fmla="*/ 9816 w 9820"/>
                  <a:gd name="connsiteY4-176" fmla="*/ 5032 h 10000"/>
                  <a:gd name="connsiteX5-177" fmla="*/ 8324 w 9820"/>
                  <a:gd name="connsiteY5-178" fmla="*/ 6925 h 10000"/>
                  <a:gd name="connsiteX6-179" fmla="*/ 5157 w 9820"/>
                  <a:gd name="connsiteY6-180" fmla="*/ 9999 h 10000"/>
                  <a:gd name="connsiteX7-181" fmla="*/ 2707 w 9820"/>
                  <a:gd name="connsiteY7-182" fmla="*/ 7302 h 10000"/>
                  <a:gd name="connsiteX8-183" fmla="*/ 1307 w 9820"/>
                  <a:gd name="connsiteY8-184" fmla="*/ 6154 h 10000"/>
                  <a:gd name="connsiteX9-185" fmla="*/ 49 w 9820"/>
                  <a:gd name="connsiteY9-186" fmla="*/ 4655 h 10000"/>
                  <a:gd name="connsiteX0-187" fmla="*/ 45 w 9995"/>
                  <a:gd name="connsiteY0-188" fmla="*/ 4655 h 10000"/>
                  <a:gd name="connsiteX1-189" fmla="*/ 2737 w 9995"/>
                  <a:gd name="connsiteY1-190" fmla="*/ 2430 h 10000"/>
                  <a:gd name="connsiteX2-191" fmla="*/ 5265 w 9995"/>
                  <a:gd name="connsiteY2-192" fmla="*/ 0 h 10000"/>
                  <a:gd name="connsiteX3-193" fmla="*/ 8064 w 9995"/>
                  <a:gd name="connsiteY3-194" fmla="*/ 2432 h 10000"/>
                  <a:gd name="connsiteX4-195" fmla="*/ 9991 w 9995"/>
                  <a:gd name="connsiteY4-196" fmla="*/ 5032 h 10000"/>
                  <a:gd name="connsiteX5-197" fmla="*/ 8472 w 9995"/>
                  <a:gd name="connsiteY5-198" fmla="*/ 6925 h 10000"/>
                  <a:gd name="connsiteX6-199" fmla="*/ 5247 w 9995"/>
                  <a:gd name="connsiteY6-200" fmla="*/ 9999 h 10000"/>
                  <a:gd name="connsiteX7-201" fmla="*/ 2752 w 9995"/>
                  <a:gd name="connsiteY7-202" fmla="*/ 7302 h 10000"/>
                  <a:gd name="connsiteX8-203" fmla="*/ 1374 w 9995"/>
                  <a:gd name="connsiteY8-204" fmla="*/ 6984 h 10000"/>
                  <a:gd name="connsiteX9-205" fmla="*/ 45 w 9995"/>
                  <a:gd name="connsiteY9-206" fmla="*/ 4655 h 10000"/>
                  <a:gd name="connsiteX0-207" fmla="*/ 45 w 10000"/>
                  <a:gd name="connsiteY0-208" fmla="*/ 5032 h 10377"/>
                  <a:gd name="connsiteX1-209" fmla="*/ 2738 w 10000"/>
                  <a:gd name="connsiteY1-210" fmla="*/ 2807 h 10377"/>
                  <a:gd name="connsiteX2-211" fmla="*/ 4886 w 10000"/>
                  <a:gd name="connsiteY2-212" fmla="*/ 0 h 10377"/>
                  <a:gd name="connsiteX3-213" fmla="*/ 8068 w 10000"/>
                  <a:gd name="connsiteY3-214" fmla="*/ 2809 h 10377"/>
                  <a:gd name="connsiteX4-215" fmla="*/ 9996 w 10000"/>
                  <a:gd name="connsiteY4-216" fmla="*/ 5409 h 10377"/>
                  <a:gd name="connsiteX5-217" fmla="*/ 8476 w 10000"/>
                  <a:gd name="connsiteY5-218" fmla="*/ 7302 h 10377"/>
                  <a:gd name="connsiteX6-219" fmla="*/ 5250 w 10000"/>
                  <a:gd name="connsiteY6-220" fmla="*/ 10376 h 10377"/>
                  <a:gd name="connsiteX7-221" fmla="*/ 2753 w 10000"/>
                  <a:gd name="connsiteY7-222" fmla="*/ 7679 h 10377"/>
                  <a:gd name="connsiteX8-223" fmla="*/ 1375 w 10000"/>
                  <a:gd name="connsiteY8-224" fmla="*/ 7361 h 10377"/>
                  <a:gd name="connsiteX9-225" fmla="*/ 45 w 10000"/>
                  <a:gd name="connsiteY9-226" fmla="*/ 5032 h 10377"/>
                  <a:gd name="connsiteX0-227" fmla="*/ 45 w 10000"/>
                  <a:gd name="connsiteY0-228" fmla="*/ 5036 h 10381"/>
                  <a:gd name="connsiteX1-229" fmla="*/ 2738 w 10000"/>
                  <a:gd name="connsiteY1-230" fmla="*/ 2811 h 10381"/>
                  <a:gd name="connsiteX2-231" fmla="*/ 4886 w 10000"/>
                  <a:gd name="connsiteY2-232" fmla="*/ 4 h 10381"/>
                  <a:gd name="connsiteX3-233" fmla="*/ 8068 w 10000"/>
                  <a:gd name="connsiteY3-234" fmla="*/ 2813 h 10381"/>
                  <a:gd name="connsiteX4-235" fmla="*/ 9996 w 10000"/>
                  <a:gd name="connsiteY4-236" fmla="*/ 5413 h 10381"/>
                  <a:gd name="connsiteX5-237" fmla="*/ 8476 w 10000"/>
                  <a:gd name="connsiteY5-238" fmla="*/ 7306 h 10381"/>
                  <a:gd name="connsiteX6-239" fmla="*/ 5250 w 10000"/>
                  <a:gd name="connsiteY6-240" fmla="*/ 10380 h 10381"/>
                  <a:gd name="connsiteX7-241" fmla="*/ 2753 w 10000"/>
                  <a:gd name="connsiteY7-242" fmla="*/ 7683 h 10381"/>
                  <a:gd name="connsiteX8-243" fmla="*/ 1375 w 10000"/>
                  <a:gd name="connsiteY8-244" fmla="*/ 7365 h 10381"/>
                  <a:gd name="connsiteX9-245" fmla="*/ 45 w 10000"/>
                  <a:gd name="connsiteY9-246" fmla="*/ 5036 h 10381"/>
                  <a:gd name="connsiteX0-247" fmla="*/ 45 w 10000"/>
                  <a:gd name="connsiteY0-248" fmla="*/ 5036 h 10796"/>
                  <a:gd name="connsiteX1-249" fmla="*/ 2738 w 10000"/>
                  <a:gd name="connsiteY1-250" fmla="*/ 2811 h 10796"/>
                  <a:gd name="connsiteX2-251" fmla="*/ 4886 w 10000"/>
                  <a:gd name="connsiteY2-252" fmla="*/ 4 h 10796"/>
                  <a:gd name="connsiteX3-253" fmla="*/ 8068 w 10000"/>
                  <a:gd name="connsiteY3-254" fmla="*/ 2813 h 10796"/>
                  <a:gd name="connsiteX4-255" fmla="*/ 9996 w 10000"/>
                  <a:gd name="connsiteY4-256" fmla="*/ 5413 h 10796"/>
                  <a:gd name="connsiteX5-257" fmla="*/ 8476 w 10000"/>
                  <a:gd name="connsiteY5-258" fmla="*/ 7306 h 10796"/>
                  <a:gd name="connsiteX6-259" fmla="*/ 5202 w 10000"/>
                  <a:gd name="connsiteY6-260" fmla="*/ 10795 h 10796"/>
                  <a:gd name="connsiteX7-261" fmla="*/ 2753 w 10000"/>
                  <a:gd name="connsiteY7-262" fmla="*/ 7683 h 10796"/>
                  <a:gd name="connsiteX8-263" fmla="*/ 1375 w 10000"/>
                  <a:gd name="connsiteY8-264" fmla="*/ 7365 h 10796"/>
                  <a:gd name="connsiteX9-265" fmla="*/ 45 w 10000"/>
                  <a:gd name="connsiteY9-266" fmla="*/ 5036 h 10796"/>
                  <a:gd name="connsiteX0-267" fmla="*/ 45 w 10000"/>
                  <a:gd name="connsiteY0-268" fmla="*/ 5036 h 10795"/>
                  <a:gd name="connsiteX1-269" fmla="*/ 2738 w 10000"/>
                  <a:gd name="connsiteY1-270" fmla="*/ 2811 h 10795"/>
                  <a:gd name="connsiteX2-271" fmla="*/ 4886 w 10000"/>
                  <a:gd name="connsiteY2-272" fmla="*/ 4 h 10795"/>
                  <a:gd name="connsiteX3-273" fmla="*/ 8068 w 10000"/>
                  <a:gd name="connsiteY3-274" fmla="*/ 2813 h 10795"/>
                  <a:gd name="connsiteX4-275" fmla="*/ 9996 w 10000"/>
                  <a:gd name="connsiteY4-276" fmla="*/ 5413 h 10795"/>
                  <a:gd name="connsiteX5-277" fmla="*/ 8476 w 10000"/>
                  <a:gd name="connsiteY5-278" fmla="*/ 7306 h 10795"/>
                  <a:gd name="connsiteX6-279" fmla="*/ 5202 w 10000"/>
                  <a:gd name="connsiteY6-280" fmla="*/ 10795 h 10795"/>
                  <a:gd name="connsiteX7-281" fmla="*/ 2753 w 10000"/>
                  <a:gd name="connsiteY7-282" fmla="*/ 7683 h 10795"/>
                  <a:gd name="connsiteX8-283" fmla="*/ 1375 w 10000"/>
                  <a:gd name="connsiteY8-284" fmla="*/ 7365 h 10795"/>
                  <a:gd name="connsiteX9-285" fmla="*/ 45 w 10000"/>
                  <a:gd name="connsiteY9-286" fmla="*/ 5036 h 10795"/>
                  <a:gd name="connsiteX0-287" fmla="*/ 45 w 10000"/>
                  <a:gd name="connsiteY0-288" fmla="*/ 5036 h 10795"/>
                  <a:gd name="connsiteX1-289" fmla="*/ 2738 w 10000"/>
                  <a:gd name="connsiteY1-290" fmla="*/ 2811 h 10795"/>
                  <a:gd name="connsiteX2-291" fmla="*/ 4886 w 10000"/>
                  <a:gd name="connsiteY2-292" fmla="*/ 4 h 10795"/>
                  <a:gd name="connsiteX3-293" fmla="*/ 8068 w 10000"/>
                  <a:gd name="connsiteY3-294" fmla="*/ 2813 h 10795"/>
                  <a:gd name="connsiteX4-295" fmla="*/ 9996 w 10000"/>
                  <a:gd name="connsiteY4-296" fmla="*/ 5413 h 10795"/>
                  <a:gd name="connsiteX5-297" fmla="*/ 8476 w 10000"/>
                  <a:gd name="connsiteY5-298" fmla="*/ 7306 h 10795"/>
                  <a:gd name="connsiteX6-299" fmla="*/ 5202 w 10000"/>
                  <a:gd name="connsiteY6-300" fmla="*/ 10795 h 10795"/>
                  <a:gd name="connsiteX7-301" fmla="*/ 2753 w 10000"/>
                  <a:gd name="connsiteY7-302" fmla="*/ 7683 h 10795"/>
                  <a:gd name="connsiteX8-303" fmla="*/ 1375 w 10000"/>
                  <a:gd name="connsiteY8-304" fmla="*/ 7365 h 10795"/>
                  <a:gd name="connsiteX9-305" fmla="*/ 45 w 10000"/>
                  <a:gd name="connsiteY9-306" fmla="*/ 5036 h 10795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</a:cxnLst>
                <a:rect l="l" t="t" r="r" b="b"/>
                <a:pathLst>
                  <a:path w="10000" h="10795">
                    <a:moveTo>
                      <a:pt x="45" y="5036"/>
                    </a:moveTo>
                    <a:cubicBezTo>
                      <a:pt x="272" y="4277"/>
                      <a:pt x="1931" y="3650"/>
                      <a:pt x="2738" y="2811"/>
                    </a:cubicBezTo>
                    <a:cubicBezTo>
                      <a:pt x="3545" y="1972"/>
                      <a:pt x="3352" y="117"/>
                      <a:pt x="4886" y="4"/>
                    </a:cubicBezTo>
                    <a:cubicBezTo>
                      <a:pt x="6420" y="-109"/>
                      <a:pt x="7216" y="1912"/>
                      <a:pt x="8068" y="2813"/>
                    </a:cubicBezTo>
                    <a:cubicBezTo>
                      <a:pt x="8920" y="3715"/>
                      <a:pt x="9928" y="3420"/>
                      <a:pt x="9996" y="5413"/>
                    </a:cubicBezTo>
                    <a:cubicBezTo>
                      <a:pt x="10064" y="7406"/>
                      <a:pt x="9275" y="6409"/>
                      <a:pt x="8476" y="7306"/>
                    </a:cubicBezTo>
                    <a:cubicBezTo>
                      <a:pt x="7677" y="8203"/>
                      <a:pt x="7086" y="10770"/>
                      <a:pt x="5202" y="10795"/>
                    </a:cubicBezTo>
                    <a:cubicBezTo>
                      <a:pt x="3318" y="10820"/>
                      <a:pt x="3391" y="8255"/>
                      <a:pt x="2753" y="7683"/>
                    </a:cubicBezTo>
                    <a:cubicBezTo>
                      <a:pt x="2115" y="7111"/>
                      <a:pt x="2326" y="7496"/>
                      <a:pt x="1375" y="7365"/>
                    </a:cubicBezTo>
                    <a:cubicBezTo>
                      <a:pt x="493" y="6773"/>
                      <a:pt x="-182" y="5795"/>
                      <a:pt x="45" y="5036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98" name="Group 197"/>
              <p:cNvGrpSpPr/>
              <p:nvPr/>
            </p:nvGrpSpPr>
            <p:grpSpPr>
              <a:xfrm>
                <a:off x="-1935370" y="2935816"/>
                <a:ext cx="2333625" cy="1590649"/>
                <a:chOff x="833331" y="2873352"/>
                <a:chExt cx="2333625" cy="1590649"/>
              </a:xfrm>
            </p:grpSpPr>
            <p:grpSp>
              <p:nvGrpSpPr>
                <p:cNvPr id="199" name="Group 198"/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248" name="Group 327"/>
                  <p:cNvGrpSpPr/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252" name="Oval 251"/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chemeClr val="accent2">
                            <a:lumMod val="75000"/>
                          </a:schemeClr>
                        </a:gs>
                        <a:gs pos="53000">
                          <a:schemeClr val="accent2">
                            <a:lumMod val="60000"/>
                            <a:lumOff val="40000"/>
                          </a:schemeClr>
                        </a:gs>
                        <a:gs pos="100000">
                          <a:schemeClr val="accent2">
                            <a:lumMod val="75000"/>
                          </a:schemeClr>
                        </a:gs>
                      </a:gsLst>
                      <a:lin ang="0" scaled="1"/>
                      <a:tileRect/>
                    </a:gradFill>
                    <a:ln w="6350" cmpd="sng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 dirty="0">
                        <a:ln>
                          <a:solidFill>
                            <a:schemeClr val="tx1"/>
                          </a:solidFill>
                        </a:ln>
                      </a:endParaRPr>
                    </a:p>
                  </p:txBody>
                </p:sp>
                <p:sp>
                  <p:nvSpPr>
                    <p:cNvPr id="253" name="Rectangle 252"/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chemeClr val="accent2">
                            <a:lumMod val="75000"/>
                          </a:schemeClr>
                        </a:gs>
                        <a:gs pos="53000">
                          <a:schemeClr val="accent2">
                            <a:lumMod val="60000"/>
                            <a:lumOff val="40000"/>
                          </a:schemeClr>
                        </a:gs>
                        <a:gs pos="100000">
                          <a:schemeClr val="accent2">
                            <a:lumMod val="75000"/>
                          </a:schemeClr>
                        </a:gs>
                      </a:gsLst>
                      <a:lin ang="10800000" scaled="0"/>
                    </a:gradFill>
                    <a:ln w="25400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4" name="Oval 253"/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 w="6350" cmpd="sng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 dirty="0">
                        <a:ln>
                          <a:solidFill>
                            <a:schemeClr val="tx1"/>
                          </a:solidFill>
                        </a:ln>
                      </a:endParaRPr>
                    </a:p>
                  </p:txBody>
                </p:sp>
                <p:sp>
                  <p:nvSpPr>
                    <p:cNvPr id="255" name="Freeform 254"/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-1" fmla="*/ 1486231 w 2944854"/>
                        <a:gd name="connsiteY0-2" fmla="*/ 727041 h 1316375"/>
                        <a:gd name="connsiteX1-3" fmla="*/ 257675 w 2944854"/>
                        <a:gd name="connsiteY1-4" fmla="*/ 1302232 h 1316375"/>
                        <a:gd name="connsiteX2-5" fmla="*/ 0 w 2944854"/>
                        <a:gd name="connsiteY2-6" fmla="*/ 1228607 h 1316375"/>
                        <a:gd name="connsiteX3-7" fmla="*/ 911064 w 2944854"/>
                        <a:gd name="connsiteY3-8" fmla="*/ 837478 h 1316375"/>
                        <a:gd name="connsiteX4-9" fmla="*/ 883456 w 2944854"/>
                        <a:gd name="connsiteY4-10" fmla="*/ 450949 h 1316375"/>
                        <a:gd name="connsiteX5-11" fmla="*/ 161047 w 2944854"/>
                        <a:gd name="connsiteY5-12" fmla="*/ 119640 h 1316375"/>
                        <a:gd name="connsiteX6-13" fmla="*/ 404917 w 2944854"/>
                        <a:gd name="connsiteY6-14" fmla="*/ 50617 h 1316375"/>
                        <a:gd name="connsiteX7-15" fmla="*/ 1477028 w 2944854"/>
                        <a:gd name="connsiteY7-16" fmla="*/ 501566 h 1316375"/>
                        <a:gd name="connsiteX8-17" fmla="*/ 2572146 w 2944854"/>
                        <a:gd name="connsiteY8-18" fmla="*/ 0 h 1316375"/>
                        <a:gd name="connsiteX9-19" fmla="*/ 2875834 w 2944854"/>
                        <a:gd name="connsiteY9-20" fmla="*/ 96632 h 1316375"/>
                        <a:gd name="connsiteX10-21" fmla="*/ 2079803 w 2944854"/>
                        <a:gd name="connsiteY10-22" fmla="*/ 432543 h 1316375"/>
                        <a:gd name="connsiteX11-23" fmla="*/ 2240850 w 2944854"/>
                        <a:gd name="connsiteY11-24" fmla="*/ 920305 h 1316375"/>
                        <a:gd name="connsiteX12-25" fmla="*/ 2944854 w 2944854"/>
                        <a:gd name="connsiteY12-26" fmla="*/ 1228607 h 1316375"/>
                        <a:gd name="connsiteX13-27" fmla="*/ 2756623 w 2944854"/>
                        <a:gd name="connsiteY13-28" fmla="*/ 1316375 h 1316375"/>
                        <a:gd name="connsiteX14-29" fmla="*/ 1486231 w 2944854"/>
                        <a:gd name="connsiteY14-30" fmla="*/ 727041 h 1316375"/>
                        <a:gd name="connsiteX0-31" fmla="*/ 1486231 w 3024520"/>
                        <a:gd name="connsiteY0-32" fmla="*/ 727041 h 1316375"/>
                        <a:gd name="connsiteX1-33" fmla="*/ 257675 w 3024520"/>
                        <a:gd name="connsiteY1-34" fmla="*/ 1302232 h 1316375"/>
                        <a:gd name="connsiteX2-35" fmla="*/ 0 w 3024520"/>
                        <a:gd name="connsiteY2-36" fmla="*/ 1228607 h 1316375"/>
                        <a:gd name="connsiteX3-37" fmla="*/ 911064 w 3024520"/>
                        <a:gd name="connsiteY3-38" fmla="*/ 837478 h 1316375"/>
                        <a:gd name="connsiteX4-39" fmla="*/ 883456 w 3024520"/>
                        <a:gd name="connsiteY4-40" fmla="*/ 450949 h 1316375"/>
                        <a:gd name="connsiteX5-41" fmla="*/ 161047 w 3024520"/>
                        <a:gd name="connsiteY5-42" fmla="*/ 119640 h 1316375"/>
                        <a:gd name="connsiteX6-43" fmla="*/ 404917 w 3024520"/>
                        <a:gd name="connsiteY6-44" fmla="*/ 50617 h 1316375"/>
                        <a:gd name="connsiteX7-45" fmla="*/ 1477028 w 3024520"/>
                        <a:gd name="connsiteY7-46" fmla="*/ 501566 h 1316375"/>
                        <a:gd name="connsiteX8-47" fmla="*/ 2572146 w 3024520"/>
                        <a:gd name="connsiteY8-48" fmla="*/ 0 h 1316375"/>
                        <a:gd name="connsiteX9-49" fmla="*/ 2875834 w 3024520"/>
                        <a:gd name="connsiteY9-50" fmla="*/ 96632 h 1316375"/>
                        <a:gd name="connsiteX10-51" fmla="*/ 2079803 w 3024520"/>
                        <a:gd name="connsiteY10-52" fmla="*/ 432543 h 1316375"/>
                        <a:gd name="connsiteX11-53" fmla="*/ 2240850 w 3024520"/>
                        <a:gd name="connsiteY11-54" fmla="*/ 920305 h 1316375"/>
                        <a:gd name="connsiteX12-55" fmla="*/ 3024520 w 3024520"/>
                        <a:gd name="connsiteY12-56" fmla="*/ 1228607 h 1316375"/>
                        <a:gd name="connsiteX13-57" fmla="*/ 2756623 w 3024520"/>
                        <a:gd name="connsiteY13-58" fmla="*/ 1316375 h 1316375"/>
                        <a:gd name="connsiteX14-59" fmla="*/ 1486231 w 3024520"/>
                        <a:gd name="connsiteY14-60" fmla="*/ 727041 h 1316375"/>
                        <a:gd name="connsiteX0-61" fmla="*/ 1537780 w 3076069"/>
                        <a:gd name="connsiteY0-62" fmla="*/ 727041 h 1316375"/>
                        <a:gd name="connsiteX1-63" fmla="*/ 309224 w 3076069"/>
                        <a:gd name="connsiteY1-64" fmla="*/ 1302232 h 1316375"/>
                        <a:gd name="connsiteX2-65" fmla="*/ 0 w 3076069"/>
                        <a:gd name="connsiteY2-66" fmla="*/ 1228607 h 1316375"/>
                        <a:gd name="connsiteX3-67" fmla="*/ 962613 w 3076069"/>
                        <a:gd name="connsiteY3-68" fmla="*/ 837478 h 1316375"/>
                        <a:gd name="connsiteX4-69" fmla="*/ 935005 w 3076069"/>
                        <a:gd name="connsiteY4-70" fmla="*/ 450949 h 1316375"/>
                        <a:gd name="connsiteX5-71" fmla="*/ 212596 w 3076069"/>
                        <a:gd name="connsiteY5-72" fmla="*/ 119640 h 1316375"/>
                        <a:gd name="connsiteX6-73" fmla="*/ 456466 w 3076069"/>
                        <a:gd name="connsiteY6-74" fmla="*/ 50617 h 1316375"/>
                        <a:gd name="connsiteX7-75" fmla="*/ 1528577 w 3076069"/>
                        <a:gd name="connsiteY7-76" fmla="*/ 501566 h 1316375"/>
                        <a:gd name="connsiteX8-77" fmla="*/ 2623695 w 3076069"/>
                        <a:gd name="connsiteY8-78" fmla="*/ 0 h 1316375"/>
                        <a:gd name="connsiteX9-79" fmla="*/ 2927383 w 3076069"/>
                        <a:gd name="connsiteY9-80" fmla="*/ 96632 h 1316375"/>
                        <a:gd name="connsiteX10-81" fmla="*/ 2131352 w 3076069"/>
                        <a:gd name="connsiteY10-82" fmla="*/ 432543 h 1316375"/>
                        <a:gd name="connsiteX11-83" fmla="*/ 2292399 w 3076069"/>
                        <a:gd name="connsiteY11-84" fmla="*/ 920305 h 1316375"/>
                        <a:gd name="connsiteX12-85" fmla="*/ 3076069 w 3076069"/>
                        <a:gd name="connsiteY12-86" fmla="*/ 1228607 h 1316375"/>
                        <a:gd name="connsiteX13-87" fmla="*/ 2808172 w 3076069"/>
                        <a:gd name="connsiteY13-88" fmla="*/ 1316375 h 1316375"/>
                        <a:gd name="connsiteX14-89" fmla="*/ 1537780 w 3076069"/>
                        <a:gd name="connsiteY14-90" fmla="*/ 727041 h 1316375"/>
                        <a:gd name="connsiteX0-91" fmla="*/ 1537780 w 3076069"/>
                        <a:gd name="connsiteY0-92" fmla="*/ 727041 h 1321259"/>
                        <a:gd name="connsiteX1-93" fmla="*/ 313981 w 3076069"/>
                        <a:gd name="connsiteY1-94" fmla="*/ 1321259 h 1321259"/>
                        <a:gd name="connsiteX2-95" fmla="*/ 0 w 3076069"/>
                        <a:gd name="connsiteY2-96" fmla="*/ 1228607 h 1321259"/>
                        <a:gd name="connsiteX3-97" fmla="*/ 962613 w 3076069"/>
                        <a:gd name="connsiteY3-98" fmla="*/ 837478 h 1321259"/>
                        <a:gd name="connsiteX4-99" fmla="*/ 935005 w 3076069"/>
                        <a:gd name="connsiteY4-100" fmla="*/ 450949 h 1321259"/>
                        <a:gd name="connsiteX5-101" fmla="*/ 212596 w 3076069"/>
                        <a:gd name="connsiteY5-102" fmla="*/ 119640 h 1321259"/>
                        <a:gd name="connsiteX6-103" fmla="*/ 456466 w 3076069"/>
                        <a:gd name="connsiteY6-104" fmla="*/ 50617 h 1321259"/>
                        <a:gd name="connsiteX7-105" fmla="*/ 1528577 w 3076069"/>
                        <a:gd name="connsiteY7-106" fmla="*/ 501566 h 1321259"/>
                        <a:gd name="connsiteX8-107" fmla="*/ 2623695 w 3076069"/>
                        <a:gd name="connsiteY8-108" fmla="*/ 0 h 1321259"/>
                        <a:gd name="connsiteX9-109" fmla="*/ 2927383 w 3076069"/>
                        <a:gd name="connsiteY9-110" fmla="*/ 96632 h 1321259"/>
                        <a:gd name="connsiteX10-111" fmla="*/ 2131352 w 3076069"/>
                        <a:gd name="connsiteY10-112" fmla="*/ 432543 h 1321259"/>
                        <a:gd name="connsiteX11-113" fmla="*/ 2292399 w 3076069"/>
                        <a:gd name="connsiteY11-114" fmla="*/ 920305 h 1321259"/>
                        <a:gd name="connsiteX12-115" fmla="*/ 3076069 w 3076069"/>
                        <a:gd name="connsiteY12-116" fmla="*/ 1228607 h 1321259"/>
                        <a:gd name="connsiteX13-117" fmla="*/ 2808172 w 3076069"/>
                        <a:gd name="connsiteY13-118" fmla="*/ 1316375 h 1321259"/>
                        <a:gd name="connsiteX14-119" fmla="*/ 1537780 w 3076069"/>
                        <a:gd name="connsiteY14-120" fmla="*/ 727041 h 1321259"/>
                        <a:gd name="connsiteX0-121" fmla="*/ 1537780 w 3076069"/>
                        <a:gd name="connsiteY0-122" fmla="*/ 750825 h 1321259"/>
                        <a:gd name="connsiteX1-123" fmla="*/ 313981 w 3076069"/>
                        <a:gd name="connsiteY1-124" fmla="*/ 1321259 h 1321259"/>
                        <a:gd name="connsiteX2-125" fmla="*/ 0 w 3076069"/>
                        <a:gd name="connsiteY2-126" fmla="*/ 1228607 h 1321259"/>
                        <a:gd name="connsiteX3-127" fmla="*/ 962613 w 3076069"/>
                        <a:gd name="connsiteY3-128" fmla="*/ 837478 h 1321259"/>
                        <a:gd name="connsiteX4-129" fmla="*/ 935005 w 3076069"/>
                        <a:gd name="connsiteY4-130" fmla="*/ 450949 h 1321259"/>
                        <a:gd name="connsiteX5-131" fmla="*/ 212596 w 3076069"/>
                        <a:gd name="connsiteY5-132" fmla="*/ 119640 h 1321259"/>
                        <a:gd name="connsiteX6-133" fmla="*/ 456466 w 3076069"/>
                        <a:gd name="connsiteY6-134" fmla="*/ 50617 h 1321259"/>
                        <a:gd name="connsiteX7-135" fmla="*/ 1528577 w 3076069"/>
                        <a:gd name="connsiteY7-136" fmla="*/ 501566 h 1321259"/>
                        <a:gd name="connsiteX8-137" fmla="*/ 2623695 w 3076069"/>
                        <a:gd name="connsiteY8-138" fmla="*/ 0 h 1321259"/>
                        <a:gd name="connsiteX9-139" fmla="*/ 2927383 w 3076069"/>
                        <a:gd name="connsiteY9-140" fmla="*/ 96632 h 1321259"/>
                        <a:gd name="connsiteX10-141" fmla="*/ 2131352 w 3076069"/>
                        <a:gd name="connsiteY10-142" fmla="*/ 432543 h 1321259"/>
                        <a:gd name="connsiteX11-143" fmla="*/ 2292399 w 3076069"/>
                        <a:gd name="connsiteY11-144" fmla="*/ 920305 h 1321259"/>
                        <a:gd name="connsiteX12-145" fmla="*/ 3076069 w 3076069"/>
                        <a:gd name="connsiteY12-146" fmla="*/ 1228607 h 1321259"/>
                        <a:gd name="connsiteX13-147" fmla="*/ 2808172 w 3076069"/>
                        <a:gd name="connsiteY13-148" fmla="*/ 1316375 h 1321259"/>
                        <a:gd name="connsiteX14-149" fmla="*/ 1537780 w 3076069"/>
                        <a:gd name="connsiteY14-150" fmla="*/ 750825 h 1321259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6" name="Freeform 255"/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-1" fmla="*/ 0 w 3640627"/>
                        <a:gd name="connsiteY0-2" fmla="*/ 242051 h 923747"/>
                        <a:gd name="connsiteX1-3" fmla="*/ 655168 w 3640627"/>
                        <a:gd name="connsiteY1-4" fmla="*/ 16495 h 923747"/>
                        <a:gd name="connsiteX2-5" fmla="*/ 1809765 w 3640627"/>
                        <a:gd name="connsiteY2-6" fmla="*/ 511360 h 923747"/>
                        <a:gd name="connsiteX3-7" fmla="*/ 2964363 w 3640627"/>
                        <a:gd name="connsiteY3-8" fmla="*/ 0 h 923747"/>
                        <a:gd name="connsiteX4-9" fmla="*/ 3640627 w 3640627"/>
                        <a:gd name="connsiteY4-10" fmla="*/ 197946 h 923747"/>
                        <a:gd name="connsiteX5-11" fmla="*/ 3195282 w 3640627"/>
                        <a:gd name="connsiteY5-12" fmla="*/ 461874 h 923747"/>
                        <a:gd name="connsiteX6-13" fmla="*/ 2980857 w 3640627"/>
                        <a:gd name="connsiteY6-14" fmla="*/ 379396 h 923747"/>
                        <a:gd name="connsiteX7-15" fmla="*/ 1826259 w 3640627"/>
                        <a:gd name="connsiteY7-16" fmla="*/ 923747 h 923747"/>
                        <a:gd name="connsiteX8-17" fmla="*/ 671662 w 3640627"/>
                        <a:gd name="connsiteY8-18" fmla="*/ 412387 h 923747"/>
                        <a:gd name="connsiteX9-19" fmla="*/ 523214 w 3640627"/>
                        <a:gd name="connsiteY9-20" fmla="*/ 478369 h 923747"/>
                        <a:gd name="connsiteX10-21" fmla="*/ 0 w 3640627"/>
                        <a:gd name="connsiteY10-22" fmla="*/ 242051 h 923747"/>
                        <a:gd name="connsiteX0-23" fmla="*/ 0 w 3640627"/>
                        <a:gd name="connsiteY0-24" fmla="*/ 242051 h 923747"/>
                        <a:gd name="connsiteX1-25" fmla="*/ 655168 w 3640627"/>
                        <a:gd name="connsiteY1-26" fmla="*/ 16495 h 923747"/>
                        <a:gd name="connsiteX2-27" fmla="*/ 1809765 w 3640627"/>
                        <a:gd name="connsiteY2-28" fmla="*/ 511360 h 923747"/>
                        <a:gd name="connsiteX3-29" fmla="*/ 2964363 w 3640627"/>
                        <a:gd name="connsiteY3-30" fmla="*/ 0 h 923747"/>
                        <a:gd name="connsiteX4-31" fmla="*/ 3640627 w 3640627"/>
                        <a:gd name="connsiteY4-32" fmla="*/ 197946 h 923747"/>
                        <a:gd name="connsiteX5-33" fmla="*/ 3195282 w 3640627"/>
                        <a:gd name="connsiteY5-34" fmla="*/ 461874 h 923747"/>
                        <a:gd name="connsiteX6-35" fmla="*/ 2980857 w 3640627"/>
                        <a:gd name="connsiteY6-36" fmla="*/ 379396 h 923747"/>
                        <a:gd name="connsiteX7-37" fmla="*/ 1826259 w 3640627"/>
                        <a:gd name="connsiteY7-38" fmla="*/ 923747 h 923747"/>
                        <a:gd name="connsiteX8-39" fmla="*/ 671662 w 3640627"/>
                        <a:gd name="connsiteY8-40" fmla="*/ 412387 h 923747"/>
                        <a:gd name="connsiteX9-41" fmla="*/ 523214 w 3640627"/>
                        <a:gd name="connsiteY9-42" fmla="*/ 482971 h 923747"/>
                        <a:gd name="connsiteX10-43" fmla="*/ 0 w 3640627"/>
                        <a:gd name="connsiteY10-44" fmla="*/ 242051 h 923747"/>
                        <a:gd name="connsiteX0-45" fmla="*/ 0 w 3640627"/>
                        <a:gd name="connsiteY0-46" fmla="*/ 242051 h 923747"/>
                        <a:gd name="connsiteX1-47" fmla="*/ 655168 w 3640627"/>
                        <a:gd name="connsiteY1-48" fmla="*/ 16495 h 923747"/>
                        <a:gd name="connsiteX2-49" fmla="*/ 1809765 w 3640627"/>
                        <a:gd name="connsiteY2-50" fmla="*/ 511360 h 923747"/>
                        <a:gd name="connsiteX3-51" fmla="*/ 2964363 w 3640627"/>
                        <a:gd name="connsiteY3-52" fmla="*/ 0 h 923747"/>
                        <a:gd name="connsiteX4-53" fmla="*/ 3640627 w 3640627"/>
                        <a:gd name="connsiteY4-54" fmla="*/ 197946 h 923747"/>
                        <a:gd name="connsiteX5-55" fmla="*/ 3195282 w 3640627"/>
                        <a:gd name="connsiteY5-56" fmla="*/ 461874 h 923747"/>
                        <a:gd name="connsiteX6-57" fmla="*/ 2980857 w 3640627"/>
                        <a:gd name="connsiteY6-58" fmla="*/ 379396 h 923747"/>
                        <a:gd name="connsiteX7-59" fmla="*/ 1826259 w 3640627"/>
                        <a:gd name="connsiteY7-60" fmla="*/ 923747 h 923747"/>
                        <a:gd name="connsiteX8-61" fmla="*/ 690067 w 3640627"/>
                        <a:gd name="connsiteY8-62" fmla="*/ 412387 h 923747"/>
                        <a:gd name="connsiteX9-63" fmla="*/ 523214 w 3640627"/>
                        <a:gd name="connsiteY9-64" fmla="*/ 482971 h 923747"/>
                        <a:gd name="connsiteX10-65" fmla="*/ 0 w 3640627"/>
                        <a:gd name="connsiteY10-66" fmla="*/ 242051 h 923747"/>
                        <a:gd name="connsiteX0-67" fmla="*/ 0 w 3640627"/>
                        <a:gd name="connsiteY0-68" fmla="*/ 242051 h 946755"/>
                        <a:gd name="connsiteX1-69" fmla="*/ 655168 w 3640627"/>
                        <a:gd name="connsiteY1-70" fmla="*/ 16495 h 946755"/>
                        <a:gd name="connsiteX2-71" fmla="*/ 1809765 w 3640627"/>
                        <a:gd name="connsiteY2-72" fmla="*/ 511360 h 946755"/>
                        <a:gd name="connsiteX3-73" fmla="*/ 2964363 w 3640627"/>
                        <a:gd name="connsiteY3-74" fmla="*/ 0 h 946755"/>
                        <a:gd name="connsiteX4-75" fmla="*/ 3640627 w 3640627"/>
                        <a:gd name="connsiteY4-76" fmla="*/ 197946 h 946755"/>
                        <a:gd name="connsiteX5-77" fmla="*/ 3195282 w 3640627"/>
                        <a:gd name="connsiteY5-78" fmla="*/ 461874 h 946755"/>
                        <a:gd name="connsiteX6-79" fmla="*/ 2980857 w 3640627"/>
                        <a:gd name="connsiteY6-80" fmla="*/ 379396 h 946755"/>
                        <a:gd name="connsiteX7-81" fmla="*/ 1876873 w 3640627"/>
                        <a:gd name="connsiteY7-82" fmla="*/ 946755 h 946755"/>
                        <a:gd name="connsiteX8-83" fmla="*/ 690067 w 3640627"/>
                        <a:gd name="connsiteY8-84" fmla="*/ 412387 h 946755"/>
                        <a:gd name="connsiteX9-85" fmla="*/ 523214 w 3640627"/>
                        <a:gd name="connsiteY9-86" fmla="*/ 482971 h 946755"/>
                        <a:gd name="connsiteX10-87" fmla="*/ 0 w 3640627"/>
                        <a:gd name="connsiteY10-88" fmla="*/ 242051 h 946755"/>
                        <a:gd name="connsiteX0-89" fmla="*/ 0 w 3640627"/>
                        <a:gd name="connsiteY0-90" fmla="*/ 242051 h 946755"/>
                        <a:gd name="connsiteX1-91" fmla="*/ 655168 w 3640627"/>
                        <a:gd name="connsiteY1-92" fmla="*/ 16495 h 946755"/>
                        <a:gd name="connsiteX2-93" fmla="*/ 1855778 w 3640627"/>
                        <a:gd name="connsiteY2-94" fmla="*/ 534367 h 946755"/>
                        <a:gd name="connsiteX3-95" fmla="*/ 2964363 w 3640627"/>
                        <a:gd name="connsiteY3-96" fmla="*/ 0 h 946755"/>
                        <a:gd name="connsiteX4-97" fmla="*/ 3640627 w 3640627"/>
                        <a:gd name="connsiteY4-98" fmla="*/ 197946 h 946755"/>
                        <a:gd name="connsiteX5-99" fmla="*/ 3195282 w 3640627"/>
                        <a:gd name="connsiteY5-100" fmla="*/ 461874 h 946755"/>
                        <a:gd name="connsiteX6-101" fmla="*/ 2980857 w 3640627"/>
                        <a:gd name="connsiteY6-102" fmla="*/ 379396 h 946755"/>
                        <a:gd name="connsiteX7-103" fmla="*/ 1876873 w 3640627"/>
                        <a:gd name="connsiteY7-104" fmla="*/ 946755 h 946755"/>
                        <a:gd name="connsiteX8-105" fmla="*/ 690067 w 3640627"/>
                        <a:gd name="connsiteY8-106" fmla="*/ 412387 h 946755"/>
                        <a:gd name="connsiteX9-107" fmla="*/ 523214 w 3640627"/>
                        <a:gd name="connsiteY9-108" fmla="*/ 482971 h 946755"/>
                        <a:gd name="connsiteX10-109" fmla="*/ 0 w 3640627"/>
                        <a:gd name="connsiteY10-110" fmla="*/ 242051 h 946755"/>
                        <a:gd name="connsiteX0-111" fmla="*/ 0 w 3640627"/>
                        <a:gd name="connsiteY0-112" fmla="*/ 242051 h 946755"/>
                        <a:gd name="connsiteX1-113" fmla="*/ 655168 w 3640627"/>
                        <a:gd name="connsiteY1-114" fmla="*/ 16495 h 946755"/>
                        <a:gd name="connsiteX2-115" fmla="*/ 1855778 w 3640627"/>
                        <a:gd name="connsiteY2-116" fmla="*/ 534367 h 946755"/>
                        <a:gd name="connsiteX3-117" fmla="*/ 2964363 w 3640627"/>
                        <a:gd name="connsiteY3-118" fmla="*/ 0 h 946755"/>
                        <a:gd name="connsiteX4-119" fmla="*/ 3640627 w 3640627"/>
                        <a:gd name="connsiteY4-120" fmla="*/ 197946 h 946755"/>
                        <a:gd name="connsiteX5-121" fmla="*/ 3195282 w 3640627"/>
                        <a:gd name="connsiteY5-122" fmla="*/ 461874 h 946755"/>
                        <a:gd name="connsiteX6-123" fmla="*/ 3008465 w 3640627"/>
                        <a:gd name="connsiteY6-124" fmla="*/ 402404 h 946755"/>
                        <a:gd name="connsiteX7-125" fmla="*/ 1876873 w 3640627"/>
                        <a:gd name="connsiteY7-126" fmla="*/ 946755 h 946755"/>
                        <a:gd name="connsiteX8-127" fmla="*/ 690067 w 3640627"/>
                        <a:gd name="connsiteY8-128" fmla="*/ 412387 h 946755"/>
                        <a:gd name="connsiteX9-129" fmla="*/ 523214 w 3640627"/>
                        <a:gd name="connsiteY9-130" fmla="*/ 482971 h 946755"/>
                        <a:gd name="connsiteX10-131" fmla="*/ 0 w 3640627"/>
                        <a:gd name="connsiteY10-132" fmla="*/ 242051 h 946755"/>
                        <a:gd name="connsiteX0-133" fmla="*/ 0 w 3723451"/>
                        <a:gd name="connsiteY0-134" fmla="*/ 242051 h 946755"/>
                        <a:gd name="connsiteX1-135" fmla="*/ 655168 w 3723451"/>
                        <a:gd name="connsiteY1-136" fmla="*/ 16495 h 946755"/>
                        <a:gd name="connsiteX2-137" fmla="*/ 1855778 w 3723451"/>
                        <a:gd name="connsiteY2-138" fmla="*/ 534367 h 946755"/>
                        <a:gd name="connsiteX3-139" fmla="*/ 2964363 w 3723451"/>
                        <a:gd name="connsiteY3-140" fmla="*/ 0 h 946755"/>
                        <a:gd name="connsiteX4-141" fmla="*/ 3723451 w 3723451"/>
                        <a:gd name="connsiteY4-142" fmla="*/ 220954 h 946755"/>
                        <a:gd name="connsiteX5-143" fmla="*/ 3195282 w 3723451"/>
                        <a:gd name="connsiteY5-144" fmla="*/ 461874 h 946755"/>
                        <a:gd name="connsiteX6-145" fmla="*/ 3008465 w 3723451"/>
                        <a:gd name="connsiteY6-146" fmla="*/ 402404 h 946755"/>
                        <a:gd name="connsiteX7-147" fmla="*/ 1876873 w 3723451"/>
                        <a:gd name="connsiteY7-148" fmla="*/ 946755 h 946755"/>
                        <a:gd name="connsiteX8-149" fmla="*/ 690067 w 3723451"/>
                        <a:gd name="connsiteY8-150" fmla="*/ 412387 h 946755"/>
                        <a:gd name="connsiteX9-151" fmla="*/ 523214 w 3723451"/>
                        <a:gd name="connsiteY9-152" fmla="*/ 482971 h 946755"/>
                        <a:gd name="connsiteX10-153" fmla="*/ 0 w 3723451"/>
                        <a:gd name="connsiteY10-154" fmla="*/ 242051 h 946755"/>
                        <a:gd name="connsiteX0-155" fmla="*/ 0 w 3723451"/>
                        <a:gd name="connsiteY0-156" fmla="*/ 228246 h 932950"/>
                        <a:gd name="connsiteX1-157" fmla="*/ 655168 w 3723451"/>
                        <a:gd name="connsiteY1-158" fmla="*/ 2690 h 932950"/>
                        <a:gd name="connsiteX2-159" fmla="*/ 1855778 w 3723451"/>
                        <a:gd name="connsiteY2-160" fmla="*/ 520562 h 932950"/>
                        <a:gd name="connsiteX3-161" fmla="*/ 3001174 w 3723451"/>
                        <a:gd name="connsiteY3-162" fmla="*/ 0 h 932950"/>
                        <a:gd name="connsiteX4-163" fmla="*/ 3723451 w 3723451"/>
                        <a:gd name="connsiteY4-164" fmla="*/ 207149 h 932950"/>
                        <a:gd name="connsiteX5-165" fmla="*/ 3195282 w 3723451"/>
                        <a:gd name="connsiteY5-166" fmla="*/ 448069 h 932950"/>
                        <a:gd name="connsiteX6-167" fmla="*/ 3008465 w 3723451"/>
                        <a:gd name="connsiteY6-168" fmla="*/ 388599 h 932950"/>
                        <a:gd name="connsiteX7-169" fmla="*/ 1876873 w 3723451"/>
                        <a:gd name="connsiteY7-170" fmla="*/ 932950 h 932950"/>
                        <a:gd name="connsiteX8-171" fmla="*/ 690067 w 3723451"/>
                        <a:gd name="connsiteY8-172" fmla="*/ 398582 h 932950"/>
                        <a:gd name="connsiteX9-173" fmla="*/ 523214 w 3723451"/>
                        <a:gd name="connsiteY9-174" fmla="*/ 469166 h 932950"/>
                        <a:gd name="connsiteX10-175" fmla="*/ 0 w 3723451"/>
                        <a:gd name="connsiteY10-176" fmla="*/ 228246 h 932950"/>
                        <a:gd name="connsiteX0-177" fmla="*/ 0 w 3723451"/>
                        <a:gd name="connsiteY0-178" fmla="*/ 228246 h 932950"/>
                        <a:gd name="connsiteX1-179" fmla="*/ 655168 w 3723451"/>
                        <a:gd name="connsiteY1-180" fmla="*/ 2690 h 932950"/>
                        <a:gd name="connsiteX2-181" fmla="*/ 1855778 w 3723451"/>
                        <a:gd name="connsiteY2-182" fmla="*/ 520562 h 932950"/>
                        <a:gd name="connsiteX3-183" fmla="*/ 3001174 w 3723451"/>
                        <a:gd name="connsiteY3-184" fmla="*/ 0 h 932950"/>
                        <a:gd name="connsiteX4-185" fmla="*/ 3723451 w 3723451"/>
                        <a:gd name="connsiteY4-186" fmla="*/ 207149 h 932950"/>
                        <a:gd name="connsiteX5-187" fmla="*/ 3195282 w 3723451"/>
                        <a:gd name="connsiteY5-188" fmla="*/ 448069 h 932950"/>
                        <a:gd name="connsiteX6-189" fmla="*/ 3013067 w 3723451"/>
                        <a:gd name="connsiteY6-190" fmla="*/ 393200 h 932950"/>
                        <a:gd name="connsiteX7-191" fmla="*/ 1876873 w 3723451"/>
                        <a:gd name="connsiteY7-192" fmla="*/ 932950 h 932950"/>
                        <a:gd name="connsiteX8-193" fmla="*/ 690067 w 3723451"/>
                        <a:gd name="connsiteY8-194" fmla="*/ 398582 h 932950"/>
                        <a:gd name="connsiteX9-195" fmla="*/ 523214 w 3723451"/>
                        <a:gd name="connsiteY9-196" fmla="*/ 469166 h 932950"/>
                        <a:gd name="connsiteX10-197" fmla="*/ 0 w 3723451"/>
                        <a:gd name="connsiteY10-198" fmla="*/ 228246 h 932950"/>
                        <a:gd name="connsiteX0-199" fmla="*/ 0 w 3723451"/>
                        <a:gd name="connsiteY0-200" fmla="*/ 228246 h 932950"/>
                        <a:gd name="connsiteX1-201" fmla="*/ 655168 w 3723451"/>
                        <a:gd name="connsiteY1-202" fmla="*/ 2690 h 932950"/>
                        <a:gd name="connsiteX2-203" fmla="*/ 1855778 w 3723451"/>
                        <a:gd name="connsiteY2-204" fmla="*/ 520562 h 932950"/>
                        <a:gd name="connsiteX3-205" fmla="*/ 3001174 w 3723451"/>
                        <a:gd name="connsiteY3-206" fmla="*/ 0 h 932950"/>
                        <a:gd name="connsiteX4-207" fmla="*/ 3723451 w 3723451"/>
                        <a:gd name="connsiteY4-208" fmla="*/ 207149 h 932950"/>
                        <a:gd name="connsiteX5-209" fmla="*/ 3186079 w 3723451"/>
                        <a:gd name="connsiteY5-210" fmla="*/ 461874 h 932950"/>
                        <a:gd name="connsiteX6-211" fmla="*/ 3013067 w 3723451"/>
                        <a:gd name="connsiteY6-212" fmla="*/ 393200 h 932950"/>
                        <a:gd name="connsiteX7-213" fmla="*/ 1876873 w 3723451"/>
                        <a:gd name="connsiteY7-214" fmla="*/ 932950 h 932950"/>
                        <a:gd name="connsiteX8-215" fmla="*/ 690067 w 3723451"/>
                        <a:gd name="connsiteY8-216" fmla="*/ 398582 h 932950"/>
                        <a:gd name="connsiteX9-217" fmla="*/ 523214 w 3723451"/>
                        <a:gd name="connsiteY9-218" fmla="*/ 469166 h 932950"/>
                        <a:gd name="connsiteX10-219" fmla="*/ 0 w 3723451"/>
                        <a:gd name="connsiteY10-220" fmla="*/ 228246 h 932950"/>
                        <a:gd name="connsiteX0-221" fmla="*/ 0 w 3723451"/>
                        <a:gd name="connsiteY0-222" fmla="*/ 228246 h 932950"/>
                        <a:gd name="connsiteX1-223" fmla="*/ 655168 w 3723451"/>
                        <a:gd name="connsiteY1-224" fmla="*/ 2690 h 932950"/>
                        <a:gd name="connsiteX2-225" fmla="*/ 1855778 w 3723451"/>
                        <a:gd name="connsiteY2-226" fmla="*/ 520562 h 932950"/>
                        <a:gd name="connsiteX3-227" fmla="*/ 3001174 w 3723451"/>
                        <a:gd name="connsiteY3-228" fmla="*/ 0 h 932950"/>
                        <a:gd name="connsiteX4-229" fmla="*/ 3723451 w 3723451"/>
                        <a:gd name="connsiteY4-230" fmla="*/ 207149 h 932950"/>
                        <a:gd name="connsiteX5-231" fmla="*/ 3186079 w 3723451"/>
                        <a:gd name="connsiteY5-232" fmla="*/ 461874 h 932950"/>
                        <a:gd name="connsiteX6-233" fmla="*/ 3013067 w 3723451"/>
                        <a:gd name="connsiteY6-234" fmla="*/ 393200 h 932950"/>
                        <a:gd name="connsiteX7-235" fmla="*/ 1876873 w 3723451"/>
                        <a:gd name="connsiteY7-236" fmla="*/ 932950 h 932950"/>
                        <a:gd name="connsiteX8-237" fmla="*/ 711613 w 3723451"/>
                        <a:gd name="connsiteY8-238" fmla="*/ 413055 h 932950"/>
                        <a:gd name="connsiteX9-239" fmla="*/ 523214 w 3723451"/>
                        <a:gd name="connsiteY9-240" fmla="*/ 469166 h 932950"/>
                        <a:gd name="connsiteX10-241" fmla="*/ 0 w 3723451"/>
                        <a:gd name="connsiteY10-242" fmla="*/ 228246 h 932950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7" name="Freeform 256"/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-1" fmla="*/ 4602 w 1371198"/>
                        <a:gd name="connsiteY0-2" fmla="*/ 0 h 800665"/>
                        <a:gd name="connsiteX1-3" fmla="*/ 1371198 w 1371198"/>
                        <a:gd name="connsiteY1-4" fmla="*/ 625807 h 800665"/>
                        <a:gd name="connsiteX2-5" fmla="*/ 897260 w 1371198"/>
                        <a:gd name="connsiteY2-6" fmla="*/ 800665 h 800665"/>
                        <a:gd name="connsiteX3-7" fmla="*/ 0 w 1371198"/>
                        <a:gd name="connsiteY3-8" fmla="*/ 404934 h 800665"/>
                        <a:gd name="connsiteX4-9" fmla="*/ 4602 w 1371198"/>
                        <a:gd name="connsiteY4-10" fmla="*/ 0 h 800665"/>
                        <a:gd name="connsiteX0-11" fmla="*/ 0 w 1366596"/>
                        <a:gd name="connsiteY0-12" fmla="*/ 0 h 800665"/>
                        <a:gd name="connsiteX1-13" fmla="*/ 1366596 w 1366596"/>
                        <a:gd name="connsiteY1-14" fmla="*/ 625807 h 800665"/>
                        <a:gd name="connsiteX2-15" fmla="*/ 892658 w 1366596"/>
                        <a:gd name="connsiteY2-16" fmla="*/ 800665 h 800665"/>
                        <a:gd name="connsiteX3-17" fmla="*/ 4601 w 1366596"/>
                        <a:gd name="connsiteY3-18" fmla="*/ 427942 h 800665"/>
                        <a:gd name="connsiteX4-19" fmla="*/ 0 w 1366596"/>
                        <a:gd name="connsiteY4-20" fmla="*/ 0 h 800665"/>
                        <a:gd name="connsiteX0-21" fmla="*/ 0 w 1366596"/>
                        <a:gd name="connsiteY0-22" fmla="*/ 0 h 800665"/>
                        <a:gd name="connsiteX1-23" fmla="*/ 1366596 w 1366596"/>
                        <a:gd name="connsiteY1-24" fmla="*/ 625807 h 800665"/>
                        <a:gd name="connsiteX2-25" fmla="*/ 892658 w 1366596"/>
                        <a:gd name="connsiteY2-26" fmla="*/ 800665 h 800665"/>
                        <a:gd name="connsiteX3-27" fmla="*/ 4601 w 1366596"/>
                        <a:gd name="connsiteY3-28" fmla="*/ 427942 h 800665"/>
                        <a:gd name="connsiteX4-29" fmla="*/ 0 w 1366596"/>
                        <a:gd name="connsiteY4-30" fmla="*/ 0 h 800665"/>
                        <a:gd name="connsiteX0-31" fmla="*/ 0 w 1366596"/>
                        <a:gd name="connsiteY0-32" fmla="*/ 0 h 800665"/>
                        <a:gd name="connsiteX1-33" fmla="*/ 1366596 w 1366596"/>
                        <a:gd name="connsiteY1-34" fmla="*/ 625807 h 800665"/>
                        <a:gd name="connsiteX2-35" fmla="*/ 892658 w 1366596"/>
                        <a:gd name="connsiteY2-36" fmla="*/ 800665 h 800665"/>
                        <a:gd name="connsiteX3-37" fmla="*/ 4601 w 1366596"/>
                        <a:gd name="connsiteY3-38" fmla="*/ 427942 h 800665"/>
                        <a:gd name="connsiteX4-39" fmla="*/ 0 w 1366596"/>
                        <a:gd name="connsiteY4-40" fmla="*/ 0 h 800665"/>
                        <a:gd name="connsiteX0-41" fmla="*/ 0 w 1366596"/>
                        <a:gd name="connsiteY0-42" fmla="*/ 0 h 809868"/>
                        <a:gd name="connsiteX1-43" fmla="*/ 1366596 w 1366596"/>
                        <a:gd name="connsiteY1-44" fmla="*/ 625807 h 809868"/>
                        <a:gd name="connsiteX2-45" fmla="*/ 865050 w 1366596"/>
                        <a:gd name="connsiteY2-46" fmla="*/ 809868 h 809868"/>
                        <a:gd name="connsiteX3-47" fmla="*/ 4601 w 1366596"/>
                        <a:gd name="connsiteY3-48" fmla="*/ 427942 h 809868"/>
                        <a:gd name="connsiteX4-49" fmla="*/ 0 w 1366596"/>
                        <a:gd name="connsiteY4-50" fmla="*/ 0 h 809868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8" name="Freeform 257"/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-1" fmla="*/ 1329786 w 1348191"/>
                        <a:gd name="connsiteY0-2" fmla="*/ 0 h 791462"/>
                        <a:gd name="connsiteX1-3" fmla="*/ 1348191 w 1348191"/>
                        <a:gd name="connsiteY1-4" fmla="*/ 381926 h 791462"/>
                        <a:gd name="connsiteX2-5" fmla="*/ 487742 w 1348191"/>
                        <a:gd name="connsiteY2-6" fmla="*/ 791462 h 791462"/>
                        <a:gd name="connsiteX3-7" fmla="*/ 0 w 1348191"/>
                        <a:gd name="connsiteY3-8" fmla="*/ 612002 h 791462"/>
                        <a:gd name="connsiteX4-9" fmla="*/ 1329786 w 1348191"/>
                        <a:gd name="connsiteY4-10" fmla="*/ 0 h 791462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259" name="Straight Connector 258"/>
                    <p:cNvCxnSpPr>
                      <a:endCxn id="254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ln w="6350" cmpd="sng">
                      <a:solidFill>
                        <a:schemeClr val="tx1"/>
                      </a:solidFill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0" name="Straight Connector 259"/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ln w="6350" cmpd="sng">
                      <a:solidFill>
                        <a:schemeClr val="tx1"/>
                      </a:solidFill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" name="Group 248"/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250" name="Oval 249"/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chemeClr val="bg1">
                        <a:alpha val="76000"/>
                      </a:schemeClr>
                    </a:solidFill>
                    <a:ln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51" name="TextBox 250"/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r>
                        <a:rPr lang="en-US" dirty="0"/>
                        <a:t>2b</a:t>
                      </a:r>
                    </a:p>
                  </p:txBody>
                </p:sp>
              </p:grpSp>
            </p:grpSp>
            <p:grpSp>
              <p:nvGrpSpPr>
                <p:cNvPr id="200" name="Group 199"/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235" name="Group 327"/>
                  <p:cNvGrpSpPr/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239" name="Oval 238"/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chemeClr val="accent2">
                            <a:lumMod val="75000"/>
                          </a:schemeClr>
                        </a:gs>
                        <a:gs pos="53000">
                          <a:schemeClr val="accent2">
                            <a:lumMod val="60000"/>
                            <a:lumOff val="40000"/>
                          </a:schemeClr>
                        </a:gs>
                        <a:gs pos="100000">
                          <a:schemeClr val="accent2">
                            <a:lumMod val="75000"/>
                          </a:schemeClr>
                        </a:gs>
                      </a:gsLst>
                      <a:lin ang="0" scaled="1"/>
                      <a:tileRect/>
                    </a:gradFill>
                    <a:ln w="6350" cmpd="sng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 dirty="0">
                        <a:ln>
                          <a:solidFill>
                            <a:schemeClr val="tx1"/>
                          </a:solidFill>
                        </a:ln>
                      </a:endParaRPr>
                    </a:p>
                  </p:txBody>
                </p:sp>
                <p:sp>
                  <p:nvSpPr>
                    <p:cNvPr id="240" name="Rectangle 239"/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chemeClr val="accent2">
                            <a:lumMod val="75000"/>
                          </a:schemeClr>
                        </a:gs>
                        <a:gs pos="53000">
                          <a:schemeClr val="accent2">
                            <a:lumMod val="60000"/>
                            <a:lumOff val="40000"/>
                          </a:schemeClr>
                        </a:gs>
                        <a:gs pos="100000">
                          <a:schemeClr val="accent2">
                            <a:lumMod val="75000"/>
                          </a:schemeClr>
                        </a:gs>
                      </a:gsLst>
                      <a:lin ang="10800000" scaled="0"/>
                    </a:gradFill>
                    <a:ln w="25400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1" name="Oval 240"/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 w="6350" cmpd="sng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 dirty="0">
                        <a:ln>
                          <a:solidFill>
                            <a:schemeClr val="tx1"/>
                          </a:solidFill>
                        </a:ln>
                      </a:endParaRPr>
                    </a:p>
                  </p:txBody>
                </p:sp>
                <p:sp>
                  <p:nvSpPr>
                    <p:cNvPr id="242" name="Freeform 241"/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-1" fmla="*/ 1486231 w 2944854"/>
                        <a:gd name="connsiteY0-2" fmla="*/ 727041 h 1316375"/>
                        <a:gd name="connsiteX1-3" fmla="*/ 257675 w 2944854"/>
                        <a:gd name="connsiteY1-4" fmla="*/ 1302232 h 1316375"/>
                        <a:gd name="connsiteX2-5" fmla="*/ 0 w 2944854"/>
                        <a:gd name="connsiteY2-6" fmla="*/ 1228607 h 1316375"/>
                        <a:gd name="connsiteX3-7" fmla="*/ 911064 w 2944854"/>
                        <a:gd name="connsiteY3-8" fmla="*/ 837478 h 1316375"/>
                        <a:gd name="connsiteX4-9" fmla="*/ 883456 w 2944854"/>
                        <a:gd name="connsiteY4-10" fmla="*/ 450949 h 1316375"/>
                        <a:gd name="connsiteX5-11" fmla="*/ 161047 w 2944854"/>
                        <a:gd name="connsiteY5-12" fmla="*/ 119640 h 1316375"/>
                        <a:gd name="connsiteX6-13" fmla="*/ 404917 w 2944854"/>
                        <a:gd name="connsiteY6-14" fmla="*/ 50617 h 1316375"/>
                        <a:gd name="connsiteX7-15" fmla="*/ 1477028 w 2944854"/>
                        <a:gd name="connsiteY7-16" fmla="*/ 501566 h 1316375"/>
                        <a:gd name="connsiteX8-17" fmla="*/ 2572146 w 2944854"/>
                        <a:gd name="connsiteY8-18" fmla="*/ 0 h 1316375"/>
                        <a:gd name="connsiteX9-19" fmla="*/ 2875834 w 2944854"/>
                        <a:gd name="connsiteY9-20" fmla="*/ 96632 h 1316375"/>
                        <a:gd name="connsiteX10-21" fmla="*/ 2079803 w 2944854"/>
                        <a:gd name="connsiteY10-22" fmla="*/ 432543 h 1316375"/>
                        <a:gd name="connsiteX11-23" fmla="*/ 2240850 w 2944854"/>
                        <a:gd name="connsiteY11-24" fmla="*/ 920305 h 1316375"/>
                        <a:gd name="connsiteX12-25" fmla="*/ 2944854 w 2944854"/>
                        <a:gd name="connsiteY12-26" fmla="*/ 1228607 h 1316375"/>
                        <a:gd name="connsiteX13-27" fmla="*/ 2756623 w 2944854"/>
                        <a:gd name="connsiteY13-28" fmla="*/ 1316375 h 1316375"/>
                        <a:gd name="connsiteX14-29" fmla="*/ 1486231 w 2944854"/>
                        <a:gd name="connsiteY14-30" fmla="*/ 727041 h 1316375"/>
                        <a:gd name="connsiteX0-31" fmla="*/ 1486231 w 3024520"/>
                        <a:gd name="connsiteY0-32" fmla="*/ 727041 h 1316375"/>
                        <a:gd name="connsiteX1-33" fmla="*/ 257675 w 3024520"/>
                        <a:gd name="connsiteY1-34" fmla="*/ 1302232 h 1316375"/>
                        <a:gd name="connsiteX2-35" fmla="*/ 0 w 3024520"/>
                        <a:gd name="connsiteY2-36" fmla="*/ 1228607 h 1316375"/>
                        <a:gd name="connsiteX3-37" fmla="*/ 911064 w 3024520"/>
                        <a:gd name="connsiteY3-38" fmla="*/ 837478 h 1316375"/>
                        <a:gd name="connsiteX4-39" fmla="*/ 883456 w 3024520"/>
                        <a:gd name="connsiteY4-40" fmla="*/ 450949 h 1316375"/>
                        <a:gd name="connsiteX5-41" fmla="*/ 161047 w 3024520"/>
                        <a:gd name="connsiteY5-42" fmla="*/ 119640 h 1316375"/>
                        <a:gd name="connsiteX6-43" fmla="*/ 404917 w 3024520"/>
                        <a:gd name="connsiteY6-44" fmla="*/ 50617 h 1316375"/>
                        <a:gd name="connsiteX7-45" fmla="*/ 1477028 w 3024520"/>
                        <a:gd name="connsiteY7-46" fmla="*/ 501566 h 1316375"/>
                        <a:gd name="connsiteX8-47" fmla="*/ 2572146 w 3024520"/>
                        <a:gd name="connsiteY8-48" fmla="*/ 0 h 1316375"/>
                        <a:gd name="connsiteX9-49" fmla="*/ 2875834 w 3024520"/>
                        <a:gd name="connsiteY9-50" fmla="*/ 96632 h 1316375"/>
                        <a:gd name="connsiteX10-51" fmla="*/ 2079803 w 3024520"/>
                        <a:gd name="connsiteY10-52" fmla="*/ 432543 h 1316375"/>
                        <a:gd name="connsiteX11-53" fmla="*/ 2240850 w 3024520"/>
                        <a:gd name="connsiteY11-54" fmla="*/ 920305 h 1316375"/>
                        <a:gd name="connsiteX12-55" fmla="*/ 3024520 w 3024520"/>
                        <a:gd name="connsiteY12-56" fmla="*/ 1228607 h 1316375"/>
                        <a:gd name="connsiteX13-57" fmla="*/ 2756623 w 3024520"/>
                        <a:gd name="connsiteY13-58" fmla="*/ 1316375 h 1316375"/>
                        <a:gd name="connsiteX14-59" fmla="*/ 1486231 w 3024520"/>
                        <a:gd name="connsiteY14-60" fmla="*/ 727041 h 1316375"/>
                        <a:gd name="connsiteX0-61" fmla="*/ 1537780 w 3076069"/>
                        <a:gd name="connsiteY0-62" fmla="*/ 727041 h 1316375"/>
                        <a:gd name="connsiteX1-63" fmla="*/ 309224 w 3076069"/>
                        <a:gd name="connsiteY1-64" fmla="*/ 1302232 h 1316375"/>
                        <a:gd name="connsiteX2-65" fmla="*/ 0 w 3076069"/>
                        <a:gd name="connsiteY2-66" fmla="*/ 1228607 h 1316375"/>
                        <a:gd name="connsiteX3-67" fmla="*/ 962613 w 3076069"/>
                        <a:gd name="connsiteY3-68" fmla="*/ 837478 h 1316375"/>
                        <a:gd name="connsiteX4-69" fmla="*/ 935005 w 3076069"/>
                        <a:gd name="connsiteY4-70" fmla="*/ 450949 h 1316375"/>
                        <a:gd name="connsiteX5-71" fmla="*/ 212596 w 3076069"/>
                        <a:gd name="connsiteY5-72" fmla="*/ 119640 h 1316375"/>
                        <a:gd name="connsiteX6-73" fmla="*/ 456466 w 3076069"/>
                        <a:gd name="connsiteY6-74" fmla="*/ 50617 h 1316375"/>
                        <a:gd name="connsiteX7-75" fmla="*/ 1528577 w 3076069"/>
                        <a:gd name="connsiteY7-76" fmla="*/ 501566 h 1316375"/>
                        <a:gd name="connsiteX8-77" fmla="*/ 2623695 w 3076069"/>
                        <a:gd name="connsiteY8-78" fmla="*/ 0 h 1316375"/>
                        <a:gd name="connsiteX9-79" fmla="*/ 2927383 w 3076069"/>
                        <a:gd name="connsiteY9-80" fmla="*/ 96632 h 1316375"/>
                        <a:gd name="connsiteX10-81" fmla="*/ 2131352 w 3076069"/>
                        <a:gd name="connsiteY10-82" fmla="*/ 432543 h 1316375"/>
                        <a:gd name="connsiteX11-83" fmla="*/ 2292399 w 3076069"/>
                        <a:gd name="connsiteY11-84" fmla="*/ 920305 h 1316375"/>
                        <a:gd name="connsiteX12-85" fmla="*/ 3076069 w 3076069"/>
                        <a:gd name="connsiteY12-86" fmla="*/ 1228607 h 1316375"/>
                        <a:gd name="connsiteX13-87" fmla="*/ 2808172 w 3076069"/>
                        <a:gd name="connsiteY13-88" fmla="*/ 1316375 h 1316375"/>
                        <a:gd name="connsiteX14-89" fmla="*/ 1537780 w 3076069"/>
                        <a:gd name="connsiteY14-90" fmla="*/ 727041 h 1316375"/>
                        <a:gd name="connsiteX0-91" fmla="*/ 1537780 w 3076069"/>
                        <a:gd name="connsiteY0-92" fmla="*/ 727041 h 1321259"/>
                        <a:gd name="connsiteX1-93" fmla="*/ 313981 w 3076069"/>
                        <a:gd name="connsiteY1-94" fmla="*/ 1321259 h 1321259"/>
                        <a:gd name="connsiteX2-95" fmla="*/ 0 w 3076069"/>
                        <a:gd name="connsiteY2-96" fmla="*/ 1228607 h 1321259"/>
                        <a:gd name="connsiteX3-97" fmla="*/ 962613 w 3076069"/>
                        <a:gd name="connsiteY3-98" fmla="*/ 837478 h 1321259"/>
                        <a:gd name="connsiteX4-99" fmla="*/ 935005 w 3076069"/>
                        <a:gd name="connsiteY4-100" fmla="*/ 450949 h 1321259"/>
                        <a:gd name="connsiteX5-101" fmla="*/ 212596 w 3076069"/>
                        <a:gd name="connsiteY5-102" fmla="*/ 119640 h 1321259"/>
                        <a:gd name="connsiteX6-103" fmla="*/ 456466 w 3076069"/>
                        <a:gd name="connsiteY6-104" fmla="*/ 50617 h 1321259"/>
                        <a:gd name="connsiteX7-105" fmla="*/ 1528577 w 3076069"/>
                        <a:gd name="connsiteY7-106" fmla="*/ 501566 h 1321259"/>
                        <a:gd name="connsiteX8-107" fmla="*/ 2623695 w 3076069"/>
                        <a:gd name="connsiteY8-108" fmla="*/ 0 h 1321259"/>
                        <a:gd name="connsiteX9-109" fmla="*/ 2927383 w 3076069"/>
                        <a:gd name="connsiteY9-110" fmla="*/ 96632 h 1321259"/>
                        <a:gd name="connsiteX10-111" fmla="*/ 2131352 w 3076069"/>
                        <a:gd name="connsiteY10-112" fmla="*/ 432543 h 1321259"/>
                        <a:gd name="connsiteX11-113" fmla="*/ 2292399 w 3076069"/>
                        <a:gd name="connsiteY11-114" fmla="*/ 920305 h 1321259"/>
                        <a:gd name="connsiteX12-115" fmla="*/ 3076069 w 3076069"/>
                        <a:gd name="connsiteY12-116" fmla="*/ 1228607 h 1321259"/>
                        <a:gd name="connsiteX13-117" fmla="*/ 2808172 w 3076069"/>
                        <a:gd name="connsiteY13-118" fmla="*/ 1316375 h 1321259"/>
                        <a:gd name="connsiteX14-119" fmla="*/ 1537780 w 3076069"/>
                        <a:gd name="connsiteY14-120" fmla="*/ 727041 h 1321259"/>
                        <a:gd name="connsiteX0-121" fmla="*/ 1537780 w 3076069"/>
                        <a:gd name="connsiteY0-122" fmla="*/ 750825 h 1321259"/>
                        <a:gd name="connsiteX1-123" fmla="*/ 313981 w 3076069"/>
                        <a:gd name="connsiteY1-124" fmla="*/ 1321259 h 1321259"/>
                        <a:gd name="connsiteX2-125" fmla="*/ 0 w 3076069"/>
                        <a:gd name="connsiteY2-126" fmla="*/ 1228607 h 1321259"/>
                        <a:gd name="connsiteX3-127" fmla="*/ 962613 w 3076069"/>
                        <a:gd name="connsiteY3-128" fmla="*/ 837478 h 1321259"/>
                        <a:gd name="connsiteX4-129" fmla="*/ 935005 w 3076069"/>
                        <a:gd name="connsiteY4-130" fmla="*/ 450949 h 1321259"/>
                        <a:gd name="connsiteX5-131" fmla="*/ 212596 w 3076069"/>
                        <a:gd name="connsiteY5-132" fmla="*/ 119640 h 1321259"/>
                        <a:gd name="connsiteX6-133" fmla="*/ 456466 w 3076069"/>
                        <a:gd name="connsiteY6-134" fmla="*/ 50617 h 1321259"/>
                        <a:gd name="connsiteX7-135" fmla="*/ 1528577 w 3076069"/>
                        <a:gd name="connsiteY7-136" fmla="*/ 501566 h 1321259"/>
                        <a:gd name="connsiteX8-137" fmla="*/ 2623695 w 3076069"/>
                        <a:gd name="connsiteY8-138" fmla="*/ 0 h 1321259"/>
                        <a:gd name="connsiteX9-139" fmla="*/ 2927383 w 3076069"/>
                        <a:gd name="connsiteY9-140" fmla="*/ 96632 h 1321259"/>
                        <a:gd name="connsiteX10-141" fmla="*/ 2131352 w 3076069"/>
                        <a:gd name="connsiteY10-142" fmla="*/ 432543 h 1321259"/>
                        <a:gd name="connsiteX11-143" fmla="*/ 2292399 w 3076069"/>
                        <a:gd name="connsiteY11-144" fmla="*/ 920305 h 1321259"/>
                        <a:gd name="connsiteX12-145" fmla="*/ 3076069 w 3076069"/>
                        <a:gd name="connsiteY12-146" fmla="*/ 1228607 h 1321259"/>
                        <a:gd name="connsiteX13-147" fmla="*/ 2808172 w 3076069"/>
                        <a:gd name="connsiteY13-148" fmla="*/ 1316375 h 1321259"/>
                        <a:gd name="connsiteX14-149" fmla="*/ 1537780 w 3076069"/>
                        <a:gd name="connsiteY14-150" fmla="*/ 750825 h 1321259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3" name="Freeform 242"/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-1" fmla="*/ 0 w 3640627"/>
                        <a:gd name="connsiteY0-2" fmla="*/ 242051 h 923747"/>
                        <a:gd name="connsiteX1-3" fmla="*/ 655168 w 3640627"/>
                        <a:gd name="connsiteY1-4" fmla="*/ 16495 h 923747"/>
                        <a:gd name="connsiteX2-5" fmla="*/ 1809765 w 3640627"/>
                        <a:gd name="connsiteY2-6" fmla="*/ 511360 h 923747"/>
                        <a:gd name="connsiteX3-7" fmla="*/ 2964363 w 3640627"/>
                        <a:gd name="connsiteY3-8" fmla="*/ 0 h 923747"/>
                        <a:gd name="connsiteX4-9" fmla="*/ 3640627 w 3640627"/>
                        <a:gd name="connsiteY4-10" fmla="*/ 197946 h 923747"/>
                        <a:gd name="connsiteX5-11" fmla="*/ 3195282 w 3640627"/>
                        <a:gd name="connsiteY5-12" fmla="*/ 461874 h 923747"/>
                        <a:gd name="connsiteX6-13" fmla="*/ 2980857 w 3640627"/>
                        <a:gd name="connsiteY6-14" fmla="*/ 379396 h 923747"/>
                        <a:gd name="connsiteX7-15" fmla="*/ 1826259 w 3640627"/>
                        <a:gd name="connsiteY7-16" fmla="*/ 923747 h 923747"/>
                        <a:gd name="connsiteX8-17" fmla="*/ 671662 w 3640627"/>
                        <a:gd name="connsiteY8-18" fmla="*/ 412387 h 923747"/>
                        <a:gd name="connsiteX9-19" fmla="*/ 523214 w 3640627"/>
                        <a:gd name="connsiteY9-20" fmla="*/ 478369 h 923747"/>
                        <a:gd name="connsiteX10-21" fmla="*/ 0 w 3640627"/>
                        <a:gd name="connsiteY10-22" fmla="*/ 242051 h 923747"/>
                        <a:gd name="connsiteX0-23" fmla="*/ 0 w 3640627"/>
                        <a:gd name="connsiteY0-24" fmla="*/ 242051 h 923747"/>
                        <a:gd name="connsiteX1-25" fmla="*/ 655168 w 3640627"/>
                        <a:gd name="connsiteY1-26" fmla="*/ 16495 h 923747"/>
                        <a:gd name="connsiteX2-27" fmla="*/ 1809765 w 3640627"/>
                        <a:gd name="connsiteY2-28" fmla="*/ 511360 h 923747"/>
                        <a:gd name="connsiteX3-29" fmla="*/ 2964363 w 3640627"/>
                        <a:gd name="connsiteY3-30" fmla="*/ 0 h 923747"/>
                        <a:gd name="connsiteX4-31" fmla="*/ 3640627 w 3640627"/>
                        <a:gd name="connsiteY4-32" fmla="*/ 197946 h 923747"/>
                        <a:gd name="connsiteX5-33" fmla="*/ 3195282 w 3640627"/>
                        <a:gd name="connsiteY5-34" fmla="*/ 461874 h 923747"/>
                        <a:gd name="connsiteX6-35" fmla="*/ 2980857 w 3640627"/>
                        <a:gd name="connsiteY6-36" fmla="*/ 379396 h 923747"/>
                        <a:gd name="connsiteX7-37" fmla="*/ 1826259 w 3640627"/>
                        <a:gd name="connsiteY7-38" fmla="*/ 923747 h 923747"/>
                        <a:gd name="connsiteX8-39" fmla="*/ 671662 w 3640627"/>
                        <a:gd name="connsiteY8-40" fmla="*/ 412387 h 923747"/>
                        <a:gd name="connsiteX9-41" fmla="*/ 523214 w 3640627"/>
                        <a:gd name="connsiteY9-42" fmla="*/ 482971 h 923747"/>
                        <a:gd name="connsiteX10-43" fmla="*/ 0 w 3640627"/>
                        <a:gd name="connsiteY10-44" fmla="*/ 242051 h 923747"/>
                        <a:gd name="connsiteX0-45" fmla="*/ 0 w 3640627"/>
                        <a:gd name="connsiteY0-46" fmla="*/ 242051 h 923747"/>
                        <a:gd name="connsiteX1-47" fmla="*/ 655168 w 3640627"/>
                        <a:gd name="connsiteY1-48" fmla="*/ 16495 h 923747"/>
                        <a:gd name="connsiteX2-49" fmla="*/ 1809765 w 3640627"/>
                        <a:gd name="connsiteY2-50" fmla="*/ 511360 h 923747"/>
                        <a:gd name="connsiteX3-51" fmla="*/ 2964363 w 3640627"/>
                        <a:gd name="connsiteY3-52" fmla="*/ 0 h 923747"/>
                        <a:gd name="connsiteX4-53" fmla="*/ 3640627 w 3640627"/>
                        <a:gd name="connsiteY4-54" fmla="*/ 197946 h 923747"/>
                        <a:gd name="connsiteX5-55" fmla="*/ 3195282 w 3640627"/>
                        <a:gd name="connsiteY5-56" fmla="*/ 461874 h 923747"/>
                        <a:gd name="connsiteX6-57" fmla="*/ 2980857 w 3640627"/>
                        <a:gd name="connsiteY6-58" fmla="*/ 379396 h 923747"/>
                        <a:gd name="connsiteX7-59" fmla="*/ 1826259 w 3640627"/>
                        <a:gd name="connsiteY7-60" fmla="*/ 923747 h 923747"/>
                        <a:gd name="connsiteX8-61" fmla="*/ 690067 w 3640627"/>
                        <a:gd name="connsiteY8-62" fmla="*/ 412387 h 923747"/>
                        <a:gd name="connsiteX9-63" fmla="*/ 523214 w 3640627"/>
                        <a:gd name="connsiteY9-64" fmla="*/ 482971 h 923747"/>
                        <a:gd name="connsiteX10-65" fmla="*/ 0 w 3640627"/>
                        <a:gd name="connsiteY10-66" fmla="*/ 242051 h 923747"/>
                        <a:gd name="connsiteX0-67" fmla="*/ 0 w 3640627"/>
                        <a:gd name="connsiteY0-68" fmla="*/ 242051 h 946755"/>
                        <a:gd name="connsiteX1-69" fmla="*/ 655168 w 3640627"/>
                        <a:gd name="connsiteY1-70" fmla="*/ 16495 h 946755"/>
                        <a:gd name="connsiteX2-71" fmla="*/ 1809765 w 3640627"/>
                        <a:gd name="connsiteY2-72" fmla="*/ 511360 h 946755"/>
                        <a:gd name="connsiteX3-73" fmla="*/ 2964363 w 3640627"/>
                        <a:gd name="connsiteY3-74" fmla="*/ 0 h 946755"/>
                        <a:gd name="connsiteX4-75" fmla="*/ 3640627 w 3640627"/>
                        <a:gd name="connsiteY4-76" fmla="*/ 197946 h 946755"/>
                        <a:gd name="connsiteX5-77" fmla="*/ 3195282 w 3640627"/>
                        <a:gd name="connsiteY5-78" fmla="*/ 461874 h 946755"/>
                        <a:gd name="connsiteX6-79" fmla="*/ 2980857 w 3640627"/>
                        <a:gd name="connsiteY6-80" fmla="*/ 379396 h 946755"/>
                        <a:gd name="connsiteX7-81" fmla="*/ 1876873 w 3640627"/>
                        <a:gd name="connsiteY7-82" fmla="*/ 946755 h 946755"/>
                        <a:gd name="connsiteX8-83" fmla="*/ 690067 w 3640627"/>
                        <a:gd name="connsiteY8-84" fmla="*/ 412387 h 946755"/>
                        <a:gd name="connsiteX9-85" fmla="*/ 523214 w 3640627"/>
                        <a:gd name="connsiteY9-86" fmla="*/ 482971 h 946755"/>
                        <a:gd name="connsiteX10-87" fmla="*/ 0 w 3640627"/>
                        <a:gd name="connsiteY10-88" fmla="*/ 242051 h 946755"/>
                        <a:gd name="connsiteX0-89" fmla="*/ 0 w 3640627"/>
                        <a:gd name="connsiteY0-90" fmla="*/ 242051 h 946755"/>
                        <a:gd name="connsiteX1-91" fmla="*/ 655168 w 3640627"/>
                        <a:gd name="connsiteY1-92" fmla="*/ 16495 h 946755"/>
                        <a:gd name="connsiteX2-93" fmla="*/ 1855778 w 3640627"/>
                        <a:gd name="connsiteY2-94" fmla="*/ 534367 h 946755"/>
                        <a:gd name="connsiteX3-95" fmla="*/ 2964363 w 3640627"/>
                        <a:gd name="connsiteY3-96" fmla="*/ 0 h 946755"/>
                        <a:gd name="connsiteX4-97" fmla="*/ 3640627 w 3640627"/>
                        <a:gd name="connsiteY4-98" fmla="*/ 197946 h 946755"/>
                        <a:gd name="connsiteX5-99" fmla="*/ 3195282 w 3640627"/>
                        <a:gd name="connsiteY5-100" fmla="*/ 461874 h 946755"/>
                        <a:gd name="connsiteX6-101" fmla="*/ 2980857 w 3640627"/>
                        <a:gd name="connsiteY6-102" fmla="*/ 379396 h 946755"/>
                        <a:gd name="connsiteX7-103" fmla="*/ 1876873 w 3640627"/>
                        <a:gd name="connsiteY7-104" fmla="*/ 946755 h 946755"/>
                        <a:gd name="connsiteX8-105" fmla="*/ 690067 w 3640627"/>
                        <a:gd name="connsiteY8-106" fmla="*/ 412387 h 946755"/>
                        <a:gd name="connsiteX9-107" fmla="*/ 523214 w 3640627"/>
                        <a:gd name="connsiteY9-108" fmla="*/ 482971 h 946755"/>
                        <a:gd name="connsiteX10-109" fmla="*/ 0 w 3640627"/>
                        <a:gd name="connsiteY10-110" fmla="*/ 242051 h 946755"/>
                        <a:gd name="connsiteX0-111" fmla="*/ 0 w 3640627"/>
                        <a:gd name="connsiteY0-112" fmla="*/ 242051 h 946755"/>
                        <a:gd name="connsiteX1-113" fmla="*/ 655168 w 3640627"/>
                        <a:gd name="connsiteY1-114" fmla="*/ 16495 h 946755"/>
                        <a:gd name="connsiteX2-115" fmla="*/ 1855778 w 3640627"/>
                        <a:gd name="connsiteY2-116" fmla="*/ 534367 h 946755"/>
                        <a:gd name="connsiteX3-117" fmla="*/ 2964363 w 3640627"/>
                        <a:gd name="connsiteY3-118" fmla="*/ 0 h 946755"/>
                        <a:gd name="connsiteX4-119" fmla="*/ 3640627 w 3640627"/>
                        <a:gd name="connsiteY4-120" fmla="*/ 197946 h 946755"/>
                        <a:gd name="connsiteX5-121" fmla="*/ 3195282 w 3640627"/>
                        <a:gd name="connsiteY5-122" fmla="*/ 461874 h 946755"/>
                        <a:gd name="connsiteX6-123" fmla="*/ 3008465 w 3640627"/>
                        <a:gd name="connsiteY6-124" fmla="*/ 402404 h 946755"/>
                        <a:gd name="connsiteX7-125" fmla="*/ 1876873 w 3640627"/>
                        <a:gd name="connsiteY7-126" fmla="*/ 946755 h 946755"/>
                        <a:gd name="connsiteX8-127" fmla="*/ 690067 w 3640627"/>
                        <a:gd name="connsiteY8-128" fmla="*/ 412387 h 946755"/>
                        <a:gd name="connsiteX9-129" fmla="*/ 523214 w 3640627"/>
                        <a:gd name="connsiteY9-130" fmla="*/ 482971 h 946755"/>
                        <a:gd name="connsiteX10-131" fmla="*/ 0 w 3640627"/>
                        <a:gd name="connsiteY10-132" fmla="*/ 242051 h 946755"/>
                        <a:gd name="connsiteX0-133" fmla="*/ 0 w 3723451"/>
                        <a:gd name="connsiteY0-134" fmla="*/ 242051 h 946755"/>
                        <a:gd name="connsiteX1-135" fmla="*/ 655168 w 3723451"/>
                        <a:gd name="connsiteY1-136" fmla="*/ 16495 h 946755"/>
                        <a:gd name="connsiteX2-137" fmla="*/ 1855778 w 3723451"/>
                        <a:gd name="connsiteY2-138" fmla="*/ 534367 h 946755"/>
                        <a:gd name="connsiteX3-139" fmla="*/ 2964363 w 3723451"/>
                        <a:gd name="connsiteY3-140" fmla="*/ 0 h 946755"/>
                        <a:gd name="connsiteX4-141" fmla="*/ 3723451 w 3723451"/>
                        <a:gd name="connsiteY4-142" fmla="*/ 220954 h 946755"/>
                        <a:gd name="connsiteX5-143" fmla="*/ 3195282 w 3723451"/>
                        <a:gd name="connsiteY5-144" fmla="*/ 461874 h 946755"/>
                        <a:gd name="connsiteX6-145" fmla="*/ 3008465 w 3723451"/>
                        <a:gd name="connsiteY6-146" fmla="*/ 402404 h 946755"/>
                        <a:gd name="connsiteX7-147" fmla="*/ 1876873 w 3723451"/>
                        <a:gd name="connsiteY7-148" fmla="*/ 946755 h 946755"/>
                        <a:gd name="connsiteX8-149" fmla="*/ 690067 w 3723451"/>
                        <a:gd name="connsiteY8-150" fmla="*/ 412387 h 946755"/>
                        <a:gd name="connsiteX9-151" fmla="*/ 523214 w 3723451"/>
                        <a:gd name="connsiteY9-152" fmla="*/ 482971 h 946755"/>
                        <a:gd name="connsiteX10-153" fmla="*/ 0 w 3723451"/>
                        <a:gd name="connsiteY10-154" fmla="*/ 242051 h 946755"/>
                        <a:gd name="connsiteX0-155" fmla="*/ 0 w 3723451"/>
                        <a:gd name="connsiteY0-156" fmla="*/ 228246 h 932950"/>
                        <a:gd name="connsiteX1-157" fmla="*/ 655168 w 3723451"/>
                        <a:gd name="connsiteY1-158" fmla="*/ 2690 h 932950"/>
                        <a:gd name="connsiteX2-159" fmla="*/ 1855778 w 3723451"/>
                        <a:gd name="connsiteY2-160" fmla="*/ 520562 h 932950"/>
                        <a:gd name="connsiteX3-161" fmla="*/ 3001174 w 3723451"/>
                        <a:gd name="connsiteY3-162" fmla="*/ 0 h 932950"/>
                        <a:gd name="connsiteX4-163" fmla="*/ 3723451 w 3723451"/>
                        <a:gd name="connsiteY4-164" fmla="*/ 207149 h 932950"/>
                        <a:gd name="connsiteX5-165" fmla="*/ 3195282 w 3723451"/>
                        <a:gd name="connsiteY5-166" fmla="*/ 448069 h 932950"/>
                        <a:gd name="connsiteX6-167" fmla="*/ 3008465 w 3723451"/>
                        <a:gd name="connsiteY6-168" fmla="*/ 388599 h 932950"/>
                        <a:gd name="connsiteX7-169" fmla="*/ 1876873 w 3723451"/>
                        <a:gd name="connsiteY7-170" fmla="*/ 932950 h 932950"/>
                        <a:gd name="connsiteX8-171" fmla="*/ 690067 w 3723451"/>
                        <a:gd name="connsiteY8-172" fmla="*/ 398582 h 932950"/>
                        <a:gd name="connsiteX9-173" fmla="*/ 523214 w 3723451"/>
                        <a:gd name="connsiteY9-174" fmla="*/ 469166 h 932950"/>
                        <a:gd name="connsiteX10-175" fmla="*/ 0 w 3723451"/>
                        <a:gd name="connsiteY10-176" fmla="*/ 228246 h 932950"/>
                        <a:gd name="connsiteX0-177" fmla="*/ 0 w 3723451"/>
                        <a:gd name="connsiteY0-178" fmla="*/ 228246 h 932950"/>
                        <a:gd name="connsiteX1-179" fmla="*/ 655168 w 3723451"/>
                        <a:gd name="connsiteY1-180" fmla="*/ 2690 h 932950"/>
                        <a:gd name="connsiteX2-181" fmla="*/ 1855778 w 3723451"/>
                        <a:gd name="connsiteY2-182" fmla="*/ 520562 h 932950"/>
                        <a:gd name="connsiteX3-183" fmla="*/ 3001174 w 3723451"/>
                        <a:gd name="connsiteY3-184" fmla="*/ 0 h 932950"/>
                        <a:gd name="connsiteX4-185" fmla="*/ 3723451 w 3723451"/>
                        <a:gd name="connsiteY4-186" fmla="*/ 207149 h 932950"/>
                        <a:gd name="connsiteX5-187" fmla="*/ 3195282 w 3723451"/>
                        <a:gd name="connsiteY5-188" fmla="*/ 448069 h 932950"/>
                        <a:gd name="connsiteX6-189" fmla="*/ 3013067 w 3723451"/>
                        <a:gd name="connsiteY6-190" fmla="*/ 393200 h 932950"/>
                        <a:gd name="connsiteX7-191" fmla="*/ 1876873 w 3723451"/>
                        <a:gd name="connsiteY7-192" fmla="*/ 932950 h 932950"/>
                        <a:gd name="connsiteX8-193" fmla="*/ 690067 w 3723451"/>
                        <a:gd name="connsiteY8-194" fmla="*/ 398582 h 932950"/>
                        <a:gd name="connsiteX9-195" fmla="*/ 523214 w 3723451"/>
                        <a:gd name="connsiteY9-196" fmla="*/ 469166 h 932950"/>
                        <a:gd name="connsiteX10-197" fmla="*/ 0 w 3723451"/>
                        <a:gd name="connsiteY10-198" fmla="*/ 228246 h 932950"/>
                        <a:gd name="connsiteX0-199" fmla="*/ 0 w 3723451"/>
                        <a:gd name="connsiteY0-200" fmla="*/ 228246 h 932950"/>
                        <a:gd name="connsiteX1-201" fmla="*/ 655168 w 3723451"/>
                        <a:gd name="connsiteY1-202" fmla="*/ 2690 h 932950"/>
                        <a:gd name="connsiteX2-203" fmla="*/ 1855778 w 3723451"/>
                        <a:gd name="connsiteY2-204" fmla="*/ 520562 h 932950"/>
                        <a:gd name="connsiteX3-205" fmla="*/ 3001174 w 3723451"/>
                        <a:gd name="connsiteY3-206" fmla="*/ 0 h 932950"/>
                        <a:gd name="connsiteX4-207" fmla="*/ 3723451 w 3723451"/>
                        <a:gd name="connsiteY4-208" fmla="*/ 207149 h 932950"/>
                        <a:gd name="connsiteX5-209" fmla="*/ 3186079 w 3723451"/>
                        <a:gd name="connsiteY5-210" fmla="*/ 461874 h 932950"/>
                        <a:gd name="connsiteX6-211" fmla="*/ 3013067 w 3723451"/>
                        <a:gd name="connsiteY6-212" fmla="*/ 393200 h 932950"/>
                        <a:gd name="connsiteX7-213" fmla="*/ 1876873 w 3723451"/>
                        <a:gd name="connsiteY7-214" fmla="*/ 932950 h 932950"/>
                        <a:gd name="connsiteX8-215" fmla="*/ 690067 w 3723451"/>
                        <a:gd name="connsiteY8-216" fmla="*/ 398582 h 932950"/>
                        <a:gd name="connsiteX9-217" fmla="*/ 523214 w 3723451"/>
                        <a:gd name="connsiteY9-218" fmla="*/ 469166 h 932950"/>
                        <a:gd name="connsiteX10-219" fmla="*/ 0 w 3723451"/>
                        <a:gd name="connsiteY10-220" fmla="*/ 228246 h 932950"/>
                        <a:gd name="connsiteX0-221" fmla="*/ 0 w 3723451"/>
                        <a:gd name="connsiteY0-222" fmla="*/ 228246 h 932950"/>
                        <a:gd name="connsiteX1-223" fmla="*/ 655168 w 3723451"/>
                        <a:gd name="connsiteY1-224" fmla="*/ 2690 h 932950"/>
                        <a:gd name="connsiteX2-225" fmla="*/ 1855778 w 3723451"/>
                        <a:gd name="connsiteY2-226" fmla="*/ 520562 h 932950"/>
                        <a:gd name="connsiteX3-227" fmla="*/ 3001174 w 3723451"/>
                        <a:gd name="connsiteY3-228" fmla="*/ 0 h 932950"/>
                        <a:gd name="connsiteX4-229" fmla="*/ 3723451 w 3723451"/>
                        <a:gd name="connsiteY4-230" fmla="*/ 207149 h 932950"/>
                        <a:gd name="connsiteX5-231" fmla="*/ 3186079 w 3723451"/>
                        <a:gd name="connsiteY5-232" fmla="*/ 461874 h 932950"/>
                        <a:gd name="connsiteX6-233" fmla="*/ 3013067 w 3723451"/>
                        <a:gd name="connsiteY6-234" fmla="*/ 393200 h 932950"/>
                        <a:gd name="connsiteX7-235" fmla="*/ 1876873 w 3723451"/>
                        <a:gd name="connsiteY7-236" fmla="*/ 932950 h 932950"/>
                        <a:gd name="connsiteX8-237" fmla="*/ 711613 w 3723451"/>
                        <a:gd name="connsiteY8-238" fmla="*/ 413055 h 932950"/>
                        <a:gd name="connsiteX9-239" fmla="*/ 523214 w 3723451"/>
                        <a:gd name="connsiteY9-240" fmla="*/ 469166 h 932950"/>
                        <a:gd name="connsiteX10-241" fmla="*/ 0 w 3723451"/>
                        <a:gd name="connsiteY10-242" fmla="*/ 228246 h 932950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4" name="Freeform 243"/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-1" fmla="*/ 4602 w 1371198"/>
                        <a:gd name="connsiteY0-2" fmla="*/ 0 h 800665"/>
                        <a:gd name="connsiteX1-3" fmla="*/ 1371198 w 1371198"/>
                        <a:gd name="connsiteY1-4" fmla="*/ 625807 h 800665"/>
                        <a:gd name="connsiteX2-5" fmla="*/ 897260 w 1371198"/>
                        <a:gd name="connsiteY2-6" fmla="*/ 800665 h 800665"/>
                        <a:gd name="connsiteX3-7" fmla="*/ 0 w 1371198"/>
                        <a:gd name="connsiteY3-8" fmla="*/ 404934 h 800665"/>
                        <a:gd name="connsiteX4-9" fmla="*/ 4602 w 1371198"/>
                        <a:gd name="connsiteY4-10" fmla="*/ 0 h 800665"/>
                        <a:gd name="connsiteX0-11" fmla="*/ 0 w 1366596"/>
                        <a:gd name="connsiteY0-12" fmla="*/ 0 h 800665"/>
                        <a:gd name="connsiteX1-13" fmla="*/ 1366596 w 1366596"/>
                        <a:gd name="connsiteY1-14" fmla="*/ 625807 h 800665"/>
                        <a:gd name="connsiteX2-15" fmla="*/ 892658 w 1366596"/>
                        <a:gd name="connsiteY2-16" fmla="*/ 800665 h 800665"/>
                        <a:gd name="connsiteX3-17" fmla="*/ 4601 w 1366596"/>
                        <a:gd name="connsiteY3-18" fmla="*/ 427942 h 800665"/>
                        <a:gd name="connsiteX4-19" fmla="*/ 0 w 1366596"/>
                        <a:gd name="connsiteY4-20" fmla="*/ 0 h 800665"/>
                        <a:gd name="connsiteX0-21" fmla="*/ 0 w 1366596"/>
                        <a:gd name="connsiteY0-22" fmla="*/ 0 h 800665"/>
                        <a:gd name="connsiteX1-23" fmla="*/ 1366596 w 1366596"/>
                        <a:gd name="connsiteY1-24" fmla="*/ 625807 h 800665"/>
                        <a:gd name="connsiteX2-25" fmla="*/ 892658 w 1366596"/>
                        <a:gd name="connsiteY2-26" fmla="*/ 800665 h 800665"/>
                        <a:gd name="connsiteX3-27" fmla="*/ 4601 w 1366596"/>
                        <a:gd name="connsiteY3-28" fmla="*/ 427942 h 800665"/>
                        <a:gd name="connsiteX4-29" fmla="*/ 0 w 1366596"/>
                        <a:gd name="connsiteY4-30" fmla="*/ 0 h 800665"/>
                        <a:gd name="connsiteX0-31" fmla="*/ 0 w 1366596"/>
                        <a:gd name="connsiteY0-32" fmla="*/ 0 h 800665"/>
                        <a:gd name="connsiteX1-33" fmla="*/ 1366596 w 1366596"/>
                        <a:gd name="connsiteY1-34" fmla="*/ 625807 h 800665"/>
                        <a:gd name="connsiteX2-35" fmla="*/ 892658 w 1366596"/>
                        <a:gd name="connsiteY2-36" fmla="*/ 800665 h 800665"/>
                        <a:gd name="connsiteX3-37" fmla="*/ 4601 w 1366596"/>
                        <a:gd name="connsiteY3-38" fmla="*/ 427942 h 800665"/>
                        <a:gd name="connsiteX4-39" fmla="*/ 0 w 1366596"/>
                        <a:gd name="connsiteY4-40" fmla="*/ 0 h 800665"/>
                        <a:gd name="connsiteX0-41" fmla="*/ 0 w 1366596"/>
                        <a:gd name="connsiteY0-42" fmla="*/ 0 h 809868"/>
                        <a:gd name="connsiteX1-43" fmla="*/ 1366596 w 1366596"/>
                        <a:gd name="connsiteY1-44" fmla="*/ 625807 h 809868"/>
                        <a:gd name="connsiteX2-45" fmla="*/ 865050 w 1366596"/>
                        <a:gd name="connsiteY2-46" fmla="*/ 809868 h 809868"/>
                        <a:gd name="connsiteX3-47" fmla="*/ 4601 w 1366596"/>
                        <a:gd name="connsiteY3-48" fmla="*/ 427942 h 809868"/>
                        <a:gd name="connsiteX4-49" fmla="*/ 0 w 1366596"/>
                        <a:gd name="connsiteY4-50" fmla="*/ 0 h 809868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5" name="Freeform 244"/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-1" fmla="*/ 1329786 w 1348191"/>
                        <a:gd name="connsiteY0-2" fmla="*/ 0 h 791462"/>
                        <a:gd name="connsiteX1-3" fmla="*/ 1348191 w 1348191"/>
                        <a:gd name="connsiteY1-4" fmla="*/ 381926 h 791462"/>
                        <a:gd name="connsiteX2-5" fmla="*/ 487742 w 1348191"/>
                        <a:gd name="connsiteY2-6" fmla="*/ 791462 h 791462"/>
                        <a:gd name="connsiteX3-7" fmla="*/ 0 w 1348191"/>
                        <a:gd name="connsiteY3-8" fmla="*/ 612002 h 791462"/>
                        <a:gd name="connsiteX4-9" fmla="*/ 1329786 w 1348191"/>
                        <a:gd name="connsiteY4-10" fmla="*/ 0 h 791462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246" name="Straight Connector 245"/>
                    <p:cNvCxnSpPr>
                      <a:endCxn id="241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ln w="6350" cmpd="sng">
                      <a:solidFill>
                        <a:schemeClr val="tx1"/>
                      </a:solidFill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7" name="Straight Connector 246"/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ln w="6350" cmpd="sng">
                      <a:solidFill>
                        <a:schemeClr val="tx1"/>
                      </a:solidFill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6" name="Group 235"/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237" name="Oval 236"/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chemeClr val="bg1">
                        <a:alpha val="76000"/>
                      </a:schemeClr>
                    </a:solidFill>
                    <a:ln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38" name="TextBox 237"/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r>
                        <a:rPr lang="en-US" dirty="0"/>
                        <a:t>2d</a:t>
                      </a:r>
                    </a:p>
                  </p:txBody>
                </p:sp>
              </p:grpSp>
            </p:grpSp>
            <p:grpSp>
              <p:nvGrpSpPr>
                <p:cNvPr id="201" name="Group 200"/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222" name="Group 327"/>
                  <p:cNvGrpSpPr/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226" name="Oval 225"/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chemeClr val="accent2">
                            <a:lumMod val="75000"/>
                          </a:schemeClr>
                        </a:gs>
                        <a:gs pos="53000">
                          <a:schemeClr val="accent2">
                            <a:lumMod val="60000"/>
                            <a:lumOff val="40000"/>
                          </a:schemeClr>
                        </a:gs>
                        <a:gs pos="100000">
                          <a:schemeClr val="accent2">
                            <a:lumMod val="75000"/>
                          </a:schemeClr>
                        </a:gs>
                      </a:gsLst>
                      <a:lin ang="0" scaled="1"/>
                      <a:tileRect/>
                    </a:gradFill>
                    <a:ln w="6350" cmpd="sng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 dirty="0">
                        <a:ln>
                          <a:solidFill>
                            <a:schemeClr val="tx1"/>
                          </a:solidFill>
                        </a:ln>
                      </a:endParaRPr>
                    </a:p>
                  </p:txBody>
                </p:sp>
                <p:sp>
                  <p:nvSpPr>
                    <p:cNvPr id="227" name="Rectangle 226"/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chemeClr val="accent2">
                            <a:lumMod val="75000"/>
                          </a:schemeClr>
                        </a:gs>
                        <a:gs pos="53000">
                          <a:schemeClr val="accent2">
                            <a:lumMod val="60000"/>
                            <a:lumOff val="40000"/>
                          </a:schemeClr>
                        </a:gs>
                        <a:gs pos="100000">
                          <a:schemeClr val="accent2">
                            <a:lumMod val="75000"/>
                          </a:schemeClr>
                        </a:gs>
                      </a:gsLst>
                      <a:lin ang="10800000" scaled="0"/>
                    </a:gradFill>
                    <a:ln w="25400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8" name="Oval 227"/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 w="6350" cmpd="sng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 dirty="0">
                        <a:ln>
                          <a:solidFill>
                            <a:schemeClr val="tx1"/>
                          </a:solidFill>
                        </a:ln>
                      </a:endParaRPr>
                    </a:p>
                  </p:txBody>
                </p:sp>
                <p:sp>
                  <p:nvSpPr>
                    <p:cNvPr id="229" name="Freeform 228"/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-1" fmla="*/ 1486231 w 2944854"/>
                        <a:gd name="connsiteY0-2" fmla="*/ 727041 h 1316375"/>
                        <a:gd name="connsiteX1-3" fmla="*/ 257675 w 2944854"/>
                        <a:gd name="connsiteY1-4" fmla="*/ 1302232 h 1316375"/>
                        <a:gd name="connsiteX2-5" fmla="*/ 0 w 2944854"/>
                        <a:gd name="connsiteY2-6" fmla="*/ 1228607 h 1316375"/>
                        <a:gd name="connsiteX3-7" fmla="*/ 911064 w 2944854"/>
                        <a:gd name="connsiteY3-8" fmla="*/ 837478 h 1316375"/>
                        <a:gd name="connsiteX4-9" fmla="*/ 883456 w 2944854"/>
                        <a:gd name="connsiteY4-10" fmla="*/ 450949 h 1316375"/>
                        <a:gd name="connsiteX5-11" fmla="*/ 161047 w 2944854"/>
                        <a:gd name="connsiteY5-12" fmla="*/ 119640 h 1316375"/>
                        <a:gd name="connsiteX6-13" fmla="*/ 404917 w 2944854"/>
                        <a:gd name="connsiteY6-14" fmla="*/ 50617 h 1316375"/>
                        <a:gd name="connsiteX7-15" fmla="*/ 1477028 w 2944854"/>
                        <a:gd name="connsiteY7-16" fmla="*/ 501566 h 1316375"/>
                        <a:gd name="connsiteX8-17" fmla="*/ 2572146 w 2944854"/>
                        <a:gd name="connsiteY8-18" fmla="*/ 0 h 1316375"/>
                        <a:gd name="connsiteX9-19" fmla="*/ 2875834 w 2944854"/>
                        <a:gd name="connsiteY9-20" fmla="*/ 96632 h 1316375"/>
                        <a:gd name="connsiteX10-21" fmla="*/ 2079803 w 2944854"/>
                        <a:gd name="connsiteY10-22" fmla="*/ 432543 h 1316375"/>
                        <a:gd name="connsiteX11-23" fmla="*/ 2240850 w 2944854"/>
                        <a:gd name="connsiteY11-24" fmla="*/ 920305 h 1316375"/>
                        <a:gd name="connsiteX12-25" fmla="*/ 2944854 w 2944854"/>
                        <a:gd name="connsiteY12-26" fmla="*/ 1228607 h 1316375"/>
                        <a:gd name="connsiteX13-27" fmla="*/ 2756623 w 2944854"/>
                        <a:gd name="connsiteY13-28" fmla="*/ 1316375 h 1316375"/>
                        <a:gd name="connsiteX14-29" fmla="*/ 1486231 w 2944854"/>
                        <a:gd name="connsiteY14-30" fmla="*/ 727041 h 1316375"/>
                        <a:gd name="connsiteX0-31" fmla="*/ 1486231 w 3024520"/>
                        <a:gd name="connsiteY0-32" fmla="*/ 727041 h 1316375"/>
                        <a:gd name="connsiteX1-33" fmla="*/ 257675 w 3024520"/>
                        <a:gd name="connsiteY1-34" fmla="*/ 1302232 h 1316375"/>
                        <a:gd name="connsiteX2-35" fmla="*/ 0 w 3024520"/>
                        <a:gd name="connsiteY2-36" fmla="*/ 1228607 h 1316375"/>
                        <a:gd name="connsiteX3-37" fmla="*/ 911064 w 3024520"/>
                        <a:gd name="connsiteY3-38" fmla="*/ 837478 h 1316375"/>
                        <a:gd name="connsiteX4-39" fmla="*/ 883456 w 3024520"/>
                        <a:gd name="connsiteY4-40" fmla="*/ 450949 h 1316375"/>
                        <a:gd name="connsiteX5-41" fmla="*/ 161047 w 3024520"/>
                        <a:gd name="connsiteY5-42" fmla="*/ 119640 h 1316375"/>
                        <a:gd name="connsiteX6-43" fmla="*/ 404917 w 3024520"/>
                        <a:gd name="connsiteY6-44" fmla="*/ 50617 h 1316375"/>
                        <a:gd name="connsiteX7-45" fmla="*/ 1477028 w 3024520"/>
                        <a:gd name="connsiteY7-46" fmla="*/ 501566 h 1316375"/>
                        <a:gd name="connsiteX8-47" fmla="*/ 2572146 w 3024520"/>
                        <a:gd name="connsiteY8-48" fmla="*/ 0 h 1316375"/>
                        <a:gd name="connsiteX9-49" fmla="*/ 2875834 w 3024520"/>
                        <a:gd name="connsiteY9-50" fmla="*/ 96632 h 1316375"/>
                        <a:gd name="connsiteX10-51" fmla="*/ 2079803 w 3024520"/>
                        <a:gd name="connsiteY10-52" fmla="*/ 432543 h 1316375"/>
                        <a:gd name="connsiteX11-53" fmla="*/ 2240850 w 3024520"/>
                        <a:gd name="connsiteY11-54" fmla="*/ 920305 h 1316375"/>
                        <a:gd name="connsiteX12-55" fmla="*/ 3024520 w 3024520"/>
                        <a:gd name="connsiteY12-56" fmla="*/ 1228607 h 1316375"/>
                        <a:gd name="connsiteX13-57" fmla="*/ 2756623 w 3024520"/>
                        <a:gd name="connsiteY13-58" fmla="*/ 1316375 h 1316375"/>
                        <a:gd name="connsiteX14-59" fmla="*/ 1486231 w 3024520"/>
                        <a:gd name="connsiteY14-60" fmla="*/ 727041 h 1316375"/>
                        <a:gd name="connsiteX0-61" fmla="*/ 1537780 w 3076069"/>
                        <a:gd name="connsiteY0-62" fmla="*/ 727041 h 1316375"/>
                        <a:gd name="connsiteX1-63" fmla="*/ 309224 w 3076069"/>
                        <a:gd name="connsiteY1-64" fmla="*/ 1302232 h 1316375"/>
                        <a:gd name="connsiteX2-65" fmla="*/ 0 w 3076069"/>
                        <a:gd name="connsiteY2-66" fmla="*/ 1228607 h 1316375"/>
                        <a:gd name="connsiteX3-67" fmla="*/ 962613 w 3076069"/>
                        <a:gd name="connsiteY3-68" fmla="*/ 837478 h 1316375"/>
                        <a:gd name="connsiteX4-69" fmla="*/ 935005 w 3076069"/>
                        <a:gd name="connsiteY4-70" fmla="*/ 450949 h 1316375"/>
                        <a:gd name="connsiteX5-71" fmla="*/ 212596 w 3076069"/>
                        <a:gd name="connsiteY5-72" fmla="*/ 119640 h 1316375"/>
                        <a:gd name="connsiteX6-73" fmla="*/ 456466 w 3076069"/>
                        <a:gd name="connsiteY6-74" fmla="*/ 50617 h 1316375"/>
                        <a:gd name="connsiteX7-75" fmla="*/ 1528577 w 3076069"/>
                        <a:gd name="connsiteY7-76" fmla="*/ 501566 h 1316375"/>
                        <a:gd name="connsiteX8-77" fmla="*/ 2623695 w 3076069"/>
                        <a:gd name="connsiteY8-78" fmla="*/ 0 h 1316375"/>
                        <a:gd name="connsiteX9-79" fmla="*/ 2927383 w 3076069"/>
                        <a:gd name="connsiteY9-80" fmla="*/ 96632 h 1316375"/>
                        <a:gd name="connsiteX10-81" fmla="*/ 2131352 w 3076069"/>
                        <a:gd name="connsiteY10-82" fmla="*/ 432543 h 1316375"/>
                        <a:gd name="connsiteX11-83" fmla="*/ 2292399 w 3076069"/>
                        <a:gd name="connsiteY11-84" fmla="*/ 920305 h 1316375"/>
                        <a:gd name="connsiteX12-85" fmla="*/ 3076069 w 3076069"/>
                        <a:gd name="connsiteY12-86" fmla="*/ 1228607 h 1316375"/>
                        <a:gd name="connsiteX13-87" fmla="*/ 2808172 w 3076069"/>
                        <a:gd name="connsiteY13-88" fmla="*/ 1316375 h 1316375"/>
                        <a:gd name="connsiteX14-89" fmla="*/ 1537780 w 3076069"/>
                        <a:gd name="connsiteY14-90" fmla="*/ 727041 h 1316375"/>
                        <a:gd name="connsiteX0-91" fmla="*/ 1537780 w 3076069"/>
                        <a:gd name="connsiteY0-92" fmla="*/ 727041 h 1321259"/>
                        <a:gd name="connsiteX1-93" fmla="*/ 313981 w 3076069"/>
                        <a:gd name="connsiteY1-94" fmla="*/ 1321259 h 1321259"/>
                        <a:gd name="connsiteX2-95" fmla="*/ 0 w 3076069"/>
                        <a:gd name="connsiteY2-96" fmla="*/ 1228607 h 1321259"/>
                        <a:gd name="connsiteX3-97" fmla="*/ 962613 w 3076069"/>
                        <a:gd name="connsiteY3-98" fmla="*/ 837478 h 1321259"/>
                        <a:gd name="connsiteX4-99" fmla="*/ 935005 w 3076069"/>
                        <a:gd name="connsiteY4-100" fmla="*/ 450949 h 1321259"/>
                        <a:gd name="connsiteX5-101" fmla="*/ 212596 w 3076069"/>
                        <a:gd name="connsiteY5-102" fmla="*/ 119640 h 1321259"/>
                        <a:gd name="connsiteX6-103" fmla="*/ 456466 w 3076069"/>
                        <a:gd name="connsiteY6-104" fmla="*/ 50617 h 1321259"/>
                        <a:gd name="connsiteX7-105" fmla="*/ 1528577 w 3076069"/>
                        <a:gd name="connsiteY7-106" fmla="*/ 501566 h 1321259"/>
                        <a:gd name="connsiteX8-107" fmla="*/ 2623695 w 3076069"/>
                        <a:gd name="connsiteY8-108" fmla="*/ 0 h 1321259"/>
                        <a:gd name="connsiteX9-109" fmla="*/ 2927383 w 3076069"/>
                        <a:gd name="connsiteY9-110" fmla="*/ 96632 h 1321259"/>
                        <a:gd name="connsiteX10-111" fmla="*/ 2131352 w 3076069"/>
                        <a:gd name="connsiteY10-112" fmla="*/ 432543 h 1321259"/>
                        <a:gd name="connsiteX11-113" fmla="*/ 2292399 w 3076069"/>
                        <a:gd name="connsiteY11-114" fmla="*/ 920305 h 1321259"/>
                        <a:gd name="connsiteX12-115" fmla="*/ 3076069 w 3076069"/>
                        <a:gd name="connsiteY12-116" fmla="*/ 1228607 h 1321259"/>
                        <a:gd name="connsiteX13-117" fmla="*/ 2808172 w 3076069"/>
                        <a:gd name="connsiteY13-118" fmla="*/ 1316375 h 1321259"/>
                        <a:gd name="connsiteX14-119" fmla="*/ 1537780 w 3076069"/>
                        <a:gd name="connsiteY14-120" fmla="*/ 727041 h 1321259"/>
                        <a:gd name="connsiteX0-121" fmla="*/ 1537780 w 3076069"/>
                        <a:gd name="connsiteY0-122" fmla="*/ 750825 h 1321259"/>
                        <a:gd name="connsiteX1-123" fmla="*/ 313981 w 3076069"/>
                        <a:gd name="connsiteY1-124" fmla="*/ 1321259 h 1321259"/>
                        <a:gd name="connsiteX2-125" fmla="*/ 0 w 3076069"/>
                        <a:gd name="connsiteY2-126" fmla="*/ 1228607 h 1321259"/>
                        <a:gd name="connsiteX3-127" fmla="*/ 962613 w 3076069"/>
                        <a:gd name="connsiteY3-128" fmla="*/ 837478 h 1321259"/>
                        <a:gd name="connsiteX4-129" fmla="*/ 935005 w 3076069"/>
                        <a:gd name="connsiteY4-130" fmla="*/ 450949 h 1321259"/>
                        <a:gd name="connsiteX5-131" fmla="*/ 212596 w 3076069"/>
                        <a:gd name="connsiteY5-132" fmla="*/ 119640 h 1321259"/>
                        <a:gd name="connsiteX6-133" fmla="*/ 456466 w 3076069"/>
                        <a:gd name="connsiteY6-134" fmla="*/ 50617 h 1321259"/>
                        <a:gd name="connsiteX7-135" fmla="*/ 1528577 w 3076069"/>
                        <a:gd name="connsiteY7-136" fmla="*/ 501566 h 1321259"/>
                        <a:gd name="connsiteX8-137" fmla="*/ 2623695 w 3076069"/>
                        <a:gd name="connsiteY8-138" fmla="*/ 0 h 1321259"/>
                        <a:gd name="connsiteX9-139" fmla="*/ 2927383 w 3076069"/>
                        <a:gd name="connsiteY9-140" fmla="*/ 96632 h 1321259"/>
                        <a:gd name="connsiteX10-141" fmla="*/ 2131352 w 3076069"/>
                        <a:gd name="connsiteY10-142" fmla="*/ 432543 h 1321259"/>
                        <a:gd name="connsiteX11-143" fmla="*/ 2292399 w 3076069"/>
                        <a:gd name="connsiteY11-144" fmla="*/ 920305 h 1321259"/>
                        <a:gd name="connsiteX12-145" fmla="*/ 3076069 w 3076069"/>
                        <a:gd name="connsiteY12-146" fmla="*/ 1228607 h 1321259"/>
                        <a:gd name="connsiteX13-147" fmla="*/ 2808172 w 3076069"/>
                        <a:gd name="connsiteY13-148" fmla="*/ 1316375 h 1321259"/>
                        <a:gd name="connsiteX14-149" fmla="*/ 1537780 w 3076069"/>
                        <a:gd name="connsiteY14-150" fmla="*/ 750825 h 1321259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0" name="Freeform 229"/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-1" fmla="*/ 0 w 3640627"/>
                        <a:gd name="connsiteY0-2" fmla="*/ 242051 h 923747"/>
                        <a:gd name="connsiteX1-3" fmla="*/ 655168 w 3640627"/>
                        <a:gd name="connsiteY1-4" fmla="*/ 16495 h 923747"/>
                        <a:gd name="connsiteX2-5" fmla="*/ 1809765 w 3640627"/>
                        <a:gd name="connsiteY2-6" fmla="*/ 511360 h 923747"/>
                        <a:gd name="connsiteX3-7" fmla="*/ 2964363 w 3640627"/>
                        <a:gd name="connsiteY3-8" fmla="*/ 0 h 923747"/>
                        <a:gd name="connsiteX4-9" fmla="*/ 3640627 w 3640627"/>
                        <a:gd name="connsiteY4-10" fmla="*/ 197946 h 923747"/>
                        <a:gd name="connsiteX5-11" fmla="*/ 3195282 w 3640627"/>
                        <a:gd name="connsiteY5-12" fmla="*/ 461874 h 923747"/>
                        <a:gd name="connsiteX6-13" fmla="*/ 2980857 w 3640627"/>
                        <a:gd name="connsiteY6-14" fmla="*/ 379396 h 923747"/>
                        <a:gd name="connsiteX7-15" fmla="*/ 1826259 w 3640627"/>
                        <a:gd name="connsiteY7-16" fmla="*/ 923747 h 923747"/>
                        <a:gd name="connsiteX8-17" fmla="*/ 671662 w 3640627"/>
                        <a:gd name="connsiteY8-18" fmla="*/ 412387 h 923747"/>
                        <a:gd name="connsiteX9-19" fmla="*/ 523214 w 3640627"/>
                        <a:gd name="connsiteY9-20" fmla="*/ 478369 h 923747"/>
                        <a:gd name="connsiteX10-21" fmla="*/ 0 w 3640627"/>
                        <a:gd name="connsiteY10-22" fmla="*/ 242051 h 923747"/>
                        <a:gd name="connsiteX0-23" fmla="*/ 0 w 3640627"/>
                        <a:gd name="connsiteY0-24" fmla="*/ 242051 h 923747"/>
                        <a:gd name="connsiteX1-25" fmla="*/ 655168 w 3640627"/>
                        <a:gd name="connsiteY1-26" fmla="*/ 16495 h 923747"/>
                        <a:gd name="connsiteX2-27" fmla="*/ 1809765 w 3640627"/>
                        <a:gd name="connsiteY2-28" fmla="*/ 511360 h 923747"/>
                        <a:gd name="connsiteX3-29" fmla="*/ 2964363 w 3640627"/>
                        <a:gd name="connsiteY3-30" fmla="*/ 0 h 923747"/>
                        <a:gd name="connsiteX4-31" fmla="*/ 3640627 w 3640627"/>
                        <a:gd name="connsiteY4-32" fmla="*/ 197946 h 923747"/>
                        <a:gd name="connsiteX5-33" fmla="*/ 3195282 w 3640627"/>
                        <a:gd name="connsiteY5-34" fmla="*/ 461874 h 923747"/>
                        <a:gd name="connsiteX6-35" fmla="*/ 2980857 w 3640627"/>
                        <a:gd name="connsiteY6-36" fmla="*/ 379396 h 923747"/>
                        <a:gd name="connsiteX7-37" fmla="*/ 1826259 w 3640627"/>
                        <a:gd name="connsiteY7-38" fmla="*/ 923747 h 923747"/>
                        <a:gd name="connsiteX8-39" fmla="*/ 671662 w 3640627"/>
                        <a:gd name="connsiteY8-40" fmla="*/ 412387 h 923747"/>
                        <a:gd name="connsiteX9-41" fmla="*/ 523214 w 3640627"/>
                        <a:gd name="connsiteY9-42" fmla="*/ 482971 h 923747"/>
                        <a:gd name="connsiteX10-43" fmla="*/ 0 w 3640627"/>
                        <a:gd name="connsiteY10-44" fmla="*/ 242051 h 923747"/>
                        <a:gd name="connsiteX0-45" fmla="*/ 0 w 3640627"/>
                        <a:gd name="connsiteY0-46" fmla="*/ 242051 h 923747"/>
                        <a:gd name="connsiteX1-47" fmla="*/ 655168 w 3640627"/>
                        <a:gd name="connsiteY1-48" fmla="*/ 16495 h 923747"/>
                        <a:gd name="connsiteX2-49" fmla="*/ 1809765 w 3640627"/>
                        <a:gd name="connsiteY2-50" fmla="*/ 511360 h 923747"/>
                        <a:gd name="connsiteX3-51" fmla="*/ 2964363 w 3640627"/>
                        <a:gd name="connsiteY3-52" fmla="*/ 0 h 923747"/>
                        <a:gd name="connsiteX4-53" fmla="*/ 3640627 w 3640627"/>
                        <a:gd name="connsiteY4-54" fmla="*/ 197946 h 923747"/>
                        <a:gd name="connsiteX5-55" fmla="*/ 3195282 w 3640627"/>
                        <a:gd name="connsiteY5-56" fmla="*/ 461874 h 923747"/>
                        <a:gd name="connsiteX6-57" fmla="*/ 2980857 w 3640627"/>
                        <a:gd name="connsiteY6-58" fmla="*/ 379396 h 923747"/>
                        <a:gd name="connsiteX7-59" fmla="*/ 1826259 w 3640627"/>
                        <a:gd name="connsiteY7-60" fmla="*/ 923747 h 923747"/>
                        <a:gd name="connsiteX8-61" fmla="*/ 690067 w 3640627"/>
                        <a:gd name="connsiteY8-62" fmla="*/ 412387 h 923747"/>
                        <a:gd name="connsiteX9-63" fmla="*/ 523214 w 3640627"/>
                        <a:gd name="connsiteY9-64" fmla="*/ 482971 h 923747"/>
                        <a:gd name="connsiteX10-65" fmla="*/ 0 w 3640627"/>
                        <a:gd name="connsiteY10-66" fmla="*/ 242051 h 923747"/>
                        <a:gd name="connsiteX0-67" fmla="*/ 0 w 3640627"/>
                        <a:gd name="connsiteY0-68" fmla="*/ 242051 h 946755"/>
                        <a:gd name="connsiteX1-69" fmla="*/ 655168 w 3640627"/>
                        <a:gd name="connsiteY1-70" fmla="*/ 16495 h 946755"/>
                        <a:gd name="connsiteX2-71" fmla="*/ 1809765 w 3640627"/>
                        <a:gd name="connsiteY2-72" fmla="*/ 511360 h 946755"/>
                        <a:gd name="connsiteX3-73" fmla="*/ 2964363 w 3640627"/>
                        <a:gd name="connsiteY3-74" fmla="*/ 0 h 946755"/>
                        <a:gd name="connsiteX4-75" fmla="*/ 3640627 w 3640627"/>
                        <a:gd name="connsiteY4-76" fmla="*/ 197946 h 946755"/>
                        <a:gd name="connsiteX5-77" fmla="*/ 3195282 w 3640627"/>
                        <a:gd name="connsiteY5-78" fmla="*/ 461874 h 946755"/>
                        <a:gd name="connsiteX6-79" fmla="*/ 2980857 w 3640627"/>
                        <a:gd name="connsiteY6-80" fmla="*/ 379396 h 946755"/>
                        <a:gd name="connsiteX7-81" fmla="*/ 1876873 w 3640627"/>
                        <a:gd name="connsiteY7-82" fmla="*/ 946755 h 946755"/>
                        <a:gd name="connsiteX8-83" fmla="*/ 690067 w 3640627"/>
                        <a:gd name="connsiteY8-84" fmla="*/ 412387 h 946755"/>
                        <a:gd name="connsiteX9-85" fmla="*/ 523214 w 3640627"/>
                        <a:gd name="connsiteY9-86" fmla="*/ 482971 h 946755"/>
                        <a:gd name="connsiteX10-87" fmla="*/ 0 w 3640627"/>
                        <a:gd name="connsiteY10-88" fmla="*/ 242051 h 946755"/>
                        <a:gd name="connsiteX0-89" fmla="*/ 0 w 3640627"/>
                        <a:gd name="connsiteY0-90" fmla="*/ 242051 h 946755"/>
                        <a:gd name="connsiteX1-91" fmla="*/ 655168 w 3640627"/>
                        <a:gd name="connsiteY1-92" fmla="*/ 16495 h 946755"/>
                        <a:gd name="connsiteX2-93" fmla="*/ 1855778 w 3640627"/>
                        <a:gd name="connsiteY2-94" fmla="*/ 534367 h 946755"/>
                        <a:gd name="connsiteX3-95" fmla="*/ 2964363 w 3640627"/>
                        <a:gd name="connsiteY3-96" fmla="*/ 0 h 946755"/>
                        <a:gd name="connsiteX4-97" fmla="*/ 3640627 w 3640627"/>
                        <a:gd name="connsiteY4-98" fmla="*/ 197946 h 946755"/>
                        <a:gd name="connsiteX5-99" fmla="*/ 3195282 w 3640627"/>
                        <a:gd name="connsiteY5-100" fmla="*/ 461874 h 946755"/>
                        <a:gd name="connsiteX6-101" fmla="*/ 2980857 w 3640627"/>
                        <a:gd name="connsiteY6-102" fmla="*/ 379396 h 946755"/>
                        <a:gd name="connsiteX7-103" fmla="*/ 1876873 w 3640627"/>
                        <a:gd name="connsiteY7-104" fmla="*/ 946755 h 946755"/>
                        <a:gd name="connsiteX8-105" fmla="*/ 690067 w 3640627"/>
                        <a:gd name="connsiteY8-106" fmla="*/ 412387 h 946755"/>
                        <a:gd name="connsiteX9-107" fmla="*/ 523214 w 3640627"/>
                        <a:gd name="connsiteY9-108" fmla="*/ 482971 h 946755"/>
                        <a:gd name="connsiteX10-109" fmla="*/ 0 w 3640627"/>
                        <a:gd name="connsiteY10-110" fmla="*/ 242051 h 946755"/>
                        <a:gd name="connsiteX0-111" fmla="*/ 0 w 3640627"/>
                        <a:gd name="connsiteY0-112" fmla="*/ 242051 h 946755"/>
                        <a:gd name="connsiteX1-113" fmla="*/ 655168 w 3640627"/>
                        <a:gd name="connsiteY1-114" fmla="*/ 16495 h 946755"/>
                        <a:gd name="connsiteX2-115" fmla="*/ 1855778 w 3640627"/>
                        <a:gd name="connsiteY2-116" fmla="*/ 534367 h 946755"/>
                        <a:gd name="connsiteX3-117" fmla="*/ 2964363 w 3640627"/>
                        <a:gd name="connsiteY3-118" fmla="*/ 0 h 946755"/>
                        <a:gd name="connsiteX4-119" fmla="*/ 3640627 w 3640627"/>
                        <a:gd name="connsiteY4-120" fmla="*/ 197946 h 946755"/>
                        <a:gd name="connsiteX5-121" fmla="*/ 3195282 w 3640627"/>
                        <a:gd name="connsiteY5-122" fmla="*/ 461874 h 946755"/>
                        <a:gd name="connsiteX6-123" fmla="*/ 3008465 w 3640627"/>
                        <a:gd name="connsiteY6-124" fmla="*/ 402404 h 946755"/>
                        <a:gd name="connsiteX7-125" fmla="*/ 1876873 w 3640627"/>
                        <a:gd name="connsiteY7-126" fmla="*/ 946755 h 946755"/>
                        <a:gd name="connsiteX8-127" fmla="*/ 690067 w 3640627"/>
                        <a:gd name="connsiteY8-128" fmla="*/ 412387 h 946755"/>
                        <a:gd name="connsiteX9-129" fmla="*/ 523214 w 3640627"/>
                        <a:gd name="connsiteY9-130" fmla="*/ 482971 h 946755"/>
                        <a:gd name="connsiteX10-131" fmla="*/ 0 w 3640627"/>
                        <a:gd name="connsiteY10-132" fmla="*/ 242051 h 946755"/>
                        <a:gd name="connsiteX0-133" fmla="*/ 0 w 3723451"/>
                        <a:gd name="connsiteY0-134" fmla="*/ 242051 h 946755"/>
                        <a:gd name="connsiteX1-135" fmla="*/ 655168 w 3723451"/>
                        <a:gd name="connsiteY1-136" fmla="*/ 16495 h 946755"/>
                        <a:gd name="connsiteX2-137" fmla="*/ 1855778 w 3723451"/>
                        <a:gd name="connsiteY2-138" fmla="*/ 534367 h 946755"/>
                        <a:gd name="connsiteX3-139" fmla="*/ 2964363 w 3723451"/>
                        <a:gd name="connsiteY3-140" fmla="*/ 0 h 946755"/>
                        <a:gd name="connsiteX4-141" fmla="*/ 3723451 w 3723451"/>
                        <a:gd name="connsiteY4-142" fmla="*/ 220954 h 946755"/>
                        <a:gd name="connsiteX5-143" fmla="*/ 3195282 w 3723451"/>
                        <a:gd name="connsiteY5-144" fmla="*/ 461874 h 946755"/>
                        <a:gd name="connsiteX6-145" fmla="*/ 3008465 w 3723451"/>
                        <a:gd name="connsiteY6-146" fmla="*/ 402404 h 946755"/>
                        <a:gd name="connsiteX7-147" fmla="*/ 1876873 w 3723451"/>
                        <a:gd name="connsiteY7-148" fmla="*/ 946755 h 946755"/>
                        <a:gd name="connsiteX8-149" fmla="*/ 690067 w 3723451"/>
                        <a:gd name="connsiteY8-150" fmla="*/ 412387 h 946755"/>
                        <a:gd name="connsiteX9-151" fmla="*/ 523214 w 3723451"/>
                        <a:gd name="connsiteY9-152" fmla="*/ 482971 h 946755"/>
                        <a:gd name="connsiteX10-153" fmla="*/ 0 w 3723451"/>
                        <a:gd name="connsiteY10-154" fmla="*/ 242051 h 946755"/>
                        <a:gd name="connsiteX0-155" fmla="*/ 0 w 3723451"/>
                        <a:gd name="connsiteY0-156" fmla="*/ 228246 h 932950"/>
                        <a:gd name="connsiteX1-157" fmla="*/ 655168 w 3723451"/>
                        <a:gd name="connsiteY1-158" fmla="*/ 2690 h 932950"/>
                        <a:gd name="connsiteX2-159" fmla="*/ 1855778 w 3723451"/>
                        <a:gd name="connsiteY2-160" fmla="*/ 520562 h 932950"/>
                        <a:gd name="connsiteX3-161" fmla="*/ 3001174 w 3723451"/>
                        <a:gd name="connsiteY3-162" fmla="*/ 0 h 932950"/>
                        <a:gd name="connsiteX4-163" fmla="*/ 3723451 w 3723451"/>
                        <a:gd name="connsiteY4-164" fmla="*/ 207149 h 932950"/>
                        <a:gd name="connsiteX5-165" fmla="*/ 3195282 w 3723451"/>
                        <a:gd name="connsiteY5-166" fmla="*/ 448069 h 932950"/>
                        <a:gd name="connsiteX6-167" fmla="*/ 3008465 w 3723451"/>
                        <a:gd name="connsiteY6-168" fmla="*/ 388599 h 932950"/>
                        <a:gd name="connsiteX7-169" fmla="*/ 1876873 w 3723451"/>
                        <a:gd name="connsiteY7-170" fmla="*/ 932950 h 932950"/>
                        <a:gd name="connsiteX8-171" fmla="*/ 690067 w 3723451"/>
                        <a:gd name="connsiteY8-172" fmla="*/ 398582 h 932950"/>
                        <a:gd name="connsiteX9-173" fmla="*/ 523214 w 3723451"/>
                        <a:gd name="connsiteY9-174" fmla="*/ 469166 h 932950"/>
                        <a:gd name="connsiteX10-175" fmla="*/ 0 w 3723451"/>
                        <a:gd name="connsiteY10-176" fmla="*/ 228246 h 932950"/>
                        <a:gd name="connsiteX0-177" fmla="*/ 0 w 3723451"/>
                        <a:gd name="connsiteY0-178" fmla="*/ 228246 h 932950"/>
                        <a:gd name="connsiteX1-179" fmla="*/ 655168 w 3723451"/>
                        <a:gd name="connsiteY1-180" fmla="*/ 2690 h 932950"/>
                        <a:gd name="connsiteX2-181" fmla="*/ 1855778 w 3723451"/>
                        <a:gd name="connsiteY2-182" fmla="*/ 520562 h 932950"/>
                        <a:gd name="connsiteX3-183" fmla="*/ 3001174 w 3723451"/>
                        <a:gd name="connsiteY3-184" fmla="*/ 0 h 932950"/>
                        <a:gd name="connsiteX4-185" fmla="*/ 3723451 w 3723451"/>
                        <a:gd name="connsiteY4-186" fmla="*/ 207149 h 932950"/>
                        <a:gd name="connsiteX5-187" fmla="*/ 3195282 w 3723451"/>
                        <a:gd name="connsiteY5-188" fmla="*/ 448069 h 932950"/>
                        <a:gd name="connsiteX6-189" fmla="*/ 3013067 w 3723451"/>
                        <a:gd name="connsiteY6-190" fmla="*/ 393200 h 932950"/>
                        <a:gd name="connsiteX7-191" fmla="*/ 1876873 w 3723451"/>
                        <a:gd name="connsiteY7-192" fmla="*/ 932950 h 932950"/>
                        <a:gd name="connsiteX8-193" fmla="*/ 690067 w 3723451"/>
                        <a:gd name="connsiteY8-194" fmla="*/ 398582 h 932950"/>
                        <a:gd name="connsiteX9-195" fmla="*/ 523214 w 3723451"/>
                        <a:gd name="connsiteY9-196" fmla="*/ 469166 h 932950"/>
                        <a:gd name="connsiteX10-197" fmla="*/ 0 w 3723451"/>
                        <a:gd name="connsiteY10-198" fmla="*/ 228246 h 932950"/>
                        <a:gd name="connsiteX0-199" fmla="*/ 0 w 3723451"/>
                        <a:gd name="connsiteY0-200" fmla="*/ 228246 h 932950"/>
                        <a:gd name="connsiteX1-201" fmla="*/ 655168 w 3723451"/>
                        <a:gd name="connsiteY1-202" fmla="*/ 2690 h 932950"/>
                        <a:gd name="connsiteX2-203" fmla="*/ 1855778 w 3723451"/>
                        <a:gd name="connsiteY2-204" fmla="*/ 520562 h 932950"/>
                        <a:gd name="connsiteX3-205" fmla="*/ 3001174 w 3723451"/>
                        <a:gd name="connsiteY3-206" fmla="*/ 0 h 932950"/>
                        <a:gd name="connsiteX4-207" fmla="*/ 3723451 w 3723451"/>
                        <a:gd name="connsiteY4-208" fmla="*/ 207149 h 932950"/>
                        <a:gd name="connsiteX5-209" fmla="*/ 3186079 w 3723451"/>
                        <a:gd name="connsiteY5-210" fmla="*/ 461874 h 932950"/>
                        <a:gd name="connsiteX6-211" fmla="*/ 3013067 w 3723451"/>
                        <a:gd name="connsiteY6-212" fmla="*/ 393200 h 932950"/>
                        <a:gd name="connsiteX7-213" fmla="*/ 1876873 w 3723451"/>
                        <a:gd name="connsiteY7-214" fmla="*/ 932950 h 932950"/>
                        <a:gd name="connsiteX8-215" fmla="*/ 690067 w 3723451"/>
                        <a:gd name="connsiteY8-216" fmla="*/ 398582 h 932950"/>
                        <a:gd name="connsiteX9-217" fmla="*/ 523214 w 3723451"/>
                        <a:gd name="connsiteY9-218" fmla="*/ 469166 h 932950"/>
                        <a:gd name="connsiteX10-219" fmla="*/ 0 w 3723451"/>
                        <a:gd name="connsiteY10-220" fmla="*/ 228246 h 932950"/>
                        <a:gd name="connsiteX0-221" fmla="*/ 0 w 3723451"/>
                        <a:gd name="connsiteY0-222" fmla="*/ 228246 h 932950"/>
                        <a:gd name="connsiteX1-223" fmla="*/ 655168 w 3723451"/>
                        <a:gd name="connsiteY1-224" fmla="*/ 2690 h 932950"/>
                        <a:gd name="connsiteX2-225" fmla="*/ 1855778 w 3723451"/>
                        <a:gd name="connsiteY2-226" fmla="*/ 520562 h 932950"/>
                        <a:gd name="connsiteX3-227" fmla="*/ 3001174 w 3723451"/>
                        <a:gd name="connsiteY3-228" fmla="*/ 0 h 932950"/>
                        <a:gd name="connsiteX4-229" fmla="*/ 3723451 w 3723451"/>
                        <a:gd name="connsiteY4-230" fmla="*/ 207149 h 932950"/>
                        <a:gd name="connsiteX5-231" fmla="*/ 3186079 w 3723451"/>
                        <a:gd name="connsiteY5-232" fmla="*/ 461874 h 932950"/>
                        <a:gd name="connsiteX6-233" fmla="*/ 3013067 w 3723451"/>
                        <a:gd name="connsiteY6-234" fmla="*/ 393200 h 932950"/>
                        <a:gd name="connsiteX7-235" fmla="*/ 1876873 w 3723451"/>
                        <a:gd name="connsiteY7-236" fmla="*/ 932950 h 932950"/>
                        <a:gd name="connsiteX8-237" fmla="*/ 711613 w 3723451"/>
                        <a:gd name="connsiteY8-238" fmla="*/ 413055 h 932950"/>
                        <a:gd name="connsiteX9-239" fmla="*/ 523214 w 3723451"/>
                        <a:gd name="connsiteY9-240" fmla="*/ 469166 h 932950"/>
                        <a:gd name="connsiteX10-241" fmla="*/ 0 w 3723451"/>
                        <a:gd name="connsiteY10-242" fmla="*/ 228246 h 932950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1" name="Freeform 230"/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-1" fmla="*/ 4602 w 1371198"/>
                        <a:gd name="connsiteY0-2" fmla="*/ 0 h 800665"/>
                        <a:gd name="connsiteX1-3" fmla="*/ 1371198 w 1371198"/>
                        <a:gd name="connsiteY1-4" fmla="*/ 625807 h 800665"/>
                        <a:gd name="connsiteX2-5" fmla="*/ 897260 w 1371198"/>
                        <a:gd name="connsiteY2-6" fmla="*/ 800665 h 800665"/>
                        <a:gd name="connsiteX3-7" fmla="*/ 0 w 1371198"/>
                        <a:gd name="connsiteY3-8" fmla="*/ 404934 h 800665"/>
                        <a:gd name="connsiteX4-9" fmla="*/ 4602 w 1371198"/>
                        <a:gd name="connsiteY4-10" fmla="*/ 0 h 800665"/>
                        <a:gd name="connsiteX0-11" fmla="*/ 0 w 1366596"/>
                        <a:gd name="connsiteY0-12" fmla="*/ 0 h 800665"/>
                        <a:gd name="connsiteX1-13" fmla="*/ 1366596 w 1366596"/>
                        <a:gd name="connsiteY1-14" fmla="*/ 625807 h 800665"/>
                        <a:gd name="connsiteX2-15" fmla="*/ 892658 w 1366596"/>
                        <a:gd name="connsiteY2-16" fmla="*/ 800665 h 800665"/>
                        <a:gd name="connsiteX3-17" fmla="*/ 4601 w 1366596"/>
                        <a:gd name="connsiteY3-18" fmla="*/ 427942 h 800665"/>
                        <a:gd name="connsiteX4-19" fmla="*/ 0 w 1366596"/>
                        <a:gd name="connsiteY4-20" fmla="*/ 0 h 800665"/>
                        <a:gd name="connsiteX0-21" fmla="*/ 0 w 1366596"/>
                        <a:gd name="connsiteY0-22" fmla="*/ 0 h 800665"/>
                        <a:gd name="connsiteX1-23" fmla="*/ 1366596 w 1366596"/>
                        <a:gd name="connsiteY1-24" fmla="*/ 625807 h 800665"/>
                        <a:gd name="connsiteX2-25" fmla="*/ 892658 w 1366596"/>
                        <a:gd name="connsiteY2-26" fmla="*/ 800665 h 800665"/>
                        <a:gd name="connsiteX3-27" fmla="*/ 4601 w 1366596"/>
                        <a:gd name="connsiteY3-28" fmla="*/ 427942 h 800665"/>
                        <a:gd name="connsiteX4-29" fmla="*/ 0 w 1366596"/>
                        <a:gd name="connsiteY4-30" fmla="*/ 0 h 800665"/>
                        <a:gd name="connsiteX0-31" fmla="*/ 0 w 1366596"/>
                        <a:gd name="connsiteY0-32" fmla="*/ 0 h 800665"/>
                        <a:gd name="connsiteX1-33" fmla="*/ 1366596 w 1366596"/>
                        <a:gd name="connsiteY1-34" fmla="*/ 625807 h 800665"/>
                        <a:gd name="connsiteX2-35" fmla="*/ 892658 w 1366596"/>
                        <a:gd name="connsiteY2-36" fmla="*/ 800665 h 800665"/>
                        <a:gd name="connsiteX3-37" fmla="*/ 4601 w 1366596"/>
                        <a:gd name="connsiteY3-38" fmla="*/ 427942 h 800665"/>
                        <a:gd name="connsiteX4-39" fmla="*/ 0 w 1366596"/>
                        <a:gd name="connsiteY4-40" fmla="*/ 0 h 800665"/>
                        <a:gd name="connsiteX0-41" fmla="*/ 0 w 1366596"/>
                        <a:gd name="connsiteY0-42" fmla="*/ 0 h 809868"/>
                        <a:gd name="connsiteX1-43" fmla="*/ 1366596 w 1366596"/>
                        <a:gd name="connsiteY1-44" fmla="*/ 625807 h 809868"/>
                        <a:gd name="connsiteX2-45" fmla="*/ 865050 w 1366596"/>
                        <a:gd name="connsiteY2-46" fmla="*/ 809868 h 809868"/>
                        <a:gd name="connsiteX3-47" fmla="*/ 4601 w 1366596"/>
                        <a:gd name="connsiteY3-48" fmla="*/ 427942 h 809868"/>
                        <a:gd name="connsiteX4-49" fmla="*/ 0 w 1366596"/>
                        <a:gd name="connsiteY4-50" fmla="*/ 0 h 809868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2" name="Freeform 231"/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-1" fmla="*/ 1329786 w 1348191"/>
                        <a:gd name="connsiteY0-2" fmla="*/ 0 h 791462"/>
                        <a:gd name="connsiteX1-3" fmla="*/ 1348191 w 1348191"/>
                        <a:gd name="connsiteY1-4" fmla="*/ 381926 h 791462"/>
                        <a:gd name="connsiteX2-5" fmla="*/ 487742 w 1348191"/>
                        <a:gd name="connsiteY2-6" fmla="*/ 791462 h 791462"/>
                        <a:gd name="connsiteX3-7" fmla="*/ 0 w 1348191"/>
                        <a:gd name="connsiteY3-8" fmla="*/ 612002 h 791462"/>
                        <a:gd name="connsiteX4-9" fmla="*/ 1329786 w 1348191"/>
                        <a:gd name="connsiteY4-10" fmla="*/ 0 h 791462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233" name="Straight Connector 232"/>
                    <p:cNvCxnSpPr>
                      <a:endCxn id="228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ln w="6350" cmpd="sng">
                      <a:solidFill>
                        <a:schemeClr val="tx1"/>
                      </a:solidFill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4" name="Straight Connector 233"/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ln w="6350" cmpd="sng">
                      <a:solidFill>
                        <a:schemeClr val="tx1"/>
                      </a:solidFill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23" name="Group 222"/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224" name="Oval 223"/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chemeClr val="bg1">
                        <a:alpha val="76000"/>
                      </a:schemeClr>
                    </a:solidFill>
                    <a:ln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25" name="TextBox 224"/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r>
                        <a:rPr lang="en-US" dirty="0"/>
                        <a:t>2c</a:t>
                      </a:r>
                    </a:p>
                  </p:txBody>
                </p:sp>
              </p:grpSp>
            </p:grpSp>
            <p:grpSp>
              <p:nvGrpSpPr>
                <p:cNvPr id="202" name="Group 201"/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209" name="Group 327"/>
                  <p:cNvGrpSpPr/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213" name="Oval 212"/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chemeClr val="accent2">
                            <a:lumMod val="75000"/>
                          </a:schemeClr>
                        </a:gs>
                        <a:gs pos="53000">
                          <a:schemeClr val="accent2">
                            <a:lumMod val="60000"/>
                            <a:lumOff val="40000"/>
                          </a:schemeClr>
                        </a:gs>
                        <a:gs pos="100000">
                          <a:schemeClr val="accent2">
                            <a:lumMod val="75000"/>
                          </a:schemeClr>
                        </a:gs>
                      </a:gsLst>
                      <a:lin ang="0" scaled="1"/>
                      <a:tileRect/>
                    </a:gradFill>
                    <a:ln w="6350" cmpd="sng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 dirty="0">
                        <a:ln>
                          <a:solidFill>
                            <a:schemeClr val="tx1"/>
                          </a:solidFill>
                        </a:ln>
                      </a:endParaRPr>
                    </a:p>
                  </p:txBody>
                </p:sp>
                <p:sp>
                  <p:nvSpPr>
                    <p:cNvPr id="214" name="Rectangle 213"/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chemeClr val="accent2">
                            <a:lumMod val="75000"/>
                          </a:schemeClr>
                        </a:gs>
                        <a:gs pos="53000">
                          <a:schemeClr val="accent2">
                            <a:lumMod val="60000"/>
                            <a:lumOff val="40000"/>
                          </a:schemeClr>
                        </a:gs>
                        <a:gs pos="100000">
                          <a:schemeClr val="accent2">
                            <a:lumMod val="75000"/>
                          </a:schemeClr>
                        </a:gs>
                      </a:gsLst>
                      <a:lin ang="10800000" scaled="0"/>
                    </a:gradFill>
                    <a:ln w="25400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5" name="Oval 214"/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 w="6350" cmpd="sng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 dirty="0">
                        <a:ln>
                          <a:solidFill>
                            <a:schemeClr val="tx1"/>
                          </a:solidFill>
                        </a:ln>
                      </a:endParaRPr>
                    </a:p>
                  </p:txBody>
                </p:sp>
                <p:sp>
                  <p:nvSpPr>
                    <p:cNvPr id="216" name="Freeform 215"/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-1" fmla="*/ 1486231 w 2944854"/>
                        <a:gd name="connsiteY0-2" fmla="*/ 727041 h 1316375"/>
                        <a:gd name="connsiteX1-3" fmla="*/ 257675 w 2944854"/>
                        <a:gd name="connsiteY1-4" fmla="*/ 1302232 h 1316375"/>
                        <a:gd name="connsiteX2-5" fmla="*/ 0 w 2944854"/>
                        <a:gd name="connsiteY2-6" fmla="*/ 1228607 h 1316375"/>
                        <a:gd name="connsiteX3-7" fmla="*/ 911064 w 2944854"/>
                        <a:gd name="connsiteY3-8" fmla="*/ 837478 h 1316375"/>
                        <a:gd name="connsiteX4-9" fmla="*/ 883456 w 2944854"/>
                        <a:gd name="connsiteY4-10" fmla="*/ 450949 h 1316375"/>
                        <a:gd name="connsiteX5-11" fmla="*/ 161047 w 2944854"/>
                        <a:gd name="connsiteY5-12" fmla="*/ 119640 h 1316375"/>
                        <a:gd name="connsiteX6-13" fmla="*/ 404917 w 2944854"/>
                        <a:gd name="connsiteY6-14" fmla="*/ 50617 h 1316375"/>
                        <a:gd name="connsiteX7-15" fmla="*/ 1477028 w 2944854"/>
                        <a:gd name="connsiteY7-16" fmla="*/ 501566 h 1316375"/>
                        <a:gd name="connsiteX8-17" fmla="*/ 2572146 w 2944854"/>
                        <a:gd name="connsiteY8-18" fmla="*/ 0 h 1316375"/>
                        <a:gd name="connsiteX9-19" fmla="*/ 2875834 w 2944854"/>
                        <a:gd name="connsiteY9-20" fmla="*/ 96632 h 1316375"/>
                        <a:gd name="connsiteX10-21" fmla="*/ 2079803 w 2944854"/>
                        <a:gd name="connsiteY10-22" fmla="*/ 432543 h 1316375"/>
                        <a:gd name="connsiteX11-23" fmla="*/ 2240850 w 2944854"/>
                        <a:gd name="connsiteY11-24" fmla="*/ 920305 h 1316375"/>
                        <a:gd name="connsiteX12-25" fmla="*/ 2944854 w 2944854"/>
                        <a:gd name="connsiteY12-26" fmla="*/ 1228607 h 1316375"/>
                        <a:gd name="connsiteX13-27" fmla="*/ 2756623 w 2944854"/>
                        <a:gd name="connsiteY13-28" fmla="*/ 1316375 h 1316375"/>
                        <a:gd name="connsiteX14-29" fmla="*/ 1486231 w 2944854"/>
                        <a:gd name="connsiteY14-30" fmla="*/ 727041 h 1316375"/>
                        <a:gd name="connsiteX0-31" fmla="*/ 1486231 w 3024520"/>
                        <a:gd name="connsiteY0-32" fmla="*/ 727041 h 1316375"/>
                        <a:gd name="connsiteX1-33" fmla="*/ 257675 w 3024520"/>
                        <a:gd name="connsiteY1-34" fmla="*/ 1302232 h 1316375"/>
                        <a:gd name="connsiteX2-35" fmla="*/ 0 w 3024520"/>
                        <a:gd name="connsiteY2-36" fmla="*/ 1228607 h 1316375"/>
                        <a:gd name="connsiteX3-37" fmla="*/ 911064 w 3024520"/>
                        <a:gd name="connsiteY3-38" fmla="*/ 837478 h 1316375"/>
                        <a:gd name="connsiteX4-39" fmla="*/ 883456 w 3024520"/>
                        <a:gd name="connsiteY4-40" fmla="*/ 450949 h 1316375"/>
                        <a:gd name="connsiteX5-41" fmla="*/ 161047 w 3024520"/>
                        <a:gd name="connsiteY5-42" fmla="*/ 119640 h 1316375"/>
                        <a:gd name="connsiteX6-43" fmla="*/ 404917 w 3024520"/>
                        <a:gd name="connsiteY6-44" fmla="*/ 50617 h 1316375"/>
                        <a:gd name="connsiteX7-45" fmla="*/ 1477028 w 3024520"/>
                        <a:gd name="connsiteY7-46" fmla="*/ 501566 h 1316375"/>
                        <a:gd name="connsiteX8-47" fmla="*/ 2572146 w 3024520"/>
                        <a:gd name="connsiteY8-48" fmla="*/ 0 h 1316375"/>
                        <a:gd name="connsiteX9-49" fmla="*/ 2875834 w 3024520"/>
                        <a:gd name="connsiteY9-50" fmla="*/ 96632 h 1316375"/>
                        <a:gd name="connsiteX10-51" fmla="*/ 2079803 w 3024520"/>
                        <a:gd name="connsiteY10-52" fmla="*/ 432543 h 1316375"/>
                        <a:gd name="connsiteX11-53" fmla="*/ 2240850 w 3024520"/>
                        <a:gd name="connsiteY11-54" fmla="*/ 920305 h 1316375"/>
                        <a:gd name="connsiteX12-55" fmla="*/ 3024520 w 3024520"/>
                        <a:gd name="connsiteY12-56" fmla="*/ 1228607 h 1316375"/>
                        <a:gd name="connsiteX13-57" fmla="*/ 2756623 w 3024520"/>
                        <a:gd name="connsiteY13-58" fmla="*/ 1316375 h 1316375"/>
                        <a:gd name="connsiteX14-59" fmla="*/ 1486231 w 3024520"/>
                        <a:gd name="connsiteY14-60" fmla="*/ 727041 h 1316375"/>
                        <a:gd name="connsiteX0-61" fmla="*/ 1537780 w 3076069"/>
                        <a:gd name="connsiteY0-62" fmla="*/ 727041 h 1316375"/>
                        <a:gd name="connsiteX1-63" fmla="*/ 309224 w 3076069"/>
                        <a:gd name="connsiteY1-64" fmla="*/ 1302232 h 1316375"/>
                        <a:gd name="connsiteX2-65" fmla="*/ 0 w 3076069"/>
                        <a:gd name="connsiteY2-66" fmla="*/ 1228607 h 1316375"/>
                        <a:gd name="connsiteX3-67" fmla="*/ 962613 w 3076069"/>
                        <a:gd name="connsiteY3-68" fmla="*/ 837478 h 1316375"/>
                        <a:gd name="connsiteX4-69" fmla="*/ 935005 w 3076069"/>
                        <a:gd name="connsiteY4-70" fmla="*/ 450949 h 1316375"/>
                        <a:gd name="connsiteX5-71" fmla="*/ 212596 w 3076069"/>
                        <a:gd name="connsiteY5-72" fmla="*/ 119640 h 1316375"/>
                        <a:gd name="connsiteX6-73" fmla="*/ 456466 w 3076069"/>
                        <a:gd name="connsiteY6-74" fmla="*/ 50617 h 1316375"/>
                        <a:gd name="connsiteX7-75" fmla="*/ 1528577 w 3076069"/>
                        <a:gd name="connsiteY7-76" fmla="*/ 501566 h 1316375"/>
                        <a:gd name="connsiteX8-77" fmla="*/ 2623695 w 3076069"/>
                        <a:gd name="connsiteY8-78" fmla="*/ 0 h 1316375"/>
                        <a:gd name="connsiteX9-79" fmla="*/ 2927383 w 3076069"/>
                        <a:gd name="connsiteY9-80" fmla="*/ 96632 h 1316375"/>
                        <a:gd name="connsiteX10-81" fmla="*/ 2131352 w 3076069"/>
                        <a:gd name="connsiteY10-82" fmla="*/ 432543 h 1316375"/>
                        <a:gd name="connsiteX11-83" fmla="*/ 2292399 w 3076069"/>
                        <a:gd name="connsiteY11-84" fmla="*/ 920305 h 1316375"/>
                        <a:gd name="connsiteX12-85" fmla="*/ 3076069 w 3076069"/>
                        <a:gd name="connsiteY12-86" fmla="*/ 1228607 h 1316375"/>
                        <a:gd name="connsiteX13-87" fmla="*/ 2808172 w 3076069"/>
                        <a:gd name="connsiteY13-88" fmla="*/ 1316375 h 1316375"/>
                        <a:gd name="connsiteX14-89" fmla="*/ 1537780 w 3076069"/>
                        <a:gd name="connsiteY14-90" fmla="*/ 727041 h 1316375"/>
                        <a:gd name="connsiteX0-91" fmla="*/ 1537780 w 3076069"/>
                        <a:gd name="connsiteY0-92" fmla="*/ 727041 h 1321259"/>
                        <a:gd name="connsiteX1-93" fmla="*/ 313981 w 3076069"/>
                        <a:gd name="connsiteY1-94" fmla="*/ 1321259 h 1321259"/>
                        <a:gd name="connsiteX2-95" fmla="*/ 0 w 3076069"/>
                        <a:gd name="connsiteY2-96" fmla="*/ 1228607 h 1321259"/>
                        <a:gd name="connsiteX3-97" fmla="*/ 962613 w 3076069"/>
                        <a:gd name="connsiteY3-98" fmla="*/ 837478 h 1321259"/>
                        <a:gd name="connsiteX4-99" fmla="*/ 935005 w 3076069"/>
                        <a:gd name="connsiteY4-100" fmla="*/ 450949 h 1321259"/>
                        <a:gd name="connsiteX5-101" fmla="*/ 212596 w 3076069"/>
                        <a:gd name="connsiteY5-102" fmla="*/ 119640 h 1321259"/>
                        <a:gd name="connsiteX6-103" fmla="*/ 456466 w 3076069"/>
                        <a:gd name="connsiteY6-104" fmla="*/ 50617 h 1321259"/>
                        <a:gd name="connsiteX7-105" fmla="*/ 1528577 w 3076069"/>
                        <a:gd name="connsiteY7-106" fmla="*/ 501566 h 1321259"/>
                        <a:gd name="connsiteX8-107" fmla="*/ 2623695 w 3076069"/>
                        <a:gd name="connsiteY8-108" fmla="*/ 0 h 1321259"/>
                        <a:gd name="connsiteX9-109" fmla="*/ 2927383 w 3076069"/>
                        <a:gd name="connsiteY9-110" fmla="*/ 96632 h 1321259"/>
                        <a:gd name="connsiteX10-111" fmla="*/ 2131352 w 3076069"/>
                        <a:gd name="connsiteY10-112" fmla="*/ 432543 h 1321259"/>
                        <a:gd name="connsiteX11-113" fmla="*/ 2292399 w 3076069"/>
                        <a:gd name="connsiteY11-114" fmla="*/ 920305 h 1321259"/>
                        <a:gd name="connsiteX12-115" fmla="*/ 3076069 w 3076069"/>
                        <a:gd name="connsiteY12-116" fmla="*/ 1228607 h 1321259"/>
                        <a:gd name="connsiteX13-117" fmla="*/ 2808172 w 3076069"/>
                        <a:gd name="connsiteY13-118" fmla="*/ 1316375 h 1321259"/>
                        <a:gd name="connsiteX14-119" fmla="*/ 1537780 w 3076069"/>
                        <a:gd name="connsiteY14-120" fmla="*/ 727041 h 1321259"/>
                        <a:gd name="connsiteX0-121" fmla="*/ 1537780 w 3076069"/>
                        <a:gd name="connsiteY0-122" fmla="*/ 750825 h 1321259"/>
                        <a:gd name="connsiteX1-123" fmla="*/ 313981 w 3076069"/>
                        <a:gd name="connsiteY1-124" fmla="*/ 1321259 h 1321259"/>
                        <a:gd name="connsiteX2-125" fmla="*/ 0 w 3076069"/>
                        <a:gd name="connsiteY2-126" fmla="*/ 1228607 h 1321259"/>
                        <a:gd name="connsiteX3-127" fmla="*/ 962613 w 3076069"/>
                        <a:gd name="connsiteY3-128" fmla="*/ 837478 h 1321259"/>
                        <a:gd name="connsiteX4-129" fmla="*/ 935005 w 3076069"/>
                        <a:gd name="connsiteY4-130" fmla="*/ 450949 h 1321259"/>
                        <a:gd name="connsiteX5-131" fmla="*/ 212596 w 3076069"/>
                        <a:gd name="connsiteY5-132" fmla="*/ 119640 h 1321259"/>
                        <a:gd name="connsiteX6-133" fmla="*/ 456466 w 3076069"/>
                        <a:gd name="connsiteY6-134" fmla="*/ 50617 h 1321259"/>
                        <a:gd name="connsiteX7-135" fmla="*/ 1528577 w 3076069"/>
                        <a:gd name="connsiteY7-136" fmla="*/ 501566 h 1321259"/>
                        <a:gd name="connsiteX8-137" fmla="*/ 2623695 w 3076069"/>
                        <a:gd name="connsiteY8-138" fmla="*/ 0 h 1321259"/>
                        <a:gd name="connsiteX9-139" fmla="*/ 2927383 w 3076069"/>
                        <a:gd name="connsiteY9-140" fmla="*/ 96632 h 1321259"/>
                        <a:gd name="connsiteX10-141" fmla="*/ 2131352 w 3076069"/>
                        <a:gd name="connsiteY10-142" fmla="*/ 432543 h 1321259"/>
                        <a:gd name="connsiteX11-143" fmla="*/ 2292399 w 3076069"/>
                        <a:gd name="connsiteY11-144" fmla="*/ 920305 h 1321259"/>
                        <a:gd name="connsiteX12-145" fmla="*/ 3076069 w 3076069"/>
                        <a:gd name="connsiteY12-146" fmla="*/ 1228607 h 1321259"/>
                        <a:gd name="connsiteX13-147" fmla="*/ 2808172 w 3076069"/>
                        <a:gd name="connsiteY13-148" fmla="*/ 1316375 h 1321259"/>
                        <a:gd name="connsiteX14-149" fmla="*/ 1537780 w 3076069"/>
                        <a:gd name="connsiteY14-150" fmla="*/ 750825 h 1321259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7" name="Freeform 216"/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-1" fmla="*/ 0 w 3640627"/>
                        <a:gd name="connsiteY0-2" fmla="*/ 242051 h 923747"/>
                        <a:gd name="connsiteX1-3" fmla="*/ 655168 w 3640627"/>
                        <a:gd name="connsiteY1-4" fmla="*/ 16495 h 923747"/>
                        <a:gd name="connsiteX2-5" fmla="*/ 1809765 w 3640627"/>
                        <a:gd name="connsiteY2-6" fmla="*/ 511360 h 923747"/>
                        <a:gd name="connsiteX3-7" fmla="*/ 2964363 w 3640627"/>
                        <a:gd name="connsiteY3-8" fmla="*/ 0 h 923747"/>
                        <a:gd name="connsiteX4-9" fmla="*/ 3640627 w 3640627"/>
                        <a:gd name="connsiteY4-10" fmla="*/ 197946 h 923747"/>
                        <a:gd name="connsiteX5-11" fmla="*/ 3195282 w 3640627"/>
                        <a:gd name="connsiteY5-12" fmla="*/ 461874 h 923747"/>
                        <a:gd name="connsiteX6-13" fmla="*/ 2980857 w 3640627"/>
                        <a:gd name="connsiteY6-14" fmla="*/ 379396 h 923747"/>
                        <a:gd name="connsiteX7-15" fmla="*/ 1826259 w 3640627"/>
                        <a:gd name="connsiteY7-16" fmla="*/ 923747 h 923747"/>
                        <a:gd name="connsiteX8-17" fmla="*/ 671662 w 3640627"/>
                        <a:gd name="connsiteY8-18" fmla="*/ 412387 h 923747"/>
                        <a:gd name="connsiteX9-19" fmla="*/ 523214 w 3640627"/>
                        <a:gd name="connsiteY9-20" fmla="*/ 478369 h 923747"/>
                        <a:gd name="connsiteX10-21" fmla="*/ 0 w 3640627"/>
                        <a:gd name="connsiteY10-22" fmla="*/ 242051 h 923747"/>
                        <a:gd name="connsiteX0-23" fmla="*/ 0 w 3640627"/>
                        <a:gd name="connsiteY0-24" fmla="*/ 242051 h 923747"/>
                        <a:gd name="connsiteX1-25" fmla="*/ 655168 w 3640627"/>
                        <a:gd name="connsiteY1-26" fmla="*/ 16495 h 923747"/>
                        <a:gd name="connsiteX2-27" fmla="*/ 1809765 w 3640627"/>
                        <a:gd name="connsiteY2-28" fmla="*/ 511360 h 923747"/>
                        <a:gd name="connsiteX3-29" fmla="*/ 2964363 w 3640627"/>
                        <a:gd name="connsiteY3-30" fmla="*/ 0 h 923747"/>
                        <a:gd name="connsiteX4-31" fmla="*/ 3640627 w 3640627"/>
                        <a:gd name="connsiteY4-32" fmla="*/ 197946 h 923747"/>
                        <a:gd name="connsiteX5-33" fmla="*/ 3195282 w 3640627"/>
                        <a:gd name="connsiteY5-34" fmla="*/ 461874 h 923747"/>
                        <a:gd name="connsiteX6-35" fmla="*/ 2980857 w 3640627"/>
                        <a:gd name="connsiteY6-36" fmla="*/ 379396 h 923747"/>
                        <a:gd name="connsiteX7-37" fmla="*/ 1826259 w 3640627"/>
                        <a:gd name="connsiteY7-38" fmla="*/ 923747 h 923747"/>
                        <a:gd name="connsiteX8-39" fmla="*/ 671662 w 3640627"/>
                        <a:gd name="connsiteY8-40" fmla="*/ 412387 h 923747"/>
                        <a:gd name="connsiteX9-41" fmla="*/ 523214 w 3640627"/>
                        <a:gd name="connsiteY9-42" fmla="*/ 482971 h 923747"/>
                        <a:gd name="connsiteX10-43" fmla="*/ 0 w 3640627"/>
                        <a:gd name="connsiteY10-44" fmla="*/ 242051 h 923747"/>
                        <a:gd name="connsiteX0-45" fmla="*/ 0 w 3640627"/>
                        <a:gd name="connsiteY0-46" fmla="*/ 242051 h 923747"/>
                        <a:gd name="connsiteX1-47" fmla="*/ 655168 w 3640627"/>
                        <a:gd name="connsiteY1-48" fmla="*/ 16495 h 923747"/>
                        <a:gd name="connsiteX2-49" fmla="*/ 1809765 w 3640627"/>
                        <a:gd name="connsiteY2-50" fmla="*/ 511360 h 923747"/>
                        <a:gd name="connsiteX3-51" fmla="*/ 2964363 w 3640627"/>
                        <a:gd name="connsiteY3-52" fmla="*/ 0 h 923747"/>
                        <a:gd name="connsiteX4-53" fmla="*/ 3640627 w 3640627"/>
                        <a:gd name="connsiteY4-54" fmla="*/ 197946 h 923747"/>
                        <a:gd name="connsiteX5-55" fmla="*/ 3195282 w 3640627"/>
                        <a:gd name="connsiteY5-56" fmla="*/ 461874 h 923747"/>
                        <a:gd name="connsiteX6-57" fmla="*/ 2980857 w 3640627"/>
                        <a:gd name="connsiteY6-58" fmla="*/ 379396 h 923747"/>
                        <a:gd name="connsiteX7-59" fmla="*/ 1826259 w 3640627"/>
                        <a:gd name="connsiteY7-60" fmla="*/ 923747 h 923747"/>
                        <a:gd name="connsiteX8-61" fmla="*/ 690067 w 3640627"/>
                        <a:gd name="connsiteY8-62" fmla="*/ 412387 h 923747"/>
                        <a:gd name="connsiteX9-63" fmla="*/ 523214 w 3640627"/>
                        <a:gd name="connsiteY9-64" fmla="*/ 482971 h 923747"/>
                        <a:gd name="connsiteX10-65" fmla="*/ 0 w 3640627"/>
                        <a:gd name="connsiteY10-66" fmla="*/ 242051 h 923747"/>
                        <a:gd name="connsiteX0-67" fmla="*/ 0 w 3640627"/>
                        <a:gd name="connsiteY0-68" fmla="*/ 242051 h 946755"/>
                        <a:gd name="connsiteX1-69" fmla="*/ 655168 w 3640627"/>
                        <a:gd name="connsiteY1-70" fmla="*/ 16495 h 946755"/>
                        <a:gd name="connsiteX2-71" fmla="*/ 1809765 w 3640627"/>
                        <a:gd name="connsiteY2-72" fmla="*/ 511360 h 946755"/>
                        <a:gd name="connsiteX3-73" fmla="*/ 2964363 w 3640627"/>
                        <a:gd name="connsiteY3-74" fmla="*/ 0 h 946755"/>
                        <a:gd name="connsiteX4-75" fmla="*/ 3640627 w 3640627"/>
                        <a:gd name="connsiteY4-76" fmla="*/ 197946 h 946755"/>
                        <a:gd name="connsiteX5-77" fmla="*/ 3195282 w 3640627"/>
                        <a:gd name="connsiteY5-78" fmla="*/ 461874 h 946755"/>
                        <a:gd name="connsiteX6-79" fmla="*/ 2980857 w 3640627"/>
                        <a:gd name="connsiteY6-80" fmla="*/ 379396 h 946755"/>
                        <a:gd name="connsiteX7-81" fmla="*/ 1876873 w 3640627"/>
                        <a:gd name="connsiteY7-82" fmla="*/ 946755 h 946755"/>
                        <a:gd name="connsiteX8-83" fmla="*/ 690067 w 3640627"/>
                        <a:gd name="connsiteY8-84" fmla="*/ 412387 h 946755"/>
                        <a:gd name="connsiteX9-85" fmla="*/ 523214 w 3640627"/>
                        <a:gd name="connsiteY9-86" fmla="*/ 482971 h 946755"/>
                        <a:gd name="connsiteX10-87" fmla="*/ 0 w 3640627"/>
                        <a:gd name="connsiteY10-88" fmla="*/ 242051 h 946755"/>
                        <a:gd name="connsiteX0-89" fmla="*/ 0 w 3640627"/>
                        <a:gd name="connsiteY0-90" fmla="*/ 242051 h 946755"/>
                        <a:gd name="connsiteX1-91" fmla="*/ 655168 w 3640627"/>
                        <a:gd name="connsiteY1-92" fmla="*/ 16495 h 946755"/>
                        <a:gd name="connsiteX2-93" fmla="*/ 1855778 w 3640627"/>
                        <a:gd name="connsiteY2-94" fmla="*/ 534367 h 946755"/>
                        <a:gd name="connsiteX3-95" fmla="*/ 2964363 w 3640627"/>
                        <a:gd name="connsiteY3-96" fmla="*/ 0 h 946755"/>
                        <a:gd name="connsiteX4-97" fmla="*/ 3640627 w 3640627"/>
                        <a:gd name="connsiteY4-98" fmla="*/ 197946 h 946755"/>
                        <a:gd name="connsiteX5-99" fmla="*/ 3195282 w 3640627"/>
                        <a:gd name="connsiteY5-100" fmla="*/ 461874 h 946755"/>
                        <a:gd name="connsiteX6-101" fmla="*/ 2980857 w 3640627"/>
                        <a:gd name="connsiteY6-102" fmla="*/ 379396 h 946755"/>
                        <a:gd name="connsiteX7-103" fmla="*/ 1876873 w 3640627"/>
                        <a:gd name="connsiteY7-104" fmla="*/ 946755 h 946755"/>
                        <a:gd name="connsiteX8-105" fmla="*/ 690067 w 3640627"/>
                        <a:gd name="connsiteY8-106" fmla="*/ 412387 h 946755"/>
                        <a:gd name="connsiteX9-107" fmla="*/ 523214 w 3640627"/>
                        <a:gd name="connsiteY9-108" fmla="*/ 482971 h 946755"/>
                        <a:gd name="connsiteX10-109" fmla="*/ 0 w 3640627"/>
                        <a:gd name="connsiteY10-110" fmla="*/ 242051 h 946755"/>
                        <a:gd name="connsiteX0-111" fmla="*/ 0 w 3640627"/>
                        <a:gd name="connsiteY0-112" fmla="*/ 242051 h 946755"/>
                        <a:gd name="connsiteX1-113" fmla="*/ 655168 w 3640627"/>
                        <a:gd name="connsiteY1-114" fmla="*/ 16495 h 946755"/>
                        <a:gd name="connsiteX2-115" fmla="*/ 1855778 w 3640627"/>
                        <a:gd name="connsiteY2-116" fmla="*/ 534367 h 946755"/>
                        <a:gd name="connsiteX3-117" fmla="*/ 2964363 w 3640627"/>
                        <a:gd name="connsiteY3-118" fmla="*/ 0 h 946755"/>
                        <a:gd name="connsiteX4-119" fmla="*/ 3640627 w 3640627"/>
                        <a:gd name="connsiteY4-120" fmla="*/ 197946 h 946755"/>
                        <a:gd name="connsiteX5-121" fmla="*/ 3195282 w 3640627"/>
                        <a:gd name="connsiteY5-122" fmla="*/ 461874 h 946755"/>
                        <a:gd name="connsiteX6-123" fmla="*/ 3008465 w 3640627"/>
                        <a:gd name="connsiteY6-124" fmla="*/ 402404 h 946755"/>
                        <a:gd name="connsiteX7-125" fmla="*/ 1876873 w 3640627"/>
                        <a:gd name="connsiteY7-126" fmla="*/ 946755 h 946755"/>
                        <a:gd name="connsiteX8-127" fmla="*/ 690067 w 3640627"/>
                        <a:gd name="connsiteY8-128" fmla="*/ 412387 h 946755"/>
                        <a:gd name="connsiteX9-129" fmla="*/ 523214 w 3640627"/>
                        <a:gd name="connsiteY9-130" fmla="*/ 482971 h 946755"/>
                        <a:gd name="connsiteX10-131" fmla="*/ 0 w 3640627"/>
                        <a:gd name="connsiteY10-132" fmla="*/ 242051 h 946755"/>
                        <a:gd name="connsiteX0-133" fmla="*/ 0 w 3723451"/>
                        <a:gd name="connsiteY0-134" fmla="*/ 242051 h 946755"/>
                        <a:gd name="connsiteX1-135" fmla="*/ 655168 w 3723451"/>
                        <a:gd name="connsiteY1-136" fmla="*/ 16495 h 946755"/>
                        <a:gd name="connsiteX2-137" fmla="*/ 1855778 w 3723451"/>
                        <a:gd name="connsiteY2-138" fmla="*/ 534367 h 946755"/>
                        <a:gd name="connsiteX3-139" fmla="*/ 2964363 w 3723451"/>
                        <a:gd name="connsiteY3-140" fmla="*/ 0 h 946755"/>
                        <a:gd name="connsiteX4-141" fmla="*/ 3723451 w 3723451"/>
                        <a:gd name="connsiteY4-142" fmla="*/ 220954 h 946755"/>
                        <a:gd name="connsiteX5-143" fmla="*/ 3195282 w 3723451"/>
                        <a:gd name="connsiteY5-144" fmla="*/ 461874 h 946755"/>
                        <a:gd name="connsiteX6-145" fmla="*/ 3008465 w 3723451"/>
                        <a:gd name="connsiteY6-146" fmla="*/ 402404 h 946755"/>
                        <a:gd name="connsiteX7-147" fmla="*/ 1876873 w 3723451"/>
                        <a:gd name="connsiteY7-148" fmla="*/ 946755 h 946755"/>
                        <a:gd name="connsiteX8-149" fmla="*/ 690067 w 3723451"/>
                        <a:gd name="connsiteY8-150" fmla="*/ 412387 h 946755"/>
                        <a:gd name="connsiteX9-151" fmla="*/ 523214 w 3723451"/>
                        <a:gd name="connsiteY9-152" fmla="*/ 482971 h 946755"/>
                        <a:gd name="connsiteX10-153" fmla="*/ 0 w 3723451"/>
                        <a:gd name="connsiteY10-154" fmla="*/ 242051 h 946755"/>
                        <a:gd name="connsiteX0-155" fmla="*/ 0 w 3723451"/>
                        <a:gd name="connsiteY0-156" fmla="*/ 228246 h 932950"/>
                        <a:gd name="connsiteX1-157" fmla="*/ 655168 w 3723451"/>
                        <a:gd name="connsiteY1-158" fmla="*/ 2690 h 932950"/>
                        <a:gd name="connsiteX2-159" fmla="*/ 1855778 w 3723451"/>
                        <a:gd name="connsiteY2-160" fmla="*/ 520562 h 932950"/>
                        <a:gd name="connsiteX3-161" fmla="*/ 3001174 w 3723451"/>
                        <a:gd name="connsiteY3-162" fmla="*/ 0 h 932950"/>
                        <a:gd name="connsiteX4-163" fmla="*/ 3723451 w 3723451"/>
                        <a:gd name="connsiteY4-164" fmla="*/ 207149 h 932950"/>
                        <a:gd name="connsiteX5-165" fmla="*/ 3195282 w 3723451"/>
                        <a:gd name="connsiteY5-166" fmla="*/ 448069 h 932950"/>
                        <a:gd name="connsiteX6-167" fmla="*/ 3008465 w 3723451"/>
                        <a:gd name="connsiteY6-168" fmla="*/ 388599 h 932950"/>
                        <a:gd name="connsiteX7-169" fmla="*/ 1876873 w 3723451"/>
                        <a:gd name="connsiteY7-170" fmla="*/ 932950 h 932950"/>
                        <a:gd name="connsiteX8-171" fmla="*/ 690067 w 3723451"/>
                        <a:gd name="connsiteY8-172" fmla="*/ 398582 h 932950"/>
                        <a:gd name="connsiteX9-173" fmla="*/ 523214 w 3723451"/>
                        <a:gd name="connsiteY9-174" fmla="*/ 469166 h 932950"/>
                        <a:gd name="connsiteX10-175" fmla="*/ 0 w 3723451"/>
                        <a:gd name="connsiteY10-176" fmla="*/ 228246 h 932950"/>
                        <a:gd name="connsiteX0-177" fmla="*/ 0 w 3723451"/>
                        <a:gd name="connsiteY0-178" fmla="*/ 228246 h 932950"/>
                        <a:gd name="connsiteX1-179" fmla="*/ 655168 w 3723451"/>
                        <a:gd name="connsiteY1-180" fmla="*/ 2690 h 932950"/>
                        <a:gd name="connsiteX2-181" fmla="*/ 1855778 w 3723451"/>
                        <a:gd name="connsiteY2-182" fmla="*/ 520562 h 932950"/>
                        <a:gd name="connsiteX3-183" fmla="*/ 3001174 w 3723451"/>
                        <a:gd name="connsiteY3-184" fmla="*/ 0 h 932950"/>
                        <a:gd name="connsiteX4-185" fmla="*/ 3723451 w 3723451"/>
                        <a:gd name="connsiteY4-186" fmla="*/ 207149 h 932950"/>
                        <a:gd name="connsiteX5-187" fmla="*/ 3195282 w 3723451"/>
                        <a:gd name="connsiteY5-188" fmla="*/ 448069 h 932950"/>
                        <a:gd name="connsiteX6-189" fmla="*/ 3013067 w 3723451"/>
                        <a:gd name="connsiteY6-190" fmla="*/ 393200 h 932950"/>
                        <a:gd name="connsiteX7-191" fmla="*/ 1876873 w 3723451"/>
                        <a:gd name="connsiteY7-192" fmla="*/ 932950 h 932950"/>
                        <a:gd name="connsiteX8-193" fmla="*/ 690067 w 3723451"/>
                        <a:gd name="connsiteY8-194" fmla="*/ 398582 h 932950"/>
                        <a:gd name="connsiteX9-195" fmla="*/ 523214 w 3723451"/>
                        <a:gd name="connsiteY9-196" fmla="*/ 469166 h 932950"/>
                        <a:gd name="connsiteX10-197" fmla="*/ 0 w 3723451"/>
                        <a:gd name="connsiteY10-198" fmla="*/ 228246 h 932950"/>
                        <a:gd name="connsiteX0-199" fmla="*/ 0 w 3723451"/>
                        <a:gd name="connsiteY0-200" fmla="*/ 228246 h 932950"/>
                        <a:gd name="connsiteX1-201" fmla="*/ 655168 w 3723451"/>
                        <a:gd name="connsiteY1-202" fmla="*/ 2690 h 932950"/>
                        <a:gd name="connsiteX2-203" fmla="*/ 1855778 w 3723451"/>
                        <a:gd name="connsiteY2-204" fmla="*/ 520562 h 932950"/>
                        <a:gd name="connsiteX3-205" fmla="*/ 3001174 w 3723451"/>
                        <a:gd name="connsiteY3-206" fmla="*/ 0 h 932950"/>
                        <a:gd name="connsiteX4-207" fmla="*/ 3723451 w 3723451"/>
                        <a:gd name="connsiteY4-208" fmla="*/ 207149 h 932950"/>
                        <a:gd name="connsiteX5-209" fmla="*/ 3186079 w 3723451"/>
                        <a:gd name="connsiteY5-210" fmla="*/ 461874 h 932950"/>
                        <a:gd name="connsiteX6-211" fmla="*/ 3013067 w 3723451"/>
                        <a:gd name="connsiteY6-212" fmla="*/ 393200 h 932950"/>
                        <a:gd name="connsiteX7-213" fmla="*/ 1876873 w 3723451"/>
                        <a:gd name="connsiteY7-214" fmla="*/ 932950 h 932950"/>
                        <a:gd name="connsiteX8-215" fmla="*/ 690067 w 3723451"/>
                        <a:gd name="connsiteY8-216" fmla="*/ 398582 h 932950"/>
                        <a:gd name="connsiteX9-217" fmla="*/ 523214 w 3723451"/>
                        <a:gd name="connsiteY9-218" fmla="*/ 469166 h 932950"/>
                        <a:gd name="connsiteX10-219" fmla="*/ 0 w 3723451"/>
                        <a:gd name="connsiteY10-220" fmla="*/ 228246 h 932950"/>
                        <a:gd name="connsiteX0-221" fmla="*/ 0 w 3723451"/>
                        <a:gd name="connsiteY0-222" fmla="*/ 228246 h 932950"/>
                        <a:gd name="connsiteX1-223" fmla="*/ 655168 w 3723451"/>
                        <a:gd name="connsiteY1-224" fmla="*/ 2690 h 932950"/>
                        <a:gd name="connsiteX2-225" fmla="*/ 1855778 w 3723451"/>
                        <a:gd name="connsiteY2-226" fmla="*/ 520562 h 932950"/>
                        <a:gd name="connsiteX3-227" fmla="*/ 3001174 w 3723451"/>
                        <a:gd name="connsiteY3-228" fmla="*/ 0 h 932950"/>
                        <a:gd name="connsiteX4-229" fmla="*/ 3723451 w 3723451"/>
                        <a:gd name="connsiteY4-230" fmla="*/ 207149 h 932950"/>
                        <a:gd name="connsiteX5-231" fmla="*/ 3186079 w 3723451"/>
                        <a:gd name="connsiteY5-232" fmla="*/ 461874 h 932950"/>
                        <a:gd name="connsiteX6-233" fmla="*/ 3013067 w 3723451"/>
                        <a:gd name="connsiteY6-234" fmla="*/ 393200 h 932950"/>
                        <a:gd name="connsiteX7-235" fmla="*/ 1876873 w 3723451"/>
                        <a:gd name="connsiteY7-236" fmla="*/ 932950 h 932950"/>
                        <a:gd name="connsiteX8-237" fmla="*/ 711613 w 3723451"/>
                        <a:gd name="connsiteY8-238" fmla="*/ 413055 h 932950"/>
                        <a:gd name="connsiteX9-239" fmla="*/ 523214 w 3723451"/>
                        <a:gd name="connsiteY9-240" fmla="*/ 469166 h 932950"/>
                        <a:gd name="connsiteX10-241" fmla="*/ 0 w 3723451"/>
                        <a:gd name="connsiteY10-242" fmla="*/ 228246 h 932950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8" name="Freeform 217"/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-1" fmla="*/ 4602 w 1371198"/>
                        <a:gd name="connsiteY0-2" fmla="*/ 0 h 800665"/>
                        <a:gd name="connsiteX1-3" fmla="*/ 1371198 w 1371198"/>
                        <a:gd name="connsiteY1-4" fmla="*/ 625807 h 800665"/>
                        <a:gd name="connsiteX2-5" fmla="*/ 897260 w 1371198"/>
                        <a:gd name="connsiteY2-6" fmla="*/ 800665 h 800665"/>
                        <a:gd name="connsiteX3-7" fmla="*/ 0 w 1371198"/>
                        <a:gd name="connsiteY3-8" fmla="*/ 404934 h 800665"/>
                        <a:gd name="connsiteX4-9" fmla="*/ 4602 w 1371198"/>
                        <a:gd name="connsiteY4-10" fmla="*/ 0 h 800665"/>
                        <a:gd name="connsiteX0-11" fmla="*/ 0 w 1366596"/>
                        <a:gd name="connsiteY0-12" fmla="*/ 0 h 800665"/>
                        <a:gd name="connsiteX1-13" fmla="*/ 1366596 w 1366596"/>
                        <a:gd name="connsiteY1-14" fmla="*/ 625807 h 800665"/>
                        <a:gd name="connsiteX2-15" fmla="*/ 892658 w 1366596"/>
                        <a:gd name="connsiteY2-16" fmla="*/ 800665 h 800665"/>
                        <a:gd name="connsiteX3-17" fmla="*/ 4601 w 1366596"/>
                        <a:gd name="connsiteY3-18" fmla="*/ 427942 h 800665"/>
                        <a:gd name="connsiteX4-19" fmla="*/ 0 w 1366596"/>
                        <a:gd name="connsiteY4-20" fmla="*/ 0 h 800665"/>
                        <a:gd name="connsiteX0-21" fmla="*/ 0 w 1366596"/>
                        <a:gd name="connsiteY0-22" fmla="*/ 0 h 800665"/>
                        <a:gd name="connsiteX1-23" fmla="*/ 1366596 w 1366596"/>
                        <a:gd name="connsiteY1-24" fmla="*/ 625807 h 800665"/>
                        <a:gd name="connsiteX2-25" fmla="*/ 892658 w 1366596"/>
                        <a:gd name="connsiteY2-26" fmla="*/ 800665 h 800665"/>
                        <a:gd name="connsiteX3-27" fmla="*/ 4601 w 1366596"/>
                        <a:gd name="connsiteY3-28" fmla="*/ 427942 h 800665"/>
                        <a:gd name="connsiteX4-29" fmla="*/ 0 w 1366596"/>
                        <a:gd name="connsiteY4-30" fmla="*/ 0 h 800665"/>
                        <a:gd name="connsiteX0-31" fmla="*/ 0 w 1366596"/>
                        <a:gd name="connsiteY0-32" fmla="*/ 0 h 800665"/>
                        <a:gd name="connsiteX1-33" fmla="*/ 1366596 w 1366596"/>
                        <a:gd name="connsiteY1-34" fmla="*/ 625807 h 800665"/>
                        <a:gd name="connsiteX2-35" fmla="*/ 892658 w 1366596"/>
                        <a:gd name="connsiteY2-36" fmla="*/ 800665 h 800665"/>
                        <a:gd name="connsiteX3-37" fmla="*/ 4601 w 1366596"/>
                        <a:gd name="connsiteY3-38" fmla="*/ 427942 h 800665"/>
                        <a:gd name="connsiteX4-39" fmla="*/ 0 w 1366596"/>
                        <a:gd name="connsiteY4-40" fmla="*/ 0 h 800665"/>
                        <a:gd name="connsiteX0-41" fmla="*/ 0 w 1366596"/>
                        <a:gd name="connsiteY0-42" fmla="*/ 0 h 809868"/>
                        <a:gd name="connsiteX1-43" fmla="*/ 1366596 w 1366596"/>
                        <a:gd name="connsiteY1-44" fmla="*/ 625807 h 809868"/>
                        <a:gd name="connsiteX2-45" fmla="*/ 865050 w 1366596"/>
                        <a:gd name="connsiteY2-46" fmla="*/ 809868 h 809868"/>
                        <a:gd name="connsiteX3-47" fmla="*/ 4601 w 1366596"/>
                        <a:gd name="connsiteY3-48" fmla="*/ 427942 h 809868"/>
                        <a:gd name="connsiteX4-49" fmla="*/ 0 w 1366596"/>
                        <a:gd name="connsiteY4-50" fmla="*/ 0 h 809868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9" name="Freeform 218"/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-1" fmla="*/ 1329786 w 1348191"/>
                        <a:gd name="connsiteY0-2" fmla="*/ 0 h 791462"/>
                        <a:gd name="connsiteX1-3" fmla="*/ 1348191 w 1348191"/>
                        <a:gd name="connsiteY1-4" fmla="*/ 381926 h 791462"/>
                        <a:gd name="connsiteX2-5" fmla="*/ 487742 w 1348191"/>
                        <a:gd name="connsiteY2-6" fmla="*/ 791462 h 791462"/>
                        <a:gd name="connsiteX3-7" fmla="*/ 0 w 1348191"/>
                        <a:gd name="connsiteY3-8" fmla="*/ 612002 h 791462"/>
                        <a:gd name="connsiteX4-9" fmla="*/ 1329786 w 1348191"/>
                        <a:gd name="connsiteY4-10" fmla="*/ 0 h 791462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220" name="Straight Connector 219"/>
                    <p:cNvCxnSpPr>
                      <a:endCxn id="215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ln w="6350" cmpd="sng">
                      <a:solidFill>
                        <a:schemeClr val="tx1"/>
                      </a:solidFill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21" name="Straight Connector 220"/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ln w="6350" cmpd="sng">
                      <a:solidFill>
                        <a:schemeClr val="tx1"/>
                      </a:solidFill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10" name="Group 209"/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211" name="Oval 210"/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chemeClr val="bg1">
                        <a:alpha val="76000"/>
                      </a:schemeClr>
                    </a:solidFill>
                    <a:ln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12" name="TextBox 211"/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r>
                        <a:rPr lang="en-US" dirty="0"/>
                        <a:t>2a</a:t>
                      </a:r>
                    </a:p>
                  </p:txBody>
                </p:sp>
              </p:grpSp>
            </p:grpSp>
            <p:cxnSp>
              <p:nvCxnSpPr>
                <p:cNvPr id="203" name="Straight Connector 202"/>
                <p:cNvCxnSpPr>
                  <a:stCxn id="251" idx="2"/>
                  <a:endCxn id="238" idx="0"/>
                </p:cNvCxnSpPr>
                <p:nvPr/>
              </p:nvCxnSpPr>
              <p:spPr bwMode="auto">
                <a:xfrm>
                  <a:off x="1991073" y="3242684"/>
                  <a:ext cx="4230" cy="851985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rgbClr val="000090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4" name="Straight Connector 203"/>
                <p:cNvCxnSpPr/>
                <p:nvPr/>
              </p:nvCxnSpPr>
              <p:spPr bwMode="auto">
                <a:xfrm>
                  <a:off x="1407477" y="3648621"/>
                  <a:ext cx="1204913" cy="6353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rgbClr val="7E0C6E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5" name="Straight Connector 204"/>
                <p:cNvCxnSpPr>
                  <a:stCxn id="252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rgbClr val="000090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6" name="Straight Connector 205"/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rgbClr val="000090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7" name="Straight Connector 206"/>
                <p:cNvCxnSpPr/>
                <p:nvPr/>
              </p:nvCxnSpPr>
              <p:spPr bwMode="auto">
                <a:xfrm flipH="1">
                  <a:off x="2196042" y="3783542"/>
                  <a:ext cx="508002" cy="349250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rgbClr val="000090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8" name="Straight Connector 207"/>
                <p:cNvCxnSpPr/>
                <p:nvPr/>
              </p:nvCxnSpPr>
              <p:spPr bwMode="auto">
                <a:xfrm flipH="1">
                  <a:off x="1287553" y="3166946"/>
                  <a:ext cx="508002" cy="349250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rgbClr val="000090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</p:grpSp>
        <p:sp>
          <p:nvSpPr>
            <p:cNvPr id="133" name="Freeform 2"/>
            <p:cNvSpPr/>
            <p:nvPr/>
          </p:nvSpPr>
          <p:spPr bwMode="auto">
            <a:xfrm>
              <a:off x="5507686" y="3798835"/>
              <a:ext cx="2575521" cy="1672516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-1" fmla="*/ 4 w 8600"/>
                <a:gd name="connsiteY0-2" fmla="*/ 4042 h 10128"/>
                <a:gd name="connsiteX1-3" fmla="*/ 715 w 8600"/>
                <a:gd name="connsiteY1-4" fmla="*/ 1598 h 10128"/>
                <a:gd name="connsiteX2-5" fmla="*/ 3130 w 8600"/>
                <a:gd name="connsiteY2-6" fmla="*/ 1009 h 10128"/>
                <a:gd name="connsiteX3-7" fmla="*/ 4995 w 8600"/>
                <a:gd name="connsiteY3-8" fmla="*/ 3 h 10128"/>
                <a:gd name="connsiteX4-9" fmla="*/ 6720 w 8600"/>
                <a:gd name="connsiteY4-10" fmla="*/ 1012 h 10128"/>
                <a:gd name="connsiteX5-11" fmla="*/ 8599 w 8600"/>
                <a:gd name="connsiteY5-12" fmla="*/ 6800 h 10128"/>
                <a:gd name="connsiteX6-13" fmla="*/ 6995 w 8600"/>
                <a:gd name="connsiteY6-14" fmla="*/ 9325 h 10128"/>
                <a:gd name="connsiteX7-15" fmla="*/ 5307 w 8600"/>
                <a:gd name="connsiteY7-16" fmla="*/ 8846 h 10128"/>
                <a:gd name="connsiteX8-17" fmla="*/ 4371 w 8600"/>
                <a:gd name="connsiteY8-18" fmla="*/ 9915 h 10128"/>
                <a:gd name="connsiteX9-19" fmla="*/ 3140 w 8600"/>
                <a:gd name="connsiteY9-20" fmla="*/ 10022 h 10128"/>
                <a:gd name="connsiteX10-21" fmla="*/ 2179 w 8600"/>
                <a:gd name="connsiteY10-22" fmla="*/ 7898 h 10128"/>
                <a:gd name="connsiteX11-23" fmla="*/ 1187 w 8600"/>
                <a:gd name="connsiteY11-24" fmla="*/ 7498 h 10128"/>
                <a:gd name="connsiteX12-25" fmla="*/ 4 w 8600"/>
                <a:gd name="connsiteY12-26" fmla="*/ 4042 h 10128"/>
                <a:gd name="connsiteX0-27" fmla="*/ 4 w 9326"/>
                <a:gd name="connsiteY0-28" fmla="*/ 3988 h 9997"/>
                <a:gd name="connsiteX1-29" fmla="*/ 830 w 9326"/>
                <a:gd name="connsiteY1-30" fmla="*/ 1575 h 9997"/>
                <a:gd name="connsiteX2-31" fmla="*/ 3639 w 9326"/>
                <a:gd name="connsiteY2-32" fmla="*/ 993 h 9997"/>
                <a:gd name="connsiteX3-33" fmla="*/ 5807 w 9326"/>
                <a:gd name="connsiteY3-34" fmla="*/ 0 h 9997"/>
                <a:gd name="connsiteX4-35" fmla="*/ 7813 w 9326"/>
                <a:gd name="connsiteY4-36" fmla="*/ 996 h 9997"/>
                <a:gd name="connsiteX5-37" fmla="*/ 9324 w 9326"/>
                <a:gd name="connsiteY5-38" fmla="*/ 5746 h 9997"/>
                <a:gd name="connsiteX6-39" fmla="*/ 8133 w 9326"/>
                <a:gd name="connsiteY6-40" fmla="*/ 9204 h 9997"/>
                <a:gd name="connsiteX7-41" fmla="*/ 6170 w 9326"/>
                <a:gd name="connsiteY7-42" fmla="*/ 8731 h 9997"/>
                <a:gd name="connsiteX8-43" fmla="*/ 5082 w 9326"/>
                <a:gd name="connsiteY8-44" fmla="*/ 9787 h 9997"/>
                <a:gd name="connsiteX9-45" fmla="*/ 3650 w 9326"/>
                <a:gd name="connsiteY9-46" fmla="*/ 9892 h 9997"/>
                <a:gd name="connsiteX10-47" fmla="*/ 2533 w 9326"/>
                <a:gd name="connsiteY10-48" fmla="*/ 7795 h 9997"/>
                <a:gd name="connsiteX11-49" fmla="*/ 1379 w 9326"/>
                <a:gd name="connsiteY11-50" fmla="*/ 7400 h 9997"/>
                <a:gd name="connsiteX12-51" fmla="*/ 4 w 9326"/>
                <a:gd name="connsiteY12-52" fmla="*/ 3988 h 9997"/>
                <a:gd name="connsiteX0-53" fmla="*/ 4 w 10001"/>
                <a:gd name="connsiteY0-54" fmla="*/ 3989 h 10041"/>
                <a:gd name="connsiteX1-55" fmla="*/ 890 w 10001"/>
                <a:gd name="connsiteY1-56" fmla="*/ 1575 h 10041"/>
                <a:gd name="connsiteX2-57" fmla="*/ 3902 w 10001"/>
                <a:gd name="connsiteY2-58" fmla="*/ 993 h 10041"/>
                <a:gd name="connsiteX3-59" fmla="*/ 6227 w 10001"/>
                <a:gd name="connsiteY3-60" fmla="*/ 0 h 10041"/>
                <a:gd name="connsiteX4-61" fmla="*/ 8378 w 10001"/>
                <a:gd name="connsiteY4-62" fmla="*/ 996 h 10041"/>
                <a:gd name="connsiteX5-63" fmla="*/ 9998 w 10001"/>
                <a:gd name="connsiteY5-64" fmla="*/ 5748 h 10041"/>
                <a:gd name="connsiteX6-65" fmla="*/ 8721 w 10001"/>
                <a:gd name="connsiteY6-66" fmla="*/ 9207 h 10041"/>
                <a:gd name="connsiteX7-67" fmla="*/ 5449 w 10001"/>
                <a:gd name="connsiteY7-68" fmla="*/ 9790 h 10041"/>
                <a:gd name="connsiteX8-69" fmla="*/ 3914 w 10001"/>
                <a:gd name="connsiteY8-70" fmla="*/ 9895 h 10041"/>
                <a:gd name="connsiteX9-71" fmla="*/ 2716 w 10001"/>
                <a:gd name="connsiteY9-72" fmla="*/ 7797 h 10041"/>
                <a:gd name="connsiteX10-73" fmla="*/ 1479 w 10001"/>
                <a:gd name="connsiteY10-74" fmla="*/ 7402 h 10041"/>
                <a:gd name="connsiteX11-75" fmla="*/ 4 w 10001"/>
                <a:gd name="connsiteY11-76" fmla="*/ 3989 h 10041"/>
                <a:gd name="connsiteX0-77" fmla="*/ 4 w 10001"/>
                <a:gd name="connsiteY0-78" fmla="*/ 3989 h 14825"/>
                <a:gd name="connsiteX1-79" fmla="*/ 890 w 10001"/>
                <a:gd name="connsiteY1-80" fmla="*/ 1575 h 14825"/>
                <a:gd name="connsiteX2-81" fmla="*/ 3902 w 10001"/>
                <a:gd name="connsiteY2-82" fmla="*/ 993 h 14825"/>
                <a:gd name="connsiteX3-83" fmla="*/ 6227 w 10001"/>
                <a:gd name="connsiteY3-84" fmla="*/ 0 h 14825"/>
                <a:gd name="connsiteX4-85" fmla="*/ 8378 w 10001"/>
                <a:gd name="connsiteY4-86" fmla="*/ 996 h 14825"/>
                <a:gd name="connsiteX5-87" fmla="*/ 9998 w 10001"/>
                <a:gd name="connsiteY5-88" fmla="*/ 5748 h 14825"/>
                <a:gd name="connsiteX6-89" fmla="*/ 8721 w 10001"/>
                <a:gd name="connsiteY6-90" fmla="*/ 9207 h 14825"/>
                <a:gd name="connsiteX7-91" fmla="*/ 6011 w 10001"/>
                <a:gd name="connsiteY7-92" fmla="*/ 14823 h 14825"/>
                <a:gd name="connsiteX8-93" fmla="*/ 3914 w 10001"/>
                <a:gd name="connsiteY8-94" fmla="*/ 9895 h 14825"/>
                <a:gd name="connsiteX9-95" fmla="*/ 2716 w 10001"/>
                <a:gd name="connsiteY9-96" fmla="*/ 7797 h 14825"/>
                <a:gd name="connsiteX10-97" fmla="*/ 1479 w 10001"/>
                <a:gd name="connsiteY10-98" fmla="*/ 7402 h 14825"/>
                <a:gd name="connsiteX11-99" fmla="*/ 4 w 10001"/>
                <a:gd name="connsiteY11-100" fmla="*/ 3989 h 14825"/>
                <a:gd name="connsiteX0-101" fmla="*/ 4 w 10001"/>
                <a:gd name="connsiteY0-102" fmla="*/ 7436 h 18272"/>
                <a:gd name="connsiteX1-103" fmla="*/ 890 w 10001"/>
                <a:gd name="connsiteY1-104" fmla="*/ 5022 h 18272"/>
                <a:gd name="connsiteX2-105" fmla="*/ 3902 w 10001"/>
                <a:gd name="connsiteY2-106" fmla="*/ 4440 h 18272"/>
                <a:gd name="connsiteX3-107" fmla="*/ 6026 w 10001"/>
                <a:gd name="connsiteY3-108" fmla="*/ 0 h 18272"/>
                <a:gd name="connsiteX4-109" fmla="*/ 8378 w 10001"/>
                <a:gd name="connsiteY4-110" fmla="*/ 4443 h 18272"/>
                <a:gd name="connsiteX5-111" fmla="*/ 9998 w 10001"/>
                <a:gd name="connsiteY5-112" fmla="*/ 9195 h 18272"/>
                <a:gd name="connsiteX6-113" fmla="*/ 8721 w 10001"/>
                <a:gd name="connsiteY6-114" fmla="*/ 12654 h 18272"/>
                <a:gd name="connsiteX7-115" fmla="*/ 6011 w 10001"/>
                <a:gd name="connsiteY7-116" fmla="*/ 18270 h 18272"/>
                <a:gd name="connsiteX8-117" fmla="*/ 3914 w 10001"/>
                <a:gd name="connsiteY8-118" fmla="*/ 13342 h 18272"/>
                <a:gd name="connsiteX9-119" fmla="*/ 2716 w 10001"/>
                <a:gd name="connsiteY9-120" fmla="*/ 11244 h 18272"/>
                <a:gd name="connsiteX10-121" fmla="*/ 1479 w 10001"/>
                <a:gd name="connsiteY10-122" fmla="*/ 10849 h 18272"/>
                <a:gd name="connsiteX11-123" fmla="*/ 4 w 10001"/>
                <a:gd name="connsiteY11-124" fmla="*/ 7436 h 18272"/>
                <a:gd name="connsiteX0-125" fmla="*/ 1 w 9998"/>
                <a:gd name="connsiteY0-126" fmla="*/ 7436 h 18272"/>
                <a:gd name="connsiteX1-127" fmla="*/ 3899 w 9998"/>
                <a:gd name="connsiteY1-128" fmla="*/ 4440 h 18272"/>
                <a:gd name="connsiteX2-129" fmla="*/ 6023 w 9998"/>
                <a:gd name="connsiteY2-130" fmla="*/ 0 h 18272"/>
                <a:gd name="connsiteX3-131" fmla="*/ 8375 w 9998"/>
                <a:gd name="connsiteY3-132" fmla="*/ 4443 h 18272"/>
                <a:gd name="connsiteX4-133" fmla="*/ 9995 w 9998"/>
                <a:gd name="connsiteY4-134" fmla="*/ 9195 h 18272"/>
                <a:gd name="connsiteX5-135" fmla="*/ 8718 w 9998"/>
                <a:gd name="connsiteY5-136" fmla="*/ 12654 h 18272"/>
                <a:gd name="connsiteX6-137" fmla="*/ 6008 w 9998"/>
                <a:gd name="connsiteY6-138" fmla="*/ 18270 h 18272"/>
                <a:gd name="connsiteX7-139" fmla="*/ 3911 w 9998"/>
                <a:gd name="connsiteY7-140" fmla="*/ 13342 h 18272"/>
                <a:gd name="connsiteX8-141" fmla="*/ 2713 w 9998"/>
                <a:gd name="connsiteY8-142" fmla="*/ 11244 h 18272"/>
                <a:gd name="connsiteX9-143" fmla="*/ 1476 w 9998"/>
                <a:gd name="connsiteY9-144" fmla="*/ 10849 h 18272"/>
                <a:gd name="connsiteX10-145" fmla="*/ 1 w 9998"/>
                <a:gd name="connsiteY10-146" fmla="*/ 7436 h 18272"/>
                <a:gd name="connsiteX0-147" fmla="*/ 35 w 8559"/>
                <a:gd name="connsiteY0-148" fmla="*/ 5938 h 10000"/>
                <a:gd name="connsiteX1-149" fmla="*/ 2459 w 8559"/>
                <a:gd name="connsiteY1-150" fmla="*/ 2430 h 10000"/>
                <a:gd name="connsiteX2-151" fmla="*/ 4583 w 8559"/>
                <a:gd name="connsiteY2-152" fmla="*/ 0 h 10000"/>
                <a:gd name="connsiteX3-153" fmla="*/ 6936 w 8559"/>
                <a:gd name="connsiteY3-154" fmla="*/ 2432 h 10000"/>
                <a:gd name="connsiteX4-155" fmla="*/ 8556 w 8559"/>
                <a:gd name="connsiteY4-156" fmla="*/ 5032 h 10000"/>
                <a:gd name="connsiteX5-157" fmla="*/ 7279 w 8559"/>
                <a:gd name="connsiteY5-158" fmla="*/ 6925 h 10000"/>
                <a:gd name="connsiteX6-159" fmla="*/ 4568 w 8559"/>
                <a:gd name="connsiteY6-160" fmla="*/ 9999 h 10000"/>
                <a:gd name="connsiteX7-161" fmla="*/ 2471 w 8559"/>
                <a:gd name="connsiteY7-162" fmla="*/ 7302 h 10000"/>
                <a:gd name="connsiteX8-163" fmla="*/ 1273 w 8559"/>
                <a:gd name="connsiteY8-164" fmla="*/ 6154 h 10000"/>
                <a:gd name="connsiteX9-165" fmla="*/ 35 w 8559"/>
                <a:gd name="connsiteY9-166" fmla="*/ 5938 h 10000"/>
                <a:gd name="connsiteX0-167" fmla="*/ 49 w 9820"/>
                <a:gd name="connsiteY0-168" fmla="*/ 4655 h 10000"/>
                <a:gd name="connsiteX1-169" fmla="*/ 2693 w 9820"/>
                <a:gd name="connsiteY1-170" fmla="*/ 2430 h 10000"/>
                <a:gd name="connsiteX2-171" fmla="*/ 5175 w 9820"/>
                <a:gd name="connsiteY2-172" fmla="*/ 0 h 10000"/>
                <a:gd name="connsiteX3-173" fmla="*/ 7924 w 9820"/>
                <a:gd name="connsiteY3-174" fmla="*/ 2432 h 10000"/>
                <a:gd name="connsiteX4-175" fmla="*/ 9816 w 9820"/>
                <a:gd name="connsiteY4-176" fmla="*/ 5032 h 10000"/>
                <a:gd name="connsiteX5-177" fmla="*/ 8324 w 9820"/>
                <a:gd name="connsiteY5-178" fmla="*/ 6925 h 10000"/>
                <a:gd name="connsiteX6-179" fmla="*/ 5157 w 9820"/>
                <a:gd name="connsiteY6-180" fmla="*/ 9999 h 10000"/>
                <a:gd name="connsiteX7-181" fmla="*/ 2707 w 9820"/>
                <a:gd name="connsiteY7-182" fmla="*/ 7302 h 10000"/>
                <a:gd name="connsiteX8-183" fmla="*/ 1307 w 9820"/>
                <a:gd name="connsiteY8-184" fmla="*/ 6154 h 10000"/>
                <a:gd name="connsiteX9-185" fmla="*/ 49 w 9820"/>
                <a:gd name="connsiteY9-186" fmla="*/ 4655 h 10000"/>
                <a:gd name="connsiteX0-187" fmla="*/ 45 w 9995"/>
                <a:gd name="connsiteY0-188" fmla="*/ 4655 h 10000"/>
                <a:gd name="connsiteX1-189" fmla="*/ 2737 w 9995"/>
                <a:gd name="connsiteY1-190" fmla="*/ 2430 h 10000"/>
                <a:gd name="connsiteX2-191" fmla="*/ 5265 w 9995"/>
                <a:gd name="connsiteY2-192" fmla="*/ 0 h 10000"/>
                <a:gd name="connsiteX3-193" fmla="*/ 8064 w 9995"/>
                <a:gd name="connsiteY3-194" fmla="*/ 2432 h 10000"/>
                <a:gd name="connsiteX4-195" fmla="*/ 9991 w 9995"/>
                <a:gd name="connsiteY4-196" fmla="*/ 5032 h 10000"/>
                <a:gd name="connsiteX5-197" fmla="*/ 8472 w 9995"/>
                <a:gd name="connsiteY5-198" fmla="*/ 6925 h 10000"/>
                <a:gd name="connsiteX6-199" fmla="*/ 5247 w 9995"/>
                <a:gd name="connsiteY6-200" fmla="*/ 9999 h 10000"/>
                <a:gd name="connsiteX7-201" fmla="*/ 2752 w 9995"/>
                <a:gd name="connsiteY7-202" fmla="*/ 7302 h 10000"/>
                <a:gd name="connsiteX8-203" fmla="*/ 1374 w 9995"/>
                <a:gd name="connsiteY8-204" fmla="*/ 6984 h 10000"/>
                <a:gd name="connsiteX9-205" fmla="*/ 45 w 9995"/>
                <a:gd name="connsiteY9-206" fmla="*/ 4655 h 10000"/>
                <a:gd name="connsiteX0-207" fmla="*/ 45 w 10000"/>
                <a:gd name="connsiteY0-208" fmla="*/ 5032 h 10377"/>
                <a:gd name="connsiteX1-209" fmla="*/ 2738 w 10000"/>
                <a:gd name="connsiteY1-210" fmla="*/ 2807 h 10377"/>
                <a:gd name="connsiteX2-211" fmla="*/ 4886 w 10000"/>
                <a:gd name="connsiteY2-212" fmla="*/ 0 h 10377"/>
                <a:gd name="connsiteX3-213" fmla="*/ 8068 w 10000"/>
                <a:gd name="connsiteY3-214" fmla="*/ 2809 h 10377"/>
                <a:gd name="connsiteX4-215" fmla="*/ 9996 w 10000"/>
                <a:gd name="connsiteY4-216" fmla="*/ 5409 h 10377"/>
                <a:gd name="connsiteX5-217" fmla="*/ 8476 w 10000"/>
                <a:gd name="connsiteY5-218" fmla="*/ 7302 h 10377"/>
                <a:gd name="connsiteX6-219" fmla="*/ 5250 w 10000"/>
                <a:gd name="connsiteY6-220" fmla="*/ 10376 h 10377"/>
                <a:gd name="connsiteX7-221" fmla="*/ 2753 w 10000"/>
                <a:gd name="connsiteY7-222" fmla="*/ 7679 h 10377"/>
                <a:gd name="connsiteX8-223" fmla="*/ 1375 w 10000"/>
                <a:gd name="connsiteY8-224" fmla="*/ 7361 h 10377"/>
                <a:gd name="connsiteX9-225" fmla="*/ 45 w 10000"/>
                <a:gd name="connsiteY9-226" fmla="*/ 5032 h 10377"/>
                <a:gd name="connsiteX0-227" fmla="*/ 45 w 10000"/>
                <a:gd name="connsiteY0-228" fmla="*/ 5036 h 10381"/>
                <a:gd name="connsiteX1-229" fmla="*/ 2738 w 10000"/>
                <a:gd name="connsiteY1-230" fmla="*/ 2811 h 10381"/>
                <a:gd name="connsiteX2-231" fmla="*/ 4886 w 10000"/>
                <a:gd name="connsiteY2-232" fmla="*/ 4 h 10381"/>
                <a:gd name="connsiteX3-233" fmla="*/ 8068 w 10000"/>
                <a:gd name="connsiteY3-234" fmla="*/ 2813 h 10381"/>
                <a:gd name="connsiteX4-235" fmla="*/ 9996 w 10000"/>
                <a:gd name="connsiteY4-236" fmla="*/ 5413 h 10381"/>
                <a:gd name="connsiteX5-237" fmla="*/ 8476 w 10000"/>
                <a:gd name="connsiteY5-238" fmla="*/ 7306 h 10381"/>
                <a:gd name="connsiteX6-239" fmla="*/ 5250 w 10000"/>
                <a:gd name="connsiteY6-240" fmla="*/ 10380 h 10381"/>
                <a:gd name="connsiteX7-241" fmla="*/ 2753 w 10000"/>
                <a:gd name="connsiteY7-242" fmla="*/ 7683 h 10381"/>
                <a:gd name="connsiteX8-243" fmla="*/ 1375 w 10000"/>
                <a:gd name="connsiteY8-244" fmla="*/ 7365 h 10381"/>
                <a:gd name="connsiteX9-245" fmla="*/ 45 w 10000"/>
                <a:gd name="connsiteY9-246" fmla="*/ 5036 h 10381"/>
                <a:gd name="connsiteX0-247" fmla="*/ 45 w 10000"/>
                <a:gd name="connsiteY0-248" fmla="*/ 5036 h 10796"/>
                <a:gd name="connsiteX1-249" fmla="*/ 2738 w 10000"/>
                <a:gd name="connsiteY1-250" fmla="*/ 2811 h 10796"/>
                <a:gd name="connsiteX2-251" fmla="*/ 4886 w 10000"/>
                <a:gd name="connsiteY2-252" fmla="*/ 4 h 10796"/>
                <a:gd name="connsiteX3-253" fmla="*/ 8068 w 10000"/>
                <a:gd name="connsiteY3-254" fmla="*/ 2813 h 10796"/>
                <a:gd name="connsiteX4-255" fmla="*/ 9996 w 10000"/>
                <a:gd name="connsiteY4-256" fmla="*/ 5413 h 10796"/>
                <a:gd name="connsiteX5-257" fmla="*/ 8476 w 10000"/>
                <a:gd name="connsiteY5-258" fmla="*/ 7306 h 10796"/>
                <a:gd name="connsiteX6-259" fmla="*/ 5202 w 10000"/>
                <a:gd name="connsiteY6-260" fmla="*/ 10795 h 10796"/>
                <a:gd name="connsiteX7-261" fmla="*/ 2753 w 10000"/>
                <a:gd name="connsiteY7-262" fmla="*/ 7683 h 10796"/>
                <a:gd name="connsiteX8-263" fmla="*/ 1375 w 10000"/>
                <a:gd name="connsiteY8-264" fmla="*/ 7365 h 10796"/>
                <a:gd name="connsiteX9-265" fmla="*/ 45 w 10000"/>
                <a:gd name="connsiteY9-266" fmla="*/ 5036 h 10796"/>
                <a:gd name="connsiteX0-267" fmla="*/ 45 w 10000"/>
                <a:gd name="connsiteY0-268" fmla="*/ 5036 h 10795"/>
                <a:gd name="connsiteX1-269" fmla="*/ 2738 w 10000"/>
                <a:gd name="connsiteY1-270" fmla="*/ 2811 h 10795"/>
                <a:gd name="connsiteX2-271" fmla="*/ 4886 w 10000"/>
                <a:gd name="connsiteY2-272" fmla="*/ 4 h 10795"/>
                <a:gd name="connsiteX3-273" fmla="*/ 8068 w 10000"/>
                <a:gd name="connsiteY3-274" fmla="*/ 2813 h 10795"/>
                <a:gd name="connsiteX4-275" fmla="*/ 9996 w 10000"/>
                <a:gd name="connsiteY4-276" fmla="*/ 5413 h 10795"/>
                <a:gd name="connsiteX5-277" fmla="*/ 8476 w 10000"/>
                <a:gd name="connsiteY5-278" fmla="*/ 7306 h 10795"/>
                <a:gd name="connsiteX6-279" fmla="*/ 5202 w 10000"/>
                <a:gd name="connsiteY6-280" fmla="*/ 10795 h 10795"/>
                <a:gd name="connsiteX7-281" fmla="*/ 2753 w 10000"/>
                <a:gd name="connsiteY7-282" fmla="*/ 7683 h 10795"/>
                <a:gd name="connsiteX8-283" fmla="*/ 1375 w 10000"/>
                <a:gd name="connsiteY8-284" fmla="*/ 7365 h 10795"/>
                <a:gd name="connsiteX9-285" fmla="*/ 45 w 10000"/>
                <a:gd name="connsiteY9-286" fmla="*/ 5036 h 10795"/>
                <a:gd name="connsiteX0-287" fmla="*/ 45 w 10000"/>
                <a:gd name="connsiteY0-288" fmla="*/ 5036 h 10795"/>
                <a:gd name="connsiteX1-289" fmla="*/ 2738 w 10000"/>
                <a:gd name="connsiteY1-290" fmla="*/ 2811 h 10795"/>
                <a:gd name="connsiteX2-291" fmla="*/ 4886 w 10000"/>
                <a:gd name="connsiteY2-292" fmla="*/ 4 h 10795"/>
                <a:gd name="connsiteX3-293" fmla="*/ 8068 w 10000"/>
                <a:gd name="connsiteY3-294" fmla="*/ 2813 h 10795"/>
                <a:gd name="connsiteX4-295" fmla="*/ 9996 w 10000"/>
                <a:gd name="connsiteY4-296" fmla="*/ 5413 h 10795"/>
                <a:gd name="connsiteX5-297" fmla="*/ 8476 w 10000"/>
                <a:gd name="connsiteY5-298" fmla="*/ 7306 h 10795"/>
                <a:gd name="connsiteX6-299" fmla="*/ 5202 w 10000"/>
                <a:gd name="connsiteY6-300" fmla="*/ 10795 h 10795"/>
                <a:gd name="connsiteX7-301" fmla="*/ 2753 w 10000"/>
                <a:gd name="connsiteY7-302" fmla="*/ 7683 h 10795"/>
                <a:gd name="connsiteX8-303" fmla="*/ 1375 w 10000"/>
                <a:gd name="connsiteY8-304" fmla="*/ 7365 h 10795"/>
                <a:gd name="connsiteX9-305" fmla="*/ 45 w 10000"/>
                <a:gd name="connsiteY9-306" fmla="*/ 5036 h 1079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34" name="Group 133"/>
            <p:cNvGrpSpPr/>
            <p:nvPr/>
          </p:nvGrpSpPr>
          <p:grpSpPr>
            <a:xfrm>
              <a:off x="5731177" y="3934951"/>
              <a:ext cx="2215548" cy="1435167"/>
              <a:chOff x="833331" y="2873352"/>
              <a:chExt cx="2333625" cy="1590649"/>
            </a:xfrm>
          </p:grpSpPr>
          <p:grpSp>
            <p:nvGrpSpPr>
              <p:cNvPr id="135" name="Group 134"/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184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188" name="Oval 187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189" name="Rectangle 188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0" name="Oval 189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191" name="Freeform 190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2" name="Freeform 191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3" name="Freeform 192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4" name="Freeform 193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95" name="Straight Connector 194"/>
                  <p:cNvCxnSpPr>
                    <a:endCxn id="190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" name="Straight Connector 195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5" name="Group 184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186" name="Oval 185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87" name="TextBox 186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3b</a:t>
                    </a:r>
                  </a:p>
                </p:txBody>
              </p:sp>
            </p:grpSp>
          </p:grpSp>
          <p:grpSp>
            <p:nvGrpSpPr>
              <p:cNvPr id="136" name="Group 135"/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171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175" name="Oval 174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176" name="Rectangle 175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77" name="Oval 176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178" name="Freeform 177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79" name="Freeform 178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0" name="Freeform 179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1" name="Freeform 180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82" name="Straight Connector 181"/>
                  <p:cNvCxnSpPr>
                    <a:endCxn id="177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3" name="Straight Connector 182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2" name="Group 171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173" name="Oval 172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74" name="TextBox 173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3d</a:t>
                    </a:r>
                  </a:p>
                </p:txBody>
              </p:sp>
            </p:grpSp>
          </p:grpSp>
          <p:grpSp>
            <p:nvGrpSpPr>
              <p:cNvPr id="137" name="Group 136"/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158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162" name="Oval 161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163" name="Rectangle 162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64" name="Oval 163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165" name="Freeform 164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66" name="Freeform 165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67" name="Freeform 166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68" name="Freeform 167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69" name="Straight Connector 168"/>
                  <p:cNvCxnSpPr>
                    <a:endCxn id="164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0" name="Straight Connector 169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9" name="Group 158"/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160" name="Oval 159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61" name="TextBox 160"/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3c</a:t>
                    </a:r>
                  </a:p>
                </p:txBody>
              </p:sp>
            </p:grpSp>
          </p:grpSp>
          <p:grpSp>
            <p:nvGrpSpPr>
              <p:cNvPr id="138" name="Group 137"/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145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149" name="Oval 148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150" name="Rectangle 149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1" name="Oval 150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152" name="Freeform 151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3" name="Freeform 152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4" name="Freeform 153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5" name="Freeform 154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56" name="Straight Connector 155"/>
                  <p:cNvCxnSpPr>
                    <a:endCxn id="15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7" name="Straight Connector 156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46" name="Group 145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147" name="Oval 146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48" name="TextBox 147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3a</a:t>
                    </a:r>
                  </a:p>
                </p:txBody>
              </p:sp>
            </p:grpSp>
          </p:grpSp>
          <p:cxnSp>
            <p:nvCxnSpPr>
              <p:cNvPr id="139" name="Straight Connector 138"/>
              <p:cNvCxnSpPr>
                <a:stCxn id="187" idx="2"/>
                <a:endCxn id="174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0" name="Straight Connector 139"/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" name="Straight Connector 140"/>
              <p:cNvCxnSpPr>
                <a:stCxn id="188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" name="Straight Connector 141"/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" name="Straight Connector 142"/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4" name="Straight Connector 143"/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</p:grpSp>
        <p:cxnSp>
          <p:nvCxnSpPr>
            <p:cNvPr id="128" name="Straight Connector 127"/>
            <p:cNvCxnSpPr/>
            <p:nvPr/>
          </p:nvCxnSpPr>
          <p:spPr bwMode="auto">
            <a:xfrm flipH="1" flipV="1">
              <a:off x="3046706" y="4828455"/>
              <a:ext cx="480877" cy="744090"/>
            </a:xfrm>
            <a:prstGeom prst="line">
              <a:avLst/>
            </a:prstGeom>
            <a:solidFill>
              <a:schemeClr val="accent1"/>
            </a:solidFill>
            <a:ln w="38100" cap="flat" cmpd="sng" algn="ctr">
              <a:solidFill>
                <a:srgbClr val="CC000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9" name="Straight Connector 128"/>
            <p:cNvCxnSpPr/>
            <p:nvPr/>
          </p:nvCxnSpPr>
          <p:spPr bwMode="auto">
            <a:xfrm flipV="1">
              <a:off x="5523188" y="4769573"/>
              <a:ext cx="337735" cy="823128"/>
            </a:xfrm>
            <a:prstGeom prst="line">
              <a:avLst/>
            </a:prstGeom>
            <a:solidFill>
              <a:schemeClr val="accent1"/>
            </a:solidFill>
            <a:ln w="38100" cap="flat" cmpd="sng" algn="ctr">
              <a:solidFill>
                <a:srgbClr val="CC000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30" name="TextBox 129"/>
            <p:cNvSpPr txBox="1"/>
            <p:nvPr/>
          </p:nvSpPr>
          <p:spPr>
            <a:xfrm>
              <a:off x="3493291" y="4926777"/>
              <a:ext cx="75353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>
                  <a:solidFill>
                    <a:srgbClr val="000090"/>
                  </a:solidFill>
                </a:rPr>
                <a:t>AS 2</a:t>
              </a:r>
            </a:p>
          </p:txBody>
        </p:sp>
        <p:sp>
          <p:nvSpPr>
            <p:cNvPr id="131" name="TextBox 130"/>
            <p:cNvSpPr txBox="1"/>
            <p:nvPr/>
          </p:nvSpPr>
          <p:spPr>
            <a:xfrm>
              <a:off x="5543950" y="3840075"/>
              <a:ext cx="75353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>
                  <a:solidFill>
                    <a:srgbClr val="000090"/>
                  </a:solidFill>
                </a:rPr>
                <a:t>AS 3</a:t>
              </a: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629020" y="4050751"/>
              <a:ext cx="75353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>
                  <a:solidFill>
                    <a:srgbClr val="000090"/>
                  </a:solidFill>
                </a:rPr>
                <a:t>AS 1</a:t>
              </a:r>
            </a:p>
          </p:txBody>
        </p:sp>
        <p:grpSp>
          <p:nvGrpSpPr>
            <p:cNvPr id="11" name="Group 10"/>
            <p:cNvGrpSpPr/>
            <p:nvPr/>
          </p:nvGrpSpPr>
          <p:grpSpPr>
            <a:xfrm>
              <a:off x="7070827" y="4901682"/>
              <a:ext cx="1701734" cy="616172"/>
              <a:chOff x="7073692" y="5469792"/>
              <a:chExt cx="1701734" cy="616172"/>
            </a:xfrm>
          </p:grpSpPr>
          <p:grpSp>
            <p:nvGrpSpPr>
              <p:cNvPr id="10" name="Group 9"/>
              <p:cNvGrpSpPr/>
              <p:nvPr/>
            </p:nvGrpSpPr>
            <p:grpSpPr>
              <a:xfrm>
                <a:off x="7073692" y="5469792"/>
                <a:ext cx="1701734" cy="616172"/>
                <a:chOff x="6946249" y="5096269"/>
                <a:chExt cx="1701734" cy="616172"/>
              </a:xfrm>
            </p:grpSpPr>
            <p:sp>
              <p:nvSpPr>
                <p:cNvPr id="399" name="Freeform 2"/>
                <p:cNvSpPr/>
                <p:nvPr/>
              </p:nvSpPr>
              <p:spPr bwMode="auto">
                <a:xfrm>
                  <a:off x="6946249" y="5096269"/>
                  <a:ext cx="1701734" cy="616172"/>
                </a:xfrm>
                <a:custGeom>
                  <a:avLst/>
                  <a:gdLst>
                    <a:gd name="T0" fmla="*/ 648763 w 10001"/>
                    <a:gd name="T1" fmla="*/ 34777612 h 10125"/>
                    <a:gd name="T2" fmla="*/ 115976403 w 10001"/>
                    <a:gd name="T3" fmla="*/ 13733703 h 10125"/>
                    <a:gd name="T4" fmla="*/ 507700960 w 10001"/>
                    <a:gd name="T5" fmla="*/ 8662125 h 10125"/>
                    <a:gd name="T6" fmla="*/ 810212713 w 10001"/>
                    <a:gd name="T7" fmla="*/ 0 h 10125"/>
                    <a:gd name="T8" fmla="*/ 1090015738 w 10001"/>
                    <a:gd name="T9" fmla="*/ 8687929 h 10125"/>
                    <a:gd name="T10" fmla="*/ 1310938763 w 10001"/>
                    <a:gd name="T11" fmla="*/ 4279362 h 10125"/>
                    <a:gd name="T12" fmla="*/ 1620263134 w 10001"/>
                    <a:gd name="T13" fmla="*/ 25736690 h 10125"/>
                    <a:gd name="T14" fmla="*/ 1394798364 w 10001"/>
                    <a:gd name="T15" fmla="*/ 58525268 h 10125"/>
                    <a:gd name="T16" fmla="*/ 1134622140 w 10001"/>
                    <a:gd name="T17" fmla="*/ 80266624 h 10125"/>
                    <a:gd name="T18" fmla="*/ 860820276 w 10001"/>
                    <a:gd name="T19" fmla="*/ 76142271 h 10125"/>
                    <a:gd name="T20" fmla="*/ 708996782 w 10001"/>
                    <a:gd name="T21" fmla="*/ 85346835 h 10125"/>
                    <a:gd name="T22" fmla="*/ 509322667 w 10001"/>
                    <a:gd name="T23" fmla="*/ 86268164 h 10125"/>
                    <a:gd name="T24" fmla="*/ 353443899 w 10001"/>
                    <a:gd name="T25" fmla="*/ 67979516 h 10125"/>
                    <a:gd name="T26" fmla="*/ 192536914 w 10001"/>
                    <a:gd name="T27" fmla="*/ 64535347 h 10125"/>
                    <a:gd name="T28" fmla="*/ 648763 w 10001"/>
                    <a:gd name="T29" fmla="*/ 34777612 h 1012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connsiteX0" fmla="*/ 4 w 10040"/>
                    <a:gd name="connsiteY0" fmla="*/ 4039 h 10125"/>
                    <a:gd name="connsiteX1" fmla="*/ 715 w 10040"/>
                    <a:gd name="connsiteY1" fmla="*/ 1595 h 10125"/>
                    <a:gd name="connsiteX2" fmla="*/ 3130 w 10040"/>
                    <a:gd name="connsiteY2" fmla="*/ 1006 h 10125"/>
                    <a:gd name="connsiteX3" fmla="*/ 4995 w 10040"/>
                    <a:gd name="connsiteY3" fmla="*/ 0 h 10125"/>
                    <a:gd name="connsiteX4" fmla="*/ 6720 w 10040"/>
                    <a:gd name="connsiteY4" fmla="*/ 1009 h 10125"/>
                    <a:gd name="connsiteX5" fmla="*/ 9989 w 10040"/>
                    <a:gd name="connsiteY5" fmla="*/ 2989 h 10125"/>
                    <a:gd name="connsiteX6" fmla="*/ 8599 w 10040"/>
                    <a:gd name="connsiteY6" fmla="*/ 6797 h 10125"/>
                    <a:gd name="connsiteX7" fmla="*/ 6995 w 10040"/>
                    <a:gd name="connsiteY7" fmla="*/ 9322 h 10125"/>
                    <a:gd name="connsiteX8" fmla="*/ 5307 w 10040"/>
                    <a:gd name="connsiteY8" fmla="*/ 8843 h 10125"/>
                    <a:gd name="connsiteX9" fmla="*/ 4371 w 10040"/>
                    <a:gd name="connsiteY9" fmla="*/ 9912 h 10125"/>
                    <a:gd name="connsiteX10" fmla="*/ 3140 w 10040"/>
                    <a:gd name="connsiteY10" fmla="*/ 10019 h 10125"/>
                    <a:gd name="connsiteX11" fmla="*/ 2179 w 10040"/>
                    <a:gd name="connsiteY11" fmla="*/ 7895 h 10125"/>
                    <a:gd name="connsiteX12" fmla="*/ 1187 w 10040"/>
                    <a:gd name="connsiteY12" fmla="*/ 7495 h 10125"/>
                    <a:gd name="connsiteX13" fmla="*/ 4 w 10040"/>
                    <a:gd name="connsiteY13" fmla="*/ 4039 h 10125"/>
                    <a:gd name="connsiteX0-1" fmla="*/ 4 w 8600"/>
                    <a:gd name="connsiteY0-2" fmla="*/ 4042 h 10128"/>
                    <a:gd name="connsiteX1-3" fmla="*/ 715 w 8600"/>
                    <a:gd name="connsiteY1-4" fmla="*/ 1598 h 10128"/>
                    <a:gd name="connsiteX2-5" fmla="*/ 3130 w 8600"/>
                    <a:gd name="connsiteY2-6" fmla="*/ 1009 h 10128"/>
                    <a:gd name="connsiteX3-7" fmla="*/ 4995 w 8600"/>
                    <a:gd name="connsiteY3-8" fmla="*/ 3 h 10128"/>
                    <a:gd name="connsiteX4-9" fmla="*/ 6720 w 8600"/>
                    <a:gd name="connsiteY4-10" fmla="*/ 1012 h 10128"/>
                    <a:gd name="connsiteX5-11" fmla="*/ 8599 w 8600"/>
                    <a:gd name="connsiteY5-12" fmla="*/ 6800 h 10128"/>
                    <a:gd name="connsiteX6-13" fmla="*/ 6995 w 8600"/>
                    <a:gd name="connsiteY6-14" fmla="*/ 9325 h 10128"/>
                    <a:gd name="connsiteX7-15" fmla="*/ 5307 w 8600"/>
                    <a:gd name="connsiteY7-16" fmla="*/ 8846 h 10128"/>
                    <a:gd name="connsiteX8-17" fmla="*/ 4371 w 8600"/>
                    <a:gd name="connsiteY8-18" fmla="*/ 9915 h 10128"/>
                    <a:gd name="connsiteX9-19" fmla="*/ 3140 w 8600"/>
                    <a:gd name="connsiteY9-20" fmla="*/ 10022 h 10128"/>
                    <a:gd name="connsiteX10-21" fmla="*/ 2179 w 8600"/>
                    <a:gd name="connsiteY10-22" fmla="*/ 7898 h 10128"/>
                    <a:gd name="connsiteX11-23" fmla="*/ 1187 w 8600"/>
                    <a:gd name="connsiteY11-24" fmla="*/ 7498 h 10128"/>
                    <a:gd name="connsiteX12-25" fmla="*/ 4 w 8600"/>
                    <a:gd name="connsiteY12-26" fmla="*/ 4042 h 10128"/>
                    <a:gd name="connsiteX0-27" fmla="*/ 4 w 9326"/>
                    <a:gd name="connsiteY0-28" fmla="*/ 3988 h 9997"/>
                    <a:gd name="connsiteX1-29" fmla="*/ 830 w 9326"/>
                    <a:gd name="connsiteY1-30" fmla="*/ 1575 h 9997"/>
                    <a:gd name="connsiteX2-31" fmla="*/ 3639 w 9326"/>
                    <a:gd name="connsiteY2-32" fmla="*/ 993 h 9997"/>
                    <a:gd name="connsiteX3-33" fmla="*/ 5807 w 9326"/>
                    <a:gd name="connsiteY3-34" fmla="*/ 0 h 9997"/>
                    <a:gd name="connsiteX4-35" fmla="*/ 7813 w 9326"/>
                    <a:gd name="connsiteY4-36" fmla="*/ 996 h 9997"/>
                    <a:gd name="connsiteX5-37" fmla="*/ 9324 w 9326"/>
                    <a:gd name="connsiteY5-38" fmla="*/ 5746 h 9997"/>
                    <a:gd name="connsiteX6-39" fmla="*/ 8133 w 9326"/>
                    <a:gd name="connsiteY6-40" fmla="*/ 9204 h 9997"/>
                    <a:gd name="connsiteX7-41" fmla="*/ 6170 w 9326"/>
                    <a:gd name="connsiteY7-42" fmla="*/ 8731 h 9997"/>
                    <a:gd name="connsiteX8-43" fmla="*/ 5082 w 9326"/>
                    <a:gd name="connsiteY8-44" fmla="*/ 9787 h 9997"/>
                    <a:gd name="connsiteX9-45" fmla="*/ 3650 w 9326"/>
                    <a:gd name="connsiteY9-46" fmla="*/ 9892 h 9997"/>
                    <a:gd name="connsiteX10-47" fmla="*/ 2533 w 9326"/>
                    <a:gd name="connsiteY10-48" fmla="*/ 7795 h 9997"/>
                    <a:gd name="connsiteX11-49" fmla="*/ 1379 w 9326"/>
                    <a:gd name="connsiteY11-50" fmla="*/ 7400 h 9997"/>
                    <a:gd name="connsiteX12-51" fmla="*/ 4 w 9326"/>
                    <a:gd name="connsiteY12-52" fmla="*/ 3988 h 9997"/>
                    <a:gd name="connsiteX0-53" fmla="*/ 4 w 10001"/>
                    <a:gd name="connsiteY0-54" fmla="*/ 3989 h 10041"/>
                    <a:gd name="connsiteX1-55" fmla="*/ 890 w 10001"/>
                    <a:gd name="connsiteY1-56" fmla="*/ 1575 h 10041"/>
                    <a:gd name="connsiteX2-57" fmla="*/ 3902 w 10001"/>
                    <a:gd name="connsiteY2-58" fmla="*/ 993 h 10041"/>
                    <a:gd name="connsiteX3-59" fmla="*/ 6227 w 10001"/>
                    <a:gd name="connsiteY3-60" fmla="*/ 0 h 10041"/>
                    <a:gd name="connsiteX4-61" fmla="*/ 8378 w 10001"/>
                    <a:gd name="connsiteY4-62" fmla="*/ 996 h 10041"/>
                    <a:gd name="connsiteX5-63" fmla="*/ 9998 w 10001"/>
                    <a:gd name="connsiteY5-64" fmla="*/ 5748 h 10041"/>
                    <a:gd name="connsiteX6-65" fmla="*/ 8721 w 10001"/>
                    <a:gd name="connsiteY6-66" fmla="*/ 9207 h 10041"/>
                    <a:gd name="connsiteX7-67" fmla="*/ 5449 w 10001"/>
                    <a:gd name="connsiteY7-68" fmla="*/ 9790 h 10041"/>
                    <a:gd name="connsiteX8-69" fmla="*/ 3914 w 10001"/>
                    <a:gd name="connsiteY8-70" fmla="*/ 9895 h 10041"/>
                    <a:gd name="connsiteX9-71" fmla="*/ 2716 w 10001"/>
                    <a:gd name="connsiteY9-72" fmla="*/ 7797 h 10041"/>
                    <a:gd name="connsiteX10-73" fmla="*/ 1479 w 10001"/>
                    <a:gd name="connsiteY10-74" fmla="*/ 7402 h 10041"/>
                    <a:gd name="connsiteX11-75" fmla="*/ 4 w 10001"/>
                    <a:gd name="connsiteY11-76" fmla="*/ 3989 h 10041"/>
                    <a:gd name="connsiteX0-77" fmla="*/ 4 w 10001"/>
                    <a:gd name="connsiteY0-78" fmla="*/ 3989 h 14825"/>
                    <a:gd name="connsiteX1-79" fmla="*/ 890 w 10001"/>
                    <a:gd name="connsiteY1-80" fmla="*/ 1575 h 14825"/>
                    <a:gd name="connsiteX2-81" fmla="*/ 3902 w 10001"/>
                    <a:gd name="connsiteY2-82" fmla="*/ 993 h 14825"/>
                    <a:gd name="connsiteX3-83" fmla="*/ 6227 w 10001"/>
                    <a:gd name="connsiteY3-84" fmla="*/ 0 h 14825"/>
                    <a:gd name="connsiteX4-85" fmla="*/ 8378 w 10001"/>
                    <a:gd name="connsiteY4-86" fmla="*/ 996 h 14825"/>
                    <a:gd name="connsiteX5-87" fmla="*/ 9998 w 10001"/>
                    <a:gd name="connsiteY5-88" fmla="*/ 5748 h 14825"/>
                    <a:gd name="connsiteX6-89" fmla="*/ 8721 w 10001"/>
                    <a:gd name="connsiteY6-90" fmla="*/ 9207 h 14825"/>
                    <a:gd name="connsiteX7-91" fmla="*/ 6011 w 10001"/>
                    <a:gd name="connsiteY7-92" fmla="*/ 14823 h 14825"/>
                    <a:gd name="connsiteX8-93" fmla="*/ 3914 w 10001"/>
                    <a:gd name="connsiteY8-94" fmla="*/ 9895 h 14825"/>
                    <a:gd name="connsiteX9-95" fmla="*/ 2716 w 10001"/>
                    <a:gd name="connsiteY9-96" fmla="*/ 7797 h 14825"/>
                    <a:gd name="connsiteX10-97" fmla="*/ 1479 w 10001"/>
                    <a:gd name="connsiteY10-98" fmla="*/ 7402 h 14825"/>
                    <a:gd name="connsiteX11-99" fmla="*/ 4 w 10001"/>
                    <a:gd name="connsiteY11-100" fmla="*/ 3989 h 14825"/>
                    <a:gd name="connsiteX0-101" fmla="*/ 4 w 10001"/>
                    <a:gd name="connsiteY0-102" fmla="*/ 7436 h 18272"/>
                    <a:gd name="connsiteX1-103" fmla="*/ 890 w 10001"/>
                    <a:gd name="connsiteY1-104" fmla="*/ 5022 h 18272"/>
                    <a:gd name="connsiteX2-105" fmla="*/ 3902 w 10001"/>
                    <a:gd name="connsiteY2-106" fmla="*/ 4440 h 18272"/>
                    <a:gd name="connsiteX3-107" fmla="*/ 6026 w 10001"/>
                    <a:gd name="connsiteY3-108" fmla="*/ 0 h 18272"/>
                    <a:gd name="connsiteX4-109" fmla="*/ 8378 w 10001"/>
                    <a:gd name="connsiteY4-110" fmla="*/ 4443 h 18272"/>
                    <a:gd name="connsiteX5-111" fmla="*/ 9998 w 10001"/>
                    <a:gd name="connsiteY5-112" fmla="*/ 9195 h 18272"/>
                    <a:gd name="connsiteX6-113" fmla="*/ 8721 w 10001"/>
                    <a:gd name="connsiteY6-114" fmla="*/ 12654 h 18272"/>
                    <a:gd name="connsiteX7-115" fmla="*/ 6011 w 10001"/>
                    <a:gd name="connsiteY7-116" fmla="*/ 18270 h 18272"/>
                    <a:gd name="connsiteX8-117" fmla="*/ 3914 w 10001"/>
                    <a:gd name="connsiteY8-118" fmla="*/ 13342 h 18272"/>
                    <a:gd name="connsiteX9-119" fmla="*/ 2716 w 10001"/>
                    <a:gd name="connsiteY9-120" fmla="*/ 11244 h 18272"/>
                    <a:gd name="connsiteX10-121" fmla="*/ 1479 w 10001"/>
                    <a:gd name="connsiteY10-122" fmla="*/ 10849 h 18272"/>
                    <a:gd name="connsiteX11-123" fmla="*/ 4 w 10001"/>
                    <a:gd name="connsiteY11-124" fmla="*/ 7436 h 18272"/>
                    <a:gd name="connsiteX0-125" fmla="*/ 1 w 9998"/>
                    <a:gd name="connsiteY0-126" fmla="*/ 7436 h 18272"/>
                    <a:gd name="connsiteX1-127" fmla="*/ 3899 w 9998"/>
                    <a:gd name="connsiteY1-128" fmla="*/ 4440 h 18272"/>
                    <a:gd name="connsiteX2-129" fmla="*/ 6023 w 9998"/>
                    <a:gd name="connsiteY2-130" fmla="*/ 0 h 18272"/>
                    <a:gd name="connsiteX3-131" fmla="*/ 8375 w 9998"/>
                    <a:gd name="connsiteY3-132" fmla="*/ 4443 h 18272"/>
                    <a:gd name="connsiteX4-133" fmla="*/ 9995 w 9998"/>
                    <a:gd name="connsiteY4-134" fmla="*/ 9195 h 18272"/>
                    <a:gd name="connsiteX5-135" fmla="*/ 8718 w 9998"/>
                    <a:gd name="connsiteY5-136" fmla="*/ 12654 h 18272"/>
                    <a:gd name="connsiteX6-137" fmla="*/ 6008 w 9998"/>
                    <a:gd name="connsiteY6-138" fmla="*/ 18270 h 18272"/>
                    <a:gd name="connsiteX7-139" fmla="*/ 3911 w 9998"/>
                    <a:gd name="connsiteY7-140" fmla="*/ 13342 h 18272"/>
                    <a:gd name="connsiteX8-141" fmla="*/ 2713 w 9998"/>
                    <a:gd name="connsiteY8-142" fmla="*/ 11244 h 18272"/>
                    <a:gd name="connsiteX9-143" fmla="*/ 1476 w 9998"/>
                    <a:gd name="connsiteY9-144" fmla="*/ 10849 h 18272"/>
                    <a:gd name="connsiteX10-145" fmla="*/ 1 w 9998"/>
                    <a:gd name="connsiteY10-146" fmla="*/ 7436 h 18272"/>
                    <a:gd name="connsiteX0-147" fmla="*/ 35 w 8559"/>
                    <a:gd name="connsiteY0-148" fmla="*/ 5938 h 10000"/>
                    <a:gd name="connsiteX1-149" fmla="*/ 2459 w 8559"/>
                    <a:gd name="connsiteY1-150" fmla="*/ 2430 h 10000"/>
                    <a:gd name="connsiteX2-151" fmla="*/ 4583 w 8559"/>
                    <a:gd name="connsiteY2-152" fmla="*/ 0 h 10000"/>
                    <a:gd name="connsiteX3-153" fmla="*/ 6936 w 8559"/>
                    <a:gd name="connsiteY3-154" fmla="*/ 2432 h 10000"/>
                    <a:gd name="connsiteX4-155" fmla="*/ 8556 w 8559"/>
                    <a:gd name="connsiteY4-156" fmla="*/ 5032 h 10000"/>
                    <a:gd name="connsiteX5-157" fmla="*/ 7279 w 8559"/>
                    <a:gd name="connsiteY5-158" fmla="*/ 6925 h 10000"/>
                    <a:gd name="connsiteX6-159" fmla="*/ 4568 w 8559"/>
                    <a:gd name="connsiteY6-160" fmla="*/ 9999 h 10000"/>
                    <a:gd name="connsiteX7-161" fmla="*/ 2471 w 8559"/>
                    <a:gd name="connsiteY7-162" fmla="*/ 7302 h 10000"/>
                    <a:gd name="connsiteX8-163" fmla="*/ 1273 w 8559"/>
                    <a:gd name="connsiteY8-164" fmla="*/ 6154 h 10000"/>
                    <a:gd name="connsiteX9-165" fmla="*/ 35 w 8559"/>
                    <a:gd name="connsiteY9-166" fmla="*/ 5938 h 10000"/>
                    <a:gd name="connsiteX0-167" fmla="*/ 49 w 9820"/>
                    <a:gd name="connsiteY0-168" fmla="*/ 4655 h 10000"/>
                    <a:gd name="connsiteX1-169" fmla="*/ 2693 w 9820"/>
                    <a:gd name="connsiteY1-170" fmla="*/ 2430 h 10000"/>
                    <a:gd name="connsiteX2-171" fmla="*/ 5175 w 9820"/>
                    <a:gd name="connsiteY2-172" fmla="*/ 0 h 10000"/>
                    <a:gd name="connsiteX3-173" fmla="*/ 7924 w 9820"/>
                    <a:gd name="connsiteY3-174" fmla="*/ 2432 h 10000"/>
                    <a:gd name="connsiteX4-175" fmla="*/ 9816 w 9820"/>
                    <a:gd name="connsiteY4-176" fmla="*/ 5032 h 10000"/>
                    <a:gd name="connsiteX5-177" fmla="*/ 8324 w 9820"/>
                    <a:gd name="connsiteY5-178" fmla="*/ 6925 h 10000"/>
                    <a:gd name="connsiteX6-179" fmla="*/ 5157 w 9820"/>
                    <a:gd name="connsiteY6-180" fmla="*/ 9999 h 10000"/>
                    <a:gd name="connsiteX7-181" fmla="*/ 2707 w 9820"/>
                    <a:gd name="connsiteY7-182" fmla="*/ 7302 h 10000"/>
                    <a:gd name="connsiteX8-183" fmla="*/ 1307 w 9820"/>
                    <a:gd name="connsiteY8-184" fmla="*/ 6154 h 10000"/>
                    <a:gd name="connsiteX9-185" fmla="*/ 49 w 9820"/>
                    <a:gd name="connsiteY9-186" fmla="*/ 4655 h 10000"/>
                    <a:gd name="connsiteX0-187" fmla="*/ 45 w 9995"/>
                    <a:gd name="connsiteY0-188" fmla="*/ 4655 h 10000"/>
                    <a:gd name="connsiteX1-189" fmla="*/ 2737 w 9995"/>
                    <a:gd name="connsiteY1-190" fmla="*/ 2430 h 10000"/>
                    <a:gd name="connsiteX2-191" fmla="*/ 5265 w 9995"/>
                    <a:gd name="connsiteY2-192" fmla="*/ 0 h 10000"/>
                    <a:gd name="connsiteX3-193" fmla="*/ 8064 w 9995"/>
                    <a:gd name="connsiteY3-194" fmla="*/ 2432 h 10000"/>
                    <a:gd name="connsiteX4-195" fmla="*/ 9991 w 9995"/>
                    <a:gd name="connsiteY4-196" fmla="*/ 5032 h 10000"/>
                    <a:gd name="connsiteX5-197" fmla="*/ 8472 w 9995"/>
                    <a:gd name="connsiteY5-198" fmla="*/ 6925 h 10000"/>
                    <a:gd name="connsiteX6-199" fmla="*/ 5247 w 9995"/>
                    <a:gd name="connsiteY6-200" fmla="*/ 9999 h 10000"/>
                    <a:gd name="connsiteX7-201" fmla="*/ 2752 w 9995"/>
                    <a:gd name="connsiteY7-202" fmla="*/ 7302 h 10000"/>
                    <a:gd name="connsiteX8-203" fmla="*/ 1374 w 9995"/>
                    <a:gd name="connsiteY8-204" fmla="*/ 6984 h 10000"/>
                    <a:gd name="connsiteX9-205" fmla="*/ 45 w 9995"/>
                    <a:gd name="connsiteY9-206" fmla="*/ 4655 h 10000"/>
                    <a:gd name="connsiteX0-207" fmla="*/ 45 w 10000"/>
                    <a:gd name="connsiteY0-208" fmla="*/ 5032 h 10377"/>
                    <a:gd name="connsiteX1-209" fmla="*/ 2738 w 10000"/>
                    <a:gd name="connsiteY1-210" fmla="*/ 2807 h 10377"/>
                    <a:gd name="connsiteX2-211" fmla="*/ 4886 w 10000"/>
                    <a:gd name="connsiteY2-212" fmla="*/ 0 h 10377"/>
                    <a:gd name="connsiteX3-213" fmla="*/ 8068 w 10000"/>
                    <a:gd name="connsiteY3-214" fmla="*/ 2809 h 10377"/>
                    <a:gd name="connsiteX4-215" fmla="*/ 9996 w 10000"/>
                    <a:gd name="connsiteY4-216" fmla="*/ 5409 h 10377"/>
                    <a:gd name="connsiteX5-217" fmla="*/ 8476 w 10000"/>
                    <a:gd name="connsiteY5-218" fmla="*/ 7302 h 10377"/>
                    <a:gd name="connsiteX6-219" fmla="*/ 5250 w 10000"/>
                    <a:gd name="connsiteY6-220" fmla="*/ 10376 h 10377"/>
                    <a:gd name="connsiteX7-221" fmla="*/ 2753 w 10000"/>
                    <a:gd name="connsiteY7-222" fmla="*/ 7679 h 10377"/>
                    <a:gd name="connsiteX8-223" fmla="*/ 1375 w 10000"/>
                    <a:gd name="connsiteY8-224" fmla="*/ 7361 h 10377"/>
                    <a:gd name="connsiteX9-225" fmla="*/ 45 w 10000"/>
                    <a:gd name="connsiteY9-226" fmla="*/ 5032 h 10377"/>
                    <a:gd name="connsiteX0-227" fmla="*/ 45 w 10000"/>
                    <a:gd name="connsiteY0-228" fmla="*/ 5036 h 10381"/>
                    <a:gd name="connsiteX1-229" fmla="*/ 2738 w 10000"/>
                    <a:gd name="connsiteY1-230" fmla="*/ 2811 h 10381"/>
                    <a:gd name="connsiteX2-231" fmla="*/ 4886 w 10000"/>
                    <a:gd name="connsiteY2-232" fmla="*/ 4 h 10381"/>
                    <a:gd name="connsiteX3-233" fmla="*/ 8068 w 10000"/>
                    <a:gd name="connsiteY3-234" fmla="*/ 2813 h 10381"/>
                    <a:gd name="connsiteX4-235" fmla="*/ 9996 w 10000"/>
                    <a:gd name="connsiteY4-236" fmla="*/ 5413 h 10381"/>
                    <a:gd name="connsiteX5-237" fmla="*/ 8476 w 10000"/>
                    <a:gd name="connsiteY5-238" fmla="*/ 7306 h 10381"/>
                    <a:gd name="connsiteX6-239" fmla="*/ 5250 w 10000"/>
                    <a:gd name="connsiteY6-240" fmla="*/ 10380 h 10381"/>
                    <a:gd name="connsiteX7-241" fmla="*/ 2753 w 10000"/>
                    <a:gd name="connsiteY7-242" fmla="*/ 7683 h 10381"/>
                    <a:gd name="connsiteX8-243" fmla="*/ 1375 w 10000"/>
                    <a:gd name="connsiteY8-244" fmla="*/ 7365 h 10381"/>
                    <a:gd name="connsiteX9-245" fmla="*/ 45 w 10000"/>
                    <a:gd name="connsiteY9-246" fmla="*/ 5036 h 10381"/>
                    <a:gd name="connsiteX0-247" fmla="*/ 45 w 10000"/>
                    <a:gd name="connsiteY0-248" fmla="*/ 5036 h 10796"/>
                    <a:gd name="connsiteX1-249" fmla="*/ 2738 w 10000"/>
                    <a:gd name="connsiteY1-250" fmla="*/ 2811 h 10796"/>
                    <a:gd name="connsiteX2-251" fmla="*/ 4886 w 10000"/>
                    <a:gd name="connsiteY2-252" fmla="*/ 4 h 10796"/>
                    <a:gd name="connsiteX3-253" fmla="*/ 8068 w 10000"/>
                    <a:gd name="connsiteY3-254" fmla="*/ 2813 h 10796"/>
                    <a:gd name="connsiteX4-255" fmla="*/ 9996 w 10000"/>
                    <a:gd name="connsiteY4-256" fmla="*/ 5413 h 10796"/>
                    <a:gd name="connsiteX5-257" fmla="*/ 8476 w 10000"/>
                    <a:gd name="connsiteY5-258" fmla="*/ 7306 h 10796"/>
                    <a:gd name="connsiteX6-259" fmla="*/ 5202 w 10000"/>
                    <a:gd name="connsiteY6-260" fmla="*/ 10795 h 10796"/>
                    <a:gd name="connsiteX7-261" fmla="*/ 2753 w 10000"/>
                    <a:gd name="connsiteY7-262" fmla="*/ 7683 h 10796"/>
                    <a:gd name="connsiteX8-263" fmla="*/ 1375 w 10000"/>
                    <a:gd name="connsiteY8-264" fmla="*/ 7365 h 10796"/>
                    <a:gd name="connsiteX9-265" fmla="*/ 45 w 10000"/>
                    <a:gd name="connsiteY9-266" fmla="*/ 5036 h 10796"/>
                    <a:gd name="connsiteX0-267" fmla="*/ 45 w 10000"/>
                    <a:gd name="connsiteY0-268" fmla="*/ 5036 h 10795"/>
                    <a:gd name="connsiteX1-269" fmla="*/ 2738 w 10000"/>
                    <a:gd name="connsiteY1-270" fmla="*/ 2811 h 10795"/>
                    <a:gd name="connsiteX2-271" fmla="*/ 4886 w 10000"/>
                    <a:gd name="connsiteY2-272" fmla="*/ 4 h 10795"/>
                    <a:gd name="connsiteX3-273" fmla="*/ 8068 w 10000"/>
                    <a:gd name="connsiteY3-274" fmla="*/ 2813 h 10795"/>
                    <a:gd name="connsiteX4-275" fmla="*/ 9996 w 10000"/>
                    <a:gd name="connsiteY4-276" fmla="*/ 5413 h 10795"/>
                    <a:gd name="connsiteX5-277" fmla="*/ 8476 w 10000"/>
                    <a:gd name="connsiteY5-278" fmla="*/ 7306 h 10795"/>
                    <a:gd name="connsiteX6-279" fmla="*/ 5202 w 10000"/>
                    <a:gd name="connsiteY6-280" fmla="*/ 10795 h 10795"/>
                    <a:gd name="connsiteX7-281" fmla="*/ 2753 w 10000"/>
                    <a:gd name="connsiteY7-282" fmla="*/ 7683 h 10795"/>
                    <a:gd name="connsiteX8-283" fmla="*/ 1375 w 10000"/>
                    <a:gd name="connsiteY8-284" fmla="*/ 7365 h 10795"/>
                    <a:gd name="connsiteX9-285" fmla="*/ 45 w 10000"/>
                    <a:gd name="connsiteY9-286" fmla="*/ 5036 h 10795"/>
                    <a:gd name="connsiteX0-287" fmla="*/ 45 w 10000"/>
                    <a:gd name="connsiteY0-288" fmla="*/ 5036 h 10795"/>
                    <a:gd name="connsiteX1-289" fmla="*/ 2738 w 10000"/>
                    <a:gd name="connsiteY1-290" fmla="*/ 2811 h 10795"/>
                    <a:gd name="connsiteX2-291" fmla="*/ 4886 w 10000"/>
                    <a:gd name="connsiteY2-292" fmla="*/ 4 h 10795"/>
                    <a:gd name="connsiteX3-293" fmla="*/ 8068 w 10000"/>
                    <a:gd name="connsiteY3-294" fmla="*/ 2813 h 10795"/>
                    <a:gd name="connsiteX4-295" fmla="*/ 9996 w 10000"/>
                    <a:gd name="connsiteY4-296" fmla="*/ 5413 h 10795"/>
                    <a:gd name="connsiteX5-297" fmla="*/ 8476 w 10000"/>
                    <a:gd name="connsiteY5-298" fmla="*/ 7306 h 10795"/>
                    <a:gd name="connsiteX6-299" fmla="*/ 5202 w 10000"/>
                    <a:gd name="connsiteY6-300" fmla="*/ 10795 h 10795"/>
                    <a:gd name="connsiteX7-301" fmla="*/ 2753 w 10000"/>
                    <a:gd name="connsiteY7-302" fmla="*/ 7683 h 10795"/>
                    <a:gd name="connsiteX8-303" fmla="*/ 1375 w 10000"/>
                    <a:gd name="connsiteY8-304" fmla="*/ 7365 h 10795"/>
                    <a:gd name="connsiteX9-305" fmla="*/ 45 w 10000"/>
                    <a:gd name="connsiteY9-306" fmla="*/ 5036 h 10795"/>
                    <a:gd name="connsiteX0-307" fmla="*/ 4 w 9959"/>
                    <a:gd name="connsiteY0-308" fmla="*/ 5593 h 11352"/>
                    <a:gd name="connsiteX1-309" fmla="*/ 1089 w 9959"/>
                    <a:gd name="connsiteY1-310" fmla="*/ 469 h 11352"/>
                    <a:gd name="connsiteX2-311" fmla="*/ 4845 w 9959"/>
                    <a:gd name="connsiteY2-312" fmla="*/ 561 h 11352"/>
                    <a:gd name="connsiteX3-313" fmla="*/ 8027 w 9959"/>
                    <a:gd name="connsiteY3-314" fmla="*/ 3370 h 11352"/>
                    <a:gd name="connsiteX4-315" fmla="*/ 9955 w 9959"/>
                    <a:gd name="connsiteY4-316" fmla="*/ 5970 h 11352"/>
                    <a:gd name="connsiteX5-317" fmla="*/ 8435 w 9959"/>
                    <a:gd name="connsiteY5-318" fmla="*/ 7863 h 11352"/>
                    <a:gd name="connsiteX6-319" fmla="*/ 5161 w 9959"/>
                    <a:gd name="connsiteY6-320" fmla="*/ 11352 h 11352"/>
                    <a:gd name="connsiteX7-321" fmla="*/ 2712 w 9959"/>
                    <a:gd name="connsiteY7-322" fmla="*/ 8240 h 11352"/>
                    <a:gd name="connsiteX8-323" fmla="*/ 1334 w 9959"/>
                    <a:gd name="connsiteY8-324" fmla="*/ 7922 h 11352"/>
                    <a:gd name="connsiteX9-325" fmla="*/ 4 w 9959"/>
                    <a:gd name="connsiteY9-326" fmla="*/ 5593 h 11352"/>
                    <a:gd name="connsiteX0-327" fmla="*/ 0 w 11223"/>
                    <a:gd name="connsiteY0-328" fmla="*/ 3835 h 9929"/>
                    <a:gd name="connsiteX1-329" fmla="*/ 2316 w 11223"/>
                    <a:gd name="connsiteY1-330" fmla="*/ 342 h 9929"/>
                    <a:gd name="connsiteX2-331" fmla="*/ 6088 w 11223"/>
                    <a:gd name="connsiteY2-332" fmla="*/ 423 h 9929"/>
                    <a:gd name="connsiteX3-333" fmla="*/ 9283 w 11223"/>
                    <a:gd name="connsiteY3-334" fmla="*/ 2898 h 9929"/>
                    <a:gd name="connsiteX4-335" fmla="*/ 11219 w 11223"/>
                    <a:gd name="connsiteY4-336" fmla="*/ 5188 h 9929"/>
                    <a:gd name="connsiteX5-337" fmla="*/ 9693 w 11223"/>
                    <a:gd name="connsiteY5-338" fmla="*/ 6856 h 9929"/>
                    <a:gd name="connsiteX6-339" fmla="*/ 6405 w 11223"/>
                    <a:gd name="connsiteY6-340" fmla="*/ 9929 h 9929"/>
                    <a:gd name="connsiteX7-341" fmla="*/ 3946 w 11223"/>
                    <a:gd name="connsiteY7-342" fmla="*/ 7188 h 9929"/>
                    <a:gd name="connsiteX8-343" fmla="*/ 2562 w 11223"/>
                    <a:gd name="connsiteY8-344" fmla="*/ 6908 h 9929"/>
                    <a:gd name="connsiteX9-345" fmla="*/ 0 w 11223"/>
                    <a:gd name="connsiteY9-346" fmla="*/ 3835 h 9929"/>
                    <a:gd name="connsiteX0-347" fmla="*/ 0 w 9999"/>
                    <a:gd name="connsiteY0-348" fmla="*/ 3862 h 10000"/>
                    <a:gd name="connsiteX1-349" fmla="*/ 2064 w 9999"/>
                    <a:gd name="connsiteY1-350" fmla="*/ 344 h 10000"/>
                    <a:gd name="connsiteX2-351" fmla="*/ 5425 w 9999"/>
                    <a:gd name="connsiteY2-352" fmla="*/ 426 h 10000"/>
                    <a:gd name="connsiteX3-353" fmla="*/ 8271 w 9999"/>
                    <a:gd name="connsiteY3-354" fmla="*/ 2919 h 10000"/>
                    <a:gd name="connsiteX4-355" fmla="*/ 9996 w 9999"/>
                    <a:gd name="connsiteY4-356" fmla="*/ 5225 h 10000"/>
                    <a:gd name="connsiteX5-357" fmla="*/ 8637 w 9999"/>
                    <a:gd name="connsiteY5-358" fmla="*/ 6905 h 10000"/>
                    <a:gd name="connsiteX6-359" fmla="*/ 5707 w 9999"/>
                    <a:gd name="connsiteY6-360" fmla="*/ 10000 h 10000"/>
                    <a:gd name="connsiteX7-361" fmla="*/ 2283 w 9999"/>
                    <a:gd name="connsiteY7-362" fmla="*/ 6957 h 10000"/>
                    <a:gd name="connsiteX8-363" fmla="*/ 0 w 9999"/>
                    <a:gd name="connsiteY8-364" fmla="*/ 3862 h 10000"/>
                    <a:gd name="connsiteX0-365" fmla="*/ 124 w 10124"/>
                    <a:gd name="connsiteY0-366" fmla="*/ 3862 h 10000"/>
                    <a:gd name="connsiteX1-367" fmla="*/ 2188 w 10124"/>
                    <a:gd name="connsiteY1-368" fmla="*/ 344 h 10000"/>
                    <a:gd name="connsiteX2-369" fmla="*/ 5550 w 10124"/>
                    <a:gd name="connsiteY2-370" fmla="*/ 426 h 10000"/>
                    <a:gd name="connsiteX3-371" fmla="*/ 8396 w 10124"/>
                    <a:gd name="connsiteY3-372" fmla="*/ 2919 h 10000"/>
                    <a:gd name="connsiteX4-373" fmla="*/ 10121 w 10124"/>
                    <a:gd name="connsiteY4-374" fmla="*/ 5225 h 10000"/>
                    <a:gd name="connsiteX5-375" fmla="*/ 8762 w 10124"/>
                    <a:gd name="connsiteY5-376" fmla="*/ 6905 h 10000"/>
                    <a:gd name="connsiteX6-377" fmla="*/ 5832 w 10124"/>
                    <a:gd name="connsiteY6-378" fmla="*/ 10000 h 10000"/>
                    <a:gd name="connsiteX7-379" fmla="*/ 124 w 10124"/>
                    <a:gd name="connsiteY7-380" fmla="*/ 3862 h 10000"/>
                    <a:gd name="connsiteX0-381" fmla="*/ 43 w 10045"/>
                    <a:gd name="connsiteY0-382" fmla="*/ 3862 h 6912"/>
                    <a:gd name="connsiteX1-383" fmla="*/ 2107 w 10045"/>
                    <a:gd name="connsiteY1-384" fmla="*/ 344 h 6912"/>
                    <a:gd name="connsiteX2-385" fmla="*/ 5469 w 10045"/>
                    <a:gd name="connsiteY2-386" fmla="*/ 426 h 6912"/>
                    <a:gd name="connsiteX3-387" fmla="*/ 8315 w 10045"/>
                    <a:gd name="connsiteY3-388" fmla="*/ 2919 h 6912"/>
                    <a:gd name="connsiteX4-389" fmla="*/ 10040 w 10045"/>
                    <a:gd name="connsiteY4-390" fmla="*/ 5225 h 6912"/>
                    <a:gd name="connsiteX5-391" fmla="*/ 8681 w 10045"/>
                    <a:gd name="connsiteY5-392" fmla="*/ 6905 h 6912"/>
                    <a:gd name="connsiteX6-393" fmla="*/ 3967 w 10045"/>
                    <a:gd name="connsiteY6-394" fmla="*/ 5885 h 6912"/>
                    <a:gd name="connsiteX7-395" fmla="*/ 43 w 10045"/>
                    <a:gd name="connsiteY7-396" fmla="*/ 3862 h 6912"/>
                    <a:gd name="connsiteX0-397" fmla="*/ 47 w 10004"/>
                    <a:gd name="connsiteY0-398" fmla="*/ 5106 h 9519"/>
                    <a:gd name="connsiteX1-399" fmla="*/ 2102 w 10004"/>
                    <a:gd name="connsiteY1-400" fmla="*/ 17 h 9519"/>
                    <a:gd name="connsiteX2-401" fmla="*/ 6651 w 10004"/>
                    <a:gd name="connsiteY2-402" fmla="*/ 3484 h 9519"/>
                    <a:gd name="connsiteX3-403" fmla="*/ 8282 w 10004"/>
                    <a:gd name="connsiteY3-404" fmla="*/ 3742 h 9519"/>
                    <a:gd name="connsiteX4-405" fmla="*/ 9999 w 10004"/>
                    <a:gd name="connsiteY4-406" fmla="*/ 7078 h 9519"/>
                    <a:gd name="connsiteX5-407" fmla="*/ 8646 w 10004"/>
                    <a:gd name="connsiteY5-408" fmla="*/ 9509 h 9519"/>
                    <a:gd name="connsiteX6-409" fmla="*/ 3953 w 10004"/>
                    <a:gd name="connsiteY6-410" fmla="*/ 8033 h 9519"/>
                    <a:gd name="connsiteX7-411" fmla="*/ 47 w 10004"/>
                    <a:gd name="connsiteY7-412" fmla="*/ 5106 h 9519"/>
                    <a:gd name="connsiteX0-413" fmla="*/ 43 w 9996"/>
                    <a:gd name="connsiteY0-414" fmla="*/ 6232 h 10868"/>
                    <a:gd name="connsiteX1-415" fmla="*/ 2097 w 9996"/>
                    <a:gd name="connsiteY1-416" fmla="*/ 886 h 10868"/>
                    <a:gd name="connsiteX2-417" fmla="*/ 5642 w 9996"/>
                    <a:gd name="connsiteY2-418" fmla="*/ 385 h 10868"/>
                    <a:gd name="connsiteX3-419" fmla="*/ 8275 w 9996"/>
                    <a:gd name="connsiteY3-420" fmla="*/ 4799 h 10868"/>
                    <a:gd name="connsiteX4-421" fmla="*/ 9991 w 9996"/>
                    <a:gd name="connsiteY4-422" fmla="*/ 8304 h 10868"/>
                    <a:gd name="connsiteX5-423" fmla="*/ 8639 w 9996"/>
                    <a:gd name="connsiteY5-424" fmla="*/ 10857 h 10868"/>
                    <a:gd name="connsiteX6-425" fmla="*/ 3947 w 9996"/>
                    <a:gd name="connsiteY6-426" fmla="*/ 9307 h 10868"/>
                    <a:gd name="connsiteX7-427" fmla="*/ 43 w 9996"/>
                    <a:gd name="connsiteY7-428" fmla="*/ 6232 h 10868"/>
                    <a:gd name="connsiteX0-429" fmla="*/ 43 w 10004"/>
                    <a:gd name="connsiteY0-430" fmla="*/ 5543 h 9809"/>
                    <a:gd name="connsiteX1-431" fmla="*/ 2098 w 10004"/>
                    <a:gd name="connsiteY1-432" fmla="*/ 624 h 9809"/>
                    <a:gd name="connsiteX2-433" fmla="*/ 5644 w 10004"/>
                    <a:gd name="connsiteY2-434" fmla="*/ 163 h 9809"/>
                    <a:gd name="connsiteX3-435" fmla="*/ 8163 w 10004"/>
                    <a:gd name="connsiteY3-436" fmla="*/ 1492 h 9809"/>
                    <a:gd name="connsiteX4-437" fmla="*/ 9995 w 10004"/>
                    <a:gd name="connsiteY4-438" fmla="*/ 7450 h 9809"/>
                    <a:gd name="connsiteX5-439" fmla="*/ 8642 w 10004"/>
                    <a:gd name="connsiteY5-440" fmla="*/ 9799 h 9809"/>
                    <a:gd name="connsiteX6-441" fmla="*/ 3949 w 10004"/>
                    <a:gd name="connsiteY6-442" fmla="*/ 8373 h 9809"/>
                    <a:gd name="connsiteX7-443" fmla="*/ 43 w 10004"/>
                    <a:gd name="connsiteY7-444" fmla="*/ 5543 h 9809"/>
                    <a:gd name="connsiteX0-445" fmla="*/ 43 w 8950"/>
                    <a:gd name="connsiteY0-446" fmla="*/ 5651 h 10081"/>
                    <a:gd name="connsiteX1-447" fmla="*/ 2097 w 8950"/>
                    <a:gd name="connsiteY1-448" fmla="*/ 636 h 10081"/>
                    <a:gd name="connsiteX2-449" fmla="*/ 5642 w 8950"/>
                    <a:gd name="connsiteY2-450" fmla="*/ 166 h 10081"/>
                    <a:gd name="connsiteX3-451" fmla="*/ 8160 w 8950"/>
                    <a:gd name="connsiteY3-452" fmla="*/ 1521 h 10081"/>
                    <a:gd name="connsiteX4-453" fmla="*/ 8473 w 8950"/>
                    <a:gd name="connsiteY4-454" fmla="*/ 5322 h 10081"/>
                    <a:gd name="connsiteX5-455" fmla="*/ 8639 w 8950"/>
                    <a:gd name="connsiteY5-456" fmla="*/ 9990 h 10081"/>
                    <a:gd name="connsiteX6-457" fmla="*/ 3947 w 8950"/>
                    <a:gd name="connsiteY6-458" fmla="*/ 8536 h 10081"/>
                    <a:gd name="connsiteX7-459" fmla="*/ 43 w 8950"/>
                    <a:gd name="connsiteY7-460" fmla="*/ 5651 h 10081"/>
                    <a:gd name="connsiteX0-461" fmla="*/ 48 w 9651"/>
                    <a:gd name="connsiteY0-462" fmla="*/ 5606 h 8648"/>
                    <a:gd name="connsiteX1-463" fmla="*/ 2343 w 9651"/>
                    <a:gd name="connsiteY1-464" fmla="*/ 631 h 8648"/>
                    <a:gd name="connsiteX2-465" fmla="*/ 6304 w 9651"/>
                    <a:gd name="connsiteY2-466" fmla="*/ 165 h 8648"/>
                    <a:gd name="connsiteX3-467" fmla="*/ 9117 w 9651"/>
                    <a:gd name="connsiteY3-468" fmla="*/ 1509 h 8648"/>
                    <a:gd name="connsiteX4-469" fmla="*/ 9467 w 9651"/>
                    <a:gd name="connsiteY4-470" fmla="*/ 5279 h 8648"/>
                    <a:gd name="connsiteX5-471" fmla="*/ 6997 w 9651"/>
                    <a:gd name="connsiteY5-472" fmla="*/ 8019 h 8648"/>
                    <a:gd name="connsiteX6-473" fmla="*/ 4410 w 9651"/>
                    <a:gd name="connsiteY6-474" fmla="*/ 8467 h 8648"/>
                    <a:gd name="connsiteX7-475" fmla="*/ 48 w 9651"/>
                    <a:gd name="connsiteY7-476" fmla="*/ 5606 h 8648"/>
                    <a:gd name="connsiteX0-477" fmla="*/ 41 w 9991"/>
                    <a:gd name="connsiteY0-478" fmla="*/ 6482 h 9316"/>
                    <a:gd name="connsiteX1-479" fmla="*/ 2419 w 9991"/>
                    <a:gd name="connsiteY1-480" fmla="*/ 730 h 9316"/>
                    <a:gd name="connsiteX2-481" fmla="*/ 6523 w 9991"/>
                    <a:gd name="connsiteY2-482" fmla="*/ 191 h 9316"/>
                    <a:gd name="connsiteX3-483" fmla="*/ 9438 w 9991"/>
                    <a:gd name="connsiteY3-484" fmla="*/ 1745 h 9316"/>
                    <a:gd name="connsiteX4-485" fmla="*/ 9800 w 9991"/>
                    <a:gd name="connsiteY4-486" fmla="*/ 6104 h 9316"/>
                    <a:gd name="connsiteX5-487" fmla="*/ 7241 w 9991"/>
                    <a:gd name="connsiteY5-488" fmla="*/ 9273 h 9316"/>
                    <a:gd name="connsiteX6-489" fmla="*/ 1411 w 9991"/>
                    <a:gd name="connsiteY6-490" fmla="*/ 7856 h 9316"/>
                    <a:gd name="connsiteX7-491" fmla="*/ 41 w 9991"/>
                    <a:gd name="connsiteY7-492" fmla="*/ 6482 h 9316"/>
                    <a:gd name="connsiteX0-493" fmla="*/ 19 w 10708"/>
                    <a:gd name="connsiteY0-494" fmla="*/ 7721 h 10038"/>
                    <a:gd name="connsiteX1-495" fmla="*/ 3129 w 10708"/>
                    <a:gd name="connsiteY1-496" fmla="*/ 825 h 10038"/>
                    <a:gd name="connsiteX2-497" fmla="*/ 7237 w 10708"/>
                    <a:gd name="connsiteY2-498" fmla="*/ 246 h 10038"/>
                    <a:gd name="connsiteX3-499" fmla="*/ 10155 w 10708"/>
                    <a:gd name="connsiteY3-500" fmla="*/ 1914 h 10038"/>
                    <a:gd name="connsiteX4-501" fmla="*/ 10517 w 10708"/>
                    <a:gd name="connsiteY4-502" fmla="*/ 6593 h 10038"/>
                    <a:gd name="connsiteX5-503" fmla="*/ 7956 w 10708"/>
                    <a:gd name="connsiteY5-504" fmla="*/ 9995 h 10038"/>
                    <a:gd name="connsiteX6-505" fmla="*/ 2120 w 10708"/>
                    <a:gd name="connsiteY6-506" fmla="*/ 8474 h 10038"/>
                    <a:gd name="connsiteX7-507" fmla="*/ 19 w 10708"/>
                    <a:gd name="connsiteY7-508" fmla="*/ 7721 h 10038"/>
                    <a:gd name="connsiteX0-509" fmla="*/ 359 w 11048"/>
                    <a:gd name="connsiteY0-510" fmla="*/ 7721 h 10038"/>
                    <a:gd name="connsiteX1-511" fmla="*/ 3469 w 11048"/>
                    <a:gd name="connsiteY1-512" fmla="*/ 825 h 10038"/>
                    <a:gd name="connsiteX2-513" fmla="*/ 7577 w 11048"/>
                    <a:gd name="connsiteY2-514" fmla="*/ 246 h 10038"/>
                    <a:gd name="connsiteX3-515" fmla="*/ 10495 w 11048"/>
                    <a:gd name="connsiteY3-516" fmla="*/ 1914 h 10038"/>
                    <a:gd name="connsiteX4-517" fmla="*/ 10857 w 11048"/>
                    <a:gd name="connsiteY4-518" fmla="*/ 6593 h 10038"/>
                    <a:gd name="connsiteX5-519" fmla="*/ 8296 w 11048"/>
                    <a:gd name="connsiteY5-520" fmla="*/ 9995 h 10038"/>
                    <a:gd name="connsiteX6-521" fmla="*/ 2460 w 11048"/>
                    <a:gd name="connsiteY6-522" fmla="*/ 8474 h 10038"/>
                    <a:gd name="connsiteX7-523" fmla="*/ 359 w 11048"/>
                    <a:gd name="connsiteY7-524" fmla="*/ 7721 h 10038"/>
                    <a:gd name="connsiteX0-525" fmla="*/ 359 w 11048"/>
                    <a:gd name="connsiteY0-526" fmla="*/ 8392 h 10075"/>
                    <a:gd name="connsiteX1-527" fmla="*/ 3469 w 11048"/>
                    <a:gd name="connsiteY1-528" fmla="*/ 864 h 10075"/>
                    <a:gd name="connsiteX2-529" fmla="*/ 7577 w 11048"/>
                    <a:gd name="connsiteY2-530" fmla="*/ 285 h 10075"/>
                    <a:gd name="connsiteX3-531" fmla="*/ 10495 w 11048"/>
                    <a:gd name="connsiteY3-532" fmla="*/ 1953 h 10075"/>
                    <a:gd name="connsiteX4-533" fmla="*/ 10857 w 11048"/>
                    <a:gd name="connsiteY4-534" fmla="*/ 6632 h 10075"/>
                    <a:gd name="connsiteX5-535" fmla="*/ 8296 w 11048"/>
                    <a:gd name="connsiteY5-536" fmla="*/ 10034 h 10075"/>
                    <a:gd name="connsiteX6-537" fmla="*/ 2460 w 11048"/>
                    <a:gd name="connsiteY6-538" fmla="*/ 8513 h 10075"/>
                    <a:gd name="connsiteX7-539" fmla="*/ 359 w 11048"/>
                    <a:gd name="connsiteY7-540" fmla="*/ 8392 h 10075"/>
                    <a:gd name="connsiteX0-541" fmla="*/ 371 w 11060"/>
                    <a:gd name="connsiteY0-542" fmla="*/ 8392 h 10075"/>
                    <a:gd name="connsiteX1-543" fmla="*/ 3481 w 11060"/>
                    <a:gd name="connsiteY1-544" fmla="*/ 864 h 10075"/>
                    <a:gd name="connsiteX2-545" fmla="*/ 7589 w 11060"/>
                    <a:gd name="connsiteY2-546" fmla="*/ 285 h 10075"/>
                    <a:gd name="connsiteX3-547" fmla="*/ 10507 w 11060"/>
                    <a:gd name="connsiteY3-548" fmla="*/ 1953 h 10075"/>
                    <a:gd name="connsiteX4-549" fmla="*/ 10869 w 11060"/>
                    <a:gd name="connsiteY4-550" fmla="*/ 6632 h 10075"/>
                    <a:gd name="connsiteX5-551" fmla="*/ 8308 w 11060"/>
                    <a:gd name="connsiteY5-552" fmla="*/ 10034 h 10075"/>
                    <a:gd name="connsiteX6-553" fmla="*/ 2472 w 11060"/>
                    <a:gd name="connsiteY6-554" fmla="*/ 8513 h 10075"/>
                    <a:gd name="connsiteX7-555" fmla="*/ 371 w 11060"/>
                    <a:gd name="connsiteY7-556" fmla="*/ 8392 h 10075"/>
                    <a:gd name="connsiteX0-557" fmla="*/ 54 w 10743"/>
                    <a:gd name="connsiteY0-558" fmla="*/ 9468 h 11151"/>
                    <a:gd name="connsiteX1-559" fmla="*/ 4027 w 10743"/>
                    <a:gd name="connsiteY1-560" fmla="*/ 495 h 11151"/>
                    <a:gd name="connsiteX2-561" fmla="*/ 7272 w 10743"/>
                    <a:gd name="connsiteY2-562" fmla="*/ 1361 h 11151"/>
                    <a:gd name="connsiteX3-563" fmla="*/ 10190 w 10743"/>
                    <a:gd name="connsiteY3-564" fmla="*/ 3029 h 11151"/>
                    <a:gd name="connsiteX4-565" fmla="*/ 10552 w 10743"/>
                    <a:gd name="connsiteY4-566" fmla="*/ 7708 h 11151"/>
                    <a:gd name="connsiteX5-567" fmla="*/ 7991 w 10743"/>
                    <a:gd name="connsiteY5-568" fmla="*/ 11110 h 11151"/>
                    <a:gd name="connsiteX6-569" fmla="*/ 2155 w 10743"/>
                    <a:gd name="connsiteY6-570" fmla="*/ 9589 h 11151"/>
                    <a:gd name="connsiteX7-571" fmla="*/ 54 w 10743"/>
                    <a:gd name="connsiteY7-572" fmla="*/ 9468 h 11151"/>
                    <a:gd name="connsiteX0-573" fmla="*/ 54 w 10743"/>
                    <a:gd name="connsiteY0-574" fmla="*/ 9506 h 11189"/>
                    <a:gd name="connsiteX1-575" fmla="*/ 4027 w 10743"/>
                    <a:gd name="connsiteY1-576" fmla="*/ 533 h 11189"/>
                    <a:gd name="connsiteX2-577" fmla="*/ 7272 w 10743"/>
                    <a:gd name="connsiteY2-578" fmla="*/ 1399 h 11189"/>
                    <a:gd name="connsiteX3-579" fmla="*/ 10190 w 10743"/>
                    <a:gd name="connsiteY3-580" fmla="*/ 3067 h 11189"/>
                    <a:gd name="connsiteX4-581" fmla="*/ 10552 w 10743"/>
                    <a:gd name="connsiteY4-582" fmla="*/ 7746 h 11189"/>
                    <a:gd name="connsiteX5-583" fmla="*/ 7991 w 10743"/>
                    <a:gd name="connsiteY5-584" fmla="*/ 11148 h 11189"/>
                    <a:gd name="connsiteX6-585" fmla="*/ 2155 w 10743"/>
                    <a:gd name="connsiteY6-586" fmla="*/ 9627 h 11189"/>
                    <a:gd name="connsiteX7-587" fmla="*/ 54 w 10743"/>
                    <a:gd name="connsiteY7-588" fmla="*/ 9506 h 11189"/>
                    <a:gd name="connsiteX0-589" fmla="*/ 40 w 11293"/>
                    <a:gd name="connsiteY0-590" fmla="*/ 9082 h 11127"/>
                    <a:gd name="connsiteX1-591" fmla="*/ 4577 w 11293"/>
                    <a:gd name="connsiteY1-592" fmla="*/ 470 h 11127"/>
                    <a:gd name="connsiteX2-593" fmla="*/ 7822 w 11293"/>
                    <a:gd name="connsiteY2-594" fmla="*/ 1336 h 11127"/>
                    <a:gd name="connsiteX3-595" fmla="*/ 10740 w 11293"/>
                    <a:gd name="connsiteY3-596" fmla="*/ 3004 h 11127"/>
                    <a:gd name="connsiteX4-597" fmla="*/ 11102 w 11293"/>
                    <a:gd name="connsiteY4-598" fmla="*/ 7683 h 11127"/>
                    <a:gd name="connsiteX5-599" fmla="*/ 8541 w 11293"/>
                    <a:gd name="connsiteY5-600" fmla="*/ 11085 h 11127"/>
                    <a:gd name="connsiteX6-601" fmla="*/ 2705 w 11293"/>
                    <a:gd name="connsiteY6-602" fmla="*/ 9564 h 11127"/>
                    <a:gd name="connsiteX7-603" fmla="*/ 40 w 11293"/>
                    <a:gd name="connsiteY7-604" fmla="*/ 9082 h 11127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</a:cxnLst>
                  <a:rect l="l" t="t" r="r" b="b"/>
                  <a:pathLst>
                    <a:path w="11293" h="11127">
                      <a:moveTo>
                        <a:pt x="40" y="9082"/>
                      </a:moveTo>
                      <a:cubicBezTo>
                        <a:pt x="352" y="7566"/>
                        <a:pt x="3280" y="1761"/>
                        <a:pt x="4577" y="470"/>
                      </a:cubicBezTo>
                      <a:cubicBezTo>
                        <a:pt x="5874" y="-821"/>
                        <a:pt x="6795" y="914"/>
                        <a:pt x="7822" y="1336"/>
                      </a:cubicBezTo>
                      <a:cubicBezTo>
                        <a:pt x="8849" y="1758"/>
                        <a:pt x="10193" y="1947"/>
                        <a:pt x="10740" y="3004"/>
                      </a:cubicBezTo>
                      <a:cubicBezTo>
                        <a:pt x="11287" y="4061"/>
                        <a:pt x="11468" y="6337"/>
                        <a:pt x="11102" y="7683"/>
                      </a:cubicBezTo>
                      <a:cubicBezTo>
                        <a:pt x="10736" y="9030"/>
                        <a:pt x="9940" y="10771"/>
                        <a:pt x="8541" y="11085"/>
                      </a:cubicBezTo>
                      <a:cubicBezTo>
                        <a:pt x="7141" y="11398"/>
                        <a:pt x="4122" y="9898"/>
                        <a:pt x="2705" y="9564"/>
                      </a:cubicBezTo>
                      <a:cubicBezTo>
                        <a:pt x="1288" y="9230"/>
                        <a:pt x="-272" y="10598"/>
                        <a:pt x="40" y="9082"/>
                      </a:cubicBezTo>
                      <a:close/>
                    </a:path>
                  </a:pathLst>
                </a:custGeom>
                <a:solidFill>
                  <a:srgbClr val="66CCFF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grpSp>
              <p:nvGrpSpPr>
                <p:cNvPr id="370" name="Group 327"/>
                <p:cNvGrpSpPr/>
                <p:nvPr/>
              </p:nvGrpSpPr>
              <p:grpSpPr bwMode="auto">
                <a:xfrm>
                  <a:off x="7908175" y="5241780"/>
                  <a:ext cx="536554" cy="263548"/>
                  <a:chOff x="1871277" y="1576300"/>
                  <a:chExt cx="1128371" cy="437861"/>
                </a:xfrm>
              </p:grpSpPr>
              <p:sp>
                <p:nvSpPr>
                  <p:cNvPr id="374" name="Oval 373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75" name="Rectangle 374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76" name="Oval 375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77" name="Freeform 376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78" name="Freeform 377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79" name="Freeform 378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80" name="Freeform 379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381" name="Straight Connector 380"/>
                  <p:cNvCxnSpPr>
                    <a:endCxn id="376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2" name="Straight Connector 381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71" name="Group 370"/>
                <p:cNvGrpSpPr/>
                <p:nvPr/>
              </p:nvGrpSpPr>
              <p:grpSpPr>
                <a:xfrm>
                  <a:off x="7876581" y="5223365"/>
                  <a:ext cx="466894" cy="369332"/>
                  <a:chOff x="599495" y="1708643"/>
                  <a:chExt cx="491778" cy="409344"/>
                </a:xfrm>
              </p:grpSpPr>
              <p:sp>
                <p:nvSpPr>
                  <p:cNvPr id="372" name="Oval 371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73" name="TextBox 372"/>
                  <p:cNvSpPr txBox="1"/>
                  <p:nvPr/>
                </p:nvSpPr>
                <p:spPr>
                  <a:xfrm>
                    <a:off x="599495" y="1708643"/>
                    <a:ext cx="491778" cy="4093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dirty="0"/>
                      <a:t>  X</a:t>
                    </a:r>
                  </a:p>
                </p:txBody>
              </p:sp>
            </p:grpSp>
          </p:grpSp>
          <p:cxnSp>
            <p:nvCxnSpPr>
              <p:cNvPr id="402" name="Straight Connector 401"/>
              <p:cNvCxnSpPr/>
              <p:nvPr/>
            </p:nvCxnSpPr>
            <p:spPr bwMode="auto">
              <a:xfrm flipH="1">
                <a:off x="7133690" y="5764030"/>
                <a:ext cx="870024" cy="9999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B05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18" name="Group 117"/>
            <p:cNvGrpSpPr/>
            <p:nvPr/>
          </p:nvGrpSpPr>
          <p:grpSpPr bwMode="auto">
            <a:xfrm>
              <a:off x="5713440" y="4867676"/>
              <a:ext cx="2590803" cy="1196975"/>
              <a:chOff x="2244" y="2236"/>
              <a:chExt cx="1632" cy="754"/>
            </a:xfrm>
          </p:grpSpPr>
          <p:sp>
            <p:nvSpPr>
              <p:cNvPr id="162850" name="AutoShape 118"/>
              <p:cNvSpPr>
                <a:spLocks noChangeArrowheads="1"/>
              </p:cNvSpPr>
              <p:nvPr/>
            </p:nvSpPr>
            <p:spPr bwMode="auto">
              <a:xfrm rot="17597965">
                <a:off x="2089" y="2391"/>
                <a:ext cx="484" cy="174"/>
              </a:xfrm>
              <a:prstGeom prst="leftArrow">
                <a:avLst>
                  <a:gd name="adj1" fmla="val 50000"/>
                  <a:gd name="adj2" fmla="val 69540"/>
                </a:avLst>
              </a:prstGeom>
              <a:gradFill rotWithShape="1">
                <a:gsLst>
                  <a:gs pos="0">
                    <a:srgbClr val="FF0000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62851" name="Text Box 119"/>
              <p:cNvSpPr txBox="1">
                <a:spLocks noChangeArrowheads="1"/>
              </p:cNvSpPr>
              <p:nvPr/>
            </p:nvSpPr>
            <p:spPr bwMode="auto">
              <a:xfrm>
                <a:off x="2325" y="2614"/>
                <a:ext cx="1551" cy="37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85000"/>
                  </a:lnSpc>
                </a:pPr>
                <a:r>
                  <a:rPr lang="en-US" sz="1600" i="1" dirty="0">
                    <a:solidFill>
                      <a:srgbClr val="CC0000"/>
                    </a:solidFill>
                  </a:rPr>
                  <a:t>BGP</a:t>
                </a:r>
                <a:r>
                  <a:rPr lang="zh-CN" altLang="en-US" sz="1600" i="1" dirty="0">
                    <a:solidFill>
                      <a:srgbClr val="CC0000"/>
                    </a:solidFill>
                  </a:rPr>
                  <a:t>通告</a:t>
                </a:r>
                <a:r>
                  <a:rPr lang="en-US" sz="1600" i="1" dirty="0">
                    <a:solidFill>
                      <a:srgbClr val="CC0000"/>
                    </a:solidFill>
                  </a:rPr>
                  <a:t>:</a:t>
                </a:r>
              </a:p>
              <a:p>
                <a:pPr>
                  <a:lnSpc>
                    <a:spcPct val="85000"/>
                  </a:lnSpc>
                </a:pPr>
                <a:r>
                  <a:rPr lang="en-US" sz="1600" i="1" dirty="0">
                    <a:solidFill>
                      <a:srgbClr val="CC0000"/>
                    </a:solidFill>
                  </a:rPr>
                  <a:t>AS3, X</a:t>
                </a:r>
              </a:p>
            </p:txBody>
          </p:sp>
        </p:grpSp>
      </p:grpSp>
      <p:sp>
        <p:nvSpPr>
          <p:cNvPr id="327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-BGP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5" name="Rectangle 3"/>
          <p:cNvSpPr>
            <a:spLocks noGrp="1" noChangeArrowheads="1"/>
          </p:cNvSpPr>
          <p:nvPr>
            <p:ph type="title"/>
          </p:nvPr>
        </p:nvSpPr>
        <p:spPr>
          <a:xfrm>
            <a:off x="307960" y="796217"/>
            <a:ext cx="7997840" cy="558491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BGP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路径通告</a:t>
            </a:r>
            <a:endParaRPr lang="en-US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327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-BGP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grpSp>
        <p:nvGrpSpPr>
          <p:cNvPr id="325" name="Group 124"/>
          <p:cNvGrpSpPr/>
          <p:nvPr/>
        </p:nvGrpSpPr>
        <p:grpSpPr>
          <a:xfrm>
            <a:off x="624887" y="1451514"/>
            <a:ext cx="2557336" cy="1719017"/>
            <a:chOff x="-2170772" y="2784954"/>
            <a:chExt cx="2712783" cy="1853712"/>
          </a:xfrm>
        </p:grpSpPr>
        <p:sp>
          <p:nvSpPr>
            <p:cNvPr id="326" name="Freeform 2"/>
            <p:cNvSpPr/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-1" fmla="*/ 4 w 8600"/>
                <a:gd name="connsiteY0-2" fmla="*/ 4042 h 10128"/>
                <a:gd name="connsiteX1-3" fmla="*/ 715 w 8600"/>
                <a:gd name="connsiteY1-4" fmla="*/ 1598 h 10128"/>
                <a:gd name="connsiteX2-5" fmla="*/ 3130 w 8600"/>
                <a:gd name="connsiteY2-6" fmla="*/ 1009 h 10128"/>
                <a:gd name="connsiteX3-7" fmla="*/ 4995 w 8600"/>
                <a:gd name="connsiteY3-8" fmla="*/ 3 h 10128"/>
                <a:gd name="connsiteX4-9" fmla="*/ 6720 w 8600"/>
                <a:gd name="connsiteY4-10" fmla="*/ 1012 h 10128"/>
                <a:gd name="connsiteX5-11" fmla="*/ 8599 w 8600"/>
                <a:gd name="connsiteY5-12" fmla="*/ 6800 h 10128"/>
                <a:gd name="connsiteX6-13" fmla="*/ 6995 w 8600"/>
                <a:gd name="connsiteY6-14" fmla="*/ 9325 h 10128"/>
                <a:gd name="connsiteX7-15" fmla="*/ 5307 w 8600"/>
                <a:gd name="connsiteY7-16" fmla="*/ 8846 h 10128"/>
                <a:gd name="connsiteX8-17" fmla="*/ 4371 w 8600"/>
                <a:gd name="connsiteY8-18" fmla="*/ 9915 h 10128"/>
                <a:gd name="connsiteX9-19" fmla="*/ 3140 w 8600"/>
                <a:gd name="connsiteY9-20" fmla="*/ 10022 h 10128"/>
                <a:gd name="connsiteX10-21" fmla="*/ 2179 w 8600"/>
                <a:gd name="connsiteY10-22" fmla="*/ 7898 h 10128"/>
                <a:gd name="connsiteX11-23" fmla="*/ 1187 w 8600"/>
                <a:gd name="connsiteY11-24" fmla="*/ 7498 h 10128"/>
                <a:gd name="connsiteX12-25" fmla="*/ 4 w 8600"/>
                <a:gd name="connsiteY12-26" fmla="*/ 4042 h 10128"/>
                <a:gd name="connsiteX0-27" fmla="*/ 4 w 9326"/>
                <a:gd name="connsiteY0-28" fmla="*/ 3988 h 9997"/>
                <a:gd name="connsiteX1-29" fmla="*/ 830 w 9326"/>
                <a:gd name="connsiteY1-30" fmla="*/ 1575 h 9997"/>
                <a:gd name="connsiteX2-31" fmla="*/ 3639 w 9326"/>
                <a:gd name="connsiteY2-32" fmla="*/ 993 h 9997"/>
                <a:gd name="connsiteX3-33" fmla="*/ 5807 w 9326"/>
                <a:gd name="connsiteY3-34" fmla="*/ 0 h 9997"/>
                <a:gd name="connsiteX4-35" fmla="*/ 7813 w 9326"/>
                <a:gd name="connsiteY4-36" fmla="*/ 996 h 9997"/>
                <a:gd name="connsiteX5-37" fmla="*/ 9324 w 9326"/>
                <a:gd name="connsiteY5-38" fmla="*/ 5746 h 9997"/>
                <a:gd name="connsiteX6-39" fmla="*/ 8133 w 9326"/>
                <a:gd name="connsiteY6-40" fmla="*/ 9204 h 9997"/>
                <a:gd name="connsiteX7-41" fmla="*/ 6170 w 9326"/>
                <a:gd name="connsiteY7-42" fmla="*/ 8731 h 9997"/>
                <a:gd name="connsiteX8-43" fmla="*/ 5082 w 9326"/>
                <a:gd name="connsiteY8-44" fmla="*/ 9787 h 9997"/>
                <a:gd name="connsiteX9-45" fmla="*/ 3650 w 9326"/>
                <a:gd name="connsiteY9-46" fmla="*/ 9892 h 9997"/>
                <a:gd name="connsiteX10-47" fmla="*/ 2533 w 9326"/>
                <a:gd name="connsiteY10-48" fmla="*/ 7795 h 9997"/>
                <a:gd name="connsiteX11-49" fmla="*/ 1379 w 9326"/>
                <a:gd name="connsiteY11-50" fmla="*/ 7400 h 9997"/>
                <a:gd name="connsiteX12-51" fmla="*/ 4 w 9326"/>
                <a:gd name="connsiteY12-52" fmla="*/ 3988 h 9997"/>
                <a:gd name="connsiteX0-53" fmla="*/ 4 w 10001"/>
                <a:gd name="connsiteY0-54" fmla="*/ 3989 h 10041"/>
                <a:gd name="connsiteX1-55" fmla="*/ 890 w 10001"/>
                <a:gd name="connsiteY1-56" fmla="*/ 1575 h 10041"/>
                <a:gd name="connsiteX2-57" fmla="*/ 3902 w 10001"/>
                <a:gd name="connsiteY2-58" fmla="*/ 993 h 10041"/>
                <a:gd name="connsiteX3-59" fmla="*/ 6227 w 10001"/>
                <a:gd name="connsiteY3-60" fmla="*/ 0 h 10041"/>
                <a:gd name="connsiteX4-61" fmla="*/ 8378 w 10001"/>
                <a:gd name="connsiteY4-62" fmla="*/ 996 h 10041"/>
                <a:gd name="connsiteX5-63" fmla="*/ 9998 w 10001"/>
                <a:gd name="connsiteY5-64" fmla="*/ 5748 h 10041"/>
                <a:gd name="connsiteX6-65" fmla="*/ 8721 w 10001"/>
                <a:gd name="connsiteY6-66" fmla="*/ 9207 h 10041"/>
                <a:gd name="connsiteX7-67" fmla="*/ 5449 w 10001"/>
                <a:gd name="connsiteY7-68" fmla="*/ 9790 h 10041"/>
                <a:gd name="connsiteX8-69" fmla="*/ 3914 w 10001"/>
                <a:gd name="connsiteY8-70" fmla="*/ 9895 h 10041"/>
                <a:gd name="connsiteX9-71" fmla="*/ 2716 w 10001"/>
                <a:gd name="connsiteY9-72" fmla="*/ 7797 h 10041"/>
                <a:gd name="connsiteX10-73" fmla="*/ 1479 w 10001"/>
                <a:gd name="connsiteY10-74" fmla="*/ 7402 h 10041"/>
                <a:gd name="connsiteX11-75" fmla="*/ 4 w 10001"/>
                <a:gd name="connsiteY11-76" fmla="*/ 3989 h 10041"/>
                <a:gd name="connsiteX0-77" fmla="*/ 4 w 10001"/>
                <a:gd name="connsiteY0-78" fmla="*/ 3989 h 14825"/>
                <a:gd name="connsiteX1-79" fmla="*/ 890 w 10001"/>
                <a:gd name="connsiteY1-80" fmla="*/ 1575 h 14825"/>
                <a:gd name="connsiteX2-81" fmla="*/ 3902 w 10001"/>
                <a:gd name="connsiteY2-82" fmla="*/ 993 h 14825"/>
                <a:gd name="connsiteX3-83" fmla="*/ 6227 w 10001"/>
                <a:gd name="connsiteY3-84" fmla="*/ 0 h 14825"/>
                <a:gd name="connsiteX4-85" fmla="*/ 8378 w 10001"/>
                <a:gd name="connsiteY4-86" fmla="*/ 996 h 14825"/>
                <a:gd name="connsiteX5-87" fmla="*/ 9998 w 10001"/>
                <a:gd name="connsiteY5-88" fmla="*/ 5748 h 14825"/>
                <a:gd name="connsiteX6-89" fmla="*/ 8721 w 10001"/>
                <a:gd name="connsiteY6-90" fmla="*/ 9207 h 14825"/>
                <a:gd name="connsiteX7-91" fmla="*/ 6011 w 10001"/>
                <a:gd name="connsiteY7-92" fmla="*/ 14823 h 14825"/>
                <a:gd name="connsiteX8-93" fmla="*/ 3914 w 10001"/>
                <a:gd name="connsiteY8-94" fmla="*/ 9895 h 14825"/>
                <a:gd name="connsiteX9-95" fmla="*/ 2716 w 10001"/>
                <a:gd name="connsiteY9-96" fmla="*/ 7797 h 14825"/>
                <a:gd name="connsiteX10-97" fmla="*/ 1479 w 10001"/>
                <a:gd name="connsiteY10-98" fmla="*/ 7402 h 14825"/>
                <a:gd name="connsiteX11-99" fmla="*/ 4 w 10001"/>
                <a:gd name="connsiteY11-100" fmla="*/ 3989 h 14825"/>
                <a:gd name="connsiteX0-101" fmla="*/ 4 w 10001"/>
                <a:gd name="connsiteY0-102" fmla="*/ 7436 h 18272"/>
                <a:gd name="connsiteX1-103" fmla="*/ 890 w 10001"/>
                <a:gd name="connsiteY1-104" fmla="*/ 5022 h 18272"/>
                <a:gd name="connsiteX2-105" fmla="*/ 3902 w 10001"/>
                <a:gd name="connsiteY2-106" fmla="*/ 4440 h 18272"/>
                <a:gd name="connsiteX3-107" fmla="*/ 6026 w 10001"/>
                <a:gd name="connsiteY3-108" fmla="*/ 0 h 18272"/>
                <a:gd name="connsiteX4-109" fmla="*/ 8378 w 10001"/>
                <a:gd name="connsiteY4-110" fmla="*/ 4443 h 18272"/>
                <a:gd name="connsiteX5-111" fmla="*/ 9998 w 10001"/>
                <a:gd name="connsiteY5-112" fmla="*/ 9195 h 18272"/>
                <a:gd name="connsiteX6-113" fmla="*/ 8721 w 10001"/>
                <a:gd name="connsiteY6-114" fmla="*/ 12654 h 18272"/>
                <a:gd name="connsiteX7-115" fmla="*/ 6011 w 10001"/>
                <a:gd name="connsiteY7-116" fmla="*/ 18270 h 18272"/>
                <a:gd name="connsiteX8-117" fmla="*/ 3914 w 10001"/>
                <a:gd name="connsiteY8-118" fmla="*/ 13342 h 18272"/>
                <a:gd name="connsiteX9-119" fmla="*/ 2716 w 10001"/>
                <a:gd name="connsiteY9-120" fmla="*/ 11244 h 18272"/>
                <a:gd name="connsiteX10-121" fmla="*/ 1479 w 10001"/>
                <a:gd name="connsiteY10-122" fmla="*/ 10849 h 18272"/>
                <a:gd name="connsiteX11-123" fmla="*/ 4 w 10001"/>
                <a:gd name="connsiteY11-124" fmla="*/ 7436 h 18272"/>
                <a:gd name="connsiteX0-125" fmla="*/ 1 w 9998"/>
                <a:gd name="connsiteY0-126" fmla="*/ 7436 h 18272"/>
                <a:gd name="connsiteX1-127" fmla="*/ 3899 w 9998"/>
                <a:gd name="connsiteY1-128" fmla="*/ 4440 h 18272"/>
                <a:gd name="connsiteX2-129" fmla="*/ 6023 w 9998"/>
                <a:gd name="connsiteY2-130" fmla="*/ 0 h 18272"/>
                <a:gd name="connsiteX3-131" fmla="*/ 8375 w 9998"/>
                <a:gd name="connsiteY3-132" fmla="*/ 4443 h 18272"/>
                <a:gd name="connsiteX4-133" fmla="*/ 9995 w 9998"/>
                <a:gd name="connsiteY4-134" fmla="*/ 9195 h 18272"/>
                <a:gd name="connsiteX5-135" fmla="*/ 8718 w 9998"/>
                <a:gd name="connsiteY5-136" fmla="*/ 12654 h 18272"/>
                <a:gd name="connsiteX6-137" fmla="*/ 6008 w 9998"/>
                <a:gd name="connsiteY6-138" fmla="*/ 18270 h 18272"/>
                <a:gd name="connsiteX7-139" fmla="*/ 3911 w 9998"/>
                <a:gd name="connsiteY7-140" fmla="*/ 13342 h 18272"/>
                <a:gd name="connsiteX8-141" fmla="*/ 2713 w 9998"/>
                <a:gd name="connsiteY8-142" fmla="*/ 11244 h 18272"/>
                <a:gd name="connsiteX9-143" fmla="*/ 1476 w 9998"/>
                <a:gd name="connsiteY9-144" fmla="*/ 10849 h 18272"/>
                <a:gd name="connsiteX10-145" fmla="*/ 1 w 9998"/>
                <a:gd name="connsiteY10-146" fmla="*/ 7436 h 18272"/>
                <a:gd name="connsiteX0-147" fmla="*/ 35 w 8559"/>
                <a:gd name="connsiteY0-148" fmla="*/ 5938 h 10000"/>
                <a:gd name="connsiteX1-149" fmla="*/ 2459 w 8559"/>
                <a:gd name="connsiteY1-150" fmla="*/ 2430 h 10000"/>
                <a:gd name="connsiteX2-151" fmla="*/ 4583 w 8559"/>
                <a:gd name="connsiteY2-152" fmla="*/ 0 h 10000"/>
                <a:gd name="connsiteX3-153" fmla="*/ 6936 w 8559"/>
                <a:gd name="connsiteY3-154" fmla="*/ 2432 h 10000"/>
                <a:gd name="connsiteX4-155" fmla="*/ 8556 w 8559"/>
                <a:gd name="connsiteY4-156" fmla="*/ 5032 h 10000"/>
                <a:gd name="connsiteX5-157" fmla="*/ 7279 w 8559"/>
                <a:gd name="connsiteY5-158" fmla="*/ 6925 h 10000"/>
                <a:gd name="connsiteX6-159" fmla="*/ 4568 w 8559"/>
                <a:gd name="connsiteY6-160" fmla="*/ 9999 h 10000"/>
                <a:gd name="connsiteX7-161" fmla="*/ 2471 w 8559"/>
                <a:gd name="connsiteY7-162" fmla="*/ 7302 h 10000"/>
                <a:gd name="connsiteX8-163" fmla="*/ 1273 w 8559"/>
                <a:gd name="connsiteY8-164" fmla="*/ 6154 h 10000"/>
                <a:gd name="connsiteX9-165" fmla="*/ 35 w 8559"/>
                <a:gd name="connsiteY9-166" fmla="*/ 5938 h 10000"/>
                <a:gd name="connsiteX0-167" fmla="*/ 49 w 9820"/>
                <a:gd name="connsiteY0-168" fmla="*/ 4655 h 10000"/>
                <a:gd name="connsiteX1-169" fmla="*/ 2693 w 9820"/>
                <a:gd name="connsiteY1-170" fmla="*/ 2430 h 10000"/>
                <a:gd name="connsiteX2-171" fmla="*/ 5175 w 9820"/>
                <a:gd name="connsiteY2-172" fmla="*/ 0 h 10000"/>
                <a:gd name="connsiteX3-173" fmla="*/ 7924 w 9820"/>
                <a:gd name="connsiteY3-174" fmla="*/ 2432 h 10000"/>
                <a:gd name="connsiteX4-175" fmla="*/ 9816 w 9820"/>
                <a:gd name="connsiteY4-176" fmla="*/ 5032 h 10000"/>
                <a:gd name="connsiteX5-177" fmla="*/ 8324 w 9820"/>
                <a:gd name="connsiteY5-178" fmla="*/ 6925 h 10000"/>
                <a:gd name="connsiteX6-179" fmla="*/ 5157 w 9820"/>
                <a:gd name="connsiteY6-180" fmla="*/ 9999 h 10000"/>
                <a:gd name="connsiteX7-181" fmla="*/ 2707 w 9820"/>
                <a:gd name="connsiteY7-182" fmla="*/ 7302 h 10000"/>
                <a:gd name="connsiteX8-183" fmla="*/ 1307 w 9820"/>
                <a:gd name="connsiteY8-184" fmla="*/ 6154 h 10000"/>
                <a:gd name="connsiteX9-185" fmla="*/ 49 w 9820"/>
                <a:gd name="connsiteY9-186" fmla="*/ 4655 h 10000"/>
                <a:gd name="connsiteX0-187" fmla="*/ 45 w 9995"/>
                <a:gd name="connsiteY0-188" fmla="*/ 4655 h 10000"/>
                <a:gd name="connsiteX1-189" fmla="*/ 2737 w 9995"/>
                <a:gd name="connsiteY1-190" fmla="*/ 2430 h 10000"/>
                <a:gd name="connsiteX2-191" fmla="*/ 5265 w 9995"/>
                <a:gd name="connsiteY2-192" fmla="*/ 0 h 10000"/>
                <a:gd name="connsiteX3-193" fmla="*/ 8064 w 9995"/>
                <a:gd name="connsiteY3-194" fmla="*/ 2432 h 10000"/>
                <a:gd name="connsiteX4-195" fmla="*/ 9991 w 9995"/>
                <a:gd name="connsiteY4-196" fmla="*/ 5032 h 10000"/>
                <a:gd name="connsiteX5-197" fmla="*/ 8472 w 9995"/>
                <a:gd name="connsiteY5-198" fmla="*/ 6925 h 10000"/>
                <a:gd name="connsiteX6-199" fmla="*/ 5247 w 9995"/>
                <a:gd name="connsiteY6-200" fmla="*/ 9999 h 10000"/>
                <a:gd name="connsiteX7-201" fmla="*/ 2752 w 9995"/>
                <a:gd name="connsiteY7-202" fmla="*/ 7302 h 10000"/>
                <a:gd name="connsiteX8-203" fmla="*/ 1374 w 9995"/>
                <a:gd name="connsiteY8-204" fmla="*/ 6984 h 10000"/>
                <a:gd name="connsiteX9-205" fmla="*/ 45 w 9995"/>
                <a:gd name="connsiteY9-206" fmla="*/ 4655 h 10000"/>
                <a:gd name="connsiteX0-207" fmla="*/ 45 w 10000"/>
                <a:gd name="connsiteY0-208" fmla="*/ 5032 h 10377"/>
                <a:gd name="connsiteX1-209" fmla="*/ 2738 w 10000"/>
                <a:gd name="connsiteY1-210" fmla="*/ 2807 h 10377"/>
                <a:gd name="connsiteX2-211" fmla="*/ 4886 w 10000"/>
                <a:gd name="connsiteY2-212" fmla="*/ 0 h 10377"/>
                <a:gd name="connsiteX3-213" fmla="*/ 8068 w 10000"/>
                <a:gd name="connsiteY3-214" fmla="*/ 2809 h 10377"/>
                <a:gd name="connsiteX4-215" fmla="*/ 9996 w 10000"/>
                <a:gd name="connsiteY4-216" fmla="*/ 5409 h 10377"/>
                <a:gd name="connsiteX5-217" fmla="*/ 8476 w 10000"/>
                <a:gd name="connsiteY5-218" fmla="*/ 7302 h 10377"/>
                <a:gd name="connsiteX6-219" fmla="*/ 5250 w 10000"/>
                <a:gd name="connsiteY6-220" fmla="*/ 10376 h 10377"/>
                <a:gd name="connsiteX7-221" fmla="*/ 2753 w 10000"/>
                <a:gd name="connsiteY7-222" fmla="*/ 7679 h 10377"/>
                <a:gd name="connsiteX8-223" fmla="*/ 1375 w 10000"/>
                <a:gd name="connsiteY8-224" fmla="*/ 7361 h 10377"/>
                <a:gd name="connsiteX9-225" fmla="*/ 45 w 10000"/>
                <a:gd name="connsiteY9-226" fmla="*/ 5032 h 10377"/>
                <a:gd name="connsiteX0-227" fmla="*/ 45 w 10000"/>
                <a:gd name="connsiteY0-228" fmla="*/ 5036 h 10381"/>
                <a:gd name="connsiteX1-229" fmla="*/ 2738 w 10000"/>
                <a:gd name="connsiteY1-230" fmla="*/ 2811 h 10381"/>
                <a:gd name="connsiteX2-231" fmla="*/ 4886 w 10000"/>
                <a:gd name="connsiteY2-232" fmla="*/ 4 h 10381"/>
                <a:gd name="connsiteX3-233" fmla="*/ 8068 w 10000"/>
                <a:gd name="connsiteY3-234" fmla="*/ 2813 h 10381"/>
                <a:gd name="connsiteX4-235" fmla="*/ 9996 w 10000"/>
                <a:gd name="connsiteY4-236" fmla="*/ 5413 h 10381"/>
                <a:gd name="connsiteX5-237" fmla="*/ 8476 w 10000"/>
                <a:gd name="connsiteY5-238" fmla="*/ 7306 h 10381"/>
                <a:gd name="connsiteX6-239" fmla="*/ 5250 w 10000"/>
                <a:gd name="connsiteY6-240" fmla="*/ 10380 h 10381"/>
                <a:gd name="connsiteX7-241" fmla="*/ 2753 w 10000"/>
                <a:gd name="connsiteY7-242" fmla="*/ 7683 h 10381"/>
                <a:gd name="connsiteX8-243" fmla="*/ 1375 w 10000"/>
                <a:gd name="connsiteY8-244" fmla="*/ 7365 h 10381"/>
                <a:gd name="connsiteX9-245" fmla="*/ 45 w 10000"/>
                <a:gd name="connsiteY9-246" fmla="*/ 5036 h 10381"/>
                <a:gd name="connsiteX0-247" fmla="*/ 45 w 10000"/>
                <a:gd name="connsiteY0-248" fmla="*/ 5036 h 10796"/>
                <a:gd name="connsiteX1-249" fmla="*/ 2738 w 10000"/>
                <a:gd name="connsiteY1-250" fmla="*/ 2811 h 10796"/>
                <a:gd name="connsiteX2-251" fmla="*/ 4886 w 10000"/>
                <a:gd name="connsiteY2-252" fmla="*/ 4 h 10796"/>
                <a:gd name="connsiteX3-253" fmla="*/ 8068 w 10000"/>
                <a:gd name="connsiteY3-254" fmla="*/ 2813 h 10796"/>
                <a:gd name="connsiteX4-255" fmla="*/ 9996 w 10000"/>
                <a:gd name="connsiteY4-256" fmla="*/ 5413 h 10796"/>
                <a:gd name="connsiteX5-257" fmla="*/ 8476 w 10000"/>
                <a:gd name="connsiteY5-258" fmla="*/ 7306 h 10796"/>
                <a:gd name="connsiteX6-259" fmla="*/ 5202 w 10000"/>
                <a:gd name="connsiteY6-260" fmla="*/ 10795 h 10796"/>
                <a:gd name="connsiteX7-261" fmla="*/ 2753 w 10000"/>
                <a:gd name="connsiteY7-262" fmla="*/ 7683 h 10796"/>
                <a:gd name="connsiteX8-263" fmla="*/ 1375 w 10000"/>
                <a:gd name="connsiteY8-264" fmla="*/ 7365 h 10796"/>
                <a:gd name="connsiteX9-265" fmla="*/ 45 w 10000"/>
                <a:gd name="connsiteY9-266" fmla="*/ 5036 h 10796"/>
                <a:gd name="connsiteX0-267" fmla="*/ 45 w 10000"/>
                <a:gd name="connsiteY0-268" fmla="*/ 5036 h 10795"/>
                <a:gd name="connsiteX1-269" fmla="*/ 2738 w 10000"/>
                <a:gd name="connsiteY1-270" fmla="*/ 2811 h 10795"/>
                <a:gd name="connsiteX2-271" fmla="*/ 4886 w 10000"/>
                <a:gd name="connsiteY2-272" fmla="*/ 4 h 10795"/>
                <a:gd name="connsiteX3-273" fmla="*/ 8068 w 10000"/>
                <a:gd name="connsiteY3-274" fmla="*/ 2813 h 10795"/>
                <a:gd name="connsiteX4-275" fmla="*/ 9996 w 10000"/>
                <a:gd name="connsiteY4-276" fmla="*/ 5413 h 10795"/>
                <a:gd name="connsiteX5-277" fmla="*/ 8476 w 10000"/>
                <a:gd name="connsiteY5-278" fmla="*/ 7306 h 10795"/>
                <a:gd name="connsiteX6-279" fmla="*/ 5202 w 10000"/>
                <a:gd name="connsiteY6-280" fmla="*/ 10795 h 10795"/>
                <a:gd name="connsiteX7-281" fmla="*/ 2753 w 10000"/>
                <a:gd name="connsiteY7-282" fmla="*/ 7683 h 10795"/>
                <a:gd name="connsiteX8-283" fmla="*/ 1375 w 10000"/>
                <a:gd name="connsiteY8-284" fmla="*/ 7365 h 10795"/>
                <a:gd name="connsiteX9-285" fmla="*/ 45 w 10000"/>
                <a:gd name="connsiteY9-286" fmla="*/ 5036 h 10795"/>
                <a:gd name="connsiteX0-287" fmla="*/ 45 w 10000"/>
                <a:gd name="connsiteY0-288" fmla="*/ 5036 h 10795"/>
                <a:gd name="connsiteX1-289" fmla="*/ 2738 w 10000"/>
                <a:gd name="connsiteY1-290" fmla="*/ 2811 h 10795"/>
                <a:gd name="connsiteX2-291" fmla="*/ 4886 w 10000"/>
                <a:gd name="connsiteY2-292" fmla="*/ 4 h 10795"/>
                <a:gd name="connsiteX3-293" fmla="*/ 8068 w 10000"/>
                <a:gd name="connsiteY3-294" fmla="*/ 2813 h 10795"/>
                <a:gd name="connsiteX4-295" fmla="*/ 9996 w 10000"/>
                <a:gd name="connsiteY4-296" fmla="*/ 5413 h 10795"/>
                <a:gd name="connsiteX5-297" fmla="*/ 8476 w 10000"/>
                <a:gd name="connsiteY5-298" fmla="*/ 7306 h 10795"/>
                <a:gd name="connsiteX6-299" fmla="*/ 5202 w 10000"/>
                <a:gd name="connsiteY6-300" fmla="*/ 10795 h 10795"/>
                <a:gd name="connsiteX7-301" fmla="*/ 2753 w 10000"/>
                <a:gd name="connsiteY7-302" fmla="*/ 7683 h 10795"/>
                <a:gd name="connsiteX8-303" fmla="*/ 1375 w 10000"/>
                <a:gd name="connsiteY8-304" fmla="*/ 7365 h 10795"/>
                <a:gd name="connsiteX9-305" fmla="*/ 45 w 10000"/>
                <a:gd name="connsiteY9-306" fmla="*/ 5036 h 1079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328" name="Group 261"/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329" name="Group 262"/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91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95" name="Oval 315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96" name="Rectangle 316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97" name="Oval 317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98" name="Freeform 318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00" name="Freeform 319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01" name="Freeform 320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03" name="Freeform 321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4" name="Straight Connector 322"/>
                  <p:cNvCxnSpPr>
                    <a:endCxn id="397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5" name="Straight Connector 323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92" name="Group 312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93" name="Oval 313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94" name="TextBox 314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1b</a:t>
                    </a:r>
                  </a:p>
                </p:txBody>
              </p:sp>
            </p:grpSp>
          </p:grpSp>
          <p:grpSp>
            <p:nvGrpSpPr>
              <p:cNvPr id="330" name="Group 263"/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65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69" name="Oval 302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83" name="Rectangle 303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84" name="Oval 304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85" name="Freeform 305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86" name="Freeform 306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87" name="Freeform 307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88" name="Freeform 308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389" name="Straight Connector 309"/>
                  <p:cNvCxnSpPr>
                    <a:endCxn id="384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0" name="Straight Connector 310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66" name="Group 299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67" name="Oval 300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68" name="TextBox 301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1d</a:t>
                    </a:r>
                  </a:p>
                </p:txBody>
              </p:sp>
            </p:grpSp>
          </p:grpSp>
          <p:grpSp>
            <p:nvGrpSpPr>
              <p:cNvPr id="331" name="Group 264"/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52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56" name="Oval 289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57" name="Rectangle 290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58" name="Oval 291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59" name="Freeform 292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60" name="Freeform 293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61" name="Freeform 294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62" name="Freeform 295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363" name="Straight Connector 296"/>
                  <p:cNvCxnSpPr>
                    <a:endCxn id="35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64" name="Straight Connector 297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53" name="Group 286"/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354" name="Oval 287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55" name="TextBox 288"/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1c</a:t>
                    </a:r>
                  </a:p>
                </p:txBody>
              </p:sp>
            </p:grpSp>
          </p:grpSp>
          <p:grpSp>
            <p:nvGrpSpPr>
              <p:cNvPr id="332" name="Group 265"/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39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43" name="Oval 276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44" name="Rectangle 277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45" name="Oval 278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46" name="Freeform 279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47" name="Freeform 280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48" name="Freeform 281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49" name="Freeform 282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350" name="Straight Connector 283"/>
                  <p:cNvCxnSpPr>
                    <a:endCxn id="34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51" name="Straight Connector 284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40" name="Group 273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41" name="Oval 274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42" name="TextBox 275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1a</a:t>
                    </a:r>
                  </a:p>
                </p:txBody>
              </p:sp>
            </p:grpSp>
          </p:grpSp>
          <p:cxnSp>
            <p:nvCxnSpPr>
              <p:cNvPr id="333" name="Straight Connector 266"/>
              <p:cNvCxnSpPr>
                <a:stCxn id="394" idx="2"/>
                <a:endCxn id="368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34" name="Straight Connector 267"/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35" name="Straight Connector 268"/>
              <p:cNvCxnSpPr>
                <a:stCxn id="395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36" name="Straight Connector 269"/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37" name="Straight Connector 270"/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38" name="Straight Connector 271"/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grpSp>
        <p:nvGrpSpPr>
          <p:cNvPr id="406" name="Group 125"/>
          <p:cNvGrpSpPr/>
          <p:nvPr/>
        </p:nvGrpSpPr>
        <p:grpSpPr>
          <a:xfrm>
            <a:off x="3285692" y="2378685"/>
            <a:ext cx="2545688" cy="1720535"/>
            <a:chOff x="-2170772" y="2784954"/>
            <a:chExt cx="2712783" cy="1853712"/>
          </a:xfrm>
        </p:grpSpPr>
        <p:sp>
          <p:nvSpPr>
            <p:cNvPr id="407" name="Freeform 2"/>
            <p:cNvSpPr/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-1" fmla="*/ 4 w 8600"/>
                <a:gd name="connsiteY0-2" fmla="*/ 4042 h 10128"/>
                <a:gd name="connsiteX1-3" fmla="*/ 715 w 8600"/>
                <a:gd name="connsiteY1-4" fmla="*/ 1598 h 10128"/>
                <a:gd name="connsiteX2-5" fmla="*/ 3130 w 8600"/>
                <a:gd name="connsiteY2-6" fmla="*/ 1009 h 10128"/>
                <a:gd name="connsiteX3-7" fmla="*/ 4995 w 8600"/>
                <a:gd name="connsiteY3-8" fmla="*/ 3 h 10128"/>
                <a:gd name="connsiteX4-9" fmla="*/ 6720 w 8600"/>
                <a:gd name="connsiteY4-10" fmla="*/ 1012 h 10128"/>
                <a:gd name="connsiteX5-11" fmla="*/ 8599 w 8600"/>
                <a:gd name="connsiteY5-12" fmla="*/ 6800 h 10128"/>
                <a:gd name="connsiteX6-13" fmla="*/ 6995 w 8600"/>
                <a:gd name="connsiteY6-14" fmla="*/ 9325 h 10128"/>
                <a:gd name="connsiteX7-15" fmla="*/ 5307 w 8600"/>
                <a:gd name="connsiteY7-16" fmla="*/ 8846 h 10128"/>
                <a:gd name="connsiteX8-17" fmla="*/ 4371 w 8600"/>
                <a:gd name="connsiteY8-18" fmla="*/ 9915 h 10128"/>
                <a:gd name="connsiteX9-19" fmla="*/ 3140 w 8600"/>
                <a:gd name="connsiteY9-20" fmla="*/ 10022 h 10128"/>
                <a:gd name="connsiteX10-21" fmla="*/ 2179 w 8600"/>
                <a:gd name="connsiteY10-22" fmla="*/ 7898 h 10128"/>
                <a:gd name="connsiteX11-23" fmla="*/ 1187 w 8600"/>
                <a:gd name="connsiteY11-24" fmla="*/ 7498 h 10128"/>
                <a:gd name="connsiteX12-25" fmla="*/ 4 w 8600"/>
                <a:gd name="connsiteY12-26" fmla="*/ 4042 h 10128"/>
                <a:gd name="connsiteX0-27" fmla="*/ 4 w 9326"/>
                <a:gd name="connsiteY0-28" fmla="*/ 3988 h 9997"/>
                <a:gd name="connsiteX1-29" fmla="*/ 830 w 9326"/>
                <a:gd name="connsiteY1-30" fmla="*/ 1575 h 9997"/>
                <a:gd name="connsiteX2-31" fmla="*/ 3639 w 9326"/>
                <a:gd name="connsiteY2-32" fmla="*/ 993 h 9997"/>
                <a:gd name="connsiteX3-33" fmla="*/ 5807 w 9326"/>
                <a:gd name="connsiteY3-34" fmla="*/ 0 h 9997"/>
                <a:gd name="connsiteX4-35" fmla="*/ 7813 w 9326"/>
                <a:gd name="connsiteY4-36" fmla="*/ 996 h 9997"/>
                <a:gd name="connsiteX5-37" fmla="*/ 9324 w 9326"/>
                <a:gd name="connsiteY5-38" fmla="*/ 5746 h 9997"/>
                <a:gd name="connsiteX6-39" fmla="*/ 8133 w 9326"/>
                <a:gd name="connsiteY6-40" fmla="*/ 9204 h 9997"/>
                <a:gd name="connsiteX7-41" fmla="*/ 6170 w 9326"/>
                <a:gd name="connsiteY7-42" fmla="*/ 8731 h 9997"/>
                <a:gd name="connsiteX8-43" fmla="*/ 5082 w 9326"/>
                <a:gd name="connsiteY8-44" fmla="*/ 9787 h 9997"/>
                <a:gd name="connsiteX9-45" fmla="*/ 3650 w 9326"/>
                <a:gd name="connsiteY9-46" fmla="*/ 9892 h 9997"/>
                <a:gd name="connsiteX10-47" fmla="*/ 2533 w 9326"/>
                <a:gd name="connsiteY10-48" fmla="*/ 7795 h 9997"/>
                <a:gd name="connsiteX11-49" fmla="*/ 1379 w 9326"/>
                <a:gd name="connsiteY11-50" fmla="*/ 7400 h 9997"/>
                <a:gd name="connsiteX12-51" fmla="*/ 4 w 9326"/>
                <a:gd name="connsiteY12-52" fmla="*/ 3988 h 9997"/>
                <a:gd name="connsiteX0-53" fmla="*/ 4 w 10001"/>
                <a:gd name="connsiteY0-54" fmla="*/ 3989 h 10041"/>
                <a:gd name="connsiteX1-55" fmla="*/ 890 w 10001"/>
                <a:gd name="connsiteY1-56" fmla="*/ 1575 h 10041"/>
                <a:gd name="connsiteX2-57" fmla="*/ 3902 w 10001"/>
                <a:gd name="connsiteY2-58" fmla="*/ 993 h 10041"/>
                <a:gd name="connsiteX3-59" fmla="*/ 6227 w 10001"/>
                <a:gd name="connsiteY3-60" fmla="*/ 0 h 10041"/>
                <a:gd name="connsiteX4-61" fmla="*/ 8378 w 10001"/>
                <a:gd name="connsiteY4-62" fmla="*/ 996 h 10041"/>
                <a:gd name="connsiteX5-63" fmla="*/ 9998 w 10001"/>
                <a:gd name="connsiteY5-64" fmla="*/ 5748 h 10041"/>
                <a:gd name="connsiteX6-65" fmla="*/ 8721 w 10001"/>
                <a:gd name="connsiteY6-66" fmla="*/ 9207 h 10041"/>
                <a:gd name="connsiteX7-67" fmla="*/ 5449 w 10001"/>
                <a:gd name="connsiteY7-68" fmla="*/ 9790 h 10041"/>
                <a:gd name="connsiteX8-69" fmla="*/ 3914 w 10001"/>
                <a:gd name="connsiteY8-70" fmla="*/ 9895 h 10041"/>
                <a:gd name="connsiteX9-71" fmla="*/ 2716 w 10001"/>
                <a:gd name="connsiteY9-72" fmla="*/ 7797 h 10041"/>
                <a:gd name="connsiteX10-73" fmla="*/ 1479 w 10001"/>
                <a:gd name="connsiteY10-74" fmla="*/ 7402 h 10041"/>
                <a:gd name="connsiteX11-75" fmla="*/ 4 w 10001"/>
                <a:gd name="connsiteY11-76" fmla="*/ 3989 h 10041"/>
                <a:gd name="connsiteX0-77" fmla="*/ 4 w 10001"/>
                <a:gd name="connsiteY0-78" fmla="*/ 3989 h 14825"/>
                <a:gd name="connsiteX1-79" fmla="*/ 890 w 10001"/>
                <a:gd name="connsiteY1-80" fmla="*/ 1575 h 14825"/>
                <a:gd name="connsiteX2-81" fmla="*/ 3902 w 10001"/>
                <a:gd name="connsiteY2-82" fmla="*/ 993 h 14825"/>
                <a:gd name="connsiteX3-83" fmla="*/ 6227 w 10001"/>
                <a:gd name="connsiteY3-84" fmla="*/ 0 h 14825"/>
                <a:gd name="connsiteX4-85" fmla="*/ 8378 w 10001"/>
                <a:gd name="connsiteY4-86" fmla="*/ 996 h 14825"/>
                <a:gd name="connsiteX5-87" fmla="*/ 9998 w 10001"/>
                <a:gd name="connsiteY5-88" fmla="*/ 5748 h 14825"/>
                <a:gd name="connsiteX6-89" fmla="*/ 8721 w 10001"/>
                <a:gd name="connsiteY6-90" fmla="*/ 9207 h 14825"/>
                <a:gd name="connsiteX7-91" fmla="*/ 6011 w 10001"/>
                <a:gd name="connsiteY7-92" fmla="*/ 14823 h 14825"/>
                <a:gd name="connsiteX8-93" fmla="*/ 3914 w 10001"/>
                <a:gd name="connsiteY8-94" fmla="*/ 9895 h 14825"/>
                <a:gd name="connsiteX9-95" fmla="*/ 2716 w 10001"/>
                <a:gd name="connsiteY9-96" fmla="*/ 7797 h 14825"/>
                <a:gd name="connsiteX10-97" fmla="*/ 1479 w 10001"/>
                <a:gd name="connsiteY10-98" fmla="*/ 7402 h 14825"/>
                <a:gd name="connsiteX11-99" fmla="*/ 4 w 10001"/>
                <a:gd name="connsiteY11-100" fmla="*/ 3989 h 14825"/>
                <a:gd name="connsiteX0-101" fmla="*/ 4 w 10001"/>
                <a:gd name="connsiteY0-102" fmla="*/ 7436 h 18272"/>
                <a:gd name="connsiteX1-103" fmla="*/ 890 w 10001"/>
                <a:gd name="connsiteY1-104" fmla="*/ 5022 h 18272"/>
                <a:gd name="connsiteX2-105" fmla="*/ 3902 w 10001"/>
                <a:gd name="connsiteY2-106" fmla="*/ 4440 h 18272"/>
                <a:gd name="connsiteX3-107" fmla="*/ 6026 w 10001"/>
                <a:gd name="connsiteY3-108" fmla="*/ 0 h 18272"/>
                <a:gd name="connsiteX4-109" fmla="*/ 8378 w 10001"/>
                <a:gd name="connsiteY4-110" fmla="*/ 4443 h 18272"/>
                <a:gd name="connsiteX5-111" fmla="*/ 9998 w 10001"/>
                <a:gd name="connsiteY5-112" fmla="*/ 9195 h 18272"/>
                <a:gd name="connsiteX6-113" fmla="*/ 8721 w 10001"/>
                <a:gd name="connsiteY6-114" fmla="*/ 12654 h 18272"/>
                <a:gd name="connsiteX7-115" fmla="*/ 6011 w 10001"/>
                <a:gd name="connsiteY7-116" fmla="*/ 18270 h 18272"/>
                <a:gd name="connsiteX8-117" fmla="*/ 3914 w 10001"/>
                <a:gd name="connsiteY8-118" fmla="*/ 13342 h 18272"/>
                <a:gd name="connsiteX9-119" fmla="*/ 2716 w 10001"/>
                <a:gd name="connsiteY9-120" fmla="*/ 11244 h 18272"/>
                <a:gd name="connsiteX10-121" fmla="*/ 1479 w 10001"/>
                <a:gd name="connsiteY10-122" fmla="*/ 10849 h 18272"/>
                <a:gd name="connsiteX11-123" fmla="*/ 4 w 10001"/>
                <a:gd name="connsiteY11-124" fmla="*/ 7436 h 18272"/>
                <a:gd name="connsiteX0-125" fmla="*/ 1 w 9998"/>
                <a:gd name="connsiteY0-126" fmla="*/ 7436 h 18272"/>
                <a:gd name="connsiteX1-127" fmla="*/ 3899 w 9998"/>
                <a:gd name="connsiteY1-128" fmla="*/ 4440 h 18272"/>
                <a:gd name="connsiteX2-129" fmla="*/ 6023 w 9998"/>
                <a:gd name="connsiteY2-130" fmla="*/ 0 h 18272"/>
                <a:gd name="connsiteX3-131" fmla="*/ 8375 w 9998"/>
                <a:gd name="connsiteY3-132" fmla="*/ 4443 h 18272"/>
                <a:gd name="connsiteX4-133" fmla="*/ 9995 w 9998"/>
                <a:gd name="connsiteY4-134" fmla="*/ 9195 h 18272"/>
                <a:gd name="connsiteX5-135" fmla="*/ 8718 w 9998"/>
                <a:gd name="connsiteY5-136" fmla="*/ 12654 h 18272"/>
                <a:gd name="connsiteX6-137" fmla="*/ 6008 w 9998"/>
                <a:gd name="connsiteY6-138" fmla="*/ 18270 h 18272"/>
                <a:gd name="connsiteX7-139" fmla="*/ 3911 w 9998"/>
                <a:gd name="connsiteY7-140" fmla="*/ 13342 h 18272"/>
                <a:gd name="connsiteX8-141" fmla="*/ 2713 w 9998"/>
                <a:gd name="connsiteY8-142" fmla="*/ 11244 h 18272"/>
                <a:gd name="connsiteX9-143" fmla="*/ 1476 w 9998"/>
                <a:gd name="connsiteY9-144" fmla="*/ 10849 h 18272"/>
                <a:gd name="connsiteX10-145" fmla="*/ 1 w 9998"/>
                <a:gd name="connsiteY10-146" fmla="*/ 7436 h 18272"/>
                <a:gd name="connsiteX0-147" fmla="*/ 35 w 8559"/>
                <a:gd name="connsiteY0-148" fmla="*/ 5938 h 10000"/>
                <a:gd name="connsiteX1-149" fmla="*/ 2459 w 8559"/>
                <a:gd name="connsiteY1-150" fmla="*/ 2430 h 10000"/>
                <a:gd name="connsiteX2-151" fmla="*/ 4583 w 8559"/>
                <a:gd name="connsiteY2-152" fmla="*/ 0 h 10000"/>
                <a:gd name="connsiteX3-153" fmla="*/ 6936 w 8559"/>
                <a:gd name="connsiteY3-154" fmla="*/ 2432 h 10000"/>
                <a:gd name="connsiteX4-155" fmla="*/ 8556 w 8559"/>
                <a:gd name="connsiteY4-156" fmla="*/ 5032 h 10000"/>
                <a:gd name="connsiteX5-157" fmla="*/ 7279 w 8559"/>
                <a:gd name="connsiteY5-158" fmla="*/ 6925 h 10000"/>
                <a:gd name="connsiteX6-159" fmla="*/ 4568 w 8559"/>
                <a:gd name="connsiteY6-160" fmla="*/ 9999 h 10000"/>
                <a:gd name="connsiteX7-161" fmla="*/ 2471 w 8559"/>
                <a:gd name="connsiteY7-162" fmla="*/ 7302 h 10000"/>
                <a:gd name="connsiteX8-163" fmla="*/ 1273 w 8559"/>
                <a:gd name="connsiteY8-164" fmla="*/ 6154 h 10000"/>
                <a:gd name="connsiteX9-165" fmla="*/ 35 w 8559"/>
                <a:gd name="connsiteY9-166" fmla="*/ 5938 h 10000"/>
                <a:gd name="connsiteX0-167" fmla="*/ 49 w 9820"/>
                <a:gd name="connsiteY0-168" fmla="*/ 4655 h 10000"/>
                <a:gd name="connsiteX1-169" fmla="*/ 2693 w 9820"/>
                <a:gd name="connsiteY1-170" fmla="*/ 2430 h 10000"/>
                <a:gd name="connsiteX2-171" fmla="*/ 5175 w 9820"/>
                <a:gd name="connsiteY2-172" fmla="*/ 0 h 10000"/>
                <a:gd name="connsiteX3-173" fmla="*/ 7924 w 9820"/>
                <a:gd name="connsiteY3-174" fmla="*/ 2432 h 10000"/>
                <a:gd name="connsiteX4-175" fmla="*/ 9816 w 9820"/>
                <a:gd name="connsiteY4-176" fmla="*/ 5032 h 10000"/>
                <a:gd name="connsiteX5-177" fmla="*/ 8324 w 9820"/>
                <a:gd name="connsiteY5-178" fmla="*/ 6925 h 10000"/>
                <a:gd name="connsiteX6-179" fmla="*/ 5157 w 9820"/>
                <a:gd name="connsiteY6-180" fmla="*/ 9999 h 10000"/>
                <a:gd name="connsiteX7-181" fmla="*/ 2707 w 9820"/>
                <a:gd name="connsiteY7-182" fmla="*/ 7302 h 10000"/>
                <a:gd name="connsiteX8-183" fmla="*/ 1307 w 9820"/>
                <a:gd name="connsiteY8-184" fmla="*/ 6154 h 10000"/>
                <a:gd name="connsiteX9-185" fmla="*/ 49 w 9820"/>
                <a:gd name="connsiteY9-186" fmla="*/ 4655 h 10000"/>
                <a:gd name="connsiteX0-187" fmla="*/ 45 w 9995"/>
                <a:gd name="connsiteY0-188" fmla="*/ 4655 h 10000"/>
                <a:gd name="connsiteX1-189" fmla="*/ 2737 w 9995"/>
                <a:gd name="connsiteY1-190" fmla="*/ 2430 h 10000"/>
                <a:gd name="connsiteX2-191" fmla="*/ 5265 w 9995"/>
                <a:gd name="connsiteY2-192" fmla="*/ 0 h 10000"/>
                <a:gd name="connsiteX3-193" fmla="*/ 8064 w 9995"/>
                <a:gd name="connsiteY3-194" fmla="*/ 2432 h 10000"/>
                <a:gd name="connsiteX4-195" fmla="*/ 9991 w 9995"/>
                <a:gd name="connsiteY4-196" fmla="*/ 5032 h 10000"/>
                <a:gd name="connsiteX5-197" fmla="*/ 8472 w 9995"/>
                <a:gd name="connsiteY5-198" fmla="*/ 6925 h 10000"/>
                <a:gd name="connsiteX6-199" fmla="*/ 5247 w 9995"/>
                <a:gd name="connsiteY6-200" fmla="*/ 9999 h 10000"/>
                <a:gd name="connsiteX7-201" fmla="*/ 2752 w 9995"/>
                <a:gd name="connsiteY7-202" fmla="*/ 7302 h 10000"/>
                <a:gd name="connsiteX8-203" fmla="*/ 1374 w 9995"/>
                <a:gd name="connsiteY8-204" fmla="*/ 6984 h 10000"/>
                <a:gd name="connsiteX9-205" fmla="*/ 45 w 9995"/>
                <a:gd name="connsiteY9-206" fmla="*/ 4655 h 10000"/>
                <a:gd name="connsiteX0-207" fmla="*/ 45 w 10000"/>
                <a:gd name="connsiteY0-208" fmla="*/ 5032 h 10377"/>
                <a:gd name="connsiteX1-209" fmla="*/ 2738 w 10000"/>
                <a:gd name="connsiteY1-210" fmla="*/ 2807 h 10377"/>
                <a:gd name="connsiteX2-211" fmla="*/ 4886 w 10000"/>
                <a:gd name="connsiteY2-212" fmla="*/ 0 h 10377"/>
                <a:gd name="connsiteX3-213" fmla="*/ 8068 w 10000"/>
                <a:gd name="connsiteY3-214" fmla="*/ 2809 h 10377"/>
                <a:gd name="connsiteX4-215" fmla="*/ 9996 w 10000"/>
                <a:gd name="connsiteY4-216" fmla="*/ 5409 h 10377"/>
                <a:gd name="connsiteX5-217" fmla="*/ 8476 w 10000"/>
                <a:gd name="connsiteY5-218" fmla="*/ 7302 h 10377"/>
                <a:gd name="connsiteX6-219" fmla="*/ 5250 w 10000"/>
                <a:gd name="connsiteY6-220" fmla="*/ 10376 h 10377"/>
                <a:gd name="connsiteX7-221" fmla="*/ 2753 w 10000"/>
                <a:gd name="connsiteY7-222" fmla="*/ 7679 h 10377"/>
                <a:gd name="connsiteX8-223" fmla="*/ 1375 w 10000"/>
                <a:gd name="connsiteY8-224" fmla="*/ 7361 h 10377"/>
                <a:gd name="connsiteX9-225" fmla="*/ 45 w 10000"/>
                <a:gd name="connsiteY9-226" fmla="*/ 5032 h 10377"/>
                <a:gd name="connsiteX0-227" fmla="*/ 45 w 10000"/>
                <a:gd name="connsiteY0-228" fmla="*/ 5036 h 10381"/>
                <a:gd name="connsiteX1-229" fmla="*/ 2738 w 10000"/>
                <a:gd name="connsiteY1-230" fmla="*/ 2811 h 10381"/>
                <a:gd name="connsiteX2-231" fmla="*/ 4886 w 10000"/>
                <a:gd name="connsiteY2-232" fmla="*/ 4 h 10381"/>
                <a:gd name="connsiteX3-233" fmla="*/ 8068 w 10000"/>
                <a:gd name="connsiteY3-234" fmla="*/ 2813 h 10381"/>
                <a:gd name="connsiteX4-235" fmla="*/ 9996 w 10000"/>
                <a:gd name="connsiteY4-236" fmla="*/ 5413 h 10381"/>
                <a:gd name="connsiteX5-237" fmla="*/ 8476 w 10000"/>
                <a:gd name="connsiteY5-238" fmla="*/ 7306 h 10381"/>
                <a:gd name="connsiteX6-239" fmla="*/ 5250 w 10000"/>
                <a:gd name="connsiteY6-240" fmla="*/ 10380 h 10381"/>
                <a:gd name="connsiteX7-241" fmla="*/ 2753 w 10000"/>
                <a:gd name="connsiteY7-242" fmla="*/ 7683 h 10381"/>
                <a:gd name="connsiteX8-243" fmla="*/ 1375 w 10000"/>
                <a:gd name="connsiteY8-244" fmla="*/ 7365 h 10381"/>
                <a:gd name="connsiteX9-245" fmla="*/ 45 w 10000"/>
                <a:gd name="connsiteY9-246" fmla="*/ 5036 h 10381"/>
                <a:gd name="connsiteX0-247" fmla="*/ 45 w 10000"/>
                <a:gd name="connsiteY0-248" fmla="*/ 5036 h 10796"/>
                <a:gd name="connsiteX1-249" fmla="*/ 2738 w 10000"/>
                <a:gd name="connsiteY1-250" fmla="*/ 2811 h 10796"/>
                <a:gd name="connsiteX2-251" fmla="*/ 4886 w 10000"/>
                <a:gd name="connsiteY2-252" fmla="*/ 4 h 10796"/>
                <a:gd name="connsiteX3-253" fmla="*/ 8068 w 10000"/>
                <a:gd name="connsiteY3-254" fmla="*/ 2813 h 10796"/>
                <a:gd name="connsiteX4-255" fmla="*/ 9996 w 10000"/>
                <a:gd name="connsiteY4-256" fmla="*/ 5413 h 10796"/>
                <a:gd name="connsiteX5-257" fmla="*/ 8476 w 10000"/>
                <a:gd name="connsiteY5-258" fmla="*/ 7306 h 10796"/>
                <a:gd name="connsiteX6-259" fmla="*/ 5202 w 10000"/>
                <a:gd name="connsiteY6-260" fmla="*/ 10795 h 10796"/>
                <a:gd name="connsiteX7-261" fmla="*/ 2753 w 10000"/>
                <a:gd name="connsiteY7-262" fmla="*/ 7683 h 10796"/>
                <a:gd name="connsiteX8-263" fmla="*/ 1375 w 10000"/>
                <a:gd name="connsiteY8-264" fmla="*/ 7365 h 10796"/>
                <a:gd name="connsiteX9-265" fmla="*/ 45 w 10000"/>
                <a:gd name="connsiteY9-266" fmla="*/ 5036 h 10796"/>
                <a:gd name="connsiteX0-267" fmla="*/ 45 w 10000"/>
                <a:gd name="connsiteY0-268" fmla="*/ 5036 h 10795"/>
                <a:gd name="connsiteX1-269" fmla="*/ 2738 w 10000"/>
                <a:gd name="connsiteY1-270" fmla="*/ 2811 h 10795"/>
                <a:gd name="connsiteX2-271" fmla="*/ 4886 w 10000"/>
                <a:gd name="connsiteY2-272" fmla="*/ 4 h 10795"/>
                <a:gd name="connsiteX3-273" fmla="*/ 8068 w 10000"/>
                <a:gd name="connsiteY3-274" fmla="*/ 2813 h 10795"/>
                <a:gd name="connsiteX4-275" fmla="*/ 9996 w 10000"/>
                <a:gd name="connsiteY4-276" fmla="*/ 5413 h 10795"/>
                <a:gd name="connsiteX5-277" fmla="*/ 8476 w 10000"/>
                <a:gd name="connsiteY5-278" fmla="*/ 7306 h 10795"/>
                <a:gd name="connsiteX6-279" fmla="*/ 5202 w 10000"/>
                <a:gd name="connsiteY6-280" fmla="*/ 10795 h 10795"/>
                <a:gd name="connsiteX7-281" fmla="*/ 2753 w 10000"/>
                <a:gd name="connsiteY7-282" fmla="*/ 7683 h 10795"/>
                <a:gd name="connsiteX8-283" fmla="*/ 1375 w 10000"/>
                <a:gd name="connsiteY8-284" fmla="*/ 7365 h 10795"/>
                <a:gd name="connsiteX9-285" fmla="*/ 45 w 10000"/>
                <a:gd name="connsiteY9-286" fmla="*/ 5036 h 10795"/>
                <a:gd name="connsiteX0-287" fmla="*/ 45 w 10000"/>
                <a:gd name="connsiteY0-288" fmla="*/ 5036 h 10795"/>
                <a:gd name="connsiteX1-289" fmla="*/ 2738 w 10000"/>
                <a:gd name="connsiteY1-290" fmla="*/ 2811 h 10795"/>
                <a:gd name="connsiteX2-291" fmla="*/ 4886 w 10000"/>
                <a:gd name="connsiteY2-292" fmla="*/ 4 h 10795"/>
                <a:gd name="connsiteX3-293" fmla="*/ 8068 w 10000"/>
                <a:gd name="connsiteY3-294" fmla="*/ 2813 h 10795"/>
                <a:gd name="connsiteX4-295" fmla="*/ 9996 w 10000"/>
                <a:gd name="connsiteY4-296" fmla="*/ 5413 h 10795"/>
                <a:gd name="connsiteX5-297" fmla="*/ 8476 w 10000"/>
                <a:gd name="connsiteY5-298" fmla="*/ 7306 h 10795"/>
                <a:gd name="connsiteX6-299" fmla="*/ 5202 w 10000"/>
                <a:gd name="connsiteY6-300" fmla="*/ 10795 h 10795"/>
                <a:gd name="connsiteX7-301" fmla="*/ 2753 w 10000"/>
                <a:gd name="connsiteY7-302" fmla="*/ 7683 h 10795"/>
                <a:gd name="connsiteX8-303" fmla="*/ 1375 w 10000"/>
                <a:gd name="connsiteY8-304" fmla="*/ 7365 h 10795"/>
                <a:gd name="connsiteX9-305" fmla="*/ 45 w 10000"/>
                <a:gd name="connsiteY9-306" fmla="*/ 5036 h 1079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408" name="Group 197"/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409" name="Group 198"/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58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62" name="Oval 251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463" name="Rectangle 252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64" name="Oval 253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465" name="Freeform 254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66" name="Freeform 255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67" name="Freeform 256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68" name="Freeform 257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69" name="Straight Connector 258"/>
                  <p:cNvCxnSpPr>
                    <a:endCxn id="464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0" name="Straight Connector 259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9" name="Group 248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60" name="Oval 249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461" name="TextBox 250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2b</a:t>
                    </a:r>
                  </a:p>
                </p:txBody>
              </p:sp>
            </p:grpSp>
          </p:grpSp>
          <p:grpSp>
            <p:nvGrpSpPr>
              <p:cNvPr id="410" name="Group 199"/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45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49" name="Oval 238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450" name="Rectangle 239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51" name="Oval 240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452" name="Freeform 241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53" name="Freeform 242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54" name="Freeform 243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55" name="Freeform 244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56" name="Straight Connector 245"/>
                  <p:cNvCxnSpPr>
                    <a:endCxn id="45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7" name="Straight Connector 246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6" name="Group 235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47" name="Oval 236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448" name="TextBox 237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2d</a:t>
                    </a:r>
                  </a:p>
                </p:txBody>
              </p:sp>
            </p:grpSp>
          </p:grpSp>
          <p:grpSp>
            <p:nvGrpSpPr>
              <p:cNvPr id="411" name="Group 200"/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32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36" name="Oval 225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437" name="Rectangle 226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38" name="Oval 227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439" name="Freeform 228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40" name="Freeform 229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41" name="Freeform 230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42" name="Freeform 231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43" name="Straight Connector 232"/>
                  <p:cNvCxnSpPr>
                    <a:endCxn id="43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4" name="Straight Connector 233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33" name="Group 222"/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434" name="Oval 223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435" name="TextBox 224"/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2c</a:t>
                    </a:r>
                  </a:p>
                </p:txBody>
              </p:sp>
            </p:grpSp>
          </p:grpSp>
          <p:grpSp>
            <p:nvGrpSpPr>
              <p:cNvPr id="412" name="Group 201"/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19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23" name="Oval 212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424" name="Rectangle 213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25" name="Oval 214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426" name="Freeform 215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27" name="Freeform 216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28" name="Freeform 217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29" name="Freeform 218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30" name="Straight Connector 219"/>
                  <p:cNvCxnSpPr>
                    <a:endCxn id="42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1" name="Straight Connector 220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20" name="Group 209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21" name="Oval 210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422" name="TextBox 211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2a</a:t>
                    </a:r>
                  </a:p>
                </p:txBody>
              </p:sp>
            </p:grpSp>
          </p:grpSp>
          <p:cxnSp>
            <p:nvCxnSpPr>
              <p:cNvPr id="413" name="Straight Connector 202"/>
              <p:cNvCxnSpPr>
                <a:stCxn id="461" idx="2"/>
                <a:endCxn id="448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14" name="Straight Connector 203"/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15" name="Straight Connector 204"/>
              <p:cNvCxnSpPr>
                <a:stCxn id="462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16" name="Straight Connector 205"/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17" name="Straight Connector 206"/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18" name="Straight Connector 207"/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471" name="Freeform 2"/>
          <p:cNvSpPr/>
          <p:nvPr/>
        </p:nvSpPr>
        <p:spPr bwMode="auto">
          <a:xfrm>
            <a:off x="5507686" y="1310427"/>
            <a:ext cx="2575521" cy="1672516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-1" fmla="*/ 4 w 8600"/>
              <a:gd name="connsiteY0-2" fmla="*/ 4042 h 10128"/>
              <a:gd name="connsiteX1-3" fmla="*/ 715 w 8600"/>
              <a:gd name="connsiteY1-4" fmla="*/ 1598 h 10128"/>
              <a:gd name="connsiteX2-5" fmla="*/ 3130 w 8600"/>
              <a:gd name="connsiteY2-6" fmla="*/ 1009 h 10128"/>
              <a:gd name="connsiteX3-7" fmla="*/ 4995 w 8600"/>
              <a:gd name="connsiteY3-8" fmla="*/ 3 h 10128"/>
              <a:gd name="connsiteX4-9" fmla="*/ 6720 w 8600"/>
              <a:gd name="connsiteY4-10" fmla="*/ 1012 h 10128"/>
              <a:gd name="connsiteX5-11" fmla="*/ 8599 w 8600"/>
              <a:gd name="connsiteY5-12" fmla="*/ 6800 h 10128"/>
              <a:gd name="connsiteX6-13" fmla="*/ 6995 w 8600"/>
              <a:gd name="connsiteY6-14" fmla="*/ 9325 h 10128"/>
              <a:gd name="connsiteX7-15" fmla="*/ 5307 w 8600"/>
              <a:gd name="connsiteY7-16" fmla="*/ 8846 h 10128"/>
              <a:gd name="connsiteX8-17" fmla="*/ 4371 w 8600"/>
              <a:gd name="connsiteY8-18" fmla="*/ 9915 h 10128"/>
              <a:gd name="connsiteX9-19" fmla="*/ 3140 w 8600"/>
              <a:gd name="connsiteY9-20" fmla="*/ 10022 h 10128"/>
              <a:gd name="connsiteX10-21" fmla="*/ 2179 w 8600"/>
              <a:gd name="connsiteY10-22" fmla="*/ 7898 h 10128"/>
              <a:gd name="connsiteX11-23" fmla="*/ 1187 w 8600"/>
              <a:gd name="connsiteY11-24" fmla="*/ 7498 h 10128"/>
              <a:gd name="connsiteX12-25" fmla="*/ 4 w 8600"/>
              <a:gd name="connsiteY12-26" fmla="*/ 4042 h 10128"/>
              <a:gd name="connsiteX0-27" fmla="*/ 4 w 9326"/>
              <a:gd name="connsiteY0-28" fmla="*/ 3988 h 9997"/>
              <a:gd name="connsiteX1-29" fmla="*/ 830 w 9326"/>
              <a:gd name="connsiteY1-30" fmla="*/ 1575 h 9997"/>
              <a:gd name="connsiteX2-31" fmla="*/ 3639 w 9326"/>
              <a:gd name="connsiteY2-32" fmla="*/ 993 h 9997"/>
              <a:gd name="connsiteX3-33" fmla="*/ 5807 w 9326"/>
              <a:gd name="connsiteY3-34" fmla="*/ 0 h 9997"/>
              <a:gd name="connsiteX4-35" fmla="*/ 7813 w 9326"/>
              <a:gd name="connsiteY4-36" fmla="*/ 996 h 9997"/>
              <a:gd name="connsiteX5-37" fmla="*/ 9324 w 9326"/>
              <a:gd name="connsiteY5-38" fmla="*/ 5746 h 9997"/>
              <a:gd name="connsiteX6-39" fmla="*/ 8133 w 9326"/>
              <a:gd name="connsiteY6-40" fmla="*/ 9204 h 9997"/>
              <a:gd name="connsiteX7-41" fmla="*/ 6170 w 9326"/>
              <a:gd name="connsiteY7-42" fmla="*/ 8731 h 9997"/>
              <a:gd name="connsiteX8-43" fmla="*/ 5082 w 9326"/>
              <a:gd name="connsiteY8-44" fmla="*/ 9787 h 9997"/>
              <a:gd name="connsiteX9-45" fmla="*/ 3650 w 9326"/>
              <a:gd name="connsiteY9-46" fmla="*/ 9892 h 9997"/>
              <a:gd name="connsiteX10-47" fmla="*/ 2533 w 9326"/>
              <a:gd name="connsiteY10-48" fmla="*/ 7795 h 9997"/>
              <a:gd name="connsiteX11-49" fmla="*/ 1379 w 9326"/>
              <a:gd name="connsiteY11-50" fmla="*/ 7400 h 9997"/>
              <a:gd name="connsiteX12-51" fmla="*/ 4 w 9326"/>
              <a:gd name="connsiteY12-52" fmla="*/ 3988 h 9997"/>
              <a:gd name="connsiteX0-53" fmla="*/ 4 w 10001"/>
              <a:gd name="connsiteY0-54" fmla="*/ 3989 h 10041"/>
              <a:gd name="connsiteX1-55" fmla="*/ 890 w 10001"/>
              <a:gd name="connsiteY1-56" fmla="*/ 1575 h 10041"/>
              <a:gd name="connsiteX2-57" fmla="*/ 3902 w 10001"/>
              <a:gd name="connsiteY2-58" fmla="*/ 993 h 10041"/>
              <a:gd name="connsiteX3-59" fmla="*/ 6227 w 10001"/>
              <a:gd name="connsiteY3-60" fmla="*/ 0 h 10041"/>
              <a:gd name="connsiteX4-61" fmla="*/ 8378 w 10001"/>
              <a:gd name="connsiteY4-62" fmla="*/ 996 h 10041"/>
              <a:gd name="connsiteX5-63" fmla="*/ 9998 w 10001"/>
              <a:gd name="connsiteY5-64" fmla="*/ 5748 h 10041"/>
              <a:gd name="connsiteX6-65" fmla="*/ 8721 w 10001"/>
              <a:gd name="connsiteY6-66" fmla="*/ 9207 h 10041"/>
              <a:gd name="connsiteX7-67" fmla="*/ 5449 w 10001"/>
              <a:gd name="connsiteY7-68" fmla="*/ 9790 h 10041"/>
              <a:gd name="connsiteX8-69" fmla="*/ 3914 w 10001"/>
              <a:gd name="connsiteY8-70" fmla="*/ 9895 h 10041"/>
              <a:gd name="connsiteX9-71" fmla="*/ 2716 w 10001"/>
              <a:gd name="connsiteY9-72" fmla="*/ 7797 h 10041"/>
              <a:gd name="connsiteX10-73" fmla="*/ 1479 w 10001"/>
              <a:gd name="connsiteY10-74" fmla="*/ 7402 h 10041"/>
              <a:gd name="connsiteX11-75" fmla="*/ 4 w 10001"/>
              <a:gd name="connsiteY11-76" fmla="*/ 3989 h 10041"/>
              <a:gd name="connsiteX0-77" fmla="*/ 4 w 10001"/>
              <a:gd name="connsiteY0-78" fmla="*/ 3989 h 14825"/>
              <a:gd name="connsiteX1-79" fmla="*/ 890 w 10001"/>
              <a:gd name="connsiteY1-80" fmla="*/ 1575 h 14825"/>
              <a:gd name="connsiteX2-81" fmla="*/ 3902 w 10001"/>
              <a:gd name="connsiteY2-82" fmla="*/ 993 h 14825"/>
              <a:gd name="connsiteX3-83" fmla="*/ 6227 w 10001"/>
              <a:gd name="connsiteY3-84" fmla="*/ 0 h 14825"/>
              <a:gd name="connsiteX4-85" fmla="*/ 8378 w 10001"/>
              <a:gd name="connsiteY4-86" fmla="*/ 996 h 14825"/>
              <a:gd name="connsiteX5-87" fmla="*/ 9998 w 10001"/>
              <a:gd name="connsiteY5-88" fmla="*/ 5748 h 14825"/>
              <a:gd name="connsiteX6-89" fmla="*/ 8721 w 10001"/>
              <a:gd name="connsiteY6-90" fmla="*/ 9207 h 14825"/>
              <a:gd name="connsiteX7-91" fmla="*/ 6011 w 10001"/>
              <a:gd name="connsiteY7-92" fmla="*/ 14823 h 14825"/>
              <a:gd name="connsiteX8-93" fmla="*/ 3914 w 10001"/>
              <a:gd name="connsiteY8-94" fmla="*/ 9895 h 14825"/>
              <a:gd name="connsiteX9-95" fmla="*/ 2716 w 10001"/>
              <a:gd name="connsiteY9-96" fmla="*/ 7797 h 14825"/>
              <a:gd name="connsiteX10-97" fmla="*/ 1479 w 10001"/>
              <a:gd name="connsiteY10-98" fmla="*/ 7402 h 14825"/>
              <a:gd name="connsiteX11-99" fmla="*/ 4 w 10001"/>
              <a:gd name="connsiteY11-100" fmla="*/ 3989 h 14825"/>
              <a:gd name="connsiteX0-101" fmla="*/ 4 w 10001"/>
              <a:gd name="connsiteY0-102" fmla="*/ 7436 h 18272"/>
              <a:gd name="connsiteX1-103" fmla="*/ 890 w 10001"/>
              <a:gd name="connsiteY1-104" fmla="*/ 5022 h 18272"/>
              <a:gd name="connsiteX2-105" fmla="*/ 3902 w 10001"/>
              <a:gd name="connsiteY2-106" fmla="*/ 4440 h 18272"/>
              <a:gd name="connsiteX3-107" fmla="*/ 6026 w 10001"/>
              <a:gd name="connsiteY3-108" fmla="*/ 0 h 18272"/>
              <a:gd name="connsiteX4-109" fmla="*/ 8378 w 10001"/>
              <a:gd name="connsiteY4-110" fmla="*/ 4443 h 18272"/>
              <a:gd name="connsiteX5-111" fmla="*/ 9998 w 10001"/>
              <a:gd name="connsiteY5-112" fmla="*/ 9195 h 18272"/>
              <a:gd name="connsiteX6-113" fmla="*/ 8721 w 10001"/>
              <a:gd name="connsiteY6-114" fmla="*/ 12654 h 18272"/>
              <a:gd name="connsiteX7-115" fmla="*/ 6011 w 10001"/>
              <a:gd name="connsiteY7-116" fmla="*/ 18270 h 18272"/>
              <a:gd name="connsiteX8-117" fmla="*/ 3914 w 10001"/>
              <a:gd name="connsiteY8-118" fmla="*/ 13342 h 18272"/>
              <a:gd name="connsiteX9-119" fmla="*/ 2716 w 10001"/>
              <a:gd name="connsiteY9-120" fmla="*/ 11244 h 18272"/>
              <a:gd name="connsiteX10-121" fmla="*/ 1479 w 10001"/>
              <a:gd name="connsiteY10-122" fmla="*/ 10849 h 18272"/>
              <a:gd name="connsiteX11-123" fmla="*/ 4 w 10001"/>
              <a:gd name="connsiteY11-124" fmla="*/ 7436 h 18272"/>
              <a:gd name="connsiteX0-125" fmla="*/ 1 w 9998"/>
              <a:gd name="connsiteY0-126" fmla="*/ 7436 h 18272"/>
              <a:gd name="connsiteX1-127" fmla="*/ 3899 w 9998"/>
              <a:gd name="connsiteY1-128" fmla="*/ 4440 h 18272"/>
              <a:gd name="connsiteX2-129" fmla="*/ 6023 w 9998"/>
              <a:gd name="connsiteY2-130" fmla="*/ 0 h 18272"/>
              <a:gd name="connsiteX3-131" fmla="*/ 8375 w 9998"/>
              <a:gd name="connsiteY3-132" fmla="*/ 4443 h 18272"/>
              <a:gd name="connsiteX4-133" fmla="*/ 9995 w 9998"/>
              <a:gd name="connsiteY4-134" fmla="*/ 9195 h 18272"/>
              <a:gd name="connsiteX5-135" fmla="*/ 8718 w 9998"/>
              <a:gd name="connsiteY5-136" fmla="*/ 12654 h 18272"/>
              <a:gd name="connsiteX6-137" fmla="*/ 6008 w 9998"/>
              <a:gd name="connsiteY6-138" fmla="*/ 18270 h 18272"/>
              <a:gd name="connsiteX7-139" fmla="*/ 3911 w 9998"/>
              <a:gd name="connsiteY7-140" fmla="*/ 13342 h 18272"/>
              <a:gd name="connsiteX8-141" fmla="*/ 2713 w 9998"/>
              <a:gd name="connsiteY8-142" fmla="*/ 11244 h 18272"/>
              <a:gd name="connsiteX9-143" fmla="*/ 1476 w 9998"/>
              <a:gd name="connsiteY9-144" fmla="*/ 10849 h 18272"/>
              <a:gd name="connsiteX10-145" fmla="*/ 1 w 9998"/>
              <a:gd name="connsiteY10-146" fmla="*/ 7436 h 18272"/>
              <a:gd name="connsiteX0-147" fmla="*/ 35 w 8559"/>
              <a:gd name="connsiteY0-148" fmla="*/ 5938 h 10000"/>
              <a:gd name="connsiteX1-149" fmla="*/ 2459 w 8559"/>
              <a:gd name="connsiteY1-150" fmla="*/ 2430 h 10000"/>
              <a:gd name="connsiteX2-151" fmla="*/ 4583 w 8559"/>
              <a:gd name="connsiteY2-152" fmla="*/ 0 h 10000"/>
              <a:gd name="connsiteX3-153" fmla="*/ 6936 w 8559"/>
              <a:gd name="connsiteY3-154" fmla="*/ 2432 h 10000"/>
              <a:gd name="connsiteX4-155" fmla="*/ 8556 w 8559"/>
              <a:gd name="connsiteY4-156" fmla="*/ 5032 h 10000"/>
              <a:gd name="connsiteX5-157" fmla="*/ 7279 w 8559"/>
              <a:gd name="connsiteY5-158" fmla="*/ 6925 h 10000"/>
              <a:gd name="connsiteX6-159" fmla="*/ 4568 w 8559"/>
              <a:gd name="connsiteY6-160" fmla="*/ 9999 h 10000"/>
              <a:gd name="connsiteX7-161" fmla="*/ 2471 w 8559"/>
              <a:gd name="connsiteY7-162" fmla="*/ 7302 h 10000"/>
              <a:gd name="connsiteX8-163" fmla="*/ 1273 w 8559"/>
              <a:gd name="connsiteY8-164" fmla="*/ 6154 h 10000"/>
              <a:gd name="connsiteX9-165" fmla="*/ 35 w 8559"/>
              <a:gd name="connsiteY9-166" fmla="*/ 5938 h 10000"/>
              <a:gd name="connsiteX0-167" fmla="*/ 49 w 9820"/>
              <a:gd name="connsiteY0-168" fmla="*/ 4655 h 10000"/>
              <a:gd name="connsiteX1-169" fmla="*/ 2693 w 9820"/>
              <a:gd name="connsiteY1-170" fmla="*/ 2430 h 10000"/>
              <a:gd name="connsiteX2-171" fmla="*/ 5175 w 9820"/>
              <a:gd name="connsiteY2-172" fmla="*/ 0 h 10000"/>
              <a:gd name="connsiteX3-173" fmla="*/ 7924 w 9820"/>
              <a:gd name="connsiteY3-174" fmla="*/ 2432 h 10000"/>
              <a:gd name="connsiteX4-175" fmla="*/ 9816 w 9820"/>
              <a:gd name="connsiteY4-176" fmla="*/ 5032 h 10000"/>
              <a:gd name="connsiteX5-177" fmla="*/ 8324 w 9820"/>
              <a:gd name="connsiteY5-178" fmla="*/ 6925 h 10000"/>
              <a:gd name="connsiteX6-179" fmla="*/ 5157 w 9820"/>
              <a:gd name="connsiteY6-180" fmla="*/ 9999 h 10000"/>
              <a:gd name="connsiteX7-181" fmla="*/ 2707 w 9820"/>
              <a:gd name="connsiteY7-182" fmla="*/ 7302 h 10000"/>
              <a:gd name="connsiteX8-183" fmla="*/ 1307 w 9820"/>
              <a:gd name="connsiteY8-184" fmla="*/ 6154 h 10000"/>
              <a:gd name="connsiteX9-185" fmla="*/ 49 w 9820"/>
              <a:gd name="connsiteY9-186" fmla="*/ 4655 h 10000"/>
              <a:gd name="connsiteX0-187" fmla="*/ 45 w 9995"/>
              <a:gd name="connsiteY0-188" fmla="*/ 4655 h 10000"/>
              <a:gd name="connsiteX1-189" fmla="*/ 2737 w 9995"/>
              <a:gd name="connsiteY1-190" fmla="*/ 2430 h 10000"/>
              <a:gd name="connsiteX2-191" fmla="*/ 5265 w 9995"/>
              <a:gd name="connsiteY2-192" fmla="*/ 0 h 10000"/>
              <a:gd name="connsiteX3-193" fmla="*/ 8064 w 9995"/>
              <a:gd name="connsiteY3-194" fmla="*/ 2432 h 10000"/>
              <a:gd name="connsiteX4-195" fmla="*/ 9991 w 9995"/>
              <a:gd name="connsiteY4-196" fmla="*/ 5032 h 10000"/>
              <a:gd name="connsiteX5-197" fmla="*/ 8472 w 9995"/>
              <a:gd name="connsiteY5-198" fmla="*/ 6925 h 10000"/>
              <a:gd name="connsiteX6-199" fmla="*/ 5247 w 9995"/>
              <a:gd name="connsiteY6-200" fmla="*/ 9999 h 10000"/>
              <a:gd name="connsiteX7-201" fmla="*/ 2752 w 9995"/>
              <a:gd name="connsiteY7-202" fmla="*/ 7302 h 10000"/>
              <a:gd name="connsiteX8-203" fmla="*/ 1374 w 9995"/>
              <a:gd name="connsiteY8-204" fmla="*/ 6984 h 10000"/>
              <a:gd name="connsiteX9-205" fmla="*/ 45 w 9995"/>
              <a:gd name="connsiteY9-206" fmla="*/ 4655 h 10000"/>
              <a:gd name="connsiteX0-207" fmla="*/ 45 w 10000"/>
              <a:gd name="connsiteY0-208" fmla="*/ 5032 h 10377"/>
              <a:gd name="connsiteX1-209" fmla="*/ 2738 w 10000"/>
              <a:gd name="connsiteY1-210" fmla="*/ 2807 h 10377"/>
              <a:gd name="connsiteX2-211" fmla="*/ 4886 w 10000"/>
              <a:gd name="connsiteY2-212" fmla="*/ 0 h 10377"/>
              <a:gd name="connsiteX3-213" fmla="*/ 8068 w 10000"/>
              <a:gd name="connsiteY3-214" fmla="*/ 2809 h 10377"/>
              <a:gd name="connsiteX4-215" fmla="*/ 9996 w 10000"/>
              <a:gd name="connsiteY4-216" fmla="*/ 5409 h 10377"/>
              <a:gd name="connsiteX5-217" fmla="*/ 8476 w 10000"/>
              <a:gd name="connsiteY5-218" fmla="*/ 7302 h 10377"/>
              <a:gd name="connsiteX6-219" fmla="*/ 5250 w 10000"/>
              <a:gd name="connsiteY6-220" fmla="*/ 10376 h 10377"/>
              <a:gd name="connsiteX7-221" fmla="*/ 2753 w 10000"/>
              <a:gd name="connsiteY7-222" fmla="*/ 7679 h 10377"/>
              <a:gd name="connsiteX8-223" fmla="*/ 1375 w 10000"/>
              <a:gd name="connsiteY8-224" fmla="*/ 7361 h 10377"/>
              <a:gd name="connsiteX9-225" fmla="*/ 45 w 10000"/>
              <a:gd name="connsiteY9-226" fmla="*/ 5032 h 10377"/>
              <a:gd name="connsiteX0-227" fmla="*/ 45 w 10000"/>
              <a:gd name="connsiteY0-228" fmla="*/ 5036 h 10381"/>
              <a:gd name="connsiteX1-229" fmla="*/ 2738 w 10000"/>
              <a:gd name="connsiteY1-230" fmla="*/ 2811 h 10381"/>
              <a:gd name="connsiteX2-231" fmla="*/ 4886 w 10000"/>
              <a:gd name="connsiteY2-232" fmla="*/ 4 h 10381"/>
              <a:gd name="connsiteX3-233" fmla="*/ 8068 w 10000"/>
              <a:gd name="connsiteY3-234" fmla="*/ 2813 h 10381"/>
              <a:gd name="connsiteX4-235" fmla="*/ 9996 w 10000"/>
              <a:gd name="connsiteY4-236" fmla="*/ 5413 h 10381"/>
              <a:gd name="connsiteX5-237" fmla="*/ 8476 w 10000"/>
              <a:gd name="connsiteY5-238" fmla="*/ 7306 h 10381"/>
              <a:gd name="connsiteX6-239" fmla="*/ 5250 w 10000"/>
              <a:gd name="connsiteY6-240" fmla="*/ 10380 h 10381"/>
              <a:gd name="connsiteX7-241" fmla="*/ 2753 w 10000"/>
              <a:gd name="connsiteY7-242" fmla="*/ 7683 h 10381"/>
              <a:gd name="connsiteX8-243" fmla="*/ 1375 w 10000"/>
              <a:gd name="connsiteY8-244" fmla="*/ 7365 h 10381"/>
              <a:gd name="connsiteX9-245" fmla="*/ 45 w 10000"/>
              <a:gd name="connsiteY9-246" fmla="*/ 5036 h 10381"/>
              <a:gd name="connsiteX0-247" fmla="*/ 45 w 10000"/>
              <a:gd name="connsiteY0-248" fmla="*/ 5036 h 10796"/>
              <a:gd name="connsiteX1-249" fmla="*/ 2738 w 10000"/>
              <a:gd name="connsiteY1-250" fmla="*/ 2811 h 10796"/>
              <a:gd name="connsiteX2-251" fmla="*/ 4886 w 10000"/>
              <a:gd name="connsiteY2-252" fmla="*/ 4 h 10796"/>
              <a:gd name="connsiteX3-253" fmla="*/ 8068 w 10000"/>
              <a:gd name="connsiteY3-254" fmla="*/ 2813 h 10796"/>
              <a:gd name="connsiteX4-255" fmla="*/ 9996 w 10000"/>
              <a:gd name="connsiteY4-256" fmla="*/ 5413 h 10796"/>
              <a:gd name="connsiteX5-257" fmla="*/ 8476 w 10000"/>
              <a:gd name="connsiteY5-258" fmla="*/ 7306 h 10796"/>
              <a:gd name="connsiteX6-259" fmla="*/ 5202 w 10000"/>
              <a:gd name="connsiteY6-260" fmla="*/ 10795 h 10796"/>
              <a:gd name="connsiteX7-261" fmla="*/ 2753 w 10000"/>
              <a:gd name="connsiteY7-262" fmla="*/ 7683 h 10796"/>
              <a:gd name="connsiteX8-263" fmla="*/ 1375 w 10000"/>
              <a:gd name="connsiteY8-264" fmla="*/ 7365 h 10796"/>
              <a:gd name="connsiteX9-265" fmla="*/ 45 w 10000"/>
              <a:gd name="connsiteY9-266" fmla="*/ 5036 h 10796"/>
              <a:gd name="connsiteX0-267" fmla="*/ 45 w 10000"/>
              <a:gd name="connsiteY0-268" fmla="*/ 5036 h 10795"/>
              <a:gd name="connsiteX1-269" fmla="*/ 2738 w 10000"/>
              <a:gd name="connsiteY1-270" fmla="*/ 2811 h 10795"/>
              <a:gd name="connsiteX2-271" fmla="*/ 4886 w 10000"/>
              <a:gd name="connsiteY2-272" fmla="*/ 4 h 10795"/>
              <a:gd name="connsiteX3-273" fmla="*/ 8068 w 10000"/>
              <a:gd name="connsiteY3-274" fmla="*/ 2813 h 10795"/>
              <a:gd name="connsiteX4-275" fmla="*/ 9996 w 10000"/>
              <a:gd name="connsiteY4-276" fmla="*/ 5413 h 10795"/>
              <a:gd name="connsiteX5-277" fmla="*/ 8476 w 10000"/>
              <a:gd name="connsiteY5-278" fmla="*/ 7306 h 10795"/>
              <a:gd name="connsiteX6-279" fmla="*/ 5202 w 10000"/>
              <a:gd name="connsiteY6-280" fmla="*/ 10795 h 10795"/>
              <a:gd name="connsiteX7-281" fmla="*/ 2753 w 10000"/>
              <a:gd name="connsiteY7-282" fmla="*/ 7683 h 10795"/>
              <a:gd name="connsiteX8-283" fmla="*/ 1375 w 10000"/>
              <a:gd name="connsiteY8-284" fmla="*/ 7365 h 10795"/>
              <a:gd name="connsiteX9-285" fmla="*/ 45 w 10000"/>
              <a:gd name="connsiteY9-286" fmla="*/ 5036 h 10795"/>
              <a:gd name="connsiteX0-287" fmla="*/ 45 w 10000"/>
              <a:gd name="connsiteY0-288" fmla="*/ 5036 h 10795"/>
              <a:gd name="connsiteX1-289" fmla="*/ 2738 w 10000"/>
              <a:gd name="connsiteY1-290" fmla="*/ 2811 h 10795"/>
              <a:gd name="connsiteX2-291" fmla="*/ 4886 w 10000"/>
              <a:gd name="connsiteY2-292" fmla="*/ 4 h 10795"/>
              <a:gd name="connsiteX3-293" fmla="*/ 8068 w 10000"/>
              <a:gd name="connsiteY3-294" fmla="*/ 2813 h 10795"/>
              <a:gd name="connsiteX4-295" fmla="*/ 9996 w 10000"/>
              <a:gd name="connsiteY4-296" fmla="*/ 5413 h 10795"/>
              <a:gd name="connsiteX5-297" fmla="*/ 8476 w 10000"/>
              <a:gd name="connsiteY5-298" fmla="*/ 7306 h 10795"/>
              <a:gd name="connsiteX6-299" fmla="*/ 5202 w 10000"/>
              <a:gd name="connsiteY6-300" fmla="*/ 10795 h 10795"/>
              <a:gd name="connsiteX7-301" fmla="*/ 2753 w 10000"/>
              <a:gd name="connsiteY7-302" fmla="*/ 7683 h 10795"/>
              <a:gd name="connsiteX8-303" fmla="*/ 1375 w 10000"/>
              <a:gd name="connsiteY8-304" fmla="*/ 7365 h 10795"/>
              <a:gd name="connsiteX9-305" fmla="*/ 45 w 10000"/>
              <a:gd name="connsiteY9-306" fmla="*/ 5036 h 1079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</p:spPr>
        <p:txBody>
          <a:bodyPr wrap="none" anchor="ctr"/>
          <a:lstStyle/>
          <a:p>
            <a:endParaRPr lang="en-US"/>
          </a:p>
        </p:txBody>
      </p:sp>
      <p:grpSp>
        <p:nvGrpSpPr>
          <p:cNvPr id="472" name="Group 133"/>
          <p:cNvGrpSpPr/>
          <p:nvPr/>
        </p:nvGrpSpPr>
        <p:grpSpPr>
          <a:xfrm>
            <a:off x="5731177" y="1446543"/>
            <a:ext cx="2215548" cy="1435167"/>
            <a:chOff x="833331" y="2873352"/>
            <a:chExt cx="2333625" cy="1590649"/>
          </a:xfrm>
        </p:grpSpPr>
        <p:grpSp>
          <p:nvGrpSpPr>
            <p:cNvPr id="473" name="Group 134"/>
            <p:cNvGrpSpPr/>
            <p:nvPr/>
          </p:nvGrpSpPr>
          <p:grpSpPr>
            <a:xfrm>
              <a:off x="1736090" y="2873352"/>
              <a:ext cx="565150" cy="369332"/>
              <a:chOff x="1736090" y="2873352"/>
              <a:chExt cx="565150" cy="369332"/>
            </a:xfrm>
          </p:grpSpPr>
          <p:grpSp>
            <p:nvGrpSpPr>
              <p:cNvPr id="522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526" name="Oval 187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27" name="Rectangle 188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28" name="Oval 189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29" name="Freeform 190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30" name="Freeform 191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31" name="Freeform 192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32" name="Freeform 193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33" name="Straight Connector 194"/>
                <p:cNvCxnSpPr>
                  <a:endCxn id="52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34" name="Straight Connector 195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23" name="Group 184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524" name="Oval 185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TextBox 186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3b</a:t>
                  </a:r>
                </a:p>
              </p:txBody>
            </p:sp>
          </p:grpSp>
        </p:grpSp>
        <p:grpSp>
          <p:nvGrpSpPr>
            <p:cNvPr id="474" name="Group 135"/>
            <p:cNvGrpSpPr/>
            <p:nvPr/>
          </p:nvGrpSpPr>
          <p:grpSpPr>
            <a:xfrm>
              <a:off x="1740320" y="4094669"/>
              <a:ext cx="565150" cy="369332"/>
              <a:chOff x="1736090" y="2873352"/>
              <a:chExt cx="565150" cy="369332"/>
            </a:xfrm>
          </p:grpSpPr>
          <p:grpSp>
            <p:nvGrpSpPr>
              <p:cNvPr id="509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513" name="Oval 174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14" name="Rectangle 175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5" name="Oval 176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16" name="Freeform 177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7" name="Freeform 178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8" name="Freeform 179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9" name="Freeform 180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20" name="Straight Connector 181"/>
                <p:cNvCxnSpPr>
                  <a:endCxn id="51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1" name="Straight Connector 182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10" name="Group 171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511" name="Oval 172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2" name="TextBox 173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3d</a:t>
                  </a:r>
                </a:p>
              </p:txBody>
            </p:sp>
          </p:grpSp>
        </p:grpSp>
        <p:grpSp>
          <p:nvGrpSpPr>
            <p:cNvPr id="475" name="Group 136"/>
            <p:cNvGrpSpPr/>
            <p:nvPr/>
          </p:nvGrpSpPr>
          <p:grpSpPr>
            <a:xfrm>
              <a:off x="2601806" y="3485072"/>
              <a:ext cx="565150" cy="369332"/>
              <a:chOff x="1736090" y="2873352"/>
              <a:chExt cx="565150" cy="369332"/>
            </a:xfrm>
          </p:grpSpPr>
          <p:grpSp>
            <p:nvGrpSpPr>
              <p:cNvPr id="496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500" name="Oval 161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01" name="Rectangle 162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02" name="Oval 163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03" name="Freeform 164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04" name="Freeform 165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05" name="Freeform 166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06" name="Freeform 167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07" name="Straight Connector 168"/>
                <p:cNvCxnSpPr>
                  <a:endCxn id="50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8" name="Straight Connector 169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97" name="Group 158"/>
              <p:cNvGrpSpPr/>
              <p:nvPr/>
            </p:nvGrpSpPr>
            <p:grpSpPr>
              <a:xfrm>
                <a:off x="1770362" y="2873352"/>
                <a:ext cx="428460" cy="369332"/>
                <a:chOff x="667045" y="1708643"/>
                <a:chExt cx="428460" cy="369332"/>
              </a:xfrm>
            </p:grpSpPr>
            <p:sp>
              <p:nvSpPr>
                <p:cNvPr id="498" name="Oval 159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99" name="TextBox 160"/>
                <p:cNvSpPr txBox="1"/>
                <p:nvPr/>
              </p:nvSpPr>
              <p:spPr>
                <a:xfrm>
                  <a:off x="667045" y="1708643"/>
                  <a:ext cx="428460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3c</a:t>
                  </a:r>
                </a:p>
              </p:txBody>
            </p:sp>
          </p:grpSp>
        </p:grpSp>
        <p:grpSp>
          <p:nvGrpSpPr>
            <p:cNvPr id="476" name="Group 137"/>
            <p:cNvGrpSpPr/>
            <p:nvPr/>
          </p:nvGrpSpPr>
          <p:grpSpPr>
            <a:xfrm>
              <a:off x="833331" y="3478719"/>
              <a:ext cx="565150" cy="369332"/>
              <a:chOff x="1736090" y="2873352"/>
              <a:chExt cx="565150" cy="369332"/>
            </a:xfrm>
          </p:grpSpPr>
          <p:grpSp>
            <p:nvGrpSpPr>
              <p:cNvPr id="483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487" name="Oval 148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488" name="Rectangle 149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89" name="Oval 150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490" name="Freeform 151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91" name="Freeform 152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92" name="Freeform 153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93" name="Freeform 154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94" name="Straight Connector 155"/>
                <p:cNvCxnSpPr>
                  <a:endCxn id="489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95" name="Straight Connector 156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84" name="Group 145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485" name="Oval 146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TextBox 147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3a</a:t>
                  </a:r>
                </a:p>
              </p:txBody>
            </p:sp>
          </p:grpSp>
        </p:grpSp>
        <p:cxnSp>
          <p:nvCxnSpPr>
            <p:cNvPr id="477" name="Straight Connector 138"/>
            <p:cNvCxnSpPr>
              <a:stCxn id="525" idx="2"/>
              <a:endCxn id="512" idx="0"/>
            </p:cNvCxnSpPr>
            <p:nvPr/>
          </p:nvCxnSpPr>
          <p:spPr bwMode="auto">
            <a:xfrm>
              <a:off x="1991073" y="3242684"/>
              <a:ext cx="4230" cy="851985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78" name="Straight Connector 139"/>
            <p:cNvCxnSpPr/>
            <p:nvPr/>
          </p:nvCxnSpPr>
          <p:spPr bwMode="auto">
            <a:xfrm>
              <a:off x="1407477" y="3648621"/>
              <a:ext cx="1204913" cy="6353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79" name="Straight Connector 140"/>
            <p:cNvCxnSpPr>
              <a:stCxn id="526" idx="7"/>
            </p:cNvCxnSpPr>
            <p:nvPr/>
          </p:nvCxnSpPr>
          <p:spPr bwMode="auto">
            <a:xfrm>
              <a:off x="2218708" y="3154477"/>
              <a:ext cx="480042" cy="369773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0" name="Straight Connector 141"/>
            <p:cNvCxnSpPr/>
            <p:nvPr/>
          </p:nvCxnSpPr>
          <p:spPr bwMode="auto">
            <a:xfrm>
              <a:off x="1300073" y="3786304"/>
              <a:ext cx="477927" cy="357071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1" name="Straight Connector 142"/>
            <p:cNvCxnSpPr/>
            <p:nvPr/>
          </p:nvCxnSpPr>
          <p:spPr bwMode="auto">
            <a:xfrm flipH="1">
              <a:off x="2196042" y="3783542"/>
              <a:ext cx="508002" cy="349250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2" name="Straight Connector 143"/>
            <p:cNvCxnSpPr/>
            <p:nvPr/>
          </p:nvCxnSpPr>
          <p:spPr bwMode="auto">
            <a:xfrm flipH="1">
              <a:off x="1287553" y="3166946"/>
              <a:ext cx="508002" cy="349250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</p:grpSp>
      <p:cxnSp>
        <p:nvCxnSpPr>
          <p:cNvPr id="535" name="Straight Connector 127"/>
          <p:cNvCxnSpPr/>
          <p:nvPr/>
        </p:nvCxnSpPr>
        <p:spPr bwMode="auto">
          <a:xfrm flipH="1" flipV="1">
            <a:off x="3046706" y="2340047"/>
            <a:ext cx="480877" cy="744090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cxnSp>
        <p:nvCxnSpPr>
          <p:cNvPr id="536" name="Straight Connector 128"/>
          <p:cNvCxnSpPr/>
          <p:nvPr/>
        </p:nvCxnSpPr>
        <p:spPr bwMode="auto">
          <a:xfrm flipV="1">
            <a:off x="5523188" y="2281165"/>
            <a:ext cx="337735" cy="823128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sp>
        <p:nvSpPr>
          <p:cNvPr id="537" name="TextBox 129"/>
          <p:cNvSpPr txBox="1"/>
          <p:nvPr/>
        </p:nvSpPr>
        <p:spPr>
          <a:xfrm>
            <a:off x="3493291" y="2438369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90"/>
                </a:solidFill>
              </a:rPr>
              <a:t>AS2</a:t>
            </a:r>
          </a:p>
        </p:txBody>
      </p:sp>
      <p:sp>
        <p:nvSpPr>
          <p:cNvPr id="538" name="TextBox 130"/>
          <p:cNvSpPr txBox="1"/>
          <p:nvPr/>
        </p:nvSpPr>
        <p:spPr>
          <a:xfrm>
            <a:off x="5543950" y="1351667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90"/>
                </a:solidFill>
              </a:rPr>
              <a:t>AS3</a:t>
            </a:r>
          </a:p>
        </p:txBody>
      </p:sp>
      <p:sp>
        <p:nvSpPr>
          <p:cNvPr id="539" name="TextBox 131"/>
          <p:cNvSpPr txBox="1"/>
          <p:nvPr/>
        </p:nvSpPr>
        <p:spPr>
          <a:xfrm>
            <a:off x="707172" y="1562343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90"/>
                </a:solidFill>
              </a:rPr>
              <a:t>AS1</a:t>
            </a:r>
          </a:p>
        </p:txBody>
      </p:sp>
      <p:grpSp>
        <p:nvGrpSpPr>
          <p:cNvPr id="540" name="Group 10"/>
          <p:cNvGrpSpPr/>
          <p:nvPr/>
        </p:nvGrpSpPr>
        <p:grpSpPr>
          <a:xfrm>
            <a:off x="7070827" y="2413274"/>
            <a:ext cx="1701734" cy="616172"/>
            <a:chOff x="7073692" y="5469792"/>
            <a:chExt cx="1701734" cy="616172"/>
          </a:xfrm>
        </p:grpSpPr>
        <p:grpSp>
          <p:nvGrpSpPr>
            <p:cNvPr id="541" name="Group 9"/>
            <p:cNvGrpSpPr/>
            <p:nvPr/>
          </p:nvGrpSpPr>
          <p:grpSpPr>
            <a:xfrm>
              <a:off x="7073692" y="5469792"/>
              <a:ext cx="1701734" cy="616172"/>
              <a:chOff x="6946249" y="5096269"/>
              <a:chExt cx="1701734" cy="616172"/>
            </a:xfrm>
          </p:grpSpPr>
          <p:sp>
            <p:nvSpPr>
              <p:cNvPr id="543" name="Freeform 2"/>
              <p:cNvSpPr/>
              <p:nvPr/>
            </p:nvSpPr>
            <p:spPr bwMode="auto">
              <a:xfrm>
                <a:off x="6946249" y="5096269"/>
                <a:ext cx="1701734" cy="61617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-1" fmla="*/ 4 w 8600"/>
                  <a:gd name="connsiteY0-2" fmla="*/ 4042 h 10128"/>
                  <a:gd name="connsiteX1-3" fmla="*/ 715 w 8600"/>
                  <a:gd name="connsiteY1-4" fmla="*/ 1598 h 10128"/>
                  <a:gd name="connsiteX2-5" fmla="*/ 3130 w 8600"/>
                  <a:gd name="connsiteY2-6" fmla="*/ 1009 h 10128"/>
                  <a:gd name="connsiteX3-7" fmla="*/ 4995 w 8600"/>
                  <a:gd name="connsiteY3-8" fmla="*/ 3 h 10128"/>
                  <a:gd name="connsiteX4-9" fmla="*/ 6720 w 8600"/>
                  <a:gd name="connsiteY4-10" fmla="*/ 1012 h 10128"/>
                  <a:gd name="connsiteX5-11" fmla="*/ 8599 w 8600"/>
                  <a:gd name="connsiteY5-12" fmla="*/ 6800 h 10128"/>
                  <a:gd name="connsiteX6-13" fmla="*/ 6995 w 8600"/>
                  <a:gd name="connsiteY6-14" fmla="*/ 9325 h 10128"/>
                  <a:gd name="connsiteX7-15" fmla="*/ 5307 w 8600"/>
                  <a:gd name="connsiteY7-16" fmla="*/ 8846 h 10128"/>
                  <a:gd name="connsiteX8-17" fmla="*/ 4371 w 8600"/>
                  <a:gd name="connsiteY8-18" fmla="*/ 9915 h 10128"/>
                  <a:gd name="connsiteX9-19" fmla="*/ 3140 w 8600"/>
                  <a:gd name="connsiteY9-20" fmla="*/ 10022 h 10128"/>
                  <a:gd name="connsiteX10-21" fmla="*/ 2179 w 8600"/>
                  <a:gd name="connsiteY10-22" fmla="*/ 7898 h 10128"/>
                  <a:gd name="connsiteX11-23" fmla="*/ 1187 w 8600"/>
                  <a:gd name="connsiteY11-24" fmla="*/ 7498 h 10128"/>
                  <a:gd name="connsiteX12-25" fmla="*/ 4 w 8600"/>
                  <a:gd name="connsiteY12-26" fmla="*/ 4042 h 10128"/>
                  <a:gd name="connsiteX0-27" fmla="*/ 4 w 9326"/>
                  <a:gd name="connsiteY0-28" fmla="*/ 3988 h 9997"/>
                  <a:gd name="connsiteX1-29" fmla="*/ 830 w 9326"/>
                  <a:gd name="connsiteY1-30" fmla="*/ 1575 h 9997"/>
                  <a:gd name="connsiteX2-31" fmla="*/ 3639 w 9326"/>
                  <a:gd name="connsiteY2-32" fmla="*/ 993 h 9997"/>
                  <a:gd name="connsiteX3-33" fmla="*/ 5807 w 9326"/>
                  <a:gd name="connsiteY3-34" fmla="*/ 0 h 9997"/>
                  <a:gd name="connsiteX4-35" fmla="*/ 7813 w 9326"/>
                  <a:gd name="connsiteY4-36" fmla="*/ 996 h 9997"/>
                  <a:gd name="connsiteX5-37" fmla="*/ 9324 w 9326"/>
                  <a:gd name="connsiteY5-38" fmla="*/ 5746 h 9997"/>
                  <a:gd name="connsiteX6-39" fmla="*/ 8133 w 9326"/>
                  <a:gd name="connsiteY6-40" fmla="*/ 9204 h 9997"/>
                  <a:gd name="connsiteX7-41" fmla="*/ 6170 w 9326"/>
                  <a:gd name="connsiteY7-42" fmla="*/ 8731 h 9997"/>
                  <a:gd name="connsiteX8-43" fmla="*/ 5082 w 9326"/>
                  <a:gd name="connsiteY8-44" fmla="*/ 9787 h 9997"/>
                  <a:gd name="connsiteX9-45" fmla="*/ 3650 w 9326"/>
                  <a:gd name="connsiteY9-46" fmla="*/ 9892 h 9997"/>
                  <a:gd name="connsiteX10-47" fmla="*/ 2533 w 9326"/>
                  <a:gd name="connsiteY10-48" fmla="*/ 7795 h 9997"/>
                  <a:gd name="connsiteX11-49" fmla="*/ 1379 w 9326"/>
                  <a:gd name="connsiteY11-50" fmla="*/ 7400 h 9997"/>
                  <a:gd name="connsiteX12-51" fmla="*/ 4 w 9326"/>
                  <a:gd name="connsiteY12-52" fmla="*/ 3988 h 9997"/>
                  <a:gd name="connsiteX0-53" fmla="*/ 4 w 10001"/>
                  <a:gd name="connsiteY0-54" fmla="*/ 3989 h 10041"/>
                  <a:gd name="connsiteX1-55" fmla="*/ 890 w 10001"/>
                  <a:gd name="connsiteY1-56" fmla="*/ 1575 h 10041"/>
                  <a:gd name="connsiteX2-57" fmla="*/ 3902 w 10001"/>
                  <a:gd name="connsiteY2-58" fmla="*/ 993 h 10041"/>
                  <a:gd name="connsiteX3-59" fmla="*/ 6227 w 10001"/>
                  <a:gd name="connsiteY3-60" fmla="*/ 0 h 10041"/>
                  <a:gd name="connsiteX4-61" fmla="*/ 8378 w 10001"/>
                  <a:gd name="connsiteY4-62" fmla="*/ 996 h 10041"/>
                  <a:gd name="connsiteX5-63" fmla="*/ 9998 w 10001"/>
                  <a:gd name="connsiteY5-64" fmla="*/ 5748 h 10041"/>
                  <a:gd name="connsiteX6-65" fmla="*/ 8721 w 10001"/>
                  <a:gd name="connsiteY6-66" fmla="*/ 9207 h 10041"/>
                  <a:gd name="connsiteX7-67" fmla="*/ 5449 w 10001"/>
                  <a:gd name="connsiteY7-68" fmla="*/ 9790 h 10041"/>
                  <a:gd name="connsiteX8-69" fmla="*/ 3914 w 10001"/>
                  <a:gd name="connsiteY8-70" fmla="*/ 9895 h 10041"/>
                  <a:gd name="connsiteX9-71" fmla="*/ 2716 w 10001"/>
                  <a:gd name="connsiteY9-72" fmla="*/ 7797 h 10041"/>
                  <a:gd name="connsiteX10-73" fmla="*/ 1479 w 10001"/>
                  <a:gd name="connsiteY10-74" fmla="*/ 7402 h 10041"/>
                  <a:gd name="connsiteX11-75" fmla="*/ 4 w 10001"/>
                  <a:gd name="connsiteY11-76" fmla="*/ 3989 h 10041"/>
                  <a:gd name="connsiteX0-77" fmla="*/ 4 w 10001"/>
                  <a:gd name="connsiteY0-78" fmla="*/ 3989 h 14825"/>
                  <a:gd name="connsiteX1-79" fmla="*/ 890 w 10001"/>
                  <a:gd name="connsiteY1-80" fmla="*/ 1575 h 14825"/>
                  <a:gd name="connsiteX2-81" fmla="*/ 3902 w 10001"/>
                  <a:gd name="connsiteY2-82" fmla="*/ 993 h 14825"/>
                  <a:gd name="connsiteX3-83" fmla="*/ 6227 w 10001"/>
                  <a:gd name="connsiteY3-84" fmla="*/ 0 h 14825"/>
                  <a:gd name="connsiteX4-85" fmla="*/ 8378 w 10001"/>
                  <a:gd name="connsiteY4-86" fmla="*/ 996 h 14825"/>
                  <a:gd name="connsiteX5-87" fmla="*/ 9998 w 10001"/>
                  <a:gd name="connsiteY5-88" fmla="*/ 5748 h 14825"/>
                  <a:gd name="connsiteX6-89" fmla="*/ 8721 w 10001"/>
                  <a:gd name="connsiteY6-90" fmla="*/ 9207 h 14825"/>
                  <a:gd name="connsiteX7-91" fmla="*/ 6011 w 10001"/>
                  <a:gd name="connsiteY7-92" fmla="*/ 14823 h 14825"/>
                  <a:gd name="connsiteX8-93" fmla="*/ 3914 w 10001"/>
                  <a:gd name="connsiteY8-94" fmla="*/ 9895 h 14825"/>
                  <a:gd name="connsiteX9-95" fmla="*/ 2716 w 10001"/>
                  <a:gd name="connsiteY9-96" fmla="*/ 7797 h 14825"/>
                  <a:gd name="connsiteX10-97" fmla="*/ 1479 w 10001"/>
                  <a:gd name="connsiteY10-98" fmla="*/ 7402 h 14825"/>
                  <a:gd name="connsiteX11-99" fmla="*/ 4 w 10001"/>
                  <a:gd name="connsiteY11-100" fmla="*/ 3989 h 14825"/>
                  <a:gd name="connsiteX0-101" fmla="*/ 4 w 10001"/>
                  <a:gd name="connsiteY0-102" fmla="*/ 7436 h 18272"/>
                  <a:gd name="connsiteX1-103" fmla="*/ 890 w 10001"/>
                  <a:gd name="connsiteY1-104" fmla="*/ 5022 h 18272"/>
                  <a:gd name="connsiteX2-105" fmla="*/ 3902 w 10001"/>
                  <a:gd name="connsiteY2-106" fmla="*/ 4440 h 18272"/>
                  <a:gd name="connsiteX3-107" fmla="*/ 6026 w 10001"/>
                  <a:gd name="connsiteY3-108" fmla="*/ 0 h 18272"/>
                  <a:gd name="connsiteX4-109" fmla="*/ 8378 w 10001"/>
                  <a:gd name="connsiteY4-110" fmla="*/ 4443 h 18272"/>
                  <a:gd name="connsiteX5-111" fmla="*/ 9998 w 10001"/>
                  <a:gd name="connsiteY5-112" fmla="*/ 9195 h 18272"/>
                  <a:gd name="connsiteX6-113" fmla="*/ 8721 w 10001"/>
                  <a:gd name="connsiteY6-114" fmla="*/ 12654 h 18272"/>
                  <a:gd name="connsiteX7-115" fmla="*/ 6011 w 10001"/>
                  <a:gd name="connsiteY7-116" fmla="*/ 18270 h 18272"/>
                  <a:gd name="connsiteX8-117" fmla="*/ 3914 w 10001"/>
                  <a:gd name="connsiteY8-118" fmla="*/ 13342 h 18272"/>
                  <a:gd name="connsiteX9-119" fmla="*/ 2716 w 10001"/>
                  <a:gd name="connsiteY9-120" fmla="*/ 11244 h 18272"/>
                  <a:gd name="connsiteX10-121" fmla="*/ 1479 w 10001"/>
                  <a:gd name="connsiteY10-122" fmla="*/ 10849 h 18272"/>
                  <a:gd name="connsiteX11-123" fmla="*/ 4 w 10001"/>
                  <a:gd name="connsiteY11-124" fmla="*/ 7436 h 18272"/>
                  <a:gd name="connsiteX0-125" fmla="*/ 1 w 9998"/>
                  <a:gd name="connsiteY0-126" fmla="*/ 7436 h 18272"/>
                  <a:gd name="connsiteX1-127" fmla="*/ 3899 w 9998"/>
                  <a:gd name="connsiteY1-128" fmla="*/ 4440 h 18272"/>
                  <a:gd name="connsiteX2-129" fmla="*/ 6023 w 9998"/>
                  <a:gd name="connsiteY2-130" fmla="*/ 0 h 18272"/>
                  <a:gd name="connsiteX3-131" fmla="*/ 8375 w 9998"/>
                  <a:gd name="connsiteY3-132" fmla="*/ 4443 h 18272"/>
                  <a:gd name="connsiteX4-133" fmla="*/ 9995 w 9998"/>
                  <a:gd name="connsiteY4-134" fmla="*/ 9195 h 18272"/>
                  <a:gd name="connsiteX5-135" fmla="*/ 8718 w 9998"/>
                  <a:gd name="connsiteY5-136" fmla="*/ 12654 h 18272"/>
                  <a:gd name="connsiteX6-137" fmla="*/ 6008 w 9998"/>
                  <a:gd name="connsiteY6-138" fmla="*/ 18270 h 18272"/>
                  <a:gd name="connsiteX7-139" fmla="*/ 3911 w 9998"/>
                  <a:gd name="connsiteY7-140" fmla="*/ 13342 h 18272"/>
                  <a:gd name="connsiteX8-141" fmla="*/ 2713 w 9998"/>
                  <a:gd name="connsiteY8-142" fmla="*/ 11244 h 18272"/>
                  <a:gd name="connsiteX9-143" fmla="*/ 1476 w 9998"/>
                  <a:gd name="connsiteY9-144" fmla="*/ 10849 h 18272"/>
                  <a:gd name="connsiteX10-145" fmla="*/ 1 w 9998"/>
                  <a:gd name="connsiteY10-146" fmla="*/ 7436 h 18272"/>
                  <a:gd name="connsiteX0-147" fmla="*/ 35 w 8559"/>
                  <a:gd name="connsiteY0-148" fmla="*/ 5938 h 10000"/>
                  <a:gd name="connsiteX1-149" fmla="*/ 2459 w 8559"/>
                  <a:gd name="connsiteY1-150" fmla="*/ 2430 h 10000"/>
                  <a:gd name="connsiteX2-151" fmla="*/ 4583 w 8559"/>
                  <a:gd name="connsiteY2-152" fmla="*/ 0 h 10000"/>
                  <a:gd name="connsiteX3-153" fmla="*/ 6936 w 8559"/>
                  <a:gd name="connsiteY3-154" fmla="*/ 2432 h 10000"/>
                  <a:gd name="connsiteX4-155" fmla="*/ 8556 w 8559"/>
                  <a:gd name="connsiteY4-156" fmla="*/ 5032 h 10000"/>
                  <a:gd name="connsiteX5-157" fmla="*/ 7279 w 8559"/>
                  <a:gd name="connsiteY5-158" fmla="*/ 6925 h 10000"/>
                  <a:gd name="connsiteX6-159" fmla="*/ 4568 w 8559"/>
                  <a:gd name="connsiteY6-160" fmla="*/ 9999 h 10000"/>
                  <a:gd name="connsiteX7-161" fmla="*/ 2471 w 8559"/>
                  <a:gd name="connsiteY7-162" fmla="*/ 7302 h 10000"/>
                  <a:gd name="connsiteX8-163" fmla="*/ 1273 w 8559"/>
                  <a:gd name="connsiteY8-164" fmla="*/ 6154 h 10000"/>
                  <a:gd name="connsiteX9-165" fmla="*/ 35 w 8559"/>
                  <a:gd name="connsiteY9-166" fmla="*/ 5938 h 10000"/>
                  <a:gd name="connsiteX0-167" fmla="*/ 49 w 9820"/>
                  <a:gd name="connsiteY0-168" fmla="*/ 4655 h 10000"/>
                  <a:gd name="connsiteX1-169" fmla="*/ 2693 w 9820"/>
                  <a:gd name="connsiteY1-170" fmla="*/ 2430 h 10000"/>
                  <a:gd name="connsiteX2-171" fmla="*/ 5175 w 9820"/>
                  <a:gd name="connsiteY2-172" fmla="*/ 0 h 10000"/>
                  <a:gd name="connsiteX3-173" fmla="*/ 7924 w 9820"/>
                  <a:gd name="connsiteY3-174" fmla="*/ 2432 h 10000"/>
                  <a:gd name="connsiteX4-175" fmla="*/ 9816 w 9820"/>
                  <a:gd name="connsiteY4-176" fmla="*/ 5032 h 10000"/>
                  <a:gd name="connsiteX5-177" fmla="*/ 8324 w 9820"/>
                  <a:gd name="connsiteY5-178" fmla="*/ 6925 h 10000"/>
                  <a:gd name="connsiteX6-179" fmla="*/ 5157 w 9820"/>
                  <a:gd name="connsiteY6-180" fmla="*/ 9999 h 10000"/>
                  <a:gd name="connsiteX7-181" fmla="*/ 2707 w 9820"/>
                  <a:gd name="connsiteY7-182" fmla="*/ 7302 h 10000"/>
                  <a:gd name="connsiteX8-183" fmla="*/ 1307 w 9820"/>
                  <a:gd name="connsiteY8-184" fmla="*/ 6154 h 10000"/>
                  <a:gd name="connsiteX9-185" fmla="*/ 49 w 9820"/>
                  <a:gd name="connsiteY9-186" fmla="*/ 4655 h 10000"/>
                  <a:gd name="connsiteX0-187" fmla="*/ 45 w 9995"/>
                  <a:gd name="connsiteY0-188" fmla="*/ 4655 h 10000"/>
                  <a:gd name="connsiteX1-189" fmla="*/ 2737 w 9995"/>
                  <a:gd name="connsiteY1-190" fmla="*/ 2430 h 10000"/>
                  <a:gd name="connsiteX2-191" fmla="*/ 5265 w 9995"/>
                  <a:gd name="connsiteY2-192" fmla="*/ 0 h 10000"/>
                  <a:gd name="connsiteX3-193" fmla="*/ 8064 w 9995"/>
                  <a:gd name="connsiteY3-194" fmla="*/ 2432 h 10000"/>
                  <a:gd name="connsiteX4-195" fmla="*/ 9991 w 9995"/>
                  <a:gd name="connsiteY4-196" fmla="*/ 5032 h 10000"/>
                  <a:gd name="connsiteX5-197" fmla="*/ 8472 w 9995"/>
                  <a:gd name="connsiteY5-198" fmla="*/ 6925 h 10000"/>
                  <a:gd name="connsiteX6-199" fmla="*/ 5247 w 9995"/>
                  <a:gd name="connsiteY6-200" fmla="*/ 9999 h 10000"/>
                  <a:gd name="connsiteX7-201" fmla="*/ 2752 w 9995"/>
                  <a:gd name="connsiteY7-202" fmla="*/ 7302 h 10000"/>
                  <a:gd name="connsiteX8-203" fmla="*/ 1374 w 9995"/>
                  <a:gd name="connsiteY8-204" fmla="*/ 6984 h 10000"/>
                  <a:gd name="connsiteX9-205" fmla="*/ 45 w 9995"/>
                  <a:gd name="connsiteY9-206" fmla="*/ 4655 h 10000"/>
                  <a:gd name="connsiteX0-207" fmla="*/ 45 w 10000"/>
                  <a:gd name="connsiteY0-208" fmla="*/ 5032 h 10377"/>
                  <a:gd name="connsiteX1-209" fmla="*/ 2738 w 10000"/>
                  <a:gd name="connsiteY1-210" fmla="*/ 2807 h 10377"/>
                  <a:gd name="connsiteX2-211" fmla="*/ 4886 w 10000"/>
                  <a:gd name="connsiteY2-212" fmla="*/ 0 h 10377"/>
                  <a:gd name="connsiteX3-213" fmla="*/ 8068 w 10000"/>
                  <a:gd name="connsiteY3-214" fmla="*/ 2809 h 10377"/>
                  <a:gd name="connsiteX4-215" fmla="*/ 9996 w 10000"/>
                  <a:gd name="connsiteY4-216" fmla="*/ 5409 h 10377"/>
                  <a:gd name="connsiteX5-217" fmla="*/ 8476 w 10000"/>
                  <a:gd name="connsiteY5-218" fmla="*/ 7302 h 10377"/>
                  <a:gd name="connsiteX6-219" fmla="*/ 5250 w 10000"/>
                  <a:gd name="connsiteY6-220" fmla="*/ 10376 h 10377"/>
                  <a:gd name="connsiteX7-221" fmla="*/ 2753 w 10000"/>
                  <a:gd name="connsiteY7-222" fmla="*/ 7679 h 10377"/>
                  <a:gd name="connsiteX8-223" fmla="*/ 1375 w 10000"/>
                  <a:gd name="connsiteY8-224" fmla="*/ 7361 h 10377"/>
                  <a:gd name="connsiteX9-225" fmla="*/ 45 w 10000"/>
                  <a:gd name="connsiteY9-226" fmla="*/ 5032 h 10377"/>
                  <a:gd name="connsiteX0-227" fmla="*/ 45 w 10000"/>
                  <a:gd name="connsiteY0-228" fmla="*/ 5036 h 10381"/>
                  <a:gd name="connsiteX1-229" fmla="*/ 2738 w 10000"/>
                  <a:gd name="connsiteY1-230" fmla="*/ 2811 h 10381"/>
                  <a:gd name="connsiteX2-231" fmla="*/ 4886 w 10000"/>
                  <a:gd name="connsiteY2-232" fmla="*/ 4 h 10381"/>
                  <a:gd name="connsiteX3-233" fmla="*/ 8068 w 10000"/>
                  <a:gd name="connsiteY3-234" fmla="*/ 2813 h 10381"/>
                  <a:gd name="connsiteX4-235" fmla="*/ 9996 w 10000"/>
                  <a:gd name="connsiteY4-236" fmla="*/ 5413 h 10381"/>
                  <a:gd name="connsiteX5-237" fmla="*/ 8476 w 10000"/>
                  <a:gd name="connsiteY5-238" fmla="*/ 7306 h 10381"/>
                  <a:gd name="connsiteX6-239" fmla="*/ 5250 w 10000"/>
                  <a:gd name="connsiteY6-240" fmla="*/ 10380 h 10381"/>
                  <a:gd name="connsiteX7-241" fmla="*/ 2753 w 10000"/>
                  <a:gd name="connsiteY7-242" fmla="*/ 7683 h 10381"/>
                  <a:gd name="connsiteX8-243" fmla="*/ 1375 w 10000"/>
                  <a:gd name="connsiteY8-244" fmla="*/ 7365 h 10381"/>
                  <a:gd name="connsiteX9-245" fmla="*/ 45 w 10000"/>
                  <a:gd name="connsiteY9-246" fmla="*/ 5036 h 10381"/>
                  <a:gd name="connsiteX0-247" fmla="*/ 45 w 10000"/>
                  <a:gd name="connsiteY0-248" fmla="*/ 5036 h 10796"/>
                  <a:gd name="connsiteX1-249" fmla="*/ 2738 w 10000"/>
                  <a:gd name="connsiteY1-250" fmla="*/ 2811 h 10796"/>
                  <a:gd name="connsiteX2-251" fmla="*/ 4886 w 10000"/>
                  <a:gd name="connsiteY2-252" fmla="*/ 4 h 10796"/>
                  <a:gd name="connsiteX3-253" fmla="*/ 8068 w 10000"/>
                  <a:gd name="connsiteY3-254" fmla="*/ 2813 h 10796"/>
                  <a:gd name="connsiteX4-255" fmla="*/ 9996 w 10000"/>
                  <a:gd name="connsiteY4-256" fmla="*/ 5413 h 10796"/>
                  <a:gd name="connsiteX5-257" fmla="*/ 8476 w 10000"/>
                  <a:gd name="connsiteY5-258" fmla="*/ 7306 h 10796"/>
                  <a:gd name="connsiteX6-259" fmla="*/ 5202 w 10000"/>
                  <a:gd name="connsiteY6-260" fmla="*/ 10795 h 10796"/>
                  <a:gd name="connsiteX7-261" fmla="*/ 2753 w 10000"/>
                  <a:gd name="connsiteY7-262" fmla="*/ 7683 h 10796"/>
                  <a:gd name="connsiteX8-263" fmla="*/ 1375 w 10000"/>
                  <a:gd name="connsiteY8-264" fmla="*/ 7365 h 10796"/>
                  <a:gd name="connsiteX9-265" fmla="*/ 45 w 10000"/>
                  <a:gd name="connsiteY9-266" fmla="*/ 5036 h 10796"/>
                  <a:gd name="connsiteX0-267" fmla="*/ 45 w 10000"/>
                  <a:gd name="connsiteY0-268" fmla="*/ 5036 h 10795"/>
                  <a:gd name="connsiteX1-269" fmla="*/ 2738 w 10000"/>
                  <a:gd name="connsiteY1-270" fmla="*/ 2811 h 10795"/>
                  <a:gd name="connsiteX2-271" fmla="*/ 4886 w 10000"/>
                  <a:gd name="connsiteY2-272" fmla="*/ 4 h 10795"/>
                  <a:gd name="connsiteX3-273" fmla="*/ 8068 w 10000"/>
                  <a:gd name="connsiteY3-274" fmla="*/ 2813 h 10795"/>
                  <a:gd name="connsiteX4-275" fmla="*/ 9996 w 10000"/>
                  <a:gd name="connsiteY4-276" fmla="*/ 5413 h 10795"/>
                  <a:gd name="connsiteX5-277" fmla="*/ 8476 w 10000"/>
                  <a:gd name="connsiteY5-278" fmla="*/ 7306 h 10795"/>
                  <a:gd name="connsiteX6-279" fmla="*/ 5202 w 10000"/>
                  <a:gd name="connsiteY6-280" fmla="*/ 10795 h 10795"/>
                  <a:gd name="connsiteX7-281" fmla="*/ 2753 w 10000"/>
                  <a:gd name="connsiteY7-282" fmla="*/ 7683 h 10795"/>
                  <a:gd name="connsiteX8-283" fmla="*/ 1375 w 10000"/>
                  <a:gd name="connsiteY8-284" fmla="*/ 7365 h 10795"/>
                  <a:gd name="connsiteX9-285" fmla="*/ 45 w 10000"/>
                  <a:gd name="connsiteY9-286" fmla="*/ 5036 h 10795"/>
                  <a:gd name="connsiteX0-287" fmla="*/ 45 w 10000"/>
                  <a:gd name="connsiteY0-288" fmla="*/ 5036 h 10795"/>
                  <a:gd name="connsiteX1-289" fmla="*/ 2738 w 10000"/>
                  <a:gd name="connsiteY1-290" fmla="*/ 2811 h 10795"/>
                  <a:gd name="connsiteX2-291" fmla="*/ 4886 w 10000"/>
                  <a:gd name="connsiteY2-292" fmla="*/ 4 h 10795"/>
                  <a:gd name="connsiteX3-293" fmla="*/ 8068 w 10000"/>
                  <a:gd name="connsiteY3-294" fmla="*/ 2813 h 10795"/>
                  <a:gd name="connsiteX4-295" fmla="*/ 9996 w 10000"/>
                  <a:gd name="connsiteY4-296" fmla="*/ 5413 h 10795"/>
                  <a:gd name="connsiteX5-297" fmla="*/ 8476 w 10000"/>
                  <a:gd name="connsiteY5-298" fmla="*/ 7306 h 10795"/>
                  <a:gd name="connsiteX6-299" fmla="*/ 5202 w 10000"/>
                  <a:gd name="connsiteY6-300" fmla="*/ 10795 h 10795"/>
                  <a:gd name="connsiteX7-301" fmla="*/ 2753 w 10000"/>
                  <a:gd name="connsiteY7-302" fmla="*/ 7683 h 10795"/>
                  <a:gd name="connsiteX8-303" fmla="*/ 1375 w 10000"/>
                  <a:gd name="connsiteY8-304" fmla="*/ 7365 h 10795"/>
                  <a:gd name="connsiteX9-305" fmla="*/ 45 w 10000"/>
                  <a:gd name="connsiteY9-306" fmla="*/ 5036 h 10795"/>
                  <a:gd name="connsiteX0-307" fmla="*/ 4 w 9959"/>
                  <a:gd name="connsiteY0-308" fmla="*/ 5593 h 11352"/>
                  <a:gd name="connsiteX1-309" fmla="*/ 1089 w 9959"/>
                  <a:gd name="connsiteY1-310" fmla="*/ 469 h 11352"/>
                  <a:gd name="connsiteX2-311" fmla="*/ 4845 w 9959"/>
                  <a:gd name="connsiteY2-312" fmla="*/ 561 h 11352"/>
                  <a:gd name="connsiteX3-313" fmla="*/ 8027 w 9959"/>
                  <a:gd name="connsiteY3-314" fmla="*/ 3370 h 11352"/>
                  <a:gd name="connsiteX4-315" fmla="*/ 9955 w 9959"/>
                  <a:gd name="connsiteY4-316" fmla="*/ 5970 h 11352"/>
                  <a:gd name="connsiteX5-317" fmla="*/ 8435 w 9959"/>
                  <a:gd name="connsiteY5-318" fmla="*/ 7863 h 11352"/>
                  <a:gd name="connsiteX6-319" fmla="*/ 5161 w 9959"/>
                  <a:gd name="connsiteY6-320" fmla="*/ 11352 h 11352"/>
                  <a:gd name="connsiteX7-321" fmla="*/ 2712 w 9959"/>
                  <a:gd name="connsiteY7-322" fmla="*/ 8240 h 11352"/>
                  <a:gd name="connsiteX8-323" fmla="*/ 1334 w 9959"/>
                  <a:gd name="connsiteY8-324" fmla="*/ 7922 h 11352"/>
                  <a:gd name="connsiteX9-325" fmla="*/ 4 w 9959"/>
                  <a:gd name="connsiteY9-326" fmla="*/ 5593 h 11352"/>
                  <a:gd name="connsiteX0-327" fmla="*/ 0 w 11223"/>
                  <a:gd name="connsiteY0-328" fmla="*/ 3835 h 9929"/>
                  <a:gd name="connsiteX1-329" fmla="*/ 2316 w 11223"/>
                  <a:gd name="connsiteY1-330" fmla="*/ 342 h 9929"/>
                  <a:gd name="connsiteX2-331" fmla="*/ 6088 w 11223"/>
                  <a:gd name="connsiteY2-332" fmla="*/ 423 h 9929"/>
                  <a:gd name="connsiteX3-333" fmla="*/ 9283 w 11223"/>
                  <a:gd name="connsiteY3-334" fmla="*/ 2898 h 9929"/>
                  <a:gd name="connsiteX4-335" fmla="*/ 11219 w 11223"/>
                  <a:gd name="connsiteY4-336" fmla="*/ 5188 h 9929"/>
                  <a:gd name="connsiteX5-337" fmla="*/ 9693 w 11223"/>
                  <a:gd name="connsiteY5-338" fmla="*/ 6856 h 9929"/>
                  <a:gd name="connsiteX6-339" fmla="*/ 6405 w 11223"/>
                  <a:gd name="connsiteY6-340" fmla="*/ 9929 h 9929"/>
                  <a:gd name="connsiteX7-341" fmla="*/ 3946 w 11223"/>
                  <a:gd name="connsiteY7-342" fmla="*/ 7188 h 9929"/>
                  <a:gd name="connsiteX8-343" fmla="*/ 2562 w 11223"/>
                  <a:gd name="connsiteY8-344" fmla="*/ 6908 h 9929"/>
                  <a:gd name="connsiteX9-345" fmla="*/ 0 w 11223"/>
                  <a:gd name="connsiteY9-346" fmla="*/ 3835 h 9929"/>
                  <a:gd name="connsiteX0-347" fmla="*/ 0 w 9999"/>
                  <a:gd name="connsiteY0-348" fmla="*/ 3862 h 10000"/>
                  <a:gd name="connsiteX1-349" fmla="*/ 2064 w 9999"/>
                  <a:gd name="connsiteY1-350" fmla="*/ 344 h 10000"/>
                  <a:gd name="connsiteX2-351" fmla="*/ 5425 w 9999"/>
                  <a:gd name="connsiteY2-352" fmla="*/ 426 h 10000"/>
                  <a:gd name="connsiteX3-353" fmla="*/ 8271 w 9999"/>
                  <a:gd name="connsiteY3-354" fmla="*/ 2919 h 10000"/>
                  <a:gd name="connsiteX4-355" fmla="*/ 9996 w 9999"/>
                  <a:gd name="connsiteY4-356" fmla="*/ 5225 h 10000"/>
                  <a:gd name="connsiteX5-357" fmla="*/ 8637 w 9999"/>
                  <a:gd name="connsiteY5-358" fmla="*/ 6905 h 10000"/>
                  <a:gd name="connsiteX6-359" fmla="*/ 5707 w 9999"/>
                  <a:gd name="connsiteY6-360" fmla="*/ 10000 h 10000"/>
                  <a:gd name="connsiteX7-361" fmla="*/ 2283 w 9999"/>
                  <a:gd name="connsiteY7-362" fmla="*/ 6957 h 10000"/>
                  <a:gd name="connsiteX8-363" fmla="*/ 0 w 9999"/>
                  <a:gd name="connsiteY8-364" fmla="*/ 3862 h 10000"/>
                  <a:gd name="connsiteX0-365" fmla="*/ 124 w 10124"/>
                  <a:gd name="connsiteY0-366" fmla="*/ 3862 h 10000"/>
                  <a:gd name="connsiteX1-367" fmla="*/ 2188 w 10124"/>
                  <a:gd name="connsiteY1-368" fmla="*/ 344 h 10000"/>
                  <a:gd name="connsiteX2-369" fmla="*/ 5550 w 10124"/>
                  <a:gd name="connsiteY2-370" fmla="*/ 426 h 10000"/>
                  <a:gd name="connsiteX3-371" fmla="*/ 8396 w 10124"/>
                  <a:gd name="connsiteY3-372" fmla="*/ 2919 h 10000"/>
                  <a:gd name="connsiteX4-373" fmla="*/ 10121 w 10124"/>
                  <a:gd name="connsiteY4-374" fmla="*/ 5225 h 10000"/>
                  <a:gd name="connsiteX5-375" fmla="*/ 8762 w 10124"/>
                  <a:gd name="connsiteY5-376" fmla="*/ 6905 h 10000"/>
                  <a:gd name="connsiteX6-377" fmla="*/ 5832 w 10124"/>
                  <a:gd name="connsiteY6-378" fmla="*/ 10000 h 10000"/>
                  <a:gd name="connsiteX7-379" fmla="*/ 124 w 10124"/>
                  <a:gd name="connsiteY7-380" fmla="*/ 3862 h 10000"/>
                  <a:gd name="connsiteX0-381" fmla="*/ 43 w 10045"/>
                  <a:gd name="connsiteY0-382" fmla="*/ 3862 h 6912"/>
                  <a:gd name="connsiteX1-383" fmla="*/ 2107 w 10045"/>
                  <a:gd name="connsiteY1-384" fmla="*/ 344 h 6912"/>
                  <a:gd name="connsiteX2-385" fmla="*/ 5469 w 10045"/>
                  <a:gd name="connsiteY2-386" fmla="*/ 426 h 6912"/>
                  <a:gd name="connsiteX3-387" fmla="*/ 8315 w 10045"/>
                  <a:gd name="connsiteY3-388" fmla="*/ 2919 h 6912"/>
                  <a:gd name="connsiteX4-389" fmla="*/ 10040 w 10045"/>
                  <a:gd name="connsiteY4-390" fmla="*/ 5225 h 6912"/>
                  <a:gd name="connsiteX5-391" fmla="*/ 8681 w 10045"/>
                  <a:gd name="connsiteY5-392" fmla="*/ 6905 h 6912"/>
                  <a:gd name="connsiteX6-393" fmla="*/ 3967 w 10045"/>
                  <a:gd name="connsiteY6-394" fmla="*/ 5885 h 6912"/>
                  <a:gd name="connsiteX7-395" fmla="*/ 43 w 10045"/>
                  <a:gd name="connsiteY7-396" fmla="*/ 3862 h 6912"/>
                  <a:gd name="connsiteX0-397" fmla="*/ 47 w 10004"/>
                  <a:gd name="connsiteY0-398" fmla="*/ 5106 h 9519"/>
                  <a:gd name="connsiteX1-399" fmla="*/ 2102 w 10004"/>
                  <a:gd name="connsiteY1-400" fmla="*/ 17 h 9519"/>
                  <a:gd name="connsiteX2-401" fmla="*/ 6651 w 10004"/>
                  <a:gd name="connsiteY2-402" fmla="*/ 3484 h 9519"/>
                  <a:gd name="connsiteX3-403" fmla="*/ 8282 w 10004"/>
                  <a:gd name="connsiteY3-404" fmla="*/ 3742 h 9519"/>
                  <a:gd name="connsiteX4-405" fmla="*/ 9999 w 10004"/>
                  <a:gd name="connsiteY4-406" fmla="*/ 7078 h 9519"/>
                  <a:gd name="connsiteX5-407" fmla="*/ 8646 w 10004"/>
                  <a:gd name="connsiteY5-408" fmla="*/ 9509 h 9519"/>
                  <a:gd name="connsiteX6-409" fmla="*/ 3953 w 10004"/>
                  <a:gd name="connsiteY6-410" fmla="*/ 8033 h 9519"/>
                  <a:gd name="connsiteX7-411" fmla="*/ 47 w 10004"/>
                  <a:gd name="connsiteY7-412" fmla="*/ 5106 h 9519"/>
                  <a:gd name="connsiteX0-413" fmla="*/ 43 w 9996"/>
                  <a:gd name="connsiteY0-414" fmla="*/ 6232 h 10868"/>
                  <a:gd name="connsiteX1-415" fmla="*/ 2097 w 9996"/>
                  <a:gd name="connsiteY1-416" fmla="*/ 886 h 10868"/>
                  <a:gd name="connsiteX2-417" fmla="*/ 5642 w 9996"/>
                  <a:gd name="connsiteY2-418" fmla="*/ 385 h 10868"/>
                  <a:gd name="connsiteX3-419" fmla="*/ 8275 w 9996"/>
                  <a:gd name="connsiteY3-420" fmla="*/ 4799 h 10868"/>
                  <a:gd name="connsiteX4-421" fmla="*/ 9991 w 9996"/>
                  <a:gd name="connsiteY4-422" fmla="*/ 8304 h 10868"/>
                  <a:gd name="connsiteX5-423" fmla="*/ 8639 w 9996"/>
                  <a:gd name="connsiteY5-424" fmla="*/ 10857 h 10868"/>
                  <a:gd name="connsiteX6-425" fmla="*/ 3947 w 9996"/>
                  <a:gd name="connsiteY6-426" fmla="*/ 9307 h 10868"/>
                  <a:gd name="connsiteX7-427" fmla="*/ 43 w 9996"/>
                  <a:gd name="connsiteY7-428" fmla="*/ 6232 h 10868"/>
                  <a:gd name="connsiteX0-429" fmla="*/ 43 w 10004"/>
                  <a:gd name="connsiteY0-430" fmla="*/ 5543 h 9809"/>
                  <a:gd name="connsiteX1-431" fmla="*/ 2098 w 10004"/>
                  <a:gd name="connsiteY1-432" fmla="*/ 624 h 9809"/>
                  <a:gd name="connsiteX2-433" fmla="*/ 5644 w 10004"/>
                  <a:gd name="connsiteY2-434" fmla="*/ 163 h 9809"/>
                  <a:gd name="connsiteX3-435" fmla="*/ 8163 w 10004"/>
                  <a:gd name="connsiteY3-436" fmla="*/ 1492 h 9809"/>
                  <a:gd name="connsiteX4-437" fmla="*/ 9995 w 10004"/>
                  <a:gd name="connsiteY4-438" fmla="*/ 7450 h 9809"/>
                  <a:gd name="connsiteX5-439" fmla="*/ 8642 w 10004"/>
                  <a:gd name="connsiteY5-440" fmla="*/ 9799 h 9809"/>
                  <a:gd name="connsiteX6-441" fmla="*/ 3949 w 10004"/>
                  <a:gd name="connsiteY6-442" fmla="*/ 8373 h 9809"/>
                  <a:gd name="connsiteX7-443" fmla="*/ 43 w 10004"/>
                  <a:gd name="connsiteY7-444" fmla="*/ 5543 h 9809"/>
                  <a:gd name="connsiteX0-445" fmla="*/ 43 w 8950"/>
                  <a:gd name="connsiteY0-446" fmla="*/ 5651 h 10081"/>
                  <a:gd name="connsiteX1-447" fmla="*/ 2097 w 8950"/>
                  <a:gd name="connsiteY1-448" fmla="*/ 636 h 10081"/>
                  <a:gd name="connsiteX2-449" fmla="*/ 5642 w 8950"/>
                  <a:gd name="connsiteY2-450" fmla="*/ 166 h 10081"/>
                  <a:gd name="connsiteX3-451" fmla="*/ 8160 w 8950"/>
                  <a:gd name="connsiteY3-452" fmla="*/ 1521 h 10081"/>
                  <a:gd name="connsiteX4-453" fmla="*/ 8473 w 8950"/>
                  <a:gd name="connsiteY4-454" fmla="*/ 5322 h 10081"/>
                  <a:gd name="connsiteX5-455" fmla="*/ 8639 w 8950"/>
                  <a:gd name="connsiteY5-456" fmla="*/ 9990 h 10081"/>
                  <a:gd name="connsiteX6-457" fmla="*/ 3947 w 8950"/>
                  <a:gd name="connsiteY6-458" fmla="*/ 8536 h 10081"/>
                  <a:gd name="connsiteX7-459" fmla="*/ 43 w 8950"/>
                  <a:gd name="connsiteY7-460" fmla="*/ 5651 h 10081"/>
                  <a:gd name="connsiteX0-461" fmla="*/ 48 w 9651"/>
                  <a:gd name="connsiteY0-462" fmla="*/ 5606 h 8648"/>
                  <a:gd name="connsiteX1-463" fmla="*/ 2343 w 9651"/>
                  <a:gd name="connsiteY1-464" fmla="*/ 631 h 8648"/>
                  <a:gd name="connsiteX2-465" fmla="*/ 6304 w 9651"/>
                  <a:gd name="connsiteY2-466" fmla="*/ 165 h 8648"/>
                  <a:gd name="connsiteX3-467" fmla="*/ 9117 w 9651"/>
                  <a:gd name="connsiteY3-468" fmla="*/ 1509 h 8648"/>
                  <a:gd name="connsiteX4-469" fmla="*/ 9467 w 9651"/>
                  <a:gd name="connsiteY4-470" fmla="*/ 5279 h 8648"/>
                  <a:gd name="connsiteX5-471" fmla="*/ 6997 w 9651"/>
                  <a:gd name="connsiteY5-472" fmla="*/ 8019 h 8648"/>
                  <a:gd name="connsiteX6-473" fmla="*/ 4410 w 9651"/>
                  <a:gd name="connsiteY6-474" fmla="*/ 8467 h 8648"/>
                  <a:gd name="connsiteX7-475" fmla="*/ 48 w 9651"/>
                  <a:gd name="connsiteY7-476" fmla="*/ 5606 h 8648"/>
                  <a:gd name="connsiteX0-477" fmla="*/ 41 w 9991"/>
                  <a:gd name="connsiteY0-478" fmla="*/ 6482 h 9316"/>
                  <a:gd name="connsiteX1-479" fmla="*/ 2419 w 9991"/>
                  <a:gd name="connsiteY1-480" fmla="*/ 730 h 9316"/>
                  <a:gd name="connsiteX2-481" fmla="*/ 6523 w 9991"/>
                  <a:gd name="connsiteY2-482" fmla="*/ 191 h 9316"/>
                  <a:gd name="connsiteX3-483" fmla="*/ 9438 w 9991"/>
                  <a:gd name="connsiteY3-484" fmla="*/ 1745 h 9316"/>
                  <a:gd name="connsiteX4-485" fmla="*/ 9800 w 9991"/>
                  <a:gd name="connsiteY4-486" fmla="*/ 6104 h 9316"/>
                  <a:gd name="connsiteX5-487" fmla="*/ 7241 w 9991"/>
                  <a:gd name="connsiteY5-488" fmla="*/ 9273 h 9316"/>
                  <a:gd name="connsiteX6-489" fmla="*/ 1411 w 9991"/>
                  <a:gd name="connsiteY6-490" fmla="*/ 7856 h 9316"/>
                  <a:gd name="connsiteX7-491" fmla="*/ 41 w 9991"/>
                  <a:gd name="connsiteY7-492" fmla="*/ 6482 h 9316"/>
                  <a:gd name="connsiteX0-493" fmla="*/ 19 w 10708"/>
                  <a:gd name="connsiteY0-494" fmla="*/ 7721 h 10038"/>
                  <a:gd name="connsiteX1-495" fmla="*/ 3129 w 10708"/>
                  <a:gd name="connsiteY1-496" fmla="*/ 825 h 10038"/>
                  <a:gd name="connsiteX2-497" fmla="*/ 7237 w 10708"/>
                  <a:gd name="connsiteY2-498" fmla="*/ 246 h 10038"/>
                  <a:gd name="connsiteX3-499" fmla="*/ 10155 w 10708"/>
                  <a:gd name="connsiteY3-500" fmla="*/ 1914 h 10038"/>
                  <a:gd name="connsiteX4-501" fmla="*/ 10517 w 10708"/>
                  <a:gd name="connsiteY4-502" fmla="*/ 6593 h 10038"/>
                  <a:gd name="connsiteX5-503" fmla="*/ 7956 w 10708"/>
                  <a:gd name="connsiteY5-504" fmla="*/ 9995 h 10038"/>
                  <a:gd name="connsiteX6-505" fmla="*/ 2120 w 10708"/>
                  <a:gd name="connsiteY6-506" fmla="*/ 8474 h 10038"/>
                  <a:gd name="connsiteX7-507" fmla="*/ 19 w 10708"/>
                  <a:gd name="connsiteY7-508" fmla="*/ 7721 h 10038"/>
                  <a:gd name="connsiteX0-509" fmla="*/ 359 w 11048"/>
                  <a:gd name="connsiteY0-510" fmla="*/ 7721 h 10038"/>
                  <a:gd name="connsiteX1-511" fmla="*/ 3469 w 11048"/>
                  <a:gd name="connsiteY1-512" fmla="*/ 825 h 10038"/>
                  <a:gd name="connsiteX2-513" fmla="*/ 7577 w 11048"/>
                  <a:gd name="connsiteY2-514" fmla="*/ 246 h 10038"/>
                  <a:gd name="connsiteX3-515" fmla="*/ 10495 w 11048"/>
                  <a:gd name="connsiteY3-516" fmla="*/ 1914 h 10038"/>
                  <a:gd name="connsiteX4-517" fmla="*/ 10857 w 11048"/>
                  <a:gd name="connsiteY4-518" fmla="*/ 6593 h 10038"/>
                  <a:gd name="connsiteX5-519" fmla="*/ 8296 w 11048"/>
                  <a:gd name="connsiteY5-520" fmla="*/ 9995 h 10038"/>
                  <a:gd name="connsiteX6-521" fmla="*/ 2460 w 11048"/>
                  <a:gd name="connsiteY6-522" fmla="*/ 8474 h 10038"/>
                  <a:gd name="connsiteX7-523" fmla="*/ 359 w 11048"/>
                  <a:gd name="connsiteY7-524" fmla="*/ 7721 h 10038"/>
                  <a:gd name="connsiteX0-525" fmla="*/ 359 w 11048"/>
                  <a:gd name="connsiteY0-526" fmla="*/ 8392 h 10075"/>
                  <a:gd name="connsiteX1-527" fmla="*/ 3469 w 11048"/>
                  <a:gd name="connsiteY1-528" fmla="*/ 864 h 10075"/>
                  <a:gd name="connsiteX2-529" fmla="*/ 7577 w 11048"/>
                  <a:gd name="connsiteY2-530" fmla="*/ 285 h 10075"/>
                  <a:gd name="connsiteX3-531" fmla="*/ 10495 w 11048"/>
                  <a:gd name="connsiteY3-532" fmla="*/ 1953 h 10075"/>
                  <a:gd name="connsiteX4-533" fmla="*/ 10857 w 11048"/>
                  <a:gd name="connsiteY4-534" fmla="*/ 6632 h 10075"/>
                  <a:gd name="connsiteX5-535" fmla="*/ 8296 w 11048"/>
                  <a:gd name="connsiteY5-536" fmla="*/ 10034 h 10075"/>
                  <a:gd name="connsiteX6-537" fmla="*/ 2460 w 11048"/>
                  <a:gd name="connsiteY6-538" fmla="*/ 8513 h 10075"/>
                  <a:gd name="connsiteX7-539" fmla="*/ 359 w 11048"/>
                  <a:gd name="connsiteY7-540" fmla="*/ 8392 h 10075"/>
                  <a:gd name="connsiteX0-541" fmla="*/ 371 w 11060"/>
                  <a:gd name="connsiteY0-542" fmla="*/ 8392 h 10075"/>
                  <a:gd name="connsiteX1-543" fmla="*/ 3481 w 11060"/>
                  <a:gd name="connsiteY1-544" fmla="*/ 864 h 10075"/>
                  <a:gd name="connsiteX2-545" fmla="*/ 7589 w 11060"/>
                  <a:gd name="connsiteY2-546" fmla="*/ 285 h 10075"/>
                  <a:gd name="connsiteX3-547" fmla="*/ 10507 w 11060"/>
                  <a:gd name="connsiteY3-548" fmla="*/ 1953 h 10075"/>
                  <a:gd name="connsiteX4-549" fmla="*/ 10869 w 11060"/>
                  <a:gd name="connsiteY4-550" fmla="*/ 6632 h 10075"/>
                  <a:gd name="connsiteX5-551" fmla="*/ 8308 w 11060"/>
                  <a:gd name="connsiteY5-552" fmla="*/ 10034 h 10075"/>
                  <a:gd name="connsiteX6-553" fmla="*/ 2472 w 11060"/>
                  <a:gd name="connsiteY6-554" fmla="*/ 8513 h 10075"/>
                  <a:gd name="connsiteX7-555" fmla="*/ 371 w 11060"/>
                  <a:gd name="connsiteY7-556" fmla="*/ 8392 h 10075"/>
                  <a:gd name="connsiteX0-557" fmla="*/ 54 w 10743"/>
                  <a:gd name="connsiteY0-558" fmla="*/ 9468 h 11151"/>
                  <a:gd name="connsiteX1-559" fmla="*/ 4027 w 10743"/>
                  <a:gd name="connsiteY1-560" fmla="*/ 495 h 11151"/>
                  <a:gd name="connsiteX2-561" fmla="*/ 7272 w 10743"/>
                  <a:gd name="connsiteY2-562" fmla="*/ 1361 h 11151"/>
                  <a:gd name="connsiteX3-563" fmla="*/ 10190 w 10743"/>
                  <a:gd name="connsiteY3-564" fmla="*/ 3029 h 11151"/>
                  <a:gd name="connsiteX4-565" fmla="*/ 10552 w 10743"/>
                  <a:gd name="connsiteY4-566" fmla="*/ 7708 h 11151"/>
                  <a:gd name="connsiteX5-567" fmla="*/ 7991 w 10743"/>
                  <a:gd name="connsiteY5-568" fmla="*/ 11110 h 11151"/>
                  <a:gd name="connsiteX6-569" fmla="*/ 2155 w 10743"/>
                  <a:gd name="connsiteY6-570" fmla="*/ 9589 h 11151"/>
                  <a:gd name="connsiteX7-571" fmla="*/ 54 w 10743"/>
                  <a:gd name="connsiteY7-572" fmla="*/ 9468 h 11151"/>
                  <a:gd name="connsiteX0-573" fmla="*/ 54 w 10743"/>
                  <a:gd name="connsiteY0-574" fmla="*/ 9506 h 11189"/>
                  <a:gd name="connsiteX1-575" fmla="*/ 4027 w 10743"/>
                  <a:gd name="connsiteY1-576" fmla="*/ 533 h 11189"/>
                  <a:gd name="connsiteX2-577" fmla="*/ 7272 w 10743"/>
                  <a:gd name="connsiteY2-578" fmla="*/ 1399 h 11189"/>
                  <a:gd name="connsiteX3-579" fmla="*/ 10190 w 10743"/>
                  <a:gd name="connsiteY3-580" fmla="*/ 3067 h 11189"/>
                  <a:gd name="connsiteX4-581" fmla="*/ 10552 w 10743"/>
                  <a:gd name="connsiteY4-582" fmla="*/ 7746 h 11189"/>
                  <a:gd name="connsiteX5-583" fmla="*/ 7991 w 10743"/>
                  <a:gd name="connsiteY5-584" fmla="*/ 11148 h 11189"/>
                  <a:gd name="connsiteX6-585" fmla="*/ 2155 w 10743"/>
                  <a:gd name="connsiteY6-586" fmla="*/ 9627 h 11189"/>
                  <a:gd name="connsiteX7-587" fmla="*/ 54 w 10743"/>
                  <a:gd name="connsiteY7-588" fmla="*/ 9506 h 11189"/>
                  <a:gd name="connsiteX0-589" fmla="*/ 40 w 11293"/>
                  <a:gd name="connsiteY0-590" fmla="*/ 9082 h 11127"/>
                  <a:gd name="connsiteX1-591" fmla="*/ 4577 w 11293"/>
                  <a:gd name="connsiteY1-592" fmla="*/ 470 h 11127"/>
                  <a:gd name="connsiteX2-593" fmla="*/ 7822 w 11293"/>
                  <a:gd name="connsiteY2-594" fmla="*/ 1336 h 11127"/>
                  <a:gd name="connsiteX3-595" fmla="*/ 10740 w 11293"/>
                  <a:gd name="connsiteY3-596" fmla="*/ 3004 h 11127"/>
                  <a:gd name="connsiteX4-597" fmla="*/ 11102 w 11293"/>
                  <a:gd name="connsiteY4-598" fmla="*/ 7683 h 11127"/>
                  <a:gd name="connsiteX5-599" fmla="*/ 8541 w 11293"/>
                  <a:gd name="connsiteY5-600" fmla="*/ 11085 h 11127"/>
                  <a:gd name="connsiteX6-601" fmla="*/ 2705 w 11293"/>
                  <a:gd name="connsiteY6-602" fmla="*/ 9564 h 11127"/>
                  <a:gd name="connsiteX7-603" fmla="*/ 40 w 11293"/>
                  <a:gd name="connsiteY7-604" fmla="*/ 9082 h 11127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</a:cxnLst>
                <a:rect l="l" t="t" r="r" b="b"/>
                <a:pathLst>
                  <a:path w="11293" h="11127">
                    <a:moveTo>
                      <a:pt x="40" y="9082"/>
                    </a:moveTo>
                    <a:cubicBezTo>
                      <a:pt x="352" y="7566"/>
                      <a:pt x="3280" y="1761"/>
                      <a:pt x="4577" y="470"/>
                    </a:cubicBezTo>
                    <a:cubicBezTo>
                      <a:pt x="5874" y="-821"/>
                      <a:pt x="6795" y="914"/>
                      <a:pt x="7822" y="1336"/>
                    </a:cubicBezTo>
                    <a:cubicBezTo>
                      <a:pt x="8849" y="1758"/>
                      <a:pt x="10193" y="1947"/>
                      <a:pt x="10740" y="3004"/>
                    </a:cubicBezTo>
                    <a:cubicBezTo>
                      <a:pt x="11287" y="4061"/>
                      <a:pt x="11468" y="6337"/>
                      <a:pt x="11102" y="7683"/>
                    </a:cubicBezTo>
                    <a:cubicBezTo>
                      <a:pt x="10736" y="9030"/>
                      <a:pt x="9940" y="10771"/>
                      <a:pt x="8541" y="11085"/>
                    </a:cubicBezTo>
                    <a:cubicBezTo>
                      <a:pt x="7141" y="11398"/>
                      <a:pt x="4122" y="9898"/>
                      <a:pt x="2705" y="9564"/>
                    </a:cubicBezTo>
                    <a:cubicBezTo>
                      <a:pt x="1288" y="9230"/>
                      <a:pt x="-272" y="10598"/>
                      <a:pt x="40" y="9082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544" name="Group 327"/>
              <p:cNvGrpSpPr/>
              <p:nvPr/>
            </p:nvGrpSpPr>
            <p:grpSpPr bwMode="auto">
              <a:xfrm>
                <a:off x="7908175" y="5241780"/>
                <a:ext cx="536554" cy="263548"/>
                <a:chOff x="1871277" y="1576300"/>
                <a:chExt cx="1128371" cy="437861"/>
              </a:xfrm>
            </p:grpSpPr>
            <p:sp>
              <p:nvSpPr>
                <p:cNvPr id="548" name="Oval 373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49" name="Rectangle 374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50" name="Oval 375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51" name="Freeform 376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52" name="Freeform 377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53" name="Freeform 378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54" name="Freeform 379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55" name="Straight Connector 380"/>
                <p:cNvCxnSpPr>
                  <a:endCxn id="55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56" name="Straight Connector 381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45" name="Group 370"/>
              <p:cNvGrpSpPr/>
              <p:nvPr/>
            </p:nvGrpSpPr>
            <p:grpSpPr>
              <a:xfrm>
                <a:off x="7876581" y="5223365"/>
                <a:ext cx="466894" cy="369332"/>
                <a:chOff x="599495" y="1708643"/>
                <a:chExt cx="491778" cy="409344"/>
              </a:xfrm>
            </p:grpSpPr>
            <p:sp>
              <p:nvSpPr>
                <p:cNvPr id="546" name="Oval 371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7" name="TextBox 372"/>
                <p:cNvSpPr txBox="1"/>
                <p:nvPr/>
              </p:nvSpPr>
              <p:spPr>
                <a:xfrm>
                  <a:off x="599495" y="1708643"/>
                  <a:ext cx="491778" cy="4093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dirty="0"/>
                    <a:t>  X</a:t>
                  </a:r>
                </a:p>
              </p:txBody>
            </p:sp>
          </p:grpSp>
        </p:grpSp>
        <p:cxnSp>
          <p:nvCxnSpPr>
            <p:cNvPr id="542" name="Straight Connector 401"/>
            <p:cNvCxnSpPr/>
            <p:nvPr/>
          </p:nvCxnSpPr>
          <p:spPr bwMode="auto">
            <a:xfrm flipH="1">
              <a:off x="7133690" y="5764030"/>
              <a:ext cx="870024" cy="9999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557" name="Group 6"/>
          <p:cNvGrpSpPr/>
          <p:nvPr/>
        </p:nvGrpSpPr>
        <p:grpSpPr>
          <a:xfrm>
            <a:off x="5713444" y="2379268"/>
            <a:ext cx="1009362" cy="768350"/>
            <a:chOff x="5713444" y="2379268"/>
            <a:chExt cx="1009362" cy="768350"/>
          </a:xfrm>
        </p:grpSpPr>
        <p:sp>
          <p:nvSpPr>
            <p:cNvPr id="558" name="AutoShape 118"/>
            <p:cNvSpPr>
              <a:spLocks noChangeArrowheads="1"/>
            </p:cNvSpPr>
            <p:nvPr/>
          </p:nvSpPr>
          <p:spPr bwMode="auto">
            <a:xfrm rot="17597965">
              <a:off x="5467382" y="2625330"/>
              <a:ext cx="768350" cy="276226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FF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9" name="Text Box 119"/>
            <p:cNvSpPr txBox="1">
              <a:spLocks noChangeArrowheads="1"/>
            </p:cNvSpPr>
            <p:nvPr/>
          </p:nvSpPr>
          <p:spPr bwMode="auto">
            <a:xfrm>
              <a:off x="5906829" y="2784958"/>
              <a:ext cx="815977" cy="307975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C0000"/>
                  </a:solidFill>
                </a:rPr>
                <a:t>AS3,X </a:t>
              </a:r>
            </a:p>
          </p:txBody>
        </p:sp>
      </p:grpSp>
      <p:grpSp>
        <p:nvGrpSpPr>
          <p:cNvPr id="560" name="Group 5"/>
          <p:cNvGrpSpPr/>
          <p:nvPr/>
        </p:nvGrpSpPr>
        <p:grpSpPr>
          <a:xfrm>
            <a:off x="2028828" y="2438604"/>
            <a:ext cx="1260153" cy="888605"/>
            <a:chOff x="2028828" y="2438604"/>
            <a:chExt cx="1260153" cy="888605"/>
          </a:xfrm>
        </p:grpSpPr>
        <p:sp>
          <p:nvSpPr>
            <p:cNvPr id="561" name="Text Box 119"/>
            <p:cNvSpPr txBox="1">
              <a:spLocks noChangeArrowheads="1"/>
            </p:cNvSpPr>
            <p:nvPr/>
          </p:nvSpPr>
          <p:spPr bwMode="auto">
            <a:xfrm>
              <a:off x="2028828" y="3019432"/>
              <a:ext cx="1260153" cy="307777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C0000"/>
                  </a:solidFill>
                </a:rPr>
                <a:t>AS2,AS3,X </a:t>
              </a:r>
            </a:p>
          </p:txBody>
        </p:sp>
        <p:sp>
          <p:nvSpPr>
            <p:cNvPr id="562" name="AutoShape 118"/>
            <p:cNvSpPr>
              <a:spLocks noChangeArrowheads="1"/>
            </p:cNvSpPr>
            <p:nvPr/>
          </p:nvSpPr>
          <p:spPr bwMode="auto">
            <a:xfrm rot="3445218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FF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63" name="Group 4"/>
          <p:cNvGrpSpPr/>
          <p:nvPr/>
        </p:nvGrpSpPr>
        <p:grpSpPr>
          <a:xfrm>
            <a:off x="4052000" y="2820739"/>
            <a:ext cx="1118837" cy="826267"/>
            <a:chOff x="4052000" y="2820739"/>
            <a:chExt cx="1118837" cy="826267"/>
          </a:xfrm>
        </p:grpSpPr>
        <p:cxnSp>
          <p:nvCxnSpPr>
            <p:cNvPr id="564" name="Straight Arrow Connector 2"/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565" name="Straight Arrow Connector 329"/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566" name="Straight Arrow Connector 330"/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</p:grpSp>
      <p:sp>
        <p:nvSpPr>
          <p:cNvPr id="570" name="Rectangle 4"/>
          <p:cNvSpPr txBox="1">
            <a:spLocks noChangeArrowheads="1"/>
          </p:cNvSpPr>
          <p:nvPr/>
        </p:nvSpPr>
        <p:spPr>
          <a:xfrm>
            <a:off x="340110" y="4696699"/>
            <a:ext cx="8505825" cy="79841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342900">
              <a:lnSpc>
                <a:spcPts val="30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根据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AS2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的策略，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AS2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的路由器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2c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接受路径（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AS3, X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），通过</a:t>
            </a:r>
            <a:r>
              <a:rPr lang="en-US" altLang="zh-CN" sz="20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iBGP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传播给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AS2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的所有路由器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71" name="Rectangle 4"/>
          <p:cNvSpPr txBox="1">
            <a:spLocks noChangeArrowheads="1"/>
          </p:cNvSpPr>
          <p:nvPr/>
        </p:nvSpPr>
        <p:spPr bwMode="auto">
          <a:xfrm>
            <a:off x="340111" y="4218494"/>
            <a:ext cx="8505825" cy="639684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/>
              <a:buChar char="•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ts val="3000"/>
              </a:lnSpc>
              <a:spcBef>
                <a:spcPts val="600"/>
              </a:spcBef>
              <a:spcAft>
                <a:spcPts val="0"/>
              </a:spcAft>
              <a:buBlip>
                <a:blip r:embed="rId3"/>
              </a:buBlip>
              <a:defRPr/>
            </a:pP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AS2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的路由器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2c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从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AS3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的路由器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3a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接收到路径（</a:t>
            </a:r>
            <a:r>
              <a:rPr lang="en-US" altLang="zh-CN" sz="200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AS3, X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  <a:endParaRPr lang="en-US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72" name="Rectangle 4"/>
          <p:cNvSpPr txBox="1">
            <a:spLocks noChangeArrowheads="1"/>
          </p:cNvSpPr>
          <p:nvPr/>
        </p:nvSpPr>
        <p:spPr bwMode="auto">
          <a:xfrm>
            <a:off x="340110" y="5531480"/>
            <a:ext cx="8505825" cy="929468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/>
              <a:buChar char="•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Blip>
                <a:blip r:embed="rId3"/>
              </a:buBlip>
              <a:defRPr/>
            </a:pP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根据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AS2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的策略，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AS2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的路由器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2a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通过</a:t>
            </a:r>
            <a:r>
              <a:rPr lang="en-US" altLang="zh-CN" sz="20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eBGP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向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AS1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的路由器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1c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通告从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AS3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的路由器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3a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接收到路径（</a:t>
            </a:r>
            <a:r>
              <a:rPr lang="en-US" altLang="zh-CN" sz="2000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AS2, AS3, X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268605" indent="-268605">
              <a:lnSpc>
                <a:spcPts val="3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endParaRPr lang="en-US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>
              <a:lnSpc>
                <a:spcPts val="3000"/>
              </a:lnSpc>
              <a:spcBef>
                <a:spcPts val="600"/>
              </a:spcBef>
              <a:spcAft>
                <a:spcPts val="0"/>
              </a:spcAft>
            </a:pPr>
            <a:endParaRPr lang="en-US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1000"/>
                                        <p:tgtEl>
                                          <p:spTgt spid="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0" grpId="0" build="p"/>
      <p:bldP spid="571" grpId="0"/>
      <p:bldP spid="572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3668" name="Rectangle 4"/>
          <p:cNvSpPr>
            <a:spLocks noGrp="1" noChangeArrowheads="1"/>
          </p:cNvSpPr>
          <p:nvPr>
            <p:ph type="body" idx="1"/>
          </p:nvPr>
        </p:nvSpPr>
        <p:spPr>
          <a:xfrm>
            <a:off x="638176" y="4897134"/>
            <a:ext cx="6168621" cy="371081"/>
          </a:xfrm>
        </p:spPr>
        <p:txBody>
          <a:bodyPr>
            <a:normAutofit/>
          </a:bodyPr>
          <a:lstStyle/>
          <a:p>
            <a:pPr>
              <a:lnSpc>
                <a:spcPts val="2140"/>
              </a:lnSpc>
              <a:buClr>
                <a:srgbClr val="C00000"/>
              </a:buClr>
              <a:buFont typeface="Wingdings" panose="05000000000000000000" pitchFamily="2" charset="2"/>
              <a:buChar char="n"/>
            </a:pPr>
            <a:r>
              <a:rPr 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 AS1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的路由器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1c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从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2a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学到路径</a:t>
            </a:r>
            <a:r>
              <a:rPr lang="zh-CN" altLang="en-US" sz="220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（</a:t>
            </a:r>
            <a:r>
              <a:rPr lang="en-US" sz="220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AS2,  AS3, X</a:t>
            </a:r>
            <a:r>
              <a:rPr lang="zh-CN" altLang="en-US" sz="220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  <a:endParaRPr lang="en-US" sz="2200" dirty="0">
              <a:solidFill>
                <a:srgbClr val="CC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endParaRPr lang="en-US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125" name="Group 124"/>
          <p:cNvGrpSpPr/>
          <p:nvPr/>
        </p:nvGrpSpPr>
        <p:grpSpPr>
          <a:xfrm>
            <a:off x="624887" y="1451514"/>
            <a:ext cx="2557336" cy="1719017"/>
            <a:chOff x="-2170772" y="2784954"/>
            <a:chExt cx="2712783" cy="1853712"/>
          </a:xfrm>
        </p:grpSpPr>
        <p:sp>
          <p:nvSpPr>
            <p:cNvPr id="261" name="Freeform 2"/>
            <p:cNvSpPr/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-1" fmla="*/ 4 w 8600"/>
                <a:gd name="connsiteY0-2" fmla="*/ 4042 h 10128"/>
                <a:gd name="connsiteX1-3" fmla="*/ 715 w 8600"/>
                <a:gd name="connsiteY1-4" fmla="*/ 1598 h 10128"/>
                <a:gd name="connsiteX2-5" fmla="*/ 3130 w 8600"/>
                <a:gd name="connsiteY2-6" fmla="*/ 1009 h 10128"/>
                <a:gd name="connsiteX3-7" fmla="*/ 4995 w 8600"/>
                <a:gd name="connsiteY3-8" fmla="*/ 3 h 10128"/>
                <a:gd name="connsiteX4-9" fmla="*/ 6720 w 8600"/>
                <a:gd name="connsiteY4-10" fmla="*/ 1012 h 10128"/>
                <a:gd name="connsiteX5-11" fmla="*/ 8599 w 8600"/>
                <a:gd name="connsiteY5-12" fmla="*/ 6800 h 10128"/>
                <a:gd name="connsiteX6-13" fmla="*/ 6995 w 8600"/>
                <a:gd name="connsiteY6-14" fmla="*/ 9325 h 10128"/>
                <a:gd name="connsiteX7-15" fmla="*/ 5307 w 8600"/>
                <a:gd name="connsiteY7-16" fmla="*/ 8846 h 10128"/>
                <a:gd name="connsiteX8-17" fmla="*/ 4371 w 8600"/>
                <a:gd name="connsiteY8-18" fmla="*/ 9915 h 10128"/>
                <a:gd name="connsiteX9-19" fmla="*/ 3140 w 8600"/>
                <a:gd name="connsiteY9-20" fmla="*/ 10022 h 10128"/>
                <a:gd name="connsiteX10-21" fmla="*/ 2179 w 8600"/>
                <a:gd name="connsiteY10-22" fmla="*/ 7898 h 10128"/>
                <a:gd name="connsiteX11-23" fmla="*/ 1187 w 8600"/>
                <a:gd name="connsiteY11-24" fmla="*/ 7498 h 10128"/>
                <a:gd name="connsiteX12-25" fmla="*/ 4 w 8600"/>
                <a:gd name="connsiteY12-26" fmla="*/ 4042 h 10128"/>
                <a:gd name="connsiteX0-27" fmla="*/ 4 w 9326"/>
                <a:gd name="connsiteY0-28" fmla="*/ 3988 h 9997"/>
                <a:gd name="connsiteX1-29" fmla="*/ 830 w 9326"/>
                <a:gd name="connsiteY1-30" fmla="*/ 1575 h 9997"/>
                <a:gd name="connsiteX2-31" fmla="*/ 3639 w 9326"/>
                <a:gd name="connsiteY2-32" fmla="*/ 993 h 9997"/>
                <a:gd name="connsiteX3-33" fmla="*/ 5807 w 9326"/>
                <a:gd name="connsiteY3-34" fmla="*/ 0 h 9997"/>
                <a:gd name="connsiteX4-35" fmla="*/ 7813 w 9326"/>
                <a:gd name="connsiteY4-36" fmla="*/ 996 h 9997"/>
                <a:gd name="connsiteX5-37" fmla="*/ 9324 w 9326"/>
                <a:gd name="connsiteY5-38" fmla="*/ 5746 h 9997"/>
                <a:gd name="connsiteX6-39" fmla="*/ 8133 w 9326"/>
                <a:gd name="connsiteY6-40" fmla="*/ 9204 h 9997"/>
                <a:gd name="connsiteX7-41" fmla="*/ 6170 w 9326"/>
                <a:gd name="connsiteY7-42" fmla="*/ 8731 h 9997"/>
                <a:gd name="connsiteX8-43" fmla="*/ 5082 w 9326"/>
                <a:gd name="connsiteY8-44" fmla="*/ 9787 h 9997"/>
                <a:gd name="connsiteX9-45" fmla="*/ 3650 w 9326"/>
                <a:gd name="connsiteY9-46" fmla="*/ 9892 h 9997"/>
                <a:gd name="connsiteX10-47" fmla="*/ 2533 w 9326"/>
                <a:gd name="connsiteY10-48" fmla="*/ 7795 h 9997"/>
                <a:gd name="connsiteX11-49" fmla="*/ 1379 w 9326"/>
                <a:gd name="connsiteY11-50" fmla="*/ 7400 h 9997"/>
                <a:gd name="connsiteX12-51" fmla="*/ 4 w 9326"/>
                <a:gd name="connsiteY12-52" fmla="*/ 3988 h 9997"/>
                <a:gd name="connsiteX0-53" fmla="*/ 4 w 10001"/>
                <a:gd name="connsiteY0-54" fmla="*/ 3989 h 10041"/>
                <a:gd name="connsiteX1-55" fmla="*/ 890 w 10001"/>
                <a:gd name="connsiteY1-56" fmla="*/ 1575 h 10041"/>
                <a:gd name="connsiteX2-57" fmla="*/ 3902 w 10001"/>
                <a:gd name="connsiteY2-58" fmla="*/ 993 h 10041"/>
                <a:gd name="connsiteX3-59" fmla="*/ 6227 w 10001"/>
                <a:gd name="connsiteY3-60" fmla="*/ 0 h 10041"/>
                <a:gd name="connsiteX4-61" fmla="*/ 8378 w 10001"/>
                <a:gd name="connsiteY4-62" fmla="*/ 996 h 10041"/>
                <a:gd name="connsiteX5-63" fmla="*/ 9998 w 10001"/>
                <a:gd name="connsiteY5-64" fmla="*/ 5748 h 10041"/>
                <a:gd name="connsiteX6-65" fmla="*/ 8721 w 10001"/>
                <a:gd name="connsiteY6-66" fmla="*/ 9207 h 10041"/>
                <a:gd name="connsiteX7-67" fmla="*/ 5449 w 10001"/>
                <a:gd name="connsiteY7-68" fmla="*/ 9790 h 10041"/>
                <a:gd name="connsiteX8-69" fmla="*/ 3914 w 10001"/>
                <a:gd name="connsiteY8-70" fmla="*/ 9895 h 10041"/>
                <a:gd name="connsiteX9-71" fmla="*/ 2716 w 10001"/>
                <a:gd name="connsiteY9-72" fmla="*/ 7797 h 10041"/>
                <a:gd name="connsiteX10-73" fmla="*/ 1479 w 10001"/>
                <a:gd name="connsiteY10-74" fmla="*/ 7402 h 10041"/>
                <a:gd name="connsiteX11-75" fmla="*/ 4 w 10001"/>
                <a:gd name="connsiteY11-76" fmla="*/ 3989 h 10041"/>
                <a:gd name="connsiteX0-77" fmla="*/ 4 w 10001"/>
                <a:gd name="connsiteY0-78" fmla="*/ 3989 h 14825"/>
                <a:gd name="connsiteX1-79" fmla="*/ 890 w 10001"/>
                <a:gd name="connsiteY1-80" fmla="*/ 1575 h 14825"/>
                <a:gd name="connsiteX2-81" fmla="*/ 3902 w 10001"/>
                <a:gd name="connsiteY2-82" fmla="*/ 993 h 14825"/>
                <a:gd name="connsiteX3-83" fmla="*/ 6227 w 10001"/>
                <a:gd name="connsiteY3-84" fmla="*/ 0 h 14825"/>
                <a:gd name="connsiteX4-85" fmla="*/ 8378 w 10001"/>
                <a:gd name="connsiteY4-86" fmla="*/ 996 h 14825"/>
                <a:gd name="connsiteX5-87" fmla="*/ 9998 w 10001"/>
                <a:gd name="connsiteY5-88" fmla="*/ 5748 h 14825"/>
                <a:gd name="connsiteX6-89" fmla="*/ 8721 w 10001"/>
                <a:gd name="connsiteY6-90" fmla="*/ 9207 h 14825"/>
                <a:gd name="connsiteX7-91" fmla="*/ 6011 w 10001"/>
                <a:gd name="connsiteY7-92" fmla="*/ 14823 h 14825"/>
                <a:gd name="connsiteX8-93" fmla="*/ 3914 w 10001"/>
                <a:gd name="connsiteY8-94" fmla="*/ 9895 h 14825"/>
                <a:gd name="connsiteX9-95" fmla="*/ 2716 w 10001"/>
                <a:gd name="connsiteY9-96" fmla="*/ 7797 h 14825"/>
                <a:gd name="connsiteX10-97" fmla="*/ 1479 w 10001"/>
                <a:gd name="connsiteY10-98" fmla="*/ 7402 h 14825"/>
                <a:gd name="connsiteX11-99" fmla="*/ 4 w 10001"/>
                <a:gd name="connsiteY11-100" fmla="*/ 3989 h 14825"/>
                <a:gd name="connsiteX0-101" fmla="*/ 4 w 10001"/>
                <a:gd name="connsiteY0-102" fmla="*/ 7436 h 18272"/>
                <a:gd name="connsiteX1-103" fmla="*/ 890 w 10001"/>
                <a:gd name="connsiteY1-104" fmla="*/ 5022 h 18272"/>
                <a:gd name="connsiteX2-105" fmla="*/ 3902 w 10001"/>
                <a:gd name="connsiteY2-106" fmla="*/ 4440 h 18272"/>
                <a:gd name="connsiteX3-107" fmla="*/ 6026 w 10001"/>
                <a:gd name="connsiteY3-108" fmla="*/ 0 h 18272"/>
                <a:gd name="connsiteX4-109" fmla="*/ 8378 w 10001"/>
                <a:gd name="connsiteY4-110" fmla="*/ 4443 h 18272"/>
                <a:gd name="connsiteX5-111" fmla="*/ 9998 w 10001"/>
                <a:gd name="connsiteY5-112" fmla="*/ 9195 h 18272"/>
                <a:gd name="connsiteX6-113" fmla="*/ 8721 w 10001"/>
                <a:gd name="connsiteY6-114" fmla="*/ 12654 h 18272"/>
                <a:gd name="connsiteX7-115" fmla="*/ 6011 w 10001"/>
                <a:gd name="connsiteY7-116" fmla="*/ 18270 h 18272"/>
                <a:gd name="connsiteX8-117" fmla="*/ 3914 w 10001"/>
                <a:gd name="connsiteY8-118" fmla="*/ 13342 h 18272"/>
                <a:gd name="connsiteX9-119" fmla="*/ 2716 w 10001"/>
                <a:gd name="connsiteY9-120" fmla="*/ 11244 h 18272"/>
                <a:gd name="connsiteX10-121" fmla="*/ 1479 w 10001"/>
                <a:gd name="connsiteY10-122" fmla="*/ 10849 h 18272"/>
                <a:gd name="connsiteX11-123" fmla="*/ 4 w 10001"/>
                <a:gd name="connsiteY11-124" fmla="*/ 7436 h 18272"/>
                <a:gd name="connsiteX0-125" fmla="*/ 1 w 9998"/>
                <a:gd name="connsiteY0-126" fmla="*/ 7436 h 18272"/>
                <a:gd name="connsiteX1-127" fmla="*/ 3899 w 9998"/>
                <a:gd name="connsiteY1-128" fmla="*/ 4440 h 18272"/>
                <a:gd name="connsiteX2-129" fmla="*/ 6023 w 9998"/>
                <a:gd name="connsiteY2-130" fmla="*/ 0 h 18272"/>
                <a:gd name="connsiteX3-131" fmla="*/ 8375 w 9998"/>
                <a:gd name="connsiteY3-132" fmla="*/ 4443 h 18272"/>
                <a:gd name="connsiteX4-133" fmla="*/ 9995 w 9998"/>
                <a:gd name="connsiteY4-134" fmla="*/ 9195 h 18272"/>
                <a:gd name="connsiteX5-135" fmla="*/ 8718 w 9998"/>
                <a:gd name="connsiteY5-136" fmla="*/ 12654 h 18272"/>
                <a:gd name="connsiteX6-137" fmla="*/ 6008 w 9998"/>
                <a:gd name="connsiteY6-138" fmla="*/ 18270 h 18272"/>
                <a:gd name="connsiteX7-139" fmla="*/ 3911 w 9998"/>
                <a:gd name="connsiteY7-140" fmla="*/ 13342 h 18272"/>
                <a:gd name="connsiteX8-141" fmla="*/ 2713 w 9998"/>
                <a:gd name="connsiteY8-142" fmla="*/ 11244 h 18272"/>
                <a:gd name="connsiteX9-143" fmla="*/ 1476 w 9998"/>
                <a:gd name="connsiteY9-144" fmla="*/ 10849 h 18272"/>
                <a:gd name="connsiteX10-145" fmla="*/ 1 w 9998"/>
                <a:gd name="connsiteY10-146" fmla="*/ 7436 h 18272"/>
                <a:gd name="connsiteX0-147" fmla="*/ 35 w 8559"/>
                <a:gd name="connsiteY0-148" fmla="*/ 5938 h 10000"/>
                <a:gd name="connsiteX1-149" fmla="*/ 2459 w 8559"/>
                <a:gd name="connsiteY1-150" fmla="*/ 2430 h 10000"/>
                <a:gd name="connsiteX2-151" fmla="*/ 4583 w 8559"/>
                <a:gd name="connsiteY2-152" fmla="*/ 0 h 10000"/>
                <a:gd name="connsiteX3-153" fmla="*/ 6936 w 8559"/>
                <a:gd name="connsiteY3-154" fmla="*/ 2432 h 10000"/>
                <a:gd name="connsiteX4-155" fmla="*/ 8556 w 8559"/>
                <a:gd name="connsiteY4-156" fmla="*/ 5032 h 10000"/>
                <a:gd name="connsiteX5-157" fmla="*/ 7279 w 8559"/>
                <a:gd name="connsiteY5-158" fmla="*/ 6925 h 10000"/>
                <a:gd name="connsiteX6-159" fmla="*/ 4568 w 8559"/>
                <a:gd name="connsiteY6-160" fmla="*/ 9999 h 10000"/>
                <a:gd name="connsiteX7-161" fmla="*/ 2471 w 8559"/>
                <a:gd name="connsiteY7-162" fmla="*/ 7302 h 10000"/>
                <a:gd name="connsiteX8-163" fmla="*/ 1273 w 8559"/>
                <a:gd name="connsiteY8-164" fmla="*/ 6154 h 10000"/>
                <a:gd name="connsiteX9-165" fmla="*/ 35 w 8559"/>
                <a:gd name="connsiteY9-166" fmla="*/ 5938 h 10000"/>
                <a:gd name="connsiteX0-167" fmla="*/ 49 w 9820"/>
                <a:gd name="connsiteY0-168" fmla="*/ 4655 h 10000"/>
                <a:gd name="connsiteX1-169" fmla="*/ 2693 w 9820"/>
                <a:gd name="connsiteY1-170" fmla="*/ 2430 h 10000"/>
                <a:gd name="connsiteX2-171" fmla="*/ 5175 w 9820"/>
                <a:gd name="connsiteY2-172" fmla="*/ 0 h 10000"/>
                <a:gd name="connsiteX3-173" fmla="*/ 7924 w 9820"/>
                <a:gd name="connsiteY3-174" fmla="*/ 2432 h 10000"/>
                <a:gd name="connsiteX4-175" fmla="*/ 9816 w 9820"/>
                <a:gd name="connsiteY4-176" fmla="*/ 5032 h 10000"/>
                <a:gd name="connsiteX5-177" fmla="*/ 8324 w 9820"/>
                <a:gd name="connsiteY5-178" fmla="*/ 6925 h 10000"/>
                <a:gd name="connsiteX6-179" fmla="*/ 5157 w 9820"/>
                <a:gd name="connsiteY6-180" fmla="*/ 9999 h 10000"/>
                <a:gd name="connsiteX7-181" fmla="*/ 2707 w 9820"/>
                <a:gd name="connsiteY7-182" fmla="*/ 7302 h 10000"/>
                <a:gd name="connsiteX8-183" fmla="*/ 1307 w 9820"/>
                <a:gd name="connsiteY8-184" fmla="*/ 6154 h 10000"/>
                <a:gd name="connsiteX9-185" fmla="*/ 49 w 9820"/>
                <a:gd name="connsiteY9-186" fmla="*/ 4655 h 10000"/>
                <a:gd name="connsiteX0-187" fmla="*/ 45 w 9995"/>
                <a:gd name="connsiteY0-188" fmla="*/ 4655 h 10000"/>
                <a:gd name="connsiteX1-189" fmla="*/ 2737 w 9995"/>
                <a:gd name="connsiteY1-190" fmla="*/ 2430 h 10000"/>
                <a:gd name="connsiteX2-191" fmla="*/ 5265 w 9995"/>
                <a:gd name="connsiteY2-192" fmla="*/ 0 h 10000"/>
                <a:gd name="connsiteX3-193" fmla="*/ 8064 w 9995"/>
                <a:gd name="connsiteY3-194" fmla="*/ 2432 h 10000"/>
                <a:gd name="connsiteX4-195" fmla="*/ 9991 w 9995"/>
                <a:gd name="connsiteY4-196" fmla="*/ 5032 h 10000"/>
                <a:gd name="connsiteX5-197" fmla="*/ 8472 w 9995"/>
                <a:gd name="connsiteY5-198" fmla="*/ 6925 h 10000"/>
                <a:gd name="connsiteX6-199" fmla="*/ 5247 w 9995"/>
                <a:gd name="connsiteY6-200" fmla="*/ 9999 h 10000"/>
                <a:gd name="connsiteX7-201" fmla="*/ 2752 w 9995"/>
                <a:gd name="connsiteY7-202" fmla="*/ 7302 h 10000"/>
                <a:gd name="connsiteX8-203" fmla="*/ 1374 w 9995"/>
                <a:gd name="connsiteY8-204" fmla="*/ 6984 h 10000"/>
                <a:gd name="connsiteX9-205" fmla="*/ 45 w 9995"/>
                <a:gd name="connsiteY9-206" fmla="*/ 4655 h 10000"/>
                <a:gd name="connsiteX0-207" fmla="*/ 45 w 10000"/>
                <a:gd name="connsiteY0-208" fmla="*/ 5032 h 10377"/>
                <a:gd name="connsiteX1-209" fmla="*/ 2738 w 10000"/>
                <a:gd name="connsiteY1-210" fmla="*/ 2807 h 10377"/>
                <a:gd name="connsiteX2-211" fmla="*/ 4886 w 10000"/>
                <a:gd name="connsiteY2-212" fmla="*/ 0 h 10377"/>
                <a:gd name="connsiteX3-213" fmla="*/ 8068 w 10000"/>
                <a:gd name="connsiteY3-214" fmla="*/ 2809 h 10377"/>
                <a:gd name="connsiteX4-215" fmla="*/ 9996 w 10000"/>
                <a:gd name="connsiteY4-216" fmla="*/ 5409 h 10377"/>
                <a:gd name="connsiteX5-217" fmla="*/ 8476 w 10000"/>
                <a:gd name="connsiteY5-218" fmla="*/ 7302 h 10377"/>
                <a:gd name="connsiteX6-219" fmla="*/ 5250 w 10000"/>
                <a:gd name="connsiteY6-220" fmla="*/ 10376 h 10377"/>
                <a:gd name="connsiteX7-221" fmla="*/ 2753 w 10000"/>
                <a:gd name="connsiteY7-222" fmla="*/ 7679 h 10377"/>
                <a:gd name="connsiteX8-223" fmla="*/ 1375 w 10000"/>
                <a:gd name="connsiteY8-224" fmla="*/ 7361 h 10377"/>
                <a:gd name="connsiteX9-225" fmla="*/ 45 w 10000"/>
                <a:gd name="connsiteY9-226" fmla="*/ 5032 h 10377"/>
                <a:gd name="connsiteX0-227" fmla="*/ 45 w 10000"/>
                <a:gd name="connsiteY0-228" fmla="*/ 5036 h 10381"/>
                <a:gd name="connsiteX1-229" fmla="*/ 2738 w 10000"/>
                <a:gd name="connsiteY1-230" fmla="*/ 2811 h 10381"/>
                <a:gd name="connsiteX2-231" fmla="*/ 4886 w 10000"/>
                <a:gd name="connsiteY2-232" fmla="*/ 4 h 10381"/>
                <a:gd name="connsiteX3-233" fmla="*/ 8068 w 10000"/>
                <a:gd name="connsiteY3-234" fmla="*/ 2813 h 10381"/>
                <a:gd name="connsiteX4-235" fmla="*/ 9996 w 10000"/>
                <a:gd name="connsiteY4-236" fmla="*/ 5413 h 10381"/>
                <a:gd name="connsiteX5-237" fmla="*/ 8476 w 10000"/>
                <a:gd name="connsiteY5-238" fmla="*/ 7306 h 10381"/>
                <a:gd name="connsiteX6-239" fmla="*/ 5250 w 10000"/>
                <a:gd name="connsiteY6-240" fmla="*/ 10380 h 10381"/>
                <a:gd name="connsiteX7-241" fmla="*/ 2753 w 10000"/>
                <a:gd name="connsiteY7-242" fmla="*/ 7683 h 10381"/>
                <a:gd name="connsiteX8-243" fmla="*/ 1375 w 10000"/>
                <a:gd name="connsiteY8-244" fmla="*/ 7365 h 10381"/>
                <a:gd name="connsiteX9-245" fmla="*/ 45 w 10000"/>
                <a:gd name="connsiteY9-246" fmla="*/ 5036 h 10381"/>
                <a:gd name="connsiteX0-247" fmla="*/ 45 w 10000"/>
                <a:gd name="connsiteY0-248" fmla="*/ 5036 h 10796"/>
                <a:gd name="connsiteX1-249" fmla="*/ 2738 w 10000"/>
                <a:gd name="connsiteY1-250" fmla="*/ 2811 h 10796"/>
                <a:gd name="connsiteX2-251" fmla="*/ 4886 w 10000"/>
                <a:gd name="connsiteY2-252" fmla="*/ 4 h 10796"/>
                <a:gd name="connsiteX3-253" fmla="*/ 8068 w 10000"/>
                <a:gd name="connsiteY3-254" fmla="*/ 2813 h 10796"/>
                <a:gd name="connsiteX4-255" fmla="*/ 9996 w 10000"/>
                <a:gd name="connsiteY4-256" fmla="*/ 5413 h 10796"/>
                <a:gd name="connsiteX5-257" fmla="*/ 8476 w 10000"/>
                <a:gd name="connsiteY5-258" fmla="*/ 7306 h 10796"/>
                <a:gd name="connsiteX6-259" fmla="*/ 5202 w 10000"/>
                <a:gd name="connsiteY6-260" fmla="*/ 10795 h 10796"/>
                <a:gd name="connsiteX7-261" fmla="*/ 2753 w 10000"/>
                <a:gd name="connsiteY7-262" fmla="*/ 7683 h 10796"/>
                <a:gd name="connsiteX8-263" fmla="*/ 1375 w 10000"/>
                <a:gd name="connsiteY8-264" fmla="*/ 7365 h 10796"/>
                <a:gd name="connsiteX9-265" fmla="*/ 45 w 10000"/>
                <a:gd name="connsiteY9-266" fmla="*/ 5036 h 10796"/>
                <a:gd name="connsiteX0-267" fmla="*/ 45 w 10000"/>
                <a:gd name="connsiteY0-268" fmla="*/ 5036 h 10795"/>
                <a:gd name="connsiteX1-269" fmla="*/ 2738 w 10000"/>
                <a:gd name="connsiteY1-270" fmla="*/ 2811 h 10795"/>
                <a:gd name="connsiteX2-271" fmla="*/ 4886 w 10000"/>
                <a:gd name="connsiteY2-272" fmla="*/ 4 h 10795"/>
                <a:gd name="connsiteX3-273" fmla="*/ 8068 w 10000"/>
                <a:gd name="connsiteY3-274" fmla="*/ 2813 h 10795"/>
                <a:gd name="connsiteX4-275" fmla="*/ 9996 w 10000"/>
                <a:gd name="connsiteY4-276" fmla="*/ 5413 h 10795"/>
                <a:gd name="connsiteX5-277" fmla="*/ 8476 w 10000"/>
                <a:gd name="connsiteY5-278" fmla="*/ 7306 h 10795"/>
                <a:gd name="connsiteX6-279" fmla="*/ 5202 w 10000"/>
                <a:gd name="connsiteY6-280" fmla="*/ 10795 h 10795"/>
                <a:gd name="connsiteX7-281" fmla="*/ 2753 w 10000"/>
                <a:gd name="connsiteY7-282" fmla="*/ 7683 h 10795"/>
                <a:gd name="connsiteX8-283" fmla="*/ 1375 w 10000"/>
                <a:gd name="connsiteY8-284" fmla="*/ 7365 h 10795"/>
                <a:gd name="connsiteX9-285" fmla="*/ 45 w 10000"/>
                <a:gd name="connsiteY9-286" fmla="*/ 5036 h 10795"/>
                <a:gd name="connsiteX0-287" fmla="*/ 45 w 10000"/>
                <a:gd name="connsiteY0-288" fmla="*/ 5036 h 10795"/>
                <a:gd name="connsiteX1-289" fmla="*/ 2738 w 10000"/>
                <a:gd name="connsiteY1-290" fmla="*/ 2811 h 10795"/>
                <a:gd name="connsiteX2-291" fmla="*/ 4886 w 10000"/>
                <a:gd name="connsiteY2-292" fmla="*/ 4 h 10795"/>
                <a:gd name="connsiteX3-293" fmla="*/ 8068 w 10000"/>
                <a:gd name="connsiteY3-294" fmla="*/ 2813 h 10795"/>
                <a:gd name="connsiteX4-295" fmla="*/ 9996 w 10000"/>
                <a:gd name="connsiteY4-296" fmla="*/ 5413 h 10795"/>
                <a:gd name="connsiteX5-297" fmla="*/ 8476 w 10000"/>
                <a:gd name="connsiteY5-298" fmla="*/ 7306 h 10795"/>
                <a:gd name="connsiteX6-299" fmla="*/ 5202 w 10000"/>
                <a:gd name="connsiteY6-300" fmla="*/ 10795 h 10795"/>
                <a:gd name="connsiteX7-301" fmla="*/ 2753 w 10000"/>
                <a:gd name="connsiteY7-302" fmla="*/ 7683 h 10795"/>
                <a:gd name="connsiteX8-303" fmla="*/ 1375 w 10000"/>
                <a:gd name="connsiteY8-304" fmla="*/ 7365 h 10795"/>
                <a:gd name="connsiteX9-305" fmla="*/ 45 w 10000"/>
                <a:gd name="connsiteY9-306" fmla="*/ 5036 h 1079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262" name="Group 261"/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263" name="Group 262"/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12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16" name="Oval 315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17" name="Rectangle 316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18" name="Oval 317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19" name="Freeform 318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20" name="Freeform 319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21" name="Freeform 320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22" name="Freeform 321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323" name="Straight Connector 322"/>
                  <p:cNvCxnSpPr>
                    <a:endCxn id="31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4" name="Straight Connector 323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13" name="Group 312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14" name="Oval 313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5" name="TextBox 314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1b</a:t>
                    </a:r>
                  </a:p>
                </p:txBody>
              </p:sp>
            </p:grpSp>
          </p:grpSp>
          <p:grpSp>
            <p:nvGrpSpPr>
              <p:cNvPr id="264" name="Group 263"/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99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03" name="Oval 302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04" name="Rectangle 303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5" name="Oval 304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06" name="Freeform 305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7" name="Freeform 306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8" name="Freeform 307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9" name="Freeform 308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310" name="Straight Connector 309"/>
                  <p:cNvCxnSpPr>
                    <a:endCxn id="30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1" name="Straight Connector 310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00" name="Group 299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01" name="Oval 300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2" name="TextBox 301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1d</a:t>
                    </a:r>
                  </a:p>
                </p:txBody>
              </p:sp>
            </p:grpSp>
          </p:grpSp>
          <p:grpSp>
            <p:nvGrpSpPr>
              <p:cNvPr id="265" name="Group 264"/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86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90" name="Oval 289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91" name="Rectangle 290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2" name="Oval 291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93" name="Freeform 292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4" name="Freeform 293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5" name="Freeform 294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6" name="Freeform 295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97" name="Straight Connector 296"/>
                  <p:cNvCxnSpPr>
                    <a:endCxn id="292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8" name="Straight Connector 297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87" name="Group 286"/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288" name="Oval 287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9" name="TextBox 288"/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1c</a:t>
                    </a:r>
                  </a:p>
                </p:txBody>
              </p:sp>
            </p:grpSp>
          </p:grpSp>
          <p:grpSp>
            <p:nvGrpSpPr>
              <p:cNvPr id="266" name="Group 265"/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73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77" name="Oval 276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78" name="Rectangle 277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79" name="Oval 278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80" name="Freeform 279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81" name="Freeform 280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82" name="Freeform 281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83" name="Freeform 282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84" name="Straight Connector 283"/>
                  <p:cNvCxnSpPr>
                    <a:endCxn id="279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5" name="Straight Connector 284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4" name="Group 273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275" name="Oval 274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6" name="TextBox 275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1a</a:t>
                    </a:r>
                  </a:p>
                </p:txBody>
              </p:sp>
            </p:grpSp>
          </p:grpSp>
          <p:cxnSp>
            <p:nvCxnSpPr>
              <p:cNvPr id="267" name="Straight Connector 266"/>
              <p:cNvCxnSpPr>
                <a:stCxn id="315" idx="2"/>
                <a:endCxn id="302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68" name="Straight Connector 267"/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69" name="Straight Connector 268"/>
              <p:cNvCxnSpPr>
                <a:stCxn id="316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70" name="Straight Connector 269"/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71" name="Straight Connector 270"/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72" name="Straight Connector 271"/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grpSp>
        <p:nvGrpSpPr>
          <p:cNvPr id="126" name="Group 125"/>
          <p:cNvGrpSpPr/>
          <p:nvPr/>
        </p:nvGrpSpPr>
        <p:grpSpPr>
          <a:xfrm>
            <a:off x="3285692" y="2378685"/>
            <a:ext cx="2545688" cy="1720535"/>
            <a:chOff x="-2170772" y="2784954"/>
            <a:chExt cx="2712783" cy="1853712"/>
          </a:xfrm>
        </p:grpSpPr>
        <p:sp>
          <p:nvSpPr>
            <p:cNvPr id="197" name="Freeform 2"/>
            <p:cNvSpPr/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-1" fmla="*/ 4 w 8600"/>
                <a:gd name="connsiteY0-2" fmla="*/ 4042 h 10128"/>
                <a:gd name="connsiteX1-3" fmla="*/ 715 w 8600"/>
                <a:gd name="connsiteY1-4" fmla="*/ 1598 h 10128"/>
                <a:gd name="connsiteX2-5" fmla="*/ 3130 w 8600"/>
                <a:gd name="connsiteY2-6" fmla="*/ 1009 h 10128"/>
                <a:gd name="connsiteX3-7" fmla="*/ 4995 w 8600"/>
                <a:gd name="connsiteY3-8" fmla="*/ 3 h 10128"/>
                <a:gd name="connsiteX4-9" fmla="*/ 6720 w 8600"/>
                <a:gd name="connsiteY4-10" fmla="*/ 1012 h 10128"/>
                <a:gd name="connsiteX5-11" fmla="*/ 8599 w 8600"/>
                <a:gd name="connsiteY5-12" fmla="*/ 6800 h 10128"/>
                <a:gd name="connsiteX6-13" fmla="*/ 6995 w 8600"/>
                <a:gd name="connsiteY6-14" fmla="*/ 9325 h 10128"/>
                <a:gd name="connsiteX7-15" fmla="*/ 5307 w 8600"/>
                <a:gd name="connsiteY7-16" fmla="*/ 8846 h 10128"/>
                <a:gd name="connsiteX8-17" fmla="*/ 4371 w 8600"/>
                <a:gd name="connsiteY8-18" fmla="*/ 9915 h 10128"/>
                <a:gd name="connsiteX9-19" fmla="*/ 3140 w 8600"/>
                <a:gd name="connsiteY9-20" fmla="*/ 10022 h 10128"/>
                <a:gd name="connsiteX10-21" fmla="*/ 2179 w 8600"/>
                <a:gd name="connsiteY10-22" fmla="*/ 7898 h 10128"/>
                <a:gd name="connsiteX11-23" fmla="*/ 1187 w 8600"/>
                <a:gd name="connsiteY11-24" fmla="*/ 7498 h 10128"/>
                <a:gd name="connsiteX12-25" fmla="*/ 4 w 8600"/>
                <a:gd name="connsiteY12-26" fmla="*/ 4042 h 10128"/>
                <a:gd name="connsiteX0-27" fmla="*/ 4 w 9326"/>
                <a:gd name="connsiteY0-28" fmla="*/ 3988 h 9997"/>
                <a:gd name="connsiteX1-29" fmla="*/ 830 w 9326"/>
                <a:gd name="connsiteY1-30" fmla="*/ 1575 h 9997"/>
                <a:gd name="connsiteX2-31" fmla="*/ 3639 w 9326"/>
                <a:gd name="connsiteY2-32" fmla="*/ 993 h 9997"/>
                <a:gd name="connsiteX3-33" fmla="*/ 5807 w 9326"/>
                <a:gd name="connsiteY3-34" fmla="*/ 0 h 9997"/>
                <a:gd name="connsiteX4-35" fmla="*/ 7813 w 9326"/>
                <a:gd name="connsiteY4-36" fmla="*/ 996 h 9997"/>
                <a:gd name="connsiteX5-37" fmla="*/ 9324 w 9326"/>
                <a:gd name="connsiteY5-38" fmla="*/ 5746 h 9997"/>
                <a:gd name="connsiteX6-39" fmla="*/ 8133 w 9326"/>
                <a:gd name="connsiteY6-40" fmla="*/ 9204 h 9997"/>
                <a:gd name="connsiteX7-41" fmla="*/ 6170 w 9326"/>
                <a:gd name="connsiteY7-42" fmla="*/ 8731 h 9997"/>
                <a:gd name="connsiteX8-43" fmla="*/ 5082 w 9326"/>
                <a:gd name="connsiteY8-44" fmla="*/ 9787 h 9997"/>
                <a:gd name="connsiteX9-45" fmla="*/ 3650 w 9326"/>
                <a:gd name="connsiteY9-46" fmla="*/ 9892 h 9997"/>
                <a:gd name="connsiteX10-47" fmla="*/ 2533 w 9326"/>
                <a:gd name="connsiteY10-48" fmla="*/ 7795 h 9997"/>
                <a:gd name="connsiteX11-49" fmla="*/ 1379 w 9326"/>
                <a:gd name="connsiteY11-50" fmla="*/ 7400 h 9997"/>
                <a:gd name="connsiteX12-51" fmla="*/ 4 w 9326"/>
                <a:gd name="connsiteY12-52" fmla="*/ 3988 h 9997"/>
                <a:gd name="connsiteX0-53" fmla="*/ 4 w 10001"/>
                <a:gd name="connsiteY0-54" fmla="*/ 3989 h 10041"/>
                <a:gd name="connsiteX1-55" fmla="*/ 890 w 10001"/>
                <a:gd name="connsiteY1-56" fmla="*/ 1575 h 10041"/>
                <a:gd name="connsiteX2-57" fmla="*/ 3902 w 10001"/>
                <a:gd name="connsiteY2-58" fmla="*/ 993 h 10041"/>
                <a:gd name="connsiteX3-59" fmla="*/ 6227 w 10001"/>
                <a:gd name="connsiteY3-60" fmla="*/ 0 h 10041"/>
                <a:gd name="connsiteX4-61" fmla="*/ 8378 w 10001"/>
                <a:gd name="connsiteY4-62" fmla="*/ 996 h 10041"/>
                <a:gd name="connsiteX5-63" fmla="*/ 9998 w 10001"/>
                <a:gd name="connsiteY5-64" fmla="*/ 5748 h 10041"/>
                <a:gd name="connsiteX6-65" fmla="*/ 8721 w 10001"/>
                <a:gd name="connsiteY6-66" fmla="*/ 9207 h 10041"/>
                <a:gd name="connsiteX7-67" fmla="*/ 5449 w 10001"/>
                <a:gd name="connsiteY7-68" fmla="*/ 9790 h 10041"/>
                <a:gd name="connsiteX8-69" fmla="*/ 3914 w 10001"/>
                <a:gd name="connsiteY8-70" fmla="*/ 9895 h 10041"/>
                <a:gd name="connsiteX9-71" fmla="*/ 2716 w 10001"/>
                <a:gd name="connsiteY9-72" fmla="*/ 7797 h 10041"/>
                <a:gd name="connsiteX10-73" fmla="*/ 1479 w 10001"/>
                <a:gd name="connsiteY10-74" fmla="*/ 7402 h 10041"/>
                <a:gd name="connsiteX11-75" fmla="*/ 4 w 10001"/>
                <a:gd name="connsiteY11-76" fmla="*/ 3989 h 10041"/>
                <a:gd name="connsiteX0-77" fmla="*/ 4 w 10001"/>
                <a:gd name="connsiteY0-78" fmla="*/ 3989 h 14825"/>
                <a:gd name="connsiteX1-79" fmla="*/ 890 w 10001"/>
                <a:gd name="connsiteY1-80" fmla="*/ 1575 h 14825"/>
                <a:gd name="connsiteX2-81" fmla="*/ 3902 w 10001"/>
                <a:gd name="connsiteY2-82" fmla="*/ 993 h 14825"/>
                <a:gd name="connsiteX3-83" fmla="*/ 6227 w 10001"/>
                <a:gd name="connsiteY3-84" fmla="*/ 0 h 14825"/>
                <a:gd name="connsiteX4-85" fmla="*/ 8378 w 10001"/>
                <a:gd name="connsiteY4-86" fmla="*/ 996 h 14825"/>
                <a:gd name="connsiteX5-87" fmla="*/ 9998 w 10001"/>
                <a:gd name="connsiteY5-88" fmla="*/ 5748 h 14825"/>
                <a:gd name="connsiteX6-89" fmla="*/ 8721 w 10001"/>
                <a:gd name="connsiteY6-90" fmla="*/ 9207 h 14825"/>
                <a:gd name="connsiteX7-91" fmla="*/ 6011 w 10001"/>
                <a:gd name="connsiteY7-92" fmla="*/ 14823 h 14825"/>
                <a:gd name="connsiteX8-93" fmla="*/ 3914 w 10001"/>
                <a:gd name="connsiteY8-94" fmla="*/ 9895 h 14825"/>
                <a:gd name="connsiteX9-95" fmla="*/ 2716 w 10001"/>
                <a:gd name="connsiteY9-96" fmla="*/ 7797 h 14825"/>
                <a:gd name="connsiteX10-97" fmla="*/ 1479 w 10001"/>
                <a:gd name="connsiteY10-98" fmla="*/ 7402 h 14825"/>
                <a:gd name="connsiteX11-99" fmla="*/ 4 w 10001"/>
                <a:gd name="connsiteY11-100" fmla="*/ 3989 h 14825"/>
                <a:gd name="connsiteX0-101" fmla="*/ 4 w 10001"/>
                <a:gd name="connsiteY0-102" fmla="*/ 7436 h 18272"/>
                <a:gd name="connsiteX1-103" fmla="*/ 890 w 10001"/>
                <a:gd name="connsiteY1-104" fmla="*/ 5022 h 18272"/>
                <a:gd name="connsiteX2-105" fmla="*/ 3902 w 10001"/>
                <a:gd name="connsiteY2-106" fmla="*/ 4440 h 18272"/>
                <a:gd name="connsiteX3-107" fmla="*/ 6026 w 10001"/>
                <a:gd name="connsiteY3-108" fmla="*/ 0 h 18272"/>
                <a:gd name="connsiteX4-109" fmla="*/ 8378 w 10001"/>
                <a:gd name="connsiteY4-110" fmla="*/ 4443 h 18272"/>
                <a:gd name="connsiteX5-111" fmla="*/ 9998 w 10001"/>
                <a:gd name="connsiteY5-112" fmla="*/ 9195 h 18272"/>
                <a:gd name="connsiteX6-113" fmla="*/ 8721 w 10001"/>
                <a:gd name="connsiteY6-114" fmla="*/ 12654 h 18272"/>
                <a:gd name="connsiteX7-115" fmla="*/ 6011 w 10001"/>
                <a:gd name="connsiteY7-116" fmla="*/ 18270 h 18272"/>
                <a:gd name="connsiteX8-117" fmla="*/ 3914 w 10001"/>
                <a:gd name="connsiteY8-118" fmla="*/ 13342 h 18272"/>
                <a:gd name="connsiteX9-119" fmla="*/ 2716 w 10001"/>
                <a:gd name="connsiteY9-120" fmla="*/ 11244 h 18272"/>
                <a:gd name="connsiteX10-121" fmla="*/ 1479 w 10001"/>
                <a:gd name="connsiteY10-122" fmla="*/ 10849 h 18272"/>
                <a:gd name="connsiteX11-123" fmla="*/ 4 w 10001"/>
                <a:gd name="connsiteY11-124" fmla="*/ 7436 h 18272"/>
                <a:gd name="connsiteX0-125" fmla="*/ 1 w 9998"/>
                <a:gd name="connsiteY0-126" fmla="*/ 7436 h 18272"/>
                <a:gd name="connsiteX1-127" fmla="*/ 3899 w 9998"/>
                <a:gd name="connsiteY1-128" fmla="*/ 4440 h 18272"/>
                <a:gd name="connsiteX2-129" fmla="*/ 6023 w 9998"/>
                <a:gd name="connsiteY2-130" fmla="*/ 0 h 18272"/>
                <a:gd name="connsiteX3-131" fmla="*/ 8375 w 9998"/>
                <a:gd name="connsiteY3-132" fmla="*/ 4443 h 18272"/>
                <a:gd name="connsiteX4-133" fmla="*/ 9995 w 9998"/>
                <a:gd name="connsiteY4-134" fmla="*/ 9195 h 18272"/>
                <a:gd name="connsiteX5-135" fmla="*/ 8718 w 9998"/>
                <a:gd name="connsiteY5-136" fmla="*/ 12654 h 18272"/>
                <a:gd name="connsiteX6-137" fmla="*/ 6008 w 9998"/>
                <a:gd name="connsiteY6-138" fmla="*/ 18270 h 18272"/>
                <a:gd name="connsiteX7-139" fmla="*/ 3911 w 9998"/>
                <a:gd name="connsiteY7-140" fmla="*/ 13342 h 18272"/>
                <a:gd name="connsiteX8-141" fmla="*/ 2713 w 9998"/>
                <a:gd name="connsiteY8-142" fmla="*/ 11244 h 18272"/>
                <a:gd name="connsiteX9-143" fmla="*/ 1476 w 9998"/>
                <a:gd name="connsiteY9-144" fmla="*/ 10849 h 18272"/>
                <a:gd name="connsiteX10-145" fmla="*/ 1 w 9998"/>
                <a:gd name="connsiteY10-146" fmla="*/ 7436 h 18272"/>
                <a:gd name="connsiteX0-147" fmla="*/ 35 w 8559"/>
                <a:gd name="connsiteY0-148" fmla="*/ 5938 h 10000"/>
                <a:gd name="connsiteX1-149" fmla="*/ 2459 w 8559"/>
                <a:gd name="connsiteY1-150" fmla="*/ 2430 h 10000"/>
                <a:gd name="connsiteX2-151" fmla="*/ 4583 w 8559"/>
                <a:gd name="connsiteY2-152" fmla="*/ 0 h 10000"/>
                <a:gd name="connsiteX3-153" fmla="*/ 6936 w 8559"/>
                <a:gd name="connsiteY3-154" fmla="*/ 2432 h 10000"/>
                <a:gd name="connsiteX4-155" fmla="*/ 8556 w 8559"/>
                <a:gd name="connsiteY4-156" fmla="*/ 5032 h 10000"/>
                <a:gd name="connsiteX5-157" fmla="*/ 7279 w 8559"/>
                <a:gd name="connsiteY5-158" fmla="*/ 6925 h 10000"/>
                <a:gd name="connsiteX6-159" fmla="*/ 4568 w 8559"/>
                <a:gd name="connsiteY6-160" fmla="*/ 9999 h 10000"/>
                <a:gd name="connsiteX7-161" fmla="*/ 2471 w 8559"/>
                <a:gd name="connsiteY7-162" fmla="*/ 7302 h 10000"/>
                <a:gd name="connsiteX8-163" fmla="*/ 1273 w 8559"/>
                <a:gd name="connsiteY8-164" fmla="*/ 6154 h 10000"/>
                <a:gd name="connsiteX9-165" fmla="*/ 35 w 8559"/>
                <a:gd name="connsiteY9-166" fmla="*/ 5938 h 10000"/>
                <a:gd name="connsiteX0-167" fmla="*/ 49 w 9820"/>
                <a:gd name="connsiteY0-168" fmla="*/ 4655 h 10000"/>
                <a:gd name="connsiteX1-169" fmla="*/ 2693 w 9820"/>
                <a:gd name="connsiteY1-170" fmla="*/ 2430 h 10000"/>
                <a:gd name="connsiteX2-171" fmla="*/ 5175 w 9820"/>
                <a:gd name="connsiteY2-172" fmla="*/ 0 h 10000"/>
                <a:gd name="connsiteX3-173" fmla="*/ 7924 w 9820"/>
                <a:gd name="connsiteY3-174" fmla="*/ 2432 h 10000"/>
                <a:gd name="connsiteX4-175" fmla="*/ 9816 w 9820"/>
                <a:gd name="connsiteY4-176" fmla="*/ 5032 h 10000"/>
                <a:gd name="connsiteX5-177" fmla="*/ 8324 w 9820"/>
                <a:gd name="connsiteY5-178" fmla="*/ 6925 h 10000"/>
                <a:gd name="connsiteX6-179" fmla="*/ 5157 w 9820"/>
                <a:gd name="connsiteY6-180" fmla="*/ 9999 h 10000"/>
                <a:gd name="connsiteX7-181" fmla="*/ 2707 w 9820"/>
                <a:gd name="connsiteY7-182" fmla="*/ 7302 h 10000"/>
                <a:gd name="connsiteX8-183" fmla="*/ 1307 w 9820"/>
                <a:gd name="connsiteY8-184" fmla="*/ 6154 h 10000"/>
                <a:gd name="connsiteX9-185" fmla="*/ 49 w 9820"/>
                <a:gd name="connsiteY9-186" fmla="*/ 4655 h 10000"/>
                <a:gd name="connsiteX0-187" fmla="*/ 45 w 9995"/>
                <a:gd name="connsiteY0-188" fmla="*/ 4655 h 10000"/>
                <a:gd name="connsiteX1-189" fmla="*/ 2737 w 9995"/>
                <a:gd name="connsiteY1-190" fmla="*/ 2430 h 10000"/>
                <a:gd name="connsiteX2-191" fmla="*/ 5265 w 9995"/>
                <a:gd name="connsiteY2-192" fmla="*/ 0 h 10000"/>
                <a:gd name="connsiteX3-193" fmla="*/ 8064 w 9995"/>
                <a:gd name="connsiteY3-194" fmla="*/ 2432 h 10000"/>
                <a:gd name="connsiteX4-195" fmla="*/ 9991 w 9995"/>
                <a:gd name="connsiteY4-196" fmla="*/ 5032 h 10000"/>
                <a:gd name="connsiteX5-197" fmla="*/ 8472 w 9995"/>
                <a:gd name="connsiteY5-198" fmla="*/ 6925 h 10000"/>
                <a:gd name="connsiteX6-199" fmla="*/ 5247 w 9995"/>
                <a:gd name="connsiteY6-200" fmla="*/ 9999 h 10000"/>
                <a:gd name="connsiteX7-201" fmla="*/ 2752 w 9995"/>
                <a:gd name="connsiteY7-202" fmla="*/ 7302 h 10000"/>
                <a:gd name="connsiteX8-203" fmla="*/ 1374 w 9995"/>
                <a:gd name="connsiteY8-204" fmla="*/ 6984 h 10000"/>
                <a:gd name="connsiteX9-205" fmla="*/ 45 w 9995"/>
                <a:gd name="connsiteY9-206" fmla="*/ 4655 h 10000"/>
                <a:gd name="connsiteX0-207" fmla="*/ 45 w 10000"/>
                <a:gd name="connsiteY0-208" fmla="*/ 5032 h 10377"/>
                <a:gd name="connsiteX1-209" fmla="*/ 2738 w 10000"/>
                <a:gd name="connsiteY1-210" fmla="*/ 2807 h 10377"/>
                <a:gd name="connsiteX2-211" fmla="*/ 4886 w 10000"/>
                <a:gd name="connsiteY2-212" fmla="*/ 0 h 10377"/>
                <a:gd name="connsiteX3-213" fmla="*/ 8068 w 10000"/>
                <a:gd name="connsiteY3-214" fmla="*/ 2809 h 10377"/>
                <a:gd name="connsiteX4-215" fmla="*/ 9996 w 10000"/>
                <a:gd name="connsiteY4-216" fmla="*/ 5409 h 10377"/>
                <a:gd name="connsiteX5-217" fmla="*/ 8476 w 10000"/>
                <a:gd name="connsiteY5-218" fmla="*/ 7302 h 10377"/>
                <a:gd name="connsiteX6-219" fmla="*/ 5250 w 10000"/>
                <a:gd name="connsiteY6-220" fmla="*/ 10376 h 10377"/>
                <a:gd name="connsiteX7-221" fmla="*/ 2753 w 10000"/>
                <a:gd name="connsiteY7-222" fmla="*/ 7679 h 10377"/>
                <a:gd name="connsiteX8-223" fmla="*/ 1375 w 10000"/>
                <a:gd name="connsiteY8-224" fmla="*/ 7361 h 10377"/>
                <a:gd name="connsiteX9-225" fmla="*/ 45 w 10000"/>
                <a:gd name="connsiteY9-226" fmla="*/ 5032 h 10377"/>
                <a:gd name="connsiteX0-227" fmla="*/ 45 w 10000"/>
                <a:gd name="connsiteY0-228" fmla="*/ 5036 h 10381"/>
                <a:gd name="connsiteX1-229" fmla="*/ 2738 w 10000"/>
                <a:gd name="connsiteY1-230" fmla="*/ 2811 h 10381"/>
                <a:gd name="connsiteX2-231" fmla="*/ 4886 w 10000"/>
                <a:gd name="connsiteY2-232" fmla="*/ 4 h 10381"/>
                <a:gd name="connsiteX3-233" fmla="*/ 8068 w 10000"/>
                <a:gd name="connsiteY3-234" fmla="*/ 2813 h 10381"/>
                <a:gd name="connsiteX4-235" fmla="*/ 9996 w 10000"/>
                <a:gd name="connsiteY4-236" fmla="*/ 5413 h 10381"/>
                <a:gd name="connsiteX5-237" fmla="*/ 8476 w 10000"/>
                <a:gd name="connsiteY5-238" fmla="*/ 7306 h 10381"/>
                <a:gd name="connsiteX6-239" fmla="*/ 5250 w 10000"/>
                <a:gd name="connsiteY6-240" fmla="*/ 10380 h 10381"/>
                <a:gd name="connsiteX7-241" fmla="*/ 2753 w 10000"/>
                <a:gd name="connsiteY7-242" fmla="*/ 7683 h 10381"/>
                <a:gd name="connsiteX8-243" fmla="*/ 1375 w 10000"/>
                <a:gd name="connsiteY8-244" fmla="*/ 7365 h 10381"/>
                <a:gd name="connsiteX9-245" fmla="*/ 45 w 10000"/>
                <a:gd name="connsiteY9-246" fmla="*/ 5036 h 10381"/>
                <a:gd name="connsiteX0-247" fmla="*/ 45 w 10000"/>
                <a:gd name="connsiteY0-248" fmla="*/ 5036 h 10796"/>
                <a:gd name="connsiteX1-249" fmla="*/ 2738 w 10000"/>
                <a:gd name="connsiteY1-250" fmla="*/ 2811 h 10796"/>
                <a:gd name="connsiteX2-251" fmla="*/ 4886 w 10000"/>
                <a:gd name="connsiteY2-252" fmla="*/ 4 h 10796"/>
                <a:gd name="connsiteX3-253" fmla="*/ 8068 w 10000"/>
                <a:gd name="connsiteY3-254" fmla="*/ 2813 h 10796"/>
                <a:gd name="connsiteX4-255" fmla="*/ 9996 w 10000"/>
                <a:gd name="connsiteY4-256" fmla="*/ 5413 h 10796"/>
                <a:gd name="connsiteX5-257" fmla="*/ 8476 w 10000"/>
                <a:gd name="connsiteY5-258" fmla="*/ 7306 h 10796"/>
                <a:gd name="connsiteX6-259" fmla="*/ 5202 w 10000"/>
                <a:gd name="connsiteY6-260" fmla="*/ 10795 h 10796"/>
                <a:gd name="connsiteX7-261" fmla="*/ 2753 w 10000"/>
                <a:gd name="connsiteY7-262" fmla="*/ 7683 h 10796"/>
                <a:gd name="connsiteX8-263" fmla="*/ 1375 w 10000"/>
                <a:gd name="connsiteY8-264" fmla="*/ 7365 h 10796"/>
                <a:gd name="connsiteX9-265" fmla="*/ 45 w 10000"/>
                <a:gd name="connsiteY9-266" fmla="*/ 5036 h 10796"/>
                <a:gd name="connsiteX0-267" fmla="*/ 45 w 10000"/>
                <a:gd name="connsiteY0-268" fmla="*/ 5036 h 10795"/>
                <a:gd name="connsiteX1-269" fmla="*/ 2738 w 10000"/>
                <a:gd name="connsiteY1-270" fmla="*/ 2811 h 10795"/>
                <a:gd name="connsiteX2-271" fmla="*/ 4886 w 10000"/>
                <a:gd name="connsiteY2-272" fmla="*/ 4 h 10795"/>
                <a:gd name="connsiteX3-273" fmla="*/ 8068 w 10000"/>
                <a:gd name="connsiteY3-274" fmla="*/ 2813 h 10795"/>
                <a:gd name="connsiteX4-275" fmla="*/ 9996 w 10000"/>
                <a:gd name="connsiteY4-276" fmla="*/ 5413 h 10795"/>
                <a:gd name="connsiteX5-277" fmla="*/ 8476 w 10000"/>
                <a:gd name="connsiteY5-278" fmla="*/ 7306 h 10795"/>
                <a:gd name="connsiteX6-279" fmla="*/ 5202 w 10000"/>
                <a:gd name="connsiteY6-280" fmla="*/ 10795 h 10795"/>
                <a:gd name="connsiteX7-281" fmla="*/ 2753 w 10000"/>
                <a:gd name="connsiteY7-282" fmla="*/ 7683 h 10795"/>
                <a:gd name="connsiteX8-283" fmla="*/ 1375 w 10000"/>
                <a:gd name="connsiteY8-284" fmla="*/ 7365 h 10795"/>
                <a:gd name="connsiteX9-285" fmla="*/ 45 w 10000"/>
                <a:gd name="connsiteY9-286" fmla="*/ 5036 h 10795"/>
                <a:gd name="connsiteX0-287" fmla="*/ 45 w 10000"/>
                <a:gd name="connsiteY0-288" fmla="*/ 5036 h 10795"/>
                <a:gd name="connsiteX1-289" fmla="*/ 2738 w 10000"/>
                <a:gd name="connsiteY1-290" fmla="*/ 2811 h 10795"/>
                <a:gd name="connsiteX2-291" fmla="*/ 4886 w 10000"/>
                <a:gd name="connsiteY2-292" fmla="*/ 4 h 10795"/>
                <a:gd name="connsiteX3-293" fmla="*/ 8068 w 10000"/>
                <a:gd name="connsiteY3-294" fmla="*/ 2813 h 10795"/>
                <a:gd name="connsiteX4-295" fmla="*/ 9996 w 10000"/>
                <a:gd name="connsiteY4-296" fmla="*/ 5413 h 10795"/>
                <a:gd name="connsiteX5-297" fmla="*/ 8476 w 10000"/>
                <a:gd name="connsiteY5-298" fmla="*/ 7306 h 10795"/>
                <a:gd name="connsiteX6-299" fmla="*/ 5202 w 10000"/>
                <a:gd name="connsiteY6-300" fmla="*/ 10795 h 10795"/>
                <a:gd name="connsiteX7-301" fmla="*/ 2753 w 10000"/>
                <a:gd name="connsiteY7-302" fmla="*/ 7683 h 10795"/>
                <a:gd name="connsiteX8-303" fmla="*/ 1375 w 10000"/>
                <a:gd name="connsiteY8-304" fmla="*/ 7365 h 10795"/>
                <a:gd name="connsiteX9-305" fmla="*/ 45 w 10000"/>
                <a:gd name="connsiteY9-306" fmla="*/ 5036 h 1079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98" name="Group 197"/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199" name="Group 198"/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48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52" name="Oval 251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53" name="Rectangle 252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54" name="Oval 253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55" name="Freeform 254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56" name="Freeform 255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57" name="Freeform 256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58" name="Freeform 257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59" name="Straight Connector 258"/>
                  <p:cNvCxnSpPr>
                    <a:endCxn id="254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Straight Connector 259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9" name="Group 248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250" name="Oval 249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51" name="TextBox 250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2b</a:t>
                    </a:r>
                  </a:p>
                </p:txBody>
              </p:sp>
            </p:grpSp>
          </p:grpSp>
          <p:grpSp>
            <p:nvGrpSpPr>
              <p:cNvPr id="200" name="Group 199"/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35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39" name="Oval 238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40" name="Rectangle 239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41" name="Oval 240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42" name="Freeform 241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43" name="Freeform 242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44" name="Freeform 243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45" name="Freeform 244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46" name="Straight Connector 245"/>
                  <p:cNvCxnSpPr>
                    <a:endCxn id="24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7" name="Straight Connector 246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6" name="Group 235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237" name="Oval 236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38" name="TextBox 237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2d</a:t>
                    </a:r>
                  </a:p>
                </p:txBody>
              </p:sp>
            </p:grpSp>
          </p:grpSp>
          <p:grpSp>
            <p:nvGrpSpPr>
              <p:cNvPr id="201" name="Group 200"/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22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26" name="Oval 225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27" name="Rectangle 226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28" name="Oval 227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29" name="Freeform 228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30" name="Freeform 229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31" name="Freeform 230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32" name="Freeform 231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33" name="Straight Connector 232"/>
                  <p:cNvCxnSpPr>
                    <a:endCxn id="22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4" name="Straight Connector 233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3" name="Group 222"/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224" name="Oval 223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5" name="TextBox 224"/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2c</a:t>
                    </a:r>
                  </a:p>
                </p:txBody>
              </p:sp>
            </p:grpSp>
          </p:grpSp>
          <p:grpSp>
            <p:nvGrpSpPr>
              <p:cNvPr id="202" name="Group 201"/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09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13" name="Oval 212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14" name="Rectangle 213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5" name="Oval 214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16" name="Freeform 215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7" name="Freeform 216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8" name="Freeform 217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9" name="Freeform 218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20" name="Straight Connector 219"/>
                  <p:cNvCxnSpPr>
                    <a:endCxn id="21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1" name="Straight Connector 220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10" name="Group 209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211" name="Oval 210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12" name="TextBox 211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2a</a:t>
                    </a:r>
                  </a:p>
                </p:txBody>
              </p:sp>
            </p:grpSp>
          </p:grpSp>
          <p:cxnSp>
            <p:nvCxnSpPr>
              <p:cNvPr id="203" name="Straight Connector 202"/>
              <p:cNvCxnSpPr>
                <a:stCxn id="251" idx="2"/>
                <a:endCxn id="238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04" name="Straight Connector 203"/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05" name="Straight Connector 204"/>
              <p:cNvCxnSpPr>
                <a:stCxn id="252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06" name="Straight Connector 205"/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07" name="Straight Connector 206"/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08" name="Straight Connector 207"/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133" name="Freeform 2"/>
          <p:cNvSpPr/>
          <p:nvPr/>
        </p:nvSpPr>
        <p:spPr bwMode="auto">
          <a:xfrm>
            <a:off x="5507686" y="1310427"/>
            <a:ext cx="2575521" cy="1672516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-1" fmla="*/ 4 w 8600"/>
              <a:gd name="connsiteY0-2" fmla="*/ 4042 h 10128"/>
              <a:gd name="connsiteX1-3" fmla="*/ 715 w 8600"/>
              <a:gd name="connsiteY1-4" fmla="*/ 1598 h 10128"/>
              <a:gd name="connsiteX2-5" fmla="*/ 3130 w 8600"/>
              <a:gd name="connsiteY2-6" fmla="*/ 1009 h 10128"/>
              <a:gd name="connsiteX3-7" fmla="*/ 4995 w 8600"/>
              <a:gd name="connsiteY3-8" fmla="*/ 3 h 10128"/>
              <a:gd name="connsiteX4-9" fmla="*/ 6720 w 8600"/>
              <a:gd name="connsiteY4-10" fmla="*/ 1012 h 10128"/>
              <a:gd name="connsiteX5-11" fmla="*/ 8599 w 8600"/>
              <a:gd name="connsiteY5-12" fmla="*/ 6800 h 10128"/>
              <a:gd name="connsiteX6-13" fmla="*/ 6995 w 8600"/>
              <a:gd name="connsiteY6-14" fmla="*/ 9325 h 10128"/>
              <a:gd name="connsiteX7-15" fmla="*/ 5307 w 8600"/>
              <a:gd name="connsiteY7-16" fmla="*/ 8846 h 10128"/>
              <a:gd name="connsiteX8-17" fmla="*/ 4371 w 8600"/>
              <a:gd name="connsiteY8-18" fmla="*/ 9915 h 10128"/>
              <a:gd name="connsiteX9-19" fmla="*/ 3140 w 8600"/>
              <a:gd name="connsiteY9-20" fmla="*/ 10022 h 10128"/>
              <a:gd name="connsiteX10-21" fmla="*/ 2179 w 8600"/>
              <a:gd name="connsiteY10-22" fmla="*/ 7898 h 10128"/>
              <a:gd name="connsiteX11-23" fmla="*/ 1187 w 8600"/>
              <a:gd name="connsiteY11-24" fmla="*/ 7498 h 10128"/>
              <a:gd name="connsiteX12-25" fmla="*/ 4 w 8600"/>
              <a:gd name="connsiteY12-26" fmla="*/ 4042 h 10128"/>
              <a:gd name="connsiteX0-27" fmla="*/ 4 w 9326"/>
              <a:gd name="connsiteY0-28" fmla="*/ 3988 h 9997"/>
              <a:gd name="connsiteX1-29" fmla="*/ 830 w 9326"/>
              <a:gd name="connsiteY1-30" fmla="*/ 1575 h 9997"/>
              <a:gd name="connsiteX2-31" fmla="*/ 3639 w 9326"/>
              <a:gd name="connsiteY2-32" fmla="*/ 993 h 9997"/>
              <a:gd name="connsiteX3-33" fmla="*/ 5807 w 9326"/>
              <a:gd name="connsiteY3-34" fmla="*/ 0 h 9997"/>
              <a:gd name="connsiteX4-35" fmla="*/ 7813 w 9326"/>
              <a:gd name="connsiteY4-36" fmla="*/ 996 h 9997"/>
              <a:gd name="connsiteX5-37" fmla="*/ 9324 w 9326"/>
              <a:gd name="connsiteY5-38" fmla="*/ 5746 h 9997"/>
              <a:gd name="connsiteX6-39" fmla="*/ 8133 w 9326"/>
              <a:gd name="connsiteY6-40" fmla="*/ 9204 h 9997"/>
              <a:gd name="connsiteX7-41" fmla="*/ 6170 w 9326"/>
              <a:gd name="connsiteY7-42" fmla="*/ 8731 h 9997"/>
              <a:gd name="connsiteX8-43" fmla="*/ 5082 w 9326"/>
              <a:gd name="connsiteY8-44" fmla="*/ 9787 h 9997"/>
              <a:gd name="connsiteX9-45" fmla="*/ 3650 w 9326"/>
              <a:gd name="connsiteY9-46" fmla="*/ 9892 h 9997"/>
              <a:gd name="connsiteX10-47" fmla="*/ 2533 w 9326"/>
              <a:gd name="connsiteY10-48" fmla="*/ 7795 h 9997"/>
              <a:gd name="connsiteX11-49" fmla="*/ 1379 w 9326"/>
              <a:gd name="connsiteY11-50" fmla="*/ 7400 h 9997"/>
              <a:gd name="connsiteX12-51" fmla="*/ 4 w 9326"/>
              <a:gd name="connsiteY12-52" fmla="*/ 3988 h 9997"/>
              <a:gd name="connsiteX0-53" fmla="*/ 4 w 10001"/>
              <a:gd name="connsiteY0-54" fmla="*/ 3989 h 10041"/>
              <a:gd name="connsiteX1-55" fmla="*/ 890 w 10001"/>
              <a:gd name="connsiteY1-56" fmla="*/ 1575 h 10041"/>
              <a:gd name="connsiteX2-57" fmla="*/ 3902 w 10001"/>
              <a:gd name="connsiteY2-58" fmla="*/ 993 h 10041"/>
              <a:gd name="connsiteX3-59" fmla="*/ 6227 w 10001"/>
              <a:gd name="connsiteY3-60" fmla="*/ 0 h 10041"/>
              <a:gd name="connsiteX4-61" fmla="*/ 8378 w 10001"/>
              <a:gd name="connsiteY4-62" fmla="*/ 996 h 10041"/>
              <a:gd name="connsiteX5-63" fmla="*/ 9998 w 10001"/>
              <a:gd name="connsiteY5-64" fmla="*/ 5748 h 10041"/>
              <a:gd name="connsiteX6-65" fmla="*/ 8721 w 10001"/>
              <a:gd name="connsiteY6-66" fmla="*/ 9207 h 10041"/>
              <a:gd name="connsiteX7-67" fmla="*/ 5449 w 10001"/>
              <a:gd name="connsiteY7-68" fmla="*/ 9790 h 10041"/>
              <a:gd name="connsiteX8-69" fmla="*/ 3914 w 10001"/>
              <a:gd name="connsiteY8-70" fmla="*/ 9895 h 10041"/>
              <a:gd name="connsiteX9-71" fmla="*/ 2716 w 10001"/>
              <a:gd name="connsiteY9-72" fmla="*/ 7797 h 10041"/>
              <a:gd name="connsiteX10-73" fmla="*/ 1479 w 10001"/>
              <a:gd name="connsiteY10-74" fmla="*/ 7402 h 10041"/>
              <a:gd name="connsiteX11-75" fmla="*/ 4 w 10001"/>
              <a:gd name="connsiteY11-76" fmla="*/ 3989 h 10041"/>
              <a:gd name="connsiteX0-77" fmla="*/ 4 w 10001"/>
              <a:gd name="connsiteY0-78" fmla="*/ 3989 h 14825"/>
              <a:gd name="connsiteX1-79" fmla="*/ 890 w 10001"/>
              <a:gd name="connsiteY1-80" fmla="*/ 1575 h 14825"/>
              <a:gd name="connsiteX2-81" fmla="*/ 3902 w 10001"/>
              <a:gd name="connsiteY2-82" fmla="*/ 993 h 14825"/>
              <a:gd name="connsiteX3-83" fmla="*/ 6227 w 10001"/>
              <a:gd name="connsiteY3-84" fmla="*/ 0 h 14825"/>
              <a:gd name="connsiteX4-85" fmla="*/ 8378 w 10001"/>
              <a:gd name="connsiteY4-86" fmla="*/ 996 h 14825"/>
              <a:gd name="connsiteX5-87" fmla="*/ 9998 w 10001"/>
              <a:gd name="connsiteY5-88" fmla="*/ 5748 h 14825"/>
              <a:gd name="connsiteX6-89" fmla="*/ 8721 w 10001"/>
              <a:gd name="connsiteY6-90" fmla="*/ 9207 h 14825"/>
              <a:gd name="connsiteX7-91" fmla="*/ 6011 w 10001"/>
              <a:gd name="connsiteY7-92" fmla="*/ 14823 h 14825"/>
              <a:gd name="connsiteX8-93" fmla="*/ 3914 w 10001"/>
              <a:gd name="connsiteY8-94" fmla="*/ 9895 h 14825"/>
              <a:gd name="connsiteX9-95" fmla="*/ 2716 w 10001"/>
              <a:gd name="connsiteY9-96" fmla="*/ 7797 h 14825"/>
              <a:gd name="connsiteX10-97" fmla="*/ 1479 w 10001"/>
              <a:gd name="connsiteY10-98" fmla="*/ 7402 h 14825"/>
              <a:gd name="connsiteX11-99" fmla="*/ 4 w 10001"/>
              <a:gd name="connsiteY11-100" fmla="*/ 3989 h 14825"/>
              <a:gd name="connsiteX0-101" fmla="*/ 4 w 10001"/>
              <a:gd name="connsiteY0-102" fmla="*/ 7436 h 18272"/>
              <a:gd name="connsiteX1-103" fmla="*/ 890 w 10001"/>
              <a:gd name="connsiteY1-104" fmla="*/ 5022 h 18272"/>
              <a:gd name="connsiteX2-105" fmla="*/ 3902 w 10001"/>
              <a:gd name="connsiteY2-106" fmla="*/ 4440 h 18272"/>
              <a:gd name="connsiteX3-107" fmla="*/ 6026 w 10001"/>
              <a:gd name="connsiteY3-108" fmla="*/ 0 h 18272"/>
              <a:gd name="connsiteX4-109" fmla="*/ 8378 w 10001"/>
              <a:gd name="connsiteY4-110" fmla="*/ 4443 h 18272"/>
              <a:gd name="connsiteX5-111" fmla="*/ 9998 w 10001"/>
              <a:gd name="connsiteY5-112" fmla="*/ 9195 h 18272"/>
              <a:gd name="connsiteX6-113" fmla="*/ 8721 w 10001"/>
              <a:gd name="connsiteY6-114" fmla="*/ 12654 h 18272"/>
              <a:gd name="connsiteX7-115" fmla="*/ 6011 w 10001"/>
              <a:gd name="connsiteY7-116" fmla="*/ 18270 h 18272"/>
              <a:gd name="connsiteX8-117" fmla="*/ 3914 w 10001"/>
              <a:gd name="connsiteY8-118" fmla="*/ 13342 h 18272"/>
              <a:gd name="connsiteX9-119" fmla="*/ 2716 w 10001"/>
              <a:gd name="connsiteY9-120" fmla="*/ 11244 h 18272"/>
              <a:gd name="connsiteX10-121" fmla="*/ 1479 w 10001"/>
              <a:gd name="connsiteY10-122" fmla="*/ 10849 h 18272"/>
              <a:gd name="connsiteX11-123" fmla="*/ 4 w 10001"/>
              <a:gd name="connsiteY11-124" fmla="*/ 7436 h 18272"/>
              <a:gd name="connsiteX0-125" fmla="*/ 1 w 9998"/>
              <a:gd name="connsiteY0-126" fmla="*/ 7436 h 18272"/>
              <a:gd name="connsiteX1-127" fmla="*/ 3899 w 9998"/>
              <a:gd name="connsiteY1-128" fmla="*/ 4440 h 18272"/>
              <a:gd name="connsiteX2-129" fmla="*/ 6023 w 9998"/>
              <a:gd name="connsiteY2-130" fmla="*/ 0 h 18272"/>
              <a:gd name="connsiteX3-131" fmla="*/ 8375 w 9998"/>
              <a:gd name="connsiteY3-132" fmla="*/ 4443 h 18272"/>
              <a:gd name="connsiteX4-133" fmla="*/ 9995 w 9998"/>
              <a:gd name="connsiteY4-134" fmla="*/ 9195 h 18272"/>
              <a:gd name="connsiteX5-135" fmla="*/ 8718 w 9998"/>
              <a:gd name="connsiteY5-136" fmla="*/ 12654 h 18272"/>
              <a:gd name="connsiteX6-137" fmla="*/ 6008 w 9998"/>
              <a:gd name="connsiteY6-138" fmla="*/ 18270 h 18272"/>
              <a:gd name="connsiteX7-139" fmla="*/ 3911 w 9998"/>
              <a:gd name="connsiteY7-140" fmla="*/ 13342 h 18272"/>
              <a:gd name="connsiteX8-141" fmla="*/ 2713 w 9998"/>
              <a:gd name="connsiteY8-142" fmla="*/ 11244 h 18272"/>
              <a:gd name="connsiteX9-143" fmla="*/ 1476 w 9998"/>
              <a:gd name="connsiteY9-144" fmla="*/ 10849 h 18272"/>
              <a:gd name="connsiteX10-145" fmla="*/ 1 w 9998"/>
              <a:gd name="connsiteY10-146" fmla="*/ 7436 h 18272"/>
              <a:gd name="connsiteX0-147" fmla="*/ 35 w 8559"/>
              <a:gd name="connsiteY0-148" fmla="*/ 5938 h 10000"/>
              <a:gd name="connsiteX1-149" fmla="*/ 2459 w 8559"/>
              <a:gd name="connsiteY1-150" fmla="*/ 2430 h 10000"/>
              <a:gd name="connsiteX2-151" fmla="*/ 4583 w 8559"/>
              <a:gd name="connsiteY2-152" fmla="*/ 0 h 10000"/>
              <a:gd name="connsiteX3-153" fmla="*/ 6936 w 8559"/>
              <a:gd name="connsiteY3-154" fmla="*/ 2432 h 10000"/>
              <a:gd name="connsiteX4-155" fmla="*/ 8556 w 8559"/>
              <a:gd name="connsiteY4-156" fmla="*/ 5032 h 10000"/>
              <a:gd name="connsiteX5-157" fmla="*/ 7279 w 8559"/>
              <a:gd name="connsiteY5-158" fmla="*/ 6925 h 10000"/>
              <a:gd name="connsiteX6-159" fmla="*/ 4568 w 8559"/>
              <a:gd name="connsiteY6-160" fmla="*/ 9999 h 10000"/>
              <a:gd name="connsiteX7-161" fmla="*/ 2471 w 8559"/>
              <a:gd name="connsiteY7-162" fmla="*/ 7302 h 10000"/>
              <a:gd name="connsiteX8-163" fmla="*/ 1273 w 8559"/>
              <a:gd name="connsiteY8-164" fmla="*/ 6154 h 10000"/>
              <a:gd name="connsiteX9-165" fmla="*/ 35 w 8559"/>
              <a:gd name="connsiteY9-166" fmla="*/ 5938 h 10000"/>
              <a:gd name="connsiteX0-167" fmla="*/ 49 w 9820"/>
              <a:gd name="connsiteY0-168" fmla="*/ 4655 h 10000"/>
              <a:gd name="connsiteX1-169" fmla="*/ 2693 w 9820"/>
              <a:gd name="connsiteY1-170" fmla="*/ 2430 h 10000"/>
              <a:gd name="connsiteX2-171" fmla="*/ 5175 w 9820"/>
              <a:gd name="connsiteY2-172" fmla="*/ 0 h 10000"/>
              <a:gd name="connsiteX3-173" fmla="*/ 7924 w 9820"/>
              <a:gd name="connsiteY3-174" fmla="*/ 2432 h 10000"/>
              <a:gd name="connsiteX4-175" fmla="*/ 9816 w 9820"/>
              <a:gd name="connsiteY4-176" fmla="*/ 5032 h 10000"/>
              <a:gd name="connsiteX5-177" fmla="*/ 8324 w 9820"/>
              <a:gd name="connsiteY5-178" fmla="*/ 6925 h 10000"/>
              <a:gd name="connsiteX6-179" fmla="*/ 5157 w 9820"/>
              <a:gd name="connsiteY6-180" fmla="*/ 9999 h 10000"/>
              <a:gd name="connsiteX7-181" fmla="*/ 2707 w 9820"/>
              <a:gd name="connsiteY7-182" fmla="*/ 7302 h 10000"/>
              <a:gd name="connsiteX8-183" fmla="*/ 1307 w 9820"/>
              <a:gd name="connsiteY8-184" fmla="*/ 6154 h 10000"/>
              <a:gd name="connsiteX9-185" fmla="*/ 49 w 9820"/>
              <a:gd name="connsiteY9-186" fmla="*/ 4655 h 10000"/>
              <a:gd name="connsiteX0-187" fmla="*/ 45 w 9995"/>
              <a:gd name="connsiteY0-188" fmla="*/ 4655 h 10000"/>
              <a:gd name="connsiteX1-189" fmla="*/ 2737 w 9995"/>
              <a:gd name="connsiteY1-190" fmla="*/ 2430 h 10000"/>
              <a:gd name="connsiteX2-191" fmla="*/ 5265 w 9995"/>
              <a:gd name="connsiteY2-192" fmla="*/ 0 h 10000"/>
              <a:gd name="connsiteX3-193" fmla="*/ 8064 w 9995"/>
              <a:gd name="connsiteY3-194" fmla="*/ 2432 h 10000"/>
              <a:gd name="connsiteX4-195" fmla="*/ 9991 w 9995"/>
              <a:gd name="connsiteY4-196" fmla="*/ 5032 h 10000"/>
              <a:gd name="connsiteX5-197" fmla="*/ 8472 w 9995"/>
              <a:gd name="connsiteY5-198" fmla="*/ 6925 h 10000"/>
              <a:gd name="connsiteX6-199" fmla="*/ 5247 w 9995"/>
              <a:gd name="connsiteY6-200" fmla="*/ 9999 h 10000"/>
              <a:gd name="connsiteX7-201" fmla="*/ 2752 w 9995"/>
              <a:gd name="connsiteY7-202" fmla="*/ 7302 h 10000"/>
              <a:gd name="connsiteX8-203" fmla="*/ 1374 w 9995"/>
              <a:gd name="connsiteY8-204" fmla="*/ 6984 h 10000"/>
              <a:gd name="connsiteX9-205" fmla="*/ 45 w 9995"/>
              <a:gd name="connsiteY9-206" fmla="*/ 4655 h 10000"/>
              <a:gd name="connsiteX0-207" fmla="*/ 45 w 10000"/>
              <a:gd name="connsiteY0-208" fmla="*/ 5032 h 10377"/>
              <a:gd name="connsiteX1-209" fmla="*/ 2738 w 10000"/>
              <a:gd name="connsiteY1-210" fmla="*/ 2807 h 10377"/>
              <a:gd name="connsiteX2-211" fmla="*/ 4886 w 10000"/>
              <a:gd name="connsiteY2-212" fmla="*/ 0 h 10377"/>
              <a:gd name="connsiteX3-213" fmla="*/ 8068 w 10000"/>
              <a:gd name="connsiteY3-214" fmla="*/ 2809 h 10377"/>
              <a:gd name="connsiteX4-215" fmla="*/ 9996 w 10000"/>
              <a:gd name="connsiteY4-216" fmla="*/ 5409 h 10377"/>
              <a:gd name="connsiteX5-217" fmla="*/ 8476 w 10000"/>
              <a:gd name="connsiteY5-218" fmla="*/ 7302 h 10377"/>
              <a:gd name="connsiteX6-219" fmla="*/ 5250 w 10000"/>
              <a:gd name="connsiteY6-220" fmla="*/ 10376 h 10377"/>
              <a:gd name="connsiteX7-221" fmla="*/ 2753 w 10000"/>
              <a:gd name="connsiteY7-222" fmla="*/ 7679 h 10377"/>
              <a:gd name="connsiteX8-223" fmla="*/ 1375 w 10000"/>
              <a:gd name="connsiteY8-224" fmla="*/ 7361 h 10377"/>
              <a:gd name="connsiteX9-225" fmla="*/ 45 w 10000"/>
              <a:gd name="connsiteY9-226" fmla="*/ 5032 h 10377"/>
              <a:gd name="connsiteX0-227" fmla="*/ 45 w 10000"/>
              <a:gd name="connsiteY0-228" fmla="*/ 5036 h 10381"/>
              <a:gd name="connsiteX1-229" fmla="*/ 2738 w 10000"/>
              <a:gd name="connsiteY1-230" fmla="*/ 2811 h 10381"/>
              <a:gd name="connsiteX2-231" fmla="*/ 4886 w 10000"/>
              <a:gd name="connsiteY2-232" fmla="*/ 4 h 10381"/>
              <a:gd name="connsiteX3-233" fmla="*/ 8068 w 10000"/>
              <a:gd name="connsiteY3-234" fmla="*/ 2813 h 10381"/>
              <a:gd name="connsiteX4-235" fmla="*/ 9996 w 10000"/>
              <a:gd name="connsiteY4-236" fmla="*/ 5413 h 10381"/>
              <a:gd name="connsiteX5-237" fmla="*/ 8476 w 10000"/>
              <a:gd name="connsiteY5-238" fmla="*/ 7306 h 10381"/>
              <a:gd name="connsiteX6-239" fmla="*/ 5250 w 10000"/>
              <a:gd name="connsiteY6-240" fmla="*/ 10380 h 10381"/>
              <a:gd name="connsiteX7-241" fmla="*/ 2753 w 10000"/>
              <a:gd name="connsiteY7-242" fmla="*/ 7683 h 10381"/>
              <a:gd name="connsiteX8-243" fmla="*/ 1375 w 10000"/>
              <a:gd name="connsiteY8-244" fmla="*/ 7365 h 10381"/>
              <a:gd name="connsiteX9-245" fmla="*/ 45 w 10000"/>
              <a:gd name="connsiteY9-246" fmla="*/ 5036 h 10381"/>
              <a:gd name="connsiteX0-247" fmla="*/ 45 w 10000"/>
              <a:gd name="connsiteY0-248" fmla="*/ 5036 h 10796"/>
              <a:gd name="connsiteX1-249" fmla="*/ 2738 w 10000"/>
              <a:gd name="connsiteY1-250" fmla="*/ 2811 h 10796"/>
              <a:gd name="connsiteX2-251" fmla="*/ 4886 w 10000"/>
              <a:gd name="connsiteY2-252" fmla="*/ 4 h 10796"/>
              <a:gd name="connsiteX3-253" fmla="*/ 8068 w 10000"/>
              <a:gd name="connsiteY3-254" fmla="*/ 2813 h 10796"/>
              <a:gd name="connsiteX4-255" fmla="*/ 9996 w 10000"/>
              <a:gd name="connsiteY4-256" fmla="*/ 5413 h 10796"/>
              <a:gd name="connsiteX5-257" fmla="*/ 8476 w 10000"/>
              <a:gd name="connsiteY5-258" fmla="*/ 7306 h 10796"/>
              <a:gd name="connsiteX6-259" fmla="*/ 5202 w 10000"/>
              <a:gd name="connsiteY6-260" fmla="*/ 10795 h 10796"/>
              <a:gd name="connsiteX7-261" fmla="*/ 2753 w 10000"/>
              <a:gd name="connsiteY7-262" fmla="*/ 7683 h 10796"/>
              <a:gd name="connsiteX8-263" fmla="*/ 1375 w 10000"/>
              <a:gd name="connsiteY8-264" fmla="*/ 7365 h 10796"/>
              <a:gd name="connsiteX9-265" fmla="*/ 45 w 10000"/>
              <a:gd name="connsiteY9-266" fmla="*/ 5036 h 10796"/>
              <a:gd name="connsiteX0-267" fmla="*/ 45 w 10000"/>
              <a:gd name="connsiteY0-268" fmla="*/ 5036 h 10795"/>
              <a:gd name="connsiteX1-269" fmla="*/ 2738 w 10000"/>
              <a:gd name="connsiteY1-270" fmla="*/ 2811 h 10795"/>
              <a:gd name="connsiteX2-271" fmla="*/ 4886 w 10000"/>
              <a:gd name="connsiteY2-272" fmla="*/ 4 h 10795"/>
              <a:gd name="connsiteX3-273" fmla="*/ 8068 w 10000"/>
              <a:gd name="connsiteY3-274" fmla="*/ 2813 h 10795"/>
              <a:gd name="connsiteX4-275" fmla="*/ 9996 w 10000"/>
              <a:gd name="connsiteY4-276" fmla="*/ 5413 h 10795"/>
              <a:gd name="connsiteX5-277" fmla="*/ 8476 w 10000"/>
              <a:gd name="connsiteY5-278" fmla="*/ 7306 h 10795"/>
              <a:gd name="connsiteX6-279" fmla="*/ 5202 w 10000"/>
              <a:gd name="connsiteY6-280" fmla="*/ 10795 h 10795"/>
              <a:gd name="connsiteX7-281" fmla="*/ 2753 w 10000"/>
              <a:gd name="connsiteY7-282" fmla="*/ 7683 h 10795"/>
              <a:gd name="connsiteX8-283" fmla="*/ 1375 w 10000"/>
              <a:gd name="connsiteY8-284" fmla="*/ 7365 h 10795"/>
              <a:gd name="connsiteX9-285" fmla="*/ 45 w 10000"/>
              <a:gd name="connsiteY9-286" fmla="*/ 5036 h 10795"/>
              <a:gd name="connsiteX0-287" fmla="*/ 45 w 10000"/>
              <a:gd name="connsiteY0-288" fmla="*/ 5036 h 10795"/>
              <a:gd name="connsiteX1-289" fmla="*/ 2738 w 10000"/>
              <a:gd name="connsiteY1-290" fmla="*/ 2811 h 10795"/>
              <a:gd name="connsiteX2-291" fmla="*/ 4886 w 10000"/>
              <a:gd name="connsiteY2-292" fmla="*/ 4 h 10795"/>
              <a:gd name="connsiteX3-293" fmla="*/ 8068 w 10000"/>
              <a:gd name="connsiteY3-294" fmla="*/ 2813 h 10795"/>
              <a:gd name="connsiteX4-295" fmla="*/ 9996 w 10000"/>
              <a:gd name="connsiteY4-296" fmla="*/ 5413 h 10795"/>
              <a:gd name="connsiteX5-297" fmla="*/ 8476 w 10000"/>
              <a:gd name="connsiteY5-298" fmla="*/ 7306 h 10795"/>
              <a:gd name="connsiteX6-299" fmla="*/ 5202 w 10000"/>
              <a:gd name="connsiteY6-300" fmla="*/ 10795 h 10795"/>
              <a:gd name="connsiteX7-301" fmla="*/ 2753 w 10000"/>
              <a:gd name="connsiteY7-302" fmla="*/ 7683 h 10795"/>
              <a:gd name="connsiteX8-303" fmla="*/ 1375 w 10000"/>
              <a:gd name="connsiteY8-304" fmla="*/ 7365 h 10795"/>
              <a:gd name="connsiteX9-305" fmla="*/ 45 w 10000"/>
              <a:gd name="connsiteY9-306" fmla="*/ 5036 h 1079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34" name="Group 133"/>
          <p:cNvGrpSpPr/>
          <p:nvPr/>
        </p:nvGrpSpPr>
        <p:grpSpPr>
          <a:xfrm>
            <a:off x="5731177" y="1446543"/>
            <a:ext cx="2215548" cy="1435167"/>
            <a:chOff x="833331" y="2873352"/>
            <a:chExt cx="2333625" cy="1590649"/>
          </a:xfrm>
        </p:grpSpPr>
        <p:grpSp>
          <p:nvGrpSpPr>
            <p:cNvPr id="135" name="Group 134"/>
            <p:cNvGrpSpPr/>
            <p:nvPr/>
          </p:nvGrpSpPr>
          <p:grpSpPr>
            <a:xfrm>
              <a:off x="1736090" y="2873352"/>
              <a:ext cx="565150" cy="369332"/>
              <a:chOff x="1736090" y="2873352"/>
              <a:chExt cx="565150" cy="369332"/>
            </a:xfrm>
          </p:grpSpPr>
          <p:grpSp>
            <p:nvGrpSpPr>
              <p:cNvPr id="184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88" name="Oval 187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89" name="Rectangle 188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0" name="Oval 189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91" name="Freeform 190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2" name="Freeform 191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3" name="Freeform 192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4" name="Freeform 193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95" name="Straight Connector 194"/>
                <p:cNvCxnSpPr>
                  <a:endCxn id="19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Straight Connector 195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5" name="Group 184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186" name="Oval 185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7" name="TextBox 186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3b</a:t>
                  </a:r>
                </a:p>
              </p:txBody>
            </p:sp>
          </p:grpSp>
        </p:grpSp>
        <p:grpSp>
          <p:nvGrpSpPr>
            <p:cNvPr id="136" name="Group 135"/>
            <p:cNvGrpSpPr/>
            <p:nvPr/>
          </p:nvGrpSpPr>
          <p:grpSpPr>
            <a:xfrm>
              <a:off x="1740320" y="4094669"/>
              <a:ext cx="565150" cy="369332"/>
              <a:chOff x="1736090" y="2873352"/>
              <a:chExt cx="565150" cy="369332"/>
            </a:xfrm>
          </p:grpSpPr>
          <p:grpSp>
            <p:nvGrpSpPr>
              <p:cNvPr id="171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75" name="Oval 174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76" name="Rectangle 175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77" name="Oval 176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78" name="Freeform 177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79" name="Freeform 178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0" name="Freeform 179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1" name="Freeform 180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82" name="Straight Connector 181"/>
                <p:cNvCxnSpPr>
                  <a:endCxn id="177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3" name="Straight Connector 182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2" name="Group 171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173" name="Oval 172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4" name="TextBox 173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3d</a:t>
                  </a:r>
                </a:p>
              </p:txBody>
            </p:sp>
          </p:grpSp>
        </p:grpSp>
        <p:grpSp>
          <p:nvGrpSpPr>
            <p:cNvPr id="137" name="Group 136"/>
            <p:cNvGrpSpPr/>
            <p:nvPr/>
          </p:nvGrpSpPr>
          <p:grpSpPr>
            <a:xfrm>
              <a:off x="2601806" y="3485072"/>
              <a:ext cx="565150" cy="369332"/>
              <a:chOff x="1736090" y="2873352"/>
              <a:chExt cx="565150" cy="369332"/>
            </a:xfrm>
          </p:grpSpPr>
          <p:grpSp>
            <p:nvGrpSpPr>
              <p:cNvPr id="158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62" name="Oval 161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63" name="Rectangle 162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4" name="Oval 163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65" name="Freeform 164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6" name="Freeform 165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7" name="Freeform 166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8" name="Freeform 167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69" name="Straight Connector 168"/>
                <p:cNvCxnSpPr>
                  <a:endCxn id="16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0" name="Straight Connector 169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9" name="Group 158"/>
              <p:cNvGrpSpPr/>
              <p:nvPr/>
            </p:nvGrpSpPr>
            <p:grpSpPr>
              <a:xfrm>
                <a:off x="1770362" y="2873352"/>
                <a:ext cx="428460" cy="369332"/>
                <a:chOff x="667045" y="1708643"/>
                <a:chExt cx="428460" cy="369332"/>
              </a:xfrm>
            </p:grpSpPr>
            <p:sp>
              <p:nvSpPr>
                <p:cNvPr id="160" name="Oval 159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1" name="TextBox 160"/>
                <p:cNvSpPr txBox="1"/>
                <p:nvPr/>
              </p:nvSpPr>
              <p:spPr>
                <a:xfrm>
                  <a:off x="667045" y="1708643"/>
                  <a:ext cx="428460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3c</a:t>
                  </a:r>
                </a:p>
              </p:txBody>
            </p:sp>
          </p:grpSp>
        </p:grpSp>
        <p:grpSp>
          <p:nvGrpSpPr>
            <p:cNvPr id="138" name="Group 137"/>
            <p:cNvGrpSpPr/>
            <p:nvPr/>
          </p:nvGrpSpPr>
          <p:grpSpPr>
            <a:xfrm>
              <a:off x="833331" y="3478719"/>
              <a:ext cx="565150" cy="369332"/>
              <a:chOff x="1736090" y="2873352"/>
              <a:chExt cx="565150" cy="369332"/>
            </a:xfrm>
          </p:grpSpPr>
          <p:grpSp>
            <p:nvGrpSpPr>
              <p:cNvPr id="145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49" name="Oval 148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50" name="Rectangle 149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1" name="Oval 150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52" name="Freeform 151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3" name="Freeform 152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4" name="Freeform 153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5" name="Freeform 154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56" name="Straight Connector 155"/>
                <p:cNvCxnSpPr>
                  <a:endCxn id="15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7" name="Straight Connector 156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" name="Group 145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147" name="Oval 146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48" name="TextBox 147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3a</a:t>
                  </a:r>
                </a:p>
              </p:txBody>
            </p:sp>
          </p:grpSp>
        </p:grpSp>
        <p:cxnSp>
          <p:nvCxnSpPr>
            <p:cNvPr id="139" name="Straight Connector 138"/>
            <p:cNvCxnSpPr>
              <a:stCxn id="187" idx="2"/>
              <a:endCxn id="174" idx="0"/>
            </p:cNvCxnSpPr>
            <p:nvPr/>
          </p:nvCxnSpPr>
          <p:spPr bwMode="auto">
            <a:xfrm>
              <a:off x="1991073" y="3242684"/>
              <a:ext cx="4230" cy="851985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40" name="Straight Connector 139"/>
            <p:cNvCxnSpPr/>
            <p:nvPr/>
          </p:nvCxnSpPr>
          <p:spPr bwMode="auto">
            <a:xfrm>
              <a:off x="1407477" y="3648621"/>
              <a:ext cx="1204913" cy="6353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41" name="Straight Connector 140"/>
            <p:cNvCxnSpPr>
              <a:stCxn id="188" idx="7"/>
            </p:cNvCxnSpPr>
            <p:nvPr/>
          </p:nvCxnSpPr>
          <p:spPr bwMode="auto">
            <a:xfrm>
              <a:off x="2218708" y="3154477"/>
              <a:ext cx="480042" cy="369773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42" name="Straight Connector 141"/>
            <p:cNvCxnSpPr/>
            <p:nvPr/>
          </p:nvCxnSpPr>
          <p:spPr bwMode="auto">
            <a:xfrm>
              <a:off x="1300073" y="3786304"/>
              <a:ext cx="477927" cy="357071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43" name="Straight Connector 142"/>
            <p:cNvCxnSpPr/>
            <p:nvPr/>
          </p:nvCxnSpPr>
          <p:spPr bwMode="auto">
            <a:xfrm flipH="1">
              <a:off x="2196042" y="3783542"/>
              <a:ext cx="508002" cy="349250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44" name="Straight Connector 143"/>
            <p:cNvCxnSpPr/>
            <p:nvPr/>
          </p:nvCxnSpPr>
          <p:spPr bwMode="auto">
            <a:xfrm flipH="1">
              <a:off x="1287553" y="3166946"/>
              <a:ext cx="508002" cy="349250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</p:grpSp>
      <p:cxnSp>
        <p:nvCxnSpPr>
          <p:cNvPr id="128" name="Straight Connector 127"/>
          <p:cNvCxnSpPr/>
          <p:nvPr/>
        </p:nvCxnSpPr>
        <p:spPr bwMode="auto">
          <a:xfrm flipH="1" flipV="1">
            <a:off x="3046706" y="2340047"/>
            <a:ext cx="480877" cy="744090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cxnSp>
        <p:nvCxnSpPr>
          <p:cNvPr id="129" name="Straight Connector 128"/>
          <p:cNvCxnSpPr/>
          <p:nvPr/>
        </p:nvCxnSpPr>
        <p:spPr bwMode="auto">
          <a:xfrm flipV="1">
            <a:off x="5523188" y="2281165"/>
            <a:ext cx="337735" cy="823128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sp>
        <p:nvSpPr>
          <p:cNvPr id="130" name="TextBox 129"/>
          <p:cNvSpPr txBox="1"/>
          <p:nvPr/>
        </p:nvSpPr>
        <p:spPr>
          <a:xfrm>
            <a:off x="3493291" y="2438369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90"/>
                </a:solidFill>
              </a:rPr>
              <a:t>AS2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5543950" y="1351667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90"/>
                </a:solidFill>
              </a:rPr>
              <a:t>AS3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707172" y="1562343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90"/>
                </a:solidFill>
              </a:rPr>
              <a:t>AS1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7070827" y="2413274"/>
            <a:ext cx="1701734" cy="616172"/>
            <a:chOff x="7073692" y="5469792"/>
            <a:chExt cx="1701734" cy="616172"/>
          </a:xfrm>
        </p:grpSpPr>
        <p:grpSp>
          <p:nvGrpSpPr>
            <p:cNvPr id="10" name="Group 9"/>
            <p:cNvGrpSpPr/>
            <p:nvPr/>
          </p:nvGrpSpPr>
          <p:grpSpPr>
            <a:xfrm>
              <a:off x="7073692" y="5469792"/>
              <a:ext cx="1701734" cy="616172"/>
              <a:chOff x="6946249" y="5096269"/>
              <a:chExt cx="1701734" cy="616172"/>
            </a:xfrm>
          </p:grpSpPr>
          <p:sp>
            <p:nvSpPr>
              <p:cNvPr id="399" name="Freeform 2"/>
              <p:cNvSpPr/>
              <p:nvPr/>
            </p:nvSpPr>
            <p:spPr bwMode="auto">
              <a:xfrm>
                <a:off x="6946249" y="5096269"/>
                <a:ext cx="1701734" cy="61617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-1" fmla="*/ 4 w 8600"/>
                  <a:gd name="connsiteY0-2" fmla="*/ 4042 h 10128"/>
                  <a:gd name="connsiteX1-3" fmla="*/ 715 w 8600"/>
                  <a:gd name="connsiteY1-4" fmla="*/ 1598 h 10128"/>
                  <a:gd name="connsiteX2-5" fmla="*/ 3130 w 8600"/>
                  <a:gd name="connsiteY2-6" fmla="*/ 1009 h 10128"/>
                  <a:gd name="connsiteX3-7" fmla="*/ 4995 w 8600"/>
                  <a:gd name="connsiteY3-8" fmla="*/ 3 h 10128"/>
                  <a:gd name="connsiteX4-9" fmla="*/ 6720 w 8600"/>
                  <a:gd name="connsiteY4-10" fmla="*/ 1012 h 10128"/>
                  <a:gd name="connsiteX5-11" fmla="*/ 8599 w 8600"/>
                  <a:gd name="connsiteY5-12" fmla="*/ 6800 h 10128"/>
                  <a:gd name="connsiteX6-13" fmla="*/ 6995 w 8600"/>
                  <a:gd name="connsiteY6-14" fmla="*/ 9325 h 10128"/>
                  <a:gd name="connsiteX7-15" fmla="*/ 5307 w 8600"/>
                  <a:gd name="connsiteY7-16" fmla="*/ 8846 h 10128"/>
                  <a:gd name="connsiteX8-17" fmla="*/ 4371 w 8600"/>
                  <a:gd name="connsiteY8-18" fmla="*/ 9915 h 10128"/>
                  <a:gd name="connsiteX9-19" fmla="*/ 3140 w 8600"/>
                  <a:gd name="connsiteY9-20" fmla="*/ 10022 h 10128"/>
                  <a:gd name="connsiteX10-21" fmla="*/ 2179 w 8600"/>
                  <a:gd name="connsiteY10-22" fmla="*/ 7898 h 10128"/>
                  <a:gd name="connsiteX11-23" fmla="*/ 1187 w 8600"/>
                  <a:gd name="connsiteY11-24" fmla="*/ 7498 h 10128"/>
                  <a:gd name="connsiteX12-25" fmla="*/ 4 w 8600"/>
                  <a:gd name="connsiteY12-26" fmla="*/ 4042 h 10128"/>
                  <a:gd name="connsiteX0-27" fmla="*/ 4 w 9326"/>
                  <a:gd name="connsiteY0-28" fmla="*/ 3988 h 9997"/>
                  <a:gd name="connsiteX1-29" fmla="*/ 830 w 9326"/>
                  <a:gd name="connsiteY1-30" fmla="*/ 1575 h 9997"/>
                  <a:gd name="connsiteX2-31" fmla="*/ 3639 w 9326"/>
                  <a:gd name="connsiteY2-32" fmla="*/ 993 h 9997"/>
                  <a:gd name="connsiteX3-33" fmla="*/ 5807 w 9326"/>
                  <a:gd name="connsiteY3-34" fmla="*/ 0 h 9997"/>
                  <a:gd name="connsiteX4-35" fmla="*/ 7813 w 9326"/>
                  <a:gd name="connsiteY4-36" fmla="*/ 996 h 9997"/>
                  <a:gd name="connsiteX5-37" fmla="*/ 9324 w 9326"/>
                  <a:gd name="connsiteY5-38" fmla="*/ 5746 h 9997"/>
                  <a:gd name="connsiteX6-39" fmla="*/ 8133 w 9326"/>
                  <a:gd name="connsiteY6-40" fmla="*/ 9204 h 9997"/>
                  <a:gd name="connsiteX7-41" fmla="*/ 6170 w 9326"/>
                  <a:gd name="connsiteY7-42" fmla="*/ 8731 h 9997"/>
                  <a:gd name="connsiteX8-43" fmla="*/ 5082 w 9326"/>
                  <a:gd name="connsiteY8-44" fmla="*/ 9787 h 9997"/>
                  <a:gd name="connsiteX9-45" fmla="*/ 3650 w 9326"/>
                  <a:gd name="connsiteY9-46" fmla="*/ 9892 h 9997"/>
                  <a:gd name="connsiteX10-47" fmla="*/ 2533 w 9326"/>
                  <a:gd name="connsiteY10-48" fmla="*/ 7795 h 9997"/>
                  <a:gd name="connsiteX11-49" fmla="*/ 1379 w 9326"/>
                  <a:gd name="connsiteY11-50" fmla="*/ 7400 h 9997"/>
                  <a:gd name="connsiteX12-51" fmla="*/ 4 w 9326"/>
                  <a:gd name="connsiteY12-52" fmla="*/ 3988 h 9997"/>
                  <a:gd name="connsiteX0-53" fmla="*/ 4 w 10001"/>
                  <a:gd name="connsiteY0-54" fmla="*/ 3989 h 10041"/>
                  <a:gd name="connsiteX1-55" fmla="*/ 890 w 10001"/>
                  <a:gd name="connsiteY1-56" fmla="*/ 1575 h 10041"/>
                  <a:gd name="connsiteX2-57" fmla="*/ 3902 w 10001"/>
                  <a:gd name="connsiteY2-58" fmla="*/ 993 h 10041"/>
                  <a:gd name="connsiteX3-59" fmla="*/ 6227 w 10001"/>
                  <a:gd name="connsiteY3-60" fmla="*/ 0 h 10041"/>
                  <a:gd name="connsiteX4-61" fmla="*/ 8378 w 10001"/>
                  <a:gd name="connsiteY4-62" fmla="*/ 996 h 10041"/>
                  <a:gd name="connsiteX5-63" fmla="*/ 9998 w 10001"/>
                  <a:gd name="connsiteY5-64" fmla="*/ 5748 h 10041"/>
                  <a:gd name="connsiteX6-65" fmla="*/ 8721 w 10001"/>
                  <a:gd name="connsiteY6-66" fmla="*/ 9207 h 10041"/>
                  <a:gd name="connsiteX7-67" fmla="*/ 5449 w 10001"/>
                  <a:gd name="connsiteY7-68" fmla="*/ 9790 h 10041"/>
                  <a:gd name="connsiteX8-69" fmla="*/ 3914 w 10001"/>
                  <a:gd name="connsiteY8-70" fmla="*/ 9895 h 10041"/>
                  <a:gd name="connsiteX9-71" fmla="*/ 2716 w 10001"/>
                  <a:gd name="connsiteY9-72" fmla="*/ 7797 h 10041"/>
                  <a:gd name="connsiteX10-73" fmla="*/ 1479 w 10001"/>
                  <a:gd name="connsiteY10-74" fmla="*/ 7402 h 10041"/>
                  <a:gd name="connsiteX11-75" fmla="*/ 4 w 10001"/>
                  <a:gd name="connsiteY11-76" fmla="*/ 3989 h 10041"/>
                  <a:gd name="connsiteX0-77" fmla="*/ 4 w 10001"/>
                  <a:gd name="connsiteY0-78" fmla="*/ 3989 h 14825"/>
                  <a:gd name="connsiteX1-79" fmla="*/ 890 w 10001"/>
                  <a:gd name="connsiteY1-80" fmla="*/ 1575 h 14825"/>
                  <a:gd name="connsiteX2-81" fmla="*/ 3902 w 10001"/>
                  <a:gd name="connsiteY2-82" fmla="*/ 993 h 14825"/>
                  <a:gd name="connsiteX3-83" fmla="*/ 6227 w 10001"/>
                  <a:gd name="connsiteY3-84" fmla="*/ 0 h 14825"/>
                  <a:gd name="connsiteX4-85" fmla="*/ 8378 w 10001"/>
                  <a:gd name="connsiteY4-86" fmla="*/ 996 h 14825"/>
                  <a:gd name="connsiteX5-87" fmla="*/ 9998 w 10001"/>
                  <a:gd name="connsiteY5-88" fmla="*/ 5748 h 14825"/>
                  <a:gd name="connsiteX6-89" fmla="*/ 8721 w 10001"/>
                  <a:gd name="connsiteY6-90" fmla="*/ 9207 h 14825"/>
                  <a:gd name="connsiteX7-91" fmla="*/ 6011 w 10001"/>
                  <a:gd name="connsiteY7-92" fmla="*/ 14823 h 14825"/>
                  <a:gd name="connsiteX8-93" fmla="*/ 3914 w 10001"/>
                  <a:gd name="connsiteY8-94" fmla="*/ 9895 h 14825"/>
                  <a:gd name="connsiteX9-95" fmla="*/ 2716 w 10001"/>
                  <a:gd name="connsiteY9-96" fmla="*/ 7797 h 14825"/>
                  <a:gd name="connsiteX10-97" fmla="*/ 1479 w 10001"/>
                  <a:gd name="connsiteY10-98" fmla="*/ 7402 h 14825"/>
                  <a:gd name="connsiteX11-99" fmla="*/ 4 w 10001"/>
                  <a:gd name="connsiteY11-100" fmla="*/ 3989 h 14825"/>
                  <a:gd name="connsiteX0-101" fmla="*/ 4 w 10001"/>
                  <a:gd name="connsiteY0-102" fmla="*/ 7436 h 18272"/>
                  <a:gd name="connsiteX1-103" fmla="*/ 890 w 10001"/>
                  <a:gd name="connsiteY1-104" fmla="*/ 5022 h 18272"/>
                  <a:gd name="connsiteX2-105" fmla="*/ 3902 w 10001"/>
                  <a:gd name="connsiteY2-106" fmla="*/ 4440 h 18272"/>
                  <a:gd name="connsiteX3-107" fmla="*/ 6026 w 10001"/>
                  <a:gd name="connsiteY3-108" fmla="*/ 0 h 18272"/>
                  <a:gd name="connsiteX4-109" fmla="*/ 8378 w 10001"/>
                  <a:gd name="connsiteY4-110" fmla="*/ 4443 h 18272"/>
                  <a:gd name="connsiteX5-111" fmla="*/ 9998 w 10001"/>
                  <a:gd name="connsiteY5-112" fmla="*/ 9195 h 18272"/>
                  <a:gd name="connsiteX6-113" fmla="*/ 8721 w 10001"/>
                  <a:gd name="connsiteY6-114" fmla="*/ 12654 h 18272"/>
                  <a:gd name="connsiteX7-115" fmla="*/ 6011 w 10001"/>
                  <a:gd name="connsiteY7-116" fmla="*/ 18270 h 18272"/>
                  <a:gd name="connsiteX8-117" fmla="*/ 3914 w 10001"/>
                  <a:gd name="connsiteY8-118" fmla="*/ 13342 h 18272"/>
                  <a:gd name="connsiteX9-119" fmla="*/ 2716 w 10001"/>
                  <a:gd name="connsiteY9-120" fmla="*/ 11244 h 18272"/>
                  <a:gd name="connsiteX10-121" fmla="*/ 1479 w 10001"/>
                  <a:gd name="connsiteY10-122" fmla="*/ 10849 h 18272"/>
                  <a:gd name="connsiteX11-123" fmla="*/ 4 w 10001"/>
                  <a:gd name="connsiteY11-124" fmla="*/ 7436 h 18272"/>
                  <a:gd name="connsiteX0-125" fmla="*/ 1 w 9998"/>
                  <a:gd name="connsiteY0-126" fmla="*/ 7436 h 18272"/>
                  <a:gd name="connsiteX1-127" fmla="*/ 3899 w 9998"/>
                  <a:gd name="connsiteY1-128" fmla="*/ 4440 h 18272"/>
                  <a:gd name="connsiteX2-129" fmla="*/ 6023 w 9998"/>
                  <a:gd name="connsiteY2-130" fmla="*/ 0 h 18272"/>
                  <a:gd name="connsiteX3-131" fmla="*/ 8375 w 9998"/>
                  <a:gd name="connsiteY3-132" fmla="*/ 4443 h 18272"/>
                  <a:gd name="connsiteX4-133" fmla="*/ 9995 w 9998"/>
                  <a:gd name="connsiteY4-134" fmla="*/ 9195 h 18272"/>
                  <a:gd name="connsiteX5-135" fmla="*/ 8718 w 9998"/>
                  <a:gd name="connsiteY5-136" fmla="*/ 12654 h 18272"/>
                  <a:gd name="connsiteX6-137" fmla="*/ 6008 w 9998"/>
                  <a:gd name="connsiteY6-138" fmla="*/ 18270 h 18272"/>
                  <a:gd name="connsiteX7-139" fmla="*/ 3911 w 9998"/>
                  <a:gd name="connsiteY7-140" fmla="*/ 13342 h 18272"/>
                  <a:gd name="connsiteX8-141" fmla="*/ 2713 w 9998"/>
                  <a:gd name="connsiteY8-142" fmla="*/ 11244 h 18272"/>
                  <a:gd name="connsiteX9-143" fmla="*/ 1476 w 9998"/>
                  <a:gd name="connsiteY9-144" fmla="*/ 10849 h 18272"/>
                  <a:gd name="connsiteX10-145" fmla="*/ 1 w 9998"/>
                  <a:gd name="connsiteY10-146" fmla="*/ 7436 h 18272"/>
                  <a:gd name="connsiteX0-147" fmla="*/ 35 w 8559"/>
                  <a:gd name="connsiteY0-148" fmla="*/ 5938 h 10000"/>
                  <a:gd name="connsiteX1-149" fmla="*/ 2459 w 8559"/>
                  <a:gd name="connsiteY1-150" fmla="*/ 2430 h 10000"/>
                  <a:gd name="connsiteX2-151" fmla="*/ 4583 w 8559"/>
                  <a:gd name="connsiteY2-152" fmla="*/ 0 h 10000"/>
                  <a:gd name="connsiteX3-153" fmla="*/ 6936 w 8559"/>
                  <a:gd name="connsiteY3-154" fmla="*/ 2432 h 10000"/>
                  <a:gd name="connsiteX4-155" fmla="*/ 8556 w 8559"/>
                  <a:gd name="connsiteY4-156" fmla="*/ 5032 h 10000"/>
                  <a:gd name="connsiteX5-157" fmla="*/ 7279 w 8559"/>
                  <a:gd name="connsiteY5-158" fmla="*/ 6925 h 10000"/>
                  <a:gd name="connsiteX6-159" fmla="*/ 4568 w 8559"/>
                  <a:gd name="connsiteY6-160" fmla="*/ 9999 h 10000"/>
                  <a:gd name="connsiteX7-161" fmla="*/ 2471 w 8559"/>
                  <a:gd name="connsiteY7-162" fmla="*/ 7302 h 10000"/>
                  <a:gd name="connsiteX8-163" fmla="*/ 1273 w 8559"/>
                  <a:gd name="connsiteY8-164" fmla="*/ 6154 h 10000"/>
                  <a:gd name="connsiteX9-165" fmla="*/ 35 w 8559"/>
                  <a:gd name="connsiteY9-166" fmla="*/ 5938 h 10000"/>
                  <a:gd name="connsiteX0-167" fmla="*/ 49 w 9820"/>
                  <a:gd name="connsiteY0-168" fmla="*/ 4655 h 10000"/>
                  <a:gd name="connsiteX1-169" fmla="*/ 2693 w 9820"/>
                  <a:gd name="connsiteY1-170" fmla="*/ 2430 h 10000"/>
                  <a:gd name="connsiteX2-171" fmla="*/ 5175 w 9820"/>
                  <a:gd name="connsiteY2-172" fmla="*/ 0 h 10000"/>
                  <a:gd name="connsiteX3-173" fmla="*/ 7924 w 9820"/>
                  <a:gd name="connsiteY3-174" fmla="*/ 2432 h 10000"/>
                  <a:gd name="connsiteX4-175" fmla="*/ 9816 w 9820"/>
                  <a:gd name="connsiteY4-176" fmla="*/ 5032 h 10000"/>
                  <a:gd name="connsiteX5-177" fmla="*/ 8324 w 9820"/>
                  <a:gd name="connsiteY5-178" fmla="*/ 6925 h 10000"/>
                  <a:gd name="connsiteX6-179" fmla="*/ 5157 w 9820"/>
                  <a:gd name="connsiteY6-180" fmla="*/ 9999 h 10000"/>
                  <a:gd name="connsiteX7-181" fmla="*/ 2707 w 9820"/>
                  <a:gd name="connsiteY7-182" fmla="*/ 7302 h 10000"/>
                  <a:gd name="connsiteX8-183" fmla="*/ 1307 w 9820"/>
                  <a:gd name="connsiteY8-184" fmla="*/ 6154 h 10000"/>
                  <a:gd name="connsiteX9-185" fmla="*/ 49 w 9820"/>
                  <a:gd name="connsiteY9-186" fmla="*/ 4655 h 10000"/>
                  <a:gd name="connsiteX0-187" fmla="*/ 45 w 9995"/>
                  <a:gd name="connsiteY0-188" fmla="*/ 4655 h 10000"/>
                  <a:gd name="connsiteX1-189" fmla="*/ 2737 w 9995"/>
                  <a:gd name="connsiteY1-190" fmla="*/ 2430 h 10000"/>
                  <a:gd name="connsiteX2-191" fmla="*/ 5265 w 9995"/>
                  <a:gd name="connsiteY2-192" fmla="*/ 0 h 10000"/>
                  <a:gd name="connsiteX3-193" fmla="*/ 8064 w 9995"/>
                  <a:gd name="connsiteY3-194" fmla="*/ 2432 h 10000"/>
                  <a:gd name="connsiteX4-195" fmla="*/ 9991 w 9995"/>
                  <a:gd name="connsiteY4-196" fmla="*/ 5032 h 10000"/>
                  <a:gd name="connsiteX5-197" fmla="*/ 8472 w 9995"/>
                  <a:gd name="connsiteY5-198" fmla="*/ 6925 h 10000"/>
                  <a:gd name="connsiteX6-199" fmla="*/ 5247 w 9995"/>
                  <a:gd name="connsiteY6-200" fmla="*/ 9999 h 10000"/>
                  <a:gd name="connsiteX7-201" fmla="*/ 2752 w 9995"/>
                  <a:gd name="connsiteY7-202" fmla="*/ 7302 h 10000"/>
                  <a:gd name="connsiteX8-203" fmla="*/ 1374 w 9995"/>
                  <a:gd name="connsiteY8-204" fmla="*/ 6984 h 10000"/>
                  <a:gd name="connsiteX9-205" fmla="*/ 45 w 9995"/>
                  <a:gd name="connsiteY9-206" fmla="*/ 4655 h 10000"/>
                  <a:gd name="connsiteX0-207" fmla="*/ 45 w 10000"/>
                  <a:gd name="connsiteY0-208" fmla="*/ 5032 h 10377"/>
                  <a:gd name="connsiteX1-209" fmla="*/ 2738 w 10000"/>
                  <a:gd name="connsiteY1-210" fmla="*/ 2807 h 10377"/>
                  <a:gd name="connsiteX2-211" fmla="*/ 4886 w 10000"/>
                  <a:gd name="connsiteY2-212" fmla="*/ 0 h 10377"/>
                  <a:gd name="connsiteX3-213" fmla="*/ 8068 w 10000"/>
                  <a:gd name="connsiteY3-214" fmla="*/ 2809 h 10377"/>
                  <a:gd name="connsiteX4-215" fmla="*/ 9996 w 10000"/>
                  <a:gd name="connsiteY4-216" fmla="*/ 5409 h 10377"/>
                  <a:gd name="connsiteX5-217" fmla="*/ 8476 w 10000"/>
                  <a:gd name="connsiteY5-218" fmla="*/ 7302 h 10377"/>
                  <a:gd name="connsiteX6-219" fmla="*/ 5250 w 10000"/>
                  <a:gd name="connsiteY6-220" fmla="*/ 10376 h 10377"/>
                  <a:gd name="connsiteX7-221" fmla="*/ 2753 w 10000"/>
                  <a:gd name="connsiteY7-222" fmla="*/ 7679 h 10377"/>
                  <a:gd name="connsiteX8-223" fmla="*/ 1375 w 10000"/>
                  <a:gd name="connsiteY8-224" fmla="*/ 7361 h 10377"/>
                  <a:gd name="connsiteX9-225" fmla="*/ 45 w 10000"/>
                  <a:gd name="connsiteY9-226" fmla="*/ 5032 h 10377"/>
                  <a:gd name="connsiteX0-227" fmla="*/ 45 w 10000"/>
                  <a:gd name="connsiteY0-228" fmla="*/ 5036 h 10381"/>
                  <a:gd name="connsiteX1-229" fmla="*/ 2738 w 10000"/>
                  <a:gd name="connsiteY1-230" fmla="*/ 2811 h 10381"/>
                  <a:gd name="connsiteX2-231" fmla="*/ 4886 w 10000"/>
                  <a:gd name="connsiteY2-232" fmla="*/ 4 h 10381"/>
                  <a:gd name="connsiteX3-233" fmla="*/ 8068 w 10000"/>
                  <a:gd name="connsiteY3-234" fmla="*/ 2813 h 10381"/>
                  <a:gd name="connsiteX4-235" fmla="*/ 9996 w 10000"/>
                  <a:gd name="connsiteY4-236" fmla="*/ 5413 h 10381"/>
                  <a:gd name="connsiteX5-237" fmla="*/ 8476 w 10000"/>
                  <a:gd name="connsiteY5-238" fmla="*/ 7306 h 10381"/>
                  <a:gd name="connsiteX6-239" fmla="*/ 5250 w 10000"/>
                  <a:gd name="connsiteY6-240" fmla="*/ 10380 h 10381"/>
                  <a:gd name="connsiteX7-241" fmla="*/ 2753 w 10000"/>
                  <a:gd name="connsiteY7-242" fmla="*/ 7683 h 10381"/>
                  <a:gd name="connsiteX8-243" fmla="*/ 1375 w 10000"/>
                  <a:gd name="connsiteY8-244" fmla="*/ 7365 h 10381"/>
                  <a:gd name="connsiteX9-245" fmla="*/ 45 w 10000"/>
                  <a:gd name="connsiteY9-246" fmla="*/ 5036 h 10381"/>
                  <a:gd name="connsiteX0-247" fmla="*/ 45 w 10000"/>
                  <a:gd name="connsiteY0-248" fmla="*/ 5036 h 10796"/>
                  <a:gd name="connsiteX1-249" fmla="*/ 2738 w 10000"/>
                  <a:gd name="connsiteY1-250" fmla="*/ 2811 h 10796"/>
                  <a:gd name="connsiteX2-251" fmla="*/ 4886 w 10000"/>
                  <a:gd name="connsiteY2-252" fmla="*/ 4 h 10796"/>
                  <a:gd name="connsiteX3-253" fmla="*/ 8068 w 10000"/>
                  <a:gd name="connsiteY3-254" fmla="*/ 2813 h 10796"/>
                  <a:gd name="connsiteX4-255" fmla="*/ 9996 w 10000"/>
                  <a:gd name="connsiteY4-256" fmla="*/ 5413 h 10796"/>
                  <a:gd name="connsiteX5-257" fmla="*/ 8476 w 10000"/>
                  <a:gd name="connsiteY5-258" fmla="*/ 7306 h 10796"/>
                  <a:gd name="connsiteX6-259" fmla="*/ 5202 w 10000"/>
                  <a:gd name="connsiteY6-260" fmla="*/ 10795 h 10796"/>
                  <a:gd name="connsiteX7-261" fmla="*/ 2753 w 10000"/>
                  <a:gd name="connsiteY7-262" fmla="*/ 7683 h 10796"/>
                  <a:gd name="connsiteX8-263" fmla="*/ 1375 w 10000"/>
                  <a:gd name="connsiteY8-264" fmla="*/ 7365 h 10796"/>
                  <a:gd name="connsiteX9-265" fmla="*/ 45 w 10000"/>
                  <a:gd name="connsiteY9-266" fmla="*/ 5036 h 10796"/>
                  <a:gd name="connsiteX0-267" fmla="*/ 45 w 10000"/>
                  <a:gd name="connsiteY0-268" fmla="*/ 5036 h 10795"/>
                  <a:gd name="connsiteX1-269" fmla="*/ 2738 w 10000"/>
                  <a:gd name="connsiteY1-270" fmla="*/ 2811 h 10795"/>
                  <a:gd name="connsiteX2-271" fmla="*/ 4886 w 10000"/>
                  <a:gd name="connsiteY2-272" fmla="*/ 4 h 10795"/>
                  <a:gd name="connsiteX3-273" fmla="*/ 8068 w 10000"/>
                  <a:gd name="connsiteY3-274" fmla="*/ 2813 h 10795"/>
                  <a:gd name="connsiteX4-275" fmla="*/ 9996 w 10000"/>
                  <a:gd name="connsiteY4-276" fmla="*/ 5413 h 10795"/>
                  <a:gd name="connsiteX5-277" fmla="*/ 8476 w 10000"/>
                  <a:gd name="connsiteY5-278" fmla="*/ 7306 h 10795"/>
                  <a:gd name="connsiteX6-279" fmla="*/ 5202 w 10000"/>
                  <a:gd name="connsiteY6-280" fmla="*/ 10795 h 10795"/>
                  <a:gd name="connsiteX7-281" fmla="*/ 2753 w 10000"/>
                  <a:gd name="connsiteY7-282" fmla="*/ 7683 h 10795"/>
                  <a:gd name="connsiteX8-283" fmla="*/ 1375 w 10000"/>
                  <a:gd name="connsiteY8-284" fmla="*/ 7365 h 10795"/>
                  <a:gd name="connsiteX9-285" fmla="*/ 45 w 10000"/>
                  <a:gd name="connsiteY9-286" fmla="*/ 5036 h 10795"/>
                  <a:gd name="connsiteX0-287" fmla="*/ 45 w 10000"/>
                  <a:gd name="connsiteY0-288" fmla="*/ 5036 h 10795"/>
                  <a:gd name="connsiteX1-289" fmla="*/ 2738 w 10000"/>
                  <a:gd name="connsiteY1-290" fmla="*/ 2811 h 10795"/>
                  <a:gd name="connsiteX2-291" fmla="*/ 4886 w 10000"/>
                  <a:gd name="connsiteY2-292" fmla="*/ 4 h 10795"/>
                  <a:gd name="connsiteX3-293" fmla="*/ 8068 w 10000"/>
                  <a:gd name="connsiteY3-294" fmla="*/ 2813 h 10795"/>
                  <a:gd name="connsiteX4-295" fmla="*/ 9996 w 10000"/>
                  <a:gd name="connsiteY4-296" fmla="*/ 5413 h 10795"/>
                  <a:gd name="connsiteX5-297" fmla="*/ 8476 w 10000"/>
                  <a:gd name="connsiteY5-298" fmla="*/ 7306 h 10795"/>
                  <a:gd name="connsiteX6-299" fmla="*/ 5202 w 10000"/>
                  <a:gd name="connsiteY6-300" fmla="*/ 10795 h 10795"/>
                  <a:gd name="connsiteX7-301" fmla="*/ 2753 w 10000"/>
                  <a:gd name="connsiteY7-302" fmla="*/ 7683 h 10795"/>
                  <a:gd name="connsiteX8-303" fmla="*/ 1375 w 10000"/>
                  <a:gd name="connsiteY8-304" fmla="*/ 7365 h 10795"/>
                  <a:gd name="connsiteX9-305" fmla="*/ 45 w 10000"/>
                  <a:gd name="connsiteY9-306" fmla="*/ 5036 h 10795"/>
                  <a:gd name="connsiteX0-307" fmla="*/ 4 w 9959"/>
                  <a:gd name="connsiteY0-308" fmla="*/ 5593 h 11352"/>
                  <a:gd name="connsiteX1-309" fmla="*/ 1089 w 9959"/>
                  <a:gd name="connsiteY1-310" fmla="*/ 469 h 11352"/>
                  <a:gd name="connsiteX2-311" fmla="*/ 4845 w 9959"/>
                  <a:gd name="connsiteY2-312" fmla="*/ 561 h 11352"/>
                  <a:gd name="connsiteX3-313" fmla="*/ 8027 w 9959"/>
                  <a:gd name="connsiteY3-314" fmla="*/ 3370 h 11352"/>
                  <a:gd name="connsiteX4-315" fmla="*/ 9955 w 9959"/>
                  <a:gd name="connsiteY4-316" fmla="*/ 5970 h 11352"/>
                  <a:gd name="connsiteX5-317" fmla="*/ 8435 w 9959"/>
                  <a:gd name="connsiteY5-318" fmla="*/ 7863 h 11352"/>
                  <a:gd name="connsiteX6-319" fmla="*/ 5161 w 9959"/>
                  <a:gd name="connsiteY6-320" fmla="*/ 11352 h 11352"/>
                  <a:gd name="connsiteX7-321" fmla="*/ 2712 w 9959"/>
                  <a:gd name="connsiteY7-322" fmla="*/ 8240 h 11352"/>
                  <a:gd name="connsiteX8-323" fmla="*/ 1334 w 9959"/>
                  <a:gd name="connsiteY8-324" fmla="*/ 7922 h 11352"/>
                  <a:gd name="connsiteX9-325" fmla="*/ 4 w 9959"/>
                  <a:gd name="connsiteY9-326" fmla="*/ 5593 h 11352"/>
                  <a:gd name="connsiteX0-327" fmla="*/ 0 w 11223"/>
                  <a:gd name="connsiteY0-328" fmla="*/ 3835 h 9929"/>
                  <a:gd name="connsiteX1-329" fmla="*/ 2316 w 11223"/>
                  <a:gd name="connsiteY1-330" fmla="*/ 342 h 9929"/>
                  <a:gd name="connsiteX2-331" fmla="*/ 6088 w 11223"/>
                  <a:gd name="connsiteY2-332" fmla="*/ 423 h 9929"/>
                  <a:gd name="connsiteX3-333" fmla="*/ 9283 w 11223"/>
                  <a:gd name="connsiteY3-334" fmla="*/ 2898 h 9929"/>
                  <a:gd name="connsiteX4-335" fmla="*/ 11219 w 11223"/>
                  <a:gd name="connsiteY4-336" fmla="*/ 5188 h 9929"/>
                  <a:gd name="connsiteX5-337" fmla="*/ 9693 w 11223"/>
                  <a:gd name="connsiteY5-338" fmla="*/ 6856 h 9929"/>
                  <a:gd name="connsiteX6-339" fmla="*/ 6405 w 11223"/>
                  <a:gd name="connsiteY6-340" fmla="*/ 9929 h 9929"/>
                  <a:gd name="connsiteX7-341" fmla="*/ 3946 w 11223"/>
                  <a:gd name="connsiteY7-342" fmla="*/ 7188 h 9929"/>
                  <a:gd name="connsiteX8-343" fmla="*/ 2562 w 11223"/>
                  <a:gd name="connsiteY8-344" fmla="*/ 6908 h 9929"/>
                  <a:gd name="connsiteX9-345" fmla="*/ 0 w 11223"/>
                  <a:gd name="connsiteY9-346" fmla="*/ 3835 h 9929"/>
                  <a:gd name="connsiteX0-347" fmla="*/ 0 w 9999"/>
                  <a:gd name="connsiteY0-348" fmla="*/ 3862 h 10000"/>
                  <a:gd name="connsiteX1-349" fmla="*/ 2064 w 9999"/>
                  <a:gd name="connsiteY1-350" fmla="*/ 344 h 10000"/>
                  <a:gd name="connsiteX2-351" fmla="*/ 5425 w 9999"/>
                  <a:gd name="connsiteY2-352" fmla="*/ 426 h 10000"/>
                  <a:gd name="connsiteX3-353" fmla="*/ 8271 w 9999"/>
                  <a:gd name="connsiteY3-354" fmla="*/ 2919 h 10000"/>
                  <a:gd name="connsiteX4-355" fmla="*/ 9996 w 9999"/>
                  <a:gd name="connsiteY4-356" fmla="*/ 5225 h 10000"/>
                  <a:gd name="connsiteX5-357" fmla="*/ 8637 w 9999"/>
                  <a:gd name="connsiteY5-358" fmla="*/ 6905 h 10000"/>
                  <a:gd name="connsiteX6-359" fmla="*/ 5707 w 9999"/>
                  <a:gd name="connsiteY6-360" fmla="*/ 10000 h 10000"/>
                  <a:gd name="connsiteX7-361" fmla="*/ 2283 w 9999"/>
                  <a:gd name="connsiteY7-362" fmla="*/ 6957 h 10000"/>
                  <a:gd name="connsiteX8-363" fmla="*/ 0 w 9999"/>
                  <a:gd name="connsiteY8-364" fmla="*/ 3862 h 10000"/>
                  <a:gd name="connsiteX0-365" fmla="*/ 124 w 10124"/>
                  <a:gd name="connsiteY0-366" fmla="*/ 3862 h 10000"/>
                  <a:gd name="connsiteX1-367" fmla="*/ 2188 w 10124"/>
                  <a:gd name="connsiteY1-368" fmla="*/ 344 h 10000"/>
                  <a:gd name="connsiteX2-369" fmla="*/ 5550 w 10124"/>
                  <a:gd name="connsiteY2-370" fmla="*/ 426 h 10000"/>
                  <a:gd name="connsiteX3-371" fmla="*/ 8396 w 10124"/>
                  <a:gd name="connsiteY3-372" fmla="*/ 2919 h 10000"/>
                  <a:gd name="connsiteX4-373" fmla="*/ 10121 w 10124"/>
                  <a:gd name="connsiteY4-374" fmla="*/ 5225 h 10000"/>
                  <a:gd name="connsiteX5-375" fmla="*/ 8762 w 10124"/>
                  <a:gd name="connsiteY5-376" fmla="*/ 6905 h 10000"/>
                  <a:gd name="connsiteX6-377" fmla="*/ 5832 w 10124"/>
                  <a:gd name="connsiteY6-378" fmla="*/ 10000 h 10000"/>
                  <a:gd name="connsiteX7-379" fmla="*/ 124 w 10124"/>
                  <a:gd name="connsiteY7-380" fmla="*/ 3862 h 10000"/>
                  <a:gd name="connsiteX0-381" fmla="*/ 43 w 10045"/>
                  <a:gd name="connsiteY0-382" fmla="*/ 3862 h 6912"/>
                  <a:gd name="connsiteX1-383" fmla="*/ 2107 w 10045"/>
                  <a:gd name="connsiteY1-384" fmla="*/ 344 h 6912"/>
                  <a:gd name="connsiteX2-385" fmla="*/ 5469 w 10045"/>
                  <a:gd name="connsiteY2-386" fmla="*/ 426 h 6912"/>
                  <a:gd name="connsiteX3-387" fmla="*/ 8315 w 10045"/>
                  <a:gd name="connsiteY3-388" fmla="*/ 2919 h 6912"/>
                  <a:gd name="connsiteX4-389" fmla="*/ 10040 w 10045"/>
                  <a:gd name="connsiteY4-390" fmla="*/ 5225 h 6912"/>
                  <a:gd name="connsiteX5-391" fmla="*/ 8681 w 10045"/>
                  <a:gd name="connsiteY5-392" fmla="*/ 6905 h 6912"/>
                  <a:gd name="connsiteX6-393" fmla="*/ 3967 w 10045"/>
                  <a:gd name="connsiteY6-394" fmla="*/ 5885 h 6912"/>
                  <a:gd name="connsiteX7-395" fmla="*/ 43 w 10045"/>
                  <a:gd name="connsiteY7-396" fmla="*/ 3862 h 6912"/>
                  <a:gd name="connsiteX0-397" fmla="*/ 47 w 10004"/>
                  <a:gd name="connsiteY0-398" fmla="*/ 5106 h 9519"/>
                  <a:gd name="connsiteX1-399" fmla="*/ 2102 w 10004"/>
                  <a:gd name="connsiteY1-400" fmla="*/ 17 h 9519"/>
                  <a:gd name="connsiteX2-401" fmla="*/ 6651 w 10004"/>
                  <a:gd name="connsiteY2-402" fmla="*/ 3484 h 9519"/>
                  <a:gd name="connsiteX3-403" fmla="*/ 8282 w 10004"/>
                  <a:gd name="connsiteY3-404" fmla="*/ 3742 h 9519"/>
                  <a:gd name="connsiteX4-405" fmla="*/ 9999 w 10004"/>
                  <a:gd name="connsiteY4-406" fmla="*/ 7078 h 9519"/>
                  <a:gd name="connsiteX5-407" fmla="*/ 8646 w 10004"/>
                  <a:gd name="connsiteY5-408" fmla="*/ 9509 h 9519"/>
                  <a:gd name="connsiteX6-409" fmla="*/ 3953 w 10004"/>
                  <a:gd name="connsiteY6-410" fmla="*/ 8033 h 9519"/>
                  <a:gd name="connsiteX7-411" fmla="*/ 47 w 10004"/>
                  <a:gd name="connsiteY7-412" fmla="*/ 5106 h 9519"/>
                  <a:gd name="connsiteX0-413" fmla="*/ 43 w 9996"/>
                  <a:gd name="connsiteY0-414" fmla="*/ 6232 h 10868"/>
                  <a:gd name="connsiteX1-415" fmla="*/ 2097 w 9996"/>
                  <a:gd name="connsiteY1-416" fmla="*/ 886 h 10868"/>
                  <a:gd name="connsiteX2-417" fmla="*/ 5642 w 9996"/>
                  <a:gd name="connsiteY2-418" fmla="*/ 385 h 10868"/>
                  <a:gd name="connsiteX3-419" fmla="*/ 8275 w 9996"/>
                  <a:gd name="connsiteY3-420" fmla="*/ 4799 h 10868"/>
                  <a:gd name="connsiteX4-421" fmla="*/ 9991 w 9996"/>
                  <a:gd name="connsiteY4-422" fmla="*/ 8304 h 10868"/>
                  <a:gd name="connsiteX5-423" fmla="*/ 8639 w 9996"/>
                  <a:gd name="connsiteY5-424" fmla="*/ 10857 h 10868"/>
                  <a:gd name="connsiteX6-425" fmla="*/ 3947 w 9996"/>
                  <a:gd name="connsiteY6-426" fmla="*/ 9307 h 10868"/>
                  <a:gd name="connsiteX7-427" fmla="*/ 43 w 9996"/>
                  <a:gd name="connsiteY7-428" fmla="*/ 6232 h 10868"/>
                  <a:gd name="connsiteX0-429" fmla="*/ 43 w 10004"/>
                  <a:gd name="connsiteY0-430" fmla="*/ 5543 h 9809"/>
                  <a:gd name="connsiteX1-431" fmla="*/ 2098 w 10004"/>
                  <a:gd name="connsiteY1-432" fmla="*/ 624 h 9809"/>
                  <a:gd name="connsiteX2-433" fmla="*/ 5644 w 10004"/>
                  <a:gd name="connsiteY2-434" fmla="*/ 163 h 9809"/>
                  <a:gd name="connsiteX3-435" fmla="*/ 8163 w 10004"/>
                  <a:gd name="connsiteY3-436" fmla="*/ 1492 h 9809"/>
                  <a:gd name="connsiteX4-437" fmla="*/ 9995 w 10004"/>
                  <a:gd name="connsiteY4-438" fmla="*/ 7450 h 9809"/>
                  <a:gd name="connsiteX5-439" fmla="*/ 8642 w 10004"/>
                  <a:gd name="connsiteY5-440" fmla="*/ 9799 h 9809"/>
                  <a:gd name="connsiteX6-441" fmla="*/ 3949 w 10004"/>
                  <a:gd name="connsiteY6-442" fmla="*/ 8373 h 9809"/>
                  <a:gd name="connsiteX7-443" fmla="*/ 43 w 10004"/>
                  <a:gd name="connsiteY7-444" fmla="*/ 5543 h 9809"/>
                  <a:gd name="connsiteX0-445" fmla="*/ 43 w 8950"/>
                  <a:gd name="connsiteY0-446" fmla="*/ 5651 h 10081"/>
                  <a:gd name="connsiteX1-447" fmla="*/ 2097 w 8950"/>
                  <a:gd name="connsiteY1-448" fmla="*/ 636 h 10081"/>
                  <a:gd name="connsiteX2-449" fmla="*/ 5642 w 8950"/>
                  <a:gd name="connsiteY2-450" fmla="*/ 166 h 10081"/>
                  <a:gd name="connsiteX3-451" fmla="*/ 8160 w 8950"/>
                  <a:gd name="connsiteY3-452" fmla="*/ 1521 h 10081"/>
                  <a:gd name="connsiteX4-453" fmla="*/ 8473 w 8950"/>
                  <a:gd name="connsiteY4-454" fmla="*/ 5322 h 10081"/>
                  <a:gd name="connsiteX5-455" fmla="*/ 8639 w 8950"/>
                  <a:gd name="connsiteY5-456" fmla="*/ 9990 h 10081"/>
                  <a:gd name="connsiteX6-457" fmla="*/ 3947 w 8950"/>
                  <a:gd name="connsiteY6-458" fmla="*/ 8536 h 10081"/>
                  <a:gd name="connsiteX7-459" fmla="*/ 43 w 8950"/>
                  <a:gd name="connsiteY7-460" fmla="*/ 5651 h 10081"/>
                  <a:gd name="connsiteX0-461" fmla="*/ 48 w 9651"/>
                  <a:gd name="connsiteY0-462" fmla="*/ 5606 h 8648"/>
                  <a:gd name="connsiteX1-463" fmla="*/ 2343 w 9651"/>
                  <a:gd name="connsiteY1-464" fmla="*/ 631 h 8648"/>
                  <a:gd name="connsiteX2-465" fmla="*/ 6304 w 9651"/>
                  <a:gd name="connsiteY2-466" fmla="*/ 165 h 8648"/>
                  <a:gd name="connsiteX3-467" fmla="*/ 9117 w 9651"/>
                  <a:gd name="connsiteY3-468" fmla="*/ 1509 h 8648"/>
                  <a:gd name="connsiteX4-469" fmla="*/ 9467 w 9651"/>
                  <a:gd name="connsiteY4-470" fmla="*/ 5279 h 8648"/>
                  <a:gd name="connsiteX5-471" fmla="*/ 6997 w 9651"/>
                  <a:gd name="connsiteY5-472" fmla="*/ 8019 h 8648"/>
                  <a:gd name="connsiteX6-473" fmla="*/ 4410 w 9651"/>
                  <a:gd name="connsiteY6-474" fmla="*/ 8467 h 8648"/>
                  <a:gd name="connsiteX7-475" fmla="*/ 48 w 9651"/>
                  <a:gd name="connsiteY7-476" fmla="*/ 5606 h 8648"/>
                  <a:gd name="connsiteX0-477" fmla="*/ 41 w 9991"/>
                  <a:gd name="connsiteY0-478" fmla="*/ 6482 h 9316"/>
                  <a:gd name="connsiteX1-479" fmla="*/ 2419 w 9991"/>
                  <a:gd name="connsiteY1-480" fmla="*/ 730 h 9316"/>
                  <a:gd name="connsiteX2-481" fmla="*/ 6523 w 9991"/>
                  <a:gd name="connsiteY2-482" fmla="*/ 191 h 9316"/>
                  <a:gd name="connsiteX3-483" fmla="*/ 9438 w 9991"/>
                  <a:gd name="connsiteY3-484" fmla="*/ 1745 h 9316"/>
                  <a:gd name="connsiteX4-485" fmla="*/ 9800 w 9991"/>
                  <a:gd name="connsiteY4-486" fmla="*/ 6104 h 9316"/>
                  <a:gd name="connsiteX5-487" fmla="*/ 7241 w 9991"/>
                  <a:gd name="connsiteY5-488" fmla="*/ 9273 h 9316"/>
                  <a:gd name="connsiteX6-489" fmla="*/ 1411 w 9991"/>
                  <a:gd name="connsiteY6-490" fmla="*/ 7856 h 9316"/>
                  <a:gd name="connsiteX7-491" fmla="*/ 41 w 9991"/>
                  <a:gd name="connsiteY7-492" fmla="*/ 6482 h 9316"/>
                  <a:gd name="connsiteX0-493" fmla="*/ 19 w 10708"/>
                  <a:gd name="connsiteY0-494" fmla="*/ 7721 h 10038"/>
                  <a:gd name="connsiteX1-495" fmla="*/ 3129 w 10708"/>
                  <a:gd name="connsiteY1-496" fmla="*/ 825 h 10038"/>
                  <a:gd name="connsiteX2-497" fmla="*/ 7237 w 10708"/>
                  <a:gd name="connsiteY2-498" fmla="*/ 246 h 10038"/>
                  <a:gd name="connsiteX3-499" fmla="*/ 10155 w 10708"/>
                  <a:gd name="connsiteY3-500" fmla="*/ 1914 h 10038"/>
                  <a:gd name="connsiteX4-501" fmla="*/ 10517 w 10708"/>
                  <a:gd name="connsiteY4-502" fmla="*/ 6593 h 10038"/>
                  <a:gd name="connsiteX5-503" fmla="*/ 7956 w 10708"/>
                  <a:gd name="connsiteY5-504" fmla="*/ 9995 h 10038"/>
                  <a:gd name="connsiteX6-505" fmla="*/ 2120 w 10708"/>
                  <a:gd name="connsiteY6-506" fmla="*/ 8474 h 10038"/>
                  <a:gd name="connsiteX7-507" fmla="*/ 19 w 10708"/>
                  <a:gd name="connsiteY7-508" fmla="*/ 7721 h 10038"/>
                  <a:gd name="connsiteX0-509" fmla="*/ 359 w 11048"/>
                  <a:gd name="connsiteY0-510" fmla="*/ 7721 h 10038"/>
                  <a:gd name="connsiteX1-511" fmla="*/ 3469 w 11048"/>
                  <a:gd name="connsiteY1-512" fmla="*/ 825 h 10038"/>
                  <a:gd name="connsiteX2-513" fmla="*/ 7577 w 11048"/>
                  <a:gd name="connsiteY2-514" fmla="*/ 246 h 10038"/>
                  <a:gd name="connsiteX3-515" fmla="*/ 10495 w 11048"/>
                  <a:gd name="connsiteY3-516" fmla="*/ 1914 h 10038"/>
                  <a:gd name="connsiteX4-517" fmla="*/ 10857 w 11048"/>
                  <a:gd name="connsiteY4-518" fmla="*/ 6593 h 10038"/>
                  <a:gd name="connsiteX5-519" fmla="*/ 8296 w 11048"/>
                  <a:gd name="connsiteY5-520" fmla="*/ 9995 h 10038"/>
                  <a:gd name="connsiteX6-521" fmla="*/ 2460 w 11048"/>
                  <a:gd name="connsiteY6-522" fmla="*/ 8474 h 10038"/>
                  <a:gd name="connsiteX7-523" fmla="*/ 359 w 11048"/>
                  <a:gd name="connsiteY7-524" fmla="*/ 7721 h 10038"/>
                  <a:gd name="connsiteX0-525" fmla="*/ 359 w 11048"/>
                  <a:gd name="connsiteY0-526" fmla="*/ 8392 h 10075"/>
                  <a:gd name="connsiteX1-527" fmla="*/ 3469 w 11048"/>
                  <a:gd name="connsiteY1-528" fmla="*/ 864 h 10075"/>
                  <a:gd name="connsiteX2-529" fmla="*/ 7577 w 11048"/>
                  <a:gd name="connsiteY2-530" fmla="*/ 285 h 10075"/>
                  <a:gd name="connsiteX3-531" fmla="*/ 10495 w 11048"/>
                  <a:gd name="connsiteY3-532" fmla="*/ 1953 h 10075"/>
                  <a:gd name="connsiteX4-533" fmla="*/ 10857 w 11048"/>
                  <a:gd name="connsiteY4-534" fmla="*/ 6632 h 10075"/>
                  <a:gd name="connsiteX5-535" fmla="*/ 8296 w 11048"/>
                  <a:gd name="connsiteY5-536" fmla="*/ 10034 h 10075"/>
                  <a:gd name="connsiteX6-537" fmla="*/ 2460 w 11048"/>
                  <a:gd name="connsiteY6-538" fmla="*/ 8513 h 10075"/>
                  <a:gd name="connsiteX7-539" fmla="*/ 359 w 11048"/>
                  <a:gd name="connsiteY7-540" fmla="*/ 8392 h 10075"/>
                  <a:gd name="connsiteX0-541" fmla="*/ 371 w 11060"/>
                  <a:gd name="connsiteY0-542" fmla="*/ 8392 h 10075"/>
                  <a:gd name="connsiteX1-543" fmla="*/ 3481 w 11060"/>
                  <a:gd name="connsiteY1-544" fmla="*/ 864 h 10075"/>
                  <a:gd name="connsiteX2-545" fmla="*/ 7589 w 11060"/>
                  <a:gd name="connsiteY2-546" fmla="*/ 285 h 10075"/>
                  <a:gd name="connsiteX3-547" fmla="*/ 10507 w 11060"/>
                  <a:gd name="connsiteY3-548" fmla="*/ 1953 h 10075"/>
                  <a:gd name="connsiteX4-549" fmla="*/ 10869 w 11060"/>
                  <a:gd name="connsiteY4-550" fmla="*/ 6632 h 10075"/>
                  <a:gd name="connsiteX5-551" fmla="*/ 8308 w 11060"/>
                  <a:gd name="connsiteY5-552" fmla="*/ 10034 h 10075"/>
                  <a:gd name="connsiteX6-553" fmla="*/ 2472 w 11060"/>
                  <a:gd name="connsiteY6-554" fmla="*/ 8513 h 10075"/>
                  <a:gd name="connsiteX7-555" fmla="*/ 371 w 11060"/>
                  <a:gd name="connsiteY7-556" fmla="*/ 8392 h 10075"/>
                  <a:gd name="connsiteX0-557" fmla="*/ 54 w 10743"/>
                  <a:gd name="connsiteY0-558" fmla="*/ 9468 h 11151"/>
                  <a:gd name="connsiteX1-559" fmla="*/ 4027 w 10743"/>
                  <a:gd name="connsiteY1-560" fmla="*/ 495 h 11151"/>
                  <a:gd name="connsiteX2-561" fmla="*/ 7272 w 10743"/>
                  <a:gd name="connsiteY2-562" fmla="*/ 1361 h 11151"/>
                  <a:gd name="connsiteX3-563" fmla="*/ 10190 w 10743"/>
                  <a:gd name="connsiteY3-564" fmla="*/ 3029 h 11151"/>
                  <a:gd name="connsiteX4-565" fmla="*/ 10552 w 10743"/>
                  <a:gd name="connsiteY4-566" fmla="*/ 7708 h 11151"/>
                  <a:gd name="connsiteX5-567" fmla="*/ 7991 w 10743"/>
                  <a:gd name="connsiteY5-568" fmla="*/ 11110 h 11151"/>
                  <a:gd name="connsiteX6-569" fmla="*/ 2155 w 10743"/>
                  <a:gd name="connsiteY6-570" fmla="*/ 9589 h 11151"/>
                  <a:gd name="connsiteX7-571" fmla="*/ 54 w 10743"/>
                  <a:gd name="connsiteY7-572" fmla="*/ 9468 h 11151"/>
                  <a:gd name="connsiteX0-573" fmla="*/ 54 w 10743"/>
                  <a:gd name="connsiteY0-574" fmla="*/ 9506 h 11189"/>
                  <a:gd name="connsiteX1-575" fmla="*/ 4027 w 10743"/>
                  <a:gd name="connsiteY1-576" fmla="*/ 533 h 11189"/>
                  <a:gd name="connsiteX2-577" fmla="*/ 7272 w 10743"/>
                  <a:gd name="connsiteY2-578" fmla="*/ 1399 h 11189"/>
                  <a:gd name="connsiteX3-579" fmla="*/ 10190 w 10743"/>
                  <a:gd name="connsiteY3-580" fmla="*/ 3067 h 11189"/>
                  <a:gd name="connsiteX4-581" fmla="*/ 10552 w 10743"/>
                  <a:gd name="connsiteY4-582" fmla="*/ 7746 h 11189"/>
                  <a:gd name="connsiteX5-583" fmla="*/ 7991 w 10743"/>
                  <a:gd name="connsiteY5-584" fmla="*/ 11148 h 11189"/>
                  <a:gd name="connsiteX6-585" fmla="*/ 2155 w 10743"/>
                  <a:gd name="connsiteY6-586" fmla="*/ 9627 h 11189"/>
                  <a:gd name="connsiteX7-587" fmla="*/ 54 w 10743"/>
                  <a:gd name="connsiteY7-588" fmla="*/ 9506 h 11189"/>
                  <a:gd name="connsiteX0-589" fmla="*/ 40 w 11293"/>
                  <a:gd name="connsiteY0-590" fmla="*/ 9082 h 11127"/>
                  <a:gd name="connsiteX1-591" fmla="*/ 4577 w 11293"/>
                  <a:gd name="connsiteY1-592" fmla="*/ 470 h 11127"/>
                  <a:gd name="connsiteX2-593" fmla="*/ 7822 w 11293"/>
                  <a:gd name="connsiteY2-594" fmla="*/ 1336 h 11127"/>
                  <a:gd name="connsiteX3-595" fmla="*/ 10740 w 11293"/>
                  <a:gd name="connsiteY3-596" fmla="*/ 3004 h 11127"/>
                  <a:gd name="connsiteX4-597" fmla="*/ 11102 w 11293"/>
                  <a:gd name="connsiteY4-598" fmla="*/ 7683 h 11127"/>
                  <a:gd name="connsiteX5-599" fmla="*/ 8541 w 11293"/>
                  <a:gd name="connsiteY5-600" fmla="*/ 11085 h 11127"/>
                  <a:gd name="connsiteX6-601" fmla="*/ 2705 w 11293"/>
                  <a:gd name="connsiteY6-602" fmla="*/ 9564 h 11127"/>
                  <a:gd name="connsiteX7-603" fmla="*/ 40 w 11293"/>
                  <a:gd name="connsiteY7-604" fmla="*/ 9082 h 11127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</a:cxnLst>
                <a:rect l="l" t="t" r="r" b="b"/>
                <a:pathLst>
                  <a:path w="11293" h="11127">
                    <a:moveTo>
                      <a:pt x="40" y="9082"/>
                    </a:moveTo>
                    <a:cubicBezTo>
                      <a:pt x="352" y="7566"/>
                      <a:pt x="3280" y="1761"/>
                      <a:pt x="4577" y="470"/>
                    </a:cubicBezTo>
                    <a:cubicBezTo>
                      <a:pt x="5874" y="-821"/>
                      <a:pt x="6795" y="914"/>
                      <a:pt x="7822" y="1336"/>
                    </a:cubicBezTo>
                    <a:cubicBezTo>
                      <a:pt x="8849" y="1758"/>
                      <a:pt x="10193" y="1947"/>
                      <a:pt x="10740" y="3004"/>
                    </a:cubicBezTo>
                    <a:cubicBezTo>
                      <a:pt x="11287" y="4061"/>
                      <a:pt x="11468" y="6337"/>
                      <a:pt x="11102" y="7683"/>
                    </a:cubicBezTo>
                    <a:cubicBezTo>
                      <a:pt x="10736" y="9030"/>
                      <a:pt x="9940" y="10771"/>
                      <a:pt x="8541" y="11085"/>
                    </a:cubicBezTo>
                    <a:cubicBezTo>
                      <a:pt x="7141" y="11398"/>
                      <a:pt x="4122" y="9898"/>
                      <a:pt x="2705" y="9564"/>
                    </a:cubicBezTo>
                    <a:cubicBezTo>
                      <a:pt x="1288" y="9230"/>
                      <a:pt x="-272" y="10598"/>
                      <a:pt x="40" y="9082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370" name="Group 327"/>
              <p:cNvGrpSpPr/>
              <p:nvPr/>
            </p:nvGrpSpPr>
            <p:grpSpPr bwMode="auto">
              <a:xfrm>
                <a:off x="7908175" y="5241780"/>
                <a:ext cx="536554" cy="263548"/>
                <a:chOff x="1871277" y="1576300"/>
                <a:chExt cx="1128371" cy="437861"/>
              </a:xfrm>
            </p:grpSpPr>
            <p:sp>
              <p:nvSpPr>
                <p:cNvPr id="374" name="Oval 373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75" name="Rectangle 374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6" name="Oval 375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77" name="Freeform 376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8" name="Freeform 377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9" name="Freeform 378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80" name="Freeform 379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381" name="Straight Connector 380"/>
                <p:cNvCxnSpPr>
                  <a:endCxn id="37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2" name="Straight Connector 381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1" name="Group 370"/>
              <p:cNvGrpSpPr/>
              <p:nvPr/>
            </p:nvGrpSpPr>
            <p:grpSpPr>
              <a:xfrm>
                <a:off x="7876581" y="5223365"/>
                <a:ext cx="466894" cy="369332"/>
                <a:chOff x="599495" y="1708643"/>
                <a:chExt cx="491778" cy="409344"/>
              </a:xfrm>
            </p:grpSpPr>
            <p:sp>
              <p:nvSpPr>
                <p:cNvPr id="372" name="Oval 371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3" name="TextBox 372"/>
                <p:cNvSpPr txBox="1"/>
                <p:nvPr/>
              </p:nvSpPr>
              <p:spPr>
                <a:xfrm>
                  <a:off x="599495" y="1708643"/>
                  <a:ext cx="491778" cy="4093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dirty="0"/>
                    <a:t>  X</a:t>
                  </a:r>
                </a:p>
              </p:txBody>
            </p:sp>
          </p:grpSp>
        </p:grpSp>
        <p:cxnSp>
          <p:nvCxnSpPr>
            <p:cNvPr id="402" name="Straight Connector 401"/>
            <p:cNvCxnSpPr/>
            <p:nvPr/>
          </p:nvCxnSpPr>
          <p:spPr bwMode="auto">
            <a:xfrm flipH="1">
              <a:off x="7133690" y="5764030"/>
              <a:ext cx="870024" cy="9999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7" name="Group 6"/>
          <p:cNvGrpSpPr/>
          <p:nvPr/>
        </p:nvGrpSpPr>
        <p:grpSpPr>
          <a:xfrm>
            <a:off x="5713444" y="2379268"/>
            <a:ext cx="1009362" cy="768350"/>
            <a:chOff x="5713444" y="2379268"/>
            <a:chExt cx="1009362" cy="768350"/>
          </a:xfrm>
        </p:grpSpPr>
        <p:sp>
          <p:nvSpPr>
            <p:cNvPr id="162850" name="AutoShape 118"/>
            <p:cNvSpPr>
              <a:spLocks noChangeArrowheads="1"/>
            </p:cNvSpPr>
            <p:nvPr/>
          </p:nvSpPr>
          <p:spPr bwMode="auto">
            <a:xfrm rot="17597965">
              <a:off x="5467382" y="2625330"/>
              <a:ext cx="768350" cy="276226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FF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2851" name="Text Box 119"/>
            <p:cNvSpPr txBox="1">
              <a:spLocks noChangeArrowheads="1"/>
            </p:cNvSpPr>
            <p:nvPr/>
          </p:nvSpPr>
          <p:spPr bwMode="auto">
            <a:xfrm>
              <a:off x="5906829" y="2784958"/>
              <a:ext cx="815977" cy="307975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C0000"/>
                  </a:solidFill>
                </a:rPr>
                <a:t>AS3,X </a:t>
              </a: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028828" y="2438604"/>
            <a:ext cx="1260153" cy="888605"/>
            <a:chOff x="2028828" y="2438604"/>
            <a:chExt cx="1260153" cy="888605"/>
          </a:xfrm>
        </p:grpSpPr>
        <p:sp>
          <p:nvSpPr>
            <p:cNvPr id="332" name="Text Box 119"/>
            <p:cNvSpPr txBox="1">
              <a:spLocks noChangeArrowheads="1"/>
            </p:cNvSpPr>
            <p:nvPr/>
          </p:nvSpPr>
          <p:spPr bwMode="auto">
            <a:xfrm>
              <a:off x="2028828" y="3019432"/>
              <a:ext cx="1260153" cy="307777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C0000"/>
                  </a:solidFill>
                </a:rPr>
                <a:t>AS2,AS3,X </a:t>
              </a:r>
            </a:p>
          </p:txBody>
        </p:sp>
        <p:sp>
          <p:nvSpPr>
            <p:cNvPr id="327" name="AutoShape 118"/>
            <p:cNvSpPr>
              <a:spLocks noChangeArrowheads="1"/>
            </p:cNvSpPr>
            <p:nvPr/>
          </p:nvSpPr>
          <p:spPr bwMode="auto">
            <a:xfrm rot="3445218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FF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326" name="Rectangle 4"/>
          <p:cNvSpPr txBox="1">
            <a:spLocks noChangeArrowheads="1"/>
          </p:cNvSpPr>
          <p:nvPr/>
        </p:nvSpPr>
        <p:spPr bwMode="auto">
          <a:xfrm>
            <a:off x="571494" y="4405755"/>
            <a:ext cx="5269706" cy="369633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/>
              <a:buChar char="•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indent="0">
              <a:lnSpc>
                <a:spcPts val="2140"/>
              </a:lnSpc>
              <a:buNone/>
            </a:pP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lang="zh-CN" altLang="en-US" sz="2200" b="1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路由器可能学到多条到目的网络的路径</a:t>
            </a:r>
            <a:r>
              <a:rPr lang="en-US" sz="2200" b="1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: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1394769" y="1902431"/>
            <a:ext cx="1118837" cy="826267"/>
            <a:chOff x="4052000" y="2820739"/>
            <a:chExt cx="1118837" cy="826267"/>
          </a:xfrm>
        </p:grpSpPr>
        <p:cxnSp>
          <p:nvCxnSpPr>
            <p:cNvPr id="3" name="Straight Arrow Connector 2"/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330" name="Straight Arrow Connector 329"/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331" name="Straight Arrow Connector 330"/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</p:grpSp>
      <p:cxnSp>
        <p:nvCxnSpPr>
          <p:cNvPr id="325" name="Straight Connector 324"/>
          <p:cNvCxnSpPr/>
          <p:nvPr/>
        </p:nvCxnSpPr>
        <p:spPr bwMode="auto">
          <a:xfrm flipH="1">
            <a:off x="3142123" y="2168219"/>
            <a:ext cx="2534703" cy="145211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grpSp>
        <p:nvGrpSpPr>
          <p:cNvPr id="4" name="Group 3"/>
          <p:cNvGrpSpPr/>
          <p:nvPr/>
        </p:nvGrpSpPr>
        <p:grpSpPr>
          <a:xfrm>
            <a:off x="4617960" y="1621326"/>
            <a:ext cx="968155" cy="547957"/>
            <a:chOff x="4617960" y="1621326"/>
            <a:chExt cx="968155" cy="547957"/>
          </a:xfrm>
        </p:grpSpPr>
        <p:sp>
          <p:nvSpPr>
            <p:cNvPr id="329" name="AutoShape 118"/>
            <p:cNvSpPr>
              <a:spLocks noChangeArrowheads="1"/>
            </p:cNvSpPr>
            <p:nvPr/>
          </p:nvSpPr>
          <p:spPr bwMode="auto">
            <a:xfrm rot="21413181">
              <a:off x="4617960" y="189305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FF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" name="TextBox 1"/>
            <p:cNvSpPr txBox="1"/>
            <p:nvPr/>
          </p:nvSpPr>
          <p:spPr>
            <a:xfrm rot="21418560">
              <a:off x="4770795" y="1621326"/>
              <a:ext cx="81532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C0000"/>
                  </a:solidFill>
                </a:rPr>
                <a:t>AS3,X</a:t>
              </a:r>
            </a:p>
          </p:txBody>
        </p:sp>
      </p:grpSp>
      <p:sp>
        <p:nvSpPr>
          <p:cNvPr id="333" name="Rectangle 4"/>
          <p:cNvSpPr txBox="1">
            <a:spLocks noChangeArrowheads="1"/>
          </p:cNvSpPr>
          <p:nvPr/>
        </p:nvSpPr>
        <p:spPr bwMode="auto">
          <a:xfrm>
            <a:off x="629733" y="5291255"/>
            <a:ext cx="5526468" cy="362355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/>
              <a:buChar char="•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ts val="2140"/>
              </a:lnSpc>
              <a:buClr>
                <a:srgbClr val="C00000"/>
              </a:buClr>
              <a:buFont typeface="Wingdings" panose="05000000000000000000" pitchFamily="2" charset="2"/>
              <a:buChar char="n"/>
            </a:pP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AS1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的路由器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1c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从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3a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学到路径</a:t>
            </a:r>
            <a:r>
              <a:rPr lang="zh-CN" altLang="en-US" sz="220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（</a:t>
            </a:r>
            <a:r>
              <a:rPr lang="en-US" altLang="zh-CN" sz="220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AS3, X</a:t>
            </a:r>
            <a:r>
              <a:rPr lang="zh-CN" altLang="en-US" sz="220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  <a:endParaRPr lang="en-US" sz="2200" dirty="0">
              <a:solidFill>
                <a:srgbClr val="CC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34" name="Rectangle 4"/>
          <p:cNvSpPr txBox="1">
            <a:spLocks noChangeArrowheads="1"/>
          </p:cNvSpPr>
          <p:nvPr/>
        </p:nvSpPr>
        <p:spPr bwMode="auto">
          <a:xfrm>
            <a:off x="632758" y="5651127"/>
            <a:ext cx="8103327" cy="806835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/>
              <a:buChar char="•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100000"/>
              </a:lnSpc>
              <a:buClr>
                <a:srgbClr val="C00000"/>
              </a:buClr>
              <a:buFont typeface="Wingdings" panose="05000000000000000000" pitchFamily="2" charset="2"/>
              <a:buChar char="n"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根据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AS1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的策略，</a:t>
            </a:r>
            <a:r>
              <a:rPr 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AS1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的路由器</a:t>
            </a:r>
            <a:r>
              <a:rPr 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1c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可能选择路径</a:t>
            </a:r>
            <a:r>
              <a:rPr lang="zh-CN" altLang="en-US" sz="220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（</a:t>
            </a:r>
            <a:r>
              <a:rPr lang="en-US" sz="220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AS3, X</a:t>
            </a:r>
            <a:r>
              <a:rPr lang="zh-CN" altLang="en-US" sz="220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  <a:r>
              <a:rPr lang="en-US" sz="2200" i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, 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并在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AS1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中通过</a:t>
            </a:r>
            <a:r>
              <a:rPr lang="en-US" sz="22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iBGP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通告路径</a:t>
            </a:r>
            <a:endParaRPr lang="en-US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8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-BGP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337" name="Rectangle 3"/>
          <p:cNvSpPr>
            <a:spLocks noGrp="1" noChangeArrowheads="1"/>
          </p:cNvSpPr>
          <p:nvPr>
            <p:ph type="title"/>
          </p:nvPr>
        </p:nvSpPr>
        <p:spPr>
          <a:xfrm>
            <a:off x="307960" y="796217"/>
            <a:ext cx="7997840" cy="558491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BGP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路径通告</a:t>
            </a:r>
            <a:endParaRPr lang="en-US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36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536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3" grpId="0"/>
      <p:bldP spid="334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7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715927"/>
            <a:ext cx="8496300" cy="636448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BGP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报文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6998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31800" y="1625599"/>
            <a:ext cx="8229600" cy="3797301"/>
          </a:xfrm>
        </p:spPr>
        <p:txBody>
          <a:bodyPr>
            <a:normAutofit/>
          </a:bodyPr>
          <a:lstStyle/>
          <a:p>
            <a:pPr>
              <a:lnSpc>
                <a:spcPts val="3600"/>
              </a:lnSpc>
              <a:spcBef>
                <a:spcPts val="600"/>
              </a:spcBef>
              <a:buClr>
                <a:srgbClr val="C00000"/>
              </a:buClr>
              <a:buBlip>
                <a:blip r:embed="rId3"/>
              </a:buBlip>
            </a:pP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BGP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通过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TCP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179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端口交换报文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>
              <a:lnSpc>
                <a:spcPts val="3600"/>
              </a:lnSpc>
              <a:spcBef>
                <a:spcPts val="600"/>
              </a:spcBef>
              <a:buClr>
                <a:srgbClr val="C00000"/>
              </a:buClr>
              <a:buBlip>
                <a:blip r:embed="rId3"/>
              </a:buBlip>
            </a:pP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BGP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报文包括：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8355" lvl="1" indent="-351155">
              <a:lnSpc>
                <a:spcPts val="3600"/>
              </a:lnSpc>
              <a:spcBef>
                <a:spcPts val="600"/>
              </a:spcBef>
              <a:buClr>
                <a:srgbClr val="C00000"/>
              </a:buClr>
              <a:buBlip>
                <a:blip r:embed="rId4"/>
              </a:buBlip>
            </a:pP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Open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报文：建立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BGP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对等体（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peer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）之间的会话连接，协商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BGP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参数（该过程需要认证）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8355" lvl="1" indent="-351155">
              <a:lnSpc>
                <a:spcPts val="3600"/>
              </a:lnSpc>
              <a:spcBef>
                <a:spcPts val="600"/>
              </a:spcBef>
              <a:buClr>
                <a:srgbClr val="C00000"/>
              </a:buClr>
              <a:buBlip>
                <a:blip r:embed="rId4"/>
              </a:buBlip>
            </a:pP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Update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报文：在对等体之间交换路由信息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8355" lvl="1" indent="-351155">
              <a:lnSpc>
                <a:spcPts val="3600"/>
              </a:lnSpc>
              <a:spcBef>
                <a:spcPts val="600"/>
              </a:spcBef>
              <a:buClr>
                <a:srgbClr val="C00000"/>
              </a:buClr>
              <a:buBlip>
                <a:blip r:embed="rId4"/>
              </a:buBlip>
            </a:pP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Keepalive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报文：用于保持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BGP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会话连接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8355" lvl="1" indent="-351155">
              <a:lnSpc>
                <a:spcPts val="3600"/>
              </a:lnSpc>
              <a:spcBef>
                <a:spcPts val="600"/>
              </a:spcBef>
              <a:buClr>
                <a:srgbClr val="C00000"/>
              </a:buClr>
              <a:buBlip>
                <a:blip r:embed="rId4"/>
              </a:buBlip>
            </a:pP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Notification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报文：用于差错报告和关闭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BGP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连接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69989" name="AutoShape 7"/>
          <p:cNvSpPr>
            <a:spLocks noChangeAspect="1" noChangeArrowheads="1"/>
          </p:cNvSpPr>
          <p:nvPr/>
        </p:nvSpPr>
        <p:spPr bwMode="auto">
          <a:xfrm>
            <a:off x="4713288" y="-255588"/>
            <a:ext cx="304800" cy="3048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latin typeface="Comic Sans MS" panose="030F0702030302020204" pitchFamily="66" charset="0"/>
              <a:ea typeface="楷体_GB2312" pitchFamily="49" charset="-122"/>
            </a:endParaRPr>
          </a:p>
        </p:txBody>
      </p:sp>
      <p:sp>
        <p:nvSpPr>
          <p:cNvPr id="6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-BGP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1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609600"/>
            <a:ext cx="8496300" cy="731838"/>
          </a:xfrm>
        </p:spPr>
        <p:txBody>
          <a:bodyPr>
            <a:normAutofit/>
          </a:bodyPr>
          <a:lstStyle/>
          <a:p>
            <a:pPr marL="342900" indent="-342900"/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Update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报文格式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pic>
        <p:nvPicPr>
          <p:cNvPr id="171012" name="Picture 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7838" y="1341438"/>
            <a:ext cx="2773362" cy="4941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-BGP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3060701" y="4303271"/>
            <a:ext cx="2663456" cy="914400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" name="对话气泡: 矩形 2"/>
          <p:cNvSpPr/>
          <p:nvPr/>
        </p:nvSpPr>
        <p:spPr>
          <a:xfrm>
            <a:off x="6661667" y="3533562"/>
            <a:ext cx="2092768" cy="923330"/>
          </a:xfrm>
          <a:prstGeom prst="wedgeRectCallout">
            <a:avLst>
              <a:gd name="adj1" fmla="val -92882"/>
              <a:gd name="adj2" fmla="val 59083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文本框 3"/>
          <p:cNvSpPr txBox="1"/>
          <p:nvPr/>
        </p:nvSpPr>
        <p:spPr>
          <a:xfrm>
            <a:off x="6681086" y="3501661"/>
            <a:ext cx="2227964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路径属性：两个重要属性</a:t>
            </a:r>
            <a:r>
              <a:rPr lang="en-US" altLang="zh-CN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AS-PATH</a:t>
            </a:r>
            <a:r>
              <a:rPr lang="zh-CN" altLang="en-US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和</a:t>
            </a:r>
            <a:r>
              <a:rPr lang="en-US" altLang="zh-CN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NEXT-HOP</a:t>
            </a:r>
            <a:endParaRPr lang="zh-CN" altLang="en-US" dirty="0">
              <a:solidFill>
                <a:srgbClr val="FF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412750" y="4898070"/>
            <a:ext cx="2020629" cy="7720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800"/>
              </a:lnSpc>
            </a:pPr>
            <a:r>
              <a:rPr lang="zh-CN" altLang="en-US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网络可达信息：目的网络前缀列表</a:t>
            </a:r>
            <a:endParaRPr lang="zh-CN" altLang="en-US" dirty="0">
              <a:solidFill>
                <a:srgbClr val="FF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7" name="对话气泡: 矩形 6"/>
          <p:cNvSpPr/>
          <p:nvPr/>
        </p:nvSpPr>
        <p:spPr>
          <a:xfrm>
            <a:off x="412750" y="4898069"/>
            <a:ext cx="2092768" cy="835279"/>
          </a:xfrm>
          <a:prstGeom prst="wedgeRectCallout">
            <a:avLst>
              <a:gd name="adj1" fmla="val 76302"/>
              <a:gd name="adj2" fmla="val 62228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灯片编号占位符 4"/>
          <p:cNvSpPr>
            <a:spLocks noGrp="1" noChangeArrowheads="1"/>
          </p:cNvSpPr>
          <p:nvPr>
            <p:ph type="sldNum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18307234-307B-43BA-97A5-5A94BE762768}" type="slidenum">
              <a:rPr lang="en-US" altLang="zh-CN" sz="1400" smtClean="0"/>
              <a:t>102</a:t>
            </a:fld>
            <a:endParaRPr lang="en-US" altLang="zh-CN" sz="1400"/>
          </a:p>
        </p:txBody>
      </p:sp>
      <p:sp>
        <p:nvSpPr>
          <p:cNvPr id="173059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609601"/>
            <a:ext cx="8496300" cy="803274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Update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报文格式</a:t>
            </a:r>
            <a:endParaRPr lang="en-US" altLang="zh-CN" sz="28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173060" name="Rectangle 7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latin typeface="Comic Sans MS" panose="030F0702030302020204" pitchFamily="66" charset="0"/>
              <a:ea typeface="楷体_GB2312" pitchFamily="49" charset="-122"/>
            </a:endParaRPr>
          </a:p>
        </p:txBody>
      </p:sp>
      <p:sp>
        <p:nvSpPr>
          <p:cNvPr id="173061" name="Rectangle 4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latin typeface="Comic Sans MS" panose="030F0702030302020204" pitchFamily="66" charset="0"/>
              <a:ea typeface="楷体_GB2312" pitchFamily="49" charset="-122"/>
            </a:endParaRPr>
          </a:p>
        </p:txBody>
      </p:sp>
      <p:sp>
        <p:nvSpPr>
          <p:cNvPr id="173062" name="Rectangle 6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latin typeface="Comic Sans MS" panose="030F0702030302020204" pitchFamily="66" charset="0"/>
              <a:ea typeface="楷体_GB2312" pitchFamily="49" charset="-122"/>
            </a:endParaRPr>
          </a:p>
        </p:txBody>
      </p:sp>
      <p:sp>
        <p:nvSpPr>
          <p:cNvPr id="173063" name="矩形 9"/>
          <p:cNvSpPr>
            <a:spLocks noChangeArrowheads="1"/>
          </p:cNvSpPr>
          <p:nvPr/>
        </p:nvSpPr>
        <p:spPr bwMode="auto">
          <a:xfrm>
            <a:off x="357188" y="1412875"/>
            <a:ext cx="8429625" cy="18228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63855" indent="-363855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821055" indent="-363855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eaLnBrk="1" hangingPunct="1">
              <a:lnSpc>
                <a:spcPts val="3000"/>
              </a:lnSpc>
              <a:spcBef>
                <a:spcPts val="600"/>
              </a:spcBef>
              <a:buClr>
                <a:srgbClr val="C00000"/>
              </a:buClr>
              <a:buFont typeface="Symbol" panose="05050102010706020507" pitchFamily="18" charset="2"/>
              <a:buBlip>
                <a:blip r:embed="rId3"/>
              </a:buBlip>
            </a:pPr>
            <a:r>
              <a:rPr lang="en-US" altLang="zh-CN" sz="2400" dirty="0">
                <a:cs typeface="Times New Roman" panose="02020603050405020304" pitchFamily="18" charset="0"/>
              </a:rPr>
              <a:t>AS-PATH</a:t>
            </a:r>
            <a:r>
              <a:rPr lang="zh-CN" altLang="en-US" sz="2400" dirty="0">
                <a:cs typeface="Times New Roman" panose="02020603050405020304" pitchFamily="18" charset="0"/>
              </a:rPr>
              <a:t>属性</a:t>
            </a:r>
            <a:endParaRPr lang="en-US" altLang="zh-CN" sz="2400" dirty="0">
              <a:cs typeface="Times New Roman" panose="02020603050405020304" pitchFamily="18" charset="0"/>
            </a:endParaRPr>
          </a:p>
          <a:p>
            <a:pPr lvl="1" eaLnBrk="1" hangingPunct="1">
              <a:lnSpc>
                <a:spcPts val="3000"/>
              </a:lnSpc>
              <a:spcBef>
                <a:spcPts val="600"/>
              </a:spcBef>
              <a:buClr>
                <a:srgbClr val="C00000"/>
              </a:buClr>
              <a:buFont typeface="Symbol" panose="05050102010706020507" pitchFamily="18" charset="2"/>
              <a:buBlip>
                <a:blip r:embed="rId4"/>
              </a:buBlip>
            </a:pPr>
            <a:r>
              <a:rPr lang="zh-CN" altLang="en-US" sz="2200" dirty="0">
                <a:cs typeface="Times New Roman" panose="02020603050405020304" pitchFamily="18" charset="0"/>
              </a:rPr>
              <a:t>包括</a:t>
            </a:r>
            <a:r>
              <a:rPr lang="en-US" altLang="zh-CN" sz="2200" dirty="0">
                <a:cs typeface="Times New Roman" panose="02020603050405020304" pitchFamily="18" charset="0"/>
              </a:rPr>
              <a:t>AS</a:t>
            </a:r>
            <a:r>
              <a:rPr lang="zh-CN" altLang="en-US" sz="2200" dirty="0">
                <a:cs typeface="Times New Roman" panose="02020603050405020304" pitchFamily="18" charset="0"/>
              </a:rPr>
              <a:t>路径段序列</a:t>
            </a:r>
            <a:endParaRPr lang="en-US" altLang="zh-CN" sz="2200" dirty="0">
              <a:cs typeface="Times New Roman" panose="02020603050405020304" pitchFamily="18" charset="0"/>
            </a:endParaRPr>
          </a:p>
          <a:p>
            <a:pPr lvl="1" eaLnBrk="1" hangingPunct="1">
              <a:lnSpc>
                <a:spcPts val="3000"/>
              </a:lnSpc>
              <a:spcBef>
                <a:spcPts val="600"/>
              </a:spcBef>
              <a:buClr>
                <a:srgbClr val="C00000"/>
              </a:buClr>
              <a:buFont typeface="Symbol" panose="05050102010706020507" pitchFamily="18" charset="2"/>
              <a:buBlip>
                <a:blip r:embed="rId4"/>
              </a:buBlip>
            </a:pPr>
            <a:r>
              <a:rPr lang="zh-CN" altLang="en-US" sz="2200" dirty="0">
                <a:cs typeface="Times New Roman" panose="02020603050405020304" pitchFamily="18" charset="0"/>
              </a:rPr>
              <a:t>每个</a:t>
            </a:r>
            <a:r>
              <a:rPr lang="en-US" altLang="zh-CN" sz="2200" dirty="0">
                <a:cs typeface="Times New Roman" panose="02020603050405020304" pitchFamily="18" charset="0"/>
              </a:rPr>
              <a:t>AS</a:t>
            </a:r>
            <a:r>
              <a:rPr lang="zh-CN" altLang="en-US" sz="2200" dirty="0">
                <a:cs typeface="Times New Roman" panose="02020603050405020304" pitchFamily="18" charset="0"/>
              </a:rPr>
              <a:t>路径段构成：</a:t>
            </a:r>
            <a:r>
              <a:rPr lang="en-US" altLang="zh-CN" sz="2200" dirty="0">
                <a:cs typeface="Times New Roman" panose="02020603050405020304" pitchFamily="18" charset="0"/>
              </a:rPr>
              <a:t>&lt;</a:t>
            </a:r>
            <a:r>
              <a:rPr lang="zh-CN" altLang="en-US" sz="2200" dirty="0">
                <a:cs typeface="Times New Roman" panose="02020603050405020304" pitchFamily="18" charset="0"/>
              </a:rPr>
              <a:t>路径段类型</a:t>
            </a:r>
            <a:r>
              <a:rPr lang="en-US" altLang="zh-CN" sz="2200" dirty="0">
                <a:cs typeface="Times New Roman" panose="02020603050405020304" pitchFamily="18" charset="0"/>
              </a:rPr>
              <a:t>, </a:t>
            </a:r>
            <a:r>
              <a:rPr lang="zh-CN" altLang="en-US" sz="2200" dirty="0">
                <a:cs typeface="Times New Roman" panose="02020603050405020304" pitchFamily="18" charset="0"/>
              </a:rPr>
              <a:t>路径段长度</a:t>
            </a:r>
            <a:r>
              <a:rPr lang="en-US" altLang="zh-CN" sz="2200" dirty="0">
                <a:cs typeface="Times New Roman" panose="02020603050405020304" pitchFamily="18" charset="0"/>
              </a:rPr>
              <a:t>, </a:t>
            </a:r>
            <a:r>
              <a:rPr lang="zh-CN" altLang="en-US" sz="2200" dirty="0">
                <a:cs typeface="Times New Roman" panose="02020603050405020304" pitchFamily="18" charset="0"/>
              </a:rPr>
              <a:t>路径段值</a:t>
            </a:r>
            <a:r>
              <a:rPr lang="en-US" altLang="zh-CN" sz="2200" dirty="0">
                <a:cs typeface="Times New Roman" panose="02020603050405020304" pitchFamily="18" charset="0"/>
              </a:rPr>
              <a:t>&gt;</a:t>
            </a:r>
          </a:p>
          <a:p>
            <a:pPr lvl="1" eaLnBrk="1" hangingPunct="1">
              <a:lnSpc>
                <a:spcPts val="3000"/>
              </a:lnSpc>
              <a:spcBef>
                <a:spcPts val="600"/>
              </a:spcBef>
              <a:buClr>
                <a:srgbClr val="C00000"/>
              </a:buClr>
              <a:buFont typeface="Symbol" panose="05050102010706020507" pitchFamily="18" charset="2"/>
              <a:buBlip>
                <a:blip r:embed="rId4"/>
              </a:buBlip>
            </a:pPr>
            <a:r>
              <a:rPr lang="zh-CN" altLang="en-US" sz="2200" dirty="0">
                <a:cs typeface="Times New Roman" panose="02020603050405020304" pitchFamily="18" charset="0"/>
              </a:rPr>
              <a:t>路径段值字段包含自治域号</a:t>
            </a:r>
            <a:endParaRPr lang="zh-CN" altLang="zh-CN" sz="2200" dirty="0">
              <a:cs typeface="Times New Roman" panose="02020603050405020304" pitchFamily="18" charset="0"/>
            </a:endParaRPr>
          </a:p>
        </p:txBody>
      </p:sp>
      <p:pic>
        <p:nvPicPr>
          <p:cNvPr id="173064" name="Picture 10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702" y="3429000"/>
            <a:ext cx="8897624" cy="29735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-BGP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5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609601"/>
            <a:ext cx="8496300" cy="723898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Update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报文格式</a:t>
            </a:r>
            <a:endParaRPr lang="en-US" altLang="zh-CN" sz="28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172036" name="Rectangle 7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latin typeface="Comic Sans MS" panose="030F0702030302020204" pitchFamily="66" charset="0"/>
              <a:ea typeface="楷体_GB2312" pitchFamily="49" charset="-122"/>
            </a:endParaRPr>
          </a:p>
        </p:txBody>
      </p:sp>
      <p:sp>
        <p:nvSpPr>
          <p:cNvPr id="172037" name="Rectangle 4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latin typeface="Comic Sans MS" panose="030F0702030302020204" pitchFamily="66" charset="0"/>
              <a:ea typeface="楷体_GB2312" pitchFamily="49" charset="-122"/>
            </a:endParaRPr>
          </a:p>
        </p:txBody>
      </p:sp>
      <p:sp>
        <p:nvSpPr>
          <p:cNvPr id="172038" name="Rectangle 6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10000"/>
              </a:spcBef>
              <a:buClr>
                <a:schemeClr val="tx1"/>
              </a:buClr>
              <a:buFont typeface="Symbol" panose="05050102010706020507" pitchFamily="18" charset="2"/>
              <a:buChar char="¾"/>
            </a:pPr>
            <a:endParaRPr lang="zh-CN" altLang="en-US">
              <a:latin typeface="Comic Sans MS" panose="030F0702030302020204" pitchFamily="66" charset="0"/>
              <a:ea typeface="楷体_GB2312" pitchFamily="49" charset="-122"/>
            </a:endParaRPr>
          </a:p>
        </p:txBody>
      </p:sp>
      <p:sp>
        <p:nvSpPr>
          <p:cNvPr id="172039" name="矩形 9"/>
          <p:cNvSpPr>
            <a:spLocks noChangeArrowheads="1"/>
          </p:cNvSpPr>
          <p:nvPr/>
        </p:nvSpPr>
        <p:spPr bwMode="auto">
          <a:xfrm>
            <a:off x="323850" y="1397449"/>
            <a:ext cx="8436122" cy="20017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63855" indent="-363855">
              <a:spcBef>
                <a:spcPct val="20000"/>
              </a:spcBef>
              <a:buBlip>
                <a:blip r:embed="rId3"/>
              </a:buBlip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821055" indent="-363855">
              <a:spcBef>
                <a:spcPct val="20000"/>
              </a:spcBef>
              <a:buBlip>
                <a:blip r:embed="rId4"/>
              </a:buBlip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Font typeface="Times New Roman" panose="02020603050405020304" pitchFamily="18" charset="0"/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Font typeface="Times New Roman" panose="02020603050405020304" pitchFamily="18" charset="0"/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34" charset="-127"/>
              </a:defRPr>
            </a:lvl9pPr>
          </a:lstStyle>
          <a:p>
            <a:pPr eaLnBrk="1" hangingPunct="1">
              <a:lnSpc>
                <a:spcPts val="3200"/>
              </a:lnSpc>
              <a:spcBef>
                <a:spcPts val="1200"/>
              </a:spcBef>
              <a:buClr>
                <a:srgbClr val="C00000"/>
              </a:buClr>
              <a:buFont typeface="Symbol" panose="05050102010706020507" pitchFamily="18" charset="2"/>
              <a:buBlip>
                <a:blip r:embed="rId3"/>
              </a:buBlip>
            </a:pPr>
            <a:r>
              <a:rPr lang="zh-CN" altLang="en-US" sz="2400" dirty="0">
                <a:cs typeface="Times New Roman" panose="02020603050405020304" pitchFamily="18" charset="0"/>
              </a:rPr>
              <a:t>路径属性格式：</a:t>
            </a:r>
            <a:r>
              <a:rPr lang="en-US" altLang="zh-CN" sz="2400" dirty="0">
                <a:cs typeface="Times New Roman" panose="02020603050405020304" pitchFamily="18" charset="0"/>
              </a:rPr>
              <a:t>&lt;</a:t>
            </a:r>
            <a:r>
              <a:rPr lang="zh-CN" altLang="en-US" sz="2400" dirty="0">
                <a:cs typeface="Times New Roman" panose="02020603050405020304" pitchFamily="18" charset="0"/>
              </a:rPr>
              <a:t>属性类型</a:t>
            </a:r>
            <a:r>
              <a:rPr lang="en-US" altLang="zh-CN" sz="2400" dirty="0">
                <a:cs typeface="Times New Roman" panose="02020603050405020304" pitchFamily="18" charset="0"/>
              </a:rPr>
              <a:t>, </a:t>
            </a:r>
            <a:r>
              <a:rPr lang="zh-CN" altLang="en-US" sz="2400" dirty="0">
                <a:cs typeface="Times New Roman" panose="02020603050405020304" pitchFamily="18" charset="0"/>
              </a:rPr>
              <a:t>属性长度</a:t>
            </a:r>
            <a:r>
              <a:rPr lang="en-US" altLang="zh-CN" sz="2400" dirty="0">
                <a:cs typeface="Times New Roman" panose="02020603050405020304" pitchFamily="18" charset="0"/>
              </a:rPr>
              <a:t>, </a:t>
            </a:r>
            <a:r>
              <a:rPr lang="zh-CN" altLang="en-US" sz="2400" dirty="0">
                <a:cs typeface="Times New Roman" panose="02020603050405020304" pitchFamily="18" charset="0"/>
              </a:rPr>
              <a:t>属性值</a:t>
            </a:r>
            <a:r>
              <a:rPr lang="en-US" altLang="zh-CN" sz="2400" dirty="0">
                <a:cs typeface="Times New Roman" panose="02020603050405020304" pitchFamily="18" charset="0"/>
              </a:rPr>
              <a:t>&gt;</a:t>
            </a:r>
          </a:p>
          <a:p>
            <a:pPr eaLnBrk="1" hangingPunct="1">
              <a:lnSpc>
                <a:spcPts val="3200"/>
              </a:lnSpc>
              <a:spcBef>
                <a:spcPts val="1200"/>
              </a:spcBef>
              <a:buClr>
                <a:srgbClr val="C00000"/>
              </a:buClr>
              <a:buFont typeface="Symbol" panose="05050102010706020507" pitchFamily="18" charset="2"/>
              <a:buBlip>
                <a:blip r:embed="rId3"/>
              </a:buBlip>
            </a:pPr>
            <a:r>
              <a:rPr lang="en-US" altLang="zh-CN" sz="2400" dirty="0">
                <a:cs typeface="Times New Roman" panose="02020603050405020304" pitchFamily="18" charset="0"/>
              </a:rPr>
              <a:t>NEXT-HOP</a:t>
            </a:r>
            <a:r>
              <a:rPr lang="zh-CN" altLang="en-US" sz="2400" dirty="0">
                <a:cs typeface="Times New Roman" panose="02020603050405020304" pitchFamily="18" charset="0"/>
              </a:rPr>
              <a:t>属性</a:t>
            </a:r>
            <a:endParaRPr lang="en-US" altLang="zh-CN" sz="2400" dirty="0">
              <a:cs typeface="Times New Roman" panose="02020603050405020304" pitchFamily="18" charset="0"/>
            </a:endParaRPr>
          </a:p>
          <a:p>
            <a:pPr lvl="1">
              <a:lnSpc>
                <a:spcPts val="3200"/>
              </a:lnSpc>
              <a:spcBef>
                <a:spcPts val="1200"/>
              </a:spcBef>
              <a:buClr>
                <a:srgbClr val="C00000"/>
              </a:buClr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到达网络可达信息字段中所列的目的网络前缀的下一跳</a:t>
            </a:r>
            <a:r>
              <a:rPr lang="zh-CN" altLang="en-US" sz="2200" dirty="0">
                <a:cs typeface="Times New Roman" panose="02020603050405020304" pitchFamily="18" charset="0"/>
              </a:rPr>
              <a:t>路由器的</a:t>
            </a:r>
            <a:r>
              <a:rPr lang="en-US" altLang="zh-CN" sz="2200" dirty="0">
                <a:cs typeface="Times New Roman" panose="02020603050405020304" pitchFamily="18" charset="0"/>
              </a:rPr>
              <a:t>IP</a:t>
            </a:r>
            <a:r>
              <a:rPr lang="zh-CN" altLang="en-US" sz="2200" dirty="0">
                <a:cs typeface="Times New Roman" panose="02020603050405020304" pitchFamily="18" charset="0"/>
              </a:rPr>
              <a:t>地址</a:t>
            </a:r>
            <a:endParaRPr lang="zh-CN" altLang="en-US" sz="2200" dirty="0">
              <a:solidFill>
                <a:srgbClr val="FF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pic>
        <p:nvPicPr>
          <p:cNvPr id="172040" name="Picture 10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028" y="3406432"/>
            <a:ext cx="8264672" cy="31891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-BGP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5" name="Rectangle 3"/>
          <p:cNvSpPr>
            <a:spLocks noGrp="1" noChangeArrowheads="1"/>
          </p:cNvSpPr>
          <p:nvPr>
            <p:ph type="title"/>
          </p:nvPr>
        </p:nvSpPr>
        <p:spPr>
          <a:xfrm>
            <a:off x="419100" y="586891"/>
            <a:ext cx="8319508" cy="837314"/>
          </a:xfrm>
        </p:spPr>
        <p:txBody>
          <a:bodyPr>
            <a:noAutofit/>
          </a:bodyPr>
          <a:lstStyle/>
          <a:p>
            <a:pPr>
              <a:defRPr/>
            </a:pPr>
            <a:r>
              <a:rPr 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BGP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和</a:t>
            </a:r>
            <a:r>
              <a:rPr 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OSPF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的转发表设置</a:t>
            </a:r>
            <a:endParaRPr lang="en-US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753668" name="Rectangle 4"/>
          <p:cNvSpPr>
            <a:spLocks noGrp="1" noChangeArrowheads="1"/>
          </p:cNvSpPr>
          <p:nvPr>
            <p:ph type="body" idx="1"/>
          </p:nvPr>
        </p:nvSpPr>
        <p:spPr>
          <a:xfrm>
            <a:off x="2412872" y="4609477"/>
            <a:ext cx="6527928" cy="514307"/>
          </a:xfrm>
        </p:spPr>
        <p:txBody>
          <a:bodyPr>
            <a:noAutofit/>
          </a:bodyPr>
          <a:lstStyle/>
          <a:p>
            <a:pPr marL="268605" indent="-268605">
              <a:lnSpc>
                <a:spcPts val="3000"/>
              </a:lnSpc>
              <a:spcBef>
                <a:spcPts val="600"/>
              </a:spcBef>
              <a:buClr>
                <a:srgbClr val="C00000"/>
              </a:buClr>
              <a:buFont typeface="Wingdings" panose="05000000000000000000" pitchFamily="2" charset="2"/>
              <a:buChar char="n"/>
            </a:pPr>
            <a:r>
              <a: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1a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1b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通过</a:t>
            </a:r>
            <a:r>
              <a: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iBGP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从</a:t>
            </a:r>
            <a:r>
              <a: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1c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学习到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X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的路径：通过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1c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到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X</a:t>
            </a:r>
            <a:endParaRPr lang="en-US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125" name="Group 124"/>
          <p:cNvGrpSpPr/>
          <p:nvPr/>
        </p:nvGrpSpPr>
        <p:grpSpPr>
          <a:xfrm>
            <a:off x="506333" y="1706113"/>
            <a:ext cx="2557336" cy="1719017"/>
            <a:chOff x="-2170772" y="2784954"/>
            <a:chExt cx="2712783" cy="1853712"/>
          </a:xfrm>
        </p:grpSpPr>
        <p:sp>
          <p:nvSpPr>
            <p:cNvPr id="261" name="Freeform 2"/>
            <p:cNvSpPr/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-1" fmla="*/ 4 w 8600"/>
                <a:gd name="connsiteY0-2" fmla="*/ 4042 h 10128"/>
                <a:gd name="connsiteX1-3" fmla="*/ 715 w 8600"/>
                <a:gd name="connsiteY1-4" fmla="*/ 1598 h 10128"/>
                <a:gd name="connsiteX2-5" fmla="*/ 3130 w 8600"/>
                <a:gd name="connsiteY2-6" fmla="*/ 1009 h 10128"/>
                <a:gd name="connsiteX3-7" fmla="*/ 4995 w 8600"/>
                <a:gd name="connsiteY3-8" fmla="*/ 3 h 10128"/>
                <a:gd name="connsiteX4-9" fmla="*/ 6720 w 8600"/>
                <a:gd name="connsiteY4-10" fmla="*/ 1012 h 10128"/>
                <a:gd name="connsiteX5-11" fmla="*/ 8599 w 8600"/>
                <a:gd name="connsiteY5-12" fmla="*/ 6800 h 10128"/>
                <a:gd name="connsiteX6-13" fmla="*/ 6995 w 8600"/>
                <a:gd name="connsiteY6-14" fmla="*/ 9325 h 10128"/>
                <a:gd name="connsiteX7-15" fmla="*/ 5307 w 8600"/>
                <a:gd name="connsiteY7-16" fmla="*/ 8846 h 10128"/>
                <a:gd name="connsiteX8-17" fmla="*/ 4371 w 8600"/>
                <a:gd name="connsiteY8-18" fmla="*/ 9915 h 10128"/>
                <a:gd name="connsiteX9-19" fmla="*/ 3140 w 8600"/>
                <a:gd name="connsiteY9-20" fmla="*/ 10022 h 10128"/>
                <a:gd name="connsiteX10-21" fmla="*/ 2179 w 8600"/>
                <a:gd name="connsiteY10-22" fmla="*/ 7898 h 10128"/>
                <a:gd name="connsiteX11-23" fmla="*/ 1187 w 8600"/>
                <a:gd name="connsiteY11-24" fmla="*/ 7498 h 10128"/>
                <a:gd name="connsiteX12-25" fmla="*/ 4 w 8600"/>
                <a:gd name="connsiteY12-26" fmla="*/ 4042 h 10128"/>
                <a:gd name="connsiteX0-27" fmla="*/ 4 w 9326"/>
                <a:gd name="connsiteY0-28" fmla="*/ 3988 h 9997"/>
                <a:gd name="connsiteX1-29" fmla="*/ 830 w 9326"/>
                <a:gd name="connsiteY1-30" fmla="*/ 1575 h 9997"/>
                <a:gd name="connsiteX2-31" fmla="*/ 3639 w 9326"/>
                <a:gd name="connsiteY2-32" fmla="*/ 993 h 9997"/>
                <a:gd name="connsiteX3-33" fmla="*/ 5807 w 9326"/>
                <a:gd name="connsiteY3-34" fmla="*/ 0 h 9997"/>
                <a:gd name="connsiteX4-35" fmla="*/ 7813 w 9326"/>
                <a:gd name="connsiteY4-36" fmla="*/ 996 h 9997"/>
                <a:gd name="connsiteX5-37" fmla="*/ 9324 w 9326"/>
                <a:gd name="connsiteY5-38" fmla="*/ 5746 h 9997"/>
                <a:gd name="connsiteX6-39" fmla="*/ 8133 w 9326"/>
                <a:gd name="connsiteY6-40" fmla="*/ 9204 h 9997"/>
                <a:gd name="connsiteX7-41" fmla="*/ 6170 w 9326"/>
                <a:gd name="connsiteY7-42" fmla="*/ 8731 h 9997"/>
                <a:gd name="connsiteX8-43" fmla="*/ 5082 w 9326"/>
                <a:gd name="connsiteY8-44" fmla="*/ 9787 h 9997"/>
                <a:gd name="connsiteX9-45" fmla="*/ 3650 w 9326"/>
                <a:gd name="connsiteY9-46" fmla="*/ 9892 h 9997"/>
                <a:gd name="connsiteX10-47" fmla="*/ 2533 w 9326"/>
                <a:gd name="connsiteY10-48" fmla="*/ 7795 h 9997"/>
                <a:gd name="connsiteX11-49" fmla="*/ 1379 w 9326"/>
                <a:gd name="connsiteY11-50" fmla="*/ 7400 h 9997"/>
                <a:gd name="connsiteX12-51" fmla="*/ 4 w 9326"/>
                <a:gd name="connsiteY12-52" fmla="*/ 3988 h 9997"/>
                <a:gd name="connsiteX0-53" fmla="*/ 4 w 10001"/>
                <a:gd name="connsiteY0-54" fmla="*/ 3989 h 10041"/>
                <a:gd name="connsiteX1-55" fmla="*/ 890 w 10001"/>
                <a:gd name="connsiteY1-56" fmla="*/ 1575 h 10041"/>
                <a:gd name="connsiteX2-57" fmla="*/ 3902 w 10001"/>
                <a:gd name="connsiteY2-58" fmla="*/ 993 h 10041"/>
                <a:gd name="connsiteX3-59" fmla="*/ 6227 w 10001"/>
                <a:gd name="connsiteY3-60" fmla="*/ 0 h 10041"/>
                <a:gd name="connsiteX4-61" fmla="*/ 8378 w 10001"/>
                <a:gd name="connsiteY4-62" fmla="*/ 996 h 10041"/>
                <a:gd name="connsiteX5-63" fmla="*/ 9998 w 10001"/>
                <a:gd name="connsiteY5-64" fmla="*/ 5748 h 10041"/>
                <a:gd name="connsiteX6-65" fmla="*/ 8721 w 10001"/>
                <a:gd name="connsiteY6-66" fmla="*/ 9207 h 10041"/>
                <a:gd name="connsiteX7-67" fmla="*/ 5449 w 10001"/>
                <a:gd name="connsiteY7-68" fmla="*/ 9790 h 10041"/>
                <a:gd name="connsiteX8-69" fmla="*/ 3914 w 10001"/>
                <a:gd name="connsiteY8-70" fmla="*/ 9895 h 10041"/>
                <a:gd name="connsiteX9-71" fmla="*/ 2716 w 10001"/>
                <a:gd name="connsiteY9-72" fmla="*/ 7797 h 10041"/>
                <a:gd name="connsiteX10-73" fmla="*/ 1479 w 10001"/>
                <a:gd name="connsiteY10-74" fmla="*/ 7402 h 10041"/>
                <a:gd name="connsiteX11-75" fmla="*/ 4 w 10001"/>
                <a:gd name="connsiteY11-76" fmla="*/ 3989 h 10041"/>
                <a:gd name="connsiteX0-77" fmla="*/ 4 w 10001"/>
                <a:gd name="connsiteY0-78" fmla="*/ 3989 h 14825"/>
                <a:gd name="connsiteX1-79" fmla="*/ 890 w 10001"/>
                <a:gd name="connsiteY1-80" fmla="*/ 1575 h 14825"/>
                <a:gd name="connsiteX2-81" fmla="*/ 3902 w 10001"/>
                <a:gd name="connsiteY2-82" fmla="*/ 993 h 14825"/>
                <a:gd name="connsiteX3-83" fmla="*/ 6227 w 10001"/>
                <a:gd name="connsiteY3-84" fmla="*/ 0 h 14825"/>
                <a:gd name="connsiteX4-85" fmla="*/ 8378 w 10001"/>
                <a:gd name="connsiteY4-86" fmla="*/ 996 h 14825"/>
                <a:gd name="connsiteX5-87" fmla="*/ 9998 w 10001"/>
                <a:gd name="connsiteY5-88" fmla="*/ 5748 h 14825"/>
                <a:gd name="connsiteX6-89" fmla="*/ 8721 w 10001"/>
                <a:gd name="connsiteY6-90" fmla="*/ 9207 h 14825"/>
                <a:gd name="connsiteX7-91" fmla="*/ 6011 w 10001"/>
                <a:gd name="connsiteY7-92" fmla="*/ 14823 h 14825"/>
                <a:gd name="connsiteX8-93" fmla="*/ 3914 w 10001"/>
                <a:gd name="connsiteY8-94" fmla="*/ 9895 h 14825"/>
                <a:gd name="connsiteX9-95" fmla="*/ 2716 w 10001"/>
                <a:gd name="connsiteY9-96" fmla="*/ 7797 h 14825"/>
                <a:gd name="connsiteX10-97" fmla="*/ 1479 w 10001"/>
                <a:gd name="connsiteY10-98" fmla="*/ 7402 h 14825"/>
                <a:gd name="connsiteX11-99" fmla="*/ 4 w 10001"/>
                <a:gd name="connsiteY11-100" fmla="*/ 3989 h 14825"/>
                <a:gd name="connsiteX0-101" fmla="*/ 4 w 10001"/>
                <a:gd name="connsiteY0-102" fmla="*/ 7436 h 18272"/>
                <a:gd name="connsiteX1-103" fmla="*/ 890 w 10001"/>
                <a:gd name="connsiteY1-104" fmla="*/ 5022 h 18272"/>
                <a:gd name="connsiteX2-105" fmla="*/ 3902 w 10001"/>
                <a:gd name="connsiteY2-106" fmla="*/ 4440 h 18272"/>
                <a:gd name="connsiteX3-107" fmla="*/ 6026 w 10001"/>
                <a:gd name="connsiteY3-108" fmla="*/ 0 h 18272"/>
                <a:gd name="connsiteX4-109" fmla="*/ 8378 w 10001"/>
                <a:gd name="connsiteY4-110" fmla="*/ 4443 h 18272"/>
                <a:gd name="connsiteX5-111" fmla="*/ 9998 w 10001"/>
                <a:gd name="connsiteY5-112" fmla="*/ 9195 h 18272"/>
                <a:gd name="connsiteX6-113" fmla="*/ 8721 w 10001"/>
                <a:gd name="connsiteY6-114" fmla="*/ 12654 h 18272"/>
                <a:gd name="connsiteX7-115" fmla="*/ 6011 w 10001"/>
                <a:gd name="connsiteY7-116" fmla="*/ 18270 h 18272"/>
                <a:gd name="connsiteX8-117" fmla="*/ 3914 w 10001"/>
                <a:gd name="connsiteY8-118" fmla="*/ 13342 h 18272"/>
                <a:gd name="connsiteX9-119" fmla="*/ 2716 w 10001"/>
                <a:gd name="connsiteY9-120" fmla="*/ 11244 h 18272"/>
                <a:gd name="connsiteX10-121" fmla="*/ 1479 w 10001"/>
                <a:gd name="connsiteY10-122" fmla="*/ 10849 h 18272"/>
                <a:gd name="connsiteX11-123" fmla="*/ 4 w 10001"/>
                <a:gd name="connsiteY11-124" fmla="*/ 7436 h 18272"/>
                <a:gd name="connsiteX0-125" fmla="*/ 1 w 9998"/>
                <a:gd name="connsiteY0-126" fmla="*/ 7436 h 18272"/>
                <a:gd name="connsiteX1-127" fmla="*/ 3899 w 9998"/>
                <a:gd name="connsiteY1-128" fmla="*/ 4440 h 18272"/>
                <a:gd name="connsiteX2-129" fmla="*/ 6023 w 9998"/>
                <a:gd name="connsiteY2-130" fmla="*/ 0 h 18272"/>
                <a:gd name="connsiteX3-131" fmla="*/ 8375 w 9998"/>
                <a:gd name="connsiteY3-132" fmla="*/ 4443 h 18272"/>
                <a:gd name="connsiteX4-133" fmla="*/ 9995 w 9998"/>
                <a:gd name="connsiteY4-134" fmla="*/ 9195 h 18272"/>
                <a:gd name="connsiteX5-135" fmla="*/ 8718 w 9998"/>
                <a:gd name="connsiteY5-136" fmla="*/ 12654 h 18272"/>
                <a:gd name="connsiteX6-137" fmla="*/ 6008 w 9998"/>
                <a:gd name="connsiteY6-138" fmla="*/ 18270 h 18272"/>
                <a:gd name="connsiteX7-139" fmla="*/ 3911 w 9998"/>
                <a:gd name="connsiteY7-140" fmla="*/ 13342 h 18272"/>
                <a:gd name="connsiteX8-141" fmla="*/ 2713 w 9998"/>
                <a:gd name="connsiteY8-142" fmla="*/ 11244 h 18272"/>
                <a:gd name="connsiteX9-143" fmla="*/ 1476 w 9998"/>
                <a:gd name="connsiteY9-144" fmla="*/ 10849 h 18272"/>
                <a:gd name="connsiteX10-145" fmla="*/ 1 w 9998"/>
                <a:gd name="connsiteY10-146" fmla="*/ 7436 h 18272"/>
                <a:gd name="connsiteX0-147" fmla="*/ 35 w 8559"/>
                <a:gd name="connsiteY0-148" fmla="*/ 5938 h 10000"/>
                <a:gd name="connsiteX1-149" fmla="*/ 2459 w 8559"/>
                <a:gd name="connsiteY1-150" fmla="*/ 2430 h 10000"/>
                <a:gd name="connsiteX2-151" fmla="*/ 4583 w 8559"/>
                <a:gd name="connsiteY2-152" fmla="*/ 0 h 10000"/>
                <a:gd name="connsiteX3-153" fmla="*/ 6936 w 8559"/>
                <a:gd name="connsiteY3-154" fmla="*/ 2432 h 10000"/>
                <a:gd name="connsiteX4-155" fmla="*/ 8556 w 8559"/>
                <a:gd name="connsiteY4-156" fmla="*/ 5032 h 10000"/>
                <a:gd name="connsiteX5-157" fmla="*/ 7279 w 8559"/>
                <a:gd name="connsiteY5-158" fmla="*/ 6925 h 10000"/>
                <a:gd name="connsiteX6-159" fmla="*/ 4568 w 8559"/>
                <a:gd name="connsiteY6-160" fmla="*/ 9999 h 10000"/>
                <a:gd name="connsiteX7-161" fmla="*/ 2471 w 8559"/>
                <a:gd name="connsiteY7-162" fmla="*/ 7302 h 10000"/>
                <a:gd name="connsiteX8-163" fmla="*/ 1273 w 8559"/>
                <a:gd name="connsiteY8-164" fmla="*/ 6154 h 10000"/>
                <a:gd name="connsiteX9-165" fmla="*/ 35 w 8559"/>
                <a:gd name="connsiteY9-166" fmla="*/ 5938 h 10000"/>
                <a:gd name="connsiteX0-167" fmla="*/ 49 w 9820"/>
                <a:gd name="connsiteY0-168" fmla="*/ 4655 h 10000"/>
                <a:gd name="connsiteX1-169" fmla="*/ 2693 w 9820"/>
                <a:gd name="connsiteY1-170" fmla="*/ 2430 h 10000"/>
                <a:gd name="connsiteX2-171" fmla="*/ 5175 w 9820"/>
                <a:gd name="connsiteY2-172" fmla="*/ 0 h 10000"/>
                <a:gd name="connsiteX3-173" fmla="*/ 7924 w 9820"/>
                <a:gd name="connsiteY3-174" fmla="*/ 2432 h 10000"/>
                <a:gd name="connsiteX4-175" fmla="*/ 9816 w 9820"/>
                <a:gd name="connsiteY4-176" fmla="*/ 5032 h 10000"/>
                <a:gd name="connsiteX5-177" fmla="*/ 8324 w 9820"/>
                <a:gd name="connsiteY5-178" fmla="*/ 6925 h 10000"/>
                <a:gd name="connsiteX6-179" fmla="*/ 5157 w 9820"/>
                <a:gd name="connsiteY6-180" fmla="*/ 9999 h 10000"/>
                <a:gd name="connsiteX7-181" fmla="*/ 2707 w 9820"/>
                <a:gd name="connsiteY7-182" fmla="*/ 7302 h 10000"/>
                <a:gd name="connsiteX8-183" fmla="*/ 1307 w 9820"/>
                <a:gd name="connsiteY8-184" fmla="*/ 6154 h 10000"/>
                <a:gd name="connsiteX9-185" fmla="*/ 49 w 9820"/>
                <a:gd name="connsiteY9-186" fmla="*/ 4655 h 10000"/>
                <a:gd name="connsiteX0-187" fmla="*/ 45 w 9995"/>
                <a:gd name="connsiteY0-188" fmla="*/ 4655 h 10000"/>
                <a:gd name="connsiteX1-189" fmla="*/ 2737 w 9995"/>
                <a:gd name="connsiteY1-190" fmla="*/ 2430 h 10000"/>
                <a:gd name="connsiteX2-191" fmla="*/ 5265 w 9995"/>
                <a:gd name="connsiteY2-192" fmla="*/ 0 h 10000"/>
                <a:gd name="connsiteX3-193" fmla="*/ 8064 w 9995"/>
                <a:gd name="connsiteY3-194" fmla="*/ 2432 h 10000"/>
                <a:gd name="connsiteX4-195" fmla="*/ 9991 w 9995"/>
                <a:gd name="connsiteY4-196" fmla="*/ 5032 h 10000"/>
                <a:gd name="connsiteX5-197" fmla="*/ 8472 w 9995"/>
                <a:gd name="connsiteY5-198" fmla="*/ 6925 h 10000"/>
                <a:gd name="connsiteX6-199" fmla="*/ 5247 w 9995"/>
                <a:gd name="connsiteY6-200" fmla="*/ 9999 h 10000"/>
                <a:gd name="connsiteX7-201" fmla="*/ 2752 w 9995"/>
                <a:gd name="connsiteY7-202" fmla="*/ 7302 h 10000"/>
                <a:gd name="connsiteX8-203" fmla="*/ 1374 w 9995"/>
                <a:gd name="connsiteY8-204" fmla="*/ 6984 h 10000"/>
                <a:gd name="connsiteX9-205" fmla="*/ 45 w 9995"/>
                <a:gd name="connsiteY9-206" fmla="*/ 4655 h 10000"/>
                <a:gd name="connsiteX0-207" fmla="*/ 45 w 10000"/>
                <a:gd name="connsiteY0-208" fmla="*/ 5032 h 10377"/>
                <a:gd name="connsiteX1-209" fmla="*/ 2738 w 10000"/>
                <a:gd name="connsiteY1-210" fmla="*/ 2807 h 10377"/>
                <a:gd name="connsiteX2-211" fmla="*/ 4886 w 10000"/>
                <a:gd name="connsiteY2-212" fmla="*/ 0 h 10377"/>
                <a:gd name="connsiteX3-213" fmla="*/ 8068 w 10000"/>
                <a:gd name="connsiteY3-214" fmla="*/ 2809 h 10377"/>
                <a:gd name="connsiteX4-215" fmla="*/ 9996 w 10000"/>
                <a:gd name="connsiteY4-216" fmla="*/ 5409 h 10377"/>
                <a:gd name="connsiteX5-217" fmla="*/ 8476 w 10000"/>
                <a:gd name="connsiteY5-218" fmla="*/ 7302 h 10377"/>
                <a:gd name="connsiteX6-219" fmla="*/ 5250 w 10000"/>
                <a:gd name="connsiteY6-220" fmla="*/ 10376 h 10377"/>
                <a:gd name="connsiteX7-221" fmla="*/ 2753 w 10000"/>
                <a:gd name="connsiteY7-222" fmla="*/ 7679 h 10377"/>
                <a:gd name="connsiteX8-223" fmla="*/ 1375 w 10000"/>
                <a:gd name="connsiteY8-224" fmla="*/ 7361 h 10377"/>
                <a:gd name="connsiteX9-225" fmla="*/ 45 w 10000"/>
                <a:gd name="connsiteY9-226" fmla="*/ 5032 h 10377"/>
                <a:gd name="connsiteX0-227" fmla="*/ 45 w 10000"/>
                <a:gd name="connsiteY0-228" fmla="*/ 5036 h 10381"/>
                <a:gd name="connsiteX1-229" fmla="*/ 2738 w 10000"/>
                <a:gd name="connsiteY1-230" fmla="*/ 2811 h 10381"/>
                <a:gd name="connsiteX2-231" fmla="*/ 4886 w 10000"/>
                <a:gd name="connsiteY2-232" fmla="*/ 4 h 10381"/>
                <a:gd name="connsiteX3-233" fmla="*/ 8068 w 10000"/>
                <a:gd name="connsiteY3-234" fmla="*/ 2813 h 10381"/>
                <a:gd name="connsiteX4-235" fmla="*/ 9996 w 10000"/>
                <a:gd name="connsiteY4-236" fmla="*/ 5413 h 10381"/>
                <a:gd name="connsiteX5-237" fmla="*/ 8476 w 10000"/>
                <a:gd name="connsiteY5-238" fmla="*/ 7306 h 10381"/>
                <a:gd name="connsiteX6-239" fmla="*/ 5250 w 10000"/>
                <a:gd name="connsiteY6-240" fmla="*/ 10380 h 10381"/>
                <a:gd name="connsiteX7-241" fmla="*/ 2753 w 10000"/>
                <a:gd name="connsiteY7-242" fmla="*/ 7683 h 10381"/>
                <a:gd name="connsiteX8-243" fmla="*/ 1375 w 10000"/>
                <a:gd name="connsiteY8-244" fmla="*/ 7365 h 10381"/>
                <a:gd name="connsiteX9-245" fmla="*/ 45 w 10000"/>
                <a:gd name="connsiteY9-246" fmla="*/ 5036 h 10381"/>
                <a:gd name="connsiteX0-247" fmla="*/ 45 w 10000"/>
                <a:gd name="connsiteY0-248" fmla="*/ 5036 h 10796"/>
                <a:gd name="connsiteX1-249" fmla="*/ 2738 w 10000"/>
                <a:gd name="connsiteY1-250" fmla="*/ 2811 h 10796"/>
                <a:gd name="connsiteX2-251" fmla="*/ 4886 w 10000"/>
                <a:gd name="connsiteY2-252" fmla="*/ 4 h 10796"/>
                <a:gd name="connsiteX3-253" fmla="*/ 8068 w 10000"/>
                <a:gd name="connsiteY3-254" fmla="*/ 2813 h 10796"/>
                <a:gd name="connsiteX4-255" fmla="*/ 9996 w 10000"/>
                <a:gd name="connsiteY4-256" fmla="*/ 5413 h 10796"/>
                <a:gd name="connsiteX5-257" fmla="*/ 8476 w 10000"/>
                <a:gd name="connsiteY5-258" fmla="*/ 7306 h 10796"/>
                <a:gd name="connsiteX6-259" fmla="*/ 5202 w 10000"/>
                <a:gd name="connsiteY6-260" fmla="*/ 10795 h 10796"/>
                <a:gd name="connsiteX7-261" fmla="*/ 2753 w 10000"/>
                <a:gd name="connsiteY7-262" fmla="*/ 7683 h 10796"/>
                <a:gd name="connsiteX8-263" fmla="*/ 1375 w 10000"/>
                <a:gd name="connsiteY8-264" fmla="*/ 7365 h 10796"/>
                <a:gd name="connsiteX9-265" fmla="*/ 45 w 10000"/>
                <a:gd name="connsiteY9-266" fmla="*/ 5036 h 10796"/>
                <a:gd name="connsiteX0-267" fmla="*/ 45 w 10000"/>
                <a:gd name="connsiteY0-268" fmla="*/ 5036 h 10795"/>
                <a:gd name="connsiteX1-269" fmla="*/ 2738 w 10000"/>
                <a:gd name="connsiteY1-270" fmla="*/ 2811 h 10795"/>
                <a:gd name="connsiteX2-271" fmla="*/ 4886 w 10000"/>
                <a:gd name="connsiteY2-272" fmla="*/ 4 h 10795"/>
                <a:gd name="connsiteX3-273" fmla="*/ 8068 w 10000"/>
                <a:gd name="connsiteY3-274" fmla="*/ 2813 h 10795"/>
                <a:gd name="connsiteX4-275" fmla="*/ 9996 w 10000"/>
                <a:gd name="connsiteY4-276" fmla="*/ 5413 h 10795"/>
                <a:gd name="connsiteX5-277" fmla="*/ 8476 w 10000"/>
                <a:gd name="connsiteY5-278" fmla="*/ 7306 h 10795"/>
                <a:gd name="connsiteX6-279" fmla="*/ 5202 w 10000"/>
                <a:gd name="connsiteY6-280" fmla="*/ 10795 h 10795"/>
                <a:gd name="connsiteX7-281" fmla="*/ 2753 w 10000"/>
                <a:gd name="connsiteY7-282" fmla="*/ 7683 h 10795"/>
                <a:gd name="connsiteX8-283" fmla="*/ 1375 w 10000"/>
                <a:gd name="connsiteY8-284" fmla="*/ 7365 h 10795"/>
                <a:gd name="connsiteX9-285" fmla="*/ 45 w 10000"/>
                <a:gd name="connsiteY9-286" fmla="*/ 5036 h 10795"/>
                <a:gd name="connsiteX0-287" fmla="*/ 45 w 10000"/>
                <a:gd name="connsiteY0-288" fmla="*/ 5036 h 10795"/>
                <a:gd name="connsiteX1-289" fmla="*/ 2738 w 10000"/>
                <a:gd name="connsiteY1-290" fmla="*/ 2811 h 10795"/>
                <a:gd name="connsiteX2-291" fmla="*/ 4886 w 10000"/>
                <a:gd name="connsiteY2-292" fmla="*/ 4 h 10795"/>
                <a:gd name="connsiteX3-293" fmla="*/ 8068 w 10000"/>
                <a:gd name="connsiteY3-294" fmla="*/ 2813 h 10795"/>
                <a:gd name="connsiteX4-295" fmla="*/ 9996 w 10000"/>
                <a:gd name="connsiteY4-296" fmla="*/ 5413 h 10795"/>
                <a:gd name="connsiteX5-297" fmla="*/ 8476 w 10000"/>
                <a:gd name="connsiteY5-298" fmla="*/ 7306 h 10795"/>
                <a:gd name="connsiteX6-299" fmla="*/ 5202 w 10000"/>
                <a:gd name="connsiteY6-300" fmla="*/ 10795 h 10795"/>
                <a:gd name="connsiteX7-301" fmla="*/ 2753 w 10000"/>
                <a:gd name="connsiteY7-302" fmla="*/ 7683 h 10795"/>
                <a:gd name="connsiteX8-303" fmla="*/ 1375 w 10000"/>
                <a:gd name="connsiteY8-304" fmla="*/ 7365 h 10795"/>
                <a:gd name="connsiteX9-305" fmla="*/ 45 w 10000"/>
                <a:gd name="connsiteY9-306" fmla="*/ 5036 h 1079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262" name="Group 261"/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263" name="Group 262"/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12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16" name="Oval 315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17" name="Rectangle 316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18" name="Oval 317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19" name="Freeform 318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20" name="Freeform 319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21" name="Freeform 320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22" name="Freeform 321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323" name="Straight Connector 322"/>
                  <p:cNvCxnSpPr>
                    <a:endCxn id="31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4" name="Straight Connector 323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13" name="Group 312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14" name="Oval 313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5" name="TextBox 314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1b</a:t>
                    </a:r>
                  </a:p>
                </p:txBody>
              </p:sp>
            </p:grpSp>
          </p:grpSp>
          <p:grpSp>
            <p:nvGrpSpPr>
              <p:cNvPr id="264" name="Group 263"/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99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03" name="Oval 302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04" name="Rectangle 303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5" name="Oval 304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06" name="Freeform 305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7" name="Freeform 306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8" name="Freeform 307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9" name="Freeform 308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310" name="Straight Connector 309"/>
                  <p:cNvCxnSpPr>
                    <a:endCxn id="30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1" name="Straight Connector 310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00" name="Group 299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01" name="Oval 300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2" name="TextBox 301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1d</a:t>
                    </a:r>
                  </a:p>
                </p:txBody>
              </p:sp>
            </p:grpSp>
          </p:grpSp>
          <p:grpSp>
            <p:nvGrpSpPr>
              <p:cNvPr id="265" name="Group 264"/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86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90" name="Oval 289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91" name="Rectangle 290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2" name="Oval 291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93" name="Freeform 292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4" name="Freeform 293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5" name="Freeform 294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6" name="Freeform 295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97" name="Straight Connector 296"/>
                  <p:cNvCxnSpPr>
                    <a:endCxn id="292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8" name="Straight Connector 297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87" name="Group 286"/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288" name="Oval 287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9" name="TextBox 288"/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1c</a:t>
                    </a:r>
                  </a:p>
                </p:txBody>
              </p:sp>
            </p:grpSp>
          </p:grpSp>
          <p:grpSp>
            <p:nvGrpSpPr>
              <p:cNvPr id="266" name="Group 265"/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73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77" name="Oval 276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78" name="Rectangle 277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79" name="Oval 278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80" name="Freeform 279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81" name="Freeform 280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82" name="Freeform 281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83" name="Freeform 282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84" name="Straight Connector 283"/>
                  <p:cNvCxnSpPr>
                    <a:endCxn id="279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5" name="Straight Connector 284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4" name="Group 273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275" name="Oval 274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6" name="TextBox 275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1a</a:t>
                    </a:r>
                  </a:p>
                </p:txBody>
              </p:sp>
            </p:grpSp>
          </p:grpSp>
          <p:cxnSp>
            <p:nvCxnSpPr>
              <p:cNvPr id="269" name="Straight Connector 268"/>
              <p:cNvCxnSpPr>
                <a:stCxn id="316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70" name="Straight Connector 269"/>
              <p:cNvCxnSpPr/>
              <p:nvPr/>
            </p:nvCxnSpPr>
            <p:spPr bwMode="auto">
              <a:xfrm>
                <a:off x="1315140" y="3783345"/>
                <a:ext cx="489235" cy="35258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71" name="Straight Connector 270"/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37" name="Straight Connector 336"/>
              <p:cNvCxnSpPr>
                <a:cxnSpLocks/>
              </p:cNvCxnSpPr>
              <p:nvPr/>
            </p:nvCxnSpPr>
            <p:spPr bwMode="auto">
              <a:xfrm flipV="1">
                <a:off x="1319809" y="3154477"/>
                <a:ext cx="536398" cy="381249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197" name="Freeform 2"/>
          <p:cNvSpPr/>
          <p:nvPr/>
        </p:nvSpPr>
        <p:spPr bwMode="auto">
          <a:xfrm>
            <a:off x="3167138" y="2633284"/>
            <a:ext cx="2545688" cy="1720535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-1" fmla="*/ 4 w 8600"/>
              <a:gd name="connsiteY0-2" fmla="*/ 4042 h 10128"/>
              <a:gd name="connsiteX1-3" fmla="*/ 715 w 8600"/>
              <a:gd name="connsiteY1-4" fmla="*/ 1598 h 10128"/>
              <a:gd name="connsiteX2-5" fmla="*/ 3130 w 8600"/>
              <a:gd name="connsiteY2-6" fmla="*/ 1009 h 10128"/>
              <a:gd name="connsiteX3-7" fmla="*/ 4995 w 8600"/>
              <a:gd name="connsiteY3-8" fmla="*/ 3 h 10128"/>
              <a:gd name="connsiteX4-9" fmla="*/ 6720 w 8600"/>
              <a:gd name="connsiteY4-10" fmla="*/ 1012 h 10128"/>
              <a:gd name="connsiteX5-11" fmla="*/ 8599 w 8600"/>
              <a:gd name="connsiteY5-12" fmla="*/ 6800 h 10128"/>
              <a:gd name="connsiteX6-13" fmla="*/ 6995 w 8600"/>
              <a:gd name="connsiteY6-14" fmla="*/ 9325 h 10128"/>
              <a:gd name="connsiteX7-15" fmla="*/ 5307 w 8600"/>
              <a:gd name="connsiteY7-16" fmla="*/ 8846 h 10128"/>
              <a:gd name="connsiteX8-17" fmla="*/ 4371 w 8600"/>
              <a:gd name="connsiteY8-18" fmla="*/ 9915 h 10128"/>
              <a:gd name="connsiteX9-19" fmla="*/ 3140 w 8600"/>
              <a:gd name="connsiteY9-20" fmla="*/ 10022 h 10128"/>
              <a:gd name="connsiteX10-21" fmla="*/ 2179 w 8600"/>
              <a:gd name="connsiteY10-22" fmla="*/ 7898 h 10128"/>
              <a:gd name="connsiteX11-23" fmla="*/ 1187 w 8600"/>
              <a:gd name="connsiteY11-24" fmla="*/ 7498 h 10128"/>
              <a:gd name="connsiteX12-25" fmla="*/ 4 w 8600"/>
              <a:gd name="connsiteY12-26" fmla="*/ 4042 h 10128"/>
              <a:gd name="connsiteX0-27" fmla="*/ 4 w 9326"/>
              <a:gd name="connsiteY0-28" fmla="*/ 3988 h 9997"/>
              <a:gd name="connsiteX1-29" fmla="*/ 830 w 9326"/>
              <a:gd name="connsiteY1-30" fmla="*/ 1575 h 9997"/>
              <a:gd name="connsiteX2-31" fmla="*/ 3639 w 9326"/>
              <a:gd name="connsiteY2-32" fmla="*/ 993 h 9997"/>
              <a:gd name="connsiteX3-33" fmla="*/ 5807 w 9326"/>
              <a:gd name="connsiteY3-34" fmla="*/ 0 h 9997"/>
              <a:gd name="connsiteX4-35" fmla="*/ 7813 w 9326"/>
              <a:gd name="connsiteY4-36" fmla="*/ 996 h 9997"/>
              <a:gd name="connsiteX5-37" fmla="*/ 9324 w 9326"/>
              <a:gd name="connsiteY5-38" fmla="*/ 5746 h 9997"/>
              <a:gd name="connsiteX6-39" fmla="*/ 8133 w 9326"/>
              <a:gd name="connsiteY6-40" fmla="*/ 9204 h 9997"/>
              <a:gd name="connsiteX7-41" fmla="*/ 6170 w 9326"/>
              <a:gd name="connsiteY7-42" fmla="*/ 8731 h 9997"/>
              <a:gd name="connsiteX8-43" fmla="*/ 5082 w 9326"/>
              <a:gd name="connsiteY8-44" fmla="*/ 9787 h 9997"/>
              <a:gd name="connsiteX9-45" fmla="*/ 3650 w 9326"/>
              <a:gd name="connsiteY9-46" fmla="*/ 9892 h 9997"/>
              <a:gd name="connsiteX10-47" fmla="*/ 2533 w 9326"/>
              <a:gd name="connsiteY10-48" fmla="*/ 7795 h 9997"/>
              <a:gd name="connsiteX11-49" fmla="*/ 1379 w 9326"/>
              <a:gd name="connsiteY11-50" fmla="*/ 7400 h 9997"/>
              <a:gd name="connsiteX12-51" fmla="*/ 4 w 9326"/>
              <a:gd name="connsiteY12-52" fmla="*/ 3988 h 9997"/>
              <a:gd name="connsiteX0-53" fmla="*/ 4 w 10001"/>
              <a:gd name="connsiteY0-54" fmla="*/ 3989 h 10041"/>
              <a:gd name="connsiteX1-55" fmla="*/ 890 w 10001"/>
              <a:gd name="connsiteY1-56" fmla="*/ 1575 h 10041"/>
              <a:gd name="connsiteX2-57" fmla="*/ 3902 w 10001"/>
              <a:gd name="connsiteY2-58" fmla="*/ 993 h 10041"/>
              <a:gd name="connsiteX3-59" fmla="*/ 6227 w 10001"/>
              <a:gd name="connsiteY3-60" fmla="*/ 0 h 10041"/>
              <a:gd name="connsiteX4-61" fmla="*/ 8378 w 10001"/>
              <a:gd name="connsiteY4-62" fmla="*/ 996 h 10041"/>
              <a:gd name="connsiteX5-63" fmla="*/ 9998 w 10001"/>
              <a:gd name="connsiteY5-64" fmla="*/ 5748 h 10041"/>
              <a:gd name="connsiteX6-65" fmla="*/ 8721 w 10001"/>
              <a:gd name="connsiteY6-66" fmla="*/ 9207 h 10041"/>
              <a:gd name="connsiteX7-67" fmla="*/ 5449 w 10001"/>
              <a:gd name="connsiteY7-68" fmla="*/ 9790 h 10041"/>
              <a:gd name="connsiteX8-69" fmla="*/ 3914 w 10001"/>
              <a:gd name="connsiteY8-70" fmla="*/ 9895 h 10041"/>
              <a:gd name="connsiteX9-71" fmla="*/ 2716 w 10001"/>
              <a:gd name="connsiteY9-72" fmla="*/ 7797 h 10041"/>
              <a:gd name="connsiteX10-73" fmla="*/ 1479 w 10001"/>
              <a:gd name="connsiteY10-74" fmla="*/ 7402 h 10041"/>
              <a:gd name="connsiteX11-75" fmla="*/ 4 w 10001"/>
              <a:gd name="connsiteY11-76" fmla="*/ 3989 h 10041"/>
              <a:gd name="connsiteX0-77" fmla="*/ 4 w 10001"/>
              <a:gd name="connsiteY0-78" fmla="*/ 3989 h 14825"/>
              <a:gd name="connsiteX1-79" fmla="*/ 890 w 10001"/>
              <a:gd name="connsiteY1-80" fmla="*/ 1575 h 14825"/>
              <a:gd name="connsiteX2-81" fmla="*/ 3902 w 10001"/>
              <a:gd name="connsiteY2-82" fmla="*/ 993 h 14825"/>
              <a:gd name="connsiteX3-83" fmla="*/ 6227 w 10001"/>
              <a:gd name="connsiteY3-84" fmla="*/ 0 h 14825"/>
              <a:gd name="connsiteX4-85" fmla="*/ 8378 w 10001"/>
              <a:gd name="connsiteY4-86" fmla="*/ 996 h 14825"/>
              <a:gd name="connsiteX5-87" fmla="*/ 9998 w 10001"/>
              <a:gd name="connsiteY5-88" fmla="*/ 5748 h 14825"/>
              <a:gd name="connsiteX6-89" fmla="*/ 8721 w 10001"/>
              <a:gd name="connsiteY6-90" fmla="*/ 9207 h 14825"/>
              <a:gd name="connsiteX7-91" fmla="*/ 6011 w 10001"/>
              <a:gd name="connsiteY7-92" fmla="*/ 14823 h 14825"/>
              <a:gd name="connsiteX8-93" fmla="*/ 3914 w 10001"/>
              <a:gd name="connsiteY8-94" fmla="*/ 9895 h 14825"/>
              <a:gd name="connsiteX9-95" fmla="*/ 2716 w 10001"/>
              <a:gd name="connsiteY9-96" fmla="*/ 7797 h 14825"/>
              <a:gd name="connsiteX10-97" fmla="*/ 1479 w 10001"/>
              <a:gd name="connsiteY10-98" fmla="*/ 7402 h 14825"/>
              <a:gd name="connsiteX11-99" fmla="*/ 4 w 10001"/>
              <a:gd name="connsiteY11-100" fmla="*/ 3989 h 14825"/>
              <a:gd name="connsiteX0-101" fmla="*/ 4 w 10001"/>
              <a:gd name="connsiteY0-102" fmla="*/ 7436 h 18272"/>
              <a:gd name="connsiteX1-103" fmla="*/ 890 w 10001"/>
              <a:gd name="connsiteY1-104" fmla="*/ 5022 h 18272"/>
              <a:gd name="connsiteX2-105" fmla="*/ 3902 w 10001"/>
              <a:gd name="connsiteY2-106" fmla="*/ 4440 h 18272"/>
              <a:gd name="connsiteX3-107" fmla="*/ 6026 w 10001"/>
              <a:gd name="connsiteY3-108" fmla="*/ 0 h 18272"/>
              <a:gd name="connsiteX4-109" fmla="*/ 8378 w 10001"/>
              <a:gd name="connsiteY4-110" fmla="*/ 4443 h 18272"/>
              <a:gd name="connsiteX5-111" fmla="*/ 9998 w 10001"/>
              <a:gd name="connsiteY5-112" fmla="*/ 9195 h 18272"/>
              <a:gd name="connsiteX6-113" fmla="*/ 8721 w 10001"/>
              <a:gd name="connsiteY6-114" fmla="*/ 12654 h 18272"/>
              <a:gd name="connsiteX7-115" fmla="*/ 6011 w 10001"/>
              <a:gd name="connsiteY7-116" fmla="*/ 18270 h 18272"/>
              <a:gd name="connsiteX8-117" fmla="*/ 3914 w 10001"/>
              <a:gd name="connsiteY8-118" fmla="*/ 13342 h 18272"/>
              <a:gd name="connsiteX9-119" fmla="*/ 2716 w 10001"/>
              <a:gd name="connsiteY9-120" fmla="*/ 11244 h 18272"/>
              <a:gd name="connsiteX10-121" fmla="*/ 1479 w 10001"/>
              <a:gd name="connsiteY10-122" fmla="*/ 10849 h 18272"/>
              <a:gd name="connsiteX11-123" fmla="*/ 4 w 10001"/>
              <a:gd name="connsiteY11-124" fmla="*/ 7436 h 18272"/>
              <a:gd name="connsiteX0-125" fmla="*/ 1 w 9998"/>
              <a:gd name="connsiteY0-126" fmla="*/ 7436 h 18272"/>
              <a:gd name="connsiteX1-127" fmla="*/ 3899 w 9998"/>
              <a:gd name="connsiteY1-128" fmla="*/ 4440 h 18272"/>
              <a:gd name="connsiteX2-129" fmla="*/ 6023 w 9998"/>
              <a:gd name="connsiteY2-130" fmla="*/ 0 h 18272"/>
              <a:gd name="connsiteX3-131" fmla="*/ 8375 w 9998"/>
              <a:gd name="connsiteY3-132" fmla="*/ 4443 h 18272"/>
              <a:gd name="connsiteX4-133" fmla="*/ 9995 w 9998"/>
              <a:gd name="connsiteY4-134" fmla="*/ 9195 h 18272"/>
              <a:gd name="connsiteX5-135" fmla="*/ 8718 w 9998"/>
              <a:gd name="connsiteY5-136" fmla="*/ 12654 h 18272"/>
              <a:gd name="connsiteX6-137" fmla="*/ 6008 w 9998"/>
              <a:gd name="connsiteY6-138" fmla="*/ 18270 h 18272"/>
              <a:gd name="connsiteX7-139" fmla="*/ 3911 w 9998"/>
              <a:gd name="connsiteY7-140" fmla="*/ 13342 h 18272"/>
              <a:gd name="connsiteX8-141" fmla="*/ 2713 w 9998"/>
              <a:gd name="connsiteY8-142" fmla="*/ 11244 h 18272"/>
              <a:gd name="connsiteX9-143" fmla="*/ 1476 w 9998"/>
              <a:gd name="connsiteY9-144" fmla="*/ 10849 h 18272"/>
              <a:gd name="connsiteX10-145" fmla="*/ 1 w 9998"/>
              <a:gd name="connsiteY10-146" fmla="*/ 7436 h 18272"/>
              <a:gd name="connsiteX0-147" fmla="*/ 35 w 8559"/>
              <a:gd name="connsiteY0-148" fmla="*/ 5938 h 10000"/>
              <a:gd name="connsiteX1-149" fmla="*/ 2459 w 8559"/>
              <a:gd name="connsiteY1-150" fmla="*/ 2430 h 10000"/>
              <a:gd name="connsiteX2-151" fmla="*/ 4583 w 8559"/>
              <a:gd name="connsiteY2-152" fmla="*/ 0 h 10000"/>
              <a:gd name="connsiteX3-153" fmla="*/ 6936 w 8559"/>
              <a:gd name="connsiteY3-154" fmla="*/ 2432 h 10000"/>
              <a:gd name="connsiteX4-155" fmla="*/ 8556 w 8559"/>
              <a:gd name="connsiteY4-156" fmla="*/ 5032 h 10000"/>
              <a:gd name="connsiteX5-157" fmla="*/ 7279 w 8559"/>
              <a:gd name="connsiteY5-158" fmla="*/ 6925 h 10000"/>
              <a:gd name="connsiteX6-159" fmla="*/ 4568 w 8559"/>
              <a:gd name="connsiteY6-160" fmla="*/ 9999 h 10000"/>
              <a:gd name="connsiteX7-161" fmla="*/ 2471 w 8559"/>
              <a:gd name="connsiteY7-162" fmla="*/ 7302 h 10000"/>
              <a:gd name="connsiteX8-163" fmla="*/ 1273 w 8559"/>
              <a:gd name="connsiteY8-164" fmla="*/ 6154 h 10000"/>
              <a:gd name="connsiteX9-165" fmla="*/ 35 w 8559"/>
              <a:gd name="connsiteY9-166" fmla="*/ 5938 h 10000"/>
              <a:gd name="connsiteX0-167" fmla="*/ 49 w 9820"/>
              <a:gd name="connsiteY0-168" fmla="*/ 4655 h 10000"/>
              <a:gd name="connsiteX1-169" fmla="*/ 2693 w 9820"/>
              <a:gd name="connsiteY1-170" fmla="*/ 2430 h 10000"/>
              <a:gd name="connsiteX2-171" fmla="*/ 5175 w 9820"/>
              <a:gd name="connsiteY2-172" fmla="*/ 0 h 10000"/>
              <a:gd name="connsiteX3-173" fmla="*/ 7924 w 9820"/>
              <a:gd name="connsiteY3-174" fmla="*/ 2432 h 10000"/>
              <a:gd name="connsiteX4-175" fmla="*/ 9816 w 9820"/>
              <a:gd name="connsiteY4-176" fmla="*/ 5032 h 10000"/>
              <a:gd name="connsiteX5-177" fmla="*/ 8324 w 9820"/>
              <a:gd name="connsiteY5-178" fmla="*/ 6925 h 10000"/>
              <a:gd name="connsiteX6-179" fmla="*/ 5157 w 9820"/>
              <a:gd name="connsiteY6-180" fmla="*/ 9999 h 10000"/>
              <a:gd name="connsiteX7-181" fmla="*/ 2707 w 9820"/>
              <a:gd name="connsiteY7-182" fmla="*/ 7302 h 10000"/>
              <a:gd name="connsiteX8-183" fmla="*/ 1307 w 9820"/>
              <a:gd name="connsiteY8-184" fmla="*/ 6154 h 10000"/>
              <a:gd name="connsiteX9-185" fmla="*/ 49 w 9820"/>
              <a:gd name="connsiteY9-186" fmla="*/ 4655 h 10000"/>
              <a:gd name="connsiteX0-187" fmla="*/ 45 w 9995"/>
              <a:gd name="connsiteY0-188" fmla="*/ 4655 h 10000"/>
              <a:gd name="connsiteX1-189" fmla="*/ 2737 w 9995"/>
              <a:gd name="connsiteY1-190" fmla="*/ 2430 h 10000"/>
              <a:gd name="connsiteX2-191" fmla="*/ 5265 w 9995"/>
              <a:gd name="connsiteY2-192" fmla="*/ 0 h 10000"/>
              <a:gd name="connsiteX3-193" fmla="*/ 8064 w 9995"/>
              <a:gd name="connsiteY3-194" fmla="*/ 2432 h 10000"/>
              <a:gd name="connsiteX4-195" fmla="*/ 9991 w 9995"/>
              <a:gd name="connsiteY4-196" fmla="*/ 5032 h 10000"/>
              <a:gd name="connsiteX5-197" fmla="*/ 8472 w 9995"/>
              <a:gd name="connsiteY5-198" fmla="*/ 6925 h 10000"/>
              <a:gd name="connsiteX6-199" fmla="*/ 5247 w 9995"/>
              <a:gd name="connsiteY6-200" fmla="*/ 9999 h 10000"/>
              <a:gd name="connsiteX7-201" fmla="*/ 2752 w 9995"/>
              <a:gd name="connsiteY7-202" fmla="*/ 7302 h 10000"/>
              <a:gd name="connsiteX8-203" fmla="*/ 1374 w 9995"/>
              <a:gd name="connsiteY8-204" fmla="*/ 6984 h 10000"/>
              <a:gd name="connsiteX9-205" fmla="*/ 45 w 9995"/>
              <a:gd name="connsiteY9-206" fmla="*/ 4655 h 10000"/>
              <a:gd name="connsiteX0-207" fmla="*/ 45 w 10000"/>
              <a:gd name="connsiteY0-208" fmla="*/ 5032 h 10377"/>
              <a:gd name="connsiteX1-209" fmla="*/ 2738 w 10000"/>
              <a:gd name="connsiteY1-210" fmla="*/ 2807 h 10377"/>
              <a:gd name="connsiteX2-211" fmla="*/ 4886 w 10000"/>
              <a:gd name="connsiteY2-212" fmla="*/ 0 h 10377"/>
              <a:gd name="connsiteX3-213" fmla="*/ 8068 w 10000"/>
              <a:gd name="connsiteY3-214" fmla="*/ 2809 h 10377"/>
              <a:gd name="connsiteX4-215" fmla="*/ 9996 w 10000"/>
              <a:gd name="connsiteY4-216" fmla="*/ 5409 h 10377"/>
              <a:gd name="connsiteX5-217" fmla="*/ 8476 w 10000"/>
              <a:gd name="connsiteY5-218" fmla="*/ 7302 h 10377"/>
              <a:gd name="connsiteX6-219" fmla="*/ 5250 w 10000"/>
              <a:gd name="connsiteY6-220" fmla="*/ 10376 h 10377"/>
              <a:gd name="connsiteX7-221" fmla="*/ 2753 w 10000"/>
              <a:gd name="connsiteY7-222" fmla="*/ 7679 h 10377"/>
              <a:gd name="connsiteX8-223" fmla="*/ 1375 w 10000"/>
              <a:gd name="connsiteY8-224" fmla="*/ 7361 h 10377"/>
              <a:gd name="connsiteX9-225" fmla="*/ 45 w 10000"/>
              <a:gd name="connsiteY9-226" fmla="*/ 5032 h 10377"/>
              <a:gd name="connsiteX0-227" fmla="*/ 45 w 10000"/>
              <a:gd name="connsiteY0-228" fmla="*/ 5036 h 10381"/>
              <a:gd name="connsiteX1-229" fmla="*/ 2738 w 10000"/>
              <a:gd name="connsiteY1-230" fmla="*/ 2811 h 10381"/>
              <a:gd name="connsiteX2-231" fmla="*/ 4886 w 10000"/>
              <a:gd name="connsiteY2-232" fmla="*/ 4 h 10381"/>
              <a:gd name="connsiteX3-233" fmla="*/ 8068 w 10000"/>
              <a:gd name="connsiteY3-234" fmla="*/ 2813 h 10381"/>
              <a:gd name="connsiteX4-235" fmla="*/ 9996 w 10000"/>
              <a:gd name="connsiteY4-236" fmla="*/ 5413 h 10381"/>
              <a:gd name="connsiteX5-237" fmla="*/ 8476 w 10000"/>
              <a:gd name="connsiteY5-238" fmla="*/ 7306 h 10381"/>
              <a:gd name="connsiteX6-239" fmla="*/ 5250 w 10000"/>
              <a:gd name="connsiteY6-240" fmla="*/ 10380 h 10381"/>
              <a:gd name="connsiteX7-241" fmla="*/ 2753 w 10000"/>
              <a:gd name="connsiteY7-242" fmla="*/ 7683 h 10381"/>
              <a:gd name="connsiteX8-243" fmla="*/ 1375 w 10000"/>
              <a:gd name="connsiteY8-244" fmla="*/ 7365 h 10381"/>
              <a:gd name="connsiteX9-245" fmla="*/ 45 w 10000"/>
              <a:gd name="connsiteY9-246" fmla="*/ 5036 h 10381"/>
              <a:gd name="connsiteX0-247" fmla="*/ 45 w 10000"/>
              <a:gd name="connsiteY0-248" fmla="*/ 5036 h 10796"/>
              <a:gd name="connsiteX1-249" fmla="*/ 2738 w 10000"/>
              <a:gd name="connsiteY1-250" fmla="*/ 2811 h 10796"/>
              <a:gd name="connsiteX2-251" fmla="*/ 4886 w 10000"/>
              <a:gd name="connsiteY2-252" fmla="*/ 4 h 10796"/>
              <a:gd name="connsiteX3-253" fmla="*/ 8068 w 10000"/>
              <a:gd name="connsiteY3-254" fmla="*/ 2813 h 10796"/>
              <a:gd name="connsiteX4-255" fmla="*/ 9996 w 10000"/>
              <a:gd name="connsiteY4-256" fmla="*/ 5413 h 10796"/>
              <a:gd name="connsiteX5-257" fmla="*/ 8476 w 10000"/>
              <a:gd name="connsiteY5-258" fmla="*/ 7306 h 10796"/>
              <a:gd name="connsiteX6-259" fmla="*/ 5202 w 10000"/>
              <a:gd name="connsiteY6-260" fmla="*/ 10795 h 10796"/>
              <a:gd name="connsiteX7-261" fmla="*/ 2753 w 10000"/>
              <a:gd name="connsiteY7-262" fmla="*/ 7683 h 10796"/>
              <a:gd name="connsiteX8-263" fmla="*/ 1375 w 10000"/>
              <a:gd name="connsiteY8-264" fmla="*/ 7365 h 10796"/>
              <a:gd name="connsiteX9-265" fmla="*/ 45 w 10000"/>
              <a:gd name="connsiteY9-266" fmla="*/ 5036 h 10796"/>
              <a:gd name="connsiteX0-267" fmla="*/ 45 w 10000"/>
              <a:gd name="connsiteY0-268" fmla="*/ 5036 h 10795"/>
              <a:gd name="connsiteX1-269" fmla="*/ 2738 w 10000"/>
              <a:gd name="connsiteY1-270" fmla="*/ 2811 h 10795"/>
              <a:gd name="connsiteX2-271" fmla="*/ 4886 w 10000"/>
              <a:gd name="connsiteY2-272" fmla="*/ 4 h 10795"/>
              <a:gd name="connsiteX3-273" fmla="*/ 8068 w 10000"/>
              <a:gd name="connsiteY3-274" fmla="*/ 2813 h 10795"/>
              <a:gd name="connsiteX4-275" fmla="*/ 9996 w 10000"/>
              <a:gd name="connsiteY4-276" fmla="*/ 5413 h 10795"/>
              <a:gd name="connsiteX5-277" fmla="*/ 8476 w 10000"/>
              <a:gd name="connsiteY5-278" fmla="*/ 7306 h 10795"/>
              <a:gd name="connsiteX6-279" fmla="*/ 5202 w 10000"/>
              <a:gd name="connsiteY6-280" fmla="*/ 10795 h 10795"/>
              <a:gd name="connsiteX7-281" fmla="*/ 2753 w 10000"/>
              <a:gd name="connsiteY7-282" fmla="*/ 7683 h 10795"/>
              <a:gd name="connsiteX8-283" fmla="*/ 1375 w 10000"/>
              <a:gd name="connsiteY8-284" fmla="*/ 7365 h 10795"/>
              <a:gd name="connsiteX9-285" fmla="*/ 45 w 10000"/>
              <a:gd name="connsiteY9-286" fmla="*/ 5036 h 10795"/>
              <a:gd name="connsiteX0-287" fmla="*/ 45 w 10000"/>
              <a:gd name="connsiteY0-288" fmla="*/ 5036 h 10795"/>
              <a:gd name="connsiteX1-289" fmla="*/ 2738 w 10000"/>
              <a:gd name="connsiteY1-290" fmla="*/ 2811 h 10795"/>
              <a:gd name="connsiteX2-291" fmla="*/ 4886 w 10000"/>
              <a:gd name="connsiteY2-292" fmla="*/ 4 h 10795"/>
              <a:gd name="connsiteX3-293" fmla="*/ 8068 w 10000"/>
              <a:gd name="connsiteY3-294" fmla="*/ 2813 h 10795"/>
              <a:gd name="connsiteX4-295" fmla="*/ 9996 w 10000"/>
              <a:gd name="connsiteY4-296" fmla="*/ 5413 h 10795"/>
              <a:gd name="connsiteX5-297" fmla="*/ 8476 w 10000"/>
              <a:gd name="connsiteY5-298" fmla="*/ 7306 h 10795"/>
              <a:gd name="connsiteX6-299" fmla="*/ 5202 w 10000"/>
              <a:gd name="connsiteY6-300" fmla="*/ 10795 h 10795"/>
              <a:gd name="connsiteX7-301" fmla="*/ 2753 w 10000"/>
              <a:gd name="connsiteY7-302" fmla="*/ 7683 h 10795"/>
              <a:gd name="connsiteX8-303" fmla="*/ 1375 w 10000"/>
              <a:gd name="connsiteY8-304" fmla="*/ 7365 h 10795"/>
              <a:gd name="connsiteX9-305" fmla="*/ 45 w 10000"/>
              <a:gd name="connsiteY9-306" fmla="*/ 5036 h 1079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98" name="Group 197"/>
          <p:cNvGrpSpPr/>
          <p:nvPr/>
        </p:nvGrpSpPr>
        <p:grpSpPr>
          <a:xfrm>
            <a:off x="3388040" y="2773308"/>
            <a:ext cx="2189884" cy="1476371"/>
            <a:chOff x="833331" y="2873352"/>
            <a:chExt cx="2333625" cy="1590649"/>
          </a:xfrm>
        </p:grpSpPr>
        <p:grpSp>
          <p:nvGrpSpPr>
            <p:cNvPr id="199" name="Group 198"/>
            <p:cNvGrpSpPr/>
            <p:nvPr/>
          </p:nvGrpSpPr>
          <p:grpSpPr>
            <a:xfrm>
              <a:off x="1736090" y="2873352"/>
              <a:ext cx="565150" cy="369332"/>
              <a:chOff x="1736090" y="2873352"/>
              <a:chExt cx="565150" cy="369332"/>
            </a:xfrm>
          </p:grpSpPr>
          <p:grpSp>
            <p:nvGrpSpPr>
              <p:cNvPr id="248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52" name="Oval 251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53" name="Rectangle 252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54" name="Oval 253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55" name="Freeform 254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56" name="Freeform 255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57" name="Freeform 256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58" name="Freeform 257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59" name="Straight Connector 258"/>
                <p:cNvCxnSpPr>
                  <a:endCxn id="25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" name="Straight Connector 259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49" name="Group 248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250" name="Oval 249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1" name="TextBox 250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2b</a:t>
                  </a:r>
                </a:p>
              </p:txBody>
            </p:sp>
          </p:grpSp>
        </p:grpSp>
        <p:grpSp>
          <p:nvGrpSpPr>
            <p:cNvPr id="200" name="Group 199"/>
            <p:cNvGrpSpPr/>
            <p:nvPr/>
          </p:nvGrpSpPr>
          <p:grpSpPr>
            <a:xfrm>
              <a:off x="1740320" y="4094669"/>
              <a:ext cx="565150" cy="369332"/>
              <a:chOff x="1736090" y="2873352"/>
              <a:chExt cx="565150" cy="369332"/>
            </a:xfrm>
          </p:grpSpPr>
          <p:grpSp>
            <p:nvGrpSpPr>
              <p:cNvPr id="235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39" name="Oval 238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40" name="Rectangle 239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41" name="Oval 240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42" name="Freeform 241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43" name="Freeform 242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44" name="Freeform 243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45" name="Freeform 244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46" name="Straight Connector 245"/>
                <p:cNvCxnSpPr>
                  <a:endCxn id="24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" name="Straight Connector 246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36" name="Group 235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237" name="Oval 236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38" name="TextBox 237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2d</a:t>
                  </a:r>
                </a:p>
              </p:txBody>
            </p:sp>
          </p:grpSp>
        </p:grpSp>
        <p:grpSp>
          <p:nvGrpSpPr>
            <p:cNvPr id="201" name="Group 200"/>
            <p:cNvGrpSpPr/>
            <p:nvPr/>
          </p:nvGrpSpPr>
          <p:grpSpPr>
            <a:xfrm>
              <a:off x="2601806" y="3485072"/>
              <a:ext cx="565150" cy="369332"/>
              <a:chOff x="1736090" y="2873352"/>
              <a:chExt cx="565150" cy="369332"/>
            </a:xfrm>
          </p:grpSpPr>
          <p:grpSp>
            <p:nvGrpSpPr>
              <p:cNvPr id="222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26" name="Oval 225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27" name="Rectangle 226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28" name="Oval 227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29" name="Freeform 228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30" name="Freeform 229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31" name="Freeform 230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32" name="Freeform 231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33" name="Straight Connector 232"/>
                <p:cNvCxnSpPr>
                  <a:endCxn id="22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" name="Straight Connector 233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3" name="Group 222"/>
              <p:cNvGrpSpPr/>
              <p:nvPr/>
            </p:nvGrpSpPr>
            <p:grpSpPr>
              <a:xfrm>
                <a:off x="1770362" y="2873352"/>
                <a:ext cx="428460" cy="369332"/>
                <a:chOff x="667045" y="1708643"/>
                <a:chExt cx="428460" cy="369332"/>
              </a:xfrm>
            </p:grpSpPr>
            <p:sp>
              <p:nvSpPr>
                <p:cNvPr id="224" name="Oval 223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5" name="TextBox 224"/>
                <p:cNvSpPr txBox="1"/>
                <p:nvPr/>
              </p:nvSpPr>
              <p:spPr>
                <a:xfrm>
                  <a:off x="667045" y="1708643"/>
                  <a:ext cx="428460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2c</a:t>
                  </a:r>
                </a:p>
              </p:txBody>
            </p:sp>
          </p:grpSp>
        </p:grpSp>
        <p:grpSp>
          <p:nvGrpSpPr>
            <p:cNvPr id="202" name="Group 201"/>
            <p:cNvGrpSpPr/>
            <p:nvPr/>
          </p:nvGrpSpPr>
          <p:grpSpPr>
            <a:xfrm>
              <a:off x="833331" y="3478719"/>
              <a:ext cx="565150" cy="369332"/>
              <a:chOff x="1736090" y="2873352"/>
              <a:chExt cx="565150" cy="369332"/>
            </a:xfrm>
          </p:grpSpPr>
          <p:grpSp>
            <p:nvGrpSpPr>
              <p:cNvPr id="209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13" name="Oval 212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14" name="Rectangle 213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15" name="Oval 214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16" name="Freeform 215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17" name="Freeform 216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18" name="Freeform 217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19" name="Freeform 218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20" name="Straight Connector 219"/>
                <p:cNvCxnSpPr>
                  <a:endCxn id="21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1" name="Straight Connector 220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0" name="Group 209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211" name="Oval 210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2" name="TextBox 211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2a</a:t>
                  </a:r>
                </a:p>
              </p:txBody>
            </p:sp>
          </p:grpSp>
        </p:grpSp>
        <p:cxnSp>
          <p:nvCxnSpPr>
            <p:cNvPr id="203" name="Straight Connector 202"/>
            <p:cNvCxnSpPr>
              <a:endCxn id="238" idx="0"/>
            </p:cNvCxnSpPr>
            <p:nvPr/>
          </p:nvCxnSpPr>
          <p:spPr bwMode="auto">
            <a:xfrm>
              <a:off x="1991073" y="3173114"/>
              <a:ext cx="4230" cy="921555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05" name="Straight Connector 204"/>
            <p:cNvCxnSpPr/>
            <p:nvPr/>
          </p:nvCxnSpPr>
          <p:spPr bwMode="auto">
            <a:xfrm>
              <a:off x="2280478" y="3145660"/>
              <a:ext cx="435814" cy="359474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06" name="Straight Connector 205"/>
            <p:cNvCxnSpPr/>
            <p:nvPr/>
          </p:nvCxnSpPr>
          <p:spPr bwMode="auto">
            <a:xfrm>
              <a:off x="1300073" y="3768911"/>
              <a:ext cx="527386" cy="368208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07" name="Straight Connector 206"/>
            <p:cNvCxnSpPr/>
            <p:nvPr/>
          </p:nvCxnSpPr>
          <p:spPr bwMode="auto">
            <a:xfrm flipH="1">
              <a:off x="2194462" y="3713972"/>
              <a:ext cx="509583" cy="428945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133" name="Freeform 2"/>
          <p:cNvSpPr/>
          <p:nvPr/>
        </p:nvSpPr>
        <p:spPr bwMode="auto">
          <a:xfrm>
            <a:off x="5389132" y="1565026"/>
            <a:ext cx="2575521" cy="1672516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-1" fmla="*/ 4 w 8600"/>
              <a:gd name="connsiteY0-2" fmla="*/ 4042 h 10128"/>
              <a:gd name="connsiteX1-3" fmla="*/ 715 w 8600"/>
              <a:gd name="connsiteY1-4" fmla="*/ 1598 h 10128"/>
              <a:gd name="connsiteX2-5" fmla="*/ 3130 w 8600"/>
              <a:gd name="connsiteY2-6" fmla="*/ 1009 h 10128"/>
              <a:gd name="connsiteX3-7" fmla="*/ 4995 w 8600"/>
              <a:gd name="connsiteY3-8" fmla="*/ 3 h 10128"/>
              <a:gd name="connsiteX4-9" fmla="*/ 6720 w 8600"/>
              <a:gd name="connsiteY4-10" fmla="*/ 1012 h 10128"/>
              <a:gd name="connsiteX5-11" fmla="*/ 8599 w 8600"/>
              <a:gd name="connsiteY5-12" fmla="*/ 6800 h 10128"/>
              <a:gd name="connsiteX6-13" fmla="*/ 6995 w 8600"/>
              <a:gd name="connsiteY6-14" fmla="*/ 9325 h 10128"/>
              <a:gd name="connsiteX7-15" fmla="*/ 5307 w 8600"/>
              <a:gd name="connsiteY7-16" fmla="*/ 8846 h 10128"/>
              <a:gd name="connsiteX8-17" fmla="*/ 4371 w 8600"/>
              <a:gd name="connsiteY8-18" fmla="*/ 9915 h 10128"/>
              <a:gd name="connsiteX9-19" fmla="*/ 3140 w 8600"/>
              <a:gd name="connsiteY9-20" fmla="*/ 10022 h 10128"/>
              <a:gd name="connsiteX10-21" fmla="*/ 2179 w 8600"/>
              <a:gd name="connsiteY10-22" fmla="*/ 7898 h 10128"/>
              <a:gd name="connsiteX11-23" fmla="*/ 1187 w 8600"/>
              <a:gd name="connsiteY11-24" fmla="*/ 7498 h 10128"/>
              <a:gd name="connsiteX12-25" fmla="*/ 4 w 8600"/>
              <a:gd name="connsiteY12-26" fmla="*/ 4042 h 10128"/>
              <a:gd name="connsiteX0-27" fmla="*/ 4 w 9326"/>
              <a:gd name="connsiteY0-28" fmla="*/ 3988 h 9997"/>
              <a:gd name="connsiteX1-29" fmla="*/ 830 w 9326"/>
              <a:gd name="connsiteY1-30" fmla="*/ 1575 h 9997"/>
              <a:gd name="connsiteX2-31" fmla="*/ 3639 w 9326"/>
              <a:gd name="connsiteY2-32" fmla="*/ 993 h 9997"/>
              <a:gd name="connsiteX3-33" fmla="*/ 5807 w 9326"/>
              <a:gd name="connsiteY3-34" fmla="*/ 0 h 9997"/>
              <a:gd name="connsiteX4-35" fmla="*/ 7813 w 9326"/>
              <a:gd name="connsiteY4-36" fmla="*/ 996 h 9997"/>
              <a:gd name="connsiteX5-37" fmla="*/ 9324 w 9326"/>
              <a:gd name="connsiteY5-38" fmla="*/ 5746 h 9997"/>
              <a:gd name="connsiteX6-39" fmla="*/ 8133 w 9326"/>
              <a:gd name="connsiteY6-40" fmla="*/ 9204 h 9997"/>
              <a:gd name="connsiteX7-41" fmla="*/ 6170 w 9326"/>
              <a:gd name="connsiteY7-42" fmla="*/ 8731 h 9997"/>
              <a:gd name="connsiteX8-43" fmla="*/ 5082 w 9326"/>
              <a:gd name="connsiteY8-44" fmla="*/ 9787 h 9997"/>
              <a:gd name="connsiteX9-45" fmla="*/ 3650 w 9326"/>
              <a:gd name="connsiteY9-46" fmla="*/ 9892 h 9997"/>
              <a:gd name="connsiteX10-47" fmla="*/ 2533 w 9326"/>
              <a:gd name="connsiteY10-48" fmla="*/ 7795 h 9997"/>
              <a:gd name="connsiteX11-49" fmla="*/ 1379 w 9326"/>
              <a:gd name="connsiteY11-50" fmla="*/ 7400 h 9997"/>
              <a:gd name="connsiteX12-51" fmla="*/ 4 w 9326"/>
              <a:gd name="connsiteY12-52" fmla="*/ 3988 h 9997"/>
              <a:gd name="connsiteX0-53" fmla="*/ 4 w 10001"/>
              <a:gd name="connsiteY0-54" fmla="*/ 3989 h 10041"/>
              <a:gd name="connsiteX1-55" fmla="*/ 890 w 10001"/>
              <a:gd name="connsiteY1-56" fmla="*/ 1575 h 10041"/>
              <a:gd name="connsiteX2-57" fmla="*/ 3902 w 10001"/>
              <a:gd name="connsiteY2-58" fmla="*/ 993 h 10041"/>
              <a:gd name="connsiteX3-59" fmla="*/ 6227 w 10001"/>
              <a:gd name="connsiteY3-60" fmla="*/ 0 h 10041"/>
              <a:gd name="connsiteX4-61" fmla="*/ 8378 w 10001"/>
              <a:gd name="connsiteY4-62" fmla="*/ 996 h 10041"/>
              <a:gd name="connsiteX5-63" fmla="*/ 9998 w 10001"/>
              <a:gd name="connsiteY5-64" fmla="*/ 5748 h 10041"/>
              <a:gd name="connsiteX6-65" fmla="*/ 8721 w 10001"/>
              <a:gd name="connsiteY6-66" fmla="*/ 9207 h 10041"/>
              <a:gd name="connsiteX7-67" fmla="*/ 5449 w 10001"/>
              <a:gd name="connsiteY7-68" fmla="*/ 9790 h 10041"/>
              <a:gd name="connsiteX8-69" fmla="*/ 3914 w 10001"/>
              <a:gd name="connsiteY8-70" fmla="*/ 9895 h 10041"/>
              <a:gd name="connsiteX9-71" fmla="*/ 2716 w 10001"/>
              <a:gd name="connsiteY9-72" fmla="*/ 7797 h 10041"/>
              <a:gd name="connsiteX10-73" fmla="*/ 1479 w 10001"/>
              <a:gd name="connsiteY10-74" fmla="*/ 7402 h 10041"/>
              <a:gd name="connsiteX11-75" fmla="*/ 4 w 10001"/>
              <a:gd name="connsiteY11-76" fmla="*/ 3989 h 10041"/>
              <a:gd name="connsiteX0-77" fmla="*/ 4 w 10001"/>
              <a:gd name="connsiteY0-78" fmla="*/ 3989 h 14825"/>
              <a:gd name="connsiteX1-79" fmla="*/ 890 w 10001"/>
              <a:gd name="connsiteY1-80" fmla="*/ 1575 h 14825"/>
              <a:gd name="connsiteX2-81" fmla="*/ 3902 w 10001"/>
              <a:gd name="connsiteY2-82" fmla="*/ 993 h 14825"/>
              <a:gd name="connsiteX3-83" fmla="*/ 6227 w 10001"/>
              <a:gd name="connsiteY3-84" fmla="*/ 0 h 14825"/>
              <a:gd name="connsiteX4-85" fmla="*/ 8378 w 10001"/>
              <a:gd name="connsiteY4-86" fmla="*/ 996 h 14825"/>
              <a:gd name="connsiteX5-87" fmla="*/ 9998 w 10001"/>
              <a:gd name="connsiteY5-88" fmla="*/ 5748 h 14825"/>
              <a:gd name="connsiteX6-89" fmla="*/ 8721 w 10001"/>
              <a:gd name="connsiteY6-90" fmla="*/ 9207 h 14825"/>
              <a:gd name="connsiteX7-91" fmla="*/ 6011 w 10001"/>
              <a:gd name="connsiteY7-92" fmla="*/ 14823 h 14825"/>
              <a:gd name="connsiteX8-93" fmla="*/ 3914 w 10001"/>
              <a:gd name="connsiteY8-94" fmla="*/ 9895 h 14825"/>
              <a:gd name="connsiteX9-95" fmla="*/ 2716 w 10001"/>
              <a:gd name="connsiteY9-96" fmla="*/ 7797 h 14825"/>
              <a:gd name="connsiteX10-97" fmla="*/ 1479 w 10001"/>
              <a:gd name="connsiteY10-98" fmla="*/ 7402 h 14825"/>
              <a:gd name="connsiteX11-99" fmla="*/ 4 w 10001"/>
              <a:gd name="connsiteY11-100" fmla="*/ 3989 h 14825"/>
              <a:gd name="connsiteX0-101" fmla="*/ 4 w 10001"/>
              <a:gd name="connsiteY0-102" fmla="*/ 7436 h 18272"/>
              <a:gd name="connsiteX1-103" fmla="*/ 890 w 10001"/>
              <a:gd name="connsiteY1-104" fmla="*/ 5022 h 18272"/>
              <a:gd name="connsiteX2-105" fmla="*/ 3902 w 10001"/>
              <a:gd name="connsiteY2-106" fmla="*/ 4440 h 18272"/>
              <a:gd name="connsiteX3-107" fmla="*/ 6026 w 10001"/>
              <a:gd name="connsiteY3-108" fmla="*/ 0 h 18272"/>
              <a:gd name="connsiteX4-109" fmla="*/ 8378 w 10001"/>
              <a:gd name="connsiteY4-110" fmla="*/ 4443 h 18272"/>
              <a:gd name="connsiteX5-111" fmla="*/ 9998 w 10001"/>
              <a:gd name="connsiteY5-112" fmla="*/ 9195 h 18272"/>
              <a:gd name="connsiteX6-113" fmla="*/ 8721 w 10001"/>
              <a:gd name="connsiteY6-114" fmla="*/ 12654 h 18272"/>
              <a:gd name="connsiteX7-115" fmla="*/ 6011 w 10001"/>
              <a:gd name="connsiteY7-116" fmla="*/ 18270 h 18272"/>
              <a:gd name="connsiteX8-117" fmla="*/ 3914 w 10001"/>
              <a:gd name="connsiteY8-118" fmla="*/ 13342 h 18272"/>
              <a:gd name="connsiteX9-119" fmla="*/ 2716 w 10001"/>
              <a:gd name="connsiteY9-120" fmla="*/ 11244 h 18272"/>
              <a:gd name="connsiteX10-121" fmla="*/ 1479 w 10001"/>
              <a:gd name="connsiteY10-122" fmla="*/ 10849 h 18272"/>
              <a:gd name="connsiteX11-123" fmla="*/ 4 w 10001"/>
              <a:gd name="connsiteY11-124" fmla="*/ 7436 h 18272"/>
              <a:gd name="connsiteX0-125" fmla="*/ 1 w 9998"/>
              <a:gd name="connsiteY0-126" fmla="*/ 7436 h 18272"/>
              <a:gd name="connsiteX1-127" fmla="*/ 3899 w 9998"/>
              <a:gd name="connsiteY1-128" fmla="*/ 4440 h 18272"/>
              <a:gd name="connsiteX2-129" fmla="*/ 6023 w 9998"/>
              <a:gd name="connsiteY2-130" fmla="*/ 0 h 18272"/>
              <a:gd name="connsiteX3-131" fmla="*/ 8375 w 9998"/>
              <a:gd name="connsiteY3-132" fmla="*/ 4443 h 18272"/>
              <a:gd name="connsiteX4-133" fmla="*/ 9995 w 9998"/>
              <a:gd name="connsiteY4-134" fmla="*/ 9195 h 18272"/>
              <a:gd name="connsiteX5-135" fmla="*/ 8718 w 9998"/>
              <a:gd name="connsiteY5-136" fmla="*/ 12654 h 18272"/>
              <a:gd name="connsiteX6-137" fmla="*/ 6008 w 9998"/>
              <a:gd name="connsiteY6-138" fmla="*/ 18270 h 18272"/>
              <a:gd name="connsiteX7-139" fmla="*/ 3911 w 9998"/>
              <a:gd name="connsiteY7-140" fmla="*/ 13342 h 18272"/>
              <a:gd name="connsiteX8-141" fmla="*/ 2713 w 9998"/>
              <a:gd name="connsiteY8-142" fmla="*/ 11244 h 18272"/>
              <a:gd name="connsiteX9-143" fmla="*/ 1476 w 9998"/>
              <a:gd name="connsiteY9-144" fmla="*/ 10849 h 18272"/>
              <a:gd name="connsiteX10-145" fmla="*/ 1 w 9998"/>
              <a:gd name="connsiteY10-146" fmla="*/ 7436 h 18272"/>
              <a:gd name="connsiteX0-147" fmla="*/ 35 w 8559"/>
              <a:gd name="connsiteY0-148" fmla="*/ 5938 h 10000"/>
              <a:gd name="connsiteX1-149" fmla="*/ 2459 w 8559"/>
              <a:gd name="connsiteY1-150" fmla="*/ 2430 h 10000"/>
              <a:gd name="connsiteX2-151" fmla="*/ 4583 w 8559"/>
              <a:gd name="connsiteY2-152" fmla="*/ 0 h 10000"/>
              <a:gd name="connsiteX3-153" fmla="*/ 6936 w 8559"/>
              <a:gd name="connsiteY3-154" fmla="*/ 2432 h 10000"/>
              <a:gd name="connsiteX4-155" fmla="*/ 8556 w 8559"/>
              <a:gd name="connsiteY4-156" fmla="*/ 5032 h 10000"/>
              <a:gd name="connsiteX5-157" fmla="*/ 7279 w 8559"/>
              <a:gd name="connsiteY5-158" fmla="*/ 6925 h 10000"/>
              <a:gd name="connsiteX6-159" fmla="*/ 4568 w 8559"/>
              <a:gd name="connsiteY6-160" fmla="*/ 9999 h 10000"/>
              <a:gd name="connsiteX7-161" fmla="*/ 2471 w 8559"/>
              <a:gd name="connsiteY7-162" fmla="*/ 7302 h 10000"/>
              <a:gd name="connsiteX8-163" fmla="*/ 1273 w 8559"/>
              <a:gd name="connsiteY8-164" fmla="*/ 6154 h 10000"/>
              <a:gd name="connsiteX9-165" fmla="*/ 35 w 8559"/>
              <a:gd name="connsiteY9-166" fmla="*/ 5938 h 10000"/>
              <a:gd name="connsiteX0-167" fmla="*/ 49 w 9820"/>
              <a:gd name="connsiteY0-168" fmla="*/ 4655 h 10000"/>
              <a:gd name="connsiteX1-169" fmla="*/ 2693 w 9820"/>
              <a:gd name="connsiteY1-170" fmla="*/ 2430 h 10000"/>
              <a:gd name="connsiteX2-171" fmla="*/ 5175 w 9820"/>
              <a:gd name="connsiteY2-172" fmla="*/ 0 h 10000"/>
              <a:gd name="connsiteX3-173" fmla="*/ 7924 w 9820"/>
              <a:gd name="connsiteY3-174" fmla="*/ 2432 h 10000"/>
              <a:gd name="connsiteX4-175" fmla="*/ 9816 w 9820"/>
              <a:gd name="connsiteY4-176" fmla="*/ 5032 h 10000"/>
              <a:gd name="connsiteX5-177" fmla="*/ 8324 w 9820"/>
              <a:gd name="connsiteY5-178" fmla="*/ 6925 h 10000"/>
              <a:gd name="connsiteX6-179" fmla="*/ 5157 w 9820"/>
              <a:gd name="connsiteY6-180" fmla="*/ 9999 h 10000"/>
              <a:gd name="connsiteX7-181" fmla="*/ 2707 w 9820"/>
              <a:gd name="connsiteY7-182" fmla="*/ 7302 h 10000"/>
              <a:gd name="connsiteX8-183" fmla="*/ 1307 w 9820"/>
              <a:gd name="connsiteY8-184" fmla="*/ 6154 h 10000"/>
              <a:gd name="connsiteX9-185" fmla="*/ 49 w 9820"/>
              <a:gd name="connsiteY9-186" fmla="*/ 4655 h 10000"/>
              <a:gd name="connsiteX0-187" fmla="*/ 45 w 9995"/>
              <a:gd name="connsiteY0-188" fmla="*/ 4655 h 10000"/>
              <a:gd name="connsiteX1-189" fmla="*/ 2737 w 9995"/>
              <a:gd name="connsiteY1-190" fmla="*/ 2430 h 10000"/>
              <a:gd name="connsiteX2-191" fmla="*/ 5265 w 9995"/>
              <a:gd name="connsiteY2-192" fmla="*/ 0 h 10000"/>
              <a:gd name="connsiteX3-193" fmla="*/ 8064 w 9995"/>
              <a:gd name="connsiteY3-194" fmla="*/ 2432 h 10000"/>
              <a:gd name="connsiteX4-195" fmla="*/ 9991 w 9995"/>
              <a:gd name="connsiteY4-196" fmla="*/ 5032 h 10000"/>
              <a:gd name="connsiteX5-197" fmla="*/ 8472 w 9995"/>
              <a:gd name="connsiteY5-198" fmla="*/ 6925 h 10000"/>
              <a:gd name="connsiteX6-199" fmla="*/ 5247 w 9995"/>
              <a:gd name="connsiteY6-200" fmla="*/ 9999 h 10000"/>
              <a:gd name="connsiteX7-201" fmla="*/ 2752 w 9995"/>
              <a:gd name="connsiteY7-202" fmla="*/ 7302 h 10000"/>
              <a:gd name="connsiteX8-203" fmla="*/ 1374 w 9995"/>
              <a:gd name="connsiteY8-204" fmla="*/ 6984 h 10000"/>
              <a:gd name="connsiteX9-205" fmla="*/ 45 w 9995"/>
              <a:gd name="connsiteY9-206" fmla="*/ 4655 h 10000"/>
              <a:gd name="connsiteX0-207" fmla="*/ 45 w 10000"/>
              <a:gd name="connsiteY0-208" fmla="*/ 5032 h 10377"/>
              <a:gd name="connsiteX1-209" fmla="*/ 2738 w 10000"/>
              <a:gd name="connsiteY1-210" fmla="*/ 2807 h 10377"/>
              <a:gd name="connsiteX2-211" fmla="*/ 4886 w 10000"/>
              <a:gd name="connsiteY2-212" fmla="*/ 0 h 10377"/>
              <a:gd name="connsiteX3-213" fmla="*/ 8068 w 10000"/>
              <a:gd name="connsiteY3-214" fmla="*/ 2809 h 10377"/>
              <a:gd name="connsiteX4-215" fmla="*/ 9996 w 10000"/>
              <a:gd name="connsiteY4-216" fmla="*/ 5409 h 10377"/>
              <a:gd name="connsiteX5-217" fmla="*/ 8476 w 10000"/>
              <a:gd name="connsiteY5-218" fmla="*/ 7302 h 10377"/>
              <a:gd name="connsiteX6-219" fmla="*/ 5250 w 10000"/>
              <a:gd name="connsiteY6-220" fmla="*/ 10376 h 10377"/>
              <a:gd name="connsiteX7-221" fmla="*/ 2753 w 10000"/>
              <a:gd name="connsiteY7-222" fmla="*/ 7679 h 10377"/>
              <a:gd name="connsiteX8-223" fmla="*/ 1375 w 10000"/>
              <a:gd name="connsiteY8-224" fmla="*/ 7361 h 10377"/>
              <a:gd name="connsiteX9-225" fmla="*/ 45 w 10000"/>
              <a:gd name="connsiteY9-226" fmla="*/ 5032 h 10377"/>
              <a:gd name="connsiteX0-227" fmla="*/ 45 w 10000"/>
              <a:gd name="connsiteY0-228" fmla="*/ 5036 h 10381"/>
              <a:gd name="connsiteX1-229" fmla="*/ 2738 w 10000"/>
              <a:gd name="connsiteY1-230" fmla="*/ 2811 h 10381"/>
              <a:gd name="connsiteX2-231" fmla="*/ 4886 w 10000"/>
              <a:gd name="connsiteY2-232" fmla="*/ 4 h 10381"/>
              <a:gd name="connsiteX3-233" fmla="*/ 8068 w 10000"/>
              <a:gd name="connsiteY3-234" fmla="*/ 2813 h 10381"/>
              <a:gd name="connsiteX4-235" fmla="*/ 9996 w 10000"/>
              <a:gd name="connsiteY4-236" fmla="*/ 5413 h 10381"/>
              <a:gd name="connsiteX5-237" fmla="*/ 8476 w 10000"/>
              <a:gd name="connsiteY5-238" fmla="*/ 7306 h 10381"/>
              <a:gd name="connsiteX6-239" fmla="*/ 5250 w 10000"/>
              <a:gd name="connsiteY6-240" fmla="*/ 10380 h 10381"/>
              <a:gd name="connsiteX7-241" fmla="*/ 2753 w 10000"/>
              <a:gd name="connsiteY7-242" fmla="*/ 7683 h 10381"/>
              <a:gd name="connsiteX8-243" fmla="*/ 1375 w 10000"/>
              <a:gd name="connsiteY8-244" fmla="*/ 7365 h 10381"/>
              <a:gd name="connsiteX9-245" fmla="*/ 45 w 10000"/>
              <a:gd name="connsiteY9-246" fmla="*/ 5036 h 10381"/>
              <a:gd name="connsiteX0-247" fmla="*/ 45 w 10000"/>
              <a:gd name="connsiteY0-248" fmla="*/ 5036 h 10796"/>
              <a:gd name="connsiteX1-249" fmla="*/ 2738 w 10000"/>
              <a:gd name="connsiteY1-250" fmla="*/ 2811 h 10796"/>
              <a:gd name="connsiteX2-251" fmla="*/ 4886 w 10000"/>
              <a:gd name="connsiteY2-252" fmla="*/ 4 h 10796"/>
              <a:gd name="connsiteX3-253" fmla="*/ 8068 w 10000"/>
              <a:gd name="connsiteY3-254" fmla="*/ 2813 h 10796"/>
              <a:gd name="connsiteX4-255" fmla="*/ 9996 w 10000"/>
              <a:gd name="connsiteY4-256" fmla="*/ 5413 h 10796"/>
              <a:gd name="connsiteX5-257" fmla="*/ 8476 w 10000"/>
              <a:gd name="connsiteY5-258" fmla="*/ 7306 h 10796"/>
              <a:gd name="connsiteX6-259" fmla="*/ 5202 w 10000"/>
              <a:gd name="connsiteY6-260" fmla="*/ 10795 h 10796"/>
              <a:gd name="connsiteX7-261" fmla="*/ 2753 w 10000"/>
              <a:gd name="connsiteY7-262" fmla="*/ 7683 h 10796"/>
              <a:gd name="connsiteX8-263" fmla="*/ 1375 w 10000"/>
              <a:gd name="connsiteY8-264" fmla="*/ 7365 h 10796"/>
              <a:gd name="connsiteX9-265" fmla="*/ 45 w 10000"/>
              <a:gd name="connsiteY9-266" fmla="*/ 5036 h 10796"/>
              <a:gd name="connsiteX0-267" fmla="*/ 45 w 10000"/>
              <a:gd name="connsiteY0-268" fmla="*/ 5036 h 10795"/>
              <a:gd name="connsiteX1-269" fmla="*/ 2738 w 10000"/>
              <a:gd name="connsiteY1-270" fmla="*/ 2811 h 10795"/>
              <a:gd name="connsiteX2-271" fmla="*/ 4886 w 10000"/>
              <a:gd name="connsiteY2-272" fmla="*/ 4 h 10795"/>
              <a:gd name="connsiteX3-273" fmla="*/ 8068 w 10000"/>
              <a:gd name="connsiteY3-274" fmla="*/ 2813 h 10795"/>
              <a:gd name="connsiteX4-275" fmla="*/ 9996 w 10000"/>
              <a:gd name="connsiteY4-276" fmla="*/ 5413 h 10795"/>
              <a:gd name="connsiteX5-277" fmla="*/ 8476 w 10000"/>
              <a:gd name="connsiteY5-278" fmla="*/ 7306 h 10795"/>
              <a:gd name="connsiteX6-279" fmla="*/ 5202 w 10000"/>
              <a:gd name="connsiteY6-280" fmla="*/ 10795 h 10795"/>
              <a:gd name="connsiteX7-281" fmla="*/ 2753 w 10000"/>
              <a:gd name="connsiteY7-282" fmla="*/ 7683 h 10795"/>
              <a:gd name="connsiteX8-283" fmla="*/ 1375 w 10000"/>
              <a:gd name="connsiteY8-284" fmla="*/ 7365 h 10795"/>
              <a:gd name="connsiteX9-285" fmla="*/ 45 w 10000"/>
              <a:gd name="connsiteY9-286" fmla="*/ 5036 h 10795"/>
              <a:gd name="connsiteX0-287" fmla="*/ 45 w 10000"/>
              <a:gd name="connsiteY0-288" fmla="*/ 5036 h 10795"/>
              <a:gd name="connsiteX1-289" fmla="*/ 2738 w 10000"/>
              <a:gd name="connsiteY1-290" fmla="*/ 2811 h 10795"/>
              <a:gd name="connsiteX2-291" fmla="*/ 4886 w 10000"/>
              <a:gd name="connsiteY2-292" fmla="*/ 4 h 10795"/>
              <a:gd name="connsiteX3-293" fmla="*/ 8068 w 10000"/>
              <a:gd name="connsiteY3-294" fmla="*/ 2813 h 10795"/>
              <a:gd name="connsiteX4-295" fmla="*/ 9996 w 10000"/>
              <a:gd name="connsiteY4-296" fmla="*/ 5413 h 10795"/>
              <a:gd name="connsiteX5-297" fmla="*/ 8476 w 10000"/>
              <a:gd name="connsiteY5-298" fmla="*/ 7306 h 10795"/>
              <a:gd name="connsiteX6-299" fmla="*/ 5202 w 10000"/>
              <a:gd name="connsiteY6-300" fmla="*/ 10795 h 10795"/>
              <a:gd name="connsiteX7-301" fmla="*/ 2753 w 10000"/>
              <a:gd name="connsiteY7-302" fmla="*/ 7683 h 10795"/>
              <a:gd name="connsiteX8-303" fmla="*/ 1375 w 10000"/>
              <a:gd name="connsiteY8-304" fmla="*/ 7365 h 10795"/>
              <a:gd name="connsiteX9-305" fmla="*/ 45 w 10000"/>
              <a:gd name="connsiteY9-306" fmla="*/ 5036 h 1079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34" name="Group 133"/>
          <p:cNvGrpSpPr/>
          <p:nvPr/>
        </p:nvGrpSpPr>
        <p:grpSpPr>
          <a:xfrm>
            <a:off x="5612623" y="1701141"/>
            <a:ext cx="2215548" cy="1435170"/>
            <a:chOff x="833331" y="2873352"/>
            <a:chExt cx="2333625" cy="1590649"/>
          </a:xfrm>
        </p:grpSpPr>
        <p:grpSp>
          <p:nvGrpSpPr>
            <p:cNvPr id="135" name="Group 134"/>
            <p:cNvGrpSpPr/>
            <p:nvPr/>
          </p:nvGrpSpPr>
          <p:grpSpPr>
            <a:xfrm>
              <a:off x="1736090" y="2873352"/>
              <a:ext cx="565150" cy="369332"/>
              <a:chOff x="1736090" y="2873352"/>
              <a:chExt cx="565150" cy="369332"/>
            </a:xfrm>
          </p:grpSpPr>
          <p:grpSp>
            <p:nvGrpSpPr>
              <p:cNvPr id="184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88" name="Oval 187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89" name="Rectangle 188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0" name="Oval 189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91" name="Freeform 190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2" name="Freeform 191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3" name="Freeform 192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4" name="Freeform 193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95" name="Straight Connector 194"/>
                <p:cNvCxnSpPr>
                  <a:endCxn id="19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Straight Connector 195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5" name="Group 184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186" name="Oval 185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7" name="TextBox 186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3b</a:t>
                  </a:r>
                </a:p>
              </p:txBody>
            </p:sp>
          </p:grpSp>
        </p:grpSp>
        <p:grpSp>
          <p:nvGrpSpPr>
            <p:cNvPr id="136" name="Group 135"/>
            <p:cNvGrpSpPr/>
            <p:nvPr/>
          </p:nvGrpSpPr>
          <p:grpSpPr>
            <a:xfrm>
              <a:off x="1740320" y="4094669"/>
              <a:ext cx="565150" cy="369332"/>
              <a:chOff x="1736090" y="2873352"/>
              <a:chExt cx="565150" cy="369332"/>
            </a:xfrm>
          </p:grpSpPr>
          <p:grpSp>
            <p:nvGrpSpPr>
              <p:cNvPr id="171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75" name="Oval 174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76" name="Rectangle 175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77" name="Oval 176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78" name="Freeform 177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79" name="Freeform 178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0" name="Freeform 179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1" name="Freeform 180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82" name="Straight Connector 181"/>
                <p:cNvCxnSpPr>
                  <a:endCxn id="177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3" name="Straight Connector 182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2" name="Group 171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173" name="Oval 172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4" name="TextBox 173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3d</a:t>
                  </a:r>
                </a:p>
              </p:txBody>
            </p:sp>
          </p:grpSp>
        </p:grpSp>
        <p:grpSp>
          <p:nvGrpSpPr>
            <p:cNvPr id="137" name="Group 136"/>
            <p:cNvGrpSpPr/>
            <p:nvPr/>
          </p:nvGrpSpPr>
          <p:grpSpPr>
            <a:xfrm>
              <a:off x="2601806" y="3485072"/>
              <a:ext cx="565150" cy="369332"/>
              <a:chOff x="1736090" y="2873352"/>
              <a:chExt cx="565150" cy="369332"/>
            </a:xfrm>
          </p:grpSpPr>
          <p:grpSp>
            <p:nvGrpSpPr>
              <p:cNvPr id="158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62" name="Oval 161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63" name="Rectangle 162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4" name="Oval 163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65" name="Freeform 164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6" name="Freeform 165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7" name="Freeform 166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8" name="Freeform 167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69" name="Straight Connector 168"/>
                <p:cNvCxnSpPr>
                  <a:endCxn id="16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0" name="Straight Connector 169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9" name="Group 158"/>
              <p:cNvGrpSpPr/>
              <p:nvPr/>
            </p:nvGrpSpPr>
            <p:grpSpPr>
              <a:xfrm>
                <a:off x="1770362" y="2873352"/>
                <a:ext cx="428460" cy="369332"/>
                <a:chOff x="667045" y="1708643"/>
                <a:chExt cx="428460" cy="369332"/>
              </a:xfrm>
            </p:grpSpPr>
            <p:sp>
              <p:nvSpPr>
                <p:cNvPr id="160" name="Oval 159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1" name="TextBox 160"/>
                <p:cNvSpPr txBox="1"/>
                <p:nvPr/>
              </p:nvSpPr>
              <p:spPr>
                <a:xfrm>
                  <a:off x="667045" y="1708643"/>
                  <a:ext cx="428460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3c</a:t>
                  </a:r>
                </a:p>
              </p:txBody>
            </p:sp>
          </p:grpSp>
        </p:grpSp>
        <p:grpSp>
          <p:nvGrpSpPr>
            <p:cNvPr id="138" name="Group 137"/>
            <p:cNvGrpSpPr/>
            <p:nvPr/>
          </p:nvGrpSpPr>
          <p:grpSpPr>
            <a:xfrm>
              <a:off x="833331" y="3478719"/>
              <a:ext cx="565150" cy="369332"/>
              <a:chOff x="1736090" y="2873352"/>
              <a:chExt cx="565150" cy="369332"/>
            </a:xfrm>
          </p:grpSpPr>
          <p:grpSp>
            <p:nvGrpSpPr>
              <p:cNvPr id="145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49" name="Oval 148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50" name="Rectangle 149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1" name="Oval 150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52" name="Freeform 151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3" name="Freeform 152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4" name="Freeform 153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5" name="Freeform 154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56" name="Straight Connector 155"/>
                <p:cNvCxnSpPr>
                  <a:endCxn id="15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7" name="Straight Connector 156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" name="Group 145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147" name="Oval 146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48" name="TextBox 147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3a</a:t>
                  </a:r>
                </a:p>
              </p:txBody>
            </p:sp>
          </p:grpSp>
        </p:grpSp>
        <p:cxnSp>
          <p:nvCxnSpPr>
            <p:cNvPr id="140" name="Straight Connector 139"/>
            <p:cNvCxnSpPr/>
            <p:nvPr/>
          </p:nvCxnSpPr>
          <p:spPr bwMode="auto">
            <a:xfrm>
              <a:off x="1407477" y="3648621"/>
              <a:ext cx="1204913" cy="6353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41" name="Straight Connector 140"/>
            <p:cNvCxnSpPr>
              <a:stCxn id="188" idx="7"/>
            </p:cNvCxnSpPr>
            <p:nvPr/>
          </p:nvCxnSpPr>
          <p:spPr bwMode="auto">
            <a:xfrm>
              <a:off x="2218708" y="3154477"/>
              <a:ext cx="480042" cy="369773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42" name="Straight Connector 141"/>
            <p:cNvCxnSpPr/>
            <p:nvPr/>
          </p:nvCxnSpPr>
          <p:spPr bwMode="auto">
            <a:xfrm>
              <a:off x="1300073" y="3786304"/>
              <a:ext cx="477927" cy="357071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44" name="Straight Connector 143"/>
            <p:cNvCxnSpPr/>
            <p:nvPr/>
          </p:nvCxnSpPr>
          <p:spPr bwMode="auto">
            <a:xfrm flipH="1">
              <a:off x="1287553" y="3166946"/>
              <a:ext cx="508002" cy="349250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cxnSp>
        <p:nvCxnSpPr>
          <p:cNvPr id="128" name="Straight Connector 127"/>
          <p:cNvCxnSpPr/>
          <p:nvPr/>
        </p:nvCxnSpPr>
        <p:spPr bwMode="auto">
          <a:xfrm flipH="1" flipV="1">
            <a:off x="2928153" y="2594646"/>
            <a:ext cx="542552" cy="781201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9" name="Straight Connector 128"/>
          <p:cNvCxnSpPr/>
          <p:nvPr/>
        </p:nvCxnSpPr>
        <p:spPr bwMode="auto">
          <a:xfrm flipV="1">
            <a:off x="5404634" y="2535764"/>
            <a:ext cx="337735" cy="823128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30" name="TextBox 129"/>
          <p:cNvSpPr txBox="1"/>
          <p:nvPr/>
        </p:nvSpPr>
        <p:spPr>
          <a:xfrm>
            <a:off x="3374737" y="2692968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90"/>
                </a:solidFill>
              </a:rPr>
              <a:t>AS2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5425396" y="1606266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90"/>
                </a:solidFill>
              </a:rPr>
              <a:t>AS3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588618" y="1816942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90"/>
                </a:solidFill>
              </a:rPr>
              <a:t>AS1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6952273" y="2667873"/>
            <a:ext cx="1701734" cy="616172"/>
            <a:chOff x="7073692" y="5469792"/>
            <a:chExt cx="1701734" cy="616172"/>
          </a:xfrm>
        </p:grpSpPr>
        <p:grpSp>
          <p:nvGrpSpPr>
            <p:cNvPr id="10" name="Group 9"/>
            <p:cNvGrpSpPr/>
            <p:nvPr/>
          </p:nvGrpSpPr>
          <p:grpSpPr>
            <a:xfrm>
              <a:off x="7073692" y="5469792"/>
              <a:ext cx="1701734" cy="616172"/>
              <a:chOff x="6946249" y="5096269"/>
              <a:chExt cx="1701734" cy="616172"/>
            </a:xfrm>
          </p:grpSpPr>
          <p:sp>
            <p:nvSpPr>
              <p:cNvPr id="399" name="Freeform 2"/>
              <p:cNvSpPr/>
              <p:nvPr/>
            </p:nvSpPr>
            <p:spPr bwMode="auto">
              <a:xfrm>
                <a:off x="6946249" y="5096269"/>
                <a:ext cx="1701734" cy="61617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-1" fmla="*/ 4 w 8600"/>
                  <a:gd name="connsiteY0-2" fmla="*/ 4042 h 10128"/>
                  <a:gd name="connsiteX1-3" fmla="*/ 715 w 8600"/>
                  <a:gd name="connsiteY1-4" fmla="*/ 1598 h 10128"/>
                  <a:gd name="connsiteX2-5" fmla="*/ 3130 w 8600"/>
                  <a:gd name="connsiteY2-6" fmla="*/ 1009 h 10128"/>
                  <a:gd name="connsiteX3-7" fmla="*/ 4995 w 8600"/>
                  <a:gd name="connsiteY3-8" fmla="*/ 3 h 10128"/>
                  <a:gd name="connsiteX4-9" fmla="*/ 6720 w 8600"/>
                  <a:gd name="connsiteY4-10" fmla="*/ 1012 h 10128"/>
                  <a:gd name="connsiteX5-11" fmla="*/ 8599 w 8600"/>
                  <a:gd name="connsiteY5-12" fmla="*/ 6800 h 10128"/>
                  <a:gd name="connsiteX6-13" fmla="*/ 6995 w 8600"/>
                  <a:gd name="connsiteY6-14" fmla="*/ 9325 h 10128"/>
                  <a:gd name="connsiteX7-15" fmla="*/ 5307 w 8600"/>
                  <a:gd name="connsiteY7-16" fmla="*/ 8846 h 10128"/>
                  <a:gd name="connsiteX8-17" fmla="*/ 4371 w 8600"/>
                  <a:gd name="connsiteY8-18" fmla="*/ 9915 h 10128"/>
                  <a:gd name="connsiteX9-19" fmla="*/ 3140 w 8600"/>
                  <a:gd name="connsiteY9-20" fmla="*/ 10022 h 10128"/>
                  <a:gd name="connsiteX10-21" fmla="*/ 2179 w 8600"/>
                  <a:gd name="connsiteY10-22" fmla="*/ 7898 h 10128"/>
                  <a:gd name="connsiteX11-23" fmla="*/ 1187 w 8600"/>
                  <a:gd name="connsiteY11-24" fmla="*/ 7498 h 10128"/>
                  <a:gd name="connsiteX12-25" fmla="*/ 4 w 8600"/>
                  <a:gd name="connsiteY12-26" fmla="*/ 4042 h 10128"/>
                  <a:gd name="connsiteX0-27" fmla="*/ 4 w 9326"/>
                  <a:gd name="connsiteY0-28" fmla="*/ 3988 h 9997"/>
                  <a:gd name="connsiteX1-29" fmla="*/ 830 w 9326"/>
                  <a:gd name="connsiteY1-30" fmla="*/ 1575 h 9997"/>
                  <a:gd name="connsiteX2-31" fmla="*/ 3639 w 9326"/>
                  <a:gd name="connsiteY2-32" fmla="*/ 993 h 9997"/>
                  <a:gd name="connsiteX3-33" fmla="*/ 5807 w 9326"/>
                  <a:gd name="connsiteY3-34" fmla="*/ 0 h 9997"/>
                  <a:gd name="connsiteX4-35" fmla="*/ 7813 w 9326"/>
                  <a:gd name="connsiteY4-36" fmla="*/ 996 h 9997"/>
                  <a:gd name="connsiteX5-37" fmla="*/ 9324 w 9326"/>
                  <a:gd name="connsiteY5-38" fmla="*/ 5746 h 9997"/>
                  <a:gd name="connsiteX6-39" fmla="*/ 8133 w 9326"/>
                  <a:gd name="connsiteY6-40" fmla="*/ 9204 h 9997"/>
                  <a:gd name="connsiteX7-41" fmla="*/ 6170 w 9326"/>
                  <a:gd name="connsiteY7-42" fmla="*/ 8731 h 9997"/>
                  <a:gd name="connsiteX8-43" fmla="*/ 5082 w 9326"/>
                  <a:gd name="connsiteY8-44" fmla="*/ 9787 h 9997"/>
                  <a:gd name="connsiteX9-45" fmla="*/ 3650 w 9326"/>
                  <a:gd name="connsiteY9-46" fmla="*/ 9892 h 9997"/>
                  <a:gd name="connsiteX10-47" fmla="*/ 2533 w 9326"/>
                  <a:gd name="connsiteY10-48" fmla="*/ 7795 h 9997"/>
                  <a:gd name="connsiteX11-49" fmla="*/ 1379 w 9326"/>
                  <a:gd name="connsiteY11-50" fmla="*/ 7400 h 9997"/>
                  <a:gd name="connsiteX12-51" fmla="*/ 4 w 9326"/>
                  <a:gd name="connsiteY12-52" fmla="*/ 3988 h 9997"/>
                  <a:gd name="connsiteX0-53" fmla="*/ 4 w 10001"/>
                  <a:gd name="connsiteY0-54" fmla="*/ 3989 h 10041"/>
                  <a:gd name="connsiteX1-55" fmla="*/ 890 w 10001"/>
                  <a:gd name="connsiteY1-56" fmla="*/ 1575 h 10041"/>
                  <a:gd name="connsiteX2-57" fmla="*/ 3902 w 10001"/>
                  <a:gd name="connsiteY2-58" fmla="*/ 993 h 10041"/>
                  <a:gd name="connsiteX3-59" fmla="*/ 6227 w 10001"/>
                  <a:gd name="connsiteY3-60" fmla="*/ 0 h 10041"/>
                  <a:gd name="connsiteX4-61" fmla="*/ 8378 w 10001"/>
                  <a:gd name="connsiteY4-62" fmla="*/ 996 h 10041"/>
                  <a:gd name="connsiteX5-63" fmla="*/ 9998 w 10001"/>
                  <a:gd name="connsiteY5-64" fmla="*/ 5748 h 10041"/>
                  <a:gd name="connsiteX6-65" fmla="*/ 8721 w 10001"/>
                  <a:gd name="connsiteY6-66" fmla="*/ 9207 h 10041"/>
                  <a:gd name="connsiteX7-67" fmla="*/ 5449 w 10001"/>
                  <a:gd name="connsiteY7-68" fmla="*/ 9790 h 10041"/>
                  <a:gd name="connsiteX8-69" fmla="*/ 3914 w 10001"/>
                  <a:gd name="connsiteY8-70" fmla="*/ 9895 h 10041"/>
                  <a:gd name="connsiteX9-71" fmla="*/ 2716 w 10001"/>
                  <a:gd name="connsiteY9-72" fmla="*/ 7797 h 10041"/>
                  <a:gd name="connsiteX10-73" fmla="*/ 1479 w 10001"/>
                  <a:gd name="connsiteY10-74" fmla="*/ 7402 h 10041"/>
                  <a:gd name="connsiteX11-75" fmla="*/ 4 w 10001"/>
                  <a:gd name="connsiteY11-76" fmla="*/ 3989 h 10041"/>
                  <a:gd name="connsiteX0-77" fmla="*/ 4 w 10001"/>
                  <a:gd name="connsiteY0-78" fmla="*/ 3989 h 14825"/>
                  <a:gd name="connsiteX1-79" fmla="*/ 890 w 10001"/>
                  <a:gd name="connsiteY1-80" fmla="*/ 1575 h 14825"/>
                  <a:gd name="connsiteX2-81" fmla="*/ 3902 w 10001"/>
                  <a:gd name="connsiteY2-82" fmla="*/ 993 h 14825"/>
                  <a:gd name="connsiteX3-83" fmla="*/ 6227 w 10001"/>
                  <a:gd name="connsiteY3-84" fmla="*/ 0 h 14825"/>
                  <a:gd name="connsiteX4-85" fmla="*/ 8378 w 10001"/>
                  <a:gd name="connsiteY4-86" fmla="*/ 996 h 14825"/>
                  <a:gd name="connsiteX5-87" fmla="*/ 9998 w 10001"/>
                  <a:gd name="connsiteY5-88" fmla="*/ 5748 h 14825"/>
                  <a:gd name="connsiteX6-89" fmla="*/ 8721 w 10001"/>
                  <a:gd name="connsiteY6-90" fmla="*/ 9207 h 14825"/>
                  <a:gd name="connsiteX7-91" fmla="*/ 6011 w 10001"/>
                  <a:gd name="connsiteY7-92" fmla="*/ 14823 h 14825"/>
                  <a:gd name="connsiteX8-93" fmla="*/ 3914 w 10001"/>
                  <a:gd name="connsiteY8-94" fmla="*/ 9895 h 14825"/>
                  <a:gd name="connsiteX9-95" fmla="*/ 2716 w 10001"/>
                  <a:gd name="connsiteY9-96" fmla="*/ 7797 h 14825"/>
                  <a:gd name="connsiteX10-97" fmla="*/ 1479 w 10001"/>
                  <a:gd name="connsiteY10-98" fmla="*/ 7402 h 14825"/>
                  <a:gd name="connsiteX11-99" fmla="*/ 4 w 10001"/>
                  <a:gd name="connsiteY11-100" fmla="*/ 3989 h 14825"/>
                  <a:gd name="connsiteX0-101" fmla="*/ 4 w 10001"/>
                  <a:gd name="connsiteY0-102" fmla="*/ 7436 h 18272"/>
                  <a:gd name="connsiteX1-103" fmla="*/ 890 w 10001"/>
                  <a:gd name="connsiteY1-104" fmla="*/ 5022 h 18272"/>
                  <a:gd name="connsiteX2-105" fmla="*/ 3902 w 10001"/>
                  <a:gd name="connsiteY2-106" fmla="*/ 4440 h 18272"/>
                  <a:gd name="connsiteX3-107" fmla="*/ 6026 w 10001"/>
                  <a:gd name="connsiteY3-108" fmla="*/ 0 h 18272"/>
                  <a:gd name="connsiteX4-109" fmla="*/ 8378 w 10001"/>
                  <a:gd name="connsiteY4-110" fmla="*/ 4443 h 18272"/>
                  <a:gd name="connsiteX5-111" fmla="*/ 9998 w 10001"/>
                  <a:gd name="connsiteY5-112" fmla="*/ 9195 h 18272"/>
                  <a:gd name="connsiteX6-113" fmla="*/ 8721 w 10001"/>
                  <a:gd name="connsiteY6-114" fmla="*/ 12654 h 18272"/>
                  <a:gd name="connsiteX7-115" fmla="*/ 6011 w 10001"/>
                  <a:gd name="connsiteY7-116" fmla="*/ 18270 h 18272"/>
                  <a:gd name="connsiteX8-117" fmla="*/ 3914 w 10001"/>
                  <a:gd name="connsiteY8-118" fmla="*/ 13342 h 18272"/>
                  <a:gd name="connsiteX9-119" fmla="*/ 2716 w 10001"/>
                  <a:gd name="connsiteY9-120" fmla="*/ 11244 h 18272"/>
                  <a:gd name="connsiteX10-121" fmla="*/ 1479 w 10001"/>
                  <a:gd name="connsiteY10-122" fmla="*/ 10849 h 18272"/>
                  <a:gd name="connsiteX11-123" fmla="*/ 4 w 10001"/>
                  <a:gd name="connsiteY11-124" fmla="*/ 7436 h 18272"/>
                  <a:gd name="connsiteX0-125" fmla="*/ 1 w 9998"/>
                  <a:gd name="connsiteY0-126" fmla="*/ 7436 h 18272"/>
                  <a:gd name="connsiteX1-127" fmla="*/ 3899 w 9998"/>
                  <a:gd name="connsiteY1-128" fmla="*/ 4440 h 18272"/>
                  <a:gd name="connsiteX2-129" fmla="*/ 6023 w 9998"/>
                  <a:gd name="connsiteY2-130" fmla="*/ 0 h 18272"/>
                  <a:gd name="connsiteX3-131" fmla="*/ 8375 w 9998"/>
                  <a:gd name="connsiteY3-132" fmla="*/ 4443 h 18272"/>
                  <a:gd name="connsiteX4-133" fmla="*/ 9995 w 9998"/>
                  <a:gd name="connsiteY4-134" fmla="*/ 9195 h 18272"/>
                  <a:gd name="connsiteX5-135" fmla="*/ 8718 w 9998"/>
                  <a:gd name="connsiteY5-136" fmla="*/ 12654 h 18272"/>
                  <a:gd name="connsiteX6-137" fmla="*/ 6008 w 9998"/>
                  <a:gd name="connsiteY6-138" fmla="*/ 18270 h 18272"/>
                  <a:gd name="connsiteX7-139" fmla="*/ 3911 w 9998"/>
                  <a:gd name="connsiteY7-140" fmla="*/ 13342 h 18272"/>
                  <a:gd name="connsiteX8-141" fmla="*/ 2713 w 9998"/>
                  <a:gd name="connsiteY8-142" fmla="*/ 11244 h 18272"/>
                  <a:gd name="connsiteX9-143" fmla="*/ 1476 w 9998"/>
                  <a:gd name="connsiteY9-144" fmla="*/ 10849 h 18272"/>
                  <a:gd name="connsiteX10-145" fmla="*/ 1 w 9998"/>
                  <a:gd name="connsiteY10-146" fmla="*/ 7436 h 18272"/>
                  <a:gd name="connsiteX0-147" fmla="*/ 35 w 8559"/>
                  <a:gd name="connsiteY0-148" fmla="*/ 5938 h 10000"/>
                  <a:gd name="connsiteX1-149" fmla="*/ 2459 w 8559"/>
                  <a:gd name="connsiteY1-150" fmla="*/ 2430 h 10000"/>
                  <a:gd name="connsiteX2-151" fmla="*/ 4583 w 8559"/>
                  <a:gd name="connsiteY2-152" fmla="*/ 0 h 10000"/>
                  <a:gd name="connsiteX3-153" fmla="*/ 6936 w 8559"/>
                  <a:gd name="connsiteY3-154" fmla="*/ 2432 h 10000"/>
                  <a:gd name="connsiteX4-155" fmla="*/ 8556 w 8559"/>
                  <a:gd name="connsiteY4-156" fmla="*/ 5032 h 10000"/>
                  <a:gd name="connsiteX5-157" fmla="*/ 7279 w 8559"/>
                  <a:gd name="connsiteY5-158" fmla="*/ 6925 h 10000"/>
                  <a:gd name="connsiteX6-159" fmla="*/ 4568 w 8559"/>
                  <a:gd name="connsiteY6-160" fmla="*/ 9999 h 10000"/>
                  <a:gd name="connsiteX7-161" fmla="*/ 2471 w 8559"/>
                  <a:gd name="connsiteY7-162" fmla="*/ 7302 h 10000"/>
                  <a:gd name="connsiteX8-163" fmla="*/ 1273 w 8559"/>
                  <a:gd name="connsiteY8-164" fmla="*/ 6154 h 10000"/>
                  <a:gd name="connsiteX9-165" fmla="*/ 35 w 8559"/>
                  <a:gd name="connsiteY9-166" fmla="*/ 5938 h 10000"/>
                  <a:gd name="connsiteX0-167" fmla="*/ 49 w 9820"/>
                  <a:gd name="connsiteY0-168" fmla="*/ 4655 h 10000"/>
                  <a:gd name="connsiteX1-169" fmla="*/ 2693 w 9820"/>
                  <a:gd name="connsiteY1-170" fmla="*/ 2430 h 10000"/>
                  <a:gd name="connsiteX2-171" fmla="*/ 5175 w 9820"/>
                  <a:gd name="connsiteY2-172" fmla="*/ 0 h 10000"/>
                  <a:gd name="connsiteX3-173" fmla="*/ 7924 w 9820"/>
                  <a:gd name="connsiteY3-174" fmla="*/ 2432 h 10000"/>
                  <a:gd name="connsiteX4-175" fmla="*/ 9816 w 9820"/>
                  <a:gd name="connsiteY4-176" fmla="*/ 5032 h 10000"/>
                  <a:gd name="connsiteX5-177" fmla="*/ 8324 w 9820"/>
                  <a:gd name="connsiteY5-178" fmla="*/ 6925 h 10000"/>
                  <a:gd name="connsiteX6-179" fmla="*/ 5157 w 9820"/>
                  <a:gd name="connsiteY6-180" fmla="*/ 9999 h 10000"/>
                  <a:gd name="connsiteX7-181" fmla="*/ 2707 w 9820"/>
                  <a:gd name="connsiteY7-182" fmla="*/ 7302 h 10000"/>
                  <a:gd name="connsiteX8-183" fmla="*/ 1307 w 9820"/>
                  <a:gd name="connsiteY8-184" fmla="*/ 6154 h 10000"/>
                  <a:gd name="connsiteX9-185" fmla="*/ 49 w 9820"/>
                  <a:gd name="connsiteY9-186" fmla="*/ 4655 h 10000"/>
                  <a:gd name="connsiteX0-187" fmla="*/ 45 w 9995"/>
                  <a:gd name="connsiteY0-188" fmla="*/ 4655 h 10000"/>
                  <a:gd name="connsiteX1-189" fmla="*/ 2737 w 9995"/>
                  <a:gd name="connsiteY1-190" fmla="*/ 2430 h 10000"/>
                  <a:gd name="connsiteX2-191" fmla="*/ 5265 w 9995"/>
                  <a:gd name="connsiteY2-192" fmla="*/ 0 h 10000"/>
                  <a:gd name="connsiteX3-193" fmla="*/ 8064 w 9995"/>
                  <a:gd name="connsiteY3-194" fmla="*/ 2432 h 10000"/>
                  <a:gd name="connsiteX4-195" fmla="*/ 9991 w 9995"/>
                  <a:gd name="connsiteY4-196" fmla="*/ 5032 h 10000"/>
                  <a:gd name="connsiteX5-197" fmla="*/ 8472 w 9995"/>
                  <a:gd name="connsiteY5-198" fmla="*/ 6925 h 10000"/>
                  <a:gd name="connsiteX6-199" fmla="*/ 5247 w 9995"/>
                  <a:gd name="connsiteY6-200" fmla="*/ 9999 h 10000"/>
                  <a:gd name="connsiteX7-201" fmla="*/ 2752 w 9995"/>
                  <a:gd name="connsiteY7-202" fmla="*/ 7302 h 10000"/>
                  <a:gd name="connsiteX8-203" fmla="*/ 1374 w 9995"/>
                  <a:gd name="connsiteY8-204" fmla="*/ 6984 h 10000"/>
                  <a:gd name="connsiteX9-205" fmla="*/ 45 w 9995"/>
                  <a:gd name="connsiteY9-206" fmla="*/ 4655 h 10000"/>
                  <a:gd name="connsiteX0-207" fmla="*/ 45 w 10000"/>
                  <a:gd name="connsiteY0-208" fmla="*/ 5032 h 10377"/>
                  <a:gd name="connsiteX1-209" fmla="*/ 2738 w 10000"/>
                  <a:gd name="connsiteY1-210" fmla="*/ 2807 h 10377"/>
                  <a:gd name="connsiteX2-211" fmla="*/ 4886 w 10000"/>
                  <a:gd name="connsiteY2-212" fmla="*/ 0 h 10377"/>
                  <a:gd name="connsiteX3-213" fmla="*/ 8068 w 10000"/>
                  <a:gd name="connsiteY3-214" fmla="*/ 2809 h 10377"/>
                  <a:gd name="connsiteX4-215" fmla="*/ 9996 w 10000"/>
                  <a:gd name="connsiteY4-216" fmla="*/ 5409 h 10377"/>
                  <a:gd name="connsiteX5-217" fmla="*/ 8476 w 10000"/>
                  <a:gd name="connsiteY5-218" fmla="*/ 7302 h 10377"/>
                  <a:gd name="connsiteX6-219" fmla="*/ 5250 w 10000"/>
                  <a:gd name="connsiteY6-220" fmla="*/ 10376 h 10377"/>
                  <a:gd name="connsiteX7-221" fmla="*/ 2753 w 10000"/>
                  <a:gd name="connsiteY7-222" fmla="*/ 7679 h 10377"/>
                  <a:gd name="connsiteX8-223" fmla="*/ 1375 w 10000"/>
                  <a:gd name="connsiteY8-224" fmla="*/ 7361 h 10377"/>
                  <a:gd name="connsiteX9-225" fmla="*/ 45 w 10000"/>
                  <a:gd name="connsiteY9-226" fmla="*/ 5032 h 10377"/>
                  <a:gd name="connsiteX0-227" fmla="*/ 45 w 10000"/>
                  <a:gd name="connsiteY0-228" fmla="*/ 5036 h 10381"/>
                  <a:gd name="connsiteX1-229" fmla="*/ 2738 w 10000"/>
                  <a:gd name="connsiteY1-230" fmla="*/ 2811 h 10381"/>
                  <a:gd name="connsiteX2-231" fmla="*/ 4886 w 10000"/>
                  <a:gd name="connsiteY2-232" fmla="*/ 4 h 10381"/>
                  <a:gd name="connsiteX3-233" fmla="*/ 8068 w 10000"/>
                  <a:gd name="connsiteY3-234" fmla="*/ 2813 h 10381"/>
                  <a:gd name="connsiteX4-235" fmla="*/ 9996 w 10000"/>
                  <a:gd name="connsiteY4-236" fmla="*/ 5413 h 10381"/>
                  <a:gd name="connsiteX5-237" fmla="*/ 8476 w 10000"/>
                  <a:gd name="connsiteY5-238" fmla="*/ 7306 h 10381"/>
                  <a:gd name="connsiteX6-239" fmla="*/ 5250 w 10000"/>
                  <a:gd name="connsiteY6-240" fmla="*/ 10380 h 10381"/>
                  <a:gd name="connsiteX7-241" fmla="*/ 2753 w 10000"/>
                  <a:gd name="connsiteY7-242" fmla="*/ 7683 h 10381"/>
                  <a:gd name="connsiteX8-243" fmla="*/ 1375 w 10000"/>
                  <a:gd name="connsiteY8-244" fmla="*/ 7365 h 10381"/>
                  <a:gd name="connsiteX9-245" fmla="*/ 45 w 10000"/>
                  <a:gd name="connsiteY9-246" fmla="*/ 5036 h 10381"/>
                  <a:gd name="connsiteX0-247" fmla="*/ 45 w 10000"/>
                  <a:gd name="connsiteY0-248" fmla="*/ 5036 h 10796"/>
                  <a:gd name="connsiteX1-249" fmla="*/ 2738 w 10000"/>
                  <a:gd name="connsiteY1-250" fmla="*/ 2811 h 10796"/>
                  <a:gd name="connsiteX2-251" fmla="*/ 4886 w 10000"/>
                  <a:gd name="connsiteY2-252" fmla="*/ 4 h 10796"/>
                  <a:gd name="connsiteX3-253" fmla="*/ 8068 w 10000"/>
                  <a:gd name="connsiteY3-254" fmla="*/ 2813 h 10796"/>
                  <a:gd name="connsiteX4-255" fmla="*/ 9996 w 10000"/>
                  <a:gd name="connsiteY4-256" fmla="*/ 5413 h 10796"/>
                  <a:gd name="connsiteX5-257" fmla="*/ 8476 w 10000"/>
                  <a:gd name="connsiteY5-258" fmla="*/ 7306 h 10796"/>
                  <a:gd name="connsiteX6-259" fmla="*/ 5202 w 10000"/>
                  <a:gd name="connsiteY6-260" fmla="*/ 10795 h 10796"/>
                  <a:gd name="connsiteX7-261" fmla="*/ 2753 w 10000"/>
                  <a:gd name="connsiteY7-262" fmla="*/ 7683 h 10796"/>
                  <a:gd name="connsiteX8-263" fmla="*/ 1375 w 10000"/>
                  <a:gd name="connsiteY8-264" fmla="*/ 7365 h 10796"/>
                  <a:gd name="connsiteX9-265" fmla="*/ 45 w 10000"/>
                  <a:gd name="connsiteY9-266" fmla="*/ 5036 h 10796"/>
                  <a:gd name="connsiteX0-267" fmla="*/ 45 w 10000"/>
                  <a:gd name="connsiteY0-268" fmla="*/ 5036 h 10795"/>
                  <a:gd name="connsiteX1-269" fmla="*/ 2738 w 10000"/>
                  <a:gd name="connsiteY1-270" fmla="*/ 2811 h 10795"/>
                  <a:gd name="connsiteX2-271" fmla="*/ 4886 w 10000"/>
                  <a:gd name="connsiteY2-272" fmla="*/ 4 h 10795"/>
                  <a:gd name="connsiteX3-273" fmla="*/ 8068 w 10000"/>
                  <a:gd name="connsiteY3-274" fmla="*/ 2813 h 10795"/>
                  <a:gd name="connsiteX4-275" fmla="*/ 9996 w 10000"/>
                  <a:gd name="connsiteY4-276" fmla="*/ 5413 h 10795"/>
                  <a:gd name="connsiteX5-277" fmla="*/ 8476 w 10000"/>
                  <a:gd name="connsiteY5-278" fmla="*/ 7306 h 10795"/>
                  <a:gd name="connsiteX6-279" fmla="*/ 5202 w 10000"/>
                  <a:gd name="connsiteY6-280" fmla="*/ 10795 h 10795"/>
                  <a:gd name="connsiteX7-281" fmla="*/ 2753 w 10000"/>
                  <a:gd name="connsiteY7-282" fmla="*/ 7683 h 10795"/>
                  <a:gd name="connsiteX8-283" fmla="*/ 1375 w 10000"/>
                  <a:gd name="connsiteY8-284" fmla="*/ 7365 h 10795"/>
                  <a:gd name="connsiteX9-285" fmla="*/ 45 w 10000"/>
                  <a:gd name="connsiteY9-286" fmla="*/ 5036 h 10795"/>
                  <a:gd name="connsiteX0-287" fmla="*/ 45 w 10000"/>
                  <a:gd name="connsiteY0-288" fmla="*/ 5036 h 10795"/>
                  <a:gd name="connsiteX1-289" fmla="*/ 2738 w 10000"/>
                  <a:gd name="connsiteY1-290" fmla="*/ 2811 h 10795"/>
                  <a:gd name="connsiteX2-291" fmla="*/ 4886 w 10000"/>
                  <a:gd name="connsiteY2-292" fmla="*/ 4 h 10795"/>
                  <a:gd name="connsiteX3-293" fmla="*/ 8068 w 10000"/>
                  <a:gd name="connsiteY3-294" fmla="*/ 2813 h 10795"/>
                  <a:gd name="connsiteX4-295" fmla="*/ 9996 w 10000"/>
                  <a:gd name="connsiteY4-296" fmla="*/ 5413 h 10795"/>
                  <a:gd name="connsiteX5-297" fmla="*/ 8476 w 10000"/>
                  <a:gd name="connsiteY5-298" fmla="*/ 7306 h 10795"/>
                  <a:gd name="connsiteX6-299" fmla="*/ 5202 w 10000"/>
                  <a:gd name="connsiteY6-300" fmla="*/ 10795 h 10795"/>
                  <a:gd name="connsiteX7-301" fmla="*/ 2753 w 10000"/>
                  <a:gd name="connsiteY7-302" fmla="*/ 7683 h 10795"/>
                  <a:gd name="connsiteX8-303" fmla="*/ 1375 w 10000"/>
                  <a:gd name="connsiteY8-304" fmla="*/ 7365 h 10795"/>
                  <a:gd name="connsiteX9-305" fmla="*/ 45 w 10000"/>
                  <a:gd name="connsiteY9-306" fmla="*/ 5036 h 10795"/>
                  <a:gd name="connsiteX0-307" fmla="*/ 4 w 9959"/>
                  <a:gd name="connsiteY0-308" fmla="*/ 5593 h 11352"/>
                  <a:gd name="connsiteX1-309" fmla="*/ 1089 w 9959"/>
                  <a:gd name="connsiteY1-310" fmla="*/ 469 h 11352"/>
                  <a:gd name="connsiteX2-311" fmla="*/ 4845 w 9959"/>
                  <a:gd name="connsiteY2-312" fmla="*/ 561 h 11352"/>
                  <a:gd name="connsiteX3-313" fmla="*/ 8027 w 9959"/>
                  <a:gd name="connsiteY3-314" fmla="*/ 3370 h 11352"/>
                  <a:gd name="connsiteX4-315" fmla="*/ 9955 w 9959"/>
                  <a:gd name="connsiteY4-316" fmla="*/ 5970 h 11352"/>
                  <a:gd name="connsiteX5-317" fmla="*/ 8435 w 9959"/>
                  <a:gd name="connsiteY5-318" fmla="*/ 7863 h 11352"/>
                  <a:gd name="connsiteX6-319" fmla="*/ 5161 w 9959"/>
                  <a:gd name="connsiteY6-320" fmla="*/ 11352 h 11352"/>
                  <a:gd name="connsiteX7-321" fmla="*/ 2712 w 9959"/>
                  <a:gd name="connsiteY7-322" fmla="*/ 8240 h 11352"/>
                  <a:gd name="connsiteX8-323" fmla="*/ 1334 w 9959"/>
                  <a:gd name="connsiteY8-324" fmla="*/ 7922 h 11352"/>
                  <a:gd name="connsiteX9-325" fmla="*/ 4 w 9959"/>
                  <a:gd name="connsiteY9-326" fmla="*/ 5593 h 11352"/>
                  <a:gd name="connsiteX0-327" fmla="*/ 0 w 11223"/>
                  <a:gd name="connsiteY0-328" fmla="*/ 3835 h 9929"/>
                  <a:gd name="connsiteX1-329" fmla="*/ 2316 w 11223"/>
                  <a:gd name="connsiteY1-330" fmla="*/ 342 h 9929"/>
                  <a:gd name="connsiteX2-331" fmla="*/ 6088 w 11223"/>
                  <a:gd name="connsiteY2-332" fmla="*/ 423 h 9929"/>
                  <a:gd name="connsiteX3-333" fmla="*/ 9283 w 11223"/>
                  <a:gd name="connsiteY3-334" fmla="*/ 2898 h 9929"/>
                  <a:gd name="connsiteX4-335" fmla="*/ 11219 w 11223"/>
                  <a:gd name="connsiteY4-336" fmla="*/ 5188 h 9929"/>
                  <a:gd name="connsiteX5-337" fmla="*/ 9693 w 11223"/>
                  <a:gd name="connsiteY5-338" fmla="*/ 6856 h 9929"/>
                  <a:gd name="connsiteX6-339" fmla="*/ 6405 w 11223"/>
                  <a:gd name="connsiteY6-340" fmla="*/ 9929 h 9929"/>
                  <a:gd name="connsiteX7-341" fmla="*/ 3946 w 11223"/>
                  <a:gd name="connsiteY7-342" fmla="*/ 7188 h 9929"/>
                  <a:gd name="connsiteX8-343" fmla="*/ 2562 w 11223"/>
                  <a:gd name="connsiteY8-344" fmla="*/ 6908 h 9929"/>
                  <a:gd name="connsiteX9-345" fmla="*/ 0 w 11223"/>
                  <a:gd name="connsiteY9-346" fmla="*/ 3835 h 9929"/>
                  <a:gd name="connsiteX0-347" fmla="*/ 0 w 9999"/>
                  <a:gd name="connsiteY0-348" fmla="*/ 3862 h 10000"/>
                  <a:gd name="connsiteX1-349" fmla="*/ 2064 w 9999"/>
                  <a:gd name="connsiteY1-350" fmla="*/ 344 h 10000"/>
                  <a:gd name="connsiteX2-351" fmla="*/ 5425 w 9999"/>
                  <a:gd name="connsiteY2-352" fmla="*/ 426 h 10000"/>
                  <a:gd name="connsiteX3-353" fmla="*/ 8271 w 9999"/>
                  <a:gd name="connsiteY3-354" fmla="*/ 2919 h 10000"/>
                  <a:gd name="connsiteX4-355" fmla="*/ 9996 w 9999"/>
                  <a:gd name="connsiteY4-356" fmla="*/ 5225 h 10000"/>
                  <a:gd name="connsiteX5-357" fmla="*/ 8637 w 9999"/>
                  <a:gd name="connsiteY5-358" fmla="*/ 6905 h 10000"/>
                  <a:gd name="connsiteX6-359" fmla="*/ 5707 w 9999"/>
                  <a:gd name="connsiteY6-360" fmla="*/ 10000 h 10000"/>
                  <a:gd name="connsiteX7-361" fmla="*/ 2283 w 9999"/>
                  <a:gd name="connsiteY7-362" fmla="*/ 6957 h 10000"/>
                  <a:gd name="connsiteX8-363" fmla="*/ 0 w 9999"/>
                  <a:gd name="connsiteY8-364" fmla="*/ 3862 h 10000"/>
                  <a:gd name="connsiteX0-365" fmla="*/ 124 w 10124"/>
                  <a:gd name="connsiteY0-366" fmla="*/ 3862 h 10000"/>
                  <a:gd name="connsiteX1-367" fmla="*/ 2188 w 10124"/>
                  <a:gd name="connsiteY1-368" fmla="*/ 344 h 10000"/>
                  <a:gd name="connsiteX2-369" fmla="*/ 5550 w 10124"/>
                  <a:gd name="connsiteY2-370" fmla="*/ 426 h 10000"/>
                  <a:gd name="connsiteX3-371" fmla="*/ 8396 w 10124"/>
                  <a:gd name="connsiteY3-372" fmla="*/ 2919 h 10000"/>
                  <a:gd name="connsiteX4-373" fmla="*/ 10121 w 10124"/>
                  <a:gd name="connsiteY4-374" fmla="*/ 5225 h 10000"/>
                  <a:gd name="connsiteX5-375" fmla="*/ 8762 w 10124"/>
                  <a:gd name="connsiteY5-376" fmla="*/ 6905 h 10000"/>
                  <a:gd name="connsiteX6-377" fmla="*/ 5832 w 10124"/>
                  <a:gd name="connsiteY6-378" fmla="*/ 10000 h 10000"/>
                  <a:gd name="connsiteX7-379" fmla="*/ 124 w 10124"/>
                  <a:gd name="connsiteY7-380" fmla="*/ 3862 h 10000"/>
                  <a:gd name="connsiteX0-381" fmla="*/ 43 w 10045"/>
                  <a:gd name="connsiteY0-382" fmla="*/ 3862 h 6912"/>
                  <a:gd name="connsiteX1-383" fmla="*/ 2107 w 10045"/>
                  <a:gd name="connsiteY1-384" fmla="*/ 344 h 6912"/>
                  <a:gd name="connsiteX2-385" fmla="*/ 5469 w 10045"/>
                  <a:gd name="connsiteY2-386" fmla="*/ 426 h 6912"/>
                  <a:gd name="connsiteX3-387" fmla="*/ 8315 w 10045"/>
                  <a:gd name="connsiteY3-388" fmla="*/ 2919 h 6912"/>
                  <a:gd name="connsiteX4-389" fmla="*/ 10040 w 10045"/>
                  <a:gd name="connsiteY4-390" fmla="*/ 5225 h 6912"/>
                  <a:gd name="connsiteX5-391" fmla="*/ 8681 w 10045"/>
                  <a:gd name="connsiteY5-392" fmla="*/ 6905 h 6912"/>
                  <a:gd name="connsiteX6-393" fmla="*/ 3967 w 10045"/>
                  <a:gd name="connsiteY6-394" fmla="*/ 5885 h 6912"/>
                  <a:gd name="connsiteX7-395" fmla="*/ 43 w 10045"/>
                  <a:gd name="connsiteY7-396" fmla="*/ 3862 h 6912"/>
                  <a:gd name="connsiteX0-397" fmla="*/ 47 w 10004"/>
                  <a:gd name="connsiteY0-398" fmla="*/ 5106 h 9519"/>
                  <a:gd name="connsiteX1-399" fmla="*/ 2102 w 10004"/>
                  <a:gd name="connsiteY1-400" fmla="*/ 17 h 9519"/>
                  <a:gd name="connsiteX2-401" fmla="*/ 6651 w 10004"/>
                  <a:gd name="connsiteY2-402" fmla="*/ 3484 h 9519"/>
                  <a:gd name="connsiteX3-403" fmla="*/ 8282 w 10004"/>
                  <a:gd name="connsiteY3-404" fmla="*/ 3742 h 9519"/>
                  <a:gd name="connsiteX4-405" fmla="*/ 9999 w 10004"/>
                  <a:gd name="connsiteY4-406" fmla="*/ 7078 h 9519"/>
                  <a:gd name="connsiteX5-407" fmla="*/ 8646 w 10004"/>
                  <a:gd name="connsiteY5-408" fmla="*/ 9509 h 9519"/>
                  <a:gd name="connsiteX6-409" fmla="*/ 3953 w 10004"/>
                  <a:gd name="connsiteY6-410" fmla="*/ 8033 h 9519"/>
                  <a:gd name="connsiteX7-411" fmla="*/ 47 w 10004"/>
                  <a:gd name="connsiteY7-412" fmla="*/ 5106 h 9519"/>
                  <a:gd name="connsiteX0-413" fmla="*/ 43 w 9996"/>
                  <a:gd name="connsiteY0-414" fmla="*/ 6232 h 10868"/>
                  <a:gd name="connsiteX1-415" fmla="*/ 2097 w 9996"/>
                  <a:gd name="connsiteY1-416" fmla="*/ 886 h 10868"/>
                  <a:gd name="connsiteX2-417" fmla="*/ 5642 w 9996"/>
                  <a:gd name="connsiteY2-418" fmla="*/ 385 h 10868"/>
                  <a:gd name="connsiteX3-419" fmla="*/ 8275 w 9996"/>
                  <a:gd name="connsiteY3-420" fmla="*/ 4799 h 10868"/>
                  <a:gd name="connsiteX4-421" fmla="*/ 9991 w 9996"/>
                  <a:gd name="connsiteY4-422" fmla="*/ 8304 h 10868"/>
                  <a:gd name="connsiteX5-423" fmla="*/ 8639 w 9996"/>
                  <a:gd name="connsiteY5-424" fmla="*/ 10857 h 10868"/>
                  <a:gd name="connsiteX6-425" fmla="*/ 3947 w 9996"/>
                  <a:gd name="connsiteY6-426" fmla="*/ 9307 h 10868"/>
                  <a:gd name="connsiteX7-427" fmla="*/ 43 w 9996"/>
                  <a:gd name="connsiteY7-428" fmla="*/ 6232 h 10868"/>
                  <a:gd name="connsiteX0-429" fmla="*/ 43 w 10004"/>
                  <a:gd name="connsiteY0-430" fmla="*/ 5543 h 9809"/>
                  <a:gd name="connsiteX1-431" fmla="*/ 2098 w 10004"/>
                  <a:gd name="connsiteY1-432" fmla="*/ 624 h 9809"/>
                  <a:gd name="connsiteX2-433" fmla="*/ 5644 w 10004"/>
                  <a:gd name="connsiteY2-434" fmla="*/ 163 h 9809"/>
                  <a:gd name="connsiteX3-435" fmla="*/ 8163 w 10004"/>
                  <a:gd name="connsiteY3-436" fmla="*/ 1492 h 9809"/>
                  <a:gd name="connsiteX4-437" fmla="*/ 9995 w 10004"/>
                  <a:gd name="connsiteY4-438" fmla="*/ 7450 h 9809"/>
                  <a:gd name="connsiteX5-439" fmla="*/ 8642 w 10004"/>
                  <a:gd name="connsiteY5-440" fmla="*/ 9799 h 9809"/>
                  <a:gd name="connsiteX6-441" fmla="*/ 3949 w 10004"/>
                  <a:gd name="connsiteY6-442" fmla="*/ 8373 h 9809"/>
                  <a:gd name="connsiteX7-443" fmla="*/ 43 w 10004"/>
                  <a:gd name="connsiteY7-444" fmla="*/ 5543 h 9809"/>
                  <a:gd name="connsiteX0-445" fmla="*/ 43 w 8950"/>
                  <a:gd name="connsiteY0-446" fmla="*/ 5651 h 10081"/>
                  <a:gd name="connsiteX1-447" fmla="*/ 2097 w 8950"/>
                  <a:gd name="connsiteY1-448" fmla="*/ 636 h 10081"/>
                  <a:gd name="connsiteX2-449" fmla="*/ 5642 w 8950"/>
                  <a:gd name="connsiteY2-450" fmla="*/ 166 h 10081"/>
                  <a:gd name="connsiteX3-451" fmla="*/ 8160 w 8950"/>
                  <a:gd name="connsiteY3-452" fmla="*/ 1521 h 10081"/>
                  <a:gd name="connsiteX4-453" fmla="*/ 8473 w 8950"/>
                  <a:gd name="connsiteY4-454" fmla="*/ 5322 h 10081"/>
                  <a:gd name="connsiteX5-455" fmla="*/ 8639 w 8950"/>
                  <a:gd name="connsiteY5-456" fmla="*/ 9990 h 10081"/>
                  <a:gd name="connsiteX6-457" fmla="*/ 3947 w 8950"/>
                  <a:gd name="connsiteY6-458" fmla="*/ 8536 h 10081"/>
                  <a:gd name="connsiteX7-459" fmla="*/ 43 w 8950"/>
                  <a:gd name="connsiteY7-460" fmla="*/ 5651 h 10081"/>
                  <a:gd name="connsiteX0-461" fmla="*/ 48 w 9651"/>
                  <a:gd name="connsiteY0-462" fmla="*/ 5606 h 8648"/>
                  <a:gd name="connsiteX1-463" fmla="*/ 2343 w 9651"/>
                  <a:gd name="connsiteY1-464" fmla="*/ 631 h 8648"/>
                  <a:gd name="connsiteX2-465" fmla="*/ 6304 w 9651"/>
                  <a:gd name="connsiteY2-466" fmla="*/ 165 h 8648"/>
                  <a:gd name="connsiteX3-467" fmla="*/ 9117 w 9651"/>
                  <a:gd name="connsiteY3-468" fmla="*/ 1509 h 8648"/>
                  <a:gd name="connsiteX4-469" fmla="*/ 9467 w 9651"/>
                  <a:gd name="connsiteY4-470" fmla="*/ 5279 h 8648"/>
                  <a:gd name="connsiteX5-471" fmla="*/ 6997 w 9651"/>
                  <a:gd name="connsiteY5-472" fmla="*/ 8019 h 8648"/>
                  <a:gd name="connsiteX6-473" fmla="*/ 4410 w 9651"/>
                  <a:gd name="connsiteY6-474" fmla="*/ 8467 h 8648"/>
                  <a:gd name="connsiteX7-475" fmla="*/ 48 w 9651"/>
                  <a:gd name="connsiteY7-476" fmla="*/ 5606 h 8648"/>
                  <a:gd name="connsiteX0-477" fmla="*/ 41 w 9991"/>
                  <a:gd name="connsiteY0-478" fmla="*/ 6482 h 9316"/>
                  <a:gd name="connsiteX1-479" fmla="*/ 2419 w 9991"/>
                  <a:gd name="connsiteY1-480" fmla="*/ 730 h 9316"/>
                  <a:gd name="connsiteX2-481" fmla="*/ 6523 w 9991"/>
                  <a:gd name="connsiteY2-482" fmla="*/ 191 h 9316"/>
                  <a:gd name="connsiteX3-483" fmla="*/ 9438 w 9991"/>
                  <a:gd name="connsiteY3-484" fmla="*/ 1745 h 9316"/>
                  <a:gd name="connsiteX4-485" fmla="*/ 9800 w 9991"/>
                  <a:gd name="connsiteY4-486" fmla="*/ 6104 h 9316"/>
                  <a:gd name="connsiteX5-487" fmla="*/ 7241 w 9991"/>
                  <a:gd name="connsiteY5-488" fmla="*/ 9273 h 9316"/>
                  <a:gd name="connsiteX6-489" fmla="*/ 1411 w 9991"/>
                  <a:gd name="connsiteY6-490" fmla="*/ 7856 h 9316"/>
                  <a:gd name="connsiteX7-491" fmla="*/ 41 w 9991"/>
                  <a:gd name="connsiteY7-492" fmla="*/ 6482 h 9316"/>
                  <a:gd name="connsiteX0-493" fmla="*/ 19 w 10708"/>
                  <a:gd name="connsiteY0-494" fmla="*/ 7721 h 10038"/>
                  <a:gd name="connsiteX1-495" fmla="*/ 3129 w 10708"/>
                  <a:gd name="connsiteY1-496" fmla="*/ 825 h 10038"/>
                  <a:gd name="connsiteX2-497" fmla="*/ 7237 w 10708"/>
                  <a:gd name="connsiteY2-498" fmla="*/ 246 h 10038"/>
                  <a:gd name="connsiteX3-499" fmla="*/ 10155 w 10708"/>
                  <a:gd name="connsiteY3-500" fmla="*/ 1914 h 10038"/>
                  <a:gd name="connsiteX4-501" fmla="*/ 10517 w 10708"/>
                  <a:gd name="connsiteY4-502" fmla="*/ 6593 h 10038"/>
                  <a:gd name="connsiteX5-503" fmla="*/ 7956 w 10708"/>
                  <a:gd name="connsiteY5-504" fmla="*/ 9995 h 10038"/>
                  <a:gd name="connsiteX6-505" fmla="*/ 2120 w 10708"/>
                  <a:gd name="connsiteY6-506" fmla="*/ 8474 h 10038"/>
                  <a:gd name="connsiteX7-507" fmla="*/ 19 w 10708"/>
                  <a:gd name="connsiteY7-508" fmla="*/ 7721 h 10038"/>
                  <a:gd name="connsiteX0-509" fmla="*/ 359 w 11048"/>
                  <a:gd name="connsiteY0-510" fmla="*/ 7721 h 10038"/>
                  <a:gd name="connsiteX1-511" fmla="*/ 3469 w 11048"/>
                  <a:gd name="connsiteY1-512" fmla="*/ 825 h 10038"/>
                  <a:gd name="connsiteX2-513" fmla="*/ 7577 w 11048"/>
                  <a:gd name="connsiteY2-514" fmla="*/ 246 h 10038"/>
                  <a:gd name="connsiteX3-515" fmla="*/ 10495 w 11048"/>
                  <a:gd name="connsiteY3-516" fmla="*/ 1914 h 10038"/>
                  <a:gd name="connsiteX4-517" fmla="*/ 10857 w 11048"/>
                  <a:gd name="connsiteY4-518" fmla="*/ 6593 h 10038"/>
                  <a:gd name="connsiteX5-519" fmla="*/ 8296 w 11048"/>
                  <a:gd name="connsiteY5-520" fmla="*/ 9995 h 10038"/>
                  <a:gd name="connsiteX6-521" fmla="*/ 2460 w 11048"/>
                  <a:gd name="connsiteY6-522" fmla="*/ 8474 h 10038"/>
                  <a:gd name="connsiteX7-523" fmla="*/ 359 w 11048"/>
                  <a:gd name="connsiteY7-524" fmla="*/ 7721 h 10038"/>
                  <a:gd name="connsiteX0-525" fmla="*/ 359 w 11048"/>
                  <a:gd name="connsiteY0-526" fmla="*/ 8392 h 10075"/>
                  <a:gd name="connsiteX1-527" fmla="*/ 3469 w 11048"/>
                  <a:gd name="connsiteY1-528" fmla="*/ 864 h 10075"/>
                  <a:gd name="connsiteX2-529" fmla="*/ 7577 w 11048"/>
                  <a:gd name="connsiteY2-530" fmla="*/ 285 h 10075"/>
                  <a:gd name="connsiteX3-531" fmla="*/ 10495 w 11048"/>
                  <a:gd name="connsiteY3-532" fmla="*/ 1953 h 10075"/>
                  <a:gd name="connsiteX4-533" fmla="*/ 10857 w 11048"/>
                  <a:gd name="connsiteY4-534" fmla="*/ 6632 h 10075"/>
                  <a:gd name="connsiteX5-535" fmla="*/ 8296 w 11048"/>
                  <a:gd name="connsiteY5-536" fmla="*/ 10034 h 10075"/>
                  <a:gd name="connsiteX6-537" fmla="*/ 2460 w 11048"/>
                  <a:gd name="connsiteY6-538" fmla="*/ 8513 h 10075"/>
                  <a:gd name="connsiteX7-539" fmla="*/ 359 w 11048"/>
                  <a:gd name="connsiteY7-540" fmla="*/ 8392 h 10075"/>
                  <a:gd name="connsiteX0-541" fmla="*/ 371 w 11060"/>
                  <a:gd name="connsiteY0-542" fmla="*/ 8392 h 10075"/>
                  <a:gd name="connsiteX1-543" fmla="*/ 3481 w 11060"/>
                  <a:gd name="connsiteY1-544" fmla="*/ 864 h 10075"/>
                  <a:gd name="connsiteX2-545" fmla="*/ 7589 w 11060"/>
                  <a:gd name="connsiteY2-546" fmla="*/ 285 h 10075"/>
                  <a:gd name="connsiteX3-547" fmla="*/ 10507 w 11060"/>
                  <a:gd name="connsiteY3-548" fmla="*/ 1953 h 10075"/>
                  <a:gd name="connsiteX4-549" fmla="*/ 10869 w 11060"/>
                  <a:gd name="connsiteY4-550" fmla="*/ 6632 h 10075"/>
                  <a:gd name="connsiteX5-551" fmla="*/ 8308 w 11060"/>
                  <a:gd name="connsiteY5-552" fmla="*/ 10034 h 10075"/>
                  <a:gd name="connsiteX6-553" fmla="*/ 2472 w 11060"/>
                  <a:gd name="connsiteY6-554" fmla="*/ 8513 h 10075"/>
                  <a:gd name="connsiteX7-555" fmla="*/ 371 w 11060"/>
                  <a:gd name="connsiteY7-556" fmla="*/ 8392 h 10075"/>
                  <a:gd name="connsiteX0-557" fmla="*/ 54 w 10743"/>
                  <a:gd name="connsiteY0-558" fmla="*/ 9468 h 11151"/>
                  <a:gd name="connsiteX1-559" fmla="*/ 4027 w 10743"/>
                  <a:gd name="connsiteY1-560" fmla="*/ 495 h 11151"/>
                  <a:gd name="connsiteX2-561" fmla="*/ 7272 w 10743"/>
                  <a:gd name="connsiteY2-562" fmla="*/ 1361 h 11151"/>
                  <a:gd name="connsiteX3-563" fmla="*/ 10190 w 10743"/>
                  <a:gd name="connsiteY3-564" fmla="*/ 3029 h 11151"/>
                  <a:gd name="connsiteX4-565" fmla="*/ 10552 w 10743"/>
                  <a:gd name="connsiteY4-566" fmla="*/ 7708 h 11151"/>
                  <a:gd name="connsiteX5-567" fmla="*/ 7991 w 10743"/>
                  <a:gd name="connsiteY5-568" fmla="*/ 11110 h 11151"/>
                  <a:gd name="connsiteX6-569" fmla="*/ 2155 w 10743"/>
                  <a:gd name="connsiteY6-570" fmla="*/ 9589 h 11151"/>
                  <a:gd name="connsiteX7-571" fmla="*/ 54 w 10743"/>
                  <a:gd name="connsiteY7-572" fmla="*/ 9468 h 11151"/>
                  <a:gd name="connsiteX0-573" fmla="*/ 54 w 10743"/>
                  <a:gd name="connsiteY0-574" fmla="*/ 9506 h 11189"/>
                  <a:gd name="connsiteX1-575" fmla="*/ 4027 w 10743"/>
                  <a:gd name="connsiteY1-576" fmla="*/ 533 h 11189"/>
                  <a:gd name="connsiteX2-577" fmla="*/ 7272 w 10743"/>
                  <a:gd name="connsiteY2-578" fmla="*/ 1399 h 11189"/>
                  <a:gd name="connsiteX3-579" fmla="*/ 10190 w 10743"/>
                  <a:gd name="connsiteY3-580" fmla="*/ 3067 h 11189"/>
                  <a:gd name="connsiteX4-581" fmla="*/ 10552 w 10743"/>
                  <a:gd name="connsiteY4-582" fmla="*/ 7746 h 11189"/>
                  <a:gd name="connsiteX5-583" fmla="*/ 7991 w 10743"/>
                  <a:gd name="connsiteY5-584" fmla="*/ 11148 h 11189"/>
                  <a:gd name="connsiteX6-585" fmla="*/ 2155 w 10743"/>
                  <a:gd name="connsiteY6-586" fmla="*/ 9627 h 11189"/>
                  <a:gd name="connsiteX7-587" fmla="*/ 54 w 10743"/>
                  <a:gd name="connsiteY7-588" fmla="*/ 9506 h 11189"/>
                  <a:gd name="connsiteX0-589" fmla="*/ 40 w 11293"/>
                  <a:gd name="connsiteY0-590" fmla="*/ 9082 h 11127"/>
                  <a:gd name="connsiteX1-591" fmla="*/ 4577 w 11293"/>
                  <a:gd name="connsiteY1-592" fmla="*/ 470 h 11127"/>
                  <a:gd name="connsiteX2-593" fmla="*/ 7822 w 11293"/>
                  <a:gd name="connsiteY2-594" fmla="*/ 1336 h 11127"/>
                  <a:gd name="connsiteX3-595" fmla="*/ 10740 w 11293"/>
                  <a:gd name="connsiteY3-596" fmla="*/ 3004 h 11127"/>
                  <a:gd name="connsiteX4-597" fmla="*/ 11102 w 11293"/>
                  <a:gd name="connsiteY4-598" fmla="*/ 7683 h 11127"/>
                  <a:gd name="connsiteX5-599" fmla="*/ 8541 w 11293"/>
                  <a:gd name="connsiteY5-600" fmla="*/ 11085 h 11127"/>
                  <a:gd name="connsiteX6-601" fmla="*/ 2705 w 11293"/>
                  <a:gd name="connsiteY6-602" fmla="*/ 9564 h 11127"/>
                  <a:gd name="connsiteX7-603" fmla="*/ 40 w 11293"/>
                  <a:gd name="connsiteY7-604" fmla="*/ 9082 h 11127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</a:cxnLst>
                <a:rect l="l" t="t" r="r" b="b"/>
                <a:pathLst>
                  <a:path w="11293" h="11127">
                    <a:moveTo>
                      <a:pt x="40" y="9082"/>
                    </a:moveTo>
                    <a:cubicBezTo>
                      <a:pt x="352" y="7566"/>
                      <a:pt x="3280" y="1761"/>
                      <a:pt x="4577" y="470"/>
                    </a:cubicBezTo>
                    <a:cubicBezTo>
                      <a:pt x="5874" y="-821"/>
                      <a:pt x="6795" y="914"/>
                      <a:pt x="7822" y="1336"/>
                    </a:cubicBezTo>
                    <a:cubicBezTo>
                      <a:pt x="8849" y="1758"/>
                      <a:pt x="10193" y="1947"/>
                      <a:pt x="10740" y="3004"/>
                    </a:cubicBezTo>
                    <a:cubicBezTo>
                      <a:pt x="11287" y="4061"/>
                      <a:pt x="11468" y="6337"/>
                      <a:pt x="11102" y="7683"/>
                    </a:cubicBezTo>
                    <a:cubicBezTo>
                      <a:pt x="10736" y="9030"/>
                      <a:pt x="9940" y="10771"/>
                      <a:pt x="8541" y="11085"/>
                    </a:cubicBezTo>
                    <a:cubicBezTo>
                      <a:pt x="7141" y="11398"/>
                      <a:pt x="4122" y="9898"/>
                      <a:pt x="2705" y="9564"/>
                    </a:cubicBezTo>
                    <a:cubicBezTo>
                      <a:pt x="1288" y="9230"/>
                      <a:pt x="-272" y="10598"/>
                      <a:pt x="40" y="9082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370" name="Group 327"/>
              <p:cNvGrpSpPr/>
              <p:nvPr/>
            </p:nvGrpSpPr>
            <p:grpSpPr bwMode="auto">
              <a:xfrm>
                <a:off x="7908175" y="5241780"/>
                <a:ext cx="536554" cy="263548"/>
                <a:chOff x="1871277" y="1576300"/>
                <a:chExt cx="1128371" cy="437861"/>
              </a:xfrm>
            </p:grpSpPr>
            <p:sp>
              <p:nvSpPr>
                <p:cNvPr id="374" name="Oval 373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75" name="Rectangle 374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6" name="Oval 375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77" name="Freeform 376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8" name="Freeform 377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9" name="Freeform 378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80" name="Freeform 379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381" name="Straight Connector 380"/>
                <p:cNvCxnSpPr>
                  <a:endCxn id="37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2" name="Straight Connector 381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1" name="Group 370"/>
              <p:cNvGrpSpPr/>
              <p:nvPr/>
            </p:nvGrpSpPr>
            <p:grpSpPr>
              <a:xfrm>
                <a:off x="7876581" y="5223365"/>
                <a:ext cx="466894" cy="369332"/>
                <a:chOff x="599495" y="1708643"/>
                <a:chExt cx="491778" cy="409344"/>
              </a:xfrm>
            </p:grpSpPr>
            <p:sp>
              <p:nvSpPr>
                <p:cNvPr id="372" name="Oval 371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3" name="TextBox 372"/>
                <p:cNvSpPr txBox="1"/>
                <p:nvPr/>
              </p:nvSpPr>
              <p:spPr>
                <a:xfrm>
                  <a:off x="599495" y="1708643"/>
                  <a:ext cx="491778" cy="4093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dirty="0"/>
                    <a:t>  X</a:t>
                  </a:r>
                </a:p>
              </p:txBody>
            </p:sp>
          </p:grpSp>
        </p:grpSp>
        <p:cxnSp>
          <p:nvCxnSpPr>
            <p:cNvPr id="402" name="Straight Connector 401"/>
            <p:cNvCxnSpPr/>
            <p:nvPr/>
          </p:nvCxnSpPr>
          <p:spPr bwMode="auto">
            <a:xfrm flipH="1">
              <a:off x="7133690" y="5764030"/>
              <a:ext cx="870024" cy="9999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7" name="Group 6"/>
          <p:cNvGrpSpPr/>
          <p:nvPr/>
        </p:nvGrpSpPr>
        <p:grpSpPr>
          <a:xfrm>
            <a:off x="5594890" y="2633867"/>
            <a:ext cx="1009362" cy="768350"/>
            <a:chOff x="5713444" y="2379268"/>
            <a:chExt cx="1009362" cy="768350"/>
          </a:xfrm>
        </p:grpSpPr>
        <p:sp>
          <p:nvSpPr>
            <p:cNvPr id="162850" name="AutoShape 118"/>
            <p:cNvSpPr>
              <a:spLocks noChangeArrowheads="1"/>
            </p:cNvSpPr>
            <p:nvPr/>
          </p:nvSpPr>
          <p:spPr bwMode="auto">
            <a:xfrm rot="17597965">
              <a:off x="5467382" y="2625330"/>
              <a:ext cx="768350" cy="276226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FF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2851" name="Text Box 119"/>
            <p:cNvSpPr txBox="1">
              <a:spLocks noChangeArrowheads="1"/>
            </p:cNvSpPr>
            <p:nvPr/>
          </p:nvSpPr>
          <p:spPr bwMode="auto">
            <a:xfrm>
              <a:off x="5906829" y="2784958"/>
              <a:ext cx="815977" cy="307975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C0000"/>
                  </a:solidFill>
                </a:rPr>
                <a:t>AS3,X </a:t>
              </a: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910274" y="2693203"/>
            <a:ext cx="1260153" cy="888605"/>
            <a:chOff x="2028828" y="2438604"/>
            <a:chExt cx="1260153" cy="888605"/>
          </a:xfrm>
        </p:grpSpPr>
        <p:sp>
          <p:nvSpPr>
            <p:cNvPr id="332" name="Text Box 119"/>
            <p:cNvSpPr txBox="1">
              <a:spLocks noChangeArrowheads="1"/>
            </p:cNvSpPr>
            <p:nvPr/>
          </p:nvSpPr>
          <p:spPr bwMode="auto">
            <a:xfrm>
              <a:off x="2028828" y="3019432"/>
              <a:ext cx="1260153" cy="307777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C0000"/>
                  </a:solidFill>
                </a:rPr>
                <a:t>AS2,AS3,X </a:t>
              </a:r>
            </a:p>
          </p:txBody>
        </p:sp>
        <p:sp>
          <p:nvSpPr>
            <p:cNvPr id="327" name="AutoShape 118"/>
            <p:cNvSpPr>
              <a:spLocks noChangeArrowheads="1"/>
            </p:cNvSpPr>
            <p:nvPr/>
          </p:nvSpPr>
          <p:spPr bwMode="auto">
            <a:xfrm rot="3445218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FF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281596" y="2173174"/>
            <a:ext cx="1113456" cy="802903"/>
            <a:chOff x="4057381" y="2820739"/>
            <a:chExt cx="1113456" cy="802903"/>
          </a:xfrm>
        </p:grpSpPr>
        <p:cxnSp>
          <p:nvCxnSpPr>
            <p:cNvPr id="3" name="Straight Arrow Connector 2"/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330" name="Straight Arrow Connector 329"/>
            <p:cNvCxnSpPr/>
            <p:nvPr/>
          </p:nvCxnSpPr>
          <p:spPr bwMode="auto">
            <a:xfrm flipH="1" flipV="1">
              <a:off x="4057381" y="3181458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331" name="Straight Arrow Connector 330"/>
            <p:cNvCxnSpPr/>
            <p:nvPr/>
          </p:nvCxnSpPr>
          <p:spPr bwMode="auto">
            <a:xfrm flipH="1">
              <a:off x="4741068" y="3344630"/>
              <a:ext cx="409376" cy="279012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</p:grpSp>
      <p:cxnSp>
        <p:nvCxnSpPr>
          <p:cNvPr id="325" name="Straight Connector 324"/>
          <p:cNvCxnSpPr>
            <a:stCxn id="148" idx="1"/>
          </p:cNvCxnSpPr>
          <p:nvPr/>
        </p:nvCxnSpPr>
        <p:spPr bwMode="auto">
          <a:xfrm flipH="1">
            <a:off x="2928347" y="2413952"/>
            <a:ext cx="2716814" cy="143913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4" name="Group 3"/>
          <p:cNvGrpSpPr/>
          <p:nvPr/>
        </p:nvGrpSpPr>
        <p:grpSpPr>
          <a:xfrm>
            <a:off x="4499406" y="1875925"/>
            <a:ext cx="968155" cy="547957"/>
            <a:chOff x="4617960" y="1621326"/>
            <a:chExt cx="968155" cy="547957"/>
          </a:xfrm>
        </p:grpSpPr>
        <p:sp>
          <p:nvSpPr>
            <p:cNvPr id="329" name="AutoShape 118"/>
            <p:cNvSpPr>
              <a:spLocks noChangeArrowheads="1"/>
            </p:cNvSpPr>
            <p:nvPr/>
          </p:nvSpPr>
          <p:spPr bwMode="auto">
            <a:xfrm rot="21413181">
              <a:off x="4617960" y="189305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FF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" name="TextBox 1"/>
            <p:cNvSpPr txBox="1"/>
            <p:nvPr/>
          </p:nvSpPr>
          <p:spPr>
            <a:xfrm rot="21418560">
              <a:off x="4770795" y="1621326"/>
              <a:ext cx="81532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C0000"/>
                  </a:solidFill>
                </a:rPr>
                <a:t>AS3,X</a:t>
              </a:r>
            </a:p>
          </p:txBody>
        </p:sp>
      </p:grpSp>
      <p:sp>
        <p:nvSpPr>
          <p:cNvPr id="334" name="Rectangle 4"/>
          <p:cNvSpPr txBox="1">
            <a:spLocks noChangeArrowheads="1"/>
          </p:cNvSpPr>
          <p:nvPr/>
        </p:nvSpPr>
        <p:spPr bwMode="auto">
          <a:xfrm>
            <a:off x="2427692" y="5255129"/>
            <a:ext cx="6397774" cy="433205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/>
              <a:buChar char="•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268605" indent="-268605">
              <a:lnSpc>
                <a:spcPct val="90000"/>
              </a:lnSpc>
              <a:buClr>
                <a:srgbClr val="C00000"/>
              </a:buClr>
              <a:buFont typeface="Wingdings" panose="05000000000000000000" pitchFamily="2" charset="2"/>
              <a:buChar char="n"/>
            </a:pPr>
            <a:r>
              <a: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1d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</a:t>
            </a:r>
            <a:r>
              <a: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OSPF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域内路由：到达</a:t>
            </a:r>
            <a:r>
              <a: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1c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，转发到本地接口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endParaRPr lang="en-US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28" name="TextBox 327"/>
          <p:cNvSpPr txBox="1"/>
          <p:nvPr/>
        </p:nvSpPr>
        <p:spPr>
          <a:xfrm rot="21418560">
            <a:off x="2163994" y="2008169"/>
            <a:ext cx="8153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i="1" dirty="0">
                <a:solidFill>
                  <a:srgbClr val="CC0000"/>
                </a:solidFill>
              </a:rPr>
              <a:t>AS3,X</a:t>
            </a:r>
          </a:p>
        </p:txBody>
      </p:sp>
      <p:grpSp>
        <p:nvGrpSpPr>
          <p:cNvPr id="14" name="Group 13"/>
          <p:cNvGrpSpPr/>
          <p:nvPr/>
        </p:nvGrpSpPr>
        <p:grpSpPr>
          <a:xfrm>
            <a:off x="1030916" y="2137122"/>
            <a:ext cx="1300492" cy="1068501"/>
            <a:chOff x="1149470" y="2245331"/>
            <a:chExt cx="1300492" cy="1068501"/>
          </a:xfrm>
        </p:grpSpPr>
        <p:sp>
          <p:nvSpPr>
            <p:cNvPr id="9" name="TextBox 8"/>
            <p:cNvSpPr txBox="1"/>
            <p:nvPr/>
          </p:nvSpPr>
          <p:spPr>
            <a:xfrm>
              <a:off x="2165447" y="2998844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/>
                <a:t>1</a:t>
              </a:r>
            </a:p>
          </p:txBody>
        </p:sp>
        <p:sp>
          <p:nvSpPr>
            <p:cNvPr id="336" name="TextBox 335"/>
            <p:cNvSpPr txBox="1"/>
            <p:nvPr/>
          </p:nvSpPr>
          <p:spPr>
            <a:xfrm>
              <a:off x="1458923" y="300605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/>
                <a:t>2</a:t>
              </a:r>
            </a:p>
          </p:txBody>
        </p:sp>
        <p:sp>
          <p:nvSpPr>
            <p:cNvPr id="338" name="TextBox 337"/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/>
                <a:t>1</a:t>
              </a:r>
            </a:p>
          </p:txBody>
        </p:sp>
        <p:sp>
          <p:nvSpPr>
            <p:cNvPr id="339" name="TextBox 338"/>
            <p:cNvSpPr txBox="1"/>
            <p:nvPr/>
          </p:nvSpPr>
          <p:spPr>
            <a:xfrm>
              <a:off x="1339883" y="2623598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/>
                <a:t>2</a:t>
              </a: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419100" y="3271100"/>
            <a:ext cx="1679208" cy="2911109"/>
            <a:chOff x="537654" y="3379309"/>
            <a:chExt cx="1679208" cy="2911109"/>
          </a:xfrm>
        </p:grpSpPr>
        <p:sp>
          <p:nvSpPr>
            <p:cNvPr id="469" name="Freeform 468"/>
            <p:cNvSpPr/>
            <p:nvPr/>
          </p:nvSpPr>
          <p:spPr>
            <a:xfrm rot="10326036" flipH="1">
              <a:off x="771808" y="3379309"/>
              <a:ext cx="1333280" cy="959366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-1" fmla="*/ 139870 w 1040633"/>
                <a:gd name="connsiteY0-2" fmla="*/ 1191723 h 1219697"/>
                <a:gd name="connsiteX1-3" fmla="*/ 0 w 1040633"/>
                <a:gd name="connsiteY1-4" fmla="*/ 0 h 1219697"/>
                <a:gd name="connsiteX2-5" fmla="*/ 1040633 w 1040633"/>
                <a:gd name="connsiteY2-6" fmla="*/ 16785 h 1219697"/>
                <a:gd name="connsiteX3-7" fmla="*/ 833625 w 1040633"/>
                <a:gd name="connsiteY3-8" fmla="*/ 1219697 h 1219697"/>
                <a:gd name="connsiteX4-9" fmla="*/ 139870 w 1040633"/>
                <a:gd name="connsiteY4-10" fmla="*/ 1191723 h 1219697"/>
                <a:gd name="connsiteX0-11" fmla="*/ 139870 w 1040633"/>
                <a:gd name="connsiteY0-12" fmla="*/ 1191723 h 1219697"/>
                <a:gd name="connsiteX1-13" fmla="*/ 0 w 1040633"/>
                <a:gd name="connsiteY1-14" fmla="*/ 0 h 1219697"/>
                <a:gd name="connsiteX2-15" fmla="*/ 1040633 w 1040633"/>
                <a:gd name="connsiteY2-16" fmla="*/ 16785 h 1219697"/>
                <a:gd name="connsiteX3-17" fmla="*/ 833625 w 1040633"/>
                <a:gd name="connsiteY3-18" fmla="*/ 1219697 h 1219697"/>
                <a:gd name="connsiteX4-19" fmla="*/ 139870 w 1040633"/>
                <a:gd name="connsiteY4-20" fmla="*/ 1191723 h 1219697"/>
                <a:gd name="connsiteX0-21" fmla="*/ 139870 w 1040633"/>
                <a:gd name="connsiteY0-22" fmla="*/ 1191723 h 1219697"/>
                <a:gd name="connsiteX1-23" fmla="*/ 0 w 1040633"/>
                <a:gd name="connsiteY1-24" fmla="*/ 0 h 1219697"/>
                <a:gd name="connsiteX2-25" fmla="*/ 1040633 w 1040633"/>
                <a:gd name="connsiteY2-26" fmla="*/ 16785 h 1219697"/>
                <a:gd name="connsiteX3-27" fmla="*/ 833625 w 1040633"/>
                <a:gd name="connsiteY3-28" fmla="*/ 1219697 h 1219697"/>
                <a:gd name="connsiteX4-29" fmla="*/ 139870 w 1040633"/>
                <a:gd name="connsiteY4-30" fmla="*/ 1191723 h 1219697"/>
                <a:gd name="connsiteX0-31" fmla="*/ 139870 w 1040633"/>
                <a:gd name="connsiteY0-32" fmla="*/ 1191723 h 1219697"/>
                <a:gd name="connsiteX1-33" fmla="*/ 0 w 1040633"/>
                <a:gd name="connsiteY1-34" fmla="*/ 0 h 1219697"/>
                <a:gd name="connsiteX2-35" fmla="*/ 1040633 w 1040633"/>
                <a:gd name="connsiteY2-36" fmla="*/ 16785 h 1219697"/>
                <a:gd name="connsiteX3-37" fmla="*/ 833625 w 1040633"/>
                <a:gd name="connsiteY3-38" fmla="*/ 1219697 h 1219697"/>
                <a:gd name="connsiteX4-39" fmla="*/ 139870 w 1040633"/>
                <a:gd name="connsiteY4-40" fmla="*/ 1191723 h 1219697"/>
                <a:gd name="connsiteX0-41" fmla="*/ 139870 w 1040633"/>
                <a:gd name="connsiteY0-42" fmla="*/ 1191723 h 1219697"/>
                <a:gd name="connsiteX1-43" fmla="*/ 0 w 1040633"/>
                <a:gd name="connsiteY1-44" fmla="*/ 0 h 1219697"/>
                <a:gd name="connsiteX2-45" fmla="*/ 1040633 w 1040633"/>
                <a:gd name="connsiteY2-46" fmla="*/ 16785 h 1219697"/>
                <a:gd name="connsiteX3-47" fmla="*/ 833625 w 1040633"/>
                <a:gd name="connsiteY3-48" fmla="*/ 1219697 h 1219697"/>
                <a:gd name="connsiteX4-49" fmla="*/ 418712 w 1040633"/>
                <a:gd name="connsiteY4-50" fmla="*/ 1189324 h 1219697"/>
                <a:gd name="connsiteX5" fmla="*/ 139870 w 1040633"/>
                <a:gd name="connsiteY5" fmla="*/ 1191723 h 1219697"/>
                <a:gd name="connsiteX0-51" fmla="*/ 139870 w 1040633"/>
                <a:gd name="connsiteY0-52" fmla="*/ 1191723 h 1355926"/>
                <a:gd name="connsiteX1-53" fmla="*/ 0 w 1040633"/>
                <a:gd name="connsiteY1-54" fmla="*/ 0 h 1355926"/>
                <a:gd name="connsiteX2-55" fmla="*/ 1040633 w 1040633"/>
                <a:gd name="connsiteY2-56" fmla="*/ 16785 h 1355926"/>
                <a:gd name="connsiteX3-57" fmla="*/ 833625 w 1040633"/>
                <a:gd name="connsiteY3-58" fmla="*/ 1219697 h 1355926"/>
                <a:gd name="connsiteX4-59" fmla="*/ 139870 w 1040633"/>
                <a:gd name="connsiteY4-60" fmla="*/ 1191723 h 1355926"/>
                <a:gd name="connsiteX0-61" fmla="*/ 139870 w 1040633"/>
                <a:gd name="connsiteY0-62" fmla="*/ 1191723 h 1289901"/>
                <a:gd name="connsiteX1-63" fmla="*/ 0 w 1040633"/>
                <a:gd name="connsiteY1-64" fmla="*/ 0 h 1289901"/>
                <a:gd name="connsiteX2-65" fmla="*/ 1040633 w 1040633"/>
                <a:gd name="connsiteY2-66" fmla="*/ 16785 h 1289901"/>
                <a:gd name="connsiteX3-67" fmla="*/ 833625 w 1040633"/>
                <a:gd name="connsiteY3-68" fmla="*/ 1219697 h 1289901"/>
                <a:gd name="connsiteX4-69" fmla="*/ 139870 w 1040633"/>
                <a:gd name="connsiteY4-70" fmla="*/ 1191723 h 1289901"/>
                <a:gd name="connsiteX0-71" fmla="*/ 139870 w 1040633"/>
                <a:gd name="connsiteY0-72" fmla="*/ 1191723 h 1219697"/>
                <a:gd name="connsiteX1-73" fmla="*/ 0 w 1040633"/>
                <a:gd name="connsiteY1-74" fmla="*/ 0 h 1219697"/>
                <a:gd name="connsiteX2-75" fmla="*/ 1040633 w 1040633"/>
                <a:gd name="connsiteY2-76" fmla="*/ 16785 h 1219697"/>
                <a:gd name="connsiteX3-77" fmla="*/ 833625 w 1040633"/>
                <a:gd name="connsiteY3-78" fmla="*/ 1219697 h 1219697"/>
                <a:gd name="connsiteX4-79" fmla="*/ 139870 w 1040633"/>
                <a:gd name="connsiteY4-80" fmla="*/ 1191723 h 1219697"/>
                <a:gd name="connsiteX0-81" fmla="*/ 139870 w 1040633"/>
                <a:gd name="connsiteY0-82" fmla="*/ 1191723 h 1191723"/>
                <a:gd name="connsiteX1-83" fmla="*/ 0 w 1040633"/>
                <a:gd name="connsiteY1-84" fmla="*/ 0 h 1191723"/>
                <a:gd name="connsiteX2-85" fmla="*/ 1040633 w 1040633"/>
                <a:gd name="connsiteY2-86" fmla="*/ 16785 h 1191723"/>
                <a:gd name="connsiteX3-87" fmla="*/ 671988 w 1040633"/>
                <a:gd name="connsiteY3-88" fmla="*/ 1158121 h 1191723"/>
                <a:gd name="connsiteX4-89" fmla="*/ 139870 w 1040633"/>
                <a:gd name="connsiteY4-90" fmla="*/ 1191723 h 1191723"/>
                <a:gd name="connsiteX0-91" fmla="*/ 363082 w 1040633"/>
                <a:gd name="connsiteY0-92" fmla="*/ 1160935 h 1160935"/>
                <a:gd name="connsiteX1-93" fmla="*/ 0 w 1040633"/>
                <a:gd name="connsiteY1-94" fmla="*/ 0 h 1160935"/>
                <a:gd name="connsiteX2-95" fmla="*/ 1040633 w 1040633"/>
                <a:gd name="connsiteY2-96" fmla="*/ 16785 h 1160935"/>
                <a:gd name="connsiteX3-97" fmla="*/ 671988 w 1040633"/>
                <a:gd name="connsiteY3-98" fmla="*/ 1158121 h 1160935"/>
                <a:gd name="connsiteX4-99" fmla="*/ 363082 w 1040633"/>
                <a:gd name="connsiteY4-100" fmla="*/ 1160935 h 1160935"/>
                <a:gd name="connsiteX0-101" fmla="*/ 363082 w 1040633"/>
                <a:gd name="connsiteY0-102" fmla="*/ 1160935 h 1160935"/>
                <a:gd name="connsiteX1-103" fmla="*/ 0 w 1040633"/>
                <a:gd name="connsiteY1-104" fmla="*/ 0 h 1160935"/>
                <a:gd name="connsiteX2-105" fmla="*/ 1040633 w 1040633"/>
                <a:gd name="connsiteY2-106" fmla="*/ 16785 h 1160935"/>
                <a:gd name="connsiteX3-107" fmla="*/ 671988 w 1040633"/>
                <a:gd name="connsiteY3-108" fmla="*/ 1158121 h 1160935"/>
                <a:gd name="connsiteX4-109" fmla="*/ 363082 w 1040633"/>
                <a:gd name="connsiteY4-110" fmla="*/ 1160935 h 1160935"/>
                <a:gd name="connsiteX0-111" fmla="*/ 363082 w 1040633"/>
                <a:gd name="connsiteY0-112" fmla="*/ 1160935 h 1160935"/>
                <a:gd name="connsiteX1-113" fmla="*/ 0 w 1040633"/>
                <a:gd name="connsiteY1-114" fmla="*/ 0 h 1160935"/>
                <a:gd name="connsiteX2-115" fmla="*/ 1040633 w 1040633"/>
                <a:gd name="connsiteY2-116" fmla="*/ 16785 h 1160935"/>
                <a:gd name="connsiteX3-117" fmla="*/ 671988 w 1040633"/>
                <a:gd name="connsiteY3-118" fmla="*/ 1158121 h 1160935"/>
                <a:gd name="connsiteX4-119" fmla="*/ 363082 w 1040633"/>
                <a:gd name="connsiteY4-120" fmla="*/ 1160935 h 1160935"/>
                <a:gd name="connsiteX0-121" fmla="*/ 363082 w 1040633"/>
                <a:gd name="connsiteY0-122" fmla="*/ 1160935 h 1160935"/>
                <a:gd name="connsiteX1-123" fmla="*/ 0 w 1040633"/>
                <a:gd name="connsiteY1-124" fmla="*/ 0 h 1160935"/>
                <a:gd name="connsiteX2-125" fmla="*/ 1040633 w 1040633"/>
                <a:gd name="connsiteY2-126" fmla="*/ 16785 h 1160935"/>
                <a:gd name="connsiteX3-127" fmla="*/ 671988 w 1040633"/>
                <a:gd name="connsiteY3-128" fmla="*/ 1158121 h 1160935"/>
                <a:gd name="connsiteX4-129" fmla="*/ 363082 w 1040633"/>
                <a:gd name="connsiteY4-130" fmla="*/ 1160935 h 1160935"/>
                <a:gd name="connsiteX0-131" fmla="*/ 363082 w 1040633"/>
                <a:gd name="connsiteY0-132" fmla="*/ 1160935 h 1160935"/>
                <a:gd name="connsiteX1-133" fmla="*/ 0 w 1040633"/>
                <a:gd name="connsiteY1-134" fmla="*/ 0 h 1160935"/>
                <a:gd name="connsiteX2-135" fmla="*/ 1040633 w 1040633"/>
                <a:gd name="connsiteY2-136" fmla="*/ 16785 h 1160935"/>
                <a:gd name="connsiteX3-137" fmla="*/ 671988 w 1040633"/>
                <a:gd name="connsiteY3-138" fmla="*/ 1158121 h 1160935"/>
                <a:gd name="connsiteX4-139" fmla="*/ 363082 w 1040633"/>
                <a:gd name="connsiteY4-140" fmla="*/ 1160935 h 1160935"/>
                <a:gd name="connsiteX0-141" fmla="*/ 363082 w 1040633"/>
                <a:gd name="connsiteY0-142" fmla="*/ 1160935 h 1160935"/>
                <a:gd name="connsiteX1-143" fmla="*/ 0 w 1040633"/>
                <a:gd name="connsiteY1-144" fmla="*/ 0 h 1160935"/>
                <a:gd name="connsiteX2-145" fmla="*/ 1040633 w 1040633"/>
                <a:gd name="connsiteY2-146" fmla="*/ 16785 h 1160935"/>
                <a:gd name="connsiteX3-147" fmla="*/ 671988 w 1040633"/>
                <a:gd name="connsiteY3-148" fmla="*/ 1158121 h 1160935"/>
                <a:gd name="connsiteX4-149" fmla="*/ 363082 w 1040633"/>
                <a:gd name="connsiteY4-150" fmla="*/ 1160935 h 1160935"/>
                <a:gd name="connsiteX0-151" fmla="*/ 363082 w 1040633"/>
                <a:gd name="connsiteY0-152" fmla="*/ 1160935 h 1160935"/>
                <a:gd name="connsiteX1-153" fmla="*/ 0 w 1040633"/>
                <a:gd name="connsiteY1-154" fmla="*/ 0 h 1160935"/>
                <a:gd name="connsiteX2-155" fmla="*/ 1040633 w 1040633"/>
                <a:gd name="connsiteY2-156" fmla="*/ 16785 h 1160935"/>
                <a:gd name="connsiteX3-157" fmla="*/ 671988 w 1040633"/>
                <a:gd name="connsiteY3-158" fmla="*/ 1158121 h 1160935"/>
                <a:gd name="connsiteX4-159" fmla="*/ 363082 w 1040633"/>
                <a:gd name="connsiteY4-160" fmla="*/ 1160935 h 1160935"/>
                <a:gd name="connsiteX0-161" fmla="*/ 363082 w 1040633"/>
                <a:gd name="connsiteY0-162" fmla="*/ 1160935 h 1160935"/>
                <a:gd name="connsiteX1-163" fmla="*/ 0 w 1040633"/>
                <a:gd name="connsiteY1-164" fmla="*/ 0 h 1160935"/>
                <a:gd name="connsiteX2-165" fmla="*/ 1040633 w 1040633"/>
                <a:gd name="connsiteY2-166" fmla="*/ 16785 h 1160935"/>
                <a:gd name="connsiteX3-167" fmla="*/ 569478 w 1040633"/>
                <a:gd name="connsiteY3-168" fmla="*/ 1158121 h 1160935"/>
                <a:gd name="connsiteX4-169" fmla="*/ 363082 w 1040633"/>
                <a:gd name="connsiteY4-170" fmla="*/ 1160935 h 1160935"/>
                <a:gd name="connsiteX0-171" fmla="*/ 363082 w 1040633"/>
                <a:gd name="connsiteY0-172" fmla="*/ 1160935 h 1160935"/>
                <a:gd name="connsiteX1-173" fmla="*/ 0 w 1040633"/>
                <a:gd name="connsiteY1-174" fmla="*/ 0 h 1160935"/>
                <a:gd name="connsiteX2-175" fmla="*/ 1040633 w 1040633"/>
                <a:gd name="connsiteY2-176" fmla="*/ 16785 h 1160935"/>
                <a:gd name="connsiteX3-177" fmla="*/ 569478 w 1040633"/>
                <a:gd name="connsiteY3-178" fmla="*/ 1158121 h 1160935"/>
                <a:gd name="connsiteX4-179" fmla="*/ 363082 w 1040633"/>
                <a:gd name="connsiteY4-180" fmla="*/ 1160935 h 1160935"/>
                <a:gd name="connsiteX0-181" fmla="*/ 448507 w 1040633"/>
                <a:gd name="connsiteY0-182" fmla="*/ 1160935 h 1160935"/>
                <a:gd name="connsiteX1-183" fmla="*/ 0 w 1040633"/>
                <a:gd name="connsiteY1-184" fmla="*/ 0 h 1160935"/>
                <a:gd name="connsiteX2-185" fmla="*/ 1040633 w 1040633"/>
                <a:gd name="connsiteY2-186" fmla="*/ 16785 h 1160935"/>
                <a:gd name="connsiteX3-187" fmla="*/ 569478 w 1040633"/>
                <a:gd name="connsiteY3-188" fmla="*/ 1158121 h 1160935"/>
                <a:gd name="connsiteX4-189" fmla="*/ 448507 w 1040633"/>
                <a:gd name="connsiteY4-190" fmla="*/ 1160935 h 1160935"/>
                <a:gd name="connsiteX0-191" fmla="*/ 448507 w 1040633"/>
                <a:gd name="connsiteY0-192" fmla="*/ 1160935 h 1160935"/>
                <a:gd name="connsiteX1-193" fmla="*/ 0 w 1040633"/>
                <a:gd name="connsiteY1-194" fmla="*/ 0 h 1160935"/>
                <a:gd name="connsiteX2-195" fmla="*/ 1040633 w 1040633"/>
                <a:gd name="connsiteY2-196" fmla="*/ 16785 h 1160935"/>
                <a:gd name="connsiteX3-197" fmla="*/ 569478 w 1040633"/>
                <a:gd name="connsiteY3-198" fmla="*/ 1158121 h 1160935"/>
                <a:gd name="connsiteX4-199" fmla="*/ 448507 w 1040633"/>
                <a:gd name="connsiteY4-200" fmla="*/ 1160935 h 1160935"/>
                <a:gd name="connsiteX0-201" fmla="*/ 448507 w 1040633"/>
                <a:gd name="connsiteY0-202" fmla="*/ 1160935 h 1160935"/>
                <a:gd name="connsiteX1-203" fmla="*/ 0 w 1040633"/>
                <a:gd name="connsiteY1-204" fmla="*/ 0 h 1160935"/>
                <a:gd name="connsiteX2-205" fmla="*/ 1040633 w 1040633"/>
                <a:gd name="connsiteY2-206" fmla="*/ 16785 h 1160935"/>
                <a:gd name="connsiteX3-207" fmla="*/ 569478 w 1040633"/>
                <a:gd name="connsiteY3-208" fmla="*/ 1158121 h 1160935"/>
                <a:gd name="connsiteX4-209" fmla="*/ 448507 w 1040633"/>
                <a:gd name="connsiteY4-210" fmla="*/ 1160935 h 1160935"/>
                <a:gd name="connsiteX0-211" fmla="*/ 448507 w 1325315"/>
                <a:gd name="connsiteY0-212" fmla="*/ 1160935 h 1160935"/>
                <a:gd name="connsiteX1-213" fmla="*/ 0 w 1325315"/>
                <a:gd name="connsiteY1-214" fmla="*/ 0 h 1160935"/>
                <a:gd name="connsiteX2-215" fmla="*/ 1040633 w 1325315"/>
                <a:gd name="connsiteY2-216" fmla="*/ 16785 h 1160935"/>
                <a:gd name="connsiteX3-217" fmla="*/ 1214315 w 1325315"/>
                <a:gd name="connsiteY3-218" fmla="*/ 1064597 h 1160935"/>
                <a:gd name="connsiteX4-219" fmla="*/ 448507 w 1325315"/>
                <a:gd name="connsiteY4-220" fmla="*/ 1160935 h 1160935"/>
                <a:gd name="connsiteX0-221" fmla="*/ 448507 w 1214315"/>
                <a:gd name="connsiteY0-222" fmla="*/ 1160935 h 1160935"/>
                <a:gd name="connsiteX1-223" fmla="*/ 0 w 1214315"/>
                <a:gd name="connsiteY1-224" fmla="*/ 0 h 1160935"/>
                <a:gd name="connsiteX2-225" fmla="*/ 1040633 w 1214315"/>
                <a:gd name="connsiteY2-226" fmla="*/ 16785 h 1160935"/>
                <a:gd name="connsiteX3-227" fmla="*/ 1214315 w 1214315"/>
                <a:gd name="connsiteY3-228" fmla="*/ 1064597 h 1160935"/>
                <a:gd name="connsiteX4-229" fmla="*/ 448507 w 1214315"/>
                <a:gd name="connsiteY4-230" fmla="*/ 1160935 h 1160935"/>
                <a:gd name="connsiteX0-231" fmla="*/ 448507 w 1214315"/>
                <a:gd name="connsiteY0-232" fmla="*/ 1160935 h 1160935"/>
                <a:gd name="connsiteX1-233" fmla="*/ 0 w 1214315"/>
                <a:gd name="connsiteY1-234" fmla="*/ 0 h 1160935"/>
                <a:gd name="connsiteX2-235" fmla="*/ 1040633 w 1214315"/>
                <a:gd name="connsiteY2-236" fmla="*/ 16785 h 1160935"/>
                <a:gd name="connsiteX3-237" fmla="*/ 1214315 w 1214315"/>
                <a:gd name="connsiteY3-238" fmla="*/ 1064597 h 1160935"/>
                <a:gd name="connsiteX4-239" fmla="*/ 448507 w 1214315"/>
                <a:gd name="connsiteY4-240" fmla="*/ 1160935 h 1160935"/>
                <a:gd name="connsiteX0-241" fmla="*/ 1053964 w 1214315"/>
                <a:gd name="connsiteY0-242" fmla="*/ 1136323 h 1136323"/>
                <a:gd name="connsiteX1-243" fmla="*/ 0 w 1214315"/>
                <a:gd name="connsiteY1-244" fmla="*/ 0 h 1136323"/>
                <a:gd name="connsiteX2-245" fmla="*/ 1040633 w 1214315"/>
                <a:gd name="connsiteY2-246" fmla="*/ 16785 h 1136323"/>
                <a:gd name="connsiteX3-247" fmla="*/ 1214315 w 1214315"/>
                <a:gd name="connsiteY3-248" fmla="*/ 1064597 h 1136323"/>
                <a:gd name="connsiteX4-249" fmla="*/ 1053964 w 1214315"/>
                <a:gd name="connsiteY4-250" fmla="*/ 1136323 h 1136323"/>
                <a:gd name="connsiteX0-251" fmla="*/ 1053964 w 1214315"/>
                <a:gd name="connsiteY0-252" fmla="*/ 1136323 h 1136323"/>
                <a:gd name="connsiteX1-253" fmla="*/ 0 w 1214315"/>
                <a:gd name="connsiteY1-254" fmla="*/ 0 h 1136323"/>
                <a:gd name="connsiteX2-255" fmla="*/ 1040633 w 1214315"/>
                <a:gd name="connsiteY2-256" fmla="*/ 16785 h 1136323"/>
                <a:gd name="connsiteX3-257" fmla="*/ 1214315 w 1214315"/>
                <a:gd name="connsiteY3-258" fmla="*/ 1064597 h 1136323"/>
                <a:gd name="connsiteX4-259" fmla="*/ 1053964 w 1214315"/>
                <a:gd name="connsiteY4-260" fmla="*/ 1136323 h 1136323"/>
                <a:gd name="connsiteX0-261" fmla="*/ 1053964 w 1214315"/>
                <a:gd name="connsiteY0-262" fmla="*/ 1136323 h 1136323"/>
                <a:gd name="connsiteX1-263" fmla="*/ 0 w 1214315"/>
                <a:gd name="connsiteY1-264" fmla="*/ 0 h 1136323"/>
                <a:gd name="connsiteX2-265" fmla="*/ 1040633 w 1214315"/>
                <a:gd name="connsiteY2-266" fmla="*/ 16785 h 1136323"/>
                <a:gd name="connsiteX3-267" fmla="*/ 1214315 w 1214315"/>
                <a:gd name="connsiteY3-268" fmla="*/ 1064597 h 1136323"/>
                <a:gd name="connsiteX4-269" fmla="*/ 1053964 w 1214315"/>
                <a:gd name="connsiteY4-270" fmla="*/ 1136323 h 1136323"/>
                <a:gd name="connsiteX0-271" fmla="*/ 1060159 w 1220510"/>
                <a:gd name="connsiteY0-272" fmla="*/ 1119627 h 1119627"/>
                <a:gd name="connsiteX1-273" fmla="*/ 0 w 1220510"/>
                <a:gd name="connsiteY1-274" fmla="*/ 249694 h 1119627"/>
                <a:gd name="connsiteX2-275" fmla="*/ 1046828 w 1220510"/>
                <a:gd name="connsiteY2-276" fmla="*/ 89 h 1119627"/>
                <a:gd name="connsiteX3-277" fmla="*/ 1220510 w 1220510"/>
                <a:gd name="connsiteY3-278" fmla="*/ 1047901 h 1119627"/>
                <a:gd name="connsiteX4-279" fmla="*/ 1060159 w 1220510"/>
                <a:gd name="connsiteY4-280" fmla="*/ 1119627 h 1119627"/>
                <a:gd name="connsiteX0-281" fmla="*/ 1060159 w 1220510"/>
                <a:gd name="connsiteY0-282" fmla="*/ 1119627 h 1119627"/>
                <a:gd name="connsiteX1-283" fmla="*/ 0 w 1220510"/>
                <a:gd name="connsiteY1-284" fmla="*/ 249694 h 1119627"/>
                <a:gd name="connsiteX2-285" fmla="*/ 1046828 w 1220510"/>
                <a:gd name="connsiteY2-286" fmla="*/ 89 h 1119627"/>
                <a:gd name="connsiteX3-287" fmla="*/ 1220510 w 1220510"/>
                <a:gd name="connsiteY3-288" fmla="*/ 1047901 h 1119627"/>
                <a:gd name="connsiteX4-289" fmla="*/ 1060159 w 1220510"/>
                <a:gd name="connsiteY4-290" fmla="*/ 1119627 h 1119627"/>
                <a:gd name="connsiteX0-291" fmla="*/ 1060159 w 1220510"/>
                <a:gd name="connsiteY0-292" fmla="*/ 1119627 h 1119627"/>
                <a:gd name="connsiteX1-293" fmla="*/ 0 w 1220510"/>
                <a:gd name="connsiteY1-294" fmla="*/ 249694 h 1119627"/>
                <a:gd name="connsiteX2-295" fmla="*/ 1046828 w 1220510"/>
                <a:gd name="connsiteY2-296" fmla="*/ 89 h 1119627"/>
                <a:gd name="connsiteX3-297" fmla="*/ 1220510 w 1220510"/>
                <a:gd name="connsiteY3-298" fmla="*/ 1047901 h 1119627"/>
                <a:gd name="connsiteX4-299" fmla="*/ 1060159 w 1220510"/>
                <a:gd name="connsiteY4-300" fmla="*/ 1119627 h 1119627"/>
                <a:gd name="connsiteX0-301" fmla="*/ 1060159 w 1220510"/>
                <a:gd name="connsiteY0-302" fmla="*/ 921649 h 921649"/>
                <a:gd name="connsiteX1-303" fmla="*/ 0 w 1220510"/>
                <a:gd name="connsiteY1-304" fmla="*/ 51716 h 921649"/>
                <a:gd name="connsiteX2-305" fmla="*/ 1059218 w 1220510"/>
                <a:gd name="connsiteY2-306" fmla="*/ 355 h 921649"/>
                <a:gd name="connsiteX3-307" fmla="*/ 1220510 w 1220510"/>
                <a:gd name="connsiteY3-308" fmla="*/ 849923 h 921649"/>
                <a:gd name="connsiteX4-309" fmla="*/ 1060159 w 1220510"/>
                <a:gd name="connsiteY4-310" fmla="*/ 921649 h 921649"/>
                <a:gd name="connsiteX0-311" fmla="*/ 1060159 w 1220510"/>
                <a:gd name="connsiteY0-312" fmla="*/ 921649 h 921649"/>
                <a:gd name="connsiteX1-313" fmla="*/ 0 w 1220510"/>
                <a:gd name="connsiteY1-314" fmla="*/ 51716 h 921649"/>
                <a:gd name="connsiteX2-315" fmla="*/ 1059218 w 1220510"/>
                <a:gd name="connsiteY2-316" fmla="*/ 355 h 921649"/>
                <a:gd name="connsiteX3-317" fmla="*/ 1220510 w 1220510"/>
                <a:gd name="connsiteY3-318" fmla="*/ 849923 h 921649"/>
                <a:gd name="connsiteX4-319" fmla="*/ 1060159 w 1220510"/>
                <a:gd name="connsiteY4-320" fmla="*/ 921649 h 921649"/>
                <a:gd name="connsiteX0-321" fmla="*/ 1060159 w 1220510"/>
                <a:gd name="connsiteY0-322" fmla="*/ 921649 h 921649"/>
                <a:gd name="connsiteX1-323" fmla="*/ 0 w 1220510"/>
                <a:gd name="connsiteY1-324" fmla="*/ 51716 h 921649"/>
                <a:gd name="connsiteX2-325" fmla="*/ 1059218 w 1220510"/>
                <a:gd name="connsiteY2-326" fmla="*/ 355 h 921649"/>
                <a:gd name="connsiteX3-327" fmla="*/ 1220510 w 1220510"/>
                <a:gd name="connsiteY3-328" fmla="*/ 849923 h 921649"/>
                <a:gd name="connsiteX4-329" fmla="*/ 1060159 w 1220510"/>
                <a:gd name="connsiteY4-330" fmla="*/ 921649 h 921649"/>
                <a:gd name="connsiteX0-331" fmla="*/ 1006934 w 1167285"/>
                <a:gd name="connsiteY0-332" fmla="*/ 967578 h 967578"/>
                <a:gd name="connsiteX1-333" fmla="*/ 0 w 1167285"/>
                <a:gd name="connsiteY1-334" fmla="*/ 0 h 967578"/>
                <a:gd name="connsiteX2-335" fmla="*/ 1005993 w 1167285"/>
                <a:gd name="connsiteY2-336" fmla="*/ 46284 h 967578"/>
                <a:gd name="connsiteX3-337" fmla="*/ 1167285 w 1167285"/>
                <a:gd name="connsiteY3-338" fmla="*/ 895852 h 967578"/>
                <a:gd name="connsiteX4-339" fmla="*/ 1006934 w 1167285"/>
                <a:gd name="connsiteY4-340" fmla="*/ 967578 h 967578"/>
                <a:gd name="connsiteX0-341" fmla="*/ 1006934 w 1167285"/>
                <a:gd name="connsiteY0-342" fmla="*/ 1132232 h 1132232"/>
                <a:gd name="connsiteX1-343" fmla="*/ 0 w 1167285"/>
                <a:gd name="connsiteY1-344" fmla="*/ 164654 h 1132232"/>
                <a:gd name="connsiteX2-345" fmla="*/ 991394 w 1167285"/>
                <a:gd name="connsiteY2-346" fmla="*/ 130 h 1132232"/>
                <a:gd name="connsiteX3-347" fmla="*/ 1167285 w 1167285"/>
                <a:gd name="connsiteY3-348" fmla="*/ 1060506 h 1132232"/>
                <a:gd name="connsiteX4-349" fmla="*/ 1006934 w 1167285"/>
                <a:gd name="connsiteY4-350" fmla="*/ 1132232 h 1132232"/>
                <a:gd name="connsiteX0-351" fmla="*/ 986900 w 1167285"/>
                <a:gd name="connsiteY0-352" fmla="*/ 1088164 h 1088164"/>
                <a:gd name="connsiteX1-353" fmla="*/ 0 w 1167285"/>
                <a:gd name="connsiteY1-354" fmla="*/ 164654 h 1088164"/>
                <a:gd name="connsiteX2-355" fmla="*/ 991394 w 1167285"/>
                <a:gd name="connsiteY2-356" fmla="*/ 130 h 1088164"/>
                <a:gd name="connsiteX3-357" fmla="*/ 1167285 w 1167285"/>
                <a:gd name="connsiteY3-358" fmla="*/ 1060506 h 1088164"/>
                <a:gd name="connsiteX4-359" fmla="*/ 986900 w 1167285"/>
                <a:gd name="connsiteY4-360" fmla="*/ 1088164 h 1088164"/>
                <a:gd name="connsiteX0-361" fmla="*/ 986900 w 1167285"/>
                <a:gd name="connsiteY0-362" fmla="*/ 1088164 h 1088164"/>
                <a:gd name="connsiteX1-363" fmla="*/ 0 w 1167285"/>
                <a:gd name="connsiteY1-364" fmla="*/ 164654 h 1088164"/>
                <a:gd name="connsiteX2-365" fmla="*/ 991394 w 1167285"/>
                <a:gd name="connsiteY2-366" fmla="*/ 130 h 1088164"/>
                <a:gd name="connsiteX3-367" fmla="*/ 1167285 w 1167285"/>
                <a:gd name="connsiteY3-368" fmla="*/ 1060506 h 1088164"/>
                <a:gd name="connsiteX4-369" fmla="*/ 986900 w 1167285"/>
                <a:gd name="connsiteY4-370" fmla="*/ 1088164 h 1088164"/>
                <a:gd name="connsiteX0-371" fmla="*/ 986900 w 1332977"/>
                <a:gd name="connsiteY0-372" fmla="*/ 1088164 h 1088164"/>
                <a:gd name="connsiteX1-373" fmla="*/ 0 w 1332977"/>
                <a:gd name="connsiteY1-374" fmla="*/ 164654 h 1088164"/>
                <a:gd name="connsiteX2-375" fmla="*/ 991394 w 1332977"/>
                <a:gd name="connsiteY2-376" fmla="*/ 130 h 1088164"/>
                <a:gd name="connsiteX3-377" fmla="*/ 1332977 w 1332977"/>
                <a:gd name="connsiteY3-378" fmla="*/ 1045574 h 1088164"/>
                <a:gd name="connsiteX4-379" fmla="*/ 986900 w 1332977"/>
                <a:gd name="connsiteY4-380" fmla="*/ 1088164 h 1088164"/>
                <a:gd name="connsiteX0-381" fmla="*/ 1029955 w 1332977"/>
                <a:gd name="connsiteY0-382" fmla="*/ 1143414 h 1143414"/>
                <a:gd name="connsiteX1-383" fmla="*/ 0 w 1332977"/>
                <a:gd name="connsiteY1-384" fmla="*/ 164654 h 1143414"/>
                <a:gd name="connsiteX2-385" fmla="*/ 991394 w 1332977"/>
                <a:gd name="connsiteY2-386" fmla="*/ 130 h 1143414"/>
                <a:gd name="connsiteX3-387" fmla="*/ 1332977 w 1332977"/>
                <a:gd name="connsiteY3-388" fmla="*/ 1045574 h 1143414"/>
                <a:gd name="connsiteX4-389" fmla="*/ 1029955 w 1332977"/>
                <a:gd name="connsiteY4-390" fmla="*/ 1143414 h 1143414"/>
                <a:gd name="connsiteX0-391" fmla="*/ 1029955 w 1332977"/>
                <a:gd name="connsiteY0-392" fmla="*/ 1143414 h 1143414"/>
                <a:gd name="connsiteX1-393" fmla="*/ 0 w 1332977"/>
                <a:gd name="connsiteY1-394" fmla="*/ 164654 h 1143414"/>
                <a:gd name="connsiteX2-395" fmla="*/ 991394 w 1332977"/>
                <a:gd name="connsiteY2-396" fmla="*/ 130 h 1143414"/>
                <a:gd name="connsiteX3-397" fmla="*/ 1332977 w 1332977"/>
                <a:gd name="connsiteY3-398" fmla="*/ 1045574 h 1143414"/>
                <a:gd name="connsiteX4-399" fmla="*/ 1029955 w 1332977"/>
                <a:gd name="connsiteY4-400" fmla="*/ 1143414 h 1143414"/>
                <a:gd name="connsiteX0-401" fmla="*/ 1029955 w 1332977"/>
                <a:gd name="connsiteY0-402" fmla="*/ 1143414 h 1143414"/>
                <a:gd name="connsiteX1-403" fmla="*/ 0 w 1332977"/>
                <a:gd name="connsiteY1-404" fmla="*/ 164654 h 1143414"/>
                <a:gd name="connsiteX2-405" fmla="*/ 991394 w 1332977"/>
                <a:gd name="connsiteY2-406" fmla="*/ 130 h 1143414"/>
                <a:gd name="connsiteX3-407" fmla="*/ 1332977 w 1332977"/>
                <a:gd name="connsiteY3-408" fmla="*/ 1045574 h 1143414"/>
                <a:gd name="connsiteX4-409" fmla="*/ 1029955 w 1332977"/>
                <a:gd name="connsiteY4-410" fmla="*/ 1143414 h 1143414"/>
                <a:gd name="connsiteX0-411" fmla="*/ 1029955 w 1332977"/>
                <a:gd name="connsiteY0-412" fmla="*/ 1143414 h 1143414"/>
                <a:gd name="connsiteX1-413" fmla="*/ 0 w 1332977"/>
                <a:gd name="connsiteY1-414" fmla="*/ 164654 h 1143414"/>
                <a:gd name="connsiteX2-415" fmla="*/ 991394 w 1332977"/>
                <a:gd name="connsiteY2-416" fmla="*/ 130 h 1143414"/>
                <a:gd name="connsiteX3-417" fmla="*/ 1332977 w 1332977"/>
                <a:gd name="connsiteY3-418" fmla="*/ 1045574 h 1143414"/>
                <a:gd name="connsiteX4-419" fmla="*/ 1029955 w 1332977"/>
                <a:gd name="connsiteY4-420" fmla="*/ 1143414 h 1143414"/>
                <a:gd name="connsiteX0-421" fmla="*/ 1029955 w 1332977"/>
                <a:gd name="connsiteY0-422" fmla="*/ 1143414 h 1143414"/>
                <a:gd name="connsiteX1-423" fmla="*/ 0 w 1332977"/>
                <a:gd name="connsiteY1-424" fmla="*/ 164654 h 1143414"/>
                <a:gd name="connsiteX2-425" fmla="*/ 991394 w 1332977"/>
                <a:gd name="connsiteY2-426" fmla="*/ 130 h 1143414"/>
                <a:gd name="connsiteX3-427" fmla="*/ 1332977 w 1332977"/>
                <a:gd name="connsiteY3-428" fmla="*/ 1045574 h 1143414"/>
                <a:gd name="connsiteX4-429" fmla="*/ 1029955 w 1332977"/>
                <a:gd name="connsiteY4-430" fmla="*/ 1143414 h 1143414"/>
                <a:gd name="connsiteX0-431" fmla="*/ 1029955 w 1332977"/>
                <a:gd name="connsiteY0-432" fmla="*/ 1143414 h 1143414"/>
                <a:gd name="connsiteX1-433" fmla="*/ 0 w 1332977"/>
                <a:gd name="connsiteY1-434" fmla="*/ 164654 h 1143414"/>
                <a:gd name="connsiteX2-435" fmla="*/ 991394 w 1332977"/>
                <a:gd name="connsiteY2-436" fmla="*/ 130 h 1143414"/>
                <a:gd name="connsiteX3-437" fmla="*/ 1332977 w 1332977"/>
                <a:gd name="connsiteY3-438" fmla="*/ 1045574 h 1143414"/>
                <a:gd name="connsiteX4-439" fmla="*/ 1029955 w 1332977"/>
                <a:gd name="connsiteY4-440" fmla="*/ 1143414 h 114341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1332977" h="1143414">
                  <a:moveTo>
                    <a:pt x="1029955" y="1143414"/>
                  </a:moveTo>
                  <a:cubicBezTo>
                    <a:pt x="771645" y="868623"/>
                    <a:pt x="908943" y="903822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1125143" y="751678"/>
                    <a:pt x="1116033" y="592331"/>
                    <a:pt x="1332977" y="1045574"/>
                  </a:cubicBezTo>
                  <a:cubicBezTo>
                    <a:pt x="1183663" y="1029001"/>
                    <a:pt x="1194267" y="1059672"/>
                    <a:pt x="1029955" y="1143414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6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12" name="Group 11"/>
            <p:cNvGrpSpPr/>
            <p:nvPr/>
          </p:nvGrpSpPr>
          <p:grpSpPr>
            <a:xfrm>
              <a:off x="537654" y="4169528"/>
              <a:ext cx="1679208" cy="2120890"/>
              <a:chOff x="537654" y="4169528"/>
              <a:chExt cx="1679208" cy="2120890"/>
            </a:xfrm>
          </p:grpSpPr>
          <p:sp>
            <p:nvSpPr>
              <p:cNvPr id="481" name="Rectangle 480"/>
              <p:cNvSpPr/>
              <p:nvPr/>
            </p:nvSpPr>
            <p:spPr bwMode="auto">
              <a:xfrm rot="10800000">
                <a:off x="809301" y="4261100"/>
                <a:ext cx="1027112" cy="99448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6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482" name="Group 104"/>
              <p:cNvGrpSpPr/>
              <p:nvPr/>
            </p:nvGrpSpPr>
            <p:grpSpPr bwMode="auto">
              <a:xfrm>
                <a:off x="812771" y="5933069"/>
                <a:ext cx="1034710" cy="357349"/>
                <a:chOff x="4128636" y="3606589"/>
                <a:chExt cx="568145" cy="338667"/>
              </a:xfrm>
            </p:grpSpPr>
            <p:sp>
              <p:nvSpPr>
                <p:cNvPr id="496" name="Oval 495"/>
                <p:cNvSpPr/>
                <p:nvPr/>
              </p:nvSpPr>
              <p:spPr>
                <a:xfrm>
                  <a:off x="4128649" y="3720080"/>
                  <a:ext cx="568332" cy="225176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sz="16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7" name="Rectangle 496"/>
                <p:cNvSpPr/>
                <p:nvPr/>
              </p:nvSpPr>
              <p:spPr>
                <a:xfrm>
                  <a:off x="4128649" y="3720080"/>
                  <a:ext cx="568332" cy="111898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sz="16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8" name="Oval 497"/>
                <p:cNvSpPr/>
                <p:nvPr/>
              </p:nvSpPr>
              <p:spPr>
                <a:xfrm>
                  <a:off x="4128649" y="3606801"/>
                  <a:ext cx="568332" cy="225176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  <a:alpha val="7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sz="16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499" name="Straight Connector 498"/>
                <p:cNvCxnSpPr/>
                <p:nvPr/>
              </p:nvCxnSpPr>
              <p:spPr>
                <a:xfrm>
                  <a:off x="4696981" y="3720080"/>
                  <a:ext cx="0" cy="111898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0" name="Straight Connector 499"/>
                <p:cNvCxnSpPr/>
                <p:nvPr/>
              </p:nvCxnSpPr>
              <p:spPr>
                <a:xfrm>
                  <a:off x="4128649" y="3720080"/>
                  <a:ext cx="0" cy="111898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83" name="Rectangle 482"/>
              <p:cNvSpPr/>
              <p:nvPr/>
            </p:nvSpPr>
            <p:spPr bwMode="auto">
              <a:xfrm>
                <a:off x="817079" y="5203658"/>
                <a:ext cx="1027112" cy="860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60000"/>
                      <a:lumOff val="40000"/>
                      <a:alpha val="62000"/>
                    </a:schemeClr>
                  </a:gs>
                  <a:gs pos="54000">
                    <a:schemeClr val="accent2">
                      <a:lumMod val="40000"/>
                      <a:lumOff val="6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6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484" name="Straight Connector 483"/>
              <p:cNvCxnSpPr>
                <a:endCxn id="497" idx="1"/>
              </p:cNvCxnSpPr>
              <p:nvPr/>
            </p:nvCxnSpPr>
            <p:spPr bwMode="auto">
              <a:xfrm>
                <a:off x="801363" y="4466995"/>
                <a:ext cx="11432" cy="1644862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5" name="Straight Connector 484"/>
              <p:cNvCxnSpPr>
                <a:endCxn id="497" idx="3"/>
              </p:cNvCxnSpPr>
              <p:nvPr/>
            </p:nvCxnSpPr>
            <p:spPr bwMode="auto">
              <a:xfrm>
                <a:off x="1842763" y="4466995"/>
                <a:ext cx="5083" cy="1644862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6" name="Group 9"/>
              <p:cNvGrpSpPr/>
              <p:nvPr/>
            </p:nvGrpSpPr>
            <p:grpSpPr bwMode="auto">
              <a:xfrm>
                <a:off x="777993" y="4169528"/>
                <a:ext cx="1079500" cy="395024"/>
                <a:chOff x="2183302" y="1574638"/>
                <a:chExt cx="1200154" cy="430181"/>
              </a:xfrm>
            </p:grpSpPr>
            <p:sp>
              <p:nvSpPr>
                <p:cNvPr id="487" name="Oval 486"/>
                <p:cNvSpPr/>
                <p:nvPr/>
              </p:nvSpPr>
              <p:spPr bwMode="auto">
                <a:xfrm flipV="1">
                  <a:off x="2186832" y="1690517"/>
                  <a:ext cx="1194859" cy="31430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20000"/>
                        <a:lumOff val="80000"/>
                      </a:schemeClr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sz="1600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8" name="Rectangle 487"/>
                <p:cNvSpPr/>
                <p:nvPr/>
              </p:nvSpPr>
              <p:spPr bwMode="auto">
                <a:xfrm>
                  <a:off x="2183302" y="1734964"/>
                  <a:ext cx="1198389" cy="112704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sz="16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9" name="Oval 488"/>
                <p:cNvSpPr/>
                <p:nvPr/>
              </p:nvSpPr>
              <p:spPr bwMode="auto">
                <a:xfrm flipV="1">
                  <a:off x="2183302" y="1574638"/>
                  <a:ext cx="1196624" cy="314302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sz="1600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0" name="Freeform 489"/>
                <p:cNvSpPr/>
                <p:nvPr/>
              </p:nvSpPr>
              <p:spPr bwMode="auto">
                <a:xfrm>
                  <a:off x="2490400" y="1671469"/>
                  <a:ext cx="582428" cy="15715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sz="16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1" name="Freeform 490"/>
                <p:cNvSpPr/>
                <p:nvPr/>
              </p:nvSpPr>
              <p:spPr bwMode="auto">
                <a:xfrm>
                  <a:off x="2430393" y="1630197"/>
                  <a:ext cx="702443" cy="109529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sz="16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2" name="Freeform 491"/>
                <p:cNvSpPr/>
                <p:nvPr/>
              </p:nvSpPr>
              <p:spPr bwMode="auto">
                <a:xfrm>
                  <a:off x="2892805" y="1723852"/>
                  <a:ext cx="257680" cy="95243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sz="16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3" name="Freeform 492"/>
                <p:cNvSpPr/>
                <p:nvPr/>
              </p:nvSpPr>
              <p:spPr bwMode="auto">
                <a:xfrm>
                  <a:off x="2418037" y="1725440"/>
                  <a:ext cx="254150" cy="95243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sz="16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494" name="Straight Connector 493"/>
                <p:cNvCxnSpPr>
                  <a:endCxn id="489" idx="2"/>
                </p:cNvCxnSpPr>
                <p:nvPr/>
              </p:nvCxnSpPr>
              <p:spPr bwMode="auto">
                <a:xfrm flipH="1" flipV="1">
                  <a:off x="2183302" y="1731787"/>
                  <a:ext cx="3530" cy="122228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95" name="Straight Connector 494"/>
                <p:cNvCxnSpPr/>
                <p:nvPr/>
              </p:nvCxnSpPr>
              <p:spPr bwMode="auto">
                <a:xfrm flipH="1" flipV="1">
                  <a:off x="3379926" y="1728615"/>
                  <a:ext cx="3530" cy="122228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Rectangle 471"/>
              <p:cNvSpPr/>
              <p:nvPr/>
            </p:nvSpPr>
            <p:spPr bwMode="auto">
              <a:xfrm>
                <a:off x="546153" y="4588083"/>
                <a:ext cx="1670709" cy="13038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3" name="TextBox 472"/>
              <p:cNvSpPr txBox="1"/>
              <p:nvPr/>
            </p:nvSpPr>
            <p:spPr>
              <a:xfrm>
                <a:off x="540390" y="4583226"/>
                <a:ext cx="59503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目的</a:t>
                </a:r>
                <a:endParaRPr lang="en-US" sz="16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4" name="TextBox 473"/>
              <p:cNvSpPr txBox="1"/>
              <p:nvPr/>
            </p:nvSpPr>
            <p:spPr>
              <a:xfrm>
                <a:off x="1162170" y="4587898"/>
                <a:ext cx="1054692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zh-CN" alt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接口</a:t>
                </a:r>
                <a:endParaRPr lang="en-US" sz="16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475" name="Straight Connector 474"/>
              <p:cNvCxnSpPr/>
              <p:nvPr/>
            </p:nvCxnSpPr>
            <p:spPr bwMode="auto">
              <a:xfrm>
                <a:off x="1154183" y="4593421"/>
                <a:ext cx="1345" cy="1293547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76" name="Straight Connector 475"/>
              <p:cNvCxnSpPr/>
              <p:nvPr/>
            </p:nvCxnSpPr>
            <p:spPr bwMode="auto">
              <a:xfrm flipH="1">
                <a:off x="537654" y="4911108"/>
                <a:ext cx="1679208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77" name="TextBox 476"/>
              <p:cNvSpPr txBox="1"/>
              <p:nvPr/>
            </p:nvSpPr>
            <p:spPr>
              <a:xfrm>
                <a:off x="597755" y="4905652"/>
                <a:ext cx="389850" cy="83099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…</a:t>
                </a:r>
              </a:p>
              <a:p>
                <a:endParaRPr lang="en-US" sz="16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  <a:p>
                <a:r>
                  <a:rPr 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478" name="TextBox 477"/>
              <p:cNvSpPr txBox="1"/>
              <p:nvPr/>
            </p:nvSpPr>
            <p:spPr>
              <a:xfrm>
                <a:off x="649592" y="5234010"/>
                <a:ext cx="332142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>
                    <a:solidFill>
                      <a:srgbClr val="CC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X</a:t>
                </a:r>
              </a:p>
            </p:txBody>
          </p:sp>
          <p:sp>
            <p:nvSpPr>
              <p:cNvPr id="479" name="TextBox 478"/>
              <p:cNvSpPr txBox="1"/>
              <p:nvPr/>
            </p:nvSpPr>
            <p:spPr>
              <a:xfrm>
                <a:off x="1470151" y="4926227"/>
                <a:ext cx="389850" cy="83099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…</a:t>
                </a:r>
              </a:p>
              <a:p>
                <a:endParaRPr lang="en-US" sz="16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  <a:p>
                <a:r>
                  <a:rPr 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480" name="TextBox 479"/>
              <p:cNvSpPr txBox="1"/>
              <p:nvPr/>
            </p:nvSpPr>
            <p:spPr>
              <a:xfrm>
                <a:off x="1523805" y="5205835"/>
                <a:ext cx="28725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>
                    <a:solidFill>
                      <a:srgbClr val="CC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1</a:t>
                </a:r>
              </a:p>
            </p:txBody>
          </p:sp>
        </p:grpSp>
      </p:grpSp>
      <p:cxnSp>
        <p:nvCxnSpPr>
          <p:cNvPr id="272" name="Straight Arrow Connector 271"/>
          <p:cNvCxnSpPr/>
          <p:nvPr/>
        </p:nvCxnSpPr>
        <p:spPr bwMode="auto">
          <a:xfrm flipV="1">
            <a:off x="2101428" y="3051733"/>
            <a:ext cx="300087" cy="183452"/>
          </a:xfrm>
          <a:prstGeom prst="straightConnector1">
            <a:avLst/>
          </a:prstGeom>
          <a:solidFill>
            <a:schemeClr val="accent1"/>
          </a:solidFill>
          <a:ln w="38100" cap="flat" cmpd="sng" algn="ctr">
            <a:solidFill>
              <a:srgbClr val="CC0000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333" name="TextBox 332"/>
          <p:cNvSpPr txBox="1"/>
          <p:nvPr/>
        </p:nvSpPr>
        <p:spPr>
          <a:xfrm>
            <a:off x="520458" y="2894876"/>
            <a:ext cx="863929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1a, 1d</a:t>
            </a:r>
            <a:r>
              <a:rPr lang="zh-CN" altLang="en-US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的本地接口</a:t>
            </a:r>
            <a:endParaRPr lang="en-US" sz="16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22" name="Group 21"/>
          <p:cNvGrpSpPr/>
          <p:nvPr/>
        </p:nvGrpSpPr>
        <p:grpSpPr>
          <a:xfrm>
            <a:off x="1212697" y="2322980"/>
            <a:ext cx="961014" cy="810304"/>
            <a:chOff x="1331251" y="2431189"/>
            <a:chExt cx="961014" cy="810304"/>
          </a:xfrm>
        </p:grpSpPr>
        <p:cxnSp>
          <p:nvCxnSpPr>
            <p:cNvPr id="16" name="Straight Connector 15"/>
            <p:cNvCxnSpPr/>
            <p:nvPr/>
          </p:nvCxnSpPr>
          <p:spPr bwMode="auto">
            <a:xfrm flipH="1" flipV="1">
              <a:off x="1331251" y="2431189"/>
              <a:ext cx="48189" cy="81030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35" name="Straight Connector 334"/>
            <p:cNvCxnSpPr/>
            <p:nvPr/>
          </p:nvCxnSpPr>
          <p:spPr bwMode="auto">
            <a:xfrm flipV="1">
              <a:off x="1381115" y="2850809"/>
              <a:ext cx="104212" cy="37268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42" name="Straight Connector 341"/>
            <p:cNvCxnSpPr/>
            <p:nvPr/>
          </p:nvCxnSpPr>
          <p:spPr bwMode="auto">
            <a:xfrm flipV="1">
              <a:off x="1386317" y="3162800"/>
              <a:ext cx="168546" cy="5884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43" name="Straight Connector 342"/>
            <p:cNvCxnSpPr/>
            <p:nvPr/>
          </p:nvCxnSpPr>
          <p:spPr bwMode="auto">
            <a:xfrm flipV="1">
              <a:off x="1364971" y="3164519"/>
              <a:ext cx="927294" cy="6788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15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-BGP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2000"/>
                            </p:stCondLst>
                            <p:childTnLst>
                              <p:par>
                                <p:cTn id="1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1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4" grpId="0"/>
      <p:bldP spid="328" grpId="0"/>
      <p:bldP spid="328" grpId="1"/>
      <p:bldP spid="333" grpId="0"/>
      <p:bldP spid="333" grpId="1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5" name="Rectangle 3"/>
          <p:cNvSpPr>
            <a:spLocks noGrp="1" noChangeArrowheads="1"/>
          </p:cNvSpPr>
          <p:nvPr>
            <p:ph type="title"/>
          </p:nvPr>
        </p:nvSpPr>
        <p:spPr>
          <a:xfrm>
            <a:off x="431800" y="586890"/>
            <a:ext cx="8306808" cy="883313"/>
          </a:xfrm>
        </p:spPr>
        <p:txBody>
          <a:bodyPr>
            <a:noAutofit/>
          </a:bodyPr>
          <a:lstStyle/>
          <a:p>
            <a:pPr>
              <a:defRPr/>
            </a:pPr>
            <a:r>
              <a:rPr 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BGP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和</a:t>
            </a:r>
            <a:r>
              <a:rPr 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OSPF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的转发表设置</a:t>
            </a:r>
            <a:endParaRPr lang="en-US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5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-BGP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grpSp>
        <p:nvGrpSpPr>
          <p:cNvPr id="340" name="Group 124"/>
          <p:cNvGrpSpPr/>
          <p:nvPr/>
        </p:nvGrpSpPr>
        <p:grpSpPr>
          <a:xfrm>
            <a:off x="519033" y="1709983"/>
            <a:ext cx="2557336" cy="1719017"/>
            <a:chOff x="-2170772" y="2784954"/>
            <a:chExt cx="2712783" cy="1853712"/>
          </a:xfrm>
        </p:grpSpPr>
        <p:sp>
          <p:nvSpPr>
            <p:cNvPr id="341" name="Freeform 2"/>
            <p:cNvSpPr/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-1" fmla="*/ 4 w 8600"/>
                <a:gd name="connsiteY0-2" fmla="*/ 4042 h 10128"/>
                <a:gd name="connsiteX1-3" fmla="*/ 715 w 8600"/>
                <a:gd name="connsiteY1-4" fmla="*/ 1598 h 10128"/>
                <a:gd name="connsiteX2-5" fmla="*/ 3130 w 8600"/>
                <a:gd name="connsiteY2-6" fmla="*/ 1009 h 10128"/>
                <a:gd name="connsiteX3-7" fmla="*/ 4995 w 8600"/>
                <a:gd name="connsiteY3-8" fmla="*/ 3 h 10128"/>
                <a:gd name="connsiteX4-9" fmla="*/ 6720 w 8600"/>
                <a:gd name="connsiteY4-10" fmla="*/ 1012 h 10128"/>
                <a:gd name="connsiteX5-11" fmla="*/ 8599 w 8600"/>
                <a:gd name="connsiteY5-12" fmla="*/ 6800 h 10128"/>
                <a:gd name="connsiteX6-13" fmla="*/ 6995 w 8600"/>
                <a:gd name="connsiteY6-14" fmla="*/ 9325 h 10128"/>
                <a:gd name="connsiteX7-15" fmla="*/ 5307 w 8600"/>
                <a:gd name="connsiteY7-16" fmla="*/ 8846 h 10128"/>
                <a:gd name="connsiteX8-17" fmla="*/ 4371 w 8600"/>
                <a:gd name="connsiteY8-18" fmla="*/ 9915 h 10128"/>
                <a:gd name="connsiteX9-19" fmla="*/ 3140 w 8600"/>
                <a:gd name="connsiteY9-20" fmla="*/ 10022 h 10128"/>
                <a:gd name="connsiteX10-21" fmla="*/ 2179 w 8600"/>
                <a:gd name="connsiteY10-22" fmla="*/ 7898 h 10128"/>
                <a:gd name="connsiteX11-23" fmla="*/ 1187 w 8600"/>
                <a:gd name="connsiteY11-24" fmla="*/ 7498 h 10128"/>
                <a:gd name="connsiteX12-25" fmla="*/ 4 w 8600"/>
                <a:gd name="connsiteY12-26" fmla="*/ 4042 h 10128"/>
                <a:gd name="connsiteX0-27" fmla="*/ 4 w 9326"/>
                <a:gd name="connsiteY0-28" fmla="*/ 3988 h 9997"/>
                <a:gd name="connsiteX1-29" fmla="*/ 830 w 9326"/>
                <a:gd name="connsiteY1-30" fmla="*/ 1575 h 9997"/>
                <a:gd name="connsiteX2-31" fmla="*/ 3639 w 9326"/>
                <a:gd name="connsiteY2-32" fmla="*/ 993 h 9997"/>
                <a:gd name="connsiteX3-33" fmla="*/ 5807 w 9326"/>
                <a:gd name="connsiteY3-34" fmla="*/ 0 h 9997"/>
                <a:gd name="connsiteX4-35" fmla="*/ 7813 w 9326"/>
                <a:gd name="connsiteY4-36" fmla="*/ 996 h 9997"/>
                <a:gd name="connsiteX5-37" fmla="*/ 9324 w 9326"/>
                <a:gd name="connsiteY5-38" fmla="*/ 5746 h 9997"/>
                <a:gd name="connsiteX6-39" fmla="*/ 8133 w 9326"/>
                <a:gd name="connsiteY6-40" fmla="*/ 9204 h 9997"/>
                <a:gd name="connsiteX7-41" fmla="*/ 6170 w 9326"/>
                <a:gd name="connsiteY7-42" fmla="*/ 8731 h 9997"/>
                <a:gd name="connsiteX8-43" fmla="*/ 5082 w 9326"/>
                <a:gd name="connsiteY8-44" fmla="*/ 9787 h 9997"/>
                <a:gd name="connsiteX9-45" fmla="*/ 3650 w 9326"/>
                <a:gd name="connsiteY9-46" fmla="*/ 9892 h 9997"/>
                <a:gd name="connsiteX10-47" fmla="*/ 2533 w 9326"/>
                <a:gd name="connsiteY10-48" fmla="*/ 7795 h 9997"/>
                <a:gd name="connsiteX11-49" fmla="*/ 1379 w 9326"/>
                <a:gd name="connsiteY11-50" fmla="*/ 7400 h 9997"/>
                <a:gd name="connsiteX12-51" fmla="*/ 4 w 9326"/>
                <a:gd name="connsiteY12-52" fmla="*/ 3988 h 9997"/>
                <a:gd name="connsiteX0-53" fmla="*/ 4 w 10001"/>
                <a:gd name="connsiteY0-54" fmla="*/ 3989 h 10041"/>
                <a:gd name="connsiteX1-55" fmla="*/ 890 w 10001"/>
                <a:gd name="connsiteY1-56" fmla="*/ 1575 h 10041"/>
                <a:gd name="connsiteX2-57" fmla="*/ 3902 w 10001"/>
                <a:gd name="connsiteY2-58" fmla="*/ 993 h 10041"/>
                <a:gd name="connsiteX3-59" fmla="*/ 6227 w 10001"/>
                <a:gd name="connsiteY3-60" fmla="*/ 0 h 10041"/>
                <a:gd name="connsiteX4-61" fmla="*/ 8378 w 10001"/>
                <a:gd name="connsiteY4-62" fmla="*/ 996 h 10041"/>
                <a:gd name="connsiteX5-63" fmla="*/ 9998 w 10001"/>
                <a:gd name="connsiteY5-64" fmla="*/ 5748 h 10041"/>
                <a:gd name="connsiteX6-65" fmla="*/ 8721 w 10001"/>
                <a:gd name="connsiteY6-66" fmla="*/ 9207 h 10041"/>
                <a:gd name="connsiteX7-67" fmla="*/ 5449 w 10001"/>
                <a:gd name="connsiteY7-68" fmla="*/ 9790 h 10041"/>
                <a:gd name="connsiteX8-69" fmla="*/ 3914 w 10001"/>
                <a:gd name="connsiteY8-70" fmla="*/ 9895 h 10041"/>
                <a:gd name="connsiteX9-71" fmla="*/ 2716 w 10001"/>
                <a:gd name="connsiteY9-72" fmla="*/ 7797 h 10041"/>
                <a:gd name="connsiteX10-73" fmla="*/ 1479 w 10001"/>
                <a:gd name="connsiteY10-74" fmla="*/ 7402 h 10041"/>
                <a:gd name="connsiteX11-75" fmla="*/ 4 w 10001"/>
                <a:gd name="connsiteY11-76" fmla="*/ 3989 h 10041"/>
                <a:gd name="connsiteX0-77" fmla="*/ 4 w 10001"/>
                <a:gd name="connsiteY0-78" fmla="*/ 3989 h 14825"/>
                <a:gd name="connsiteX1-79" fmla="*/ 890 w 10001"/>
                <a:gd name="connsiteY1-80" fmla="*/ 1575 h 14825"/>
                <a:gd name="connsiteX2-81" fmla="*/ 3902 w 10001"/>
                <a:gd name="connsiteY2-82" fmla="*/ 993 h 14825"/>
                <a:gd name="connsiteX3-83" fmla="*/ 6227 w 10001"/>
                <a:gd name="connsiteY3-84" fmla="*/ 0 h 14825"/>
                <a:gd name="connsiteX4-85" fmla="*/ 8378 w 10001"/>
                <a:gd name="connsiteY4-86" fmla="*/ 996 h 14825"/>
                <a:gd name="connsiteX5-87" fmla="*/ 9998 w 10001"/>
                <a:gd name="connsiteY5-88" fmla="*/ 5748 h 14825"/>
                <a:gd name="connsiteX6-89" fmla="*/ 8721 w 10001"/>
                <a:gd name="connsiteY6-90" fmla="*/ 9207 h 14825"/>
                <a:gd name="connsiteX7-91" fmla="*/ 6011 w 10001"/>
                <a:gd name="connsiteY7-92" fmla="*/ 14823 h 14825"/>
                <a:gd name="connsiteX8-93" fmla="*/ 3914 w 10001"/>
                <a:gd name="connsiteY8-94" fmla="*/ 9895 h 14825"/>
                <a:gd name="connsiteX9-95" fmla="*/ 2716 w 10001"/>
                <a:gd name="connsiteY9-96" fmla="*/ 7797 h 14825"/>
                <a:gd name="connsiteX10-97" fmla="*/ 1479 w 10001"/>
                <a:gd name="connsiteY10-98" fmla="*/ 7402 h 14825"/>
                <a:gd name="connsiteX11-99" fmla="*/ 4 w 10001"/>
                <a:gd name="connsiteY11-100" fmla="*/ 3989 h 14825"/>
                <a:gd name="connsiteX0-101" fmla="*/ 4 w 10001"/>
                <a:gd name="connsiteY0-102" fmla="*/ 7436 h 18272"/>
                <a:gd name="connsiteX1-103" fmla="*/ 890 w 10001"/>
                <a:gd name="connsiteY1-104" fmla="*/ 5022 h 18272"/>
                <a:gd name="connsiteX2-105" fmla="*/ 3902 w 10001"/>
                <a:gd name="connsiteY2-106" fmla="*/ 4440 h 18272"/>
                <a:gd name="connsiteX3-107" fmla="*/ 6026 w 10001"/>
                <a:gd name="connsiteY3-108" fmla="*/ 0 h 18272"/>
                <a:gd name="connsiteX4-109" fmla="*/ 8378 w 10001"/>
                <a:gd name="connsiteY4-110" fmla="*/ 4443 h 18272"/>
                <a:gd name="connsiteX5-111" fmla="*/ 9998 w 10001"/>
                <a:gd name="connsiteY5-112" fmla="*/ 9195 h 18272"/>
                <a:gd name="connsiteX6-113" fmla="*/ 8721 w 10001"/>
                <a:gd name="connsiteY6-114" fmla="*/ 12654 h 18272"/>
                <a:gd name="connsiteX7-115" fmla="*/ 6011 w 10001"/>
                <a:gd name="connsiteY7-116" fmla="*/ 18270 h 18272"/>
                <a:gd name="connsiteX8-117" fmla="*/ 3914 w 10001"/>
                <a:gd name="connsiteY8-118" fmla="*/ 13342 h 18272"/>
                <a:gd name="connsiteX9-119" fmla="*/ 2716 w 10001"/>
                <a:gd name="connsiteY9-120" fmla="*/ 11244 h 18272"/>
                <a:gd name="connsiteX10-121" fmla="*/ 1479 w 10001"/>
                <a:gd name="connsiteY10-122" fmla="*/ 10849 h 18272"/>
                <a:gd name="connsiteX11-123" fmla="*/ 4 w 10001"/>
                <a:gd name="connsiteY11-124" fmla="*/ 7436 h 18272"/>
                <a:gd name="connsiteX0-125" fmla="*/ 1 w 9998"/>
                <a:gd name="connsiteY0-126" fmla="*/ 7436 h 18272"/>
                <a:gd name="connsiteX1-127" fmla="*/ 3899 w 9998"/>
                <a:gd name="connsiteY1-128" fmla="*/ 4440 h 18272"/>
                <a:gd name="connsiteX2-129" fmla="*/ 6023 w 9998"/>
                <a:gd name="connsiteY2-130" fmla="*/ 0 h 18272"/>
                <a:gd name="connsiteX3-131" fmla="*/ 8375 w 9998"/>
                <a:gd name="connsiteY3-132" fmla="*/ 4443 h 18272"/>
                <a:gd name="connsiteX4-133" fmla="*/ 9995 w 9998"/>
                <a:gd name="connsiteY4-134" fmla="*/ 9195 h 18272"/>
                <a:gd name="connsiteX5-135" fmla="*/ 8718 w 9998"/>
                <a:gd name="connsiteY5-136" fmla="*/ 12654 h 18272"/>
                <a:gd name="connsiteX6-137" fmla="*/ 6008 w 9998"/>
                <a:gd name="connsiteY6-138" fmla="*/ 18270 h 18272"/>
                <a:gd name="connsiteX7-139" fmla="*/ 3911 w 9998"/>
                <a:gd name="connsiteY7-140" fmla="*/ 13342 h 18272"/>
                <a:gd name="connsiteX8-141" fmla="*/ 2713 w 9998"/>
                <a:gd name="connsiteY8-142" fmla="*/ 11244 h 18272"/>
                <a:gd name="connsiteX9-143" fmla="*/ 1476 w 9998"/>
                <a:gd name="connsiteY9-144" fmla="*/ 10849 h 18272"/>
                <a:gd name="connsiteX10-145" fmla="*/ 1 w 9998"/>
                <a:gd name="connsiteY10-146" fmla="*/ 7436 h 18272"/>
                <a:gd name="connsiteX0-147" fmla="*/ 35 w 8559"/>
                <a:gd name="connsiteY0-148" fmla="*/ 5938 h 10000"/>
                <a:gd name="connsiteX1-149" fmla="*/ 2459 w 8559"/>
                <a:gd name="connsiteY1-150" fmla="*/ 2430 h 10000"/>
                <a:gd name="connsiteX2-151" fmla="*/ 4583 w 8559"/>
                <a:gd name="connsiteY2-152" fmla="*/ 0 h 10000"/>
                <a:gd name="connsiteX3-153" fmla="*/ 6936 w 8559"/>
                <a:gd name="connsiteY3-154" fmla="*/ 2432 h 10000"/>
                <a:gd name="connsiteX4-155" fmla="*/ 8556 w 8559"/>
                <a:gd name="connsiteY4-156" fmla="*/ 5032 h 10000"/>
                <a:gd name="connsiteX5-157" fmla="*/ 7279 w 8559"/>
                <a:gd name="connsiteY5-158" fmla="*/ 6925 h 10000"/>
                <a:gd name="connsiteX6-159" fmla="*/ 4568 w 8559"/>
                <a:gd name="connsiteY6-160" fmla="*/ 9999 h 10000"/>
                <a:gd name="connsiteX7-161" fmla="*/ 2471 w 8559"/>
                <a:gd name="connsiteY7-162" fmla="*/ 7302 h 10000"/>
                <a:gd name="connsiteX8-163" fmla="*/ 1273 w 8559"/>
                <a:gd name="connsiteY8-164" fmla="*/ 6154 h 10000"/>
                <a:gd name="connsiteX9-165" fmla="*/ 35 w 8559"/>
                <a:gd name="connsiteY9-166" fmla="*/ 5938 h 10000"/>
                <a:gd name="connsiteX0-167" fmla="*/ 49 w 9820"/>
                <a:gd name="connsiteY0-168" fmla="*/ 4655 h 10000"/>
                <a:gd name="connsiteX1-169" fmla="*/ 2693 w 9820"/>
                <a:gd name="connsiteY1-170" fmla="*/ 2430 h 10000"/>
                <a:gd name="connsiteX2-171" fmla="*/ 5175 w 9820"/>
                <a:gd name="connsiteY2-172" fmla="*/ 0 h 10000"/>
                <a:gd name="connsiteX3-173" fmla="*/ 7924 w 9820"/>
                <a:gd name="connsiteY3-174" fmla="*/ 2432 h 10000"/>
                <a:gd name="connsiteX4-175" fmla="*/ 9816 w 9820"/>
                <a:gd name="connsiteY4-176" fmla="*/ 5032 h 10000"/>
                <a:gd name="connsiteX5-177" fmla="*/ 8324 w 9820"/>
                <a:gd name="connsiteY5-178" fmla="*/ 6925 h 10000"/>
                <a:gd name="connsiteX6-179" fmla="*/ 5157 w 9820"/>
                <a:gd name="connsiteY6-180" fmla="*/ 9999 h 10000"/>
                <a:gd name="connsiteX7-181" fmla="*/ 2707 w 9820"/>
                <a:gd name="connsiteY7-182" fmla="*/ 7302 h 10000"/>
                <a:gd name="connsiteX8-183" fmla="*/ 1307 w 9820"/>
                <a:gd name="connsiteY8-184" fmla="*/ 6154 h 10000"/>
                <a:gd name="connsiteX9-185" fmla="*/ 49 w 9820"/>
                <a:gd name="connsiteY9-186" fmla="*/ 4655 h 10000"/>
                <a:gd name="connsiteX0-187" fmla="*/ 45 w 9995"/>
                <a:gd name="connsiteY0-188" fmla="*/ 4655 h 10000"/>
                <a:gd name="connsiteX1-189" fmla="*/ 2737 w 9995"/>
                <a:gd name="connsiteY1-190" fmla="*/ 2430 h 10000"/>
                <a:gd name="connsiteX2-191" fmla="*/ 5265 w 9995"/>
                <a:gd name="connsiteY2-192" fmla="*/ 0 h 10000"/>
                <a:gd name="connsiteX3-193" fmla="*/ 8064 w 9995"/>
                <a:gd name="connsiteY3-194" fmla="*/ 2432 h 10000"/>
                <a:gd name="connsiteX4-195" fmla="*/ 9991 w 9995"/>
                <a:gd name="connsiteY4-196" fmla="*/ 5032 h 10000"/>
                <a:gd name="connsiteX5-197" fmla="*/ 8472 w 9995"/>
                <a:gd name="connsiteY5-198" fmla="*/ 6925 h 10000"/>
                <a:gd name="connsiteX6-199" fmla="*/ 5247 w 9995"/>
                <a:gd name="connsiteY6-200" fmla="*/ 9999 h 10000"/>
                <a:gd name="connsiteX7-201" fmla="*/ 2752 w 9995"/>
                <a:gd name="connsiteY7-202" fmla="*/ 7302 h 10000"/>
                <a:gd name="connsiteX8-203" fmla="*/ 1374 w 9995"/>
                <a:gd name="connsiteY8-204" fmla="*/ 6984 h 10000"/>
                <a:gd name="connsiteX9-205" fmla="*/ 45 w 9995"/>
                <a:gd name="connsiteY9-206" fmla="*/ 4655 h 10000"/>
                <a:gd name="connsiteX0-207" fmla="*/ 45 w 10000"/>
                <a:gd name="connsiteY0-208" fmla="*/ 5032 h 10377"/>
                <a:gd name="connsiteX1-209" fmla="*/ 2738 w 10000"/>
                <a:gd name="connsiteY1-210" fmla="*/ 2807 h 10377"/>
                <a:gd name="connsiteX2-211" fmla="*/ 4886 w 10000"/>
                <a:gd name="connsiteY2-212" fmla="*/ 0 h 10377"/>
                <a:gd name="connsiteX3-213" fmla="*/ 8068 w 10000"/>
                <a:gd name="connsiteY3-214" fmla="*/ 2809 h 10377"/>
                <a:gd name="connsiteX4-215" fmla="*/ 9996 w 10000"/>
                <a:gd name="connsiteY4-216" fmla="*/ 5409 h 10377"/>
                <a:gd name="connsiteX5-217" fmla="*/ 8476 w 10000"/>
                <a:gd name="connsiteY5-218" fmla="*/ 7302 h 10377"/>
                <a:gd name="connsiteX6-219" fmla="*/ 5250 w 10000"/>
                <a:gd name="connsiteY6-220" fmla="*/ 10376 h 10377"/>
                <a:gd name="connsiteX7-221" fmla="*/ 2753 w 10000"/>
                <a:gd name="connsiteY7-222" fmla="*/ 7679 h 10377"/>
                <a:gd name="connsiteX8-223" fmla="*/ 1375 w 10000"/>
                <a:gd name="connsiteY8-224" fmla="*/ 7361 h 10377"/>
                <a:gd name="connsiteX9-225" fmla="*/ 45 w 10000"/>
                <a:gd name="connsiteY9-226" fmla="*/ 5032 h 10377"/>
                <a:gd name="connsiteX0-227" fmla="*/ 45 w 10000"/>
                <a:gd name="connsiteY0-228" fmla="*/ 5036 h 10381"/>
                <a:gd name="connsiteX1-229" fmla="*/ 2738 w 10000"/>
                <a:gd name="connsiteY1-230" fmla="*/ 2811 h 10381"/>
                <a:gd name="connsiteX2-231" fmla="*/ 4886 w 10000"/>
                <a:gd name="connsiteY2-232" fmla="*/ 4 h 10381"/>
                <a:gd name="connsiteX3-233" fmla="*/ 8068 w 10000"/>
                <a:gd name="connsiteY3-234" fmla="*/ 2813 h 10381"/>
                <a:gd name="connsiteX4-235" fmla="*/ 9996 w 10000"/>
                <a:gd name="connsiteY4-236" fmla="*/ 5413 h 10381"/>
                <a:gd name="connsiteX5-237" fmla="*/ 8476 w 10000"/>
                <a:gd name="connsiteY5-238" fmla="*/ 7306 h 10381"/>
                <a:gd name="connsiteX6-239" fmla="*/ 5250 w 10000"/>
                <a:gd name="connsiteY6-240" fmla="*/ 10380 h 10381"/>
                <a:gd name="connsiteX7-241" fmla="*/ 2753 w 10000"/>
                <a:gd name="connsiteY7-242" fmla="*/ 7683 h 10381"/>
                <a:gd name="connsiteX8-243" fmla="*/ 1375 w 10000"/>
                <a:gd name="connsiteY8-244" fmla="*/ 7365 h 10381"/>
                <a:gd name="connsiteX9-245" fmla="*/ 45 w 10000"/>
                <a:gd name="connsiteY9-246" fmla="*/ 5036 h 10381"/>
                <a:gd name="connsiteX0-247" fmla="*/ 45 w 10000"/>
                <a:gd name="connsiteY0-248" fmla="*/ 5036 h 10796"/>
                <a:gd name="connsiteX1-249" fmla="*/ 2738 w 10000"/>
                <a:gd name="connsiteY1-250" fmla="*/ 2811 h 10796"/>
                <a:gd name="connsiteX2-251" fmla="*/ 4886 w 10000"/>
                <a:gd name="connsiteY2-252" fmla="*/ 4 h 10796"/>
                <a:gd name="connsiteX3-253" fmla="*/ 8068 w 10000"/>
                <a:gd name="connsiteY3-254" fmla="*/ 2813 h 10796"/>
                <a:gd name="connsiteX4-255" fmla="*/ 9996 w 10000"/>
                <a:gd name="connsiteY4-256" fmla="*/ 5413 h 10796"/>
                <a:gd name="connsiteX5-257" fmla="*/ 8476 w 10000"/>
                <a:gd name="connsiteY5-258" fmla="*/ 7306 h 10796"/>
                <a:gd name="connsiteX6-259" fmla="*/ 5202 w 10000"/>
                <a:gd name="connsiteY6-260" fmla="*/ 10795 h 10796"/>
                <a:gd name="connsiteX7-261" fmla="*/ 2753 w 10000"/>
                <a:gd name="connsiteY7-262" fmla="*/ 7683 h 10796"/>
                <a:gd name="connsiteX8-263" fmla="*/ 1375 w 10000"/>
                <a:gd name="connsiteY8-264" fmla="*/ 7365 h 10796"/>
                <a:gd name="connsiteX9-265" fmla="*/ 45 w 10000"/>
                <a:gd name="connsiteY9-266" fmla="*/ 5036 h 10796"/>
                <a:gd name="connsiteX0-267" fmla="*/ 45 w 10000"/>
                <a:gd name="connsiteY0-268" fmla="*/ 5036 h 10795"/>
                <a:gd name="connsiteX1-269" fmla="*/ 2738 w 10000"/>
                <a:gd name="connsiteY1-270" fmla="*/ 2811 h 10795"/>
                <a:gd name="connsiteX2-271" fmla="*/ 4886 w 10000"/>
                <a:gd name="connsiteY2-272" fmla="*/ 4 h 10795"/>
                <a:gd name="connsiteX3-273" fmla="*/ 8068 w 10000"/>
                <a:gd name="connsiteY3-274" fmla="*/ 2813 h 10795"/>
                <a:gd name="connsiteX4-275" fmla="*/ 9996 w 10000"/>
                <a:gd name="connsiteY4-276" fmla="*/ 5413 h 10795"/>
                <a:gd name="connsiteX5-277" fmla="*/ 8476 w 10000"/>
                <a:gd name="connsiteY5-278" fmla="*/ 7306 h 10795"/>
                <a:gd name="connsiteX6-279" fmla="*/ 5202 w 10000"/>
                <a:gd name="connsiteY6-280" fmla="*/ 10795 h 10795"/>
                <a:gd name="connsiteX7-281" fmla="*/ 2753 w 10000"/>
                <a:gd name="connsiteY7-282" fmla="*/ 7683 h 10795"/>
                <a:gd name="connsiteX8-283" fmla="*/ 1375 w 10000"/>
                <a:gd name="connsiteY8-284" fmla="*/ 7365 h 10795"/>
                <a:gd name="connsiteX9-285" fmla="*/ 45 w 10000"/>
                <a:gd name="connsiteY9-286" fmla="*/ 5036 h 10795"/>
                <a:gd name="connsiteX0-287" fmla="*/ 45 w 10000"/>
                <a:gd name="connsiteY0-288" fmla="*/ 5036 h 10795"/>
                <a:gd name="connsiteX1-289" fmla="*/ 2738 w 10000"/>
                <a:gd name="connsiteY1-290" fmla="*/ 2811 h 10795"/>
                <a:gd name="connsiteX2-291" fmla="*/ 4886 w 10000"/>
                <a:gd name="connsiteY2-292" fmla="*/ 4 h 10795"/>
                <a:gd name="connsiteX3-293" fmla="*/ 8068 w 10000"/>
                <a:gd name="connsiteY3-294" fmla="*/ 2813 h 10795"/>
                <a:gd name="connsiteX4-295" fmla="*/ 9996 w 10000"/>
                <a:gd name="connsiteY4-296" fmla="*/ 5413 h 10795"/>
                <a:gd name="connsiteX5-297" fmla="*/ 8476 w 10000"/>
                <a:gd name="connsiteY5-298" fmla="*/ 7306 h 10795"/>
                <a:gd name="connsiteX6-299" fmla="*/ 5202 w 10000"/>
                <a:gd name="connsiteY6-300" fmla="*/ 10795 h 10795"/>
                <a:gd name="connsiteX7-301" fmla="*/ 2753 w 10000"/>
                <a:gd name="connsiteY7-302" fmla="*/ 7683 h 10795"/>
                <a:gd name="connsiteX8-303" fmla="*/ 1375 w 10000"/>
                <a:gd name="connsiteY8-304" fmla="*/ 7365 h 10795"/>
                <a:gd name="connsiteX9-305" fmla="*/ 45 w 10000"/>
                <a:gd name="connsiteY9-306" fmla="*/ 5036 h 1079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344" name="Group 261"/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345" name="Group 262"/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07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11" name="Oval 315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412" name="Rectangle 316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13" name="Oval 317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414" name="Freeform 318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15" name="Freeform 319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16" name="Freeform 320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17" name="Freeform 321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18" name="Straight Connector 322"/>
                  <p:cNvCxnSpPr>
                    <a:endCxn id="413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19" name="Straight Connector 323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08" name="Group 312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09" name="Oval 313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410" name="TextBox 314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1b</a:t>
                    </a:r>
                  </a:p>
                </p:txBody>
              </p:sp>
            </p:grpSp>
          </p:grpSp>
          <p:grpSp>
            <p:nvGrpSpPr>
              <p:cNvPr id="346" name="Group 263"/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92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96" name="Oval 302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97" name="Rectangle 303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98" name="Oval 304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400" name="Freeform 305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01" name="Freeform 306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03" name="Freeform 307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04" name="Freeform 308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5" name="Straight Connector 309"/>
                  <p:cNvCxnSpPr>
                    <a:endCxn id="39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6" name="Straight Connector 310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93" name="Group 299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94" name="Oval 300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95" name="TextBox 301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1d</a:t>
                    </a:r>
                  </a:p>
                </p:txBody>
              </p:sp>
            </p:grpSp>
          </p:grpSp>
          <p:grpSp>
            <p:nvGrpSpPr>
              <p:cNvPr id="347" name="Group 264"/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66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83" name="Oval 289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84" name="Rectangle 290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85" name="Oval 291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86" name="Freeform 292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87" name="Freeform 293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88" name="Freeform 294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89" name="Freeform 295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390" name="Straight Connector 296"/>
                  <p:cNvCxnSpPr>
                    <a:endCxn id="38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1" name="Straight Connector 297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67" name="Group 286"/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368" name="Oval 287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69" name="TextBox 288"/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1c</a:t>
                    </a:r>
                  </a:p>
                </p:txBody>
              </p:sp>
            </p:grpSp>
          </p:grpSp>
          <p:grpSp>
            <p:nvGrpSpPr>
              <p:cNvPr id="348" name="Group 265"/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53" name="Group 327"/>
                <p:cNvGrpSpPr/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57" name="Oval 276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58" name="Rectangle 277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59" name="Oval 278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60" name="Freeform 279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61" name="Freeform 280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62" name="Freeform 281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63" name="Freeform 282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364" name="Straight Connector 283"/>
                  <p:cNvCxnSpPr>
                    <a:endCxn id="359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65" name="Straight Connector 284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54" name="Group 273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55" name="Oval 274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56" name="TextBox 275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1a</a:t>
                    </a:r>
                  </a:p>
                </p:txBody>
              </p:sp>
            </p:grpSp>
          </p:grpSp>
          <p:cxnSp>
            <p:nvCxnSpPr>
              <p:cNvPr id="349" name="Straight Connector 268"/>
              <p:cNvCxnSpPr>
                <a:stCxn id="411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50" name="Straight Connector 269"/>
              <p:cNvCxnSpPr/>
              <p:nvPr/>
            </p:nvCxnSpPr>
            <p:spPr bwMode="auto">
              <a:xfrm>
                <a:off x="1315140" y="3783345"/>
                <a:ext cx="489235" cy="35258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51" name="Straight Connector 270"/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52" name="Straight Connector 336"/>
              <p:cNvCxnSpPr>
                <a:cxnSpLocks/>
              </p:cNvCxnSpPr>
              <p:nvPr/>
            </p:nvCxnSpPr>
            <p:spPr bwMode="auto">
              <a:xfrm flipV="1">
                <a:off x="1319809" y="3154477"/>
                <a:ext cx="519290" cy="381249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420" name="Freeform 2"/>
          <p:cNvSpPr/>
          <p:nvPr/>
        </p:nvSpPr>
        <p:spPr bwMode="auto">
          <a:xfrm>
            <a:off x="3179838" y="2637154"/>
            <a:ext cx="2545688" cy="1720535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-1" fmla="*/ 4 w 8600"/>
              <a:gd name="connsiteY0-2" fmla="*/ 4042 h 10128"/>
              <a:gd name="connsiteX1-3" fmla="*/ 715 w 8600"/>
              <a:gd name="connsiteY1-4" fmla="*/ 1598 h 10128"/>
              <a:gd name="connsiteX2-5" fmla="*/ 3130 w 8600"/>
              <a:gd name="connsiteY2-6" fmla="*/ 1009 h 10128"/>
              <a:gd name="connsiteX3-7" fmla="*/ 4995 w 8600"/>
              <a:gd name="connsiteY3-8" fmla="*/ 3 h 10128"/>
              <a:gd name="connsiteX4-9" fmla="*/ 6720 w 8600"/>
              <a:gd name="connsiteY4-10" fmla="*/ 1012 h 10128"/>
              <a:gd name="connsiteX5-11" fmla="*/ 8599 w 8600"/>
              <a:gd name="connsiteY5-12" fmla="*/ 6800 h 10128"/>
              <a:gd name="connsiteX6-13" fmla="*/ 6995 w 8600"/>
              <a:gd name="connsiteY6-14" fmla="*/ 9325 h 10128"/>
              <a:gd name="connsiteX7-15" fmla="*/ 5307 w 8600"/>
              <a:gd name="connsiteY7-16" fmla="*/ 8846 h 10128"/>
              <a:gd name="connsiteX8-17" fmla="*/ 4371 w 8600"/>
              <a:gd name="connsiteY8-18" fmla="*/ 9915 h 10128"/>
              <a:gd name="connsiteX9-19" fmla="*/ 3140 w 8600"/>
              <a:gd name="connsiteY9-20" fmla="*/ 10022 h 10128"/>
              <a:gd name="connsiteX10-21" fmla="*/ 2179 w 8600"/>
              <a:gd name="connsiteY10-22" fmla="*/ 7898 h 10128"/>
              <a:gd name="connsiteX11-23" fmla="*/ 1187 w 8600"/>
              <a:gd name="connsiteY11-24" fmla="*/ 7498 h 10128"/>
              <a:gd name="connsiteX12-25" fmla="*/ 4 w 8600"/>
              <a:gd name="connsiteY12-26" fmla="*/ 4042 h 10128"/>
              <a:gd name="connsiteX0-27" fmla="*/ 4 w 9326"/>
              <a:gd name="connsiteY0-28" fmla="*/ 3988 h 9997"/>
              <a:gd name="connsiteX1-29" fmla="*/ 830 w 9326"/>
              <a:gd name="connsiteY1-30" fmla="*/ 1575 h 9997"/>
              <a:gd name="connsiteX2-31" fmla="*/ 3639 w 9326"/>
              <a:gd name="connsiteY2-32" fmla="*/ 993 h 9997"/>
              <a:gd name="connsiteX3-33" fmla="*/ 5807 w 9326"/>
              <a:gd name="connsiteY3-34" fmla="*/ 0 h 9997"/>
              <a:gd name="connsiteX4-35" fmla="*/ 7813 w 9326"/>
              <a:gd name="connsiteY4-36" fmla="*/ 996 h 9997"/>
              <a:gd name="connsiteX5-37" fmla="*/ 9324 w 9326"/>
              <a:gd name="connsiteY5-38" fmla="*/ 5746 h 9997"/>
              <a:gd name="connsiteX6-39" fmla="*/ 8133 w 9326"/>
              <a:gd name="connsiteY6-40" fmla="*/ 9204 h 9997"/>
              <a:gd name="connsiteX7-41" fmla="*/ 6170 w 9326"/>
              <a:gd name="connsiteY7-42" fmla="*/ 8731 h 9997"/>
              <a:gd name="connsiteX8-43" fmla="*/ 5082 w 9326"/>
              <a:gd name="connsiteY8-44" fmla="*/ 9787 h 9997"/>
              <a:gd name="connsiteX9-45" fmla="*/ 3650 w 9326"/>
              <a:gd name="connsiteY9-46" fmla="*/ 9892 h 9997"/>
              <a:gd name="connsiteX10-47" fmla="*/ 2533 w 9326"/>
              <a:gd name="connsiteY10-48" fmla="*/ 7795 h 9997"/>
              <a:gd name="connsiteX11-49" fmla="*/ 1379 w 9326"/>
              <a:gd name="connsiteY11-50" fmla="*/ 7400 h 9997"/>
              <a:gd name="connsiteX12-51" fmla="*/ 4 w 9326"/>
              <a:gd name="connsiteY12-52" fmla="*/ 3988 h 9997"/>
              <a:gd name="connsiteX0-53" fmla="*/ 4 w 10001"/>
              <a:gd name="connsiteY0-54" fmla="*/ 3989 h 10041"/>
              <a:gd name="connsiteX1-55" fmla="*/ 890 w 10001"/>
              <a:gd name="connsiteY1-56" fmla="*/ 1575 h 10041"/>
              <a:gd name="connsiteX2-57" fmla="*/ 3902 w 10001"/>
              <a:gd name="connsiteY2-58" fmla="*/ 993 h 10041"/>
              <a:gd name="connsiteX3-59" fmla="*/ 6227 w 10001"/>
              <a:gd name="connsiteY3-60" fmla="*/ 0 h 10041"/>
              <a:gd name="connsiteX4-61" fmla="*/ 8378 w 10001"/>
              <a:gd name="connsiteY4-62" fmla="*/ 996 h 10041"/>
              <a:gd name="connsiteX5-63" fmla="*/ 9998 w 10001"/>
              <a:gd name="connsiteY5-64" fmla="*/ 5748 h 10041"/>
              <a:gd name="connsiteX6-65" fmla="*/ 8721 w 10001"/>
              <a:gd name="connsiteY6-66" fmla="*/ 9207 h 10041"/>
              <a:gd name="connsiteX7-67" fmla="*/ 5449 w 10001"/>
              <a:gd name="connsiteY7-68" fmla="*/ 9790 h 10041"/>
              <a:gd name="connsiteX8-69" fmla="*/ 3914 w 10001"/>
              <a:gd name="connsiteY8-70" fmla="*/ 9895 h 10041"/>
              <a:gd name="connsiteX9-71" fmla="*/ 2716 w 10001"/>
              <a:gd name="connsiteY9-72" fmla="*/ 7797 h 10041"/>
              <a:gd name="connsiteX10-73" fmla="*/ 1479 w 10001"/>
              <a:gd name="connsiteY10-74" fmla="*/ 7402 h 10041"/>
              <a:gd name="connsiteX11-75" fmla="*/ 4 w 10001"/>
              <a:gd name="connsiteY11-76" fmla="*/ 3989 h 10041"/>
              <a:gd name="connsiteX0-77" fmla="*/ 4 w 10001"/>
              <a:gd name="connsiteY0-78" fmla="*/ 3989 h 14825"/>
              <a:gd name="connsiteX1-79" fmla="*/ 890 w 10001"/>
              <a:gd name="connsiteY1-80" fmla="*/ 1575 h 14825"/>
              <a:gd name="connsiteX2-81" fmla="*/ 3902 w 10001"/>
              <a:gd name="connsiteY2-82" fmla="*/ 993 h 14825"/>
              <a:gd name="connsiteX3-83" fmla="*/ 6227 w 10001"/>
              <a:gd name="connsiteY3-84" fmla="*/ 0 h 14825"/>
              <a:gd name="connsiteX4-85" fmla="*/ 8378 w 10001"/>
              <a:gd name="connsiteY4-86" fmla="*/ 996 h 14825"/>
              <a:gd name="connsiteX5-87" fmla="*/ 9998 w 10001"/>
              <a:gd name="connsiteY5-88" fmla="*/ 5748 h 14825"/>
              <a:gd name="connsiteX6-89" fmla="*/ 8721 w 10001"/>
              <a:gd name="connsiteY6-90" fmla="*/ 9207 h 14825"/>
              <a:gd name="connsiteX7-91" fmla="*/ 6011 w 10001"/>
              <a:gd name="connsiteY7-92" fmla="*/ 14823 h 14825"/>
              <a:gd name="connsiteX8-93" fmla="*/ 3914 w 10001"/>
              <a:gd name="connsiteY8-94" fmla="*/ 9895 h 14825"/>
              <a:gd name="connsiteX9-95" fmla="*/ 2716 w 10001"/>
              <a:gd name="connsiteY9-96" fmla="*/ 7797 h 14825"/>
              <a:gd name="connsiteX10-97" fmla="*/ 1479 w 10001"/>
              <a:gd name="connsiteY10-98" fmla="*/ 7402 h 14825"/>
              <a:gd name="connsiteX11-99" fmla="*/ 4 w 10001"/>
              <a:gd name="connsiteY11-100" fmla="*/ 3989 h 14825"/>
              <a:gd name="connsiteX0-101" fmla="*/ 4 w 10001"/>
              <a:gd name="connsiteY0-102" fmla="*/ 7436 h 18272"/>
              <a:gd name="connsiteX1-103" fmla="*/ 890 w 10001"/>
              <a:gd name="connsiteY1-104" fmla="*/ 5022 h 18272"/>
              <a:gd name="connsiteX2-105" fmla="*/ 3902 w 10001"/>
              <a:gd name="connsiteY2-106" fmla="*/ 4440 h 18272"/>
              <a:gd name="connsiteX3-107" fmla="*/ 6026 w 10001"/>
              <a:gd name="connsiteY3-108" fmla="*/ 0 h 18272"/>
              <a:gd name="connsiteX4-109" fmla="*/ 8378 w 10001"/>
              <a:gd name="connsiteY4-110" fmla="*/ 4443 h 18272"/>
              <a:gd name="connsiteX5-111" fmla="*/ 9998 w 10001"/>
              <a:gd name="connsiteY5-112" fmla="*/ 9195 h 18272"/>
              <a:gd name="connsiteX6-113" fmla="*/ 8721 w 10001"/>
              <a:gd name="connsiteY6-114" fmla="*/ 12654 h 18272"/>
              <a:gd name="connsiteX7-115" fmla="*/ 6011 w 10001"/>
              <a:gd name="connsiteY7-116" fmla="*/ 18270 h 18272"/>
              <a:gd name="connsiteX8-117" fmla="*/ 3914 w 10001"/>
              <a:gd name="connsiteY8-118" fmla="*/ 13342 h 18272"/>
              <a:gd name="connsiteX9-119" fmla="*/ 2716 w 10001"/>
              <a:gd name="connsiteY9-120" fmla="*/ 11244 h 18272"/>
              <a:gd name="connsiteX10-121" fmla="*/ 1479 w 10001"/>
              <a:gd name="connsiteY10-122" fmla="*/ 10849 h 18272"/>
              <a:gd name="connsiteX11-123" fmla="*/ 4 w 10001"/>
              <a:gd name="connsiteY11-124" fmla="*/ 7436 h 18272"/>
              <a:gd name="connsiteX0-125" fmla="*/ 1 w 9998"/>
              <a:gd name="connsiteY0-126" fmla="*/ 7436 h 18272"/>
              <a:gd name="connsiteX1-127" fmla="*/ 3899 w 9998"/>
              <a:gd name="connsiteY1-128" fmla="*/ 4440 h 18272"/>
              <a:gd name="connsiteX2-129" fmla="*/ 6023 w 9998"/>
              <a:gd name="connsiteY2-130" fmla="*/ 0 h 18272"/>
              <a:gd name="connsiteX3-131" fmla="*/ 8375 w 9998"/>
              <a:gd name="connsiteY3-132" fmla="*/ 4443 h 18272"/>
              <a:gd name="connsiteX4-133" fmla="*/ 9995 w 9998"/>
              <a:gd name="connsiteY4-134" fmla="*/ 9195 h 18272"/>
              <a:gd name="connsiteX5-135" fmla="*/ 8718 w 9998"/>
              <a:gd name="connsiteY5-136" fmla="*/ 12654 h 18272"/>
              <a:gd name="connsiteX6-137" fmla="*/ 6008 w 9998"/>
              <a:gd name="connsiteY6-138" fmla="*/ 18270 h 18272"/>
              <a:gd name="connsiteX7-139" fmla="*/ 3911 w 9998"/>
              <a:gd name="connsiteY7-140" fmla="*/ 13342 h 18272"/>
              <a:gd name="connsiteX8-141" fmla="*/ 2713 w 9998"/>
              <a:gd name="connsiteY8-142" fmla="*/ 11244 h 18272"/>
              <a:gd name="connsiteX9-143" fmla="*/ 1476 w 9998"/>
              <a:gd name="connsiteY9-144" fmla="*/ 10849 h 18272"/>
              <a:gd name="connsiteX10-145" fmla="*/ 1 w 9998"/>
              <a:gd name="connsiteY10-146" fmla="*/ 7436 h 18272"/>
              <a:gd name="connsiteX0-147" fmla="*/ 35 w 8559"/>
              <a:gd name="connsiteY0-148" fmla="*/ 5938 h 10000"/>
              <a:gd name="connsiteX1-149" fmla="*/ 2459 w 8559"/>
              <a:gd name="connsiteY1-150" fmla="*/ 2430 h 10000"/>
              <a:gd name="connsiteX2-151" fmla="*/ 4583 w 8559"/>
              <a:gd name="connsiteY2-152" fmla="*/ 0 h 10000"/>
              <a:gd name="connsiteX3-153" fmla="*/ 6936 w 8559"/>
              <a:gd name="connsiteY3-154" fmla="*/ 2432 h 10000"/>
              <a:gd name="connsiteX4-155" fmla="*/ 8556 w 8559"/>
              <a:gd name="connsiteY4-156" fmla="*/ 5032 h 10000"/>
              <a:gd name="connsiteX5-157" fmla="*/ 7279 w 8559"/>
              <a:gd name="connsiteY5-158" fmla="*/ 6925 h 10000"/>
              <a:gd name="connsiteX6-159" fmla="*/ 4568 w 8559"/>
              <a:gd name="connsiteY6-160" fmla="*/ 9999 h 10000"/>
              <a:gd name="connsiteX7-161" fmla="*/ 2471 w 8559"/>
              <a:gd name="connsiteY7-162" fmla="*/ 7302 h 10000"/>
              <a:gd name="connsiteX8-163" fmla="*/ 1273 w 8559"/>
              <a:gd name="connsiteY8-164" fmla="*/ 6154 h 10000"/>
              <a:gd name="connsiteX9-165" fmla="*/ 35 w 8559"/>
              <a:gd name="connsiteY9-166" fmla="*/ 5938 h 10000"/>
              <a:gd name="connsiteX0-167" fmla="*/ 49 w 9820"/>
              <a:gd name="connsiteY0-168" fmla="*/ 4655 h 10000"/>
              <a:gd name="connsiteX1-169" fmla="*/ 2693 w 9820"/>
              <a:gd name="connsiteY1-170" fmla="*/ 2430 h 10000"/>
              <a:gd name="connsiteX2-171" fmla="*/ 5175 w 9820"/>
              <a:gd name="connsiteY2-172" fmla="*/ 0 h 10000"/>
              <a:gd name="connsiteX3-173" fmla="*/ 7924 w 9820"/>
              <a:gd name="connsiteY3-174" fmla="*/ 2432 h 10000"/>
              <a:gd name="connsiteX4-175" fmla="*/ 9816 w 9820"/>
              <a:gd name="connsiteY4-176" fmla="*/ 5032 h 10000"/>
              <a:gd name="connsiteX5-177" fmla="*/ 8324 w 9820"/>
              <a:gd name="connsiteY5-178" fmla="*/ 6925 h 10000"/>
              <a:gd name="connsiteX6-179" fmla="*/ 5157 w 9820"/>
              <a:gd name="connsiteY6-180" fmla="*/ 9999 h 10000"/>
              <a:gd name="connsiteX7-181" fmla="*/ 2707 w 9820"/>
              <a:gd name="connsiteY7-182" fmla="*/ 7302 h 10000"/>
              <a:gd name="connsiteX8-183" fmla="*/ 1307 w 9820"/>
              <a:gd name="connsiteY8-184" fmla="*/ 6154 h 10000"/>
              <a:gd name="connsiteX9-185" fmla="*/ 49 w 9820"/>
              <a:gd name="connsiteY9-186" fmla="*/ 4655 h 10000"/>
              <a:gd name="connsiteX0-187" fmla="*/ 45 w 9995"/>
              <a:gd name="connsiteY0-188" fmla="*/ 4655 h 10000"/>
              <a:gd name="connsiteX1-189" fmla="*/ 2737 w 9995"/>
              <a:gd name="connsiteY1-190" fmla="*/ 2430 h 10000"/>
              <a:gd name="connsiteX2-191" fmla="*/ 5265 w 9995"/>
              <a:gd name="connsiteY2-192" fmla="*/ 0 h 10000"/>
              <a:gd name="connsiteX3-193" fmla="*/ 8064 w 9995"/>
              <a:gd name="connsiteY3-194" fmla="*/ 2432 h 10000"/>
              <a:gd name="connsiteX4-195" fmla="*/ 9991 w 9995"/>
              <a:gd name="connsiteY4-196" fmla="*/ 5032 h 10000"/>
              <a:gd name="connsiteX5-197" fmla="*/ 8472 w 9995"/>
              <a:gd name="connsiteY5-198" fmla="*/ 6925 h 10000"/>
              <a:gd name="connsiteX6-199" fmla="*/ 5247 w 9995"/>
              <a:gd name="connsiteY6-200" fmla="*/ 9999 h 10000"/>
              <a:gd name="connsiteX7-201" fmla="*/ 2752 w 9995"/>
              <a:gd name="connsiteY7-202" fmla="*/ 7302 h 10000"/>
              <a:gd name="connsiteX8-203" fmla="*/ 1374 w 9995"/>
              <a:gd name="connsiteY8-204" fmla="*/ 6984 h 10000"/>
              <a:gd name="connsiteX9-205" fmla="*/ 45 w 9995"/>
              <a:gd name="connsiteY9-206" fmla="*/ 4655 h 10000"/>
              <a:gd name="connsiteX0-207" fmla="*/ 45 w 10000"/>
              <a:gd name="connsiteY0-208" fmla="*/ 5032 h 10377"/>
              <a:gd name="connsiteX1-209" fmla="*/ 2738 w 10000"/>
              <a:gd name="connsiteY1-210" fmla="*/ 2807 h 10377"/>
              <a:gd name="connsiteX2-211" fmla="*/ 4886 w 10000"/>
              <a:gd name="connsiteY2-212" fmla="*/ 0 h 10377"/>
              <a:gd name="connsiteX3-213" fmla="*/ 8068 w 10000"/>
              <a:gd name="connsiteY3-214" fmla="*/ 2809 h 10377"/>
              <a:gd name="connsiteX4-215" fmla="*/ 9996 w 10000"/>
              <a:gd name="connsiteY4-216" fmla="*/ 5409 h 10377"/>
              <a:gd name="connsiteX5-217" fmla="*/ 8476 w 10000"/>
              <a:gd name="connsiteY5-218" fmla="*/ 7302 h 10377"/>
              <a:gd name="connsiteX6-219" fmla="*/ 5250 w 10000"/>
              <a:gd name="connsiteY6-220" fmla="*/ 10376 h 10377"/>
              <a:gd name="connsiteX7-221" fmla="*/ 2753 w 10000"/>
              <a:gd name="connsiteY7-222" fmla="*/ 7679 h 10377"/>
              <a:gd name="connsiteX8-223" fmla="*/ 1375 w 10000"/>
              <a:gd name="connsiteY8-224" fmla="*/ 7361 h 10377"/>
              <a:gd name="connsiteX9-225" fmla="*/ 45 w 10000"/>
              <a:gd name="connsiteY9-226" fmla="*/ 5032 h 10377"/>
              <a:gd name="connsiteX0-227" fmla="*/ 45 w 10000"/>
              <a:gd name="connsiteY0-228" fmla="*/ 5036 h 10381"/>
              <a:gd name="connsiteX1-229" fmla="*/ 2738 w 10000"/>
              <a:gd name="connsiteY1-230" fmla="*/ 2811 h 10381"/>
              <a:gd name="connsiteX2-231" fmla="*/ 4886 w 10000"/>
              <a:gd name="connsiteY2-232" fmla="*/ 4 h 10381"/>
              <a:gd name="connsiteX3-233" fmla="*/ 8068 w 10000"/>
              <a:gd name="connsiteY3-234" fmla="*/ 2813 h 10381"/>
              <a:gd name="connsiteX4-235" fmla="*/ 9996 w 10000"/>
              <a:gd name="connsiteY4-236" fmla="*/ 5413 h 10381"/>
              <a:gd name="connsiteX5-237" fmla="*/ 8476 w 10000"/>
              <a:gd name="connsiteY5-238" fmla="*/ 7306 h 10381"/>
              <a:gd name="connsiteX6-239" fmla="*/ 5250 w 10000"/>
              <a:gd name="connsiteY6-240" fmla="*/ 10380 h 10381"/>
              <a:gd name="connsiteX7-241" fmla="*/ 2753 w 10000"/>
              <a:gd name="connsiteY7-242" fmla="*/ 7683 h 10381"/>
              <a:gd name="connsiteX8-243" fmla="*/ 1375 w 10000"/>
              <a:gd name="connsiteY8-244" fmla="*/ 7365 h 10381"/>
              <a:gd name="connsiteX9-245" fmla="*/ 45 w 10000"/>
              <a:gd name="connsiteY9-246" fmla="*/ 5036 h 10381"/>
              <a:gd name="connsiteX0-247" fmla="*/ 45 w 10000"/>
              <a:gd name="connsiteY0-248" fmla="*/ 5036 h 10796"/>
              <a:gd name="connsiteX1-249" fmla="*/ 2738 w 10000"/>
              <a:gd name="connsiteY1-250" fmla="*/ 2811 h 10796"/>
              <a:gd name="connsiteX2-251" fmla="*/ 4886 w 10000"/>
              <a:gd name="connsiteY2-252" fmla="*/ 4 h 10796"/>
              <a:gd name="connsiteX3-253" fmla="*/ 8068 w 10000"/>
              <a:gd name="connsiteY3-254" fmla="*/ 2813 h 10796"/>
              <a:gd name="connsiteX4-255" fmla="*/ 9996 w 10000"/>
              <a:gd name="connsiteY4-256" fmla="*/ 5413 h 10796"/>
              <a:gd name="connsiteX5-257" fmla="*/ 8476 w 10000"/>
              <a:gd name="connsiteY5-258" fmla="*/ 7306 h 10796"/>
              <a:gd name="connsiteX6-259" fmla="*/ 5202 w 10000"/>
              <a:gd name="connsiteY6-260" fmla="*/ 10795 h 10796"/>
              <a:gd name="connsiteX7-261" fmla="*/ 2753 w 10000"/>
              <a:gd name="connsiteY7-262" fmla="*/ 7683 h 10796"/>
              <a:gd name="connsiteX8-263" fmla="*/ 1375 w 10000"/>
              <a:gd name="connsiteY8-264" fmla="*/ 7365 h 10796"/>
              <a:gd name="connsiteX9-265" fmla="*/ 45 w 10000"/>
              <a:gd name="connsiteY9-266" fmla="*/ 5036 h 10796"/>
              <a:gd name="connsiteX0-267" fmla="*/ 45 w 10000"/>
              <a:gd name="connsiteY0-268" fmla="*/ 5036 h 10795"/>
              <a:gd name="connsiteX1-269" fmla="*/ 2738 w 10000"/>
              <a:gd name="connsiteY1-270" fmla="*/ 2811 h 10795"/>
              <a:gd name="connsiteX2-271" fmla="*/ 4886 w 10000"/>
              <a:gd name="connsiteY2-272" fmla="*/ 4 h 10795"/>
              <a:gd name="connsiteX3-273" fmla="*/ 8068 w 10000"/>
              <a:gd name="connsiteY3-274" fmla="*/ 2813 h 10795"/>
              <a:gd name="connsiteX4-275" fmla="*/ 9996 w 10000"/>
              <a:gd name="connsiteY4-276" fmla="*/ 5413 h 10795"/>
              <a:gd name="connsiteX5-277" fmla="*/ 8476 w 10000"/>
              <a:gd name="connsiteY5-278" fmla="*/ 7306 h 10795"/>
              <a:gd name="connsiteX6-279" fmla="*/ 5202 w 10000"/>
              <a:gd name="connsiteY6-280" fmla="*/ 10795 h 10795"/>
              <a:gd name="connsiteX7-281" fmla="*/ 2753 w 10000"/>
              <a:gd name="connsiteY7-282" fmla="*/ 7683 h 10795"/>
              <a:gd name="connsiteX8-283" fmla="*/ 1375 w 10000"/>
              <a:gd name="connsiteY8-284" fmla="*/ 7365 h 10795"/>
              <a:gd name="connsiteX9-285" fmla="*/ 45 w 10000"/>
              <a:gd name="connsiteY9-286" fmla="*/ 5036 h 10795"/>
              <a:gd name="connsiteX0-287" fmla="*/ 45 w 10000"/>
              <a:gd name="connsiteY0-288" fmla="*/ 5036 h 10795"/>
              <a:gd name="connsiteX1-289" fmla="*/ 2738 w 10000"/>
              <a:gd name="connsiteY1-290" fmla="*/ 2811 h 10795"/>
              <a:gd name="connsiteX2-291" fmla="*/ 4886 w 10000"/>
              <a:gd name="connsiteY2-292" fmla="*/ 4 h 10795"/>
              <a:gd name="connsiteX3-293" fmla="*/ 8068 w 10000"/>
              <a:gd name="connsiteY3-294" fmla="*/ 2813 h 10795"/>
              <a:gd name="connsiteX4-295" fmla="*/ 9996 w 10000"/>
              <a:gd name="connsiteY4-296" fmla="*/ 5413 h 10795"/>
              <a:gd name="connsiteX5-297" fmla="*/ 8476 w 10000"/>
              <a:gd name="connsiteY5-298" fmla="*/ 7306 h 10795"/>
              <a:gd name="connsiteX6-299" fmla="*/ 5202 w 10000"/>
              <a:gd name="connsiteY6-300" fmla="*/ 10795 h 10795"/>
              <a:gd name="connsiteX7-301" fmla="*/ 2753 w 10000"/>
              <a:gd name="connsiteY7-302" fmla="*/ 7683 h 10795"/>
              <a:gd name="connsiteX8-303" fmla="*/ 1375 w 10000"/>
              <a:gd name="connsiteY8-304" fmla="*/ 7365 h 10795"/>
              <a:gd name="connsiteX9-305" fmla="*/ 45 w 10000"/>
              <a:gd name="connsiteY9-306" fmla="*/ 5036 h 1079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</p:spPr>
        <p:txBody>
          <a:bodyPr wrap="none" anchor="ctr"/>
          <a:lstStyle/>
          <a:p>
            <a:endParaRPr lang="en-US"/>
          </a:p>
        </p:txBody>
      </p:sp>
      <p:grpSp>
        <p:nvGrpSpPr>
          <p:cNvPr id="421" name="Group 197"/>
          <p:cNvGrpSpPr/>
          <p:nvPr/>
        </p:nvGrpSpPr>
        <p:grpSpPr>
          <a:xfrm>
            <a:off x="3400740" y="2777178"/>
            <a:ext cx="2189884" cy="1476371"/>
            <a:chOff x="833331" y="2873352"/>
            <a:chExt cx="2333625" cy="1590649"/>
          </a:xfrm>
        </p:grpSpPr>
        <p:grpSp>
          <p:nvGrpSpPr>
            <p:cNvPr id="422" name="Group 198"/>
            <p:cNvGrpSpPr/>
            <p:nvPr/>
          </p:nvGrpSpPr>
          <p:grpSpPr>
            <a:xfrm>
              <a:off x="1736090" y="2873352"/>
              <a:ext cx="565150" cy="369332"/>
              <a:chOff x="1736090" y="2873352"/>
              <a:chExt cx="565150" cy="369332"/>
            </a:xfrm>
          </p:grpSpPr>
          <p:grpSp>
            <p:nvGrpSpPr>
              <p:cNvPr id="470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503" name="Oval 251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04" name="Rectangle 252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05" name="Oval 253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06" name="Freeform 254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07" name="Freeform 255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08" name="Freeform 256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09" name="Freeform 257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10" name="Straight Connector 258"/>
                <p:cNvCxnSpPr>
                  <a:endCxn id="50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1" name="Straight Connector 259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71" name="Group 248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501" name="Oval 249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02" name="TextBox 250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2b</a:t>
                  </a:r>
                </a:p>
              </p:txBody>
            </p:sp>
          </p:grpSp>
        </p:grpSp>
        <p:grpSp>
          <p:nvGrpSpPr>
            <p:cNvPr id="423" name="Group 199"/>
            <p:cNvGrpSpPr/>
            <p:nvPr/>
          </p:nvGrpSpPr>
          <p:grpSpPr>
            <a:xfrm>
              <a:off x="1740320" y="4094669"/>
              <a:ext cx="565150" cy="369332"/>
              <a:chOff x="1736090" y="2873352"/>
              <a:chExt cx="565150" cy="369332"/>
            </a:xfrm>
          </p:grpSpPr>
          <p:grpSp>
            <p:nvGrpSpPr>
              <p:cNvPr id="456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460" name="Oval 238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461" name="Rectangle 239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62" name="Oval 240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463" name="Freeform 241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64" name="Freeform 242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65" name="Freeform 243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66" name="Freeform 244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67" name="Straight Connector 245"/>
                <p:cNvCxnSpPr>
                  <a:endCxn id="46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68" name="Straight Connector 246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57" name="Group 235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458" name="Oval 236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9" name="TextBox 237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2d</a:t>
                  </a:r>
                </a:p>
              </p:txBody>
            </p:sp>
          </p:grpSp>
        </p:grpSp>
        <p:grpSp>
          <p:nvGrpSpPr>
            <p:cNvPr id="424" name="Group 200"/>
            <p:cNvGrpSpPr/>
            <p:nvPr/>
          </p:nvGrpSpPr>
          <p:grpSpPr>
            <a:xfrm>
              <a:off x="2601806" y="3485072"/>
              <a:ext cx="565150" cy="369332"/>
              <a:chOff x="1736090" y="2873352"/>
              <a:chExt cx="565150" cy="369332"/>
            </a:xfrm>
          </p:grpSpPr>
          <p:grpSp>
            <p:nvGrpSpPr>
              <p:cNvPr id="443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447" name="Oval 225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448" name="Rectangle 226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49" name="Oval 227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450" name="Freeform 228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51" name="Freeform 229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52" name="Freeform 230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53" name="Freeform 231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54" name="Straight Connector 232"/>
                <p:cNvCxnSpPr>
                  <a:endCxn id="449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5" name="Straight Connector 233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44" name="Group 222"/>
              <p:cNvGrpSpPr/>
              <p:nvPr/>
            </p:nvGrpSpPr>
            <p:grpSpPr>
              <a:xfrm>
                <a:off x="1770362" y="2873352"/>
                <a:ext cx="428460" cy="369332"/>
                <a:chOff x="667045" y="1708643"/>
                <a:chExt cx="428460" cy="369332"/>
              </a:xfrm>
            </p:grpSpPr>
            <p:sp>
              <p:nvSpPr>
                <p:cNvPr id="445" name="Oval 223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46" name="TextBox 224"/>
                <p:cNvSpPr txBox="1"/>
                <p:nvPr/>
              </p:nvSpPr>
              <p:spPr>
                <a:xfrm>
                  <a:off x="667045" y="1708643"/>
                  <a:ext cx="428460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2c</a:t>
                  </a:r>
                </a:p>
              </p:txBody>
            </p:sp>
          </p:grpSp>
        </p:grpSp>
        <p:grpSp>
          <p:nvGrpSpPr>
            <p:cNvPr id="425" name="Group 201"/>
            <p:cNvGrpSpPr/>
            <p:nvPr/>
          </p:nvGrpSpPr>
          <p:grpSpPr>
            <a:xfrm>
              <a:off x="833331" y="3478719"/>
              <a:ext cx="565150" cy="369332"/>
              <a:chOff x="1736090" y="2873352"/>
              <a:chExt cx="565150" cy="369332"/>
            </a:xfrm>
          </p:grpSpPr>
          <p:grpSp>
            <p:nvGrpSpPr>
              <p:cNvPr id="430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434" name="Oval 212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435" name="Rectangle 213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36" name="Oval 214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437" name="Freeform 215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38" name="Freeform 216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39" name="Freeform 217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40" name="Freeform 218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41" name="Straight Connector 219"/>
                <p:cNvCxnSpPr>
                  <a:endCxn id="43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2" name="Straight Connector 220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1" name="Group 209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432" name="Oval 210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33" name="TextBox 211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2a</a:t>
                  </a:r>
                </a:p>
              </p:txBody>
            </p:sp>
          </p:grpSp>
        </p:grpSp>
        <p:cxnSp>
          <p:nvCxnSpPr>
            <p:cNvPr id="426" name="Straight Connector 202"/>
            <p:cNvCxnSpPr>
              <a:endCxn id="459" idx="0"/>
            </p:cNvCxnSpPr>
            <p:nvPr/>
          </p:nvCxnSpPr>
          <p:spPr bwMode="auto">
            <a:xfrm>
              <a:off x="1991073" y="3173114"/>
              <a:ext cx="4230" cy="921555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7" name="Straight Connector 204"/>
            <p:cNvCxnSpPr/>
            <p:nvPr/>
          </p:nvCxnSpPr>
          <p:spPr bwMode="auto">
            <a:xfrm>
              <a:off x="2280478" y="3145660"/>
              <a:ext cx="435814" cy="359474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8" name="Straight Connector 205"/>
            <p:cNvCxnSpPr/>
            <p:nvPr/>
          </p:nvCxnSpPr>
          <p:spPr bwMode="auto">
            <a:xfrm>
              <a:off x="1300073" y="3768911"/>
              <a:ext cx="527386" cy="368208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9" name="Straight Connector 206"/>
            <p:cNvCxnSpPr/>
            <p:nvPr/>
          </p:nvCxnSpPr>
          <p:spPr bwMode="auto">
            <a:xfrm flipH="1">
              <a:off x="2194462" y="3713972"/>
              <a:ext cx="509583" cy="428945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512" name="Freeform 2"/>
          <p:cNvSpPr/>
          <p:nvPr/>
        </p:nvSpPr>
        <p:spPr bwMode="auto">
          <a:xfrm>
            <a:off x="5401832" y="1568896"/>
            <a:ext cx="2575521" cy="1672516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-1" fmla="*/ 4 w 8600"/>
              <a:gd name="connsiteY0-2" fmla="*/ 4042 h 10128"/>
              <a:gd name="connsiteX1-3" fmla="*/ 715 w 8600"/>
              <a:gd name="connsiteY1-4" fmla="*/ 1598 h 10128"/>
              <a:gd name="connsiteX2-5" fmla="*/ 3130 w 8600"/>
              <a:gd name="connsiteY2-6" fmla="*/ 1009 h 10128"/>
              <a:gd name="connsiteX3-7" fmla="*/ 4995 w 8600"/>
              <a:gd name="connsiteY3-8" fmla="*/ 3 h 10128"/>
              <a:gd name="connsiteX4-9" fmla="*/ 6720 w 8600"/>
              <a:gd name="connsiteY4-10" fmla="*/ 1012 h 10128"/>
              <a:gd name="connsiteX5-11" fmla="*/ 8599 w 8600"/>
              <a:gd name="connsiteY5-12" fmla="*/ 6800 h 10128"/>
              <a:gd name="connsiteX6-13" fmla="*/ 6995 w 8600"/>
              <a:gd name="connsiteY6-14" fmla="*/ 9325 h 10128"/>
              <a:gd name="connsiteX7-15" fmla="*/ 5307 w 8600"/>
              <a:gd name="connsiteY7-16" fmla="*/ 8846 h 10128"/>
              <a:gd name="connsiteX8-17" fmla="*/ 4371 w 8600"/>
              <a:gd name="connsiteY8-18" fmla="*/ 9915 h 10128"/>
              <a:gd name="connsiteX9-19" fmla="*/ 3140 w 8600"/>
              <a:gd name="connsiteY9-20" fmla="*/ 10022 h 10128"/>
              <a:gd name="connsiteX10-21" fmla="*/ 2179 w 8600"/>
              <a:gd name="connsiteY10-22" fmla="*/ 7898 h 10128"/>
              <a:gd name="connsiteX11-23" fmla="*/ 1187 w 8600"/>
              <a:gd name="connsiteY11-24" fmla="*/ 7498 h 10128"/>
              <a:gd name="connsiteX12-25" fmla="*/ 4 w 8600"/>
              <a:gd name="connsiteY12-26" fmla="*/ 4042 h 10128"/>
              <a:gd name="connsiteX0-27" fmla="*/ 4 w 9326"/>
              <a:gd name="connsiteY0-28" fmla="*/ 3988 h 9997"/>
              <a:gd name="connsiteX1-29" fmla="*/ 830 w 9326"/>
              <a:gd name="connsiteY1-30" fmla="*/ 1575 h 9997"/>
              <a:gd name="connsiteX2-31" fmla="*/ 3639 w 9326"/>
              <a:gd name="connsiteY2-32" fmla="*/ 993 h 9997"/>
              <a:gd name="connsiteX3-33" fmla="*/ 5807 w 9326"/>
              <a:gd name="connsiteY3-34" fmla="*/ 0 h 9997"/>
              <a:gd name="connsiteX4-35" fmla="*/ 7813 w 9326"/>
              <a:gd name="connsiteY4-36" fmla="*/ 996 h 9997"/>
              <a:gd name="connsiteX5-37" fmla="*/ 9324 w 9326"/>
              <a:gd name="connsiteY5-38" fmla="*/ 5746 h 9997"/>
              <a:gd name="connsiteX6-39" fmla="*/ 8133 w 9326"/>
              <a:gd name="connsiteY6-40" fmla="*/ 9204 h 9997"/>
              <a:gd name="connsiteX7-41" fmla="*/ 6170 w 9326"/>
              <a:gd name="connsiteY7-42" fmla="*/ 8731 h 9997"/>
              <a:gd name="connsiteX8-43" fmla="*/ 5082 w 9326"/>
              <a:gd name="connsiteY8-44" fmla="*/ 9787 h 9997"/>
              <a:gd name="connsiteX9-45" fmla="*/ 3650 w 9326"/>
              <a:gd name="connsiteY9-46" fmla="*/ 9892 h 9997"/>
              <a:gd name="connsiteX10-47" fmla="*/ 2533 w 9326"/>
              <a:gd name="connsiteY10-48" fmla="*/ 7795 h 9997"/>
              <a:gd name="connsiteX11-49" fmla="*/ 1379 w 9326"/>
              <a:gd name="connsiteY11-50" fmla="*/ 7400 h 9997"/>
              <a:gd name="connsiteX12-51" fmla="*/ 4 w 9326"/>
              <a:gd name="connsiteY12-52" fmla="*/ 3988 h 9997"/>
              <a:gd name="connsiteX0-53" fmla="*/ 4 w 10001"/>
              <a:gd name="connsiteY0-54" fmla="*/ 3989 h 10041"/>
              <a:gd name="connsiteX1-55" fmla="*/ 890 w 10001"/>
              <a:gd name="connsiteY1-56" fmla="*/ 1575 h 10041"/>
              <a:gd name="connsiteX2-57" fmla="*/ 3902 w 10001"/>
              <a:gd name="connsiteY2-58" fmla="*/ 993 h 10041"/>
              <a:gd name="connsiteX3-59" fmla="*/ 6227 w 10001"/>
              <a:gd name="connsiteY3-60" fmla="*/ 0 h 10041"/>
              <a:gd name="connsiteX4-61" fmla="*/ 8378 w 10001"/>
              <a:gd name="connsiteY4-62" fmla="*/ 996 h 10041"/>
              <a:gd name="connsiteX5-63" fmla="*/ 9998 w 10001"/>
              <a:gd name="connsiteY5-64" fmla="*/ 5748 h 10041"/>
              <a:gd name="connsiteX6-65" fmla="*/ 8721 w 10001"/>
              <a:gd name="connsiteY6-66" fmla="*/ 9207 h 10041"/>
              <a:gd name="connsiteX7-67" fmla="*/ 5449 w 10001"/>
              <a:gd name="connsiteY7-68" fmla="*/ 9790 h 10041"/>
              <a:gd name="connsiteX8-69" fmla="*/ 3914 w 10001"/>
              <a:gd name="connsiteY8-70" fmla="*/ 9895 h 10041"/>
              <a:gd name="connsiteX9-71" fmla="*/ 2716 w 10001"/>
              <a:gd name="connsiteY9-72" fmla="*/ 7797 h 10041"/>
              <a:gd name="connsiteX10-73" fmla="*/ 1479 w 10001"/>
              <a:gd name="connsiteY10-74" fmla="*/ 7402 h 10041"/>
              <a:gd name="connsiteX11-75" fmla="*/ 4 w 10001"/>
              <a:gd name="connsiteY11-76" fmla="*/ 3989 h 10041"/>
              <a:gd name="connsiteX0-77" fmla="*/ 4 w 10001"/>
              <a:gd name="connsiteY0-78" fmla="*/ 3989 h 14825"/>
              <a:gd name="connsiteX1-79" fmla="*/ 890 w 10001"/>
              <a:gd name="connsiteY1-80" fmla="*/ 1575 h 14825"/>
              <a:gd name="connsiteX2-81" fmla="*/ 3902 w 10001"/>
              <a:gd name="connsiteY2-82" fmla="*/ 993 h 14825"/>
              <a:gd name="connsiteX3-83" fmla="*/ 6227 w 10001"/>
              <a:gd name="connsiteY3-84" fmla="*/ 0 h 14825"/>
              <a:gd name="connsiteX4-85" fmla="*/ 8378 w 10001"/>
              <a:gd name="connsiteY4-86" fmla="*/ 996 h 14825"/>
              <a:gd name="connsiteX5-87" fmla="*/ 9998 w 10001"/>
              <a:gd name="connsiteY5-88" fmla="*/ 5748 h 14825"/>
              <a:gd name="connsiteX6-89" fmla="*/ 8721 w 10001"/>
              <a:gd name="connsiteY6-90" fmla="*/ 9207 h 14825"/>
              <a:gd name="connsiteX7-91" fmla="*/ 6011 w 10001"/>
              <a:gd name="connsiteY7-92" fmla="*/ 14823 h 14825"/>
              <a:gd name="connsiteX8-93" fmla="*/ 3914 w 10001"/>
              <a:gd name="connsiteY8-94" fmla="*/ 9895 h 14825"/>
              <a:gd name="connsiteX9-95" fmla="*/ 2716 w 10001"/>
              <a:gd name="connsiteY9-96" fmla="*/ 7797 h 14825"/>
              <a:gd name="connsiteX10-97" fmla="*/ 1479 w 10001"/>
              <a:gd name="connsiteY10-98" fmla="*/ 7402 h 14825"/>
              <a:gd name="connsiteX11-99" fmla="*/ 4 w 10001"/>
              <a:gd name="connsiteY11-100" fmla="*/ 3989 h 14825"/>
              <a:gd name="connsiteX0-101" fmla="*/ 4 w 10001"/>
              <a:gd name="connsiteY0-102" fmla="*/ 7436 h 18272"/>
              <a:gd name="connsiteX1-103" fmla="*/ 890 w 10001"/>
              <a:gd name="connsiteY1-104" fmla="*/ 5022 h 18272"/>
              <a:gd name="connsiteX2-105" fmla="*/ 3902 w 10001"/>
              <a:gd name="connsiteY2-106" fmla="*/ 4440 h 18272"/>
              <a:gd name="connsiteX3-107" fmla="*/ 6026 w 10001"/>
              <a:gd name="connsiteY3-108" fmla="*/ 0 h 18272"/>
              <a:gd name="connsiteX4-109" fmla="*/ 8378 w 10001"/>
              <a:gd name="connsiteY4-110" fmla="*/ 4443 h 18272"/>
              <a:gd name="connsiteX5-111" fmla="*/ 9998 w 10001"/>
              <a:gd name="connsiteY5-112" fmla="*/ 9195 h 18272"/>
              <a:gd name="connsiteX6-113" fmla="*/ 8721 w 10001"/>
              <a:gd name="connsiteY6-114" fmla="*/ 12654 h 18272"/>
              <a:gd name="connsiteX7-115" fmla="*/ 6011 w 10001"/>
              <a:gd name="connsiteY7-116" fmla="*/ 18270 h 18272"/>
              <a:gd name="connsiteX8-117" fmla="*/ 3914 w 10001"/>
              <a:gd name="connsiteY8-118" fmla="*/ 13342 h 18272"/>
              <a:gd name="connsiteX9-119" fmla="*/ 2716 w 10001"/>
              <a:gd name="connsiteY9-120" fmla="*/ 11244 h 18272"/>
              <a:gd name="connsiteX10-121" fmla="*/ 1479 w 10001"/>
              <a:gd name="connsiteY10-122" fmla="*/ 10849 h 18272"/>
              <a:gd name="connsiteX11-123" fmla="*/ 4 w 10001"/>
              <a:gd name="connsiteY11-124" fmla="*/ 7436 h 18272"/>
              <a:gd name="connsiteX0-125" fmla="*/ 1 w 9998"/>
              <a:gd name="connsiteY0-126" fmla="*/ 7436 h 18272"/>
              <a:gd name="connsiteX1-127" fmla="*/ 3899 w 9998"/>
              <a:gd name="connsiteY1-128" fmla="*/ 4440 h 18272"/>
              <a:gd name="connsiteX2-129" fmla="*/ 6023 w 9998"/>
              <a:gd name="connsiteY2-130" fmla="*/ 0 h 18272"/>
              <a:gd name="connsiteX3-131" fmla="*/ 8375 w 9998"/>
              <a:gd name="connsiteY3-132" fmla="*/ 4443 h 18272"/>
              <a:gd name="connsiteX4-133" fmla="*/ 9995 w 9998"/>
              <a:gd name="connsiteY4-134" fmla="*/ 9195 h 18272"/>
              <a:gd name="connsiteX5-135" fmla="*/ 8718 w 9998"/>
              <a:gd name="connsiteY5-136" fmla="*/ 12654 h 18272"/>
              <a:gd name="connsiteX6-137" fmla="*/ 6008 w 9998"/>
              <a:gd name="connsiteY6-138" fmla="*/ 18270 h 18272"/>
              <a:gd name="connsiteX7-139" fmla="*/ 3911 w 9998"/>
              <a:gd name="connsiteY7-140" fmla="*/ 13342 h 18272"/>
              <a:gd name="connsiteX8-141" fmla="*/ 2713 w 9998"/>
              <a:gd name="connsiteY8-142" fmla="*/ 11244 h 18272"/>
              <a:gd name="connsiteX9-143" fmla="*/ 1476 w 9998"/>
              <a:gd name="connsiteY9-144" fmla="*/ 10849 h 18272"/>
              <a:gd name="connsiteX10-145" fmla="*/ 1 w 9998"/>
              <a:gd name="connsiteY10-146" fmla="*/ 7436 h 18272"/>
              <a:gd name="connsiteX0-147" fmla="*/ 35 w 8559"/>
              <a:gd name="connsiteY0-148" fmla="*/ 5938 h 10000"/>
              <a:gd name="connsiteX1-149" fmla="*/ 2459 w 8559"/>
              <a:gd name="connsiteY1-150" fmla="*/ 2430 h 10000"/>
              <a:gd name="connsiteX2-151" fmla="*/ 4583 w 8559"/>
              <a:gd name="connsiteY2-152" fmla="*/ 0 h 10000"/>
              <a:gd name="connsiteX3-153" fmla="*/ 6936 w 8559"/>
              <a:gd name="connsiteY3-154" fmla="*/ 2432 h 10000"/>
              <a:gd name="connsiteX4-155" fmla="*/ 8556 w 8559"/>
              <a:gd name="connsiteY4-156" fmla="*/ 5032 h 10000"/>
              <a:gd name="connsiteX5-157" fmla="*/ 7279 w 8559"/>
              <a:gd name="connsiteY5-158" fmla="*/ 6925 h 10000"/>
              <a:gd name="connsiteX6-159" fmla="*/ 4568 w 8559"/>
              <a:gd name="connsiteY6-160" fmla="*/ 9999 h 10000"/>
              <a:gd name="connsiteX7-161" fmla="*/ 2471 w 8559"/>
              <a:gd name="connsiteY7-162" fmla="*/ 7302 h 10000"/>
              <a:gd name="connsiteX8-163" fmla="*/ 1273 w 8559"/>
              <a:gd name="connsiteY8-164" fmla="*/ 6154 h 10000"/>
              <a:gd name="connsiteX9-165" fmla="*/ 35 w 8559"/>
              <a:gd name="connsiteY9-166" fmla="*/ 5938 h 10000"/>
              <a:gd name="connsiteX0-167" fmla="*/ 49 w 9820"/>
              <a:gd name="connsiteY0-168" fmla="*/ 4655 h 10000"/>
              <a:gd name="connsiteX1-169" fmla="*/ 2693 w 9820"/>
              <a:gd name="connsiteY1-170" fmla="*/ 2430 h 10000"/>
              <a:gd name="connsiteX2-171" fmla="*/ 5175 w 9820"/>
              <a:gd name="connsiteY2-172" fmla="*/ 0 h 10000"/>
              <a:gd name="connsiteX3-173" fmla="*/ 7924 w 9820"/>
              <a:gd name="connsiteY3-174" fmla="*/ 2432 h 10000"/>
              <a:gd name="connsiteX4-175" fmla="*/ 9816 w 9820"/>
              <a:gd name="connsiteY4-176" fmla="*/ 5032 h 10000"/>
              <a:gd name="connsiteX5-177" fmla="*/ 8324 w 9820"/>
              <a:gd name="connsiteY5-178" fmla="*/ 6925 h 10000"/>
              <a:gd name="connsiteX6-179" fmla="*/ 5157 w 9820"/>
              <a:gd name="connsiteY6-180" fmla="*/ 9999 h 10000"/>
              <a:gd name="connsiteX7-181" fmla="*/ 2707 w 9820"/>
              <a:gd name="connsiteY7-182" fmla="*/ 7302 h 10000"/>
              <a:gd name="connsiteX8-183" fmla="*/ 1307 w 9820"/>
              <a:gd name="connsiteY8-184" fmla="*/ 6154 h 10000"/>
              <a:gd name="connsiteX9-185" fmla="*/ 49 w 9820"/>
              <a:gd name="connsiteY9-186" fmla="*/ 4655 h 10000"/>
              <a:gd name="connsiteX0-187" fmla="*/ 45 w 9995"/>
              <a:gd name="connsiteY0-188" fmla="*/ 4655 h 10000"/>
              <a:gd name="connsiteX1-189" fmla="*/ 2737 w 9995"/>
              <a:gd name="connsiteY1-190" fmla="*/ 2430 h 10000"/>
              <a:gd name="connsiteX2-191" fmla="*/ 5265 w 9995"/>
              <a:gd name="connsiteY2-192" fmla="*/ 0 h 10000"/>
              <a:gd name="connsiteX3-193" fmla="*/ 8064 w 9995"/>
              <a:gd name="connsiteY3-194" fmla="*/ 2432 h 10000"/>
              <a:gd name="connsiteX4-195" fmla="*/ 9991 w 9995"/>
              <a:gd name="connsiteY4-196" fmla="*/ 5032 h 10000"/>
              <a:gd name="connsiteX5-197" fmla="*/ 8472 w 9995"/>
              <a:gd name="connsiteY5-198" fmla="*/ 6925 h 10000"/>
              <a:gd name="connsiteX6-199" fmla="*/ 5247 w 9995"/>
              <a:gd name="connsiteY6-200" fmla="*/ 9999 h 10000"/>
              <a:gd name="connsiteX7-201" fmla="*/ 2752 w 9995"/>
              <a:gd name="connsiteY7-202" fmla="*/ 7302 h 10000"/>
              <a:gd name="connsiteX8-203" fmla="*/ 1374 w 9995"/>
              <a:gd name="connsiteY8-204" fmla="*/ 6984 h 10000"/>
              <a:gd name="connsiteX9-205" fmla="*/ 45 w 9995"/>
              <a:gd name="connsiteY9-206" fmla="*/ 4655 h 10000"/>
              <a:gd name="connsiteX0-207" fmla="*/ 45 w 10000"/>
              <a:gd name="connsiteY0-208" fmla="*/ 5032 h 10377"/>
              <a:gd name="connsiteX1-209" fmla="*/ 2738 w 10000"/>
              <a:gd name="connsiteY1-210" fmla="*/ 2807 h 10377"/>
              <a:gd name="connsiteX2-211" fmla="*/ 4886 w 10000"/>
              <a:gd name="connsiteY2-212" fmla="*/ 0 h 10377"/>
              <a:gd name="connsiteX3-213" fmla="*/ 8068 w 10000"/>
              <a:gd name="connsiteY3-214" fmla="*/ 2809 h 10377"/>
              <a:gd name="connsiteX4-215" fmla="*/ 9996 w 10000"/>
              <a:gd name="connsiteY4-216" fmla="*/ 5409 h 10377"/>
              <a:gd name="connsiteX5-217" fmla="*/ 8476 w 10000"/>
              <a:gd name="connsiteY5-218" fmla="*/ 7302 h 10377"/>
              <a:gd name="connsiteX6-219" fmla="*/ 5250 w 10000"/>
              <a:gd name="connsiteY6-220" fmla="*/ 10376 h 10377"/>
              <a:gd name="connsiteX7-221" fmla="*/ 2753 w 10000"/>
              <a:gd name="connsiteY7-222" fmla="*/ 7679 h 10377"/>
              <a:gd name="connsiteX8-223" fmla="*/ 1375 w 10000"/>
              <a:gd name="connsiteY8-224" fmla="*/ 7361 h 10377"/>
              <a:gd name="connsiteX9-225" fmla="*/ 45 w 10000"/>
              <a:gd name="connsiteY9-226" fmla="*/ 5032 h 10377"/>
              <a:gd name="connsiteX0-227" fmla="*/ 45 w 10000"/>
              <a:gd name="connsiteY0-228" fmla="*/ 5036 h 10381"/>
              <a:gd name="connsiteX1-229" fmla="*/ 2738 w 10000"/>
              <a:gd name="connsiteY1-230" fmla="*/ 2811 h 10381"/>
              <a:gd name="connsiteX2-231" fmla="*/ 4886 w 10000"/>
              <a:gd name="connsiteY2-232" fmla="*/ 4 h 10381"/>
              <a:gd name="connsiteX3-233" fmla="*/ 8068 w 10000"/>
              <a:gd name="connsiteY3-234" fmla="*/ 2813 h 10381"/>
              <a:gd name="connsiteX4-235" fmla="*/ 9996 w 10000"/>
              <a:gd name="connsiteY4-236" fmla="*/ 5413 h 10381"/>
              <a:gd name="connsiteX5-237" fmla="*/ 8476 w 10000"/>
              <a:gd name="connsiteY5-238" fmla="*/ 7306 h 10381"/>
              <a:gd name="connsiteX6-239" fmla="*/ 5250 w 10000"/>
              <a:gd name="connsiteY6-240" fmla="*/ 10380 h 10381"/>
              <a:gd name="connsiteX7-241" fmla="*/ 2753 w 10000"/>
              <a:gd name="connsiteY7-242" fmla="*/ 7683 h 10381"/>
              <a:gd name="connsiteX8-243" fmla="*/ 1375 w 10000"/>
              <a:gd name="connsiteY8-244" fmla="*/ 7365 h 10381"/>
              <a:gd name="connsiteX9-245" fmla="*/ 45 w 10000"/>
              <a:gd name="connsiteY9-246" fmla="*/ 5036 h 10381"/>
              <a:gd name="connsiteX0-247" fmla="*/ 45 w 10000"/>
              <a:gd name="connsiteY0-248" fmla="*/ 5036 h 10796"/>
              <a:gd name="connsiteX1-249" fmla="*/ 2738 w 10000"/>
              <a:gd name="connsiteY1-250" fmla="*/ 2811 h 10796"/>
              <a:gd name="connsiteX2-251" fmla="*/ 4886 w 10000"/>
              <a:gd name="connsiteY2-252" fmla="*/ 4 h 10796"/>
              <a:gd name="connsiteX3-253" fmla="*/ 8068 w 10000"/>
              <a:gd name="connsiteY3-254" fmla="*/ 2813 h 10796"/>
              <a:gd name="connsiteX4-255" fmla="*/ 9996 w 10000"/>
              <a:gd name="connsiteY4-256" fmla="*/ 5413 h 10796"/>
              <a:gd name="connsiteX5-257" fmla="*/ 8476 w 10000"/>
              <a:gd name="connsiteY5-258" fmla="*/ 7306 h 10796"/>
              <a:gd name="connsiteX6-259" fmla="*/ 5202 w 10000"/>
              <a:gd name="connsiteY6-260" fmla="*/ 10795 h 10796"/>
              <a:gd name="connsiteX7-261" fmla="*/ 2753 w 10000"/>
              <a:gd name="connsiteY7-262" fmla="*/ 7683 h 10796"/>
              <a:gd name="connsiteX8-263" fmla="*/ 1375 w 10000"/>
              <a:gd name="connsiteY8-264" fmla="*/ 7365 h 10796"/>
              <a:gd name="connsiteX9-265" fmla="*/ 45 w 10000"/>
              <a:gd name="connsiteY9-266" fmla="*/ 5036 h 10796"/>
              <a:gd name="connsiteX0-267" fmla="*/ 45 w 10000"/>
              <a:gd name="connsiteY0-268" fmla="*/ 5036 h 10795"/>
              <a:gd name="connsiteX1-269" fmla="*/ 2738 w 10000"/>
              <a:gd name="connsiteY1-270" fmla="*/ 2811 h 10795"/>
              <a:gd name="connsiteX2-271" fmla="*/ 4886 w 10000"/>
              <a:gd name="connsiteY2-272" fmla="*/ 4 h 10795"/>
              <a:gd name="connsiteX3-273" fmla="*/ 8068 w 10000"/>
              <a:gd name="connsiteY3-274" fmla="*/ 2813 h 10795"/>
              <a:gd name="connsiteX4-275" fmla="*/ 9996 w 10000"/>
              <a:gd name="connsiteY4-276" fmla="*/ 5413 h 10795"/>
              <a:gd name="connsiteX5-277" fmla="*/ 8476 w 10000"/>
              <a:gd name="connsiteY5-278" fmla="*/ 7306 h 10795"/>
              <a:gd name="connsiteX6-279" fmla="*/ 5202 w 10000"/>
              <a:gd name="connsiteY6-280" fmla="*/ 10795 h 10795"/>
              <a:gd name="connsiteX7-281" fmla="*/ 2753 w 10000"/>
              <a:gd name="connsiteY7-282" fmla="*/ 7683 h 10795"/>
              <a:gd name="connsiteX8-283" fmla="*/ 1375 w 10000"/>
              <a:gd name="connsiteY8-284" fmla="*/ 7365 h 10795"/>
              <a:gd name="connsiteX9-285" fmla="*/ 45 w 10000"/>
              <a:gd name="connsiteY9-286" fmla="*/ 5036 h 10795"/>
              <a:gd name="connsiteX0-287" fmla="*/ 45 w 10000"/>
              <a:gd name="connsiteY0-288" fmla="*/ 5036 h 10795"/>
              <a:gd name="connsiteX1-289" fmla="*/ 2738 w 10000"/>
              <a:gd name="connsiteY1-290" fmla="*/ 2811 h 10795"/>
              <a:gd name="connsiteX2-291" fmla="*/ 4886 w 10000"/>
              <a:gd name="connsiteY2-292" fmla="*/ 4 h 10795"/>
              <a:gd name="connsiteX3-293" fmla="*/ 8068 w 10000"/>
              <a:gd name="connsiteY3-294" fmla="*/ 2813 h 10795"/>
              <a:gd name="connsiteX4-295" fmla="*/ 9996 w 10000"/>
              <a:gd name="connsiteY4-296" fmla="*/ 5413 h 10795"/>
              <a:gd name="connsiteX5-297" fmla="*/ 8476 w 10000"/>
              <a:gd name="connsiteY5-298" fmla="*/ 7306 h 10795"/>
              <a:gd name="connsiteX6-299" fmla="*/ 5202 w 10000"/>
              <a:gd name="connsiteY6-300" fmla="*/ 10795 h 10795"/>
              <a:gd name="connsiteX7-301" fmla="*/ 2753 w 10000"/>
              <a:gd name="connsiteY7-302" fmla="*/ 7683 h 10795"/>
              <a:gd name="connsiteX8-303" fmla="*/ 1375 w 10000"/>
              <a:gd name="connsiteY8-304" fmla="*/ 7365 h 10795"/>
              <a:gd name="connsiteX9-305" fmla="*/ 45 w 10000"/>
              <a:gd name="connsiteY9-306" fmla="*/ 5036 h 1079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</p:spPr>
        <p:txBody>
          <a:bodyPr wrap="none" anchor="ctr"/>
          <a:lstStyle/>
          <a:p>
            <a:endParaRPr lang="en-US"/>
          </a:p>
        </p:txBody>
      </p:sp>
      <p:grpSp>
        <p:nvGrpSpPr>
          <p:cNvPr id="513" name="Group 133"/>
          <p:cNvGrpSpPr/>
          <p:nvPr/>
        </p:nvGrpSpPr>
        <p:grpSpPr>
          <a:xfrm>
            <a:off x="5625323" y="1705012"/>
            <a:ext cx="2215548" cy="1435167"/>
            <a:chOff x="833331" y="2873352"/>
            <a:chExt cx="2333625" cy="1590649"/>
          </a:xfrm>
        </p:grpSpPr>
        <p:grpSp>
          <p:nvGrpSpPr>
            <p:cNvPr id="514" name="Group 134"/>
            <p:cNvGrpSpPr/>
            <p:nvPr/>
          </p:nvGrpSpPr>
          <p:grpSpPr>
            <a:xfrm>
              <a:off x="1736090" y="2873352"/>
              <a:ext cx="565150" cy="369332"/>
              <a:chOff x="1736090" y="2873352"/>
              <a:chExt cx="565150" cy="369332"/>
            </a:xfrm>
          </p:grpSpPr>
          <p:grpSp>
            <p:nvGrpSpPr>
              <p:cNvPr id="561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565" name="Oval 187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66" name="Rectangle 188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67" name="Oval 189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68" name="Freeform 190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69" name="Freeform 191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70" name="Freeform 192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71" name="Freeform 193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72" name="Straight Connector 194"/>
                <p:cNvCxnSpPr>
                  <a:endCxn id="567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3" name="Straight Connector 195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62" name="Group 184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563" name="Oval 185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4" name="TextBox 186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3b</a:t>
                  </a:r>
                </a:p>
              </p:txBody>
            </p:sp>
          </p:grpSp>
        </p:grpSp>
        <p:grpSp>
          <p:nvGrpSpPr>
            <p:cNvPr id="515" name="Group 135"/>
            <p:cNvGrpSpPr/>
            <p:nvPr/>
          </p:nvGrpSpPr>
          <p:grpSpPr>
            <a:xfrm>
              <a:off x="1740320" y="4094669"/>
              <a:ext cx="565150" cy="369332"/>
              <a:chOff x="1736090" y="2873352"/>
              <a:chExt cx="565150" cy="369332"/>
            </a:xfrm>
          </p:grpSpPr>
          <p:grpSp>
            <p:nvGrpSpPr>
              <p:cNvPr id="548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552" name="Oval 174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53" name="Rectangle 175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54" name="Oval 176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55" name="Freeform 177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56" name="Freeform 178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57" name="Freeform 179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58" name="Freeform 180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59" name="Straight Connector 181"/>
                <p:cNvCxnSpPr>
                  <a:endCxn id="55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0" name="Straight Connector 182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49" name="Group 171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550" name="Oval 172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TextBox 173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3d</a:t>
                  </a:r>
                </a:p>
              </p:txBody>
            </p:sp>
          </p:grpSp>
        </p:grpSp>
        <p:grpSp>
          <p:nvGrpSpPr>
            <p:cNvPr id="516" name="Group 136"/>
            <p:cNvGrpSpPr/>
            <p:nvPr/>
          </p:nvGrpSpPr>
          <p:grpSpPr>
            <a:xfrm>
              <a:off x="2601806" y="3485072"/>
              <a:ext cx="565150" cy="369332"/>
              <a:chOff x="1736090" y="2873352"/>
              <a:chExt cx="565150" cy="369332"/>
            </a:xfrm>
          </p:grpSpPr>
          <p:grpSp>
            <p:nvGrpSpPr>
              <p:cNvPr id="535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539" name="Oval 161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40" name="Rectangle 162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41" name="Oval 163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42" name="Freeform 164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43" name="Freeform 165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44" name="Freeform 166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45" name="Freeform 167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46" name="Straight Connector 168"/>
                <p:cNvCxnSpPr>
                  <a:endCxn id="54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7" name="Straight Connector 169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36" name="Group 158"/>
              <p:cNvGrpSpPr/>
              <p:nvPr/>
            </p:nvGrpSpPr>
            <p:grpSpPr>
              <a:xfrm>
                <a:off x="1770362" y="2873352"/>
                <a:ext cx="428460" cy="369332"/>
                <a:chOff x="667045" y="1708643"/>
                <a:chExt cx="428460" cy="369332"/>
              </a:xfrm>
            </p:grpSpPr>
            <p:sp>
              <p:nvSpPr>
                <p:cNvPr id="537" name="Oval 159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8" name="TextBox 160"/>
                <p:cNvSpPr txBox="1"/>
                <p:nvPr/>
              </p:nvSpPr>
              <p:spPr>
                <a:xfrm>
                  <a:off x="667045" y="1708643"/>
                  <a:ext cx="428460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3c</a:t>
                  </a:r>
                </a:p>
              </p:txBody>
            </p:sp>
          </p:grpSp>
        </p:grpSp>
        <p:grpSp>
          <p:nvGrpSpPr>
            <p:cNvPr id="517" name="Group 137"/>
            <p:cNvGrpSpPr/>
            <p:nvPr/>
          </p:nvGrpSpPr>
          <p:grpSpPr>
            <a:xfrm>
              <a:off x="833331" y="3478719"/>
              <a:ext cx="565150" cy="369332"/>
              <a:chOff x="1736090" y="2873352"/>
              <a:chExt cx="565150" cy="369332"/>
            </a:xfrm>
          </p:grpSpPr>
          <p:grpSp>
            <p:nvGrpSpPr>
              <p:cNvPr id="522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526" name="Oval 148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27" name="Rectangle 149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28" name="Oval 150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29" name="Freeform 151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30" name="Freeform 152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31" name="Freeform 153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32" name="Freeform 154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33" name="Straight Connector 155"/>
                <p:cNvCxnSpPr>
                  <a:endCxn id="52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34" name="Straight Connector 156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23" name="Group 145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524" name="Oval 146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TextBox 147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3a</a:t>
                  </a:r>
                </a:p>
              </p:txBody>
            </p:sp>
          </p:grpSp>
        </p:grpSp>
        <p:cxnSp>
          <p:nvCxnSpPr>
            <p:cNvPr id="518" name="Straight Connector 139"/>
            <p:cNvCxnSpPr/>
            <p:nvPr/>
          </p:nvCxnSpPr>
          <p:spPr bwMode="auto">
            <a:xfrm>
              <a:off x="1407477" y="3648621"/>
              <a:ext cx="1204913" cy="6353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19" name="Straight Connector 140"/>
            <p:cNvCxnSpPr>
              <a:stCxn id="565" idx="7"/>
            </p:cNvCxnSpPr>
            <p:nvPr/>
          </p:nvCxnSpPr>
          <p:spPr bwMode="auto">
            <a:xfrm>
              <a:off x="2218708" y="3154477"/>
              <a:ext cx="480042" cy="369773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20" name="Straight Connector 141"/>
            <p:cNvCxnSpPr/>
            <p:nvPr/>
          </p:nvCxnSpPr>
          <p:spPr bwMode="auto">
            <a:xfrm>
              <a:off x="1300073" y="3786304"/>
              <a:ext cx="477927" cy="357071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21" name="Straight Connector 143"/>
            <p:cNvCxnSpPr/>
            <p:nvPr/>
          </p:nvCxnSpPr>
          <p:spPr bwMode="auto">
            <a:xfrm flipH="1">
              <a:off x="1287553" y="3166946"/>
              <a:ext cx="508002" cy="349250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cxnSp>
        <p:nvCxnSpPr>
          <p:cNvPr id="574" name="Straight Connector 127"/>
          <p:cNvCxnSpPr/>
          <p:nvPr/>
        </p:nvCxnSpPr>
        <p:spPr bwMode="auto">
          <a:xfrm flipH="1" flipV="1">
            <a:off x="2940853" y="2598516"/>
            <a:ext cx="542552" cy="781201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75" name="Straight Connector 128"/>
          <p:cNvCxnSpPr/>
          <p:nvPr/>
        </p:nvCxnSpPr>
        <p:spPr bwMode="auto">
          <a:xfrm flipV="1">
            <a:off x="5417334" y="2539634"/>
            <a:ext cx="337735" cy="823128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76" name="TextBox 129"/>
          <p:cNvSpPr txBox="1"/>
          <p:nvPr/>
        </p:nvSpPr>
        <p:spPr>
          <a:xfrm>
            <a:off x="3387437" y="2696838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90"/>
                </a:solidFill>
              </a:rPr>
              <a:t>AS2</a:t>
            </a:r>
          </a:p>
        </p:txBody>
      </p:sp>
      <p:sp>
        <p:nvSpPr>
          <p:cNvPr id="577" name="TextBox 130"/>
          <p:cNvSpPr txBox="1"/>
          <p:nvPr/>
        </p:nvSpPr>
        <p:spPr>
          <a:xfrm>
            <a:off x="5438096" y="1610136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90"/>
                </a:solidFill>
              </a:rPr>
              <a:t>AS3</a:t>
            </a:r>
          </a:p>
        </p:txBody>
      </p:sp>
      <p:sp>
        <p:nvSpPr>
          <p:cNvPr id="578" name="TextBox 131"/>
          <p:cNvSpPr txBox="1"/>
          <p:nvPr/>
        </p:nvSpPr>
        <p:spPr>
          <a:xfrm>
            <a:off x="601318" y="1820812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90"/>
                </a:solidFill>
              </a:rPr>
              <a:t>AS1</a:t>
            </a:r>
          </a:p>
        </p:txBody>
      </p:sp>
      <p:grpSp>
        <p:nvGrpSpPr>
          <p:cNvPr id="579" name="Group 10"/>
          <p:cNvGrpSpPr/>
          <p:nvPr/>
        </p:nvGrpSpPr>
        <p:grpSpPr>
          <a:xfrm>
            <a:off x="6964973" y="2671743"/>
            <a:ext cx="1701734" cy="616172"/>
            <a:chOff x="7073692" y="5469792"/>
            <a:chExt cx="1701734" cy="616172"/>
          </a:xfrm>
        </p:grpSpPr>
        <p:grpSp>
          <p:nvGrpSpPr>
            <p:cNvPr id="580" name="Group 9"/>
            <p:cNvGrpSpPr/>
            <p:nvPr/>
          </p:nvGrpSpPr>
          <p:grpSpPr>
            <a:xfrm>
              <a:off x="7073692" y="5469792"/>
              <a:ext cx="1701734" cy="616172"/>
              <a:chOff x="6946249" y="5096269"/>
              <a:chExt cx="1701734" cy="616172"/>
            </a:xfrm>
          </p:grpSpPr>
          <p:sp>
            <p:nvSpPr>
              <p:cNvPr id="582" name="Freeform 2"/>
              <p:cNvSpPr/>
              <p:nvPr/>
            </p:nvSpPr>
            <p:spPr bwMode="auto">
              <a:xfrm>
                <a:off x="6946249" y="5096269"/>
                <a:ext cx="1701734" cy="61617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-1" fmla="*/ 4 w 8600"/>
                  <a:gd name="connsiteY0-2" fmla="*/ 4042 h 10128"/>
                  <a:gd name="connsiteX1-3" fmla="*/ 715 w 8600"/>
                  <a:gd name="connsiteY1-4" fmla="*/ 1598 h 10128"/>
                  <a:gd name="connsiteX2-5" fmla="*/ 3130 w 8600"/>
                  <a:gd name="connsiteY2-6" fmla="*/ 1009 h 10128"/>
                  <a:gd name="connsiteX3-7" fmla="*/ 4995 w 8600"/>
                  <a:gd name="connsiteY3-8" fmla="*/ 3 h 10128"/>
                  <a:gd name="connsiteX4-9" fmla="*/ 6720 w 8600"/>
                  <a:gd name="connsiteY4-10" fmla="*/ 1012 h 10128"/>
                  <a:gd name="connsiteX5-11" fmla="*/ 8599 w 8600"/>
                  <a:gd name="connsiteY5-12" fmla="*/ 6800 h 10128"/>
                  <a:gd name="connsiteX6-13" fmla="*/ 6995 w 8600"/>
                  <a:gd name="connsiteY6-14" fmla="*/ 9325 h 10128"/>
                  <a:gd name="connsiteX7-15" fmla="*/ 5307 w 8600"/>
                  <a:gd name="connsiteY7-16" fmla="*/ 8846 h 10128"/>
                  <a:gd name="connsiteX8-17" fmla="*/ 4371 w 8600"/>
                  <a:gd name="connsiteY8-18" fmla="*/ 9915 h 10128"/>
                  <a:gd name="connsiteX9-19" fmla="*/ 3140 w 8600"/>
                  <a:gd name="connsiteY9-20" fmla="*/ 10022 h 10128"/>
                  <a:gd name="connsiteX10-21" fmla="*/ 2179 w 8600"/>
                  <a:gd name="connsiteY10-22" fmla="*/ 7898 h 10128"/>
                  <a:gd name="connsiteX11-23" fmla="*/ 1187 w 8600"/>
                  <a:gd name="connsiteY11-24" fmla="*/ 7498 h 10128"/>
                  <a:gd name="connsiteX12-25" fmla="*/ 4 w 8600"/>
                  <a:gd name="connsiteY12-26" fmla="*/ 4042 h 10128"/>
                  <a:gd name="connsiteX0-27" fmla="*/ 4 w 9326"/>
                  <a:gd name="connsiteY0-28" fmla="*/ 3988 h 9997"/>
                  <a:gd name="connsiteX1-29" fmla="*/ 830 w 9326"/>
                  <a:gd name="connsiteY1-30" fmla="*/ 1575 h 9997"/>
                  <a:gd name="connsiteX2-31" fmla="*/ 3639 w 9326"/>
                  <a:gd name="connsiteY2-32" fmla="*/ 993 h 9997"/>
                  <a:gd name="connsiteX3-33" fmla="*/ 5807 w 9326"/>
                  <a:gd name="connsiteY3-34" fmla="*/ 0 h 9997"/>
                  <a:gd name="connsiteX4-35" fmla="*/ 7813 w 9326"/>
                  <a:gd name="connsiteY4-36" fmla="*/ 996 h 9997"/>
                  <a:gd name="connsiteX5-37" fmla="*/ 9324 w 9326"/>
                  <a:gd name="connsiteY5-38" fmla="*/ 5746 h 9997"/>
                  <a:gd name="connsiteX6-39" fmla="*/ 8133 w 9326"/>
                  <a:gd name="connsiteY6-40" fmla="*/ 9204 h 9997"/>
                  <a:gd name="connsiteX7-41" fmla="*/ 6170 w 9326"/>
                  <a:gd name="connsiteY7-42" fmla="*/ 8731 h 9997"/>
                  <a:gd name="connsiteX8-43" fmla="*/ 5082 w 9326"/>
                  <a:gd name="connsiteY8-44" fmla="*/ 9787 h 9997"/>
                  <a:gd name="connsiteX9-45" fmla="*/ 3650 w 9326"/>
                  <a:gd name="connsiteY9-46" fmla="*/ 9892 h 9997"/>
                  <a:gd name="connsiteX10-47" fmla="*/ 2533 w 9326"/>
                  <a:gd name="connsiteY10-48" fmla="*/ 7795 h 9997"/>
                  <a:gd name="connsiteX11-49" fmla="*/ 1379 w 9326"/>
                  <a:gd name="connsiteY11-50" fmla="*/ 7400 h 9997"/>
                  <a:gd name="connsiteX12-51" fmla="*/ 4 w 9326"/>
                  <a:gd name="connsiteY12-52" fmla="*/ 3988 h 9997"/>
                  <a:gd name="connsiteX0-53" fmla="*/ 4 w 10001"/>
                  <a:gd name="connsiteY0-54" fmla="*/ 3989 h 10041"/>
                  <a:gd name="connsiteX1-55" fmla="*/ 890 w 10001"/>
                  <a:gd name="connsiteY1-56" fmla="*/ 1575 h 10041"/>
                  <a:gd name="connsiteX2-57" fmla="*/ 3902 w 10001"/>
                  <a:gd name="connsiteY2-58" fmla="*/ 993 h 10041"/>
                  <a:gd name="connsiteX3-59" fmla="*/ 6227 w 10001"/>
                  <a:gd name="connsiteY3-60" fmla="*/ 0 h 10041"/>
                  <a:gd name="connsiteX4-61" fmla="*/ 8378 w 10001"/>
                  <a:gd name="connsiteY4-62" fmla="*/ 996 h 10041"/>
                  <a:gd name="connsiteX5-63" fmla="*/ 9998 w 10001"/>
                  <a:gd name="connsiteY5-64" fmla="*/ 5748 h 10041"/>
                  <a:gd name="connsiteX6-65" fmla="*/ 8721 w 10001"/>
                  <a:gd name="connsiteY6-66" fmla="*/ 9207 h 10041"/>
                  <a:gd name="connsiteX7-67" fmla="*/ 5449 w 10001"/>
                  <a:gd name="connsiteY7-68" fmla="*/ 9790 h 10041"/>
                  <a:gd name="connsiteX8-69" fmla="*/ 3914 w 10001"/>
                  <a:gd name="connsiteY8-70" fmla="*/ 9895 h 10041"/>
                  <a:gd name="connsiteX9-71" fmla="*/ 2716 w 10001"/>
                  <a:gd name="connsiteY9-72" fmla="*/ 7797 h 10041"/>
                  <a:gd name="connsiteX10-73" fmla="*/ 1479 w 10001"/>
                  <a:gd name="connsiteY10-74" fmla="*/ 7402 h 10041"/>
                  <a:gd name="connsiteX11-75" fmla="*/ 4 w 10001"/>
                  <a:gd name="connsiteY11-76" fmla="*/ 3989 h 10041"/>
                  <a:gd name="connsiteX0-77" fmla="*/ 4 w 10001"/>
                  <a:gd name="connsiteY0-78" fmla="*/ 3989 h 14825"/>
                  <a:gd name="connsiteX1-79" fmla="*/ 890 w 10001"/>
                  <a:gd name="connsiteY1-80" fmla="*/ 1575 h 14825"/>
                  <a:gd name="connsiteX2-81" fmla="*/ 3902 w 10001"/>
                  <a:gd name="connsiteY2-82" fmla="*/ 993 h 14825"/>
                  <a:gd name="connsiteX3-83" fmla="*/ 6227 w 10001"/>
                  <a:gd name="connsiteY3-84" fmla="*/ 0 h 14825"/>
                  <a:gd name="connsiteX4-85" fmla="*/ 8378 w 10001"/>
                  <a:gd name="connsiteY4-86" fmla="*/ 996 h 14825"/>
                  <a:gd name="connsiteX5-87" fmla="*/ 9998 w 10001"/>
                  <a:gd name="connsiteY5-88" fmla="*/ 5748 h 14825"/>
                  <a:gd name="connsiteX6-89" fmla="*/ 8721 w 10001"/>
                  <a:gd name="connsiteY6-90" fmla="*/ 9207 h 14825"/>
                  <a:gd name="connsiteX7-91" fmla="*/ 6011 w 10001"/>
                  <a:gd name="connsiteY7-92" fmla="*/ 14823 h 14825"/>
                  <a:gd name="connsiteX8-93" fmla="*/ 3914 w 10001"/>
                  <a:gd name="connsiteY8-94" fmla="*/ 9895 h 14825"/>
                  <a:gd name="connsiteX9-95" fmla="*/ 2716 w 10001"/>
                  <a:gd name="connsiteY9-96" fmla="*/ 7797 h 14825"/>
                  <a:gd name="connsiteX10-97" fmla="*/ 1479 w 10001"/>
                  <a:gd name="connsiteY10-98" fmla="*/ 7402 h 14825"/>
                  <a:gd name="connsiteX11-99" fmla="*/ 4 w 10001"/>
                  <a:gd name="connsiteY11-100" fmla="*/ 3989 h 14825"/>
                  <a:gd name="connsiteX0-101" fmla="*/ 4 w 10001"/>
                  <a:gd name="connsiteY0-102" fmla="*/ 7436 h 18272"/>
                  <a:gd name="connsiteX1-103" fmla="*/ 890 w 10001"/>
                  <a:gd name="connsiteY1-104" fmla="*/ 5022 h 18272"/>
                  <a:gd name="connsiteX2-105" fmla="*/ 3902 w 10001"/>
                  <a:gd name="connsiteY2-106" fmla="*/ 4440 h 18272"/>
                  <a:gd name="connsiteX3-107" fmla="*/ 6026 w 10001"/>
                  <a:gd name="connsiteY3-108" fmla="*/ 0 h 18272"/>
                  <a:gd name="connsiteX4-109" fmla="*/ 8378 w 10001"/>
                  <a:gd name="connsiteY4-110" fmla="*/ 4443 h 18272"/>
                  <a:gd name="connsiteX5-111" fmla="*/ 9998 w 10001"/>
                  <a:gd name="connsiteY5-112" fmla="*/ 9195 h 18272"/>
                  <a:gd name="connsiteX6-113" fmla="*/ 8721 w 10001"/>
                  <a:gd name="connsiteY6-114" fmla="*/ 12654 h 18272"/>
                  <a:gd name="connsiteX7-115" fmla="*/ 6011 w 10001"/>
                  <a:gd name="connsiteY7-116" fmla="*/ 18270 h 18272"/>
                  <a:gd name="connsiteX8-117" fmla="*/ 3914 w 10001"/>
                  <a:gd name="connsiteY8-118" fmla="*/ 13342 h 18272"/>
                  <a:gd name="connsiteX9-119" fmla="*/ 2716 w 10001"/>
                  <a:gd name="connsiteY9-120" fmla="*/ 11244 h 18272"/>
                  <a:gd name="connsiteX10-121" fmla="*/ 1479 w 10001"/>
                  <a:gd name="connsiteY10-122" fmla="*/ 10849 h 18272"/>
                  <a:gd name="connsiteX11-123" fmla="*/ 4 w 10001"/>
                  <a:gd name="connsiteY11-124" fmla="*/ 7436 h 18272"/>
                  <a:gd name="connsiteX0-125" fmla="*/ 1 w 9998"/>
                  <a:gd name="connsiteY0-126" fmla="*/ 7436 h 18272"/>
                  <a:gd name="connsiteX1-127" fmla="*/ 3899 w 9998"/>
                  <a:gd name="connsiteY1-128" fmla="*/ 4440 h 18272"/>
                  <a:gd name="connsiteX2-129" fmla="*/ 6023 w 9998"/>
                  <a:gd name="connsiteY2-130" fmla="*/ 0 h 18272"/>
                  <a:gd name="connsiteX3-131" fmla="*/ 8375 w 9998"/>
                  <a:gd name="connsiteY3-132" fmla="*/ 4443 h 18272"/>
                  <a:gd name="connsiteX4-133" fmla="*/ 9995 w 9998"/>
                  <a:gd name="connsiteY4-134" fmla="*/ 9195 h 18272"/>
                  <a:gd name="connsiteX5-135" fmla="*/ 8718 w 9998"/>
                  <a:gd name="connsiteY5-136" fmla="*/ 12654 h 18272"/>
                  <a:gd name="connsiteX6-137" fmla="*/ 6008 w 9998"/>
                  <a:gd name="connsiteY6-138" fmla="*/ 18270 h 18272"/>
                  <a:gd name="connsiteX7-139" fmla="*/ 3911 w 9998"/>
                  <a:gd name="connsiteY7-140" fmla="*/ 13342 h 18272"/>
                  <a:gd name="connsiteX8-141" fmla="*/ 2713 w 9998"/>
                  <a:gd name="connsiteY8-142" fmla="*/ 11244 h 18272"/>
                  <a:gd name="connsiteX9-143" fmla="*/ 1476 w 9998"/>
                  <a:gd name="connsiteY9-144" fmla="*/ 10849 h 18272"/>
                  <a:gd name="connsiteX10-145" fmla="*/ 1 w 9998"/>
                  <a:gd name="connsiteY10-146" fmla="*/ 7436 h 18272"/>
                  <a:gd name="connsiteX0-147" fmla="*/ 35 w 8559"/>
                  <a:gd name="connsiteY0-148" fmla="*/ 5938 h 10000"/>
                  <a:gd name="connsiteX1-149" fmla="*/ 2459 w 8559"/>
                  <a:gd name="connsiteY1-150" fmla="*/ 2430 h 10000"/>
                  <a:gd name="connsiteX2-151" fmla="*/ 4583 w 8559"/>
                  <a:gd name="connsiteY2-152" fmla="*/ 0 h 10000"/>
                  <a:gd name="connsiteX3-153" fmla="*/ 6936 w 8559"/>
                  <a:gd name="connsiteY3-154" fmla="*/ 2432 h 10000"/>
                  <a:gd name="connsiteX4-155" fmla="*/ 8556 w 8559"/>
                  <a:gd name="connsiteY4-156" fmla="*/ 5032 h 10000"/>
                  <a:gd name="connsiteX5-157" fmla="*/ 7279 w 8559"/>
                  <a:gd name="connsiteY5-158" fmla="*/ 6925 h 10000"/>
                  <a:gd name="connsiteX6-159" fmla="*/ 4568 w 8559"/>
                  <a:gd name="connsiteY6-160" fmla="*/ 9999 h 10000"/>
                  <a:gd name="connsiteX7-161" fmla="*/ 2471 w 8559"/>
                  <a:gd name="connsiteY7-162" fmla="*/ 7302 h 10000"/>
                  <a:gd name="connsiteX8-163" fmla="*/ 1273 w 8559"/>
                  <a:gd name="connsiteY8-164" fmla="*/ 6154 h 10000"/>
                  <a:gd name="connsiteX9-165" fmla="*/ 35 w 8559"/>
                  <a:gd name="connsiteY9-166" fmla="*/ 5938 h 10000"/>
                  <a:gd name="connsiteX0-167" fmla="*/ 49 w 9820"/>
                  <a:gd name="connsiteY0-168" fmla="*/ 4655 h 10000"/>
                  <a:gd name="connsiteX1-169" fmla="*/ 2693 w 9820"/>
                  <a:gd name="connsiteY1-170" fmla="*/ 2430 h 10000"/>
                  <a:gd name="connsiteX2-171" fmla="*/ 5175 w 9820"/>
                  <a:gd name="connsiteY2-172" fmla="*/ 0 h 10000"/>
                  <a:gd name="connsiteX3-173" fmla="*/ 7924 w 9820"/>
                  <a:gd name="connsiteY3-174" fmla="*/ 2432 h 10000"/>
                  <a:gd name="connsiteX4-175" fmla="*/ 9816 w 9820"/>
                  <a:gd name="connsiteY4-176" fmla="*/ 5032 h 10000"/>
                  <a:gd name="connsiteX5-177" fmla="*/ 8324 w 9820"/>
                  <a:gd name="connsiteY5-178" fmla="*/ 6925 h 10000"/>
                  <a:gd name="connsiteX6-179" fmla="*/ 5157 w 9820"/>
                  <a:gd name="connsiteY6-180" fmla="*/ 9999 h 10000"/>
                  <a:gd name="connsiteX7-181" fmla="*/ 2707 w 9820"/>
                  <a:gd name="connsiteY7-182" fmla="*/ 7302 h 10000"/>
                  <a:gd name="connsiteX8-183" fmla="*/ 1307 w 9820"/>
                  <a:gd name="connsiteY8-184" fmla="*/ 6154 h 10000"/>
                  <a:gd name="connsiteX9-185" fmla="*/ 49 w 9820"/>
                  <a:gd name="connsiteY9-186" fmla="*/ 4655 h 10000"/>
                  <a:gd name="connsiteX0-187" fmla="*/ 45 w 9995"/>
                  <a:gd name="connsiteY0-188" fmla="*/ 4655 h 10000"/>
                  <a:gd name="connsiteX1-189" fmla="*/ 2737 w 9995"/>
                  <a:gd name="connsiteY1-190" fmla="*/ 2430 h 10000"/>
                  <a:gd name="connsiteX2-191" fmla="*/ 5265 w 9995"/>
                  <a:gd name="connsiteY2-192" fmla="*/ 0 h 10000"/>
                  <a:gd name="connsiteX3-193" fmla="*/ 8064 w 9995"/>
                  <a:gd name="connsiteY3-194" fmla="*/ 2432 h 10000"/>
                  <a:gd name="connsiteX4-195" fmla="*/ 9991 w 9995"/>
                  <a:gd name="connsiteY4-196" fmla="*/ 5032 h 10000"/>
                  <a:gd name="connsiteX5-197" fmla="*/ 8472 w 9995"/>
                  <a:gd name="connsiteY5-198" fmla="*/ 6925 h 10000"/>
                  <a:gd name="connsiteX6-199" fmla="*/ 5247 w 9995"/>
                  <a:gd name="connsiteY6-200" fmla="*/ 9999 h 10000"/>
                  <a:gd name="connsiteX7-201" fmla="*/ 2752 w 9995"/>
                  <a:gd name="connsiteY7-202" fmla="*/ 7302 h 10000"/>
                  <a:gd name="connsiteX8-203" fmla="*/ 1374 w 9995"/>
                  <a:gd name="connsiteY8-204" fmla="*/ 6984 h 10000"/>
                  <a:gd name="connsiteX9-205" fmla="*/ 45 w 9995"/>
                  <a:gd name="connsiteY9-206" fmla="*/ 4655 h 10000"/>
                  <a:gd name="connsiteX0-207" fmla="*/ 45 w 10000"/>
                  <a:gd name="connsiteY0-208" fmla="*/ 5032 h 10377"/>
                  <a:gd name="connsiteX1-209" fmla="*/ 2738 w 10000"/>
                  <a:gd name="connsiteY1-210" fmla="*/ 2807 h 10377"/>
                  <a:gd name="connsiteX2-211" fmla="*/ 4886 w 10000"/>
                  <a:gd name="connsiteY2-212" fmla="*/ 0 h 10377"/>
                  <a:gd name="connsiteX3-213" fmla="*/ 8068 w 10000"/>
                  <a:gd name="connsiteY3-214" fmla="*/ 2809 h 10377"/>
                  <a:gd name="connsiteX4-215" fmla="*/ 9996 w 10000"/>
                  <a:gd name="connsiteY4-216" fmla="*/ 5409 h 10377"/>
                  <a:gd name="connsiteX5-217" fmla="*/ 8476 w 10000"/>
                  <a:gd name="connsiteY5-218" fmla="*/ 7302 h 10377"/>
                  <a:gd name="connsiteX6-219" fmla="*/ 5250 w 10000"/>
                  <a:gd name="connsiteY6-220" fmla="*/ 10376 h 10377"/>
                  <a:gd name="connsiteX7-221" fmla="*/ 2753 w 10000"/>
                  <a:gd name="connsiteY7-222" fmla="*/ 7679 h 10377"/>
                  <a:gd name="connsiteX8-223" fmla="*/ 1375 w 10000"/>
                  <a:gd name="connsiteY8-224" fmla="*/ 7361 h 10377"/>
                  <a:gd name="connsiteX9-225" fmla="*/ 45 w 10000"/>
                  <a:gd name="connsiteY9-226" fmla="*/ 5032 h 10377"/>
                  <a:gd name="connsiteX0-227" fmla="*/ 45 w 10000"/>
                  <a:gd name="connsiteY0-228" fmla="*/ 5036 h 10381"/>
                  <a:gd name="connsiteX1-229" fmla="*/ 2738 w 10000"/>
                  <a:gd name="connsiteY1-230" fmla="*/ 2811 h 10381"/>
                  <a:gd name="connsiteX2-231" fmla="*/ 4886 w 10000"/>
                  <a:gd name="connsiteY2-232" fmla="*/ 4 h 10381"/>
                  <a:gd name="connsiteX3-233" fmla="*/ 8068 w 10000"/>
                  <a:gd name="connsiteY3-234" fmla="*/ 2813 h 10381"/>
                  <a:gd name="connsiteX4-235" fmla="*/ 9996 w 10000"/>
                  <a:gd name="connsiteY4-236" fmla="*/ 5413 h 10381"/>
                  <a:gd name="connsiteX5-237" fmla="*/ 8476 w 10000"/>
                  <a:gd name="connsiteY5-238" fmla="*/ 7306 h 10381"/>
                  <a:gd name="connsiteX6-239" fmla="*/ 5250 w 10000"/>
                  <a:gd name="connsiteY6-240" fmla="*/ 10380 h 10381"/>
                  <a:gd name="connsiteX7-241" fmla="*/ 2753 w 10000"/>
                  <a:gd name="connsiteY7-242" fmla="*/ 7683 h 10381"/>
                  <a:gd name="connsiteX8-243" fmla="*/ 1375 w 10000"/>
                  <a:gd name="connsiteY8-244" fmla="*/ 7365 h 10381"/>
                  <a:gd name="connsiteX9-245" fmla="*/ 45 w 10000"/>
                  <a:gd name="connsiteY9-246" fmla="*/ 5036 h 10381"/>
                  <a:gd name="connsiteX0-247" fmla="*/ 45 w 10000"/>
                  <a:gd name="connsiteY0-248" fmla="*/ 5036 h 10796"/>
                  <a:gd name="connsiteX1-249" fmla="*/ 2738 w 10000"/>
                  <a:gd name="connsiteY1-250" fmla="*/ 2811 h 10796"/>
                  <a:gd name="connsiteX2-251" fmla="*/ 4886 w 10000"/>
                  <a:gd name="connsiteY2-252" fmla="*/ 4 h 10796"/>
                  <a:gd name="connsiteX3-253" fmla="*/ 8068 w 10000"/>
                  <a:gd name="connsiteY3-254" fmla="*/ 2813 h 10796"/>
                  <a:gd name="connsiteX4-255" fmla="*/ 9996 w 10000"/>
                  <a:gd name="connsiteY4-256" fmla="*/ 5413 h 10796"/>
                  <a:gd name="connsiteX5-257" fmla="*/ 8476 w 10000"/>
                  <a:gd name="connsiteY5-258" fmla="*/ 7306 h 10796"/>
                  <a:gd name="connsiteX6-259" fmla="*/ 5202 w 10000"/>
                  <a:gd name="connsiteY6-260" fmla="*/ 10795 h 10796"/>
                  <a:gd name="connsiteX7-261" fmla="*/ 2753 w 10000"/>
                  <a:gd name="connsiteY7-262" fmla="*/ 7683 h 10796"/>
                  <a:gd name="connsiteX8-263" fmla="*/ 1375 w 10000"/>
                  <a:gd name="connsiteY8-264" fmla="*/ 7365 h 10796"/>
                  <a:gd name="connsiteX9-265" fmla="*/ 45 w 10000"/>
                  <a:gd name="connsiteY9-266" fmla="*/ 5036 h 10796"/>
                  <a:gd name="connsiteX0-267" fmla="*/ 45 w 10000"/>
                  <a:gd name="connsiteY0-268" fmla="*/ 5036 h 10795"/>
                  <a:gd name="connsiteX1-269" fmla="*/ 2738 w 10000"/>
                  <a:gd name="connsiteY1-270" fmla="*/ 2811 h 10795"/>
                  <a:gd name="connsiteX2-271" fmla="*/ 4886 w 10000"/>
                  <a:gd name="connsiteY2-272" fmla="*/ 4 h 10795"/>
                  <a:gd name="connsiteX3-273" fmla="*/ 8068 w 10000"/>
                  <a:gd name="connsiteY3-274" fmla="*/ 2813 h 10795"/>
                  <a:gd name="connsiteX4-275" fmla="*/ 9996 w 10000"/>
                  <a:gd name="connsiteY4-276" fmla="*/ 5413 h 10795"/>
                  <a:gd name="connsiteX5-277" fmla="*/ 8476 w 10000"/>
                  <a:gd name="connsiteY5-278" fmla="*/ 7306 h 10795"/>
                  <a:gd name="connsiteX6-279" fmla="*/ 5202 w 10000"/>
                  <a:gd name="connsiteY6-280" fmla="*/ 10795 h 10795"/>
                  <a:gd name="connsiteX7-281" fmla="*/ 2753 w 10000"/>
                  <a:gd name="connsiteY7-282" fmla="*/ 7683 h 10795"/>
                  <a:gd name="connsiteX8-283" fmla="*/ 1375 w 10000"/>
                  <a:gd name="connsiteY8-284" fmla="*/ 7365 h 10795"/>
                  <a:gd name="connsiteX9-285" fmla="*/ 45 w 10000"/>
                  <a:gd name="connsiteY9-286" fmla="*/ 5036 h 10795"/>
                  <a:gd name="connsiteX0-287" fmla="*/ 45 w 10000"/>
                  <a:gd name="connsiteY0-288" fmla="*/ 5036 h 10795"/>
                  <a:gd name="connsiteX1-289" fmla="*/ 2738 w 10000"/>
                  <a:gd name="connsiteY1-290" fmla="*/ 2811 h 10795"/>
                  <a:gd name="connsiteX2-291" fmla="*/ 4886 w 10000"/>
                  <a:gd name="connsiteY2-292" fmla="*/ 4 h 10795"/>
                  <a:gd name="connsiteX3-293" fmla="*/ 8068 w 10000"/>
                  <a:gd name="connsiteY3-294" fmla="*/ 2813 h 10795"/>
                  <a:gd name="connsiteX4-295" fmla="*/ 9996 w 10000"/>
                  <a:gd name="connsiteY4-296" fmla="*/ 5413 h 10795"/>
                  <a:gd name="connsiteX5-297" fmla="*/ 8476 w 10000"/>
                  <a:gd name="connsiteY5-298" fmla="*/ 7306 h 10795"/>
                  <a:gd name="connsiteX6-299" fmla="*/ 5202 w 10000"/>
                  <a:gd name="connsiteY6-300" fmla="*/ 10795 h 10795"/>
                  <a:gd name="connsiteX7-301" fmla="*/ 2753 w 10000"/>
                  <a:gd name="connsiteY7-302" fmla="*/ 7683 h 10795"/>
                  <a:gd name="connsiteX8-303" fmla="*/ 1375 w 10000"/>
                  <a:gd name="connsiteY8-304" fmla="*/ 7365 h 10795"/>
                  <a:gd name="connsiteX9-305" fmla="*/ 45 w 10000"/>
                  <a:gd name="connsiteY9-306" fmla="*/ 5036 h 10795"/>
                  <a:gd name="connsiteX0-307" fmla="*/ 4 w 9959"/>
                  <a:gd name="connsiteY0-308" fmla="*/ 5593 h 11352"/>
                  <a:gd name="connsiteX1-309" fmla="*/ 1089 w 9959"/>
                  <a:gd name="connsiteY1-310" fmla="*/ 469 h 11352"/>
                  <a:gd name="connsiteX2-311" fmla="*/ 4845 w 9959"/>
                  <a:gd name="connsiteY2-312" fmla="*/ 561 h 11352"/>
                  <a:gd name="connsiteX3-313" fmla="*/ 8027 w 9959"/>
                  <a:gd name="connsiteY3-314" fmla="*/ 3370 h 11352"/>
                  <a:gd name="connsiteX4-315" fmla="*/ 9955 w 9959"/>
                  <a:gd name="connsiteY4-316" fmla="*/ 5970 h 11352"/>
                  <a:gd name="connsiteX5-317" fmla="*/ 8435 w 9959"/>
                  <a:gd name="connsiteY5-318" fmla="*/ 7863 h 11352"/>
                  <a:gd name="connsiteX6-319" fmla="*/ 5161 w 9959"/>
                  <a:gd name="connsiteY6-320" fmla="*/ 11352 h 11352"/>
                  <a:gd name="connsiteX7-321" fmla="*/ 2712 w 9959"/>
                  <a:gd name="connsiteY7-322" fmla="*/ 8240 h 11352"/>
                  <a:gd name="connsiteX8-323" fmla="*/ 1334 w 9959"/>
                  <a:gd name="connsiteY8-324" fmla="*/ 7922 h 11352"/>
                  <a:gd name="connsiteX9-325" fmla="*/ 4 w 9959"/>
                  <a:gd name="connsiteY9-326" fmla="*/ 5593 h 11352"/>
                  <a:gd name="connsiteX0-327" fmla="*/ 0 w 11223"/>
                  <a:gd name="connsiteY0-328" fmla="*/ 3835 h 9929"/>
                  <a:gd name="connsiteX1-329" fmla="*/ 2316 w 11223"/>
                  <a:gd name="connsiteY1-330" fmla="*/ 342 h 9929"/>
                  <a:gd name="connsiteX2-331" fmla="*/ 6088 w 11223"/>
                  <a:gd name="connsiteY2-332" fmla="*/ 423 h 9929"/>
                  <a:gd name="connsiteX3-333" fmla="*/ 9283 w 11223"/>
                  <a:gd name="connsiteY3-334" fmla="*/ 2898 h 9929"/>
                  <a:gd name="connsiteX4-335" fmla="*/ 11219 w 11223"/>
                  <a:gd name="connsiteY4-336" fmla="*/ 5188 h 9929"/>
                  <a:gd name="connsiteX5-337" fmla="*/ 9693 w 11223"/>
                  <a:gd name="connsiteY5-338" fmla="*/ 6856 h 9929"/>
                  <a:gd name="connsiteX6-339" fmla="*/ 6405 w 11223"/>
                  <a:gd name="connsiteY6-340" fmla="*/ 9929 h 9929"/>
                  <a:gd name="connsiteX7-341" fmla="*/ 3946 w 11223"/>
                  <a:gd name="connsiteY7-342" fmla="*/ 7188 h 9929"/>
                  <a:gd name="connsiteX8-343" fmla="*/ 2562 w 11223"/>
                  <a:gd name="connsiteY8-344" fmla="*/ 6908 h 9929"/>
                  <a:gd name="connsiteX9-345" fmla="*/ 0 w 11223"/>
                  <a:gd name="connsiteY9-346" fmla="*/ 3835 h 9929"/>
                  <a:gd name="connsiteX0-347" fmla="*/ 0 w 9999"/>
                  <a:gd name="connsiteY0-348" fmla="*/ 3862 h 10000"/>
                  <a:gd name="connsiteX1-349" fmla="*/ 2064 w 9999"/>
                  <a:gd name="connsiteY1-350" fmla="*/ 344 h 10000"/>
                  <a:gd name="connsiteX2-351" fmla="*/ 5425 w 9999"/>
                  <a:gd name="connsiteY2-352" fmla="*/ 426 h 10000"/>
                  <a:gd name="connsiteX3-353" fmla="*/ 8271 w 9999"/>
                  <a:gd name="connsiteY3-354" fmla="*/ 2919 h 10000"/>
                  <a:gd name="connsiteX4-355" fmla="*/ 9996 w 9999"/>
                  <a:gd name="connsiteY4-356" fmla="*/ 5225 h 10000"/>
                  <a:gd name="connsiteX5-357" fmla="*/ 8637 w 9999"/>
                  <a:gd name="connsiteY5-358" fmla="*/ 6905 h 10000"/>
                  <a:gd name="connsiteX6-359" fmla="*/ 5707 w 9999"/>
                  <a:gd name="connsiteY6-360" fmla="*/ 10000 h 10000"/>
                  <a:gd name="connsiteX7-361" fmla="*/ 2283 w 9999"/>
                  <a:gd name="connsiteY7-362" fmla="*/ 6957 h 10000"/>
                  <a:gd name="connsiteX8-363" fmla="*/ 0 w 9999"/>
                  <a:gd name="connsiteY8-364" fmla="*/ 3862 h 10000"/>
                  <a:gd name="connsiteX0-365" fmla="*/ 124 w 10124"/>
                  <a:gd name="connsiteY0-366" fmla="*/ 3862 h 10000"/>
                  <a:gd name="connsiteX1-367" fmla="*/ 2188 w 10124"/>
                  <a:gd name="connsiteY1-368" fmla="*/ 344 h 10000"/>
                  <a:gd name="connsiteX2-369" fmla="*/ 5550 w 10124"/>
                  <a:gd name="connsiteY2-370" fmla="*/ 426 h 10000"/>
                  <a:gd name="connsiteX3-371" fmla="*/ 8396 w 10124"/>
                  <a:gd name="connsiteY3-372" fmla="*/ 2919 h 10000"/>
                  <a:gd name="connsiteX4-373" fmla="*/ 10121 w 10124"/>
                  <a:gd name="connsiteY4-374" fmla="*/ 5225 h 10000"/>
                  <a:gd name="connsiteX5-375" fmla="*/ 8762 w 10124"/>
                  <a:gd name="connsiteY5-376" fmla="*/ 6905 h 10000"/>
                  <a:gd name="connsiteX6-377" fmla="*/ 5832 w 10124"/>
                  <a:gd name="connsiteY6-378" fmla="*/ 10000 h 10000"/>
                  <a:gd name="connsiteX7-379" fmla="*/ 124 w 10124"/>
                  <a:gd name="connsiteY7-380" fmla="*/ 3862 h 10000"/>
                  <a:gd name="connsiteX0-381" fmla="*/ 43 w 10045"/>
                  <a:gd name="connsiteY0-382" fmla="*/ 3862 h 6912"/>
                  <a:gd name="connsiteX1-383" fmla="*/ 2107 w 10045"/>
                  <a:gd name="connsiteY1-384" fmla="*/ 344 h 6912"/>
                  <a:gd name="connsiteX2-385" fmla="*/ 5469 w 10045"/>
                  <a:gd name="connsiteY2-386" fmla="*/ 426 h 6912"/>
                  <a:gd name="connsiteX3-387" fmla="*/ 8315 w 10045"/>
                  <a:gd name="connsiteY3-388" fmla="*/ 2919 h 6912"/>
                  <a:gd name="connsiteX4-389" fmla="*/ 10040 w 10045"/>
                  <a:gd name="connsiteY4-390" fmla="*/ 5225 h 6912"/>
                  <a:gd name="connsiteX5-391" fmla="*/ 8681 w 10045"/>
                  <a:gd name="connsiteY5-392" fmla="*/ 6905 h 6912"/>
                  <a:gd name="connsiteX6-393" fmla="*/ 3967 w 10045"/>
                  <a:gd name="connsiteY6-394" fmla="*/ 5885 h 6912"/>
                  <a:gd name="connsiteX7-395" fmla="*/ 43 w 10045"/>
                  <a:gd name="connsiteY7-396" fmla="*/ 3862 h 6912"/>
                  <a:gd name="connsiteX0-397" fmla="*/ 47 w 10004"/>
                  <a:gd name="connsiteY0-398" fmla="*/ 5106 h 9519"/>
                  <a:gd name="connsiteX1-399" fmla="*/ 2102 w 10004"/>
                  <a:gd name="connsiteY1-400" fmla="*/ 17 h 9519"/>
                  <a:gd name="connsiteX2-401" fmla="*/ 6651 w 10004"/>
                  <a:gd name="connsiteY2-402" fmla="*/ 3484 h 9519"/>
                  <a:gd name="connsiteX3-403" fmla="*/ 8282 w 10004"/>
                  <a:gd name="connsiteY3-404" fmla="*/ 3742 h 9519"/>
                  <a:gd name="connsiteX4-405" fmla="*/ 9999 w 10004"/>
                  <a:gd name="connsiteY4-406" fmla="*/ 7078 h 9519"/>
                  <a:gd name="connsiteX5-407" fmla="*/ 8646 w 10004"/>
                  <a:gd name="connsiteY5-408" fmla="*/ 9509 h 9519"/>
                  <a:gd name="connsiteX6-409" fmla="*/ 3953 w 10004"/>
                  <a:gd name="connsiteY6-410" fmla="*/ 8033 h 9519"/>
                  <a:gd name="connsiteX7-411" fmla="*/ 47 w 10004"/>
                  <a:gd name="connsiteY7-412" fmla="*/ 5106 h 9519"/>
                  <a:gd name="connsiteX0-413" fmla="*/ 43 w 9996"/>
                  <a:gd name="connsiteY0-414" fmla="*/ 6232 h 10868"/>
                  <a:gd name="connsiteX1-415" fmla="*/ 2097 w 9996"/>
                  <a:gd name="connsiteY1-416" fmla="*/ 886 h 10868"/>
                  <a:gd name="connsiteX2-417" fmla="*/ 5642 w 9996"/>
                  <a:gd name="connsiteY2-418" fmla="*/ 385 h 10868"/>
                  <a:gd name="connsiteX3-419" fmla="*/ 8275 w 9996"/>
                  <a:gd name="connsiteY3-420" fmla="*/ 4799 h 10868"/>
                  <a:gd name="connsiteX4-421" fmla="*/ 9991 w 9996"/>
                  <a:gd name="connsiteY4-422" fmla="*/ 8304 h 10868"/>
                  <a:gd name="connsiteX5-423" fmla="*/ 8639 w 9996"/>
                  <a:gd name="connsiteY5-424" fmla="*/ 10857 h 10868"/>
                  <a:gd name="connsiteX6-425" fmla="*/ 3947 w 9996"/>
                  <a:gd name="connsiteY6-426" fmla="*/ 9307 h 10868"/>
                  <a:gd name="connsiteX7-427" fmla="*/ 43 w 9996"/>
                  <a:gd name="connsiteY7-428" fmla="*/ 6232 h 10868"/>
                  <a:gd name="connsiteX0-429" fmla="*/ 43 w 10004"/>
                  <a:gd name="connsiteY0-430" fmla="*/ 5543 h 9809"/>
                  <a:gd name="connsiteX1-431" fmla="*/ 2098 w 10004"/>
                  <a:gd name="connsiteY1-432" fmla="*/ 624 h 9809"/>
                  <a:gd name="connsiteX2-433" fmla="*/ 5644 w 10004"/>
                  <a:gd name="connsiteY2-434" fmla="*/ 163 h 9809"/>
                  <a:gd name="connsiteX3-435" fmla="*/ 8163 w 10004"/>
                  <a:gd name="connsiteY3-436" fmla="*/ 1492 h 9809"/>
                  <a:gd name="connsiteX4-437" fmla="*/ 9995 w 10004"/>
                  <a:gd name="connsiteY4-438" fmla="*/ 7450 h 9809"/>
                  <a:gd name="connsiteX5-439" fmla="*/ 8642 w 10004"/>
                  <a:gd name="connsiteY5-440" fmla="*/ 9799 h 9809"/>
                  <a:gd name="connsiteX6-441" fmla="*/ 3949 w 10004"/>
                  <a:gd name="connsiteY6-442" fmla="*/ 8373 h 9809"/>
                  <a:gd name="connsiteX7-443" fmla="*/ 43 w 10004"/>
                  <a:gd name="connsiteY7-444" fmla="*/ 5543 h 9809"/>
                  <a:gd name="connsiteX0-445" fmla="*/ 43 w 8950"/>
                  <a:gd name="connsiteY0-446" fmla="*/ 5651 h 10081"/>
                  <a:gd name="connsiteX1-447" fmla="*/ 2097 w 8950"/>
                  <a:gd name="connsiteY1-448" fmla="*/ 636 h 10081"/>
                  <a:gd name="connsiteX2-449" fmla="*/ 5642 w 8950"/>
                  <a:gd name="connsiteY2-450" fmla="*/ 166 h 10081"/>
                  <a:gd name="connsiteX3-451" fmla="*/ 8160 w 8950"/>
                  <a:gd name="connsiteY3-452" fmla="*/ 1521 h 10081"/>
                  <a:gd name="connsiteX4-453" fmla="*/ 8473 w 8950"/>
                  <a:gd name="connsiteY4-454" fmla="*/ 5322 h 10081"/>
                  <a:gd name="connsiteX5-455" fmla="*/ 8639 w 8950"/>
                  <a:gd name="connsiteY5-456" fmla="*/ 9990 h 10081"/>
                  <a:gd name="connsiteX6-457" fmla="*/ 3947 w 8950"/>
                  <a:gd name="connsiteY6-458" fmla="*/ 8536 h 10081"/>
                  <a:gd name="connsiteX7-459" fmla="*/ 43 w 8950"/>
                  <a:gd name="connsiteY7-460" fmla="*/ 5651 h 10081"/>
                  <a:gd name="connsiteX0-461" fmla="*/ 48 w 9651"/>
                  <a:gd name="connsiteY0-462" fmla="*/ 5606 h 8648"/>
                  <a:gd name="connsiteX1-463" fmla="*/ 2343 w 9651"/>
                  <a:gd name="connsiteY1-464" fmla="*/ 631 h 8648"/>
                  <a:gd name="connsiteX2-465" fmla="*/ 6304 w 9651"/>
                  <a:gd name="connsiteY2-466" fmla="*/ 165 h 8648"/>
                  <a:gd name="connsiteX3-467" fmla="*/ 9117 w 9651"/>
                  <a:gd name="connsiteY3-468" fmla="*/ 1509 h 8648"/>
                  <a:gd name="connsiteX4-469" fmla="*/ 9467 w 9651"/>
                  <a:gd name="connsiteY4-470" fmla="*/ 5279 h 8648"/>
                  <a:gd name="connsiteX5-471" fmla="*/ 6997 w 9651"/>
                  <a:gd name="connsiteY5-472" fmla="*/ 8019 h 8648"/>
                  <a:gd name="connsiteX6-473" fmla="*/ 4410 w 9651"/>
                  <a:gd name="connsiteY6-474" fmla="*/ 8467 h 8648"/>
                  <a:gd name="connsiteX7-475" fmla="*/ 48 w 9651"/>
                  <a:gd name="connsiteY7-476" fmla="*/ 5606 h 8648"/>
                  <a:gd name="connsiteX0-477" fmla="*/ 41 w 9991"/>
                  <a:gd name="connsiteY0-478" fmla="*/ 6482 h 9316"/>
                  <a:gd name="connsiteX1-479" fmla="*/ 2419 w 9991"/>
                  <a:gd name="connsiteY1-480" fmla="*/ 730 h 9316"/>
                  <a:gd name="connsiteX2-481" fmla="*/ 6523 w 9991"/>
                  <a:gd name="connsiteY2-482" fmla="*/ 191 h 9316"/>
                  <a:gd name="connsiteX3-483" fmla="*/ 9438 w 9991"/>
                  <a:gd name="connsiteY3-484" fmla="*/ 1745 h 9316"/>
                  <a:gd name="connsiteX4-485" fmla="*/ 9800 w 9991"/>
                  <a:gd name="connsiteY4-486" fmla="*/ 6104 h 9316"/>
                  <a:gd name="connsiteX5-487" fmla="*/ 7241 w 9991"/>
                  <a:gd name="connsiteY5-488" fmla="*/ 9273 h 9316"/>
                  <a:gd name="connsiteX6-489" fmla="*/ 1411 w 9991"/>
                  <a:gd name="connsiteY6-490" fmla="*/ 7856 h 9316"/>
                  <a:gd name="connsiteX7-491" fmla="*/ 41 w 9991"/>
                  <a:gd name="connsiteY7-492" fmla="*/ 6482 h 9316"/>
                  <a:gd name="connsiteX0-493" fmla="*/ 19 w 10708"/>
                  <a:gd name="connsiteY0-494" fmla="*/ 7721 h 10038"/>
                  <a:gd name="connsiteX1-495" fmla="*/ 3129 w 10708"/>
                  <a:gd name="connsiteY1-496" fmla="*/ 825 h 10038"/>
                  <a:gd name="connsiteX2-497" fmla="*/ 7237 w 10708"/>
                  <a:gd name="connsiteY2-498" fmla="*/ 246 h 10038"/>
                  <a:gd name="connsiteX3-499" fmla="*/ 10155 w 10708"/>
                  <a:gd name="connsiteY3-500" fmla="*/ 1914 h 10038"/>
                  <a:gd name="connsiteX4-501" fmla="*/ 10517 w 10708"/>
                  <a:gd name="connsiteY4-502" fmla="*/ 6593 h 10038"/>
                  <a:gd name="connsiteX5-503" fmla="*/ 7956 w 10708"/>
                  <a:gd name="connsiteY5-504" fmla="*/ 9995 h 10038"/>
                  <a:gd name="connsiteX6-505" fmla="*/ 2120 w 10708"/>
                  <a:gd name="connsiteY6-506" fmla="*/ 8474 h 10038"/>
                  <a:gd name="connsiteX7-507" fmla="*/ 19 w 10708"/>
                  <a:gd name="connsiteY7-508" fmla="*/ 7721 h 10038"/>
                  <a:gd name="connsiteX0-509" fmla="*/ 359 w 11048"/>
                  <a:gd name="connsiteY0-510" fmla="*/ 7721 h 10038"/>
                  <a:gd name="connsiteX1-511" fmla="*/ 3469 w 11048"/>
                  <a:gd name="connsiteY1-512" fmla="*/ 825 h 10038"/>
                  <a:gd name="connsiteX2-513" fmla="*/ 7577 w 11048"/>
                  <a:gd name="connsiteY2-514" fmla="*/ 246 h 10038"/>
                  <a:gd name="connsiteX3-515" fmla="*/ 10495 w 11048"/>
                  <a:gd name="connsiteY3-516" fmla="*/ 1914 h 10038"/>
                  <a:gd name="connsiteX4-517" fmla="*/ 10857 w 11048"/>
                  <a:gd name="connsiteY4-518" fmla="*/ 6593 h 10038"/>
                  <a:gd name="connsiteX5-519" fmla="*/ 8296 w 11048"/>
                  <a:gd name="connsiteY5-520" fmla="*/ 9995 h 10038"/>
                  <a:gd name="connsiteX6-521" fmla="*/ 2460 w 11048"/>
                  <a:gd name="connsiteY6-522" fmla="*/ 8474 h 10038"/>
                  <a:gd name="connsiteX7-523" fmla="*/ 359 w 11048"/>
                  <a:gd name="connsiteY7-524" fmla="*/ 7721 h 10038"/>
                  <a:gd name="connsiteX0-525" fmla="*/ 359 w 11048"/>
                  <a:gd name="connsiteY0-526" fmla="*/ 8392 h 10075"/>
                  <a:gd name="connsiteX1-527" fmla="*/ 3469 w 11048"/>
                  <a:gd name="connsiteY1-528" fmla="*/ 864 h 10075"/>
                  <a:gd name="connsiteX2-529" fmla="*/ 7577 w 11048"/>
                  <a:gd name="connsiteY2-530" fmla="*/ 285 h 10075"/>
                  <a:gd name="connsiteX3-531" fmla="*/ 10495 w 11048"/>
                  <a:gd name="connsiteY3-532" fmla="*/ 1953 h 10075"/>
                  <a:gd name="connsiteX4-533" fmla="*/ 10857 w 11048"/>
                  <a:gd name="connsiteY4-534" fmla="*/ 6632 h 10075"/>
                  <a:gd name="connsiteX5-535" fmla="*/ 8296 w 11048"/>
                  <a:gd name="connsiteY5-536" fmla="*/ 10034 h 10075"/>
                  <a:gd name="connsiteX6-537" fmla="*/ 2460 w 11048"/>
                  <a:gd name="connsiteY6-538" fmla="*/ 8513 h 10075"/>
                  <a:gd name="connsiteX7-539" fmla="*/ 359 w 11048"/>
                  <a:gd name="connsiteY7-540" fmla="*/ 8392 h 10075"/>
                  <a:gd name="connsiteX0-541" fmla="*/ 371 w 11060"/>
                  <a:gd name="connsiteY0-542" fmla="*/ 8392 h 10075"/>
                  <a:gd name="connsiteX1-543" fmla="*/ 3481 w 11060"/>
                  <a:gd name="connsiteY1-544" fmla="*/ 864 h 10075"/>
                  <a:gd name="connsiteX2-545" fmla="*/ 7589 w 11060"/>
                  <a:gd name="connsiteY2-546" fmla="*/ 285 h 10075"/>
                  <a:gd name="connsiteX3-547" fmla="*/ 10507 w 11060"/>
                  <a:gd name="connsiteY3-548" fmla="*/ 1953 h 10075"/>
                  <a:gd name="connsiteX4-549" fmla="*/ 10869 w 11060"/>
                  <a:gd name="connsiteY4-550" fmla="*/ 6632 h 10075"/>
                  <a:gd name="connsiteX5-551" fmla="*/ 8308 w 11060"/>
                  <a:gd name="connsiteY5-552" fmla="*/ 10034 h 10075"/>
                  <a:gd name="connsiteX6-553" fmla="*/ 2472 w 11060"/>
                  <a:gd name="connsiteY6-554" fmla="*/ 8513 h 10075"/>
                  <a:gd name="connsiteX7-555" fmla="*/ 371 w 11060"/>
                  <a:gd name="connsiteY7-556" fmla="*/ 8392 h 10075"/>
                  <a:gd name="connsiteX0-557" fmla="*/ 54 w 10743"/>
                  <a:gd name="connsiteY0-558" fmla="*/ 9468 h 11151"/>
                  <a:gd name="connsiteX1-559" fmla="*/ 4027 w 10743"/>
                  <a:gd name="connsiteY1-560" fmla="*/ 495 h 11151"/>
                  <a:gd name="connsiteX2-561" fmla="*/ 7272 w 10743"/>
                  <a:gd name="connsiteY2-562" fmla="*/ 1361 h 11151"/>
                  <a:gd name="connsiteX3-563" fmla="*/ 10190 w 10743"/>
                  <a:gd name="connsiteY3-564" fmla="*/ 3029 h 11151"/>
                  <a:gd name="connsiteX4-565" fmla="*/ 10552 w 10743"/>
                  <a:gd name="connsiteY4-566" fmla="*/ 7708 h 11151"/>
                  <a:gd name="connsiteX5-567" fmla="*/ 7991 w 10743"/>
                  <a:gd name="connsiteY5-568" fmla="*/ 11110 h 11151"/>
                  <a:gd name="connsiteX6-569" fmla="*/ 2155 w 10743"/>
                  <a:gd name="connsiteY6-570" fmla="*/ 9589 h 11151"/>
                  <a:gd name="connsiteX7-571" fmla="*/ 54 w 10743"/>
                  <a:gd name="connsiteY7-572" fmla="*/ 9468 h 11151"/>
                  <a:gd name="connsiteX0-573" fmla="*/ 54 w 10743"/>
                  <a:gd name="connsiteY0-574" fmla="*/ 9506 h 11189"/>
                  <a:gd name="connsiteX1-575" fmla="*/ 4027 w 10743"/>
                  <a:gd name="connsiteY1-576" fmla="*/ 533 h 11189"/>
                  <a:gd name="connsiteX2-577" fmla="*/ 7272 w 10743"/>
                  <a:gd name="connsiteY2-578" fmla="*/ 1399 h 11189"/>
                  <a:gd name="connsiteX3-579" fmla="*/ 10190 w 10743"/>
                  <a:gd name="connsiteY3-580" fmla="*/ 3067 h 11189"/>
                  <a:gd name="connsiteX4-581" fmla="*/ 10552 w 10743"/>
                  <a:gd name="connsiteY4-582" fmla="*/ 7746 h 11189"/>
                  <a:gd name="connsiteX5-583" fmla="*/ 7991 w 10743"/>
                  <a:gd name="connsiteY5-584" fmla="*/ 11148 h 11189"/>
                  <a:gd name="connsiteX6-585" fmla="*/ 2155 w 10743"/>
                  <a:gd name="connsiteY6-586" fmla="*/ 9627 h 11189"/>
                  <a:gd name="connsiteX7-587" fmla="*/ 54 w 10743"/>
                  <a:gd name="connsiteY7-588" fmla="*/ 9506 h 11189"/>
                  <a:gd name="connsiteX0-589" fmla="*/ 40 w 11293"/>
                  <a:gd name="connsiteY0-590" fmla="*/ 9082 h 11127"/>
                  <a:gd name="connsiteX1-591" fmla="*/ 4577 w 11293"/>
                  <a:gd name="connsiteY1-592" fmla="*/ 470 h 11127"/>
                  <a:gd name="connsiteX2-593" fmla="*/ 7822 w 11293"/>
                  <a:gd name="connsiteY2-594" fmla="*/ 1336 h 11127"/>
                  <a:gd name="connsiteX3-595" fmla="*/ 10740 w 11293"/>
                  <a:gd name="connsiteY3-596" fmla="*/ 3004 h 11127"/>
                  <a:gd name="connsiteX4-597" fmla="*/ 11102 w 11293"/>
                  <a:gd name="connsiteY4-598" fmla="*/ 7683 h 11127"/>
                  <a:gd name="connsiteX5-599" fmla="*/ 8541 w 11293"/>
                  <a:gd name="connsiteY5-600" fmla="*/ 11085 h 11127"/>
                  <a:gd name="connsiteX6-601" fmla="*/ 2705 w 11293"/>
                  <a:gd name="connsiteY6-602" fmla="*/ 9564 h 11127"/>
                  <a:gd name="connsiteX7-603" fmla="*/ 40 w 11293"/>
                  <a:gd name="connsiteY7-604" fmla="*/ 9082 h 11127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</a:cxnLst>
                <a:rect l="l" t="t" r="r" b="b"/>
                <a:pathLst>
                  <a:path w="11293" h="11127">
                    <a:moveTo>
                      <a:pt x="40" y="9082"/>
                    </a:moveTo>
                    <a:cubicBezTo>
                      <a:pt x="352" y="7566"/>
                      <a:pt x="3280" y="1761"/>
                      <a:pt x="4577" y="470"/>
                    </a:cubicBezTo>
                    <a:cubicBezTo>
                      <a:pt x="5874" y="-821"/>
                      <a:pt x="6795" y="914"/>
                      <a:pt x="7822" y="1336"/>
                    </a:cubicBezTo>
                    <a:cubicBezTo>
                      <a:pt x="8849" y="1758"/>
                      <a:pt x="10193" y="1947"/>
                      <a:pt x="10740" y="3004"/>
                    </a:cubicBezTo>
                    <a:cubicBezTo>
                      <a:pt x="11287" y="4061"/>
                      <a:pt x="11468" y="6337"/>
                      <a:pt x="11102" y="7683"/>
                    </a:cubicBezTo>
                    <a:cubicBezTo>
                      <a:pt x="10736" y="9030"/>
                      <a:pt x="9940" y="10771"/>
                      <a:pt x="8541" y="11085"/>
                    </a:cubicBezTo>
                    <a:cubicBezTo>
                      <a:pt x="7141" y="11398"/>
                      <a:pt x="4122" y="9898"/>
                      <a:pt x="2705" y="9564"/>
                    </a:cubicBezTo>
                    <a:cubicBezTo>
                      <a:pt x="1288" y="9230"/>
                      <a:pt x="-272" y="10598"/>
                      <a:pt x="40" y="9082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583" name="Group 327"/>
              <p:cNvGrpSpPr/>
              <p:nvPr/>
            </p:nvGrpSpPr>
            <p:grpSpPr bwMode="auto">
              <a:xfrm>
                <a:off x="7908175" y="5241780"/>
                <a:ext cx="536554" cy="263548"/>
                <a:chOff x="1871277" y="1576300"/>
                <a:chExt cx="1128371" cy="437861"/>
              </a:xfrm>
            </p:grpSpPr>
            <p:sp>
              <p:nvSpPr>
                <p:cNvPr id="587" name="Oval 373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88" name="Rectangle 374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89" name="Oval 375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90" name="Freeform 376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91" name="Freeform 377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92" name="Freeform 378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93" name="Freeform 379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94" name="Straight Connector 380"/>
                <p:cNvCxnSpPr>
                  <a:endCxn id="589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5" name="Straight Connector 381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84" name="Group 370"/>
              <p:cNvGrpSpPr/>
              <p:nvPr/>
            </p:nvGrpSpPr>
            <p:grpSpPr>
              <a:xfrm>
                <a:off x="7876581" y="5223365"/>
                <a:ext cx="466894" cy="369332"/>
                <a:chOff x="599495" y="1708643"/>
                <a:chExt cx="491778" cy="409344"/>
              </a:xfrm>
            </p:grpSpPr>
            <p:sp>
              <p:nvSpPr>
                <p:cNvPr id="585" name="Oval 371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6" name="TextBox 372"/>
                <p:cNvSpPr txBox="1"/>
                <p:nvPr/>
              </p:nvSpPr>
              <p:spPr>
                <a:xfrm>
                  <a:off x="599495" y="1708643"/>
                  <a:ext cx="491778" cy="4093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dirty="0"/>
                    <a:t>  X</a:t>
                  </a:r>
                </a:p>
              </p:txBody>
            </p:sp>
          </p:grpSp>
        </p:grpSp>
        <p:cxnSp>
          <p:nvCxnSpPr>
            <p:cNvPr id="581" name="Straight Connector 401"/>
            <p:cNvCxnSpPr/>
            <p:nvPr/>
          </p:nvCxnSpPr>
          <p:spPr bwMode="auto">
            <a:xfrm flipH="1">
              <a:off x="7133690" y="5764030"/>
              <a:ext cx="870024" cy="9999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597" name="Group 12"/>
          <p:cNvGrpSpPr/>
          <p:nvPr/>
        </p:nvGrpSpPr>
        <p:grpSpPr>
          <a:xfrm>
            <a:off x="431800" y="2619831"/>
            <a:ext cx="1679208" cy="3566248"/>
            <a:chOff x="537654" y="2724170"/>
            <a:chExt cx="1679208" cy="3566248"/>
          </a:xfrm>
        </p:grpSpPr>
        <p:sp>
          <p:nvSpPr>
            <p:cNvPr id="598" name="Freeform 468"/>
            <p:cNvSpPr/>
            <p:nvPr/>
          </p:nvSpPr>
          <p:spPr>
            <a:xfrm rot="10326036" flipH="1">
              <a:off x="726574" y="2724170"/>
              <a:ext cx="991619" cy="164121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-1" fmla="*/ 139870 w 1040633"/>
                <a:gd name="connsiteY0-2" fmla="*/ 1191723 h 1219697"/>
                <a:gd name="connsiteX1-3" fmla="*/ 0 w 1040633"/>
                <a:gd name="connsiteY1-4" fmla="*/ 0 h 1219697"/>
                <a:gd name="connsiteX2-5" fmla="*/ 1040633 w 1040633"/>
                <a:gd name="connsiteY2-6" fmla="*/ 16785 h 1219697"/>
                <a:gd name="connsiteX3-7" fmla="*/ 833625 w 1040633"/>
                <a:gd name="connsiteY3-8" fmla="*/ 1219697 h 1219697"/>
                <a:gd name="connsiteX4-9" fmla="*/ 139870 w 1040633"/>
                <a:gd name="connsiteY4-10" fmla="*/ 1191723 h 1219697"/>
                <a:gd name="connsiteX0-11" fmla="*/ 139870 w 1040633"/>
                <a:gd name="connsiteY0-12" fmla="*/ 1191723 h 1219697"/>
                <a:gd name="connsiteX1-13" fmla="*/ 0 w 1040633"/>
                <a:gd name="connsiteY1-14" fmla="*/ 0 h 1219697"/>
                <a:gd name="connsiteX2-15" fmla="*/ 1040633 w 1040633"/>
                <a:gd name="connsiteY2-16" fmla="*/ 16785 h 1219697"/>
                <a:gd name="connsiteX3-17" fmla="*/ 833625 w 1040633"/>
                <a:gd name="connsiteY3-18" fmla="*/ 1219697 h 1219697"/>
                <a:gd name="connsiteX4-19" fmla="*/ 139870 w 1040633"/>
                <a:gd name="connsiteY4-20" fmla="*/ 1191723 h 1219697"/>
                <a:gd name="connsiteX0-21" fmla="*/ 139870 w 1040633"/>
                <a:gd name="connsiteY0-22" fmla="*/ 1191723 h 1219697"/>
                <a:gd name="connsiteX1-23" fmla="*/ 0 w 1040633"/>
                <a:gd name="connsiteY1-24" fmla="*/ 0 h 1219697"/>
                <a:gd name="connsiteX2-25" fmla="*/ 1040633 w 1040633"/>
                <a:gd name="connsiteY2-26" fmla="*/ 16785 h 1219697"/>
                <a:gd name="connsiteX3-27" fmla="*/ 833625 w 1040633"/>
                <a:gd name="connsiteY3-28" fmla="*/ 1219697 h 1219697"/>
                <a:gd name="connsiteX4-29" fmla="*/ 139870 w 1040633"/>
                <a:gd name="connsiteY4-30" fmla="*/ 1191723 h 1219697"/>
                <a:gd name="connsiteX0-31" fmla="*/ 139870 w 1040633"/>
                <a:gd name="connsiteY0-32" fmla="*/ 1191723 h 1219697"/>
                <a:gd name="connsiteX1-33" fmla="*/ 0 w 1040633"/>
                <a:gd name="connsiteY1-34" fmla="*/ 0 h 1219697"/>
                <a:gd name="connsiteX2-35" fmla="*/ 1040633 w 1040633"/>
                <a:gd name="connsiteY2-36" fmla="*/ 16785 h 1219697"/>
                <a:gd name="connsiteX3-37" fmla="*/ 833625 w 1040633"/>
                <a:gd name="connsiteY3-38" fmla="*/ 1219697 h 1219697"/>
                <a:gd name="connsiteX4-39" fmla="*/ 139870 w 1040633"/>
                <a:gd name="connsiteY4-40" fmla="*/ 1191723 h 1219697"/>
                <a:gd name="connsiteX0-41" fmla="*/ 139870 w 1040633"/>
                <a:gd name="connsiteY0-42" fmla="*/ 1191723 h 1219697"/>
                <a:gd name="connsiteX1-43" fmla="*/ 0 w 1040633"/>
                <a:gd name="connsiteY1-44" fmla="*/ 0 h 1219697"/>
                <a:gd name="connsiteX2-45" fmla="*/ 1040633 w 1040633"/>
                <a:gd name="connsiteY2-46" fmla="*/ 16785 h 1219697"/>
                <a:gd name="connsiteX3-47" fmla="*/ 833625 w 1040633"/>
                <a:gd name="connsiteY3-48" fmla="*/ 1219697 h 1219697"/>
                <a:gd name="connsiteX4-49" fmla="*/ 418712 w 1040633"/>
                <a:gd name="connsiteY4-50" fmla="*/ 1189324 h 1219697"/>
                <a:gd name="connsiteX5" fmla="*/ 139870 w 1040633"/>
                <a:gd name="connsiteY5" fmla="*/ 1191723 h 1219697"/>
                <a:gd name="connsiteX0-51" fmla="*/ 139870 w 1040633"/>
                <a:gd name="connsiteY0-52" fmla="*/ 1191723 h 1355926"/>
                <a:gd name="connsiteX1-53" fmla="*/ 0 w 1040633"/>
                <a:gd name="connsiteY1-54" fmla="*/ 0 h 1355926"/>
                <a:gd name="connsiteX2-55" fmla="*/ 1040633 w 1040633"/>
                <a:gd name="connsiteY2-56" fmla="*/ 16785 h 1355926"/>
                <a:gd name="connsiteX3-57" fmla="*/ 833625 w 1040633"/>
                <a:gd name="connsiteY3-58" fmla="*/ 1219697 h 1355926"/>
                <a:gd name="connsiteX4-59" fmla="*/ 139870 w 1040633"/>
                <a:gd name="connsiteY4-60" fmla="*/ 1191723 h 1355926"/>
                <a:gd name="connsiteX0-61" fmla="*/ 139870 w 1040633"/>
                <a:gd name="connsiteY0-62" fmla="*/ 1191723 h 1289901"/>
                <a:gd name="connsiteX1-63" fmla="*/ 0 w 1040633"/>
                <a:gd name="connsiteY1-64" fmla="*/ 0 h 1289901"/>
                <a:gd name="connsiteX2-65" fmla="*/ 1040633 w 1040633"/>
                <a:gd name="connsiteY2-66" fmla="*/ 16785 h 1289901"/>
                <a:gd name="connsiteX3-67" fmla="*/ 833625 w 1040633"/>
                <a:gd name="connsiteY3-68" fmla="*/ 1219697 h 1289901"/>
                <a:gd name="connsiteX4-69" fmla="*/ 139870 w 1040633"/>
                <a:gd name="connsiteY4-70" fmla="*/ 1191723 h 1289901"/>
                <a:gd name="connsiteX0-71" fmla="*/ 139870 w 1040633"/>
                <a:gd name="connsiteY0-72" fmla="*/ 1191723 h 1219697"/>
                <a:gd name="connsiteX1-73" fmla="*/ 0 w 1040633"/>
                <a:gd name="connsiteY1-74" fmla="*/ 0 h 1219697"/>
                <a:gd name="connsiteX2-75" fmla="*/ 1040633 w 1040633"/>
                <a:gd name="connsiteY2-76" fmla="*/ 16785 h 1219697"/>
                <a:gd name="connsiteX3-77" fmla="*/ 833625 w 1040633"/>
                <a:gd name="connsiteY3-78" fmla="*/ 1219697 h 1219697"/>
                <a:gd name="connsiteX4-79" fmla="*/ 139870 w 1040633"/>
                <a:gd name="connsiteY4-80" fmla="*/ 1191723 h 1219697"/>
                <a:gd name="connsiteX0-81" fmla="*/ 139870 w 1040633"/>
                <a:gd name="connsiteY0-82" fmla="*/ 1191723 h 1191723"/>
                <a:gd name="connsiteX1-83" fmla="*/ 0 w 1040633"/>
                <a:gd name="connsiteY1-84" fmla="*/ 0 h 1191723"/>
                <a:gd name="connsiteX2-85" fmla="*/ 1040633 w 1040633"/>
                <a:gd name="connsiteY2-86" fmla="*/ 16785 h 1191723"/>
                <a:gd name="connsiteX3-87" fmla="*/ 671988 w 1040633"/>
                <a:gd name="connsiteY3-88" fmla="*/ 1158121 h 1191723"/>
                <a:gd name="connsiteX4-89" fmla="*/ 139870 w 1040633"/>
                <a:gd name="connsiteY4-90" fmla="*/ 1191723 h 1191723"/>
                <a:gd name="connsiteX0-91" fmla="*/ 363082 w 1040633"/>
                <a:gd name="connsiteY0-92" fmla="*/ 1160935 h 1160935"/>
                <a:gd name="connsiteX1-93" fmla="*/ 0 w 1040633"/>
                <a:gd name="connsiteY1-94" fmla="*/ 0 h 1160935"/>
                <a:gd name="connsiteX2-95" fmla="*/ 1040633 w 1040633"/>
                <a:gd name="connsiteY2-96" fmla="*/ 16785 h 1160935"/>
                <a:gd name="connsiteX3-97" fmla="*/ 671988 w 1040633"/>
                <a:gd name="connsiteY3-98" fmla="*/ 1158121 h 1160935"/>
                <a:gd name="connsiteX4-99" fmla="*/ 363082 w 1040633"/>
                <a:gd name="connsiteY4-100" fmla="*/ 1160935 h 1160935"/>
                <a:gd name="connsiteX0-101" fmla="*/ 363082 w 1040633"/>
                <a:gd name="connsiteY0-102" fmla="*/ 1160935 h 1160935"/>
                <a:gd name="connsiteX1-103" fmla="*/ 0 w 1040633"/>
                <a:gd name="connsiteY1-104" fmla="*/ 0 h 1160935"/>
                <a:gd name="connsiteX2-105" fmla="*/ 1040633 w 1040633"/>
                <a:gd name="connsiteY2-106" fmla="*/ 16785 h 1160935"/>
                <a:gd name="connsiteX3-107" fmla="*/ 671988 w 1040633"/>
                <a:gd name="connsiteY3-108" fmla="*/ 1158121 h 1160935"/>
                <a:gd name="connsiteX4-109" fmla="*/ 363082 w 1040633"/>
                <a:gd name="connsiteY4-110" fmla="*/ 1160935 h 1160935"/>
                <a:gd name="connsiteX0-111" fmla="*/ 363082 w 1040633"/>
                <a:gd name="connsiteY0-112" fmla="*/ 1160935 h 1160935"/>
                <a:gd name="connsiteX1-113" fmla="*/ 0 w 1040633"/>
                <a:gd name="connsiteY1-114" fmla="*/ 0 h 1160935"/>
                <a:gd name="connsiteX2-115" fmla="*/ 1040633 w 1040633"/>
                <a:gd name="connsiteY2-116" fmla="*/ 16785 h 1160935"/>
                <a:gd name="connsiteX3-117" fmla="*/ 671988 w 1040633"/>
                <a:gd name="connsiteY3-118" fmla="*/ 1158121 h 1160935"/>
                <a:gd name="connsiteX4-119" fmla="*/ 363082 w 1040633"/>
                <a:gd name="connsiteY4-120" fmla="*/ 1160935 h 1160935"/>
                <a:gd name="connsiteX0-121" fmla="*/ 363082 w 1040633"/>
                <a:gd name="connsiteY0-122" fmla="*/ 1160935 h 1160935"/>
                <a:gd name="connsiteX1-123" fmla="*/ 0 w 1040633"/>
                <a:gd name="connsiteY1-124" fmla="*/ 0 h 1160935"/>
                <a:gd name="connsiteX2-125" fmla="*/ 1040633 w 1040633"/>
                <a:gd name="connsiteY2-126" fmla="*/ 16785 h 1160935"/>
                <a:gd name="connsiteX3-127" fmla="*/ 671988 w 1040633"/>
                <a:gd name="connsiteY3-128" fmla="*/ 1158121 h 1160935"/>
                <a:gd name="connsiteX4-129" fmla="*/ 363082 w 1040633"/>
                <a:gd name="connsiteY4-130" fmla="*/ 1160935 h 1160935"/>
                <a:gd name="connsiteX0-131" fmla="*/ 363082 w 1040633"/>
                <a:gd name="connsiteY0-132" fmla="*/ 1160935 h 1160935"/>
                <a:gd name="connsiteX1-133" fmla="*/ 0 w 1040633"/>
                <a:gd name="connsiteY1-134" fmla="*/ 0 h 1160935"/>
                <a:gd name="connsiteX2-135" fmla="*/ 1040633 w 1040633"/>
                <a:gd name="connsiteY2-136" fmla="*/ 16785 h 1160935"/>
                <a:gd name="connsiteX3-137" fmla="*/ 671988 w 1040633"/>
                <a:gd name="connsiteY3-138" fmla="*/ 1158121 h 1160935"/>
                <a:gd name="connsiteX4-139" fmla="*/ 363082 w 1040633"/>
                <a:gd name="connsiteY4-140" fmla="*/ 1160935 h 1160935"/>
                <a:gd name="connsiteX0-141" fmla="*/ 363082 w 1040633"/>
                <a:gd name="connsiteY0-142" fmla="*/ 1160935 h 1160935"/>
                <a:gd name="connsiteX1-143" fmla="*/ 0 w 1040633"/>
                <a:gd name="connsiteY1-144" fmla="*/ 0 h 1160935"/>
                <a:gd name="connsiteX2-145" fmla="*/ 1040633 w 1040633"/>
                <a:gd name="connsiteY2-146" fmla="*/ 16785 h 1160935"/>
                <a:gd name="connsiteX3-147" fmla="*/ 671988 w 1040633"/>
                <a:gd name="connsiteY3-148" fmla="*/ 1158121 h 1160935"/>
                <a:gd name="connsiteX4-149" fmla="*/ 363082 w 1040633"/>
                <a:gd name="connsiteY4-150" fmla="*/ 1160935 h 1160935"/>
                <a:gd name="connsiteX0-151" fmla="*/ 363082 w 1040633"/>
                <a:gd name="connsiteY0-152" fmla="*/ 1160935 h 1160935"/>
                <a:gd name="connsiteX1-153" fmla="*/ 0 w 1040633"/>
                <a:gd name="connsiteY1-154" fmla="*/ 0 h 1160935"/>
                <a:gd name="connsiteX2-155" fmla="*/ 1040633 w 1040633"/>
                <a:gd name="connsiteY2-156" fmla="*/ 16785 h 1160935"/>
                <a:gd name="connsiteX3-157" fmla="*/ 671988 w 1040633"/>
                <a:gd name="connsiteY3-158" fmla="*/ 1158121 h 1160935"/>
                <a:gd name="connsiteX4-159" fmla="*/ 363082 w 1040633"/>
                <a:gd name="connsiteY4-160" fmla="*/ 1160935 h 1160935"/>
                <a:gd name="connsiteX0-161" fmla="*/ 363082 w 1040633"/>
                <a:gd name="connsiteY0-162" fmla="*/ 1160935 h 1160935"/>
                <a:gd name="connsiteX1-163" fmla="*/ 0 w 1040633"/>
                <a:gd name="connsiteY1-164" fmla="*/ 0 h 1160935"/>
                <a:gd name="connsiteX2-165" fmla="*/ 1040633 w 1040633"/>
                <a:gd name="connsiteY2-166" fmla="*/ 16785 h 1160935"/>
                <a:gd name="connsiteX3-167" fmla="*/ 569478 w 1040633"/>
                <a:gd name="connsiteY3-168" fmla="*/ 1158121 h 1160935"/>
                <a:gd name="connsiteX4-169" fmla="*/ 363082 w 1040633"/>
                <a:gd name="connsiteY4-170" fmla="*/ 1160935 h 1160935"/>
                <a:gd name="connsiteX0-171" fmla="*/ 363082 w 1040633"/>
                <a:gd name="connsiteY0-172" fmla="*/ 1160935 h 1160935"/>
                <a:gd name="connsiteX1-173" fmla="*/ 0 w 1040633"/>
                <a:gd name="connsiteY1-174" fmla="*/ 0 h 1160935"/>
                <a:gd name="connsiteX2-175" fmla="*/ 1040633 w 1040633"/>
                <a:gd name="connsiteY2-176" fmla="*/ 16785 h 1160935"/>
                <a:gd name="connsiteX3-177" fmla="*/ 569478 w 1040633"/>
                <a:gd name="connsiteY3-178" fmla="*/ 1158121 h 1160935"/>
                <a:gd name="connsiteX4-179" fmla="*/ 363082 w 1040633"/>
                <a:gd name="connsiteY4-180" fmla="*/ 1160935 h 1160935"/>
                <a:gd name="connsiteX0-181" fmla="*/ 448507 w 1040633"/>
                <a:gd name="connsiteY0-182" fmla="*/ 1160935 h 1160935"/>
                <a:gd name="connsiteX1-183" fmla="*/ 0 w 1040633"/>
                <a:gd name="connsiteY1-184" fmla="*/ 0 h 1160935"/>
                <a:gd name="connsiteX2-185" fmla="*/ 1040633 w 1040633"/>
                <a:gd name="connsiteY2-186" fmla="*/ 16785 h 1160935"/>
                <a:gd name="connsiteX3-187" fmla="*/ 569478 w 1040633"/>
                <a:gd name="connsiteY3-188" fmla="*/ 1158121 h 1160935"/>
                <a:gd name="connsiteX4-189" fmla="*/ 448507 w 1040633"/>
                <a:gd name="connsiteY4-190" fmla="*/ 1160935 h 1160935"/>
                <a:gd name="connsiteX0-191" fmla="*/ 448507 w 1040633"/>
                <a:gd name="connsiteY0-192" fmla="*/ 1160935 h 1160935"/>
                <a:gd name="connsiteX1-193" fmla="*/ 0 w 1040633"/>
                <a:gd name="connsiteY1-194" fmla="*/ 0 h 1160935"/>
                <a:gd name="connsiteX2-195" fmla="*/ 1040633 w 1040633"/>
                <a:gd name="connsiteY2-196" fmla="*/ 16785 h 1160935"/>
                <a:gd name="connsiteX3-197" fmla="*/ 569478 w 1040633"/>
                <a:gd name="connsiteY3-198" fmla="*/ 1158121 h 1160935"/>
                <a:gd name="connsiteX4-199" fmla="*/ 448507 w 1040633"/>
                <a:gd name="connsiteY4-200" fmla="*/ 1160935 h 1160935"/>
                <a:gd name="connsiteX0-201" fmla="*/ 448507 w 1040633"/>
                <a:gd name="connsiteY0-202" fmla="*/ 1160935 h 1160935"/>
                <a:gd name="connsiteX1-203" fmla="*/ 0 w 1040633"/>
                <a:gd name="connsiteY1-204" fmla="*/ 0 h 1160935"/>
                <a:gd name="connsiteX2-205" fmla="*/ 1040633 w 1040633"/>
                <a:gd name="connsiteY2-206" fmla="*/ 16785 h 1160935"/>
                <a:gd name="connsiteX3-207" fmla="*/ 569478 w 1040633"/>
                <a:gd name="connsiteY3-208" fmla="*/ 1158121 h 1160935"/>
                <a:gd name="connsiteX4-209" fmla="*/ 448507 w 1040633"/>
                <a:gd name="connsiteY4-210" fmla="*/ 1160935 h 1160935"/>
                <a:gd name="connsiteX0-211" fmla="*/ 448507 w 1325315"/>
                <a:gd name="connsiteY0-212" fmla="*/ 1160935 h 1160935"/>
                <a:gd name="connsiteX1-213" fmla="*/ 0 w 1325315"/>
                <a:gd name="connsiteY1-214" fmla="*/ 0 h 1160935"/>
                <a:gd name="connsiteX2-215" fmla="*/ 1040633 w 1325315"/>
                <a:gd name="connsiteY2-216" fmla="*/ 16785 h 1160935"/>
                <a:gd name="connsiteX3-217" fmla="*/ 1214315 w 1325315"/>
                <a:gd name="connsiteY3-218" fmla="*/ 1064597 h 1160935"/>
                <a:gd name="connsiteX4-219" fmla="*/ 448507 w 1325315"/>
                <a:gd name="connsiteY4-220" fmla="*/ 1160935 h 1160935"/>
                <a:gd name="connsiteX0-221" fmla="*/ 448507 w 1214315"/>
                <a:gd name="connsiteY0-222" fmla="*/ 1160935 h 1160935"/>
                <a:gd name="connsiteX1-223" fmla="*/ 0 w 1214315"/>
                <a:gd name="connsiteY1-224" fmla="*/ 0 h 1160935"/>
                <a:gd name="connsiteX2-225" fmla="*/ 1040633 w 1214315"/>
                <a:gd name="connsiteY2-226" fmla="*/ 16785 h 1160935"/>
                <a:gd name="connsiteX3-227" fmla="*/ 1214315 w 1214315"/>
                <a:gd name="connsiteY3-228" fmla="*/ 1064597 h 1160935"/>
                <a:gd name="connsiteX4-229" fmla="*/ 448507 w 1214315"/>
                <a:gd name="connsiteY4-230" fmla="*/ 1160935 h 1160935"/>
                <a:gd name="connsiteX0-231" fmla="*/ 448507 w 1214315"/>
                <a:gd name="connsiteY0-232" fmla="*/ 1160935 h 1160935"/>
                <a:gd name="connsiteX1-233" fmla="*/ 0 w 1214315"/>
                <a:gd name="connsiteY1-234" fmla="*/ 0 h 1160935"/>
                <a:gd name="connsiteX2-235" fmla="*/ 1040633 w 1214315"/>
                <a:gd name="connsiteY2-236" fmla="*/ 16785 h 1160935"/>
                <a:gd name="connsiteX3-237" fmla="*/ 1214315 w 1214315"/>
                <a:gd name="connsiteY3-238" fmla="*/ 1064597 h 1160935"/>
                <a:gd name="connsiteX4-239" fmla="*/ 448507 w 1214315"/>
                <a:gd name="connsiteY4-240" fmla="*/ 1160935 h 1160935"/>
                <a:gd name="connsiteX0-241" fmla="*/ 1053964 w 1214315"/>
                <a:gd name="connsiteY0-242" fmla="*/ 1136323 h 1136323"/>
                <a:gd name="connsiteX1-243" fmla="*/ 0 w 1214315"/>
                <a:gd name="connsiteY1-244" fmla="*/ 0 h 1136323"/>
                <a:gd name="connsiteX2-245" fmla="*/ 1040633 w 1214315"/>
                <a:gd name="connsiteY2-246" fmla="*/ 16785 h 1136323"/>
                <a:gd name="connsiteX3-247" fmla="*/ 1214315 w 1214315"/>
                <a:gd name="connsiteY3-248" fmla="*/ 1064597 h 1136323"/>
                <a:gd name="connsiteX4-249" fmla="*/ 1053964 w 1214315"/>
                <a:gd name="connsiteY4-250" fmla="*/ 1136323 h 1136323"/>
                <a:gd name="connsiteX0-251" fmla="*/ 1053964 w 1214315"/>
                <a:gd name="connsiteY0-252" fmla="*/ 1136323 h 1136323"/>
                <a:gd name="connsiteX1-253" fmla="*/ 0 w 1214315"/>
                <a:gd name="connsiteY1-254" fmla="*/ 0 h 1136323"/>
                <a:gd name="connsiteX2-255" fmla="*/ 1040633 w 1214315"/>
                <a:gd name="connsiteY2-256" fmla="*/ 16785 h 1136323"/>
                <a:gd name="connsiteX3-257" fmla="*/ 1214315 w 1214315"/>
                <a:gd name="connsiteY3-258" fmla="*/ 1064597 h 1136323"/>
                <a:gd name="connsiteX4-259" fmla="*/ 1053964 w 1214315"/>
                <a:gd name="connsiteY4-260" fmla="*/ 1136323 h 1136323"/>
                <a:gd name="connsiteX0-261" fmla="*/ 1053964 w 1214315"/>
                <a:gd name="connsiteY0-262" fmla="*/ 1136323 h 1136323"/>
                <a:gd name="connsiteX1-263" fmla="*/ 0 w 1214315"/>
                <a:gd name="connsiteY1-264" fmla="*/ 0 h 1136323"/>
                <a:gd name="connsiteX2-265" fmla="*/ 1040633 w 1214315"/>
                <a:gd name="connsiteY2-266" fmla="*/ 16785 h 1136323"/>
                <a:gd name="connsiteX3-267" fmla="*/ 1214315 w 1214315"/>
                <a:gd name="connsiteY3-268" fmla="*/ 1064597 h 1136323"/>
                <a:gd name="connsiteX4-269" fmla="*/ 1053964 w 1214315"/>
                <a:gd name="connsiteY4-270" fmla="*/ 1136323 h 1136323"/>
                <a:gd name="connsiteX0-271" fmla="*/ 1060159 w 1220510"/>
                <a:gd name="connsiteY0-272" fmla="*/ 1119627 h 1119627"/>
                <a:gd name="connsiteX1-273" fmla="*/ 0 w 1220510"/>
                <a:gd name="connsiteY1-274" fmla="*/ 249694 h 1119627"/>
                <a:gd name="connsiteX2-275" fmla="*/ 1046828 w 1220510"/>
                <a:gd name="connsiteY2-276" fmla="*/ 89 h 1119627"/>
                <a:gd name="connsiteX3-277" fmla="*/ 1220510 w 1220510"/>
                <a:gd name="connsiteY3-278" fmla="*/ 1047901 h 1119627"/>
                <a:gd name="connsiteX4-279" fmla="*/ 1060159 w 1220510"/>
                <a:gd name="connsiteY4-280" fmla="*/ 1119627 h 1119627"/>
                <a:gd name="connsiteX0-281" fmla="*/ 1060159 w 1220510"/>
                <a:gd name="connsiteY0-282" fmla="*/ 1119627 h 1119627"/>
                <a:gd name="connsiteX1-283" fmla="*/ 0 w 1220510"/>
                <a:gd name="connsiteY1-284" fmla="*/ 249694 h 1119627"/>
                <a:gd name="connsiteX2-285" fmla="*/ 1046828 w 1220510"/>
                <a:gd name="connsiteY2-286" fmla="*/ 89 h 1119627"/>
                <a:gd name="connsiteX3-287" fmla="*/ 1220510 w 1220510"/>
                <a:gd name="connsiteY3-288" fmla="*/ 1047901 h 1119627"/>
                <a:gd name="connsiteX4-289" fmla="*/ 1060159 w 1220510"/>
                <a:gd name="connsiteY4-290" fmla="*/ 1119627 h 1119627"/>
                <a:gd name="connsiteX0-291" fmla="*/ 1060159 w 1220510"/>
                <a:gd name="connsiteY0-292" fmla="*/ 1119627 h 1119627"/>
                <a:gd name="connsiteX1-293" fmla="*/ 0 w 1220510"/>
                <a:gd name="connsiteY1-294" fmla="*/ 249694 h 1119627"/>
                <a:gd name="connsiteX2-295" fmla="*/ 1046828 w 1220510"/>
                <a:gd name="connsiteY2-296" fmla="*/ 89 h 1119627"/>
                <a:gd name="connsiteX3-297" fmla="*/ 1220510 w 1220510"/>
                <a:gd name="connsiteY3-298" fmla="*/ 1047901 h 1119627"/>
                <a:gd name="connsiteX4-299" fmla="*/ 1060159 w 1220510"/>
                <a:gd name="connsiteY4-300" fmla="*/ 1119627 h 1119627"/>
                <a:gd name="connsiteX0-301" fmla="*/ 1060159 w 1220510"/>
                <a:gd name="connsiteY0-302" fmla="*/ 921649 h 921649"/>
                <a:gd name="connsiteX1-303" fmla="*/ 0 w 1220510"/>
                <a:gd name="connsiteY1-304" fmla="*/ 51716 h 921649"/>
                <a:gd name="connsiteX2-305" fmla="*/ 1059218 w 1220510"/>
                <a:gd name="connsiteY2-306" fmla="*/ 355 h 921649"/>
                <a:gd name="connsiteX3-307" fmla="*/ 1220510 w 1220510"/>
                <a:gd name="connsiteY3-308" fmla="*/ 849923 h 921649"/>
                <a:gd name="connsiteX4-309" fmla="*/ 1060159 w 1220510"/>
                <a:gd name="connsiteY4-310" fmla="*/ 921649 h 921649"/>
                <a:gd name="connsiteX0-311" fmla="*/ 1060159 w 1220510"/>
                <a:gd name="connsiteY0-312" fmla="*/ 921649 h 921649"/>
                <a:gd name="connsiteX1-313" fmla="*/ 0 w 1220510"/>
                <a:gd name="connsiteY1-314" fmla="*/ 51716 h 921649"/>
                <a:gd name="connsiteX2-315" fmla="*/ 1059218 w 1220510"/>
                <a:gd name="connsiteY2-316" fmla="*/ 355 h 921649"/>
                <a:gd name="connsiteX3-317" fmla="*/ 1220510 w 1220510"/>
                <a:gd name="connsiteY3-318" fmla="*/ 849923 h 921649"/>
                <a:gd name="connsiteX4-319" fmla="*/ 1060159 w 1220510"/>
                <a:gd name="connsiteY4-320" fmla="*/ 921649 h 921649"/>
                <a:gd name="connsiteX0-321" fmla="*/ 1060159 w 1220510"/>
                <a:gd name="connsiteY0-322" fmla="*/ 921649 h 921649"/>
                <a:gd name="connsiteX1-323" fmla="*/ 0 w 1220510"/>
                <a:gd name="connsiteY1-324" fmla="*/ 51716 h 921649"/>
                <a:gd name="connsiteX2-325" fmla="*/ 1059218 w 1220510"/>
                <a:gd name="connsiteY2-326" fmla="*/ 355 h 921649"/>
                <a:gd name="connsiteX3-327" fmla="*/ 1220510 w 1220510"/>
                <a:gd name="connsiteY3-328" fmla="*/ 849923 h 921649"/>
                <a:gd name="connsiteX4-329" fmla="*/ 1060159 w 1220510"/>
                <a:gd name="connsiteY4-330" fmla="*/ 921649 h 921649"/>
                <a:gd name="connsiteX0-331" fmla="*/ 1006934 w 1167285"/>
                <a:gd name="connsiteY0-332" fmla="*/ 967578 h 967578"/>
                <a:gd name="connsiteX1-333" fmla="*/ 0 w 1167285"/>
                <a:gd name="connsiteY1-334" fmla="*/ 0 h 967578"/>
                <a:gd name="connsiteX2-335" fmla="*/ 1005993 w 1167285"/>
                <a:gd name="connsiteY2-336" fmla="*/ 46284 h 967578"/>
                <a:gd name="connsiteX3-337" fmla="*/ 1167285 w 1167285"/>
                <a:gd name="connsiteY3-338" fmla="*/ 895852 h 967578"/>
                <a:gd name="connsiteX4-339" fmla="*/ 1006934 w 1167285"/>
                <a:gd name="connsiteY4-340" fmla="*/ 967578 h 967578"/>
                <a:gd name="connsiteX0-341" fmla="*/ 1006934 w 1167285"/>
                <a:gd name="connsiteY0-342" fmla="*/ 1132232 h 1132232"/>
                <a:gd name="connsiteX1-343" fmla="*/ 0 w 1167285"/>
                <a:gd name="connsiteY1-344" fmla="*/ 164654 h 1132232"/>
                <a:gd name="connsiteX2-345" fmla="*/ 991394 w 1167285"/>
                <a:gd name="connsiteY2-346" fmla="*/ 130 h 1132232"/>
                <a:gd name="connsiteX3-347" fmla="*/ 1167285 w 1167285"/>
                <a:gd name="connsiteY3-348" fmla="*/ 1060506 h 1132232"/>
                <a:gd name="connsiteX4-349" fmla="*/ 1006934 w 1167285"/>
                <a:gd name="connsiteY4-350" fmla="*/ 1132232 h 1132232"/>
                <a:gd name="connsiteX0-351" fmla="*/ 986900 w 1167285"/>
                <a:gd name="connsiteY0-352" fmla="*/ 1088164 h 1088164"/>
                <a:gd name="connsiteX1-353" fmla="*/ 0 w 1167285"/>
                <a:gd name="connsiteY1-354" fmla="*/ 164654 h 1088164"/>
                <a:gd name="connsiteX2-355" fmla="*/ 991394 w 1167285"/>
                <a:gd name="connsiteY2-356" fmla="*/ 130 h 1088164"/>
                <a:gd name="connsiteX3-357" fmla="*/ 1167285 w 1167285"/>
                <a:gd name="connsiteY3-358" fmla="*/ 1060506 h 1088164"/>
                <a:gd name="connsiteX4-359" fmla="*/ 986900 w 1167285"/>
                <a:gd name="connsiteY4-360" fmla="*/ 1088164 h 1088164"/>
                <a:gd name="connsiteX0-361" fmla="*/ 986900 w 1167285"/>
                <a:gd name="connsiteY0-362" fmla="*/ 1088164 h 1088164"/>
                <a:gd name="connsiteX1-363" fmla="*/ 0 w 1167285"/>
                <a:gd name="connsiteY1-364" fmla="*/ 164654 h 1088164"/>
                <a:gd name="connsiteX2-365" fmla="*/ 991394 w 1167285"/>
                <a:gd name="connsiteY2-366" fmla="*/ 130 h 1088164"/>
                <a:gd name="connsiteX3-367" fmla="*/ 1167285 w 1167285"/>
                <a:gd name="connsiteY3-368" fmla="*/ 1060506 h 1088164"/>
                <a:gd name="connsiteX4-369" fmla="*/ 986900 w 1167285"/>
                <a:gd name="connsiteY4-370" fmla="*/ 1088164 h 1088164"/>
                <a:gd name="connsiteX0-371" fmla="*/ 986900 w 1332977"/>
                <a:gd name="connsiteY0-372" fmla="*/ 1088164 h 1088164"/>
                <a:gd name="connsiteX1-373" fmla="*/ 0 w 1332977"/>
                <a:gd name="connsiteY1-374" fmla="*/ 164654 h 1088164"/>
                <a:gd name="connsiteX2-375" fmla="*/ 991394 w 1332977"/>
                <a:gd name="connsiteY2-376" fmla="*/ 130 h 1088164"/>
                <a:gd name="connsiteX3-377" fmla="*/ 1332977 w 1332977"/>
                <a:gd name="connsiteY3-378" fmla="*/ 1045574 h 1088164"/>
                <a:gd name="connsiteX4-379" fmla="*/ 986900 w 1332977"/>
                <a:gd name="connsiteY4-380" fmla="*/ 1088164 h 1088164"/>
                <a:gd name="connsiteX0-381" fmla="*/ 1029955 w 1332977"/>
                <a:gd name="connsiteY0-382" fmla="*/ 1143414 h 1143414"/>
                <a:gd name="connsiteX1-383" fmla="*/ 0 w 1332977"/>
                <a:gd name="connsiteY1-384" fmla="*/ 164654 h 1143414"/>
                <a:gd name="connsiteX2-385" fmla="*/ 991394 w 1332977"/>
                <a:gd name="connsiteY2-386" fmla="*/ 130 h 1143414"/>
                <a:gd name="connsiteX3-387" fmla="*/ 1332977 w 1332977"/>
                <a:gd name="connsiteY3-388" fmla="*/ 1045574 h 1143414"/>
                <a:gd name="connsiteX4-389" fmla="*/ 1029955 w 1332977"/>
                <a:gd name="connsiteY4-390" fmla="*/ 1143414 h 1143414"/>
                <a:gd name="connsiteX0-391" fmla="*/ 1029955 w 1332977"/>
                <a:gd name="connsiteY0-392" fmla="*/ 1143414 h 1143414"/>
                <a:gd name="connsiteX1-393" fmla="*/ 0 w 1332977"/>
                <a:gd name="connsiteY1-394" fmla="*/ 164654 h 1143414"/>
                <a:gd name="connsiteX2-395" fmla="*/ 991394 w 1332977"/>
                <a:gd name="connsiteY2-396" fmla="*/ 130 h 1143414"/>
                <a:gd name="connsiteX3-397" fmla="*/ 1332977 w 1332977"/>
                <a:gd name="connsiteY3-398" fmla="*/ 1045574 h 1143414"/>
                <a:gd name="connsiteX4-399" fmla="*/ 1029955 w 1332977"/>
                <a:gd name="connsiteY4-400" fmla="*/ 1143414 h 1143414"/>
                <a:gd name="connsiteX0-401" fmla="*/ 1029955 w 1332977"/>
                <a:gd name="connsiteY0-402" fmla="*/ 1143414 h 1143414"/>
                <a:gd name="connsiteX1-403" fmla="*/ 0 w 1332977"/>
                <a:gd name="connsiteY1-404" fmla="*/ 164654 h 1143414"/>
                <a:gd name="connsiteX2-405" fmla="*/ 991394 w 1332977"/>
                <a:gd name="connsiteY2-406" fmla="*/ 130 h 1143414"/>
                <a:gd name="connsiteX3-407" fmla="*/ 1332977 w 1332977"/>
                <a:gd name="connsiteY3-408" fmla="*/ 1045574 h 1143414"/>
                <a:gd name="connsiteX4-409" fmla="*/ 1029955 w 1332977"/>
                <a:gd name="connsiteY4-410" fmla="*/ 1143414 h 1143414"/>
                <a:gd name="connsiteX0-411" fmla="*/ 1029955 w 1332977"/>
                <a:gd name="connsiteY0-412" fmla="*/ 1143414 h 1143414"/>
                <a:gd name="connsiteX1-413" fmla="*/ 0 w 1332977"/>
                <a:gd name="connsiteY1-414" fmla="*/ 164654 h 1143414"/>
                <a:gd name="connsiteX2-415" fmla="*/ 991394 w 1332977"/>
                <a:gd name="connsiteY2-416" fmla="*/ 130 h 1143414"/>
                <a:gd name="connsiteX3-417" fmla="*/ 1332977 w 1332977"/>
                <a:gd name="connsiteY3-418" fmla="*/ 1045574 h 1143414"/>
                <a:gd name="connsiteX4-419" fmla="*/ 1029955 w 1332977"/>
                <a:gd name="connsiteY4-420" fmla="*/ 1143414 h 1143414"/>
                <a:gd name="connsiteX0-421" fmla="*/ 1029955 w 1332977"/>
                <a:gd name="connsiteY0-422" fmla="*/ 1143414 h 1143414"/>
                <a:gd name="connsiteX1-423" fmla="*/ 0 w 1332977"/>
                <a:gd name="connsiteY1-424" fmla="*/ 164654 h 1143414"/>
                <a:gd name="connsiteX2-425" fmla="*/ 991394 w 1332977"/>
                <a:gd name="connsiteY2-426" fmla="*/ 130 h 1143414"/>
                <a:gd name="connsiteX3-427" fmla="*/ 1332977 w 1332977"/>
                <a:gd name="connsiteY3-428" fmla="*/ 1045574 h 1143414"/>
                <a:gd name="connsiteX4-429" fmla="*/ 1029955 w 1332977"/>
                <a:gd name="connsiteY4-430" fmla="*/ 1143414 h 1143414"/>
                <a:gd name="connsiteX0-431" fmla="*/ 1029955 w 1332977"/>
                <a:gd name="connsiteY0-432" fmla="*/ 1143414 h 1143414"/>
                <a:gd name="connsiteX1-433" fmla="*/ 0 w 1332977"/>
                <a:gd name="connsiteY1-434" fmla="*/ 164654 h 1143414"/>
                <a:gd name="connsiteX2-435" fmla="*/ 991394 w 1332977"/>
                <a:gd name="connsiteY2-436" fmla="*/ 130 h 1143414"/>
                <a:gd name="connsiteX3-437" fmla="*/ 1332977 w 1332977"/>
                <a:gd name="connsiteY3-438" fmla="*/ 1045574 h 1143414"/>
                <a:gd name="connsiteX4-439" fmla="*/ 1029955 w 1332977"/>
                <a:gd name="connsiteY4-440" fmla="*/ 1143414 h 1143414"/>
                <a:gd name="connsiteX0-441" fmla="*/ 302061 w 1332977"/>
                <a:gd name="connsiteY0-442" fmla="*/ 1951097 h 1951096"/>
                <a:gd name="connsiteX1-443" fmla="*/ 0 w 1332977"/>
                <a:gd name="connsiteY1-444" fmla="*/ 164654 h 1951096"/>
                <a:gd name="connsiteX2-445" fmla="*/ 991394 w 1332977"/>
                <a:gd name="connsiteY2-446" fmla="*/ 130 h 1951096"/>
                <a:gd name="connsiteX3-447" fmla="*/ 1332977 w 1332977"/>
                <a:gd name="connsiteY3-448" fmla="*/ 1045574 h 1951096"/>
                <a:gd name="connsiteX4-449" fmla="*/ 302061 w 1332977"/>
                <a:gd name="connsiteY4-450" fmla="*/ 1951097 h 1951096"/>
                <a:gd name="connsiteX0-451" fmla="*/ 302061 w 1008228"/>
                <a:gd name="connsiteY0-452" fmla="*/ 1951097 h 1951097"/>
                <a:gd name="connsiteX1-453" fmla="*/ 0 w 1008228"/>
                <a:gd name="connsiteY1-454" fmla="*/ 164654 h 1951097"/>
                <a:gd name="connsiteX2-455" fmla="*/ 991394 w 1008228"/>
                <a:gd name="connsiteY2-456" fmla="*/ 130 h 1951097"/>
                <a:gd name="connsiteX3-457" fmla="*/ 628320 w 1008228"/>
                <a:gd name="connsiteY3-458" fmla="*/ 1842100 h 1951097"/>
                <a:gd name="connsiteX4-459" fmla="*/ 302061 w 1008228"/>
                <a:gd name="connsiteY4-460" fmla="*/ 1951097 h 1951097"/>
                <a:gd name="connsiteX0-461" fmla="*/ 302061 w 1020405"/>
                <a:gd name="connsiteY0-462" fmla="*/ 1951097 h 1951097"/>
                <a:gd name="connsiteX1-463" fmla="*/ 0 w 1020405"/>
                <a:gd name="connsiteY1-464" fmla="*/ 164654 h 1951097"/>
                <a:gd name="connsiteX2-465" fmla="*/ 991394 w 1020405"/>
                <a:gd name="connsiteY2-466" fmla="*/ 130 h 1951097"/>
                <a:gd name="connsiteX3-467" fmla="*/ 628320 w 1020405"/>
                <a:gd name="connsiteY3-468" fmla="*/ 1842100 h 1951097"/>
                <a:gd name="connsiteX4-469" fmla="*/ 302061 w 1020405"/>
                <a:gd name="connsiteY4-470" fmla="*/ 1951097 h 1951097"/>
                <a:gd name="connsiteX0-471" fmla="*/ 302061 w 991394"/>
                <a:gd name="connsiteY0-472" fmla="*/ 1951097 h 1951097"/>
                <a:gd name="connsiteX1-473" fmla="*/ 0 w 991394"/>
                <a:gd name="connsiteY1-474" fmla="*/ 164654 h 1951097"/>
                <a:gd name="connsiteX2-475" fmla="*/ 991394 w 991394"/>
                <a:gd name="connsiteY2-476" fmla="*/ 130 h 1951097"/>
                <a:gd name="connsiteX3-477" fmla="*/ 628320 w 991394"/>
                <a:gd name="connsiteY3-478" fmla="*/ 1842100 h 1951097"/>
                <a:gd name="connsiteX4-479" fmla="*/ 302061 w 991394"/>
                <a:gd name="connsiteY4-480" fmla="*/ 1951097 h 1951097"/>
                <a:gd name="connsiteX0-481" fmla="*/ 271973 w 991394"/>
                <a:gd name="connsiteY0-482" fmla="*/ 1956074 h 1956074"/>
                <a:gd name="connsiteX1-483" fmla="*/ 0 w 991394"/>
                <a:gd name="connsiteY1-484" fmla="*/ 164654 h 1956074"/>
                <a:gd name="connsiteX2-485" fmla="*/ 991394 w 991394"/>
                <a:gd name="connsiteY2-486" fmla="*/ 130 h 1956074"/>
                <a:gd name="connsiteX3-487" fmla="*/ 628320 w 991394"/>
                <a:gd name="connsiteY3-488" fmla="*/ 1842100 h 1956074"/>
                <a:gd name="connsiteX4-489" fmla="*/ 271973 w 991394"/>
                <a:gd name="connsiteY4-490" fmla="*/ 1956074 h 1956074"/>
                <a:gd name="connsiteX0-491" fmla="*/ 271973 w 991394"/>
                <a:gd name="connsiteY0-492" fmla="*/ 1956074 h 1956074"/>
                <a:gd name="connsiteX1-493" fmla="*/ 0 w 991394"/>
                <a:gd name="connsiteY1-494" fmla="*/ 164654 h 1956074"/>
                <a:gd name="connsiteX2-495" fmla="*/ 991394 w 991394"/>
                <a:gd name="connsiteY2-496" fmla="*/ 130 h 1956074"/>
                <a:gd name="connsiteX3-497" fmla="*/ 628320 w 991394"/>
                <a:gd name="connsiteY3-498" fmla="*/ 1842100 h 1956074"/>
                <a:gd name="connsiteX4-499" fmla="*/ 271973 w 991394"/>
                <a:gd name="connsiteY4-500" fmla="*/ 1956074 h 1956074"/>
                <a:gd name="connsiteX0-501" fmla="*/ 271973 w 991394"/>
                <a:gd name="connsiteY0-502" fmla="*/ 1956074 h 1956074"/>
                <a:gd name="connsiteX1-503" fmla="*/ 0 w 991394"/>
                <a:gd name="connsiteY1-504" fmla="*/ 164654 h 1956074"/>
                <a:gd name="connsiteX2-505" fmla="*/ 991394 w 991394"/>
                <a:gd name="connsiteY2-506" fmla="*/ 130 h 1956074"/>
                <a:gd name="connsiteX3-507" fmla="*/ 628320 w 991394"/>
                <a:gd name="connsiteY3-508" fmla="*/ 1842100 h 1956074"/>
                <a:gd name="connsiteX4-509" fmla="*/ 271973 w 991394"/>
                <a:gd name="connsiteY4-510" fmla="*/ 1956074 h 195607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991394" h="1956074">
                  <a:moveTo>
                    <a:pt x="271973" y="1956074"/>
                  </a:moveTo>
                  <a:cubicBezTo>
                    <a:pt x="357744" y="1054071"/>
                    <a:pt x="286439" y="1036036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818067" y="853650"/>
                    <a:pt x="760467" y="804686"/>
                    <a:pt x="628320" y="1842100"/>
                  </a:cubicBezTo>
                  <a:cubicBezTo>
                    <a:pt x="479006" y="1825527"/>
                    <a:pt x="436285" y="1872332"/>
                    <a:pt x="271973" y="1956074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599" name="Group 11"/>
            <p:cNvGrpSpPr/>
            <p:nvPr/>
          </p:nvGrpSpPr>
          <p:grpSpPr>
            <a:xfrm>
              <a:off x="537654" y="4169528"/>
              <a:ext cx="1679208" cy="2120890"/>
              <a:chOff x="537654" y="4169528"/>
              <a:chExt cx="1679208" cy="2120890"/>
            </a:xfrm>
          </p:grpSpPr>
          <p:sp>
            <p:nvSpPr>
              <p:cNvPr id="600" name="Rectangle 480"/>
              <p:cNvSpPr/>
              <p:nvPr/>
            </p:nvSpPr>
            <p:spPr bwMode="auto">
              <a:xfrm rot="10800000">
                <a:off x="809301" y="4261100"/>
                <a:ext cx="1027112" cy="99448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601" name="Group 104"/>
              <p:cNvGrpSpPr/>
              <p:nvPr/>
            </p:nvGrpSpPr>
            <p:grpSpPr bwMode="auto">
              <a:xfrm>
                <a:off x="812771" y="5933069"/>
                <a:ext cx="1034710" cy="357349"/>
                <a:chOff x="4128636" y="3606589"/>
                <a:chExt cx="568145" cy="338667"/>
              </a:xfrm>
            </p:grpSpPr>
            <p:sp>
              <p:nvSpPr>
                <p:cNvPr id="624" name="Oval 495"/>
                <p:cNvSpPr/>
                <p:nvPr/>
              </p:nvSpPr>
              <p:spPr>
                <a:xfrm>
                  <a:off x="4128649" y="3720080"/>
                  <a:ext cx="568332" cy="225176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25" name="Rectangle 496"/>
                <p:cNvSpPr/>
                <p:nvPr/>
              </p:nvSpPr>
              <p:spPr>
                <a:xfrm>
                  <a:off x="4128649" y="3720080"/>
                  <a:ext cx="568332" cy="111898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26" name="Oval 497"/>
                <p:cNvSpPr/>
                <p:nvPr/>
              </p:nvSpPr>
              <p:spPr>
                <a:xfrm>
                  <a:off x="4128649" y="3606801"/>
                  <a:ext cx="568332" cy="225176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  <a:alpha val="7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627" name="Straight Connector 498"/>
                <p:cNvCxnSpPr/>
                <p:nvPr/>
              </p:nvCxnSpPr>
              <p:spPr>
                <a:xfrm>
                  <a:off x="4696981" y="3720080"/>
                  <a:ext cx="0" cy="111898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8" name="Straight Connector 499"/>
                <p:cNvCxnSpPr/>
                <p:nvPr/>
              </p:nvCxnSpPr>
              <p:spPr>
                <a:xfrm>
                  <a:off x="4128649" y="3720080"/>
                  <a:ext cx="0" cy="111898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02" name="Rectangle 482"/>
              <p:cNvSpPr/>
              <p:nvPr/>
            </p:nvSpPr>
            <p:spPr bwMode="auto">
              <a:xfrm>
                <a:off x="817079" y="5203658"/>
                <a:ext cx="1027112" cy="860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60000"/>
                      <a:lumOff val="40000"/>
                      <a:alpha val="62000"/>
                    </a:schemeClr>
                  </a:gs>
                  <a:gs pos="54000">
                    <a:schemeClr val="accent2">
                      <a:lumMod val="40000"/>
                      <a:lumOff val="6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603" name="Straight Connector 483"/>
              <p:cNvCxnSpPr>
                <a:endCxn id="625" idx="1"/>
              </p:cNvCxnSpPr>
              <p:nvPr/>
            </p:nvCxnSpPr>
            <p:spPr bwMode="auto">
              <a:xfrm>
                <a:off x="801363" y="4466995"/>
                <a:ext cx="11432" cy="1644862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4" name="Straight Connector 484"/>
              <p:cNvCxnSpPr>
                <a:endCxn id="625" idx="3"/>
              </p:cNvCxnSpPr>
              <p:nvPr/>
            </p:nvCxnSpPr>
            <p:spPr bwMode="auto">
              <a:xfrm>
                <a:off x="1842763" y="4466995"/>
                <a:ext cx="5083" cy="1644862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05" name="Group 9"/>
              <p:cNvGrpSpPr/>
              <p:nvPr/>
            </p:nvGrpSpPr>
            <p:grpSpPr bwMode="auto">
              <a:xfrm>
                <a:off x="777993" y="4169528"/>
                <a:ext cx="1079500" cy="395024"/>
                <a:chOff x="2183302" y="1574638"/>
                <a:chExt cx="1200154" cy="430181"/>
              </a:xfrm>
            </p:grpSpPr>
            <p:sp>
              <p:nvSpPr>
                <p:cNvPr id="615" name="Oval 486"/>
                <p:cNvSpPr/>
                <p:nvPr/>
              </p:nvSpPr>
              <p:spPr bwMode="auto">
                <a:xfrm flipV="1">
                  <a:off x="2186832" y="1690517"/>
                  <a:ext cx="1194859" cy="31430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20000"/>
                        <a:lumOff val="80000"/>
                      </a:schemeClr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6" name="Rectangle 487"/>
                <p:cNvSpPr/>
                <p:nvPr/>
              </p:nvSpPr>
              <p:spPr bwMode="auto">
                <a:xfrm>
                  <a:off x="2183302" y="1734964"/>
                  <a:ext cx="1198389" cy="112704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7" name="Oval 488"/>
                <p:cNvSpPr/>
                <p:nvPr/>
              </p:nvSpPr>
              <p:spPr bwMode="auto">
                <a:xfrm flipV="1">
                  <a:off x="2183302" y="1574638"/>
                  <a:ext cx="1196624" cy="314302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8" name="Freeform 489"/>
                <p:cNvSpPr/>
                <p:nvPr/>
              </p:nvSpPr>
              <p:spPr bwMode="auto">
                <a:xfrm>
                  <a:off x="2490400" y="1671469"/>
                  <a:ext cx="582428" cy="15715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9" name="Freeform 490"/>
                <p:cNvSpPr/>
                <p:nvPr/>
              </p:nvSpPr>
              <p:spPr bwMode="auto">
                <a:xfrm>
                  <a:off x="2430393" y="1630197"/>
                  <a:ext cx="702443" cy="109529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20" name="Freeform 491"/>
                <p:cNvSpPr/>
                <p:nvPr/>
              </p:nvSpPr>
              <p:spPr bwMode="auto">
                <a:xfrm>
                  <a:off x="2892805" y="1723852"/>
                  <a:ext cx="257680" cy="95243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21" name="Freeform 492"/>
                <p:cNvSpPr/>
                <p:nvPr/>
              </p:nvSpPr>
              <p:spPr bwMode="auto">
                <a:xfrm>
                  <a:off x="2418037" y="1725440"/>
                  <a:ext cx="254150" cy="95243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622" name="Straight Connector 493"/>
                <p:cNvCxnSpPr>
                  <a:endCxn id="617" idx="2"/>
                </p:cNvCxnSpPr>
                <p:nvPr/>
              </p:nvCxnSpPr>
              <p:spPr bwMode="auto">
                <a:xfrm flipH="1" flipV="1">
                  <a:off x="2183302" y="1731787"/>
                  <a:ext cx="3530" cy="122228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3" name="Straight Connector 494"/>
                <p:cNvCxnSpPr/>
                <p:nvPr/>
              </p:nvCxnSpPr>
              <p:spPr bwMode="auto">
                <a:xfrm flipH="1" flipV="1">
                  <a:off x="3379926" y="1728615"/>
                  <a:ext cx="3530" cy="122228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06" name="Rectangle 471"/>
              <p:cNvSpPr/>
              <p:nvPr/>
            </p:nvSpPr>
            <p:spPr bwMode="auto">
              <a:xfrm>
                <a:off x="546153" y="4588083"/>
                <a:ext cx="1670709" cy="13038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7" name="TextBox 472"/>
              <p:cNvSpPr txBox="1"/>
              <p:nvPr/>
            </p:nvSpPr>
            <p:spPr>
              <a:xfrm>
                <a:off x="540390" y="4583226"/>
                <a:ext cx="59503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目的</a:t>
                </a:r>
                <a:endParaRPr lang="en-US" sz="16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8" name="TextBox 473"/>
              <p:cNvSpPr txBox="1"/>
              <p:nvPr/>
            </p:nvSpPr>
            <p:spPr>
              <a:xfrm>
                <a:off x="1162170" y="4587898"/>
                <a:ext cx="103314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zh-CN" alt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接口</a:t>
                </a:r>
                <a:endParaRPr lang="en-US" sz="16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609" name="Straight Connector 474"/>
              <p:cNvCxnSpPr/>
              <p:nvPr/>
            </p:nvCxnSpPr>
            <p:spPr bwMode="auto">
              <a:xfrm>
                <a:off x="1154183" y="4593421"/>
                <a:ext cx="1345" cy="1293547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10" name="Straight Connector 475"/>
              <p:cNvCxnSpPr/>
              <p:nvPr/>
            </p:nvCxnSpPr>
            <p:spPr bwMode="auto">
              <a:xfrm flipH="1">
                <a:off x="537654" y="4911108"/>
                <a:ext cx="1679208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11" name="TextBox 476"/>
              <p:cNvSpPr txBox="1"/>
              <p:nvPr/>
            </p:nvSpPr>
            <p:spPr>
              <a:xfrm>
                <a:off x="624887" y="4890436"/>
                <a:ext cx="415498" cy="92333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…</a:t>
                </a:r>
              </a:p>
              <a:p>
                <a:endParaRPr lang="en-US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  <a:p>
                <a:r>
                  <a:rPr lang="en-US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612" name="TextBox 477"/>
              <p:cNvSpPr txBox="1"/>
              <p:nvPr/>
            </p:nvSpPr>
            <p:spPr>
              <a:xfrm>
                <a:off x="649592" y="5234010"/>
                <a:ext cx="35137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C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X</a:t>
                </a:r>
              </a:p>
            </p:txBody>
          </p:sp>
          <p:sp>
            <p:nvSpPr>
              <p:cNvPr id="613" name="TextBox 478"/>
              <p:cNvSpPr txBox="1"/>
              <p:nvPr/>
            </p:nvSpPr>
            <p:spPr>
              <a:xfrm>
                <a:off x="1472529" y="4875930"/>
                <a:ext cx="415498" cy="92333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…</a:t>
                </a:r>
              </a:p>
              <a:p>
                <a:endParaRPr lang="en-US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  <a:p>
                <a:r>
                  <a:rPr lang="en-US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614" name="TextBox 479"/>
              <p:cNvSpPr txBox="1"/>
              <p:nvPr/>
            </p:nvSpPr>
            <p:spPr>
              <a:xfrm>
                <a:off x="1494854" y="5230059"/>
                <a:ext cx="30008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C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2</a:t>
                </a:r>
              </a:p>
            </p:txBody>
          </p:sp>
        </p:grpSp>
      </p:grpSp>
      <p:grpSp>
        <p:nvGrpSpPr>
          <p:cNvPr id="629" name="Group 267"/>
          <p:cNvGrpSpPr/>
          <p:nvPr/>
        </p:nvGrpSpPr>
        <p:grpSpPr>
          <a:xfrm>
            <a:off x="1043616" y="2140992"/>
            <a:ext cx="474928" cy="686044"/>
            <a:chOff x="1149470" y="2245331"/>
            <a:chExt cx="474928" cy="686044"/>
          </a:xfrm>
        </p:grpSpPr>
        <p:sp>
          <p:nvSpPr>
            <p:cNvPr id="630" name="TextBox 332"/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/>
                <a:t>1</a:t>
              </a:r>
            </a:p>
          </p:txBody>
        </p:sp>
        <p:sp>
          <p:nvSpPr>
            <p:cNvPr id="631" name="TextBox 334"/>
            <p:cNvSpPr txBox="1"/>
            <p:nvPr/>
          </p:nvSpPr>
          <p:spPr>
            <a:xfrm>
              <a:off x="1339883" y="2623598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/>
                <a:t>2</a:t>
              </a:r>
            </a:p>
          </p:txBody>
        </p:sp>
      </p:grpSp>
      <p:cxnSp>
        <p:nvCxnSpPr>
          <p:cNvPr id="632" name="Straight Arrow Connector 14"/>
          <p:cNvCxnSpPr/>
          <p:nvPr/>
        </p:nvCxnSpPr>
        <p:spPr bwMode="auto">
          <a:xfrm>
            <a:off x="1039098" y="2644067"/>
            <a:ext cx="315088" cy="241540"/>
          </a:xfrm>
          <a:prstGeom prst="straightConnector1">
            <a:avLst/>
          </a:prstGeom>
          <a:solidFill>
            <a:schemeClr val="accent1"/>
          </a:solidFill>
          <a:ln w="38100" cap="flat" cmpd="sng" algn="ctr">
            <a:solidFill>
              <a:srgbClr val="CC0000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633" name="Straight Connector 339"/>
          <p:cNvCxnSpPr/>
          <p:nvPr/>
        </p:nvCxnSpPr>
        <p:spPr bwMode="auto">
          <a:xfrm flipH="1">
            <a:off x="2941047" y="2417822"/>
            <a:ext cx="2716814" cy="143913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34" name="Rectangle 4"/>
          <p:cNvSpPr txBox="1">
            <a:spLocks noChangeArrowheads="1"/>
          </p:cNvSpPr>
          <p:nvPr/>
        </p:nvSpPr>
        <p:spPr>
          <a:xfrm>
            <a:off x="2366218" y="4562707"/>
            <a:ext cx="6498382" cy="50883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8605" indent="-268605">
              <a:lnSpc>
                <a:spcPts val="3000"/>
              </a:lnSpc>
              <a:spcBef>
                <a:spcPts val="600"/>
              </a:spcBef>
              <a:buClr>
                <a:srgbClr val="C00000"/>
              </a:buClr>
              <a:buFont typeface="Wingdings" panose="05000000000000000000" pitchFamily="2" charset="2"/>
              <a:buChar char="n"/>
            </a:pPr>
            <a:r>
              <a: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1a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1b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通过</a:t>
            </a:r>
            <a:r>
              <a:rPr lang="en-US" sz="20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iBGP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从</a:t>
            </a:r>
            <a:r>
              <a: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1c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学习到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X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的路径：通过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1c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到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X</a:t>
            </a:r>
            <a:endParaRPr lang="en-US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635" name="Rectangle 4"/>
          <p:cNvSpPr txBox="1">
            <a:spLocks noChangeArrowheads="1"/>
          </p:cNvSpPr>
          <p:nvPr/>
        </p:nvSpPr>
        <p:spPr bwMode="auto">
          <a:xfrm>
            <a:off x="2376317" y="5125351"/>
            <a:ext cx="6290390" cy="61928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/>
              <a:buChar char="•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268605" indent="-268605">
              <a:lnSpc>
                <a:spcPct val="90000"/>
              </a:lnSpc>
              <a:buClr>
                <a:srgbClr val="C00000"/>
              </a:buClr>
              <a:buFont typeface="Wingdings" panose="05000000000000000000" pitchFamily="2" charset="2"/>
              <a:buChar char="n"/>
            </a:pPr>
            <a:r>
              <a: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1d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</a:t>
            </a:r>
            <a:r>
              <a: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OSPF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域内路由：到达</a:t>
            </a:r>
            <a:r>
              <a: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1c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，转发到本地接口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endParaRPr lang="en-US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53" name="Rectangle 4"/>
          <p:cNvSpPr txBox="1">
            <a:spLocks noChangeArrowheads="1"/>
          </p:cNvSpPr>
          <p:nvPr/>
        </p:nvSpPr>
        <p:spPr bwMode="auto">
          <a:xfrm>
            <a:off x="2376318" y="5607103"/>
            <a:ext cx="6290390" cy="40041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/>
              <a:buChar char="•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268605" indent="-268605">
              <a:lnSpc>
                <a:spcPct val="90000"/>
              </a:lnSpc>
              <a:buClr>
                <a:srgbClr val="C00000"/>
              </a:buClr>
              <a:buFont typeface="Wingdings" panose="05000000000000000000" pitchFamily="2" charset="2"/>
              <a:buChar char="n"/>
            </a:pPr>
            <a:r>
              <a: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1a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</a:t>
            </a:r>
            <a:r>
              <a: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OSPF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域内路由：到达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1c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，转发到本地接口</a:t>
            </a:r>
            <a:r>
              <a: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3" grpId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5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609600"/>
            <a:ext cx="8496300" cy="803275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BGP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基于策略的路由控制</a:t>
            </a:r>
            <a:endParaRPr lang="en-US" altLang="zh-CN" sz="28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35847" name="Rectangle 5"/>
          <p:cNvSpPr>
            <a:spLocks noChangeArrowheads="1"/>
          </p:cNvSpPr>
          <p:nvPr/>
        </p:nvSpPr>
        <p:spPr bwMode="auto">
          <a:xfrm>
            <a:off x="361949" y="4972283"/>
            <a:ext cx="7193235" cy="1244844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/>
          <a:lstStyle/>
          <a:p>
            <a:pPr marL="342900" indent="-342900">
              <a:lnSpc>
                <a:spcPts val="2800"/>
              </a:lnSpc>
              <a:spcBef>
                <a:spcPts val="600"/>
              </a:spcBef>
              <a:buFontTx/>
              <a:buBlip>
                <a:blip r:embed="rId3"/>
              </a:buBlip>
              <a:defRPr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例如：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X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连接两个提供者网络（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dual-homed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742950" lvl="1" indent="-285750">
              <a:lnSpc>
                <a:spcPts val="2800"/>
              </a:lnSpc>
              <a:spcBef>
                <a:spcPts val="600"/>
              </a:spcBef>
              <a:buFontTx/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如果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X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为用户网络，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X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不想从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B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到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C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的数据包经过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X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，则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X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不向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B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通告到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C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的路由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8" name="AutoShape 6"/>
          <p:cNvSpPr>
            <a:spLocks noChangeAspect="1" noChangeArrowheads="1" noTextEdit="1"/>
          </p:cNvSpPr>
          <p:nvPr/>
        </p:nvSpPr>
        <p:spPr bwMode="auto">
          <a:xfrm>
            <a:off x="778237" y="2242033"/>
            <a:ext cx="7587526" cy="3048000"/>
          </a:xfrm>
          <a:prstGeom prst="rect">
            <a:avLst/>
          </a:prstGeom>
          <a:noFill/>
          <a:ln>
            <a:noFill/>
          </a:ln>
        </p:spPr>
        <p:txBody>
          <a:bodyPr/>
          <a:lstStyle/>
          <a:p>
            <a:endParaRPr 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995363" y="2615523"/>
            <a:ext cx="6752740" cy="2009775"/>
            <a:chOff x="1006710" y="2543658"/>
            <a:chExt cx="6752740" cy="2009775"/>
          </a:xfrm>
        </p:grpSpPr>
        <p:sp>
          <p:nvSpPr>
            <p:cNvPr id="9" name="Freeform 7"/>
            <p:cNvSpPr/>
            <p:nvPr/>
          </p:nvSpPr>
          <p:spPr bwMode="auto">
            <a:xfrm>
              <a:off x="2858456" y="2634146"/>
              <a:ext cx="899511" cy="577850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txBody>
            <a:bodyPr/>
            <a:lstStyle/>
            <a:p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" name="Freeform 8"/>
            <p:cNvSpPr/>
            <p:nvPr/>
          </p:nvSpPr>
          <p:spPr bwMode="auto">
            <a:xfrm>
              <a:off x="1818346" y="3165958"/>
              <a:ext cx="897913" cy="579438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txBody>
            <a:bodyPr/>
            <a:lstStyle/>
            <a:p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1" name="Rectangle 9"/>
            <p:cNvSpPr>
              <a:spLocks noChangeArrowheads="1"/>
            </p:cNvSpPr>
            <p:nvPr/>
          </p:nvSpPr>
          <p:spPr bwMode="auto">
            <a:xfrm flipH="1">
              <a:off x="2190613" y="3316771"/>
              <a:ext cx="118231" cy="274638"/>
            </a:xfrm>
            <a:prstGeom prst="rect">
              <a:avLst/>
            </a:prstGeom>
            <a:noFill/>
            <a:ln>
              <a:noFill/>
            </a:ln>
          </p:spPr>
          <p:txBody>
            <a:bodyPr lIns="0" tIns="0" rIns="0" bIns="0">
              <a:spAutoFit/>
            </a:bodyPr>
            <a:lstStyle/>
            <a:p>
              <a:r>
                <a:rPr lang="en-US" b="1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12" name="Rectangle 10"/>
            <p:cNvSpPr>
              <a:spLocks noChangeArrowheads="1"/>
            </p:cNvSpPr>
            <p:nvPr/>
          </p:nvSpPr>
          <p:spPr bwMode="auto">
            <a:xfrm>
              <a:off x="3281849" y="2796071"/>
              <a:ext cx="153888" cy="276999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b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B</a:t>
              </a:r>
            </a:p>
          </p:txBody>
        </p:sp>
        <p:sp>
          <p:nvSpPr>
            <p:cNvPr id="13" name="Freeform 11"/>
            <p:cNvSpPr/>
            <p:nvPr/>
          </p:nvSpPr>
          <p:spPr bwMode="auto">
            <a:xfrm>
              <a:off x="2919169" y="3629508"/>
              <a:ext cx="902706" cy="574675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txBody>
            <a:bodyPr/>
            <a:lstStyle/>
            <a:p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4" name="Rectangle 12"/>
            <p:cNvSpPr>
              <a:spLocks noChangeArrowheads="1"/>
            </p:cNvSpPr>
            <p:nvPr/>
          </p:nvSpPr>
          <p:spPr bwMode="auto">
            <a:xfrm>
              <a:off x="3328183" y="3748571"/>
              <a:ext cx="166712" cy="276999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b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C</a:t>
              </a:r>
            </a:p>
          </p:txBody>
        </p:sp>
        <p:sp>
          <p:nvSpPr>
            <p:cNvPr id="15" name="Rectangle 13"/>
            <p:cNvSpPr>
              <a:spLocks noChangeArrowheads="1"/>
            </p:cNvSpPr>
            <p:nvPr/>
          </p:nvSpPr>
          <p:spPr bwMode="auto">
            <a:xfrm>
              <a:off x="3435229" y="3748571"/>
              <a:ext cx="44884" cy="215444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 </a:t>
              </a:r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6" name="Freeform 14"/>
            <p:cNvSpPr/>
            <p:nvPr/>
          </p:nvSpPr>
          <p:spPr bwMode="auto">
            <a:xfrm>
              <a:off x="1006710" y="3237396"/>
              <a:ext cx="348301" cy="341313"/>
            </a:xfrm>
            <a:custGeom>
              <a:avLst/>
              <a:gdLst>
                <a:gd name="T0" fmla="*/ 99 w 218"/>
                <a:gd name="T1" fmla="*/ 0 h 215"/>
                <a:gd name="T2" fmla="*/ 78 w 218"/>
                <a:gd name="T3" fmla="*/ 6 h 215"/>
                <a:gd name="T4" fmla="*/ 56 w 218"/>
                <a:gd name="T5" fmla="*/ 14 h 215"/>
                <a:gd name="T6" fmla="*/ 40 w 218"/>
                <a:gd name="T7" fmla="*/ 25 h 215"/>
                <a:gd name="T8" fmla="*/ 24 w 218"/>
                <a:gd name="T9" fmla="*/ 41 h 215"/>
                <a:gd name="T10" fmla="*/ 13 w 218"/>
                <a:gd name="T11" fmla="*/ 57 h 215"/>
                <a:gd name="T12" fmla="*/ 5 w 218"/>
                <a:gd name="T13" fmla="*/ 76 h 215"/>
                <a:gd name="T14" fmla="*/ 0 w 218"/>
                <a:gd name="T15" fmla="*/ 97 h 215"/>
                <a:gd name="T16" fmla="*/ 0 w 218"/>
                <a:gd name="T17" fmla="*/ 118 h 215"/>
                <a:gd name="T18" fmla="*/ 5 w 218"/>
                <a:gd name="T19" fmla="*/ 140 h 215"/>
                <a:gd name="T20" fmla="*/ 13 w 218"/>
                <a:gd name="T21" fmla="*/ 159 h 215"/>
                <a:gd name="T22" fmla="*/ 24 w 218"/>
                <a:gd name="T23" fmla="*/ 175 h 215"/>
                <a:gd name="T24" fmla="*/ 40 w 218"/>
                <a:gd name="T25" fmla="*/ 191 h 215"/>
                <a:gd name="T26" fmla="*/ 56 w 218"/>
                <a:gd name="T27" fmla="*/ 202 h 215"/>
                <a:gd name="T28" fmla="*/ 78 w 218"/>
                <a:gd name="T29" fmla="*/ 210 h 215"/>
                <a:gd name="T30" fmla="*/ 99 w 218"/>
                <a:gd name="T31" fmla="*/ 215 h 215"/>
                <a:gd name="T32" fmla="*/ 121 w 218"/>
                <a:gd name="T33" fmla="*/ 215 h 215"/>
                <a:gd name="T34" fmla="*/ 142 w 218"/>
                <a:gd name="T35" fmla="*/ 210 h 215"/>
                <a:gd name="T36" fmla="*/ 161 w 218"/>
                <a:gd name="T37" fmla="*/ 202 h 215"/>
                <a:gd name="T38" fmla="*/ 177 w 218"/>
                <a:gd name="T39" fmla="*/ 191 h 215"/>
                <a:gd name="T40" fmla="*/ 193 w 218"/>
                <a:gd name="T41" fmla="*/ 175 h 215"/>
                <a:gd name="T42" fmla="*/ 204 w 218"/>
                <a:gd name="T43" fmla="*/ 159 h 215"/>
                <a:gd name="T44" fmla="*/ 212 w 218"/>
                <a:gd name="T45" fmla="*/ 140 h 215"/>
                <a:gd name="T46" fmla="*/ 218 w 218"/>
                <a:gd name="T47" fmla="*/ 118 h 215"/>
                <a:gd name="T48" fmla="*/ 218 w 218"/>
                <a:gd name="T49" fmla="*/ 97 h 215"/>
                <a:gd name="T50" fmla="*/ 212 w 218"/>
                <a:gd name="T51" fmla="*/ 76 h 215"/>
                <a:gd name="T52" fmla="*/ 204 w 218"/>
                <a:gd name="T53" fmla="*/ 57 h 215"/>
                <a:gd name="T54" fmla="*/ 193 w 218"/>
                <a:gd name="T55" fmla="*/ 41 h 215"/>
                <a:gd name="T56" fmla="*/ 177 w 218"/>
                <a:gd name="T57" fmla="*/ 25 h 215"/>
                <a:gd name="T58" fmla="*/ 161 w 218"/>
                <a:gd name="T59" fmla="*/ 14 h 215"/>
                <a:gd name="T60" fmla="*/ 142 w 218"/>
                <a:gd name="T61" fmla="*/ 6 h 215"/>
                <a:gd name="T62" fmla="*/ 121 w 218"/>
                <a:gd name="T63" fmla="*/ 0 h 21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5"/>
                <a:gd name="T98" fmla="*/ 218 w 218"/>
                <a:gd name="T99" fmla="*/ 215 h 21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5">
                  <a:moveTo>
                    <a:pt x="110" y="0"/>
                  </a:moveTo>
                  <a:lnTo>
                    <a:pt x="99" y="0"/>
                  </a:lnTo>
                  <a:lnTo>
                    <a:pt x="88" y="3"/>
                  </a:lnTo>
                  <a:lnTo>
                    <a:pt x="78" y="6"/>
                  </a:lnTo>
                  <a:lnTo>
                    <a:pt x="67" y="9"/>
                  </a:lnTo>
                  <a:lnTo>
                    <a:pt x="56" y="14"/>
                  </a:lnTo>
                  <a:lnTo>
                    <a:pt x="48" y="19"/>
                  </a:lnTo>
                  <a:lnTo>
                    <a:pt x="40" y="25"/>
                  </a:lnTo>
                  <a:lnTo>
                    <a:pt x="32" y="33"/>
                  </a:lnTo>
                  <a:lnTo>
                    <a:pt x="24" y="41"/>
                  </a:lnTo>
                  <a:lnTo>
                    <a:pt x="18" y="49"/>
                  </a:lnTo>
                  <a:lnTo>
                    <a:pt x="13" y="57"/>
                  </a:lnTo>
                  <a:lnTo>
                    <a:pt x="8" y="65"/>
                  </a:lnTo>
                  <a:lnTo>
                    <a:pt x="5" y="76"/>
                  </a:lnTo>
                  <a:lnTo>
                    <a:pt x="2" y="86"/>
                  </a:lnTo>
                  <a:lnTo>
                    <a:pt x="0" y="97"/>
                  </a:lnTo>
                  <a:lnTo>
                    <a:pt x="0" y="108"/>
                  </a:lnTo>
                  <a:lnTo>
                    <a:pt x="0" y="118"/>
                  </a:lnTo>
                  <a:lnTo>
                    <a:pt x="2" y="129"/>
                  </a:lnTo>
                  <a:lnTo>
                    <a:pt x="5" y="140"/>
                  </a:lnTo>
                  <a:lnTo>
                    <a:pt x="8" y="151"/>
                  </a:lnTo>
                  <a:lnTo>
                    <a:pt x="13" y="159"/>
                  </a:lnTo>
                  <a:lnTo>
                    <a:pt x="18" y="167"/>
                  </a:lnTo>
                  <a:lnTo>
                    <a:pt x="24" y="175"/>
                  </a:lnTo>
                  <a:lnTo>
                    <a:pt x="32" y="183"/>
                  </a:lnTo>
                  <a:lnTo>
                    <a:pt x="40" y="191"/>
                  </a:lnTo>
                  <a:lnTo>
                    <a:pt x="48" y="196"/>
                  </a:lnTo>
                  <a:lnTo>
                    <a:pt x="56" y="202"/>
                  </a:lnTo>
                  <a:lnTo>
                    <a:pt x="67" y="207"/>
                  </a:lnTo>
                  <a:lnTo>
                    <a:pt x="78" y="210"/>
                  </a:lnTo>
                  <a:lnTo>
                    <a:pt x="88" y="212"/>
                  </a:lnTo>
                  <a:lnTo>
                    <a:pt x="99" y="215"/>
                  </a:lnTo>
                  <a:lnTo>
                    <a:pt x="110" y="215"/>
                  </a:lnTo>
                  <a:lnTo>
                    <a:pt x="121" y="215"/>
                  </a:lnTo>
                  <a:lnTo>
                    <a:pt x="131" y="212"/>
                  </a:lnTo>
                  <a:lnTo>
                    <a:pt x="142" y="210"/>
                  </a:lnTo>
                  <a:lnTo>
                    <a:pt x="153" y="207"/>
                  </a:lnTo>
                  <a:lnTo>
                    <a:pt x="161" y="202"/>
                  </a:lnTo>
                  <a:lnTo>
                    <a:pt x="169" y="196"/>
                  </a:lnTo>
                  <a:lnTo>
                    <a:pt x="177" y="191"/>
                  </a:lnTo>
                  <a:lnTo>
                    <a:pt x="185" y="183"/>
                  </a:lnTo>
                  <a:lnTo>
                    <a:pt x="193" y="175"/>
                  </a:lnTo>
                  <a:lnTo>
                    <a:pt x="199" y="167"/>
                  </a:lnTo>
                  <a:lnTo>
                    <a:pt x="204" y="159"/>
                  </a:lnTo>
                  <a:lnTo>
                    <a:pt x="209" y="151"/>
                  </a:lnTo>
                  <a:lnTo>
                    <a:pt x="212" y="140"/>
                  </a:lnTo>
                  <a:lnTo>
                    <a:pt x="215" y="129"/>
                  </a:lnTo>
                  <a:lnTo>
                    <a:pt x="218" y="118"/>
                  </a:lnTo>
                  <a:lnTo>
                    <a:pt x="218" y="108"/>
                  </a:lnTo>
                  <a:lnTo>
                    <a:pt x="218" y="97"/>
                  </a:lnTo>
                  <a:lnTo>
                    <a:pt x="215" y="86"/>
                  </a:lnTo>
                  <a:lnTo>
                    <a:pt x="212" y="76"/>
                  </a:lnTo>
                  <a:lnTo>
                    <a:pt x="209" y="65"/>
                  </a:lnTo>
                  <a:lnTo>
                    <a:pt x="204" y="57"/>
                  </a:lnTo>
                  <a:lnTo>
                    <a:pt x="199" y="49"/>
                  </a:lnTo>
                  <a:lnTo>
                    <a:pt x="193" y="41"/>
                  </a:lnTo>
                  <a:lnTo>
                    <a:pt x="185" y="33"/>
                  </a:lnTo>
                  <a:lnTo>
                    <a:pt x="177" y="25"/>
                  </a:lnTo>
                  <a:lnTo>
                    <a:pt x="169" y="19"/>
                  </a:lnTo>
                  <a:lnTo>
                    <a:pt x="161" y="14"/>
                  </a:lnTo>
                  <a:lnTo>
                    <a:pt x="153" y="9"/>
                  </a:lnTo>
                  <a:lnTo>
                    <a:pt x="142" y="6"/>
                  </a:lnTo>
                  <a:lnTo>
                    <a:pt x="131" y="3"/>
                  </a:lnTo>
                  <a:lnTo>
                    <a:pt x="121" y="0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txBody>
            <a:bodyPr/>
            <a:lstStyle/>
            <a:p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7" name="Rectangle 15"/>
            <p:cNvSpPr>
              <a:spLocks noChangeArrowheads="1"/>
            </p:cNvSpPr>
            <p:nvPr/>
          </p:nvSpPr>
          <p:spPr bwMode="auto">
            <a:xfrm>
              <a:off x="1086595" y="3305658"/>
              <a:ext cx="205184" cy="246221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600" b="1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W</a:t>
              </a:r>
            </a:p>
          </p:txBody>
        </p:sp>
        <p:sp>
          <p:nvSpPr>
            <p:cNvPr id="18" name="Rectangle 16"/>
            <p:cNvSpPr>
              <a:spLocks noChangeArrowheads="1"/>
            </p:cNvSpPr>
            <p:nvPr/>
          </p:nvSpPr>
          <p:spPr bwMode="auto">
            <a:xfrm>
              <a:off x="1284711" y="3277083"/>
              <a:ext cx="44884" cy="215444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 </a:t>
              </a:r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9" name="Freeform 17"/>
            <p:cNvSpPr/>
            <p:nvPr/>
          </p:nvSpPr>
          <p:spPr bwMode="auto">
            <a:xfrm>
              <a:off x="4427407" y="3054833"/>
              <a:ext cx="348301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txBody>
            <a:bodyPr/>
            <a:lstStyle/>
            <a:p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20" name="Rectangle 18"/>
            <p:cNvSpPr>
              <a:spLocks noChangeArrowheads="1"/>
            </p:cNvSpPr>
            <p:nvPr/>
          </p:nvSpPr>
          <p:spPr bwMode="auto">
            <a:xfrm>
              <a:off x="4522811" y="3086836"/>
              <a:ext cx="147476" cy="246221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600" b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X</a:t>
              </a:r>
            </a:p>
          </p:txBody>
        </p:sp>
        <p:sp>
          <p:nvSpPr>
            <p:cNvPr id="21" name="Freeform 19"/>
            <p:cNvSpPr/>
            <p:nvPr/>
          </p:nvSpPr>
          <p:spPr bwMode="auto">
            <a:xfrm>
              <a:off x="4419419" y="4216883"/>
              <a:ext cx="348301" cy="336550"/>
            </a:xfrm>
            <a:custGeom>
              <a:avLst/>
              <a:gdLst>
                <a:gd name="T0" fmla="*/ 97 w 218"/>
                <a:gd name="T1" fmla="*/ 0 h 212"/>
                <a:gd name="T2" fmla="*/ 75 w 218"/>
                <a:gd name="T3" fmla="*/ 6 h 212"/>
                <a:gd name="T4" fmla="*/ 56 w 218"/>
                <a:gd name="T5" fmla="*/ 14 h 212"/>
                <a:gd name="T6" fmla="*/ 40 w 218"/>
                <a:gd name="T7" fmla="*/ 24 h 212"/>
                <a:gd name="T8" fmla="*/ 24 w 218"/>
                <a:gd name="T9" fmla="*/ 38 h 212"/>
                <a:gd name="T10" fmla="*/ 13 w 218"/>
                <a:gd name="T11" fmla="*/ 54 h 212"/>
                <a:gd name="T12" fmla="*/ 5 w 218"/>
                <a:gd name="T13" fmla="*/ 73 h 212"/>
                <a:gd name="T14" fmla="*/ 0 w 218"/>
                <a:gd name="T15" fmla="*/ 94 h 212"/>
                <a:gd name="T16" fmla="*/ 0 w 218"/>
                <a:gd name="T17" fmla="*/ 116 h 212"/>
                <a:gd name="T18" fmla="*/ 5 w 218"/>
                <a:gd name="T19" fmla="*/ 137 h 212"/>
                <a:gd name="T20" fmla="*/ 13 w 218"/>
                <a:gd name="T21" fmla="*/ 156 h 212"/>
                <a:gd name="T22" fmla="*/ 24 w 218"/>
                <a:gd name="T23" fmla="*/ 172 h 212"/>
                <a:gd name="T24" fmla="*/ 40 w 218"/>
                <a:gd name="T25" fmla="*/ 188 h 212"/>
                <a:gd name="T26" fmla="*/ 56 w 218"/>
                <a:gd name="T27" fmla="*/ 199 h 212"/>
                <a:gd name="T28" fmla="*/ 75 w 218"/>
                <a:gd name="T29" fmla="*/ 207 h 212"/>
                <a:gd name="T30" fmla="*/ 97 w 218"/>
                <a:gd name="T31" fmla="*/ 212 h 212"/>
                <a:gd name="T32" fmla="*/ 118 w 218"/>
                <a:gd name="T33" fmla="*/ 212 h 212"/>
                <a:gd name="T34" fmla="*/ 140 w 218"/>
                <a:gd name="T35" fmla="*/ 207 h 212"/>
                <a:gd name="T36" fmla="*/ 161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4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3 h 212"/>
                <a:gd name="T52" fmla="*/ 204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1 w 218"/>
                <a:gd name="T59" fmla="*/ 14 h 212"/>
                <a:gd name="T60" fmla="*/ 140 w 218"/>
                <a:gd name="T61" fmla="*/ 6 h 212"/>
                <a:gd name="T62" fmla="*/ 118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08" y="0"/>
                  </a:moveTo>
                  <a:lnTo>
                    <a:pt x="97" y="0"/>
                  </a:lnTo>
                  <a:lnTo>
                    <a:pt x="86" y="3"/>
                  </a:lnTo>
                  <a:lnTo>
                    <a:pt x="75" y="6"/>
                  </a:lnTo>
                  <a:lnTo>
                    <a:pt x="65" y="8"/>
                  </a:lnTo>
                  <a:lnTo>
                    <a:pt x="56" y="14"/>
                  </a:lnTo>
                  <a:lnTo>
                    <a:pt x="48" y="19"/>
                  </a:lnTo>
                  <a:lnTo>
                    <a:pt x="40" y="24"/>
                  </a:lnTo>
                  <a:lnTo>
                    <a:pt x="32" y="30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3" y="54"/>
                  </a:lnTo>
                  <a:lnTo>
                    <a:pt x="8" y="65"/>
                  </a:lnTo>
                  <a:lnTo>
                    <a:pt x="5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5" y="137"/>
                  </a:lnTo>
                  <a:lnTo>
                    <a:pt x="8" y="148"/>
                  </a:lnTo>
                  <a:lnTo>
                    <a:pt x="13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2" y="180"/>
                  </a:lnTo>
                  <a:lnTo>
                    <a:pt x="40" y="188"/>
                  </a:lnTo>
                  <a:lnTo>
                    <a:pt x="48" y="193"/>
                  </a:lnTo>
                  <a:lnTo>
                    <a:pt x="56" y="199"/>
                  </a:lnTo>
                  <a:lnTo>
                    <a:pt x="65" y="204"/>
                  </a:lnTo>
                  <a:lnTo>
                    <a:pt x="75" y="207"/>
                  </a:lnTo>
                  <a:lnTo>
                    <a:pt x="86" y="209"/>
                  </a:lnTo>
                  <a:lnTo>
                    <a:pt x="97" y="212"/>
                  </a:lnTo>
                  <a:lnTo>
                    <a:pt x="108" y="212"/>
                  </a:lnTo>
                  <a:lnTo>
                    <a:pt x="118" y="212"/>
                  </a:lnTo>
                  <a:lnTo>
                    <a:pt x="129" y="209"/>
                  </a:lnTo>
                  <a:lnTo>
                    <a:pt x="140" y="207"/>
                  </a:lnTo>
                  <a:lnTo>
                    <a:pt x="151" y="204"/>
                  </a:lnTo>
                  <a:lnTo>
                    <a:pt x="161" y="199"/>
                  </a:lnTo>
                  <a:lnTo>
                    <a:pt x="169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4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4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69" y="19"/>
                  </a:lnTo>
                  <a:lnTo>
                    <a:pt x="161" y="14"/>
                  </a:lnTo>
                  <a:lnTo>
                    <a:pt x="151" y="8"/>
                  </a:lnTo>
                  <a:lnTo>
                    <a:pt x="140" y="6"/>
                  </a:lnTo>
                  <a:lnTo>
                    <a:pt x="129" y="3"/>
                  </a:lnTo>
                  <a:lnTo>
                    <a:pt x="11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txBody>
            <a:bodyPr/>
            <a:lstStyle/>
            <a:p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22" name="Rectangle 20"/>
            <p:cNvSpPr>
              <a:spLocks noChangeArrowheads="1"/>
            </p:cNvSpPr>
            <p:nvPr/>
          </p:nvSpPr>
          <p:spPr bwMode="auto">
            <a:xfrm>
              <a:off x="4515979" y="4266096"/>
              <a:ext cx="147476" cy="246221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600" b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Y</a:t>
              </a:r>
            </a:p>
          </p:txBody>
        </p:sp>
        <p:sp>
          <p:nvSpPr>
            <p:cNvPr id="23" name="Line 21"/>
            <p:cNvSpPr>
              <a:spLocks noChangeShapeType="1"/>
            </p:cNvSpPr>
            <p:nvPr/>
          </p:nvSpPr>
          <p:spPr bwMode="auto">
            <a:xfrm flipV="1">
              <a:off x="1355011" y="3410915"/>
              <a:ext cx="521530" cy="14386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</a:ln>
          </p:spPr>
          <p:txBody>
            <a:bodyPr/>
            <a:lstStyle/>
            <a:p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24" name="Line 22"/>
            <p:cNvSpPr>
              <a:spLocks noChangeShapeType="1"/>
            </p:cNvSpPr>
            <p:nvPr/>
          </p:nvSpPr>
          <p:spPr bwMode="auto">
            <a:xfrm>
              <a:off x="3757967" y="2927833"/>
              <a:ext cx="669441" cy="276225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</a:ln>
          </p:spPr>
          <p:txBody>
            <a:bodyPr/>
            <a:lstStyle/>
            <a:p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25" name="Line 23"/>
            <p:cNvSpPr>
              <a:spLocks noChangeShapeType="1"/>
            </p:cNvSpPr>
            <p:nvPr/>
          </p:nvSpPr>
          <p:spPr bwMode="auto">
            <a:xfrm flipV="1">
              <a:off x="3801105" y="3310421"/>
              <a:ext cx="674234" cy="56673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</a:ln>
          </p:spPr>
          <p:txBody>
            <a:bodyPr/>
            <a:lstStyle/>
            <a:p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26" name="Line 24"/>
            <p:cNvSpPr>
              <a:spLocks noChangeShapeType="1"/>
            </p:cNvSpPr>
            <p:nvPr/>
          </p:nvSpPr>
          <p:spPr bwMode="auto">
            <a:xfrm>
              <a:off x="3809093" y="4008921"/>
              <a:ext cx="618314" cy="3190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</a:ln>
          </p:spPr>
          <p:txBody>
            <a:bodyPr/>
            <a:lstStyle/>
            <a:p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27" name="Line 25"/>
            <p:cNvSpPr>
              <a:spLocks noChangeShapeType="1"/>
            </p:cNvSpPr>
            <p:nvPr/>
          </p:nvSpPr>
          <p:spPr bwMode="auto">
            <a:xfrm flipV="1">
              <a:off x="2665133" y="3067533"/>
              <a:ext cx="292381" cy="234950"/>
            </a:xfrm>
            <a:prstGeom prst="line">
              <a:avLst/>
            </a:prstGeom>
            <a:noFill/>
            <a:ln w="55563">
              <a:solidFill>
                <a:srgbClr val="000000"/>
              </a:solidFill>
              <a:round/>
            </a:ln>
          </p:spPr>
          <p:txBody>
            <a:bodyPr/>
            <a:lstStyle/>
            <a:p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28" name="Line 26"/>
            <p:cNvSpPr>
              <a:spLocks noChangeShapeType="1"/>
            </p:cNvSpPr>
            <p:nvPr/>
          </p:nvSpPr>
          <p:spPr bwMode="auto">
            <a:xfrm flipH="1" flipV="1">
              <a:off x="3373801" y="3192133"/>
              <a:ext cx="19050" cy="482306"/>
            </a:xfrm>
            <a:prstGeom prst="line">
              <a:avLst/>
            </a:prstGeom>
            <a:noFill/>
            <a:ln w="55563">
              <a:solidFill>
                <a:srgbClr val="000000"/>
              </a:solidFill>
              <a:round/>
            </a:ln>
          </p:spPr>
          <p:txBody>
            <a:bodyPr/>
            <a:lstStyle/>
            <a:p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29" name="Line 27"/>
            <p:cNvSpPr>
              <a:spLocks noChangeShapeType="1"/>
            </p:cNvSpPr>
            <p:nvPr/>
          </p:nvSpPr>
          <p:spPr bwMode="auto">
            <a:xfrm>
              <a:off x="2690696" y="3621571"/>
              <a:ext cx="266818" cy="165100"/>
            </a:xfrm>
            <a:prstGeom prst="line">
              <a:avLst/>
            </a:prstGeom>
            <a:noFill/>
            <a:ln w="55563">
              <a:solidFill>
                <a:srgbClr val="000000"/>
              </a:solidFill>
              <a:round/>
            </a:ln>
          </p:spPr>
          <p:txBody>
            <a:bodyPr/>
            <a:lstStyle/>
            <a:p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32" name="Rectangle 30"/>
            <p:cNvSpPr>
              <a:spLocks noChangeArrowheads="1"/>
            </p:cNvSpPr>
            <p:nvPr/>
          </p:nvSpPr>
          <p:spPr bwMode="auto">
            <a:xfrm>
              <a:off x="5967600" y="2543658"/>
              <a:ext cx="54502" cy="261610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 </a:t>
              </a:r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34" name="Rectangle 32"/>
            <p:cNvSpPr>
              <a:spLocks noChangeArrowheads="1"/>
            </p:cNvSpPr>
            <p:nvPr/>
          </p:nvSpPr>
          <p:spPr bwMode="auto">
            <a:xfrm>
              <a:off x="6476489" y="3520069"/>
              <a:ext cx="1090042" cy="307777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zh-CN" altLang="en-US" sz="20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用户网络</a:t>
              </a:r>
              <a:r>
                <a:rPr lang="en-US" sz="20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38" name="Rectangle 36"/>
            <p:cNvSpPr>
              <a:spLocks noChangeArrowheads="1"/>
            </p:cNvSpPr>
            <p:nvPr/>
          </p:nvSpPr>
          <p:spPr bwMode="auto">
            <a:xfrm>
              <a:off x="6476489" y="2661298"/>
              <a:ext cx="1282961" cy="307975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zh-CN" altLang="en-US" sz="20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提供者网络</a:t>
              </a:r>
              <a:endParaRPr 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42" name="Freeform 40"/>
            <p:cNvSpPr/>
            <p:nvPr/>
          </p:nvSpPr>
          <p:spPr bwMode="auto">
            <a:xfrm>
              <a:off x="5531425" y="2548421"/>
              <a:ext cx="899511" cy="574675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txBody>
            <a:bodyPr/>
            <a:lstStyle/>
            <a:p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43" name="Freeform 41"/>
            <p:cNvSpPr/>
            <p:nvPr/>
          </p:nvSpPr>
          <p:spPr bwMode="auto">
            <a:xfrm>
              <a:off x="6034704" y="3505683"/>
              <a:ext cx="348301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txBody>
            <a:bodyPr/>
            <a:lstStyle/>
            <a:p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46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4.5 </a:t>
            </a:r>
            <a:r>
              <a:rPr lang="zh-CN" altLang="en-US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互联网路由协议</a:t>
            </a:r>
            <a:r>
              <a:rPr lang="en-US" altLang="zh-CN" sz="31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-BGP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2" name="Rectangle 5"/>
          <p:cNvSpPr>
            <a:spLocks noChangeArrowheads="1"/>
          </p:cNvSpPr>
          <p:nvPr/>
        </p:nvSpPr>
        <p:spPr bwMode="auto">
          <a:xfrm>
            <a:off x="342900" y="1448527"/>
            <a:ext cx="8229600" cy="976068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/>
          <a:lstStyle/>
          <a:p>
            <a:pPr marL="342900" indent="-342900">
              <a:spcBef>
                <a:spcPct val="20000"/>
              </a:spcBef>
              <a:buFontTx/>
              <a:buBlip>
                <a:blip r:embed="rId3"/>
              </a:buBlip>
              <a:defRPr/>
            </a:pPr>
            <a:r>
              <a:rPr kumimoji="0"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路由器可基于策略决定是否接受自己收到的路由通告</a:t>
            </a:r>
            <a:endParaRPr kumimoji="0"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42900" indent="-342900">
              <a:spcBef>
                <a:spcPct val="20000"/>
              </a:spcBef>
              <a:buFontTx/>
              <a:buBlip>
                <a:blip r:embed="rId3"/>
              </a:buBlip>
              <a:defRPr/>
            </a:pPr>
            <a:r>
              <a:rPr kumimoji="0"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路由器可基于策略决定是否向相邻的</a:t>
            </a:r>
            <a:r>
              <a:rPr kumimoji="0"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AS</a:t>
            </a:r>
            <a:r>
              <a:rPr kumimoji="0"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通告路径信息</a:t>
            </a:r>
            <a:endParaRPr kumimoji="0"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5" name="爆炸形: 14 pt  34">
            <a:extLst>
              <a:ext uri="{FF2B5EF4-FFF2-40B4-BE49-F238E27FC236}">
                <a16:creationId xmlns:a16="http://schemas.microsoft.com/office/drawing/2014/main" id="{99EF5A6D-1B38-420A-BE4C-1E2C12A20582}"/>
              </a:ext>
            </a:extLst>
          </p:cNvPr>
          <p:cNvSpPr/>
          <p:nvPr/>
        </p:nvSpPr>
        <p:spPr>
          <a:xfrm>
            <a:off x="7475447" y="5478376"/>
            <a:ext cx="1440160" cy="936104"/>
          </a:xfrm>
          <a:prstGeom prst="irregularSeal2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CN" sz="2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4-6</a:t>
            </a:r>
            <a:endParaRPr lang="zh-CN" altLang="en-US" sz="24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4.6 </a:t>
            </a:r>
            <a:r>
              <a:rPr lang="zh-CN" alt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软件定义网络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8" name="Rectangle 5"/>
          <p:cNvSpPr>
            <a:spLocks noChangeArrowheads="1"/>
          </p:cNvSpPr>
          <p:nvPr/>
        </p:nvSpPr>
        <p:spPr bwMode="auto">
          <a:xfrm>
            <a:off x="367763" y="1270483"/>
            <a:ext cx="6937278" cy="1300191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/>
          <a:lstStyle/>
          <a:p>
            <a:pPr marL="342900" indent="-342900">
              <a:lnSpc>
                <a:spcPts val="3200"/>
              </a:lnSpc>
              <a:spcBef>
                <a:spcPts val="1200"/>
              </a:spcBef>
              <a:buBlip>
                <a:blip r:embed="rId3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软件定义网络（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Software Defined Network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SDN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）源于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2006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年斯坦福大学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Clean State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课题，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2009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年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Nick </a:t>
            </a:r>
            <a:r>
              <a:rPr lang="en-US" altLang="zh-CN" sz="22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Mckeown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正式提出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SDN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概念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" name="Title 47"/>
          <p:cNvSpPr>
            <a:spLocks noGrp="1"/>
          </p:cNvSpPr>
          <p:nvPr>
            <p:ph type="title"/>
          </p:nvPr>
        </p:nvSpPr>
        <p:spPr>
          <a:xfrm>
            <a:off x="367763" y="600979"/>
            <a:ext cx="8408474" cy="669504"/>
          </a:xfrm>
        </p:spPr>
        <p:txBody>
          <a:bodyPr>
            <a:normAutofit/>
          </a:bodyPr>
          <a:lstStyle/>
          <a:p>
            <a:pPr algn="l"/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SDN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基本概念</a:t>
            </a:r>
            <a:endParaRPr lang="en-US" sz="2800" baseline="30000" dirty="0">
              <a:solidFill>
                <a:schemeClr val="tx1"/>
              </a:solidFill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pic>
        <p:nvPicPr>
          <p:cNvPr id="219138" name="Picture 2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5406" y="931446"/>
            <a:ext cx="1090831" cy="15245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文本框 8"/>
          <p:cNvSpPr txBox="1"/>
          <p:nvPr/>
        </p:nvSpPr>
        <p:spPr>
          <a:xfrm>
            <a:off x="7429337" y="2511326"/>
            <a:ext cx="1679103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sz="1600" b="0" i="0" u="none" strike="noStrike" dirty="0">
                <a:solidFill>
                  <a:srgbClr val="000B60"/>
                </a:solidFill>
                <a:effectLst/>
                <a:latin typeface="Verdana" panose="020B0604030504040204" pitchFamily="34" charset="0"/>
              </a:rPr>
              <a:t>Nick McKeown</a:t>
            </a:r>
            <a:endParaRPr lang="zh-CN" altLang="en-US" sz="1600" dirty="0"/>
          </a:p>
        </p:txBody>
      </p:sp>
      <p:sp>
        <p:nvSpPr>
          <p:cNvPr id="3" name="Rectangle 5"/>
          <p:cNvSpPr>
            <a:spLocks noChangeArrowheads="1"/>
          </p:cNvSpPr>
          <p:nvPr/>
        </p:nvSpPr>
        <p:spPr bwMode="auto">
          <a:xfrm>
            <a:off x="367763" y="2570674"/>
            <a:ext cx="8408474" cy="3876592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/>
          <a:lstStyle/>
          <a:p>
            <a:pPr marL="342900" indent="-342900">
              <a:lnSpc>
                <a:spcPts val="3000"/>
              </a:lnSpc>
              <a:spcBef>
                <a:spcPts val="600"/>
              </a:spcBef>
              <a:buFontTx/>
              <a:buBlip>
                <a:blip r:embed="rId3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解决问题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742950" lvl="1" indent="-285750">
              <a:lnSpc>
                <a:spcPts val="2800"/>
              </a:lnSpc>
              <a:spcBef>
                <a:spcPts val="600"/>
              </a:spcBef>
              <a:buFontTx/>
              <a:buBlip>
                <a:blip r:embed="rId5"/>
              </a:buBlip>
              <a:defRPr/>
            </a:pP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传统网元设备体系结构相对封闭，如交换机、路由器、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NAT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等，软硬件之间紧耦合，缺少开放性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742950" lvl="1" indent="-285750">
              <a:lnSpc>
                <a:spcPts val="2800"/>
              </a:lnSpc>
              <a:spcBef>
                <a:spcPts val="600"/>
              </a:spcBef>
              <a:buFontTx/>
              <a:buBlip>
                <a:blip r:embed="rId5"/>
              </a:buBlip>
              <a:defRPr/>
            </a:pP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创新应用、部署业务相对困难，网络升级速度缓慢；网络控制不够灵活，不能有效利用网络资源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42900" indent="-342900">
              <a:lnSpc>
                <a:spcPts val="30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基本思路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742950" lvl="1" indent="-285750">
              <a:lnSpc>
                <a:spcPts val="2800"/>
              </a:lnSpc>
              <a:spcBef>
                <a:spcPts val="600"/>
              </a:spcBef>
              <a:buFontTx/>
              <a:buBlip>
                <a:blip r:embed="rId5"/>
              </a:buBlip>
              <a:defRPr/>
            </a:pP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定义开放的体系结构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742950" lvl="1" indent="-285750">
              <a:lnSpc>
                <a:spcPts val="2800"/>
              </a:lnSpc>
              <a:spcBef>
                <a:spcPts val="600"/>
              </a:spcBef>
              <a:buFontTx/>
              <a:buBlip>
                <a:blip r:embed="rId5"/>
              </a:buBlip>
              <a:defRPr/>
            </a:pP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控制平面和转发平面分离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742950" lvl="1" indent="-285750">
              <a:lnSpc>
                <a:spcPts val="2800"/>
              </a:lnSpc>
              <a:spcBef>
                <a:spcPts val="600"/>
              </a:spcBef>
              <a:buFontTx/>
              <a:buBlip>
                <a:blip r:embed="rId5"/>
              </a:buBlip>
              <a:defRPr/>
            </a:pP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通过软件编程定义和控制网络，提高网络控制的灵活性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extBox 27"/>
          <p:cNvSpPr txBox="1">
            <a:spLocks noChangeArrowheads="1"/>
          </p:cNvSpPr>
          <p:nvPr/>
        </p:nvSpPr>
        <p:spPr bwMode="auto">
          <a:xfrm>
            <a:off x="520436" y="5220486"/>
            <a:ext cx="2885334" cy="1015663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 eaLnBrk="0" hangingPunct="0">
              <a:defRPr sz="2000" b="1">
                <a:solidFill>
                  <a:schemeClr val="tx1"/>
                </a:solidFill>
                <a:latin typeface="Helvetica" charset="0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37931725" indent="-37474525" eaLnBrk="0" hangingPunct="0">
              <a:defRPr sz="2000" b="1">
                <a:solidFill>
                  <a:schemeClr val="tx1"/>
                </a:solidFill>
                <a:latin typeface="Helvetica" charset="0"/>
                <a:ea typeface="MS PGothic" panose="020B0600070205080204" pitchFamily="34" charset="-128"/>
              </a:defRPr>
            </a:lvl2pPr>
            <a:lvl3pPr eaLnBrk="0" hangingPunct="0">
              <a:defRPr sz="2000" b="1">
                <a:solidFill>
                  <a:schemeClr val="tx1"/>
                </a:solidFill>
                <a:latin typeface="Helvetica" charset="0"/>
                <a:ea typeface="MS PGothic" panose="020B0600070205080204" pitchFamily="34" charset="-128"/>
              </a:defRPr>
            </a:lvl3pPr>
            <a:lvl4pPr eaLnBrk="0" hangingPunct="0">
              <a:defRPr sz="2000" b="1">
                <a:solidFill>
                  <a:schemeClr val="tx1"/>
                </a:solidFill>
                <a:latin typeface="Helvetica" charset="0"/>
                <a:ea typeface="MS PGothic" panose="020B0600070205080204" pitchFamily="34" charset="-128"/>
              </a:defRPr>
            </a:lvl4pPr>
            <a:lvl5pPr eaLnBrk="0" hangingPunct="0">
              <a:defRPr sz="2000" b="1">
                <a:solidFill>
                  <a:schemeClr val="tx1"/>
                </a:solidFill>
                <a:latin typeface="Helvetica" charset="0"/>
                <a:ea typeface="MS PGothic" panose="020B0600070205080204" pitchFamily="34" charset="-128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MS PGothic" panose="020B0600070205080204" pitchFamily="34" charset="-128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MS PGothic" panose="020B0600070205080204" pitchFamily="34" charset="-128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MS PGothic" panose="020B0600070205080204" pitchFamily="34" charset="-128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MS PGothic" panose="020B0600070205080204" pitchFamily="34" charset="-128"/>
              </a:defRPr>
            </a:lvl9pPr>
          </a:lstStyle>
          <a:p>
            <a:pPr algn="ctr" defTabSz="914400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zh-CN" altLang="en-US" b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垂直集成</a:t>
            </a:r>
            <a:endParaRPr lang="en-US" altLang="zh-CN" b="0" dirty="0">
              <a:solidFill>
                <a:prstClr val="black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algn="ctr" defTabSz="914400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zh-CN" altLang="en-US" b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封闭、专用</a:t>
            </a:r>
            <a:endParaRPr lang="en-US" altLang="zh-CN" b="0" dirty="0">
              <a:solidFill>
                <a:prstClr val="black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algn="ctr" defTabSz="914400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zh-CN" altLang="en-US" b="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创新缓慢</a:t>
            </a:r>
            <a:endParaRPr lang="en-US" altLang="zh-CN" b="0" dirty="0">
              <a:solidFill>
                <a:prstClr val="black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49" t="1500" r="3650" b="5499"/>
          <a:stretch>
            <a:fillRect/>
          </a:stretch>
        </p:blipFill>
        <p:spPr bwMode="auto">
          <a:xfrm>
            <a:off x="768766" y="1611276"/>
            <a:ext cx="2496173" cy="3517336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Rounded Rectangle 4"/>
          <p:cNvSpPr/>
          <p:nvPr/>
        </p:nvSpPr>
        <p:spPr>
          <a:xfrm>
            <a:off x="1010603" y="2873980"/>
            <a:ext cx="1905000" cy="898838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zh-CN" altLang="en-US" sz="2000" b="1" dirty="0">
                <a:solidFill>
                  <a:prstClr val="white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专用操作系统</a:t>
            </a:r>
            <a:endParaRPr lang="en-US" sz="2000" b="1" dirty="0">
              <a:solidFill>
                <a:prstClr val="white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4" name="Rounded Rectangle 13"/>
          <p:cNvSpPr/>
          <p:nvPr/>
        </p:nvSpPr>
        <p:spPr>
          <a:xfrm>
            <a:off x="1010603" y="3849018"/>
            <a:ext cx="1905000" cy="8382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zh-CN" altLang="en-US" sz="2000" b="1" dirty="0">
                <a:solidFill>
                  <a:prstClr val="white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专用硬件</a:t>
            </a:r>
            <a:endParaRPr lang="en-US" sz="2000" b="1" dirty="0">
              <a:solidFill>
                <a:prstClr val="white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2" name="Group 47"/>
          <p:cNvGrpSpPr/>
          <p:nvPr/>
        </p:nvGrpSpPr>
        <p:grpSpPr bwMode="auto">
          <a:xfrm>
            <a:off x="5145359" y="1648338"/>
            <a:ext cx="3048000" cy="417900"/>
            <a:chOff x="5334000" y="1371600"/>
            <a:chExt cx="3657600" cy="685800"/>
          </a:xfrm>
        </p:grpSpPr>
        <p:sp>
          <p:nvSpPr>
            <p:cNvPr id="46" name="Rounded Rectangle 45"/>
            <p:cNvSpPr/>
            <p:nvPr/>
          </p:nvSpPr>
          <p:spPr bwMode="auto">
            <a:xfrm>
              <a:off x="83820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dirty="0">
                  <a:solidFill>
                    <a:srgbClr val="FFCC66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App</a:t>
              </a:r>
            </a:p>
          </p:txBody>
        </p:sp>
        <p:sp>
          <p:nvSpPr>
            <p:cNvPr id="45" name="Rounded Rectangle 44"/>
            <p:cNvSpPr/>
            <p:nvPr/>
          </p:nvSpPr>
          <p:spPr bwMode="auto">
            <a:xfrm>
              <a:off x="80772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dirty="0">
                  <a:solidFill>
                    <a:srgbClr val="FFCC66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App</a:t>
              </a:r>
            </a:p>
          </p:txBody>
        </p:sp>
        <p:sp>
          <p:nvSpPr>
            <p:cNvPr id="44" name="Rounded Rectangle 43"/>
            <p:cNvSpPr/>
            <p:nvPr/>
          </p:nvSpPr>
          <p:spPr bwMode="auto">
            <a:xfrm>
              <a:off x="77724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dirty="0">
                  <a:solidFill>
                    <a:srgbClr val="FFCC66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App</a:t>
              </a:r>
            </a:p>
          </p:txBody>
        </p:sp>
        <p:sp>
          <p:nvSpPr>
            <p:cNvPr id="43" name="Rounded Rectangle 42"/>
            <p:cNvSpPr/>
            <p:nvPr/>
          </p:nvSpPr>
          <p:spPr bwMode="auto">
            <a:xfrm>
              <a:off x="74676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dirty="0">
                  <a:solidFill>
                    <a:srgbClr val="FFCC66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App</a:t>
              </a:r>
            </a:p>
          </p:txBody>
        </p:sp>
        <p:sp>
          <p:nvSpPr>
            <p:cNvPr id="42" name="Rounded Rectangle 41"/>
            <p:cNvSpPr/>
            <p:nvPr/>
          </p:nvSpPr>
          <p:spPr bwMode="auto">
            <a:xfrm>
              <a:off x="71628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dirty="0">
                  <a:solidFill>
                    <a:srgbClr val="FFCC66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App</a:t>
              </a:r>
            </a:p>
          </p:txBody>
        </p:sp>
        <p:sp>
          <p:nvSpPr>
            <p:cNvPr id="41" name="Rounded Rectangle 40"/>
            <p:cNvSpPr/>
            <p:nvPr/>
          </p:nvSpPr>
          <p:spPr bwMode="auto">
            <a:xfrm>
              <a:off x="68580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dirty="0">
                  <a:solidFill>
                    <a:srgbClr val="FFCC66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App</a:t>
              </a:r>
            </a:p>
          </p:txBody>
        </p:sp>
        <p:sp>
          <p:nvSpPr>
            <p:cNvPr id="40" name="Rounded Rectangle 39"/>
            <p:cNvSpPr/>
            <p:nvPr/>
          </p:nvSpPr>
          <p:spPr bwMode="auto">
            <a:xfrm>
              <a:off x="65532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dirty="0">
                  <a:solidFill>
                    <a:srgbClr val="FFCC66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App</a:t>
              </a:r>
            </a:p>
          </p:txBody>
        </p:sp>
        <p:sp>
          <p:nvSpPr>
            <p:cNvPr id="39" name="Rounded Rectangle 38"/>
            <p:cNvSpPr/>
            <p:nvPr/>
          </p:nvSpPr>
          <p:spPr bwMode="auto">
            <a:xfrm>
              <a:off x="62484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dirty="0">
                  <a:solidFill>
                    <a:srgbClr val="FFCC66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App</a:t>
              </a:r>
            </a:p>
          </p:txBody>
        </p:sp>
        <p:sp>
          <p:nvSpPr>
            <p:cNvPr id="38" name="Rounded Rectangle 37"/>
            <p:cNvSpPr/>
            <p:nvPr/>
          </p:nvSpPr>
          <p:spPr bwMode="auto">
            <a:xfrm>
              <a:off x="59436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dirty="0">
                  <a:solidFill>
                    <a:srgbClr val="FFCC66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App</a:t>
              </a:r>
            </a:p>
          </p:txBody>
        </p:sp>
        <p:sp>
          <p:nvSpPr>
            <p:cNvPr id="37" name="Rounded Rectangle 36"/>
            <p:cNvSpPr/>
            <p:nvPr/>
          </p:nvSpPr>
          <p:spPr bwMode="auto">
            <a:xfrm>
              <a:off x="56388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dirty="0">
                  <a:solidFill>
                    <a:srgbClr val="FFCC66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App</a:t>
              </a:r>
            </a:p>
          </p:txBody>
        </p:sp>
        <p:sp>
          <p:nvSpPr>
            <p:cNvPr id="31" name="Rounded Rectangle 30"/>
            <p:cNvSpPr/>
            <p:nvPr/>
          </p:nvSpPr>
          <p:spPr bwMode="auto">
            <a:xfrm>
              <a:off x="5334000" y="1371600"/>
              <a:ext cx="9144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zh-CN" altLang="en-US" sz="140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应用</a:t>
              </a:r>
              <a:endParaRPr lang="en-US" sz="1400" dirty="0">
                <a:solidFill>
                  <a:prstClr val="black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35" name="Rounded Rectangle 34"/>
          <p:cNvSpPr/>
          <p:nvPr/>
        </p:nvSpPr>
        <p:spPr>
          <a:xfrm>
            <a:off x="1010603" y="1969418"/>
            <a:ext cx="1905000" cy="828362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zh-CN" altLang="en-US" sz="2000" b="1" dirty="0">
                <a:solidFill>
                  <a:prstClr val="white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专用应用</a:t>
            </a:r>
            <a:endParaRPr lang="en-US" sz="2000" b="1" dirty="0">
              <a:solidFill>
                <a:prstClr val="white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6" name="TextBox 35"/>
          <p:cNvSpPr txBox="1">
            <a:spLocks noChangeArrowheads="1"/>
          </p:cNvSpPr>
          <p:nvPr/>
        </p:nvSpPr>
        <p:spPr bwMode="auto">
          <a:xfrm>
            <a:off x="5145359" y="5293638"/>
            <a:ext cx="3200400" cy="707886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defPPr>
              <a:defRPr lang="zh-CN"/>
            </a:defPPr>
            <a:lvl1pPr algn="ctr" fontAlgn="base">
              <a:spcBef>
                <a:spcPct val="0"/>
              </a:spcBef>
              <a:spcAft>
                <a:spcPct val="0"/>
              </a:spcAft>
              <a:defRPr sz="2000" b="0">
                <a:solidFill>
                  <a:prstClr val="black"/>
                </a:solidFill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37931725" indent="-37474525" eaLnBrk="0" hangingPunct="0">
              <a:defRPr sz="2000" b="1">
                <a:latin typeface="Helvetica" charset="0"/>
                <a:ea typeface="MS PGothic" panose="020B0600070205080204" pitchFamily="34" charset="-128"/>
              </a:defRPr>
            </a:lvl2pPr>
            <a:lvl3pPr eaLnBrk="0" hangingPunct="0">
              <a:defRPr sz="2000" b="1">
                <a:latin typeface="Helvetica" charset="0"/>
                <a:ea typeface="MS PGothic" panose="020B0600070205080204" pitchFamily="34" charset="-128"/>
              </a:defRPr>
            </a:lvl3pPr>
            <a:lvl4pPr eaLnBrk="0" hangingPunct="0">
              <a:defRPr sz="2000" b="1">
                <a:latin typeface="Helvetica" charset="0"/>
                <a:ea typeface="MS PGothic" panose="020B0600070205080204" pitchFamily="34" charset="-128"/>
              </a:defRPr>
            </a:lvl4pPr>
            <a:lvl5pPr eaLnBrk="0" hangingPunct="0">
              <a:defRPr sz="2000" b="1">
                <a:latin typeface="Helvetica" charset="0"/>
                <a:ea typeface="MS PGothic" panose="020B0600070205080204" pitchFamily="34" charset="-128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latin typeface="Helvetica" charset="0"/>
                <a:ea typeface="MS PGothic" panose="020B0600070205080204" pitchFamily="34" charset="-128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latin typeface="Helvetica" charset="0"/>
                <a:ea typeface="MS PGothic" panose="020B0600070205080204" pitchFamily="34" charset="-128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latin typeface="Helvetica" charset="0"/>
                <a:ea typeface="MS PGothic" panose="020B0600070205080204" pitchFamily="34" charset="-128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latin typeface="Helvetica" charset="0"/>
                <a:ea typeface="MS PGothic" panose="020B0600070205080204" pitchFamily="34" charset="-128"/>
              </a:defRPr>
            </a:lvl9pPr>
          </a:lstStyle>
          <a:p>
            <a:r>
              <a:rPr lang="zh-CN" altLang="en-US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开放接口</a:t>
            </a:r>
            <a:endParaRPr lang="en-US" altLang="zh-CN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r>
              <a:rPr lang="zh-CN" altLang="en-US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快速创新</a:t>
            </a:r>
            <a:endParaRPr lang="en-US" altLang="zh-CN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7" name="Right Arrow 46"/>
          <p:cNvSpPr/>
          <p:nvPr/>
        </p:nvSpPr>
        <p:spPr>
          <a:xfrm>
            <a:off x="3514144" y="2873980"/>
            <a:ext cx="1040505" cy="493128"/>
          </a:xfrm>
          <a:prstGeom prst="rightArrow">
            <a:avLst>
              <a:gd name="adj1" fmla="val 36321"/>
              <a:gd name="adj2" fmla="val 46340"/>
            </a:avLst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>
              <a:defRPr/>
            </a:pPr>
            <a:endParaRPr lang="en-US" sz="2000" b="1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" name="Group 56"/>
          <p:cNvGrpSpPr/>
          <p:nvPr/>
        </p:nvGrpSpPr>
        <p:grpSpPr bwMode="auto">
          <a:xfrm>
            <a:off x="5217696" y="3649111"/>
            <a:ext cx="2721609" cy="1394955"/>
            <a:chOff x="5105400" y="3213523"/>
            <a:chExt cx="3451510" cy="1815677"/>
          </a:xfrm>
        </p:grpSpPr>
        <p:sp>
          <p:nvSpPr>
            <p:cNvPr id="23" name="Rounded Rectangle 22"/>
            <p:cNvSpPr/>
            <p:nvPr/>
          </p:nvSpPr>
          <p:spPr bwMode="auto">
            <a:xfrm>
              <a:off x="6247570" y="3874196"/>
              <a:ext cx="2272932" cy="697803"/>
            </a:xfrm>
            <a:prstGeom prst="roundRect">
              <a:avLst/>
            </a:prstGeom>
            <a:solidFill>
              <a:srgbClr val="000090"/>
            </a:solidFill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zh-CN" altLang="en-US" sz="1600" dirty="0">
                  <a:solidFill>
                    <a:prstClr val="white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微处理器（</a:t>
              </a:r>
              <a:r>
                <a:rPr lang="en-US" altLang="zh-CN" sz="1600" dirty="0">
                  <a:solidFill>
                    <a:prstClr val="white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CPU</a:t>
              </a:r>
              <a:r>
                <a:rPr lang="zh-CN" altLang="en-US" sz="1600" dirty="0">
                  <a:solidFill>
                    <a:prstClr val="white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）</a:t>
              </a:r>
              <a:endParaRPr lang="en-US" sz="1600" dirty="0">
                <a:solidFill>
                  <a:prstClr val="white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pic>
          <p:nvPicPr>
            <p:cNvPr id="45094" name="Picture 33"/>
            <p:cNvPicPr>
              <a:picLocks noChangeAspect="1"/>
            </p:cNvPicPr>
            <p:nvPr/>
          </p:nvPicPr>
          <p:blipFill>
            <a:blip r:embed="rId4" cstate="email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05400" y="3951732"/>
              <a:ext cx="1202196" cy="1077468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5095" name="Group 51"/>
            <p:cNvGrpSpPr/>
            <p:nvPr/>
          </p:nvGrpSpPr>
          <p:grpSpPr bwMode="auto">
            <a:xfrm>
              <a:off x="5373110" y="3213523"/>
              <a:ext cx="3183800" cy="440663"/>
              <a:chOff x="5449310" y="3201855"/>
              <a:chExt cx="3183800" cy="440663"/>
            </a:xfrm>
          </p:grpSpPr>
          <p:cxnSp>
            <p:nvCxnSpPr>
              <p:cNvPr id="51" name="Straight Connector 50"/>
              <p:cNvCxnSpPr/>
              <p:nvPr/>
            </p:nvCxnSpPr>
            <p:spPr>
              <a:xfrm>
                <a:off x="5449310" y="3419655"/>
                <a:ext cx="3183800" cy="9277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097" name="TextBox 23"/>
              <p:cNvSpPr txBox="1">
                <a:spLocks noChangeArrowheads="1"/>
              </p:cNvSpPr>
              <p:nvPr/>
            </p:nvSpPr>
            <p:spPr bwMode="auto">
              <a:xfrm>
                <a:off x="6323770" y="3201855"/>
                <a:ext cx="1320561" cy="4406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wrap="square">
                <a:spAutoFit/>
              </a:bodyPr>
              <a:lstStyle>
                <a:lvl1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37931725" indent="-37474525"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MS PGothic" panose="020B0600070205080204" pitchFamily="34" charset="-128"/>
                  </a:defRPr>
                </a:lvl2pPr>
                <a:lvl3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MS PGothic" panose="020B0600070205080204" pitchFamily="34" charset="-128"/>
                  </a:defRPr>
                </a:lvl3pPr>
                <a:lvl4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MS PGothic" panose="020B0600070205080204" pitchFamily="34" charset="-128"/>
                  </a:defRPr>
                </a:lvl4pPr>
                <a:lvl5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MS PGothic" panose="020B0600070205080204" pitchFamily="34" charset="-128"/>
                  </a:defRPr>
                </a:lvl5pPr>
                <a:lvl6pPr marL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MS PGothic" panose="020B0600070205080204" pitchFamily="34" charset="-128"/>
                  </a:defRPr>
                </a:lvl6pPr>
                <a:lvl7pPr marL="9144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MS PGothic" panose="020B0600070205080204" pitchFamily="34" charset="-128"/>
                  </a:defRPr>
                </a:lvl7pPr>
                <a:lvl8pPr marL="1371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MS PGothic" panose="020B0600070205080204" pitchFamily="34" charset="-128"/>
                  </a:defRPr>
                </a:lvl8pPr>
                <a:lvl9pPr marL="18288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MS PGothic" panose="020B0600070205080204" pitchFamily="34" charset="-128"/>
                  </a:defRPr>
                </a:lvl9pPr>
              </a:lstStyle>
              <a:p>
                <a:pPr algn="ctr" defTabSz="914400" eaLnBrk="1" fontAlgn="base" hangingPunct="1">
                  <a:spcBef>
                    <a:spcPct val="0"/>
                  </a:spcBef>
                  <a:spcAft>
                    <a:spcPct val="0"/>
                  </a:spcAft>
                </a:pPr>
                <a:r>
                  <a:rPr lang="zh-CN" altLang="en-US" sz="1600" b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开放接口</a:t>
                </a:r>
                <a:endParaRPr lang="en-US" sz="1600" b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6" name="Group 57"/>
          <p:cNvGrpSpPr/>
          <p:nvPr/>
        </p:nvGrpSpPr>
        <p:grpSpPr bwMode="auto">
          <a:xfrm>
            <a:off x="4888034" y="2248794"/>
            <a:ext cx="3575710" cy="1234932"/>
            <a:chOff x="5263490" y="1889268"/>
            <a:chExt cx="3575710" cy="1234932"/>
          </a:xfrm>
        </p:grpSpPr>
        <p:sp>
          <p:nvSpPr>
            <p:cNvPr id="20" name="Rounded Rectangle 19"/>
            <p:cNvSpPr/>
            <p:nvPr/>
          </p:nvSpPr>
          <p:spPr bwMode="auto">
            <a:xfrm>
              <a:off x="6862507" y="2271018"/>
              <a:ext cx="905385" cy="838200"/>
            </a:xfrm>
            <a:prstGeom prst="roundRect">
              <a:avLst/>
            </a:prstGeom>
            <a:gradFill>
              <a:gsLst>
                <a:gs pos="0">
                  <a:srgbClr val="008000"/>
                </a:gs>
                <a:gs pos="100000">
                  <a:srgbClr val="00C362"/>
                </a:gs>
              </a:gsLst>
            </a:gra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2000" dirty="0">
                  <a:solidFill>
                    <a:srgbClr val="FFFFFF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Linux</a:t>
              </a:r>
            </a:p>
          </p:txBody>
        </p:sp>
        <p:sp>
          <p:nvSpPr>
            <p:cNvPr id="22" name="Rounded Rectangle 21"/>
            <p:cNvSpPr/>
            <p:nvPr/>
          </p:nvSpPr>
          <p:spPr bwMode="auto">
            <a:xfrm>
              <a:off x="8077200" y="2286000"/>
              <a:ext cx="762000" cy="838200"/>
            </a:xfrm>
            <a:prstGeom prst="roundRect">
              <a:avLst/>
            </a:prstGeom>
            <a:gradFill>
              <a:gsLst>
                <a:gs pos="0">
                  <a:srgbClr val="FF00FF"/>
                </a:gs>
                <a:gs pos="100000">
                  <a:srgbClr val="FF99CC"/>
                </a:gs>
              </a:gsLst>
            </a:gra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2000" dirty="0">
                  <a:solidFill>
                    <a:srgbClr val="FFFFFF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Mac</a:t>
              </a:r>
            </a:p>
            <a:p>
              <a:pPr algn="ctr" defTabSz="914400">
                <a:defRPr/>
              </a:pPr>
              <a:r>
                <a:rPr lang="en-US" sz="2000" dirty="0">
                  <a:solidFill>
                    <a:srgbClr val="FFFFFF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OS</a:t>
              </a:r>
            </a:p>
          </p:txBody>
        </p:sp>
        <p:sp>
          <p:nvSpPr>
            <p:cNvPr id="24" name="Rounded Rectangle 23"/>
            <p:cNvSpPr/>
            <p:nvPr/>
          </p:nvSpPr>
          <p:spPr bwMode="auto">
            <a:xfrm>
              <a:off x="5263490" y="2286000"/>
              <a:ext cx="1289710" cy="838200"/>
            </a:xfrm>
            <a:prstGeom prst="roundRect">
              <a:avLst/>
            </a:prstGeom>
            <a:gradFill>
              <a:gsLst>
                <a:gs pos="0">
                  <a:srgbClr val="FF0000"/>
                </a:gs>
                <a:gs pos="100000">
                  <a:srgbClr val="F7545C"/>
                </a:gs>
              </a:gsLst>
            </a:gra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2000" dirty="0">
                  <a:solidFill>
                    <a:srgbClr val="FFFFFF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Windows</a:t>
              </a:r>
            </a:p>
            <a:p>
              <a:pPr algn="ctr" defTabSz="914400">
                <a:defRPr/>
              </a:pPr>
              <a:r>
                <a:rPr lang="en-US" sz="1800" dirty="0">
                  <a:solidFill>
                    <a:srgbClr val="FFFFFF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(OS)</a:t>
              </a:r>
            </a:p>
          </p:txBody>
        </p:sp>
        <p:grpSp>
          <p:nvGrpSpPr>
            <p:cNvPr id="45088" name="Group 52"/>
            <p:cNvGrpSpPr/>
            <p:nvPr/>
          </p:nvGrpSpPr>
          <p:grpSpPr bwMode="auto">
            <a:xfrm>
              <a:off x="5755640" y="1889268"/>
              <a:ext cx="2590800" cy="338554"/>
              <a:chOff x="5831840" y="3260868"/>
              <a:chExt cx="2590800" cy="338554"/>
            </a:xfrm>
          </p:grpSpPr>
          <p:cxnSp>
            <p:nvCxnSpPr>
              <p:cNvPr id="54" name="Straight Connector 53"/>
              <p:cNvCxnSpPr/>
              <p:nvPr/>
            </p:nvCxnSpPr>
            <p:spPr>
              <a:xfrm>
                <a:off x="5831840" y="3427413"/>
                <a:ext cx="2590800" cy="1587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090" name="TextBox 23"/>
              <p:cNvSpPr txBox="1">
                <a:spLocks noChangeArrowheads="1"/>
              </p:cNvSpPr>
              <p:nvPr/>
            </p:nvSpPr>
            <p:spPr bwMode="auto">
              <a:xfrm>
                <a:off x="6648479" y="3260868"/>
                <a:ext cx="1011815" cy="33855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wrap="none">
                <a:spAutoFit/>
              </a:bodyPr>
              <a:lstStyle>
                <a:lvl1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37931725" indent="-37474525"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MS PGothic" panose="020B0600070205080204" pitchFamily="34" charset="-128"/>
                  </a:defRPr>
                </a:lvl2pPr>
                <a:lvl3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MS PGothic" panose="020B0600070205080204" pitchFamily="34" charset="-128"/>
                  </a:defRPr>
                </a:lvl3pPr>
                <a:lvl4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MS PGothic" panose="020B0600070205080204" pitchFamily="34" charset="-128"/>
                  </a:defRPr>
                </a:lvl4pPr>
                <a:lvl5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MS PGothic" panose="020B0600070205080204" pitchFamily="34" charset="-128"/>
                  </a:defRPr>
                </a:lvl5pPr>
                <a:lvl6pPr marL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MS PGothic" panose="020B0600070205080204" pitchFamily="34" charset="-128"/>
                  </a:defRPr>
                </a:lvl6pPr>
                <a:lvl7pPr marL="9144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MS PGothic" panose="020B0600070205080204" pitchFamily="34" charset="-128"/>
                  </a:defRPr>
                </a:lvl7pPr>
                <a:lvl8pPr marL="1371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MS PGothic" panose="020B0600070205080204" pitchFamily="34" charset="-128"/>
                  </a:defRPr>
                </a:lvl8pPr>
                <a:lvl9pPr marL="18288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MS PGothic" panose="020B0600070205080204" pitchFamily="34" charset="-128"/>
                  </a:defRPr>
                </a:lvl9pPr>
              </a:lstStyle>
              <a:p>
                <a:pPr algn="ctr" defTabSz="914400" eaLnBrk="1" fontAlgn="base" hangingPunct="1">
                  <a:spcBef>
                    <a:spcPct val="0"/>
                  </a:spcBef>
                  <a:spcAft>
                    <a:spcPct val="0"/>
                  </a:spcAft>
                </a:pPr>
                <a:r>
                  <a:rPr lang="zh-CN" altLang="en-US" sz="1600" b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开放接口</a:t>
                </a:r>
                <a:endParaRPr lang="en-US" sz="1600" b="0" dirty="0">
                  <a:solidFill>
                    <a:prstClr val="black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</p:grpSp>
      <p:sp>
        <p:nvSpPr>
          <p:cNvPr id="45076" name="Title 47"/>
          <p:cNvSpPr>
            <a:spLocks noGrp="1"/>
          </p:cNvSpPr>
          <p:nvPr>
            <p:ph type="title"/>
          </p:nvPr>
        </p:nvSpPr>
        <p:spPr>
          <a:xfrm>
            <a:off x="367763" y="621850"/>
            <a:ext cx="8217437" cy="739853"/>
          </a:xfrm>
        </p:spPr>
        <p:txBody>
          <a:bodyPr>
            <a:normAutofit/>
          </a:bodyPr>
          <a:lstStyle/>
          <a:p>
            <a:pPr algn="l"/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SDN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基本概念</a:t>
            </a:r>
            <a:endParaRPr lang="en-US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52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4.6 </a:t>
            </a:r>
            <a:r>
              <a:rPr lang="zh-CN" alt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软件定义网络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7" dur="indefinite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36" grpId="0"/>
      <p:bldP spid="47" grpId="0" animBg="1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4.6 </a:t>
            </a:r>
            <a:r>
              <a:rPr lang="zh-CN" alt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软件定义网络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4" name="Title 47"/>
          <p:cNvSpPr>
            <a:spLocks noGrp="1"/>
          </p:cNvSpPr>
          <p:nvPr>
            <p:ph type="title"/>
          </p:nvPr>
        </p:nvSpPr>
        <p:spPr>
          <a:xfrm>
            <a:off x="367763" y="621850"/>
            <a:ext cx="8306337" cy="762449"/>
          </a:xfrm>
        </p:spPr>
        <p:txBody>
          <a:bodyPr>
            <a:normAutofit/>
          </a:bodyPr>
          <a:lstStyle/>
          <a:p>
            <a:pPr algn="l"/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SDN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核心思想</a:t>
            </a:r>
            <a:endParaRPr lang="en-US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3" name="Rectangle 5"/>
          <p:cNvSpPr>
            <a:spLocks noChangeArrowheads="1"/>
          </p:cNvSpPr>
          <p:nvPr/>
        </p:nvSpPr>
        <p:spPr bwMode="auto">
          <a:xfrm>
            <a:off x="367763" y="1587501"/>
            <a:ext cx="8408474" cy="3619500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/>
          <a:lstStyle/>
          <a:p>
            <a:pPr marL="342900" indent="-342900">
              <a:lnSpc>
                <a:spcPts val="36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400" b="1" i="0" dirty="0">
                <a:solidFill>
                  <a:srgbClr val="444444"/>
                </a:solidFill>
                <a:effectLst/>
                <a:latin typeface="Tahoma" panose="020B0604030504040204" pitchFamily="34" charset="0"/>
              </a:rPr>
              <a:t>解耦：</a:t>
            </a:r>
            <a:endParaRPr lang="en-US" altLang="zh-CN" sz="2400" b="1" i="0" dirty="0">
              <a:solidFill>
                <a:srgbClr val="444444"/>
              </a:solidFill>
              <a:effectLst/>
              <a:latin typeface="Tahoma" panose="020B0604030504040204" pitchFamily="34" charset="0"/>
            </a:endParaRPr>
          </a:p>
          <a:p>
            <a:pPr marL="742950" lvl="1" indent="-285750">
              <a:lnSpc>
                <a:spcPts val="3600"/>
              </a:lnSpc>
              <a:spcBef>
                <a:spcPts val="600"/>
              </a:spcBef>
              <a:buFontTx/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将控制平面和数据平面分离，解决传统网络控制平面和数据平面在物理上紧耦合导致的问题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742950" lvl="1" indent="-285750">
              <a:lnSpc>
                <a:spcPts val="36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控制平面和数据平面之间无需相互依赖，仅需遵循一定的开放接口即可进行通信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742950" lvl="1" indent="-285750">
              <a:lnSpc>
                <a:spcPts val="36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控制平面：负责决策控制，由软件实现，灵活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742950" lvl="1" indent="-285750">
              <a:lnSpc>
                <a:spcPts val="36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数据平面：专注数据转发，由通用硬件实现</a:t>
            </a: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4.6 </a:t>
            </a:r>
            <a:r>
              <a:rPr lang="zh-CN" alt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软件定义网络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4" name="Title 47"/>
          <p:cNvSpPr>
            <a:spLocks noGrp="1"/>
          </p:cNvSpPr>
          <p:nvPr>
            <p:ph type="title"/>
          </p:nvPr>
        </p:nvSpPr>
        <p:spPr>
          <a:xfrm>
            <a:off x="367763" y="621850"/>
            <a:ext cx="8293637" cy="787849"/>
          </a:xfrm>
        </p:spPr>
        <p:txBody>
          <a:bodyPr>
            <a:normAutofit/>
          </a:bodyPr>
          <a:lstStyle/>
          <a:p>
            <a:pPr algn="l"/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SDN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核心思想</a:t>
            </a:r>
            <a:endParaRPr lang="en-US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3" name="Rectangle 5"/>
          <p:cNvSpPr>
            <a:spLocks noChangeArrowheads="1"/>
          </p:cNvSpPr>
          <p:nvPr/>
        </p:nvSpPr>
        <p:spPr bwMode="auto">
          <a:xfrm>
            <a:off x="367763" y="1382692"/>
            <a:ext cx="8408474" cy="4916957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/>
          <a:lstStyle/>
          <a:p>
            <a:pPr marL="342900" indent="-342900">
              <a:lnSpc>
                <a:spcPts val="36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400" b="1" i="0" dirty="0">
                <a:solidFill>
                  <a:srgbClr val="444444"/>
                </a:solidFill>
                <a:effectLst/>
                <a:latin typeface="Tahoma" panose="020B0604030504040204" pitchFamily="34" charset="0"/>
              </a:rPr>
              <a:t>抽象：</a:t>
            </a:r>
            <a:endParaRPr lang="en-US" altLang="zh-CN" sz="2400" b="1" i="0" dirty="0">
              <a:solidFill>
                <a:srgbClr val="444444"/>
              </a:solidFill>
              <a:effectLst/>
              <a:latin typeface="Tahoma" panose="020B0604030504040204" pitchFamily="34" charset="0"/>
            </a:endParaRPr>
          </a:p>
          <a:p>
            <a:pPr marL="742950" lvl="1" indent="-285750">
              <a:lnSpc>
                <a:spcPts val="3600"/>
              </a:lnSpc>
              <a:spcBef>
                <a:spcPts val="600"/>
              </a:spcBef>
              <a:buFontTx/>
              <a:buBlip>
                <a:blip r:embed="rId4"/>
              </a:buBlip>
              <a:defRPr/>
            </a:pPr>
            <a:r>
              <a:rPr lang="zh-CN" altLang="en-US" sz="2200" b="1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转发抽象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：将数据平面抽象为通用转发模型（如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OpenFlow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的交换机模型）；各种转发表（如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MAC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地址表、路由表、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NAT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转换表等）抽象为统一的</a:t>
            </a:r>
            <a:r>
              <a:rPr lang="zh-CN" altLang="en-US" sz="2200" b="1" dirty="0">
                <a:solidFill>
                  <a:srgbClr val="00B0F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流表</a:t>
            </a:r>
            <a:endParaRPr lang="en-US" altLang="zh-CN" sz="2200" b="1" dirty="0">
              <a:solidFill>
                <a:srgbClr val="00B0F0"/>
              </a:solidFill>
              <a:latin typeface="楷体" panose="02010609060101010101" pitchFamily="49" charset="-122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742950" lvl="1" indent="-285750">
              <a:lnSpc>
                <a:spcPts val="3600"/>
              </a:lnSpc>
              <a:spcBef>
                <a:spcPts val="600"/>
              </a:spcBef>
              <a:buFontTx/>
              <a:buBlip>
                <a:blip r:embed="rId4"/>
              </a:buBlip>
              <a:defRPr/>
            </a:pPr>
            <a:r>
              <a:rPr lang="zh-CN" altLang="en-US" sz="2200" b="1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分布状态抽象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：控制层将设备分布状态抽象成全局网络视图，从而实现逻辑的集中控制，可通过网络操作系统实现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1257300" lvl="2" indent="-342900">
              <a:lnSpc>
                <a:spcPts val="3600"/>
              </a:lnSpc>
              <a:spcBef>
                <a:spcPts val="600"/>
              </a:spcBef>
              <a:buFont typeface="Wingdings" panose="05000000000000000000" pitchFamily="2" charset="2"/>
              <a:buChar char="ü"/>
              <a:defRPr/>
            </a:pP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网络操作系统（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NOS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）：下发控制命令，收集设备和链路状态，为上层应用提供全局网络视图</a:t>
            </a:r>
          </a:p>
          <a:p>
            <a:pPr marL="742950" lvl="1" indent="-285750">
              <a:lnSpc>
                <a:spcPts val="3600"/>
              </a:lnSpc>
              <a:spcBef>
                <a:spcPts val="600"/>
              </a:spcBef>
              <a:buFontTx/>
              <a:buBlip>
                <a:blip r:embed="rId4"/>
              </a:buBlip>
              <a:defRPr/>
            </a:pPr>
            <a:r>
              <a:rPr lang="zh-CN" altLang="en-US" sz="2200" b="1" dirty="0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配置抽象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：网络行为的表达通过编程语言实现，将抽象配置映射为物理配置，利用控制器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API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，通过控制器配置设备</a:t>
            </a: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" name="标题 1"/>
          <p:cNvSpPr txBox="1"/>
          <p:nvPr/>
        </p:nvSpPr>
        <p:spPr>
          <a:xfrm>
            <a:off x="431346" y="32661"/>
            <a:ext cx="7628133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4.7 </a:t>
            </a:r>
            <a:r>
              <a:rPr lang="zh-CN" altLang="en-US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软件定义网络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247" name="Rectangle 2"/>
          <p:cNvSpPr txBox="1">
            <a:spLocks noChangeArrowheads="1"/>
          </p:cNvSpPr>
          <p:nvPr/>
        </p:nvSpPr>
        <p:spPr>
          <a:xfrm>
            <a:off x="312474" y="746030"/>
            <a:ext cx="7628133" cy="568634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SDN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基本架构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grpSp>
        <p:nvGrpSpPr>
          <p:cNvPr id="350" name="Group 2"/>
          <p:cNvGrpSpPr/>
          <p:nvPr/>
        </p:nvGrpSpPr>
        <p:grpSpPr>
          <a:xfrm>
            <a:off x="1504284" y="1822055"/>
            <a:ext cx="7200443" cy="4668701"/>
            <a:chOff x="1453484" y="1555350"/>
            <a:chExt cx="7200443" cy="4668701"/>
          </a:xfrm>
        </p:grpSpPr>
        <p:grpSp>
          <p:nvGrpSpPr>
            <p:cNvPr id="351" name="Group 24"/>
            <p:cNvGrpSpPr/>
            <p:nvPr/>
          </p:nvGrpSpPr>
          <p:grpSpPr>
            <a:xfrm>
              <a:off x="1453484" y="1555350"/>
              <a:ext cx="6027736" cy="1440135"/>
              <a:chOff x="1492879" y="2061336"/>
              <a:chExt cx="6027736" cy="1440135"/>
            </a:xfrm>
          </p:grpSpPr>
          <p:sp>
            <p:nvSpPr>
              <p:cNvPr id="900" name="Rectangle 387"/>
              <p:cNvSpPr/>
              <p:nvPr/>
            </p:nvSpPr>
            <p:spPr bwMode="auto">
              <a:xfrm>
                <a:off x="1929251" y="2064703"/>
                <a:ext cx="5043488" cy="101758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1" name="Freeform 395"/>
              <p:cNvSpPr/>
              <p:nvPr/>
            </p:nvSpPr>
            <p:spPr bwMode="auto">
              <a:xfrm>
                <a:off x="1739747" y="2067585"/>
                <a:ext cx="198437" cy="1385888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-1" fmla="*/ 0 w 199855"/>
                  <a:gd name="connsiteY0-2" fmla="*/ 733787 h 1367693"/>
                  <a:gd name="connsiteX1-3" fmla="*/ 199855 w 199855"/>
                  <a:gd name="connsiteY1-4" fmla="*/ 0 h 1367693"/>
                  <a:gd name="connsiteX2-5" fmla="*/ 199855 w 199855"/>
                  <a:gd name="connsiteY2-6" fmla="*/ 1016000 h 1367693"/>
                  <a:gd name="connsiteX3-7" fmla="*/ 4470 w 199855"/>
                  <a:gd name="connsiteY3-8" fmla="*/ 1367693 h 1367693"/>
                  <a:gd name="connsiteX4-9" fmla="*/ 0 w 199855"/>
                  <a:gd name="connsiteY4-10" fmla="*/ 733787 h 1367693"/>
                  <a:gd name="connsiteX0-11" fmla="*/ 25203 w 225058"/>
                  <a:gd name="connsiteY0-12" fmla="*/ 733787 h 1361758"/>
                  <a:gd name="connsiteX1-13" fmla="*/ 225058 w 225058"/>
                  <a:gd name="connsiteY1-14" fmla="*/ 0 h 1361758"/>
                  <a:gd name="connsiteX2-15" fmla="*/ 225058 w 225058"/>
                  <a:gd name="connsiteY2-16" fmla="*/ 1016000 h 1361758"/>
                  <a:gd name="connsiteX3-17" fmla="*/ 0 w 225058"/>
                  <a:gd name="connsiteY3-18" fmla="*/ 1361758 h 1361758"/>
                  <a:gd name="connsiteX4-19" fmla="*/ 25203 w 225058"/>
                  <a:gd name="connsiteY4-20" fmla="*/ 733787 h 1361758"/>
                  <a:gd name="connsiteX0-21" fmla="*/ 25203 w 230992"/>
                  <a:gd name="connsiteY0-22" fmla="*/ 787197 h 1415168"/>
                  <a:gd name="connsiteX1-23" fmla="*/ 230992 w 230992"/>
                  <a:gd name="connsiteY1-24" fmla="*/ 0 h 1415168"/>
                  <a:gd name="connsiteX2-25" fmla="*/ 225058 w 230992"/>
                  <a:gd name="connsiteY2-26" fmla="*/ 1069410 h 1415168"/>
                  <a:gd name="connsiteX3-27" fmla="*/ 0 w 230992"/>
                  <a:gd name="connsiteY3-28" fmla="*/ 1415168 h 1415168"/>
                  <a:gd name="connsiteX4-29" fmla="*/ 25203 w 230992"/>
                  <a:gd name="connsiteY4-30" fmla="*/ 787197 h 1415168"/>
                  <a:gd name="connsiteX0-31" fmla="*/ 0 w 205789"/>
                  <a:gd name="connsiteY0-32" fmla="*/ 787197 h 1427037"/>
                  <a:gd name="connsiteX1-33" fmla="*/ 205789 w 205789"/>
                  <a:gd name="connsiteY1-34" fmla="*/ 0 h 1427037"/>
                  <a:gd name="connsiteX2-35" fmla="*/ 199855 w 205789"/>
                  <a:gd name="connsiteY2-36" fmla="*/ 1069410 h 1427037"/>
                  <a:gd name="connsiteX3-37" fmla="*/ 4471 w 205789"/>
                  <a:gd name="connsiteY3-38" fmla="*/ 1427037 h 1427037"/>
                  <a:gd name="connsiteX4-39" fmla="*/ 0 w 205789"/>
                  <a:gd name="connsiteY4-40" fmla="*/ 787197 h 1427037"/>
                  <a:gd name="connsiteX0-41" fmla="*/ 0 w 199855"/>
                  <a:gd name="connsiteY0-42" fmla="*/ 745656 h 1385496"/>
                  <a:gd name="connsiteX1-43" fmla="*/ 193920 w 199855"/>
                  <a:gd name="connsiteY1-44" fmla="*/ 0 h 1385496"/>
                  <a:gd name="connsiteX2-45" fmla="*/ 199855 w 199855"/>
                  <a:gd name="connsiteY2-46" fmla="*/ 1027869 h 1385496"/>
                  <a:gd name="connsiteX3-47" fmla="*/ 4471 w 199855"/>
                  <a:gd name="connsiteY3-48" fmla="*/ 1385496 h 1385496"/>
                  <a:gd name="connsiteX4-49" fmla="*/ 0 w 199855"/>
                  <a:gd name="connsiteY4-50" fmla="*/ 745656 h 13854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99855" h="1385496">
                    <a:moveTo>
                      <a:pt x="0" y="745656"/>
                    </a:moveTo>
                    <a:lnTo>
                      <a:pt x="193920" y="0"/>
                    </a:lnTo>
                    <a:cubicBezTo>
                      <a:pt x="195898" y="342623"/>
                      <a:pt x="197877" y="685246"/>
                      <a:pt x="199855" y="1027869"/>
                    </a:cubicBezTo>
                    <a:lnTo>
                      <a:pt x="4471" y="1385496"/>
                    </a:lnTo>
                    <a:cubicBezTo>
                      <a:pt x="2981" y="1172216"/>
                      <a:pt x="1490" y="958936"/>
                      <a:pt x="0" y="7456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accent6">
                      <a:lumMod val="20000"/>
                      <a:lumOff val="80000"/>
                    </a:schemeClr>
                  </a:gs>
                </a:gsLst>
                <a:lin ang="0" scaled="0"/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2" name="Freeform 397"/>
              <p:cNvSpPr/>
              <p:nvPr/>
            </p:nvSpPr>
            <p:spPr bwMode="auto">
              <a:xfrm flipH="1">
                <a:off x="6969078" y="2061336"/>
                <a:ext cx="220427" cy="1370587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-1" fmla="*/ 0 w 199855"/>
                  <a:gd name="connsiteY0-2" fmla="*/ 733787 h 1367693"/>
                  <a:gd name="connsiteX1-3" fmla="*/ 199855 w 199855"/>
                  <a:gd name="connsiteY1-4" fmla="*/ 0 h 1367693"/>
                  <a:gd name="connsiteX2-5" fmla="*/ 199855 w 199855"/>
                  <a:gd name="connsiteY2-6" fmla="*/ 1016000 h 1367693"/>
                  <a:gd name="connsiteX3-7" fmla="*/ 4470 w 199855"/>
                  <a:gd name="connsiteY3-8" fmla="*/ 1367693 h 1367693"/>
                  <a:gd name="connsiteX4-9" fmla="*/ 0 w 199855"/>
                  <a:gd name="connsiteY4-10" fmla="*/ 733787 h 1367693"/>
                  <a:gd name="connsiteX0-11" fmla="*/ 25203 w 225058"/>
                  <a:gd name="connsiteY0-12" fmla="*/ 733787 h 1361758"/>
                  <a:gd name="connsiteX1-13" fmla="*/ 225058 w 225058"/>
                  <a:gd name="connsiteY1-14" fmla="*/ 0 h 1361758"/>
                  <a:gd name="connsiteX2-15" fmla="*/ 225058 w 225058"/>
                  <a:gd name="connsiteY2-16" fmla="*/ 1016000 h 1361758"/>
                  <a:gd name="connsiteX3-17" fmla="*/ 0 w 225058"/>
                  <a:gd name="connsiteY3-18" fmla="*/ 1361758 h 1361758"/>
                  <a:gd name="connsiteX4-19" fmla="*/ 25203 w 225058"/>
                  <a:gd name="connsiteY4-20" fmla="*/ 733787 h 1361758"/>
                  <a:gd name="connsiteX0-21" fmla="*/ 25203 w 230992"/>
                  <a:gd name="connsiteY0-22" fmla="*/ 787197 h 1415168"/>
                  <a:gd name="connsiteX1-23" fmla="*/ 230992 w 230992"/>
                  <a:gd name="connsiteY1-24" fmla="*/ 0 h 1415168"/>
                  <a:gd name="connsiteX2-25" fmla="*/ 225058 w 230992"/>
                  <a:gd name="connsiteY2-26" fmla="*/ 1069410 h 1415168"/>
                  <a:gd name="connsiteX3-27" fmla="*/ 0 w 230992"/>
                  <a:gd name="connsiteY3-28" fmla="*/ 1415168 h 1415168"/>
                  <a:gd name="connsiteX4-29" fmla="*/ 25203 w 230992"/>
                  <a:gd name="connsiteY4-30" fmla="*/ 787197 h 1415168"/>
                  <a:gd name="connsiteX0-31" fmla="*/ 0 w 205789"/>
                  <a:gd name="connsiteY0-32" fmla="*/ 787197 h 1427037"/>
                  <a:gd name="connsiteX1-33" fmla="*/ 205789 w 205789"/>
                  <a:gd name="connsiteY1-34" fmla="*/ 0 h 1427037"/>
                  <a:gd name="connsiteX2-35" fmla="*/ 199855 w 205789"/>
                  <a:gd name="connsiteY2-36" fmla="*/ 1069410 h 1427037"/>
                  <a:gd name="connsiteX3-37" fmla="*/ 4471 w 205789"/>
                  <a:gd name="connsiteY3-38" fmla="*/ 1427037 h 1427037"/>
                  <a:gd name="connsiteX4-39" fmla="*/ 0 w 205789"/>
                  <a:gd name="connsiteY4-40" fmla="*/ 787197 h 1427037"/>
                  <a:gd name="connsiteX0-41" fmla="*/ 0 w 199855"/>
                  <a:gd name="connsiteY0-42" fmla="*/ 745656 h 1385496"/>
                  <a:gd name="connsiteX1-43" fmla="*/ 193920 w 199855"/>
                  <a:gd name="connsiteY1-44" fmla="*/ 0 h 1385496"/>
                  <a:gd name="connsiteX2-45" fmla="*/ 199855 w 199855"/>
                  <a:gd name="connsiteY2-46" fmla="*/ 1027869 h 1385496"/>
                  <a:gd name="connsiteX3-47" fmla="*/ 4471 w 199855"/>
                  <a:gd name="connsiteY3-48" fmla="*/ 1385496 h 1385496"/>
                  <a:gd name="connsiteX4-49" fmla="*/ 0 w 199855"/>
                  <a:gd name="connsiteY4-50" fmla="*/ 745656 h 1385496"/>
                  <a:gd name="connsiteX0-51" fmla="*/ 0 w 219519"/>
                  <a:gd name="connsiteY0-52" fmla="*/ 730359 h 1370199"/>
                  <a:gd name="connsiteX1-53" fmla="*/ 219401 w 219519"/>
                  <a:gd name="connsiteY1-54" fmla="*/ 0 h 1370199"/>
                  <a:gd name="connsiteX2-55" fmla="*/ 199855 w 219519"/>
                  <a:gd name="connsiteY2-56" fmla="*/ 1012572 h 1370199"/>
                  <a:gd name="connsiteX3-57" fmla="*/ 4471 w 219519"/>
                  <a:gd name="connsiteY3-58" fmla="*/ 1370199 h 1370199"/>
                  <a:gd name="connsiteX4-59" fmla="*/ 0 w 219519"/>
                  <a:gd name="connsiteY4-60" fmla="*/ 730359 h 1370199"/>
                  <a:gd name="connsiteX0-61" fmla="*/ 0 w 219602"/>
                  <a:gd name="connsiteY0-62" fmla="*/ 730359 h 1370199"/>
                  <a:gd name="connsiteX1-63" fmla="*/ 219401 w 219602"/>
                  <a:gd name="connsiteY1-64" fmla="*/ 0 h 1370199"/>
                  <a:gd name="connsiteX2-65" fmla="*/ 210047 w 219602"/>
                  <a:gd name="connsiteY2-66" fmla="*/ 1007473 h 1370199"/>
                  <a:gd name="connsiteX3-67" fmla="*/ 4471 w 219602"/>
                  <a:gd name="connsiteY3-68" fmla="*/ 1370199 h 1370199"/>
                  <a:gd name="connsiteX4-69" fmla="*/ 0 w 219602"/>
                  <a:gd name="connsiteY4-70" fmla="*/ 730359 h 1370199"/>
                  <a:gd name="connsiteX0-71" fmla="*/ 0 w 220239"/>
                  <a:gd name="connsiteY0-72" fmla="*/ 730359 h 1370199"/>
                  <a:gd name="connsiteX1-73" fmla="*/ 219401 w 220239"/>
                  <a:gd name="connsiteY1-74" fmla="*/ 0 h 1370199"/>
                  <a:gd name="connsiteX2-75" fmla="*/ 220239 w 220239"/>
                  <a:gd name="connsiteY2-76" fmla="*/ 1007473 h 1370199"/>
                  <a:gd name="connsiteX3-77" fmla="*/ 4471 w 220239"/>
                  <a:gd name="connsiteY3-78" fmla="*/ 1370199 h 1370199"/>
                  <a:gd name="connsiteX4-79" fmla="*/ 0 w 220239"/>
                  <a:gd name="connsiteY4-80" fmla="*/ 730359 h 137019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220239" h="1370199">
                    <a:moveTo>
                      <a:pt x="0" y="730359"/>
                    </a:moveTo>
                    <a:cubicBezTo>
                      <a:pt x="64640" y="481807"/>
                      <a:pt x="154761" y="248552"/>
                      <a:pt x="219401" y="0"/>
                    </a:cubicBezTo>
                    <a:cubicBezTo>
                      <a:pt x="221379" y="342623"/>
                      <a:pt x="218261" y="664850"/>
                      <a:pt x="220239" y="1007473"/>
                    </a:cubicBezTo>
                    <a:lnTo>
                      <a:pt x="4471" y="1370199"/>
                    </a:lnTo>
                    <a:cubicBezTo>
                      <a:pt x="2981" y="1156919"/>
                      <a:pt x="1490" y="943639"/>
                      <a:pt x="0" y="73035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6">
                      <a:lumMod val="20000"/>
                      <a:lumOff val="80000"/>
                    </a:schemeClr>
                  </a:gs>
                  <a:gs pos="100000">
                    <a:schemeClr val="bg1"/>
                  </a:gs>
                </a:gsLst>
                <a:lin ang="10800000" scaled="0"/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903" name="Group 950"/>
              <p:cNvGrpSpPr/>
              <p:nvPr/>
            </p:nvGrpSpPr>
            <p:grpSpPr bwMode="auto">
              <a:xfrm>
                <a:off x="1492879" y="2820676"/>
                <a:ext cx="338137" cy="653816"/>
                <a:chOff x="4140" y="429"/>
                <a:chExt cx="1425" cy="2396"/>
              </a:xfrm>
            </p:grpSpPr>
            <p:sp>
              <p:nvSpPr>
                <p:cNvPr id="937" name="Freeform 951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38" name="Rectangle 952"/>
                <p:cNvSpPr>
                  <a:spLocks noChangeArrowheads="1"/>
                </p:cNvSpPr>
                <p:nvPr/>
              </p:nvSpPr>
              <p:spPr bwMode="auto">
                <a:xfrm>
                  <a:off x="4315" y="433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39" name="Freeform 953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40" name="Freeform 954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41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942" name="Group 956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67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968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943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944" name="Group 960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65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966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945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46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947" name="Group 965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63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964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948" name="Freeform 968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949" name="Group 969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61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962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950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51" name="Freeform 973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52" name="Freeform 974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53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54" name="Freeform 976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55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56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57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58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pPr algn="ctr" eaLnBrk="1" hangingPunct="1"/>
                  <a:endParaRPr lang="en-US">
                    <a:solidFill>
                      <a:srgbClr val="FF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59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60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904" name="Group 950"/>
              <p:cNvGrpSpPr/>
              <p:nvPr/>
            </p:nvGrpSpPr>
            <p:grpSpPr bwMode="auto">
              <a:xfrm>
                <a:off x="7147834" y="2837013"/>
                <a:ext cx="372781" cy="664458"/>
                <a:chOff x="3994" y="390"/>
                <a:chExt cx="1571" cy="2435"/>
              </a:xfrm>
            </p:grpSpPr>
            <p:sp>
              <p:nvSpPr>
                <p:cNvPr id="905" name="Freeform 951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06" name="Rectangle 952"/>
                <p:cNvSpPr>
                  <a:spLocks noChangeArrowheads="1"/>
                </p:cNvSpPr>
                <p:nvPr/>
              </p:nvSpPr>
              <p:spPr bwMode="auto">
                <a:xfrm>
                  <a:off x="3994" y="390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07" name="Freeform 953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08" name="Freeform 954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09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910" name="Group 956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35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936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911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912" name="Group 960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33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934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913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14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915" name="Group 965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31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932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916" name="Freeform 968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917" name="Group 969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29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930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918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19" name="Freeform 973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20" name="Freeform 974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21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22" name="Freeform 976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23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24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25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26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pPr algn="ctr" eaLnBrk="1" hangingPunct="1"/>
                  <a:endParaRPr lang="en-US">
                    <a:solidFill>
                      <a:srgbClr val="FF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27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28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</p:grpSp>
        </p:grpSp>
        <p:sp>
          <p:nvSpPr>
            <p:cNvPr id="352" name="Freeform 2"/>
            <p:cNvSpPr/>
            <p:nvPr/>
          </p:nvSpPr>
          <p:spPr bwMode="auto">
            <a:xfrm>
              <a:off x="2592388" y="5284251"/>
              <a:ext cx="4027487" cy="939800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</p:spPr>
          <p:txBody>
            <a:bodyPr wrap="none" anchor="ctr"/>
            <a:lstStyle/>
            <a:p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353" name="Straight Connector 147"/>
            <p:cNvCxnSpPr/>
            <p:nvPr/>
          </p:nvCxnSpPr>
          <p:spPr>
            <a:xfrm flipV="1">
              <a:off x="3262941" y="5435064"/>
              <a:ext cx="1316038" cy="131762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Straight Connector 149"/>
            <p:cNvCxnSpPr/>
            <p:nvPr/>
          </p:nvCxnSpPr>
          <p:spPr>
            <a:xfrm>
              <a:off x="3151816" y="5622389"/>
              <a:ext cx="2259013" cy="29845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Straight Connector 152"/>
            <p:cNvCxnSpPr/>
            <p:nvPr/>
          </p:nvCxnSpPr>
          <p:spPr>
            <a:xfrm>
              <a:off x="3164516" y="5727164"/>
              <a:ext cx="714375" cy="27622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Straight Connector 156"/>
            <p:cNvCxnSpPr/>
            <p:nvPr/>
          </p:nvCxnSpPr>
          <p:spPr>
            <a:xfrm flipV="1">
              <a:off x="4182104" y="5920839"/>
              <a:ext cx="1247775" cy="8255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Straight Connector 158"/>
            <p:cNvCxnSpPr/>
            <p:nvPr/>
          </p:nvCxnSpPr>
          <p:spPr>
            <a:xfrm>
              <a:off x="4842504" y="5468401"/>
              <a:ext cx="1057275" cy="12382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Straight Connector 160"/>
            <p:cNvCxnSpPr/>
            <p:nvPr/>
          </p:nvCxnSpPr>
          <p:spPr>
            <a:xfrm flipV="1">
              <a:off x="4126541" y="5622389"/>
              <a:ext cx="1790700" cy="29845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Straight Connector 162"/>
            <p:cNvCxnSpPr/>
            <p:nvPr/>
          </p:nvCxnSpPr>
          <p:spPr>
            <a:xfrm flipV="1">
              <a:off x="5453691" y="5650964"/>
              <a:ext cx="588963" cy="26987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Straight Connector 164"/>
            <p:cNvCxnSpPr/>
            <p:nvPr/>
          </p:nvCxnSpPr>
          <p:spPr>
            <a:xfrm>
              <a:off x="4596441" y="5435064"/>
              <a:ext cx="814388" cy="40163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2" name="Group 48260"/>
            <p:cNvGrpSpPr/>
            <p:nvPr/>
          </p:nvGrpSpPr>
          <p:grpSpPr>
            <a:xfrm>
              <a:off x="1526216" y="2792824"/>
              <a:ext cx="7127711" cy="653843"/>
              <a:chOff x="1526216" y="3258498"/>
              <a:chExt cx="7127711" cy="653843"/>
            </a:xfrm>
          </p:grpSpPr>
          <p:sp>
            <p:nvSpPr>
              <p:cNvPr id="897" name="TextBox 399"/>
              <p:cNvSpPr txBox="1">
                <a:spLocks noChangeArrowheads="1"/>
              </p:cNvSpPr>
              <p:nvPr/>
            </p:nvSpPr>
            <p:spPr bwMode="auto">
              <a:xfrm>
                <a:off x="7648523" y="3627648"/>
                <a:ext cx="1005404" cy="28469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465"/>
                  </a:lnSpc>
                </a:pPr>
                <a:r>
                  <a:rPr lang="zh-CN" alt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数据平面</a:t>
                </a:r>
                <a:endParaRPr lang="en-US" sz="16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8" name="TextBox 400"/>
              <p:cNvSpPr txBox="1">
                <a:spLocks noChangeArrowheads="1"/>
              </p:cNvSpPr>
              <p:nvPr/>
            </p:nvSpPr>
            <p:spPr bwMode="auto">
              <a:xfrm>
                <a:off x="7643247" y="3258498"/>
                <a:ext cx="1005404" cy="28469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  <a:cs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465"/>
                  </a:lnSpc>
                </a:pPr>
                <a:r>
                  <a:rPr lang="zh-CN" alt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控制平面</a:t>
                </a:r>
                <a:endParaRPr lang="en-US" sz="16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899" name="Straight Connector 301"/>
              <p:cNvCxnSpPr/>
              <p:nvPr/>
            </p:nvCxnSpPr>
            <p:spPr bwMode="auto">
              <a:xfrm flipV="1">
                <a:off x="1526216" y="3579342"/>
                <a:ext cx="6978041" cy="12155"/>
              </a:xfrm>
              <a:prstGeom prst="line">
                <a:avLst/>
              </a:prstGeom>
              <a:ln w="25400">
                <a:solidFill>
                  <a:schemeClr val="tx1"/>
                </a:solidFill>
                <a:prstDash val="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Group 26"/>
            <p:cNvGrpSpPr/>
            <p:nvPr/>
          </p:nvGrpSpPr>
          <p:grpSpPr>
            <a:xfrm>
              <a:off x="2436115" y="2269434"/>
              <a:ext cx="4296530" cy="320561"/>
              <a:chOff x="2433511" y="2792111"/>
              <a:chExt cx="4296530" cy="320561"/>
            </a:xfrm>
          </p:grpSpPr>
          <p:grpSp>
            <p:nvGrpSpPr>
              <p:cNvPr id="872" name="Group 401"/>
              <p:cNvGrpSpPr/>
              <p:nvPr/>
            </p:nvGrpSpPr>
            <p:grpSpPr bwMode="auto">
              <a:xfrm>
                <a:off x="2433511" y="2794083"/>
                <a:ext cx="349250" cy="317387"/>
                <a:chOff x="2931664" y="3912603"/>
                <a:chExt cx="430450" cy="329314"/>
              </a:xfrm>
            </p:grpSpPr>
            <p:sp>
              <p:nvSpPr>
                <p:cNvPr id="893" name="Rectangle 402"/>
                <p:cNvSpPr/>
                <p:nvPr/>
              </p:nvSpPr>
              <p:spPr>
                <a:xfrm>
                  <a:off x="2937534" y="3912858"/>
                  <a:ext cx="424580" cy="329431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894" name="Straight Connector 403"/>
                <p:cNvCxnSpPr/>
                <p:nvPr/>
              </p:nvCxnSpPr>
              <p:spPr>
                <a:xfrm>
                  <a:off x="2931664" y="4005099"/>
                  <a:ext cx="424581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5" name="Straight Connector 404"/>
                <p:cNvCxnSpPr/>
                <p:nvPr/>
              </p:nvCxnSpPr>
              <p:spPr>
                <a:xfrm>
                  <a:off x="2931664" y="4067691"/>
                  <a:ext cx="424581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6" name="Straight Connector 405"/>
                <p:cNvCxnSpPr>
                  <a:stCxn id="893" idx="2"/>
                </p:cNvCxnSpPr>
                <p:nvPr/>
              </p:nvCxnSpPr>
              <p:spPr>
                <a:xfrm flipH="1" flipV="1">
                  <a:off x="3148846" y="4005099"/>
                  <a:ext cx="0" cy="23719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73" name="Group 406"/>
              <p:cNvGrpSpPr/>
              <p:nvPr/>
            </p:nvGrpSpPr>
            <p:grpSpPr bwMode="auto">
              <a:xfrm>
                <a:off x="3348666" y="2792111"/>
                <a:ext cx="350838" cy="317387"/>
                <a:chOff x="2931664" y="3912603"/>
                <a:chExt cx="430450" cy="329314"/>
              </a:xfrm>
            </p:grpSpPr>
            <p:sp>
              <p:nvSpPr>
                <p:cNvPr id="889" name="Rectangle 407"/>
                <p:cNvSpPr/>
                <p:nvPr/>
              </p:nvSpPr>
              <p:spPr>
                <a:xfrm>
                  <a:off x="2937508" y="3912861"/>
                  <a:ext cx="424606" cy="329431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890" name="Straight Connector 408"/>
                <p:cNvCxnSpPr/>
                <p:nvPr/>
              </p:nvCxnSpPr>
              <p:spPr>
                <a:xfrm>
                  <a:off x="2931664" y="4005102"/>
                  <a:ext cx="424606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1" name="Straight Connector 409"/>
                <p:cNvCxnSpPr/>
                <p:nvPr/>
              </p:nvCxnSpPr>
              <p:spPr>
                <a:xfrm>
                  <a:off x="2931664" y="4067694"/>
                  <a:ext cx="424606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2" name="Straight Connector 410"/>
                <p:cNvCxnSpPr>
                  <a:stCxn id="889" idx="2"/>
                </p:cNvCxnSpPr>
                <p:nvPr/>
              </p:nvCxnSpPr>
              <p:spPr>
                <a:xfrm flipH="1" flipV="1">
                  <a:off x="3147863" y="4005102"/>
                  <a:ext cx="1947" cy="23719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74" name="Group 411"/>
              <p:cNvGrpSpPr/>
              <p:nvPr/>
            </p:nvGrpSpPr>
            <p:grpSpPr bwMode="auto">
              <a:xfrm>
                <a:off x="4182104" y="2792111"/>
                <a:ext cx="350837" cy="317387"/>
                <a:chOff x="2931664" y="3912603"/>
                <a:chExt cx="430450" cy="329314"/>
              </a:xfrm>
            </p:grpSpPr>
            <p:sp>
              <p:nvSpPr>
                <p:cNvPr id="885" name="Rectangle 412"/>
                <p:cNvSpPr/>
                <p:nvPr/>
              </p:nvSpPr>
              <p:spPr>
                <a:xfrm>
                  <a:off x="2937507" y="3912861"/>
                  <a:ext cx="424607" cy="329431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886" name="Straight Connector 413"/>
                <p:cNvCxnSpPr/>
                <p:nvPr/>
              </p:nvCxnSpPr>
              <p:spPr>
                <a:xfrm>
                  <a:off x="2931664" y="4005102"/>
                  <a:ext cx="424607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7" name="Straight Connector 414"/>
                <p:cNvCxnSpPr/>
                <p:nvPr/>
              </p:nvCxnSpPr>
              <p:spPr>
                <a:xfrm>
                  <a:off x="2931664" y="4067694"/>
                  <a:ext cx="424607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8" name="Straight Connector 415"/>
                <p:cNvCxnSpPr>
                  <a:stCxn id="885" idx="2"/>
                </p:cNvCxnSpPr>
                <p:nvPr/>
              </p:nvCxnSpPr>
              <p:spPr>
                <a:xfrm flipH="1" flipV="1">
                  <a:off x="3147863" y="4005102"/>
                  <a:ext cx="1948" cy="23719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75" name="Group 416"/>
              <p:cNvGrpSpPr/>
              <p:nvPr/>
            </p:nvGrpSpPr>
            <p:grpSpPr bwMode="auto">
              <a:xfrm>
                <a:off x="5374316" y="2795285"/>
                <a:ext cx="349250" cy="317387"/>
                <a:chOff x="2931664" y="3912603"/>
                <a:chExt cx="430450" cy="329314"/>
              </a:xfrm>
            </p:grpSpPr>
            <p:sp>
              <p:nvSpPr>
                <p:cNvPr id="881" name="Rectangle 417"/>
                <p:cNvSpPr/>
                <p:nvPr/>
              </p:nvSpPr>
              <p:spPr>
                <a:xfrm>
                  <a:off x="2937534" y="3912862"/>
                  <a:ext cx="424580" cy="329431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882" name="Straight Connector 418"/>
                <p:cNvCxnSpPr/>
                <p:nvPr/>
              </p:nvCxnSpPr>
              <p:spPr>
                <a:xfrm>
                  <a:off x="2931664" y="4005103"/>
                  <a:ext cx="424581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3" name="Straight Connector 419"/>
                <p:cNvCxnSpPr/>
                <p:nvPr/>
              </p:nvCxnSpPr>
              <p:spPr>
                <a:xfrm>
                  <a:off x="2931664" y="4067695"/>
                  <a:ext cx="424581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4" name="Straight Connector 420"/>
                <p:cNvCxnSpPr>
                  <a:stCxn id="881" idx="2"/>
                </p:cNvCxnSpPr>
                <p:nvPr/>
              </p:nvCxnSpPr>
              <p:spPr>
                <a:xfrm flipH="1" flipV="1">
                  <a:off x="3148846" y="4005103"/>
                  <a:ext cx="0" cy="23719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76" name="Group 421"/>
              <p:cNvGrpSpPr/>
              <p:nvPr/>
            </p:nvGrpSpPr>
            <p:grpSpPr bwMode="auto">
              <a:xfrm>
                <a:off x="6379204" y="2792111"/>
                <a:ext cx="350837" cy="317387"/>
                <a:chOff x="2931664" y="3912603"/>
                <a:chExt cx="430450" cy="329314"/>
              </a:xfrm>
            </p:grpSpPr>
            <p:sp>
              <p:nvSpPr>
                <p:cNvPr id="877" name="Rectangle 422"/>
                <p:cNvSpPr/>
                <p:nvPr/>
              </p:nvSpPr>
              <p:spPr>
                <a:xfrm>
                  <a:off x="2937507" y="3912861"/>
                  <a:ext cx="424607" cy="329431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878" name="Straight Connector 423"/>
                <p:cNvCxnSpPr/>
                <p:nvPr/>
              </p:nvCxnSpPr>
              <p:spPr>
                <a:xfrm>
                  <a:off x="2931664" y="4005102"/>
                  <a:ext cx="424607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9" name="Straight Connector 424"/>
                <p:cNvCxnSpPr/>
                <p:nvPr/>
              </p:nvCxnSpPr>
              <p:spPr>
                <a:xfrm>
                  <a:off x="2931664" y="4067694"/>
                  <a:ext cx="424607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0" name="Straight Connector 425"/>
                <p:cNvCxnSpPr>
                  <a:stCxn id="877" idx="2"/>
                </p:cNvCxnSpPr>
                <p:nvPr/>
              </p:nvCxnSpPr>
              <p:spPr>
                <a:xfrm flipH="1" flipV="1">
                  <a:off x="3147863" y="4005102"/>
                  <a:ext cx="1948" cy="23719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64" name="Group 48259"/>
            <p:cNvGrpSpPr/>
            <p:nvPr/>
          </p:nvGrpSpPr>
          <p:grpSpPr>
            <a:xfrm>
              <a:off x="1856416" y="3244261"/>
              <a:ext cx="5211763" cy="2739614"/>
              <a:chOff x="1856416" y="3709935"/>
              <a:chExt cx="5211763" cy="2739614"/>
            </a:xfrm>
          </p:grpSpPr>
          <p:sp>
            <p:nvSpPr>
              <p:cNvPr id="762" name="Freeform 267"/>
              <p:cNvSpPr/>
              <p:nvPr/>
            </p:nvSpPr>
            <p:spPr>
              <a:xfrm>
                <a:off x="1876731" y="5330139"/>
                <a:ext cx="1280789" cy="759087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-1" fmla="*/ 139870 w 1040633"/>
                  <a:gd name="connsiteY0-2" fmla="*/ 1191723 h 1219697"/>
                  <a:gd name="connsiteX1-3" fmla="*/ 0 w 1040633"/>
                  <a:gd name="connsiteY1-4" fmla="*/ 0 h 1219697"/>
                  <a:gd name="connsiteX2-5" fmla="*/ 1040633 w 1040633"/>
                  <a:gd name="connsiteY2-6" fmla="*/ 16785 h 1219697"/>
                  <a:gd name="connsiteX3-7" fmla="*/ 833625 w 1040633"/>
                  <a:gd name="connsiteY3-8" fmla="*/ 1219697 h 1219697"/>
                  <a:gd name="connsiteX4-9" fmla="*/ 139870 w 1040633"/>
                  <a:gd name="connsiteY4-10" fmla="*/ 1191723 h 1219697"/>
                  <a:gd name="connsiteX0-11" fmla="*/ 139870 w 1040633"/>
                  <a:gd name="connsiteY0-12" fmla="*/ 1191723 h 1219697"/>
                  <a:gd name="connsiteX1-13" fmla="*/ 0 w 1040633"/>
                  <a:gd name="connsiteY1-14" fmla="*/ 0 h 1219697"/>
                  <a:gd name="connsiteX2-15" fmla="*/ 1040633 w 1040633"/>
                  <a:gd name="connsiteY2-16" fmla="*/ 16785 h 1219697"/>
                  <a:gd name="connsiteX3-17" fmla="*/ 833625 w 1040633"/>
                  <a:gd name="connsiteY3-18" fmla="*/ 1219697 h 1219697"/>
                  <a:gd name="connsiteX4-19" fmla="*/ 139870 w 1040633"/>
                  <a:gd name="connsiteY4-20" fmla="*/ 1191723 h 1219697"/>
                  <a:gd name="connsiteX0-21" fmla="*/ 139870 w 1040633"/>
                  <a:gd name="connsiteY0-22" fmla="*/ 1191723 h 1219697"/>
                  <a:gd name="connsiteX1-23" fmla="*/ 0 w 1040633"/>
                  <a:gd name="connsiteY1-24" fmla="*/ 0 h 1219697"/>
                  <a:gd name="connsiteX2-25" fmla="*/ 1040633 w 1040633"/>
                  <a:gd name="connsiteY2-26" fmla="*/ 16785 h 1219697"/>
                  <a:gd name="connsiteX3-27" fmla="*/ 833625 w 1040633"/>
                  <a:gd name="connsiteY3-28" fmla="*/ 1219697 h 1219697"/>
                  <a:gd name="connsiteX4-29" fmla="*/ 139870 w 1040633"/>
                  <a:gd name="connsiteY4-30" fmla="*/ 1191723 h 1219697"/>
                  <a:gd name="connsiteX0-31" fmla="*/ 139870 w 1040633"/>
                  <a:gd name="connsiteY0-32" fmla="*/ 1191723 h 1219697"/>
                  <a:gd name="connsiteX1-33" fmla="*/ 0 w 1040633"/>
                  <a:gd name="connsiteY1-34" fmla="*/ 0 h 1219697"/>
                  <a:gd name="connsiteX2-35" fmla="*/ 1040633 w 1040633"/>
                  <a:gd name="connsiteY2-36" fmla="*/ 16785 h 1219697"/>
                  <a:gd name="connsiteX3-37" fmla="*/ 833625 w 1040633"/>
                  <a:gd name="connsiteY3-38" fmla="*/ 1219697 h 1219697"/>
                  <a:gd name="connsiteX4-39" fmla="*/ 139870 w 1040633"/>
                  <a:gd name="connsiteY4-40" fmla="*/ 1191723 h 1219697"/>
                  <a:gd name="connsiteX0-41" fmla="*/ 139870 w 1040633"/>
                  <a:gd name="connsiteY0-42" fmla="*/ 1191723 h 1219697"/>
                  <a:gd name="connsiteX1-43" fmla="*/ 0 w 1040633"/>
                  <a:gd name="connsiteY1-44" fmla="*/ 0 h 1219697"/>
                  <a:gd name="connsiteX2-45" fmla="*/ 1040633 w 1040633"/>
                  <a:gd name="connsiteY2-46" fmla="*/ 16785 h 1219697"/>
                  <a:gd name="connsiteX3-47" fmla="*/ 833625 w 1040633"/>
                  <a:gd name="connsiteY3-48" fmla="*/ 1219697 h 1219697"/>
                  <a:gd name="connsiteX4-49" fmla="*/ 418712 w 1040633"/>
                  <a:gd name="connsiteY4-50" fmla="*/ 1189324 h 1219697"/>
                  <a:gd name="connsiteX5" fmla="*/ 139870 w 1040633"/>
                  <a:gd name="connsiteY5" fmla="*/ 1191723 h 1219697"/>
                  <a:gd name="connsiteX0-51" fmla="*/ 139870 w 1040633"/>
                  <a:gd name="connsiteY0-52" fmla="*/ 1191723 h 1355926"/>
                  <a:gd name="connsiteX1-53" fmla="*/ 0 w 1040633"/>
                  <a:gd name="connsiteY1-54" fmla="*/ 0 h 1355926"/>
                  <a:gd name="connsiteX2-55" fmla="*/ 1040633 w 1040633"/>
                  <a:gd name="connsiteY2-56" fmla="*/ 16785 h 1355926"/>
                  <a:gd name="connsiteX3-57" fmla="*/ 833625 w 1040633"/>
                  <a:gd name="connsiteY3-58" fmla="*/ 1219697 h 1355926"/>
                  <a:gd name="connsiteX4-59" fmla="*/ 139870 w 1040633"/>
                  <a:gd name="connsiteY4-60" fmla="*/ 1191723 h 1355926"/>
                  <a:gd name="connsiteX0-61" fmla="*/ 139870 w 1040633"/>
                  <a:gd name="connsiteY0-62" fmla="*/ 1191723 h 1289901"/>
                  <a:gd name="connsiteX1-63" fmla="*/ 0 w 1040633"/>
                  <a:gd name="connsiteY1-64" fmla="*/ 0 h 1289901"/>
                  <a:gd name="connsiteX2-65" fmla="*/ 1040633 w 1040633"/>
                  <a:gd name="connsiteY2-66" fmla="*/ 16785 h 1289901"/>
                  <a:gd name="connsiteX3-67" fmla="*/ 833625 w 1040633"/>
                  <a:gd name="connsiteY3-68" fmla="*/ 1219697 h 1289901"/>
                  <a:gd name="connsiteX4-69" fmla="*/ 139870 w 1040633"/>
                  <a:gd name="connsiteY4-70" fmla="*/ 1191723 h 1289901"/>
                  <a:gd name="connsiteX0-71" fmla="*/ 139870 w 1040633"/>
                  <a:gd name="connsiteY0-72" fmla="*/ 1191723 h 1219697"/>
                  <a:gd name="connsiteX1-73" fmla="*/ 0 w 1040633"/>
                  <a:gd name="connsiteY1-74" fmla="*/ 0 h 1219697"/>
                  <a:gd name="connsiteX2-75" fmla="*/ 1040633 w 1040633"/>
                  <a:gd name="connsiteY2-76" fmla="*/ 16785 h 1219697"/>
                  <a:gd name="connsiteX3-77" fmla="*/ 833625 w 1040633"/>
                  <a:gd name="connsiteY3-78" fmla="*/ 1219697 h 1219697"/>
                  <a:gd name="connsiteX4-79" fmla="*/ 139870 w 1040633"/>
                  <a:gd name="connsiteY4-80" fmla="*/ 1191723 h 1219697"/>
                  <a:gd name="connsiteX0-81" fmla="*/ 139870 w 1040633"/>
                  <a:gd name="connsiteY0-82" fmla="*/ 1191723 h 1191723"/>
                  <a:gd name="connsiteX1-83" fmla="*/ 0 w 1040633"/>
                  <a:gd name="connsiteY1-84" fmla="*/ 0 h 1191723"/>
                  <a:gd name="connsiteX2-85" fmla="*/ 1040633 w 1040633"/>
                  <a:gd name="connsiteY2-86" fmla="*/ 16785 h 1191723"/>
                  <a:gd name="connsiteX3-87" fmla="*/ 671988 w 1040633"/>
                  <a:gd name="connsiteY3-88" fmla="*/ 1158121 h 1191723"/>
                  <a:gd name="connsiteX4-89" fmla="*/ 139870 w 1040633"/>
                  <a:gd name="connsiteY4-90" fmla="*/ 1191723 h 1191723"/>
                  <a:gd name="connsiteX0-91" fmla="*/ 363082 w 1040633"/>
                  <a:gd name="connsiteY0-92" fmla="*/ 1160935 h 1160935"/>
                  <a:gd name="connsiteX1-93" fmla="*/ 0 w 1040633"/>
                  <a:gd name="connsiteY1-94" fmla="*/ 0 h 1160935"/>
                  <a:gd name="connsiteX2-95" fmla="*/ 1040633 w 1040633"/>
                  <a:gd name="connsiteY2-96" fmla="*/ 16785 h 1160935"/>
                  <a:gd name="connsiteX3-97" fmla="*/ 671988 w 1040633"/>
                  <a:gd name="connsiteY3-98" fmla="*/ 1158121 h 1160935"/>
                  <a:gd name="connsiteX4-99" fmla="*/ 363082 w 1040633"/>
                  <a:gd name="connsiteY4-100" fmla="*/ 1160935 h 1160935"/>
                  <a:gd name="connsiteX0-101" fmla="*/ 363082 w 1040633"/>
                  <a:gd name="connsiteY0-102" fmla="*/ 1160935 h 1160935"/>
                  <a:gd name="connsiteX1-103" fmla="*/ 0 w 1040633"/>
                  <a:gd name="connsiteY1-104" fmla="*/ 0 h 1160935"/>
                  <a:gd name="connsiteX2-105" fmla="*/ 1040633 w 1040633"/>
                  <a:gd name="connsiteY2-106" fmla="*/ 16785 h 1160935"/>
                  <a:gd name="connsiteX3-107" fmla="*/ 671988 w 1040633"/>
                  <a:gd name="connsiteY3-108" fmla="*/ 1158121 h 1160935"/>
                  <a:gd name="connsiteX4-109" fmla="*/ 363082 w 1040633"/>
                  <a:gd name="connsiteY4-110" fmla="*/ 1160935 h 1160935"/>
                  <a:gd name="connsiteX0-111" fmla="*/ 363082 w 1040633"/>
                  <a:gd name="connsiteY0-112" fmla="*/ 1160935 h 1160935"/>
                  <a:gd name="connsiteX1-113" fmla="*/ 0 w 1040633"/>
                  <a:gd name="connsiteY1-114" fmla="*/ 0 h 1160935"/>
                  <a:gd name="connsiteX2-115" fmla="*/ 1040633 w 1040633"/>
                  <a:gd name="connsiteY2-116" fmla="*/ 16785 h 1160935"/>
                  <a:gd name="connsiteX3-117" fmla="*/ 671988 w 1040633"/>
                  <a:gd name="connsiteY3-118" fmla="*/ 1158121 h 1160935"/>
                  <a:gd name="connsiteX4-119" fmla="*/ 363082 w 1040633"/>
                  <a:gd name="connsiteY4-120" fmla="*/ 1160935 h 1160935"/>
                  <a:gd name="connsiteX0-121" fmla="*/ 363082 w 1040633"/>
                  <a:gd name="connsiteY0-122" fmla="*/ 1160935 h 1160935"/>
                  <a:gd name="connsiteX1-123" fmla="*/ 0 w 1040633"/>
                  <a:gd name="connsiteY1-124" fmla="*/ 0 h 1160935"/>
                  <a:gd name="connsiteX2-125" fmla="*/ 1040633 w 1040633"/>
                  <a:gd name="connsiteY2-126" fmla="*/ 16785 h 1160935"/>
                  <a:gd name="connsiteX3-127" fmla="*/ 671988 w 1040633"/>
                  <a:gd name="connsiteY3-128" fmla="*/ 1158121 h 1160935"/>
                  <a:gd name="connsiteX4-129" fmla="*/ 363082 w 1040633"/>
                  <a:gd name="connsiteY4-130" fmla="*/ 1160935 h 1160935"/>
                  <a:gd name="connsiteX0-131" fmla="*/ 363082 w 1040633"/>
                  <a:gd name="connsiteY0-132" fmla="*/ 1160935 h 1160935"/>
                  <a:gd name="connsiteX1-133" fmla="*/ 0 w 1040633"/>
                  <a:gd name="connsiteY1-134" fmla="*/ 0 h 1160935"/>
                  <a:gd name="connsiteX2-135" fmla="*/ 1040633 w 1040633"/>
                  <a:gd name="connsiteY2-136" fmla="*/ 16785 h 1160935"/>
                  <a:gd name="connsiteX3-137" fmla="*/ 671988 w 1040633"/>
                  <a:gd name="connsiteY3-138" fmla="*/ 1158121 h 1160935"/>
                  <a:gd name="connsiteX4-139" fmla="*/ 363082 w 1040633"/>
                  <a:gd name="connsiteY4-140" fmla="*/ 1160935 h 1160935"/>
                  <a:gd name="connsiteX0-141" fmla="*/ 363082 w 1040633"/>
                  <a:gd name="connsiteY0-142" fmla="*/ 1160935 h 1160935"/>
                  <a:gd name="connsiteX1-143" fmla="*/ 0 w 1040633"/>
                  <a:gd name="connsiteY1-144" fmla="*/ 0 h 1160935"/>
                  <a:gd name="connsiteX2-145" fmla="*/ 1040633 w 1040633"/>
                  <a:gd name="connsiteY2-146" fmla="*/ 16785 h 1160935"/>
                  <a:gd name="connsiteX3-147" fmla="*/ 671988 w 1040633"/>
                  <a:gd name="connsiteY3-148" fmla="*/ 1158121 h 1160935"/>
                  <a:gd name="connsiteX4-149" fmla="*/ 363082 w 1040633"/>
                  <a:gd name="connsiteY4-150" fmla="*/ 1160935 h 1160935"/>
                  <a:gd name="connsiteX0-151" fmla="*/ 363082 w 1040633"/>
                  <a:gd name="connsiteY0-152" fmla="*/ 1160935 h 1160935"/>
                  <a:gd name="connsiteX1-153" fmla="*/ 0 w 1040633"/>
                  <a:gd name="connsiteY1-154" fmla="*/ 0 h 1160935"/>
                  <a:gd name="connsiteX2-155" fmla="*/ 1040633 w 1040633"/>
                  <a:gd name="connsiteY2-156" fmla="*/ 16785 h 1160935"/>
                  <a:gd name="connsiteX3-157" fmla="*/ 671988 w 1040633"/>
                  <a:gd name="connsiteY3-158" fmla="*/ 1158121 h 1160935"/>
                  <a:gd name="connsiteX4-159" fmla="*/ 363082 w 1040633"/>
                  <a:gd name="connsiteY4-160" fmla="*/ 1160935 h 1160935"/>
                  <a:gd name="connsiteX0-161" fmla="*/ 363082 w 1040633"/>
                  <a:gd name="connsiteY0-162" fmla="*/ 1160935 h 1160935"/>
                  <a:gd name="connsiteX1-163" fmla="*/ 0 w 1040633"/>
                  <a:gd name="connsiteY1-164" fmla="*/ 0 h 1160935"/>
                  <a:gd name="connsiteX2-165" fmla="*/ 1040633 w 1040633"/>
                  <a:gd name="connsiteY2-166" fmla="*/ 16785 h 1160935"/>
                  <a:gd name="connsiteX3-167" fmla="*/ 569478 w 1040633"/>
                  <a:gd name="connsiteY3-168" fmla="*/ 1158121 h 1160935"/>
                  <a:gd name="connsiteX4-169" fmla="*/ 363082 w 1040633"/>
                  <a:gd name="connsiteY4-170" fmla="*/ 1160935 h 1160935"/>
                  <a:gd name="connsiteX0-171" fmla="*/ 363082 w 1040633"/>
                  <a:gd name="connsiteY0-172" fmla="*/ 1160935 h 1160935"/>
                  <a:gd name="connsiteX1-173" fmla="*/ 0 w 1040633"/>
                  <a:gd name="connsiteY1-174" fmla="*/ 0 h 1160935"/>
                  <a:gd name="connsiteX2-175" fmla="*/ 1040633 w 1040633"/>
                  <a:gd name="connsiteY2-176" fmla="*/ 16785 h 1160935"/>
                  <a:gd name="connsiteX3-177" fmla="*/ 569478 w 1040633"/>
                  <a:gd name="connsiteY3-178" fmla="*/ 1158121 h 1160935"/>
                  <a:gd name="connsiteX4-179" fmla="*/ 363082 w 1040633"/>
                  <a:gd name="connsiteY4-180" fmla="*/ 1160935 h 1160935"/>
                  <a:gd name="connsiteX0-181" fmla="*/ 448507 w 1040633"/>
                  <a:gd name="connsiteY0-182" fmla="*/ 1160935 h 1160935"/>
                  <a:gd name="connsiteX1-183" fmla="*/ 0 w 1040633"/>
                  <a:gd name="connsiteY1-184" fmla="*/ 0 h 1160935"/>
                  <a:gd name="connsiteX2-185" fmla="*/ 1040633 w 1040633"/>
                  <a:gd name="connsiteY2-186" fmla="*/ 16785 h 1160935"/>
                  <a:gd name="connsiteX3-187" fmla="*/ 569478 w 1040633"/>
                  <a:gd name="connsiteY3-188" fmla="*/ 1158121 h 1160935"/>
                  <a:gd name="connsiteX4-189" fmla="*/ 448507 w 1040633"/>
                  <a:gd name="connsiteY4-190" fmla="*/ 1160935 h 1160935"/>
                  <a:gd name="connsiteX0-191" fmla="*/ 448507 w 1040633"/>
                  <a:gd name="connsiteY0-192" fmla="*/ 1160935 h 1160935"/>
                  <a:gd name="connsiteX1-193" fmla="*/ 0 w 1040633"/>
                  <a:gd name="connsiteY1-194" fmla="*/ 0 h 1160935"/>
                  <a:gd name="connsiteX2-195" fmla="*/ 1040633 w 1040633"/>
                  <a:gd name="connsiteY2-196" fmla="*/ 16785 h 1160935"/>
                  <a:gd name="connsiteX3-197" fmla="*/ 569478 w 1040633"/>
                  <a:gd name="connsiteY3-198" fmla="*/ 1158121 h 1160935"/>
                  <a:gd name="connsiteX4-199" fmla="*/ 448507 w 1040633"/>
                  <a:gd name="connsiteY4-200" fmla="*/ 1160935 h 1160935"/>
                  <a:gd name="connsiteX0-201" fmla="*/ 448507 w 1040633"/>
                  <a:gd name="connsiteY0-202" fmla="*/ 1160935 h 1160935"/>
                  <a:gd name="connsiteX1-203" fmla="*/ 0 w 1040633"/>
                  <a:gd name="connsiteY1-204" fmla="*/ 0 h 1160935"/>
                  <a:gd name="connsiteX2-205" fmla="*/ 1040633 w 1040633"/>
                  <a:gd name="connsiteY2-206" fmla="*/ 16785 h 1160935"/>
                  <a:gd name="connsiteX3-207" fmla="*/ 569478 w 1040633"/>
                  <a:gd name="connsiteY3-208" fmla="*/ 1158121 h 1160935"/>
                  <a:gd name="connsiteX4-209" fmla="*/ 448507 w 1040633"/>
                  <a:gd name="connsiteY4-210" fmla="*/ 1160935 h 1160935"/>
                  <a:gd name="connsiteX0-211" fmla="*/ 448507 w 1325315"/>
                  <a:gd name="connsiteY0-212" fmla="*/ 1160935 h 1160935"/>
                  <a:gd name="connsiteX1-213" fmla="*/ 0 w 1325315"/>
                  <a:gd name="connsiteY1-214" fmla="*/ 0 h 1160935"/>
                  <a:gd name="connsiteX2-215" fmla="*/ 1040633 w 1325315"/>
                  <a:gd name="connsiteY2-216" fmla="*/ 16785 h 1160935"/>
                  <a:gd name="connsiteX3-217" fmla="*/ 1214315 w 1325315"/>
                  <a:gd name="connsiteY3-218" fmla="*/ 1064597 h 1160935"/>
                  <a:gd name="connsiteX4-219" fmla="*/ 448507 w 1325315"/>
                  <a:gd name="connsiteY4-220" fmla="*/ 1160935 h 1160935"/>
                  <a:gd name="connsiteX0-221" fmla="*/ 448507 w 1214315"/>
                  <a:gd name="connsiteY0-222" fmla="*/ 1160935 h 1160935"/>
                  <a:gd name="connsiteX1-223" fmla="*/ 0 w 1214315"/>
                  <a:gd name="connsiteY1-224" fmla="*/ 0 h 1160935"/>
                  <a:gd name="connsiteX2-225" fmla="*/ 1040633 w 1214315"/>
                  <a:gd name="connsiteY2-226" fmla="*/ 16785 h 1160935"/>
                  <a:gd name="connsiteX3-227" fmla="*/ 1214315 w 1214315"/>
                  <a:gd name="connsiteY3-228" fmla="*/ 1064597 h 1160935"/>
                  <a:gd name="connsiteX4-229" fmla="*/ 448507 w 1214315"/>
                  <a:gd name="connsiteY4-230" fmla="*/ 1160935 h 1160935"/>
                  <a:gd name="connsiteX0-231" fmla="*/ 448507 w 1214315"/>
                  <a:gd name="connsiteY0-232" fmla="*/ 1160935 h 1160935"/>
                  <a:gd name="connsiteX1-233" fmla="*/ 0 w 1214315"/>
                  <a:gd name="connsiteY1-234" fmla="*/ 0 h 1160935"/>
                  <a:gd name="connsiteX2-235" fmla="*/ 1040633 w 1214315"/>
                  <a:gd name="connsiteY2-236" fmla="*/ 16785 h 1160935"/>
                  <a:gd name="connsiteX3-237" fmla="*/ 1214315 w 1214315"/>
                  <a:gd name="connsiteY3-238" fmla="*/ 1064597 h 1160935"/>
                  <a:gd name="connsiteX4-239" fmla="*/ 448507 w 1214315"/>
                  <a:gd name="connsiteY4-240" fmla="*/ 1160935 h 1160935"/>
                  <a:gd name="connsiteX0-241" fmla="*/ 1053964 w 1214315"/>
                  <a:gd name="connsiteY0-242" fmla="*/ 1136323 h 1136323"/>
                  <a:gd name="connsiteX1-243" fmla="*/ 0 w 1214315"/>
                  <a:gd name="connsiteY1-244" fmla="*/ 0 h 1136323"/>
                  <a:gd name="connsiteX2-245" fmla="*/ 1040633 w 1214315"/>
                  <a:gd name="connsiteY2-246" fmla="*/ 16785 h 1136323"/>
                  <a:gd name="connsiteX3-247" fmla="*/ 1214315 w 1214315"/>
                  <a:gd name="connsiteY3-248" fmla="*/ 1064597 h 1136323"/>
                  <a:gd name="connsiteX4-249" fmla="*/ 1053964 w 1214315"/>
                  <a:gd name="connsiteY4-250" fmla="*/ 1136323 h 1136323"/>
                  <a:gd name="connsiteX0-251" fmla="*/ 1053964 w 1214315"/>
                  <a:gd name="connsiteY0-252" fmla="*/ 1136323 h 1136323"/>
                  <a:gd name="connsiteX1-253" fmla="*/ 0 w 1214315"/>
                  <a:gd name="connsiteY1-254" fmla="*/ 0 h 1136323"/>
                  <a:gd name="connsiteX2-255" fmla="*/ 1040633 w 1214315"/>
                  <a:gd name="connsiteY2-256" fmla="*/ 16785 h 1136323"/>
                  <a:gd name="connsiteX3-257" fmla="*/ 1214315 w 1214315"/>
                  <a:gd name="connsiteY3-258" fmla="*/ 1064597 h 1136323"/>
                  <a:gd name="connsiteX4-259" fmla="*/ 1053964 w 1214315"/>
                  <a:gd name="connsiteY4-260" fmla="*/ 1136323 h 1136323"/>
                  <a:gd name="connsiteX0-261" fmla="*/ 1053964 w 1214315"/>
                  <a:gd name="connsiteY0-262" fmla="*/ 1136323 h 1136323"/>
                  <a:gd name="connsiteX1-263" fmla="*/ 0 w 1214315"/>
                  <a:gd name="connsiteY1-264" fmla="*/ 0 h 1136323"/>
                  <a:gd name="connsiteX2-265" fmla="*/ 1040633 w 1214315"/>
                  <a:gd name="connsiteY2-266" fmla="*/ 16785 h 1136323"/>
                  <a:gd name="connsiteX3-267" fmla="*/ 1214315 w 1214315"/>
                  <a:gd name="connsiteY3-268" fmla="*/ 1064597 h 1136323"/>
                  <a:gd name="connsiteX4-269" fmla="*/ 1053964 w 1214315"/>
                  <a:gd name="connsiteY4-270" fmla="*/ 1136323 h 1136323"/>
                  <a:gd name="connsiteX0-271" fmla="*/ 1060159 w 1220510"/>
                  <a:gd name="connsiteY0-272" fmla="*/ 1119627 h 1119627"/>
                  <a:gd name="connsiteX1-273" fmla="*/ 0 w 1220510"/>
                  <a:gd name="connsiteY1-274" fmla="*/ 249694 h 1119627"/>
                  <a:gd name="connsiteX2-275" fmla="*/ 1046828 w 1220510"/>
                  <a:gd name="connsiteY2-276" fmla="*/ 89 h 1119627"/>
                  <a:gd name="connsiteX3-277" fmla="*/ 1220510 w 1220510"/>
                  <a:gd name="connsiteY3-278" fmla="*/ 1047901 h 1119627"/>
                  <a:gd name="connsiteX4-279" fmla="*/ 1060159 w 1220510"/>
                  <a:gd name="connsiteY4-280" fmla="*/ 1119627 h 1119627"/>
                  <a:gd name="connsiteX0-281" fmla="*/ 1060159 w 1220510"/>
                  <a:gd name="connsiteY0-282" fmla="*/ 1119627 h 1119627"/>
                  <a:gd name="connsiteX1-283" fmla="*/ 0 w 1220510"/>
                  <a:gd name="connsiteY1-284" fmla="*/ 249694 h 1119627"/>
                  <a:gd name="connsiteX2-285" fmla="*/ 1046828 w 1220510"/>
                  <a:gd name="connsiteY2-286" fmla="*/ 89 h 1119627"/>
                  <a:gd name="connsiteX3-287" fmla="*/ 1220510 w 1220510"/>
                  <a:gd name="connsiteY3-288" fmla="*/ 1047901 h 1119627"/>
                  <a:gd name="connsiteX4-289" fmla="*/ 1060159 w 1220510"/>
                  <a:gd name="connsiteY4-290" fmla="*/ 1119627 h 1119627"/>
                  <a:gd name="connsiteX0-291" fmla="*/ 1060159 w 1220510"/>
                  <a:gd name="connsiteY0-292" fmla="*/ 1119627 h 1119627"/>
                  <a:gd name="connsiteX1-293" fmla="*/ 0 w 1220510"/>
                  <a:gd name="connsiteY1-294" fmla="*/ 249694 h 1119627"/>
                  <a:gd name="connsiteX2-295" fmla="*/ 1046828 w 1220510"/>
                  <a:gd name="connsiteY2-296" fmla="*/ 89 h 1119627"/>
                  <a:gd name="connsiteX3-297" fmla="*/ 1220510 w 1220510"/>
                  <a:gd name="connsiteY3-298" fmla="*/ 1047901 h 1119627"/>
                  <a:gd name="connsiteX4-299" fmla="*/ 1060159 w 1220510"/>
                  <a:gd name="connsiteY4-300" fmla="*/ 1119627 h 1119627"/>
                  <a:gd name="connsiteX0-301" fmla="*/ 1060159 w 1220510"/>
                  <a:gd name="connsiteY0-302" fmla="*/ 921649 h 921649"/>
                  <a:gd name="connsiteX1-303" fmla="*/ 0 w 1220510"/>
                  <a:gd name="connsiteY1-304" fmla="*/ 51716 h 921649"/>
                  <a:gd name="connsiteX2-305" fmla="*/ 1059218 w 1220510"/>
                  <a:gd name="connsiteY2-306" fmla="*/ 355 h 921649"/>
                  <a:gd name="connsiteX3-307" fmla="*/ 1220510 w 1220510"/>
                  <a:gd name="connsiteY3-308" fmla="*/ 849923 h 921649"/>
                  <a:gd name="connsiteX4-309" fmla="*/ 1060159 w 1220510"/>
                  <a:gd name="connsiteY4-310" fmla="*/ 921649 h 921649"/>
                  <a:gd name="connsiteX0-311" fmla="*/ 1060159 w 1220510"/>
                  <a:gd name="connsiteY0-312" fmla="*/ 921649 h 921649"/>
                  <a:gd name="connsiteX1-313" fmla="*/ 0 w 1220510"/>
                  <a:gd name="connsiteY1-314" fmla="*/ 51716 h 921649"/>
                  <a:gd name="connsiteX2-315" fmla="*/ 1059218 w 1220510"/>
                  <a:gd name="connsiteY2-316" fmla="*/ 355 h 921649"/>
                  <a:gd name="connsiteX3-317" fmla="*/ 1220510 w 1220510"/>
                  <a:gd name="connsiteY3-318" fmla="*/ 849923 h 921649"/>
                  <a:gd name="connsiteX4-319" fmla="*/ 1060159 w 1220510"/>
                  <a:gd name="connsiteY4-320" fmla="*/ 921649 h 921649"/>
                  <a:gd name="connsiteX0-321" fmla="*/ 1060159 w 1220510"/>
                  <a:gd name="connsiteY0-322" fmla="*/ 921649 h 921649"/>
                  <a:gd name="connsiteX1-323" fmla="*/ 0 w 1220510"/>
                  <a:gd name="connsiteY1-324" fmla="*/ 51716 h 921649"/>
                  <a:gd name="connsiteX2-325" fmla="*/ 1059218 w 1220510"/>
                  <a:gd name="connsiteY2-326" fmla="*/ 355 h 921649"/>
                  <a:gd name="connsiteX3-327" fmla="*/ 1220510 w 1220510"/>
                  <a:gd name="connsiteY3-328" fmla="*/ 849923 h 921649"/>
                  <a:gd name="connsiteX4-329" fmla="*/ 1060159 w 1220510"/>
                  <a:gd name="connsiteY4-330" fmla="*/ 921649 h 921649"/>
                  <a:gd name="connsiteX0-331" fmla="*/ 1060159 w 1340486"/>
                  <a:gd name="connsiteY0-332" fmla="*/ 921649 h 921649"/>
                  <a:gd name="connsiteX1-333" fmla="*/ 0 w 1340486"/>
                  <a:gd name="connsiteY1-334" fmla="*/ 51716 h 921649"/>
                  <a:gd name="connsiteX2-335" fmla="*/ 1059218 w 1340486"/>
                  <a:gd name="connsiteY2-336" fmla="*/ 355 h 921649"/>
                  <a:gd name="connsiteX3-337" fmla="*/ 1340486 w 1340486"/>
                  <a:gd name="connsiteY3-338" fmla="*/ 709789 h 921649"/>
                  <a:gd name="connsiteX4-339" fmla="*/ 1060159 w 1340486"/>
                  <a:gd name="connsiteY4-340" fmla="*/ 921649 h 921649"/>
                  <a:gd name="connsiteX0-341" fmla="*/ 1060159 w 1340486"/>
                  <a:gd name="connsiteY0-342" fmla="*/ 921649 h 921649"/>
                  <a:gd name="connsiteX1-343" fmla="*/ 0 w 1340486"/>
                  <a:gd name="connsiteY1-344" fmla="*/ 51716 h 921649"/>
                  <a:gd name="connsiteX2-345" fmla="*/ 1059218 w 1340486"/>
                  <a:gd name="connsiteY2-346" fmla="*/ 355 h 921649"/>
                  <a:gd name="connsiteX3-347" fmla="*/ 1340486 w 1340486"/>
                  <a:gd name="connsiteY3-348" fmla="*/ 709789 h 921649"/>
                  <a:gd name="connsiteX4-349" fmla="*/ 1060159 w 1340486"/>
                  <a:gd name="connsiteY4-350" fmla="*/ 921649 h 921649"/>
                  <a:gd name="connsiteX0-351" fmla="*/ 1060159 w 1340486"/>
                  <a:gd name="connsiteY0-352" fmla="*/ 921649 h 921649"/>
                  <a:gd name="connsiteX1-353" fmla="*/ 0 w 1340486"/>
                  <a:gd name="connsiteY1-354" fmla="*/ 51716 h 921649"/>
                  <a:gd name="connsiteX2-355" fmla="*/ 1059218 w 1340486"/>
                  <a:gd name="connsiteY2-356" fmla="*/ 355 h 921649"/>
                  <a:gd name="connsiteX3-357" fmla="*/ 1340486 w 1340486"/>
                  <a:gd name="connsiteY3-358" fmla="*/ 709789 h 921649"/>
                  <a:gd name="connsiteX4-359" fmla="*/ 1060159 w 1340486"/>
                  <a:gd name="connsiteY4-360" fmla="*/ 921649 h 921649"/>
                  <a:gd name="connsiteX0-361" fmla="*/ 1025166 w 1340486"/>
                  <a:gd name="connsiteY0-362" fmla="*/ 746482 h 746482"/>
                  <a:gd name="connsiteX1-363" fmla="*/ 0 w 1340486"/>
                  <a:gd name="connsiteY1-364" fmla="*/ 51716 h 746482"/>
                  <a:gd name="connsiteX2-365" fmla="*/ 1059218 w 1340486"/>
                  <a:gd name="connsiteY2-366" fmla="*/ 355 h 746482"/>
                  <a:gd name="connsiteX3-367" fmla="*/ 1340486 w 1340486"/>
                  <a:gd name="connsiteY3-368" fmla="*/ 709789 h 746482"/>
                  <a:gd name="connsiteX4-369" fmla="*/ 1025166 w 1340486"/>
                  <a:gd name="connsiteY4-370" fmla="*/ 746482 h 746482"/>
                  <a:gd name="connsiteX0-371" fmla="*/ 1025166 w 1340486"/>
                  <a:gd name="connsiteY0-372" fmla="*/ 746482 h 746482"/>
                  <a:gd name="connsiteX1-373" fmla="*/ 0 w 1340486"/>
                  <a:gd name="connsiteY1-374" fmla="*/ 51716 h 746482"/>
                  <a:gd name="connsiteX2-375" fmla="*/ 1059218 w 1340486"/>
                  <a:gd name="connsiteY2-376" fmla="*/ 355 h 746482"/>
                  <a:gd name="connsiteX3-377" fmla="*/ 1340486 w 1340486"/>
                  <a:gd name="connsiteY3-378" fmla="*/ 709789 h 746482"/>
                  <a:gd name="connsiteX4-379" fmla="*/ 1025166 w 1340486"/>
                  <a:gd name="connsiteY4-380" fmla="*/ 746482 h 746482"/>
                  <a:gd name="connsiteX0-381" fmla="*/ 965179 w 1280499"/>
                  <a:gd name="connsiteY0-382" fmla="*/ 759828 h 759828"/>
                  <a:gd name="connsiteX1-383" fmla="*/ 0 w 1280499"/>
                  <a:gd name="connsiteY1-384" fmla="*/ 0 h 759828"/>
                  <a:gd name="connsiteX2-385" fmla="*/ 999231 w 1280499"/>
                  <a:gd name="connsiteY2-386" fmla="*/ 13701 h 759828"/>
                  <a:gd name="connsiteX3-387" fmla="*/ 1280499 w 1280499"/>
                  <a:gd name="connsiteY3-388" fmla="*/ 723135 h 759828"/>
                  <a:gd name="connsiteX4-389" fmla="*/ 965179 w 1280499"/>
                  <a:gd name="connsiteY4-390" fmla="*/ 759828 h 759828"/>
                  <a:gd name="connsiteX0-391" fmla="*/ 965179 w 1280499"/>
                  <a:gd name="connsiteY0-392" fmla="*/ 759828 h 759828"/>
                  <a:gd name="connsiteX1-393" fmla="*/ 0 w 1280499"/>
                  <a:gd name="connsiteY1-394" fmla="*/ 0 h 759828"/>
                  <a:gd name="connsiteX2-395" fmla="*/ 999231 w 1280499"/>
                  <a:gd name="connsiteY2-396" fmla="*/ 13701 h 759828"/>
                  <a:gd name="connsiteX3-397" fmla="*/ 1280499 w 1280499"/>
                  <a:gd name="connsiteY3-398" fmla="*/ 723135 h 759828"/>
                  <a:gd name="connsiteX4-399" fmla="*/ 965179 w 1280499"/>
                  <a:gd name="connsiteY4-400" fmla="*/ 759828 h 759828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280499" h="759828">
                    <a:moveTo>
                      <a:pt x="965179" y="759828"/>
                    </a:moveTo>
                    <a:cubicBezTo>
                      <a:pt x="301565" y="231725"/>
                      <a:pt x="628999" y="498939"/>
                      <a:pt x="0" y="0"/>
                    </a:cubicBezTo>
                    <a:lnTo>
                      <a:pt x="999231" y="13701"/>
                    </a:lnTo>
                    <a:cubicBezTo>
                      <a:pt x="1112985" y="379881"/>
                      <a:pt x="1055867" y="236107"/>
                      <a:pt x="1280499" y="723135"/>
                    </a:cubicBezTo>
                    <a:cubicBezTo>
                      <a:pt x="1186079" y="728668"/>
                      <a:pt x="1127207" y="701414"/>
                      <a:pt x="965179" y="75982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</a:gradFill>
              <a:ln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3" name="Freeform 271"/>
              <p:cNvSpPr/>
              <p:nvPr/>
            </p:nvSpPr>
            <p:spPr>
              <a:xfrm>
                <a:off x="6202668" y="5429198"/>
                <a:ext cx="865511" cy="553828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-1" fmla="*/ 139870 w 1040633"/>
                  <a:gd name="connsiteY0-2" fmla="*/ 1191723 h 1219697"/>
                  <a:gd name="connsiteX1-3" fmla="*/ 0 w 1040633"/>
                  <a:gd name="connsiteY1-4" fmla="*/ 0 h 1219697"/>
                  <a:gd name="connsiteX2-5" fmla="*/ 1040633 w 1040633"/>
                  <a:gd name="connsiteY2-6" fmla="*/ 16785 h 1219697"/>
                  <a:gd name="connsiteX3-7" fmla="*/ 833625 w 1040633"/>
                  <a:gd name="connsiteY3-8" fmla="*/ 1219697 h 1219697"/>
                  <a:gd name="connsiteX4-9" fmla="*/ 139870 w 1040633"/>
                  <a:gd name="connsiteY4-10" fmla="*/ 1191723 h 1219697"/>
                  <a:gd name="connsiteX0-11" fmla="*/ 139870 w 1040633"/>
                  <a:gd name="connsiteY0-12" fmla="*/ 1191723 h 1219697"/>
                  <a:gd name="connsiteX1-13" fmla="*/ 0 w 1040633"/>
                  <a:gd name="connsiteY1-14" fmla="*/ 0 h 1219697"/>
                  <a:gd name="connsiteX2-15" fmla="*/ 1040633 w 1040633"/>
                  <a:gd name="connsiteY2-16" fmla="*/ 16785 h 1219697"/>
                  <a:gd name="connsiteX3-17" fmla="*/ 833625 w 1040633"/>
                  <a:gd name="connsiteY3-18" fmla="*/ 1219697 h 1219697"/>
                  <a:gd name="connsiteX4-19" fmla="*/ 139870 w 1040633"/>
                  <a:gd name="connsiteY4-20" fmla="*/ 1191723 h 1219697"/>
                  <a:gd name="connsiteX0-21" fmla="*/ 139870 w 1040633"/>
                  <a:gd name="connsiteY0-22" fmla="*/ 1191723 h 1219697"/>
                  <a:gd name="connsiteX1-23" fmla="*/ 0 w 1040633"/>
                  <a:gd name="connsiteY1-24" fmla="*/ 0 h 1219697"/>
                  <a:gd name="connsiteX2-25" fmla="*/ 1040633 w 1040633"/>
                  <a:gd name="connsiteY2-26" fmla="*/ 16785 h 1219697"/>
                  <a:gd name="connsiteX3-27" fmla="*/ 833625 w 1040633"/>
                  <a:gd name="connsiteY3-28" fmla="*/ 1219697 h 1219697"/>
                  <a:gd name="connsiteX4-29" fmla="*/ 139870 w 1040633"/>
                  <a:gd name="connsiteY4-30" fmla="*/ 1191723 h 1219697"/>
                  <a:gd name="connsiteX0-31" fmla="*/ 139870 w 1040633"/>
                  <a:gd name="connsiteY0-32" fmla="*/ 1191723 h 1219697"/>
                  <a:gd name="connsiteX1-33" fmla="*/ 0 w 1040633"/>
                  <a:gd name="connsiteY1-34" fmla="*/ 0 h 1219697"/>
                  <a:gd name="connsiteX2-35" fmla="*/ 1040633 w 1040633"/>
                  <a:gd name="connsiteY2-36" fmla="*/ 16785 h 1219697"/>
                  <a:gd name="connsiteX3-37" fmla="*/ 833625 w 1040633"/>
                  <a:gd name="connsiteY3-38" fmla="*/ 1219697 h 1219697"/>
                  <a:gd name="connsiteX4-39" fmla="*/ 139870 w 1040633"/>
                  <a:gd name="connsiteY4-40" fmla="*/ 1191723 h 1219697"/>
                  <a:gd name="connsiteX0-41" fmla="*/ 139870 w 1040633"/>
                  <a:gd name="connsiteY0-42" fmla="*/ 1191723 h 1219697"/>
                  <a:gd name="connsiteX1-43" fmla="*/ 0 w 1040633"/>
                  <a:gd name="connsiteY1-44" fmla="*/ 0 h 1219697"/>
                  <a:gd name="connsiteX2-45" fmla="*/ 1040633 w 1040633"/>
                  <a:gd name="connsiteY2-46" fmla="*/ 16785 h 1219697"/>
                  <a:gd name="connsiteX3-47" fmla="*/ 833625 w 1040633"/>
                  <a:gd name="connsiteY3-48" fmla="*/ 1219697 h 1219697"/>
                  <a:gd name="connsiteX4-49" fmla="*/ 418712 w 1040633"/>
                  <a:gd name="connsiteY4-50" fmla="*/ 1189324 h 1219697"/>
                  <a:gd name="connsiteX5" fmla="*/ 139870 w 1040633"/>
                  <a:gd name="connsiteY5" fmla="*/ 1191723 h 1219697"/>
                  <a:gd name="connsiteX0-51" fmla="*/ 139870 w 1040633"/>
                  <a:gd name="connsiteY0-52" fmla="*/ 1191723 h 1355926"/>
                  <a:gd name="connsiteX1-53" fmla="*/ 0 w 1040633"/>
                  <a:gd name="connsiteY1-54" fmla="*/ 0 h 1355926"/>
                  <a:gd name="connsiteX2-55" fmla="*/ 1040633 w 1040633"/>
                  <a:gd name="connsiteY2-56" fmla="*/ 16785 h 1355926"/>
                  <a:gd name="connsiteX3-57" fmla="*/ 833625 w 1040633"/>
                  <a:gd name="connsiteY3-58" fmla="*/ 1219697 h 1355926"/>
                  <a:gd name="connsiteX4-59" fmla="*/ 139870 w 1040633"/>
                  <a:gd name="connsiteY4-60" fmla="*/ 1191723 h 1355926"/>
                  <a:gd name="connsiteX0-61" fmla="*/ 139870 w 1040633"/>
                  <a:gd name="connsiteY0-62" fmla="*/ 1191723 h 1289901"/>
                  <a:gd name="connsiteX1-63" fmla="*/ 0 w 1040633"/>
                  <a:gd name="connsiteY1-64" fmla="*/ 0 h 1289901"/>
                  <a:gd name="connsiteX2-65" fmla="*/ 1040633 w 1040633"/>
                  <a:gd name="connsiteY2-66" fmla="*/ 16785 h 1289901"/>
                  <a:gd name="connsiteX3-67" fmla="*/ 833625 w 1040633"/>
                  <a:gd name="connsiteY3-68" fmla="*/ 1219697 h 1289901"/>
                  <a:gd name="connsiteX4-69" fmla="*/ 139870 w 1040633"/>
                  <a:gd name="connsiteY4-70" fmla="*/ 1191723 h 1289901"/>
                  <a:gd name="connsiteX0-71" fmla="*/ 139870 w 1040633"/>
                  <a:gd name="connsiteY0-72" fmla="*/ 1191723 h 1219697"/>
                  <a:gd name="connsiteX1-73" fmla="*/ 0 w 1040633"/>
                  <a:gd name="connsiteY1-74" fmla="*/ 0 h 1219697"/>
                  <a:gd name="connsiteX2-75" fmla="*/ 1040633 w 1040633"/>
                  <a:gd name="connsiteY2-76" fmla="*/ 16785 h 1219697"/>
                  <a:gd name="connsiteX3-77" fmla="*/ 833625 w 1040633"/>
                  <a:gd name="connsiteY3-78" fmla="*/ 1219697 h 1219697"/>
                  <a:gd name="connsiteX4-79" fmla="*/ 139870 w 1040633"/>
                  <a:gd name="connsiteY4-80" fmla="*/ 1191723 h 1219697"/>
                  <a:gd name="connsiteX0-81" fmla="*/ 139870 w 1040633"/>
                  <a:gd name="connsiteY0-82" fmla="*/ 1191723 h 1191723"/>
                  <a:gd name="connsiteX1-83" fmla="*/ 0 w 1040633"/>
                  <a:gd name="connsiteY1-84" fmla="*/ 0 h 1191723"/>
                  <a:gd name="connsiteX2-85" fmla="*/ 1040633 w 1040633"/>
                  <a:gd name="connsiteY2-86" fmla="*/ 16785 h 1191723"/>
                  <a:gd name="connsiteX3-87" fmla="*/ 671988 w 1040633"/>
                  <a:gd name="connsiteY3-88" fmla="*/ 1158121 h 1191723"/>
                  <a:gd name="connsiteX4-89" fmla="*/ 139870 w 1040633"/>
                  <a:gd name="connsiteY4-90" fmla="*/ 1191723 h 1191723"/>
                  <a:gd name="connsiteX0-91" fmla="*/ 363082 w 1040633"/>
                  <a:gd name="connsiteY0-92" fmla="*/ 1160935 h 1160935"/>
                  <a:gd name="connsiteX1-93" fmla="*/ 0 w 1040633"/>
                  <a:gd name="connsiteY1-94" fmla="*/ 0 h 1160935"/>
                  <a:gd name="connsiteX2-95" fmla="*/ 1040633 w 1040633"/>
                  <a:gd name="connsiteY2-96" fmla="*/ 16785 h 1160935"/>
                  <a:gd name="connsiteX3-97" fmla="*/ 671988 w 1040633"/>
                  <a:gd name="connsiteY3-98" fmla="*/ 1158121 h 1160935"/>
                  <a:gd name="connsiteX4-99" fmla="*/ 363082 w 1040633"/>
                  <a:gd name="connsiteY4-100" fmla="*/ 1160935 h 1160935"/>
                  <a:gd name="connsiteX0-101" fmla="*/ 363082 w 1040633"/>
                  <a:gd name="connsiteY0-102" fmla="*/ 1160935 h 1160935"/>
                  <a:gd name="connsiteX1-103" fmla="*/ 0 w 1040633"/>
                  <a:gd name="connsiteY1-104" fmla="*/ 0 h 1160935"/>
                  <a:gd name="connsiteX2-105" fmla="*/ 1040633 w 1040633"/>
                  <a:gd name="connsiteY2-106" fmla="*/ 16785 h 1160935"/>
                  <a:gd name="connsiteX3-107" fmla="*/ 671988 w 1040633"/>
                  <a:gd name="connsiteY3-108" fmla="*/ 1158121 h 1160935"/>
                  <a:gd name="connsiteX4-109" fmla="*/ 363082 w 1040633"/>
                  <a:gd name="connsiteY4-110" fmla="*/ 1160935 h 1160935"/>
                  <a:gd name="connsiteX0-111" fmla="*/ 363082 w 1040633"/>
                  <a:gd name="connsiteY0-112" fmla="*/ 1160935 h 1160935"/>
                  <a:gd name="connsiteX1-113" fmla="*/ 0 w 1040633"/>
                  <a:gd name="connsiteY1-114" fmla="*/ 0 h 1160935"/>
                  <a:gd name="connsiteX2-115" fmla="*/ 1040633 w 1040633"/>
                  <a:gd name="connsiteY2-116" fmla="*/ 16785 h 1160935"/>
                  <a:gd name="connsiteX3-117" fmla="*/ 671988 w 1040633"/>
                  <a:gd name="connsiteY3-118" fmla="*/ 1158121 h 1160935"/>
                  <a:gd name="connsiteX4-119" fmla="*/ 363082 w 1040633"/>
                  <a:gd name="connsiteY4-120" fmla="*/ 1160935 h 1160935"/>
                  <a:gd name="connsiteX0-121" fmla="*/ 363082 w 1040633"/>
                  <a:gd name="connsiteY0-122" fmla="*/ 1160935 h 1160935"/>
                  <a:gd name="connsiteX1-123" fmla="*/ 0 w 1040633"/>
                  <a:gd name="connsiteY1-124" fmla="*/ 0 h 1160935"/>
                  <a:gd name="connsiteX2-125" fmla="*/ 1040633 w 1040633"/>
                  <a:gd name="connsiteY2-126" fmla="*/ 16785 h 1160935"/>
                  <a:gd name="connsiteX3-127" fmla="*/ 671988 w 1040633"/>
                  <a:gd name="connsiteY3-128" fmla="*/ 1158121 h 1160935"/>
                  <a:gd name="connsiteX4-129" fmla="*/ 363082 w 1040633"/>
                  <a:gd name="connsiteY4-130" fmla="*/ 1160935 h 1160935"/>
                  <a:gd name="connsiteX0-131" fmla="*/ 363082 w 1040633"/>
                  <a:gd name="connsiteY0-132" fmla="*/ 1160935 h 1160935"/>
                  <a:gd name="connsiteX1-133" fmla="*/ 0 w 1040633"/>
                  <a:gd name="connsiteY1-134" fmla="*/ 0 h 1160935"/>
                  <a:gd name="connsiteX2-135" fmla="*/ 1040633 w 1040633"/>
                  <a:gd name="connsiteY2-136" fmla="*/ 16785 h 1160935"/>
                  <a:gd name="connsiteX3-137" fmla="*/ 671988 w 1040633"/>
                  <a:gd name="connsiteY3-138" fmla="*/ 1158121 h 1160935"/>
                  <a:gd name="connsiteX4-139" fmla="*/ 363082 w 1040633"/>
                  <a:gd name="connsiteY4-140" fmla="*/ 1160935 h 1160935"/>
                  <a:gd name="connsiteX0-141" fmla="*/ 363082 w 1040633"/>
                  <a:gd name="connsiteY0-142" fmla="*/ 1160935 h 1160935"/>
                  <a:gd name="connsiteX1-143" fmla="*/ 0 w 1040633"/>
                  <a:gd name="connsiteY1-144" fmla="*/ 0 h 1160935"/>
                  <a:gd name="connsiteX2-145" fmla="*/ 1040633 w 1040633"/>
                  <a:gd name="connsiteY2-146" fmla="*/ 16785 h 1160935"/>
                  <a:gd name="connsiteX3-147" fmla="*/ 671988 w 1040633"/>
                  <a:gd name="connsiteY3-148" fmla="*/ 1158121 h 1160935"/>
                  <a:gd name="connsiteX4-149" fmla="*/ 363082 w 1040633"/>
                  <a:gd name="connsiteY4-150" fmla="*/ 1160935 h 1160935"/>
                  <a:gd name="connsiteX0-151" fmla="*/ 363082 w 1040633"/>
                  <a:gd name="connsiteY0-152" fmla="*/ 1160935 h 1160935"/>
                  <a:gd name="connsiteX1-153" fmla="*/ 0 w 1040633"/>
                  <a:gd name="connsiteY1-154" fmla="*/ 0 h 1160935"/>
                  <a:gd name="connsiteX2-155" fmla="*/ 1040633 w 1040633"/>
                  <a:gd name="connsiteY2-156" fmla="*/ 16785 h 1160935"/>
                  <a:gd name="connsiteX3-157" fmla="*/ 671988 w 1040633"/>
                  <a:gd name="connsiteY3-158" fmla="*/ 1158121 h 1160935"/>
                  <a:gd name="connsiteX4-159" fmla="*/ 363082 w 1040633"/>
                  <a:gd name="connsiteY4-160" fmla="*/ 1160935 h 1160935"/>
                  <a:gd name="connsiteX0-161" fmla="*/ 363082 w 778664"/>
                  <a:gd name="connsiteY0-162" fmla="*/ 1160935 h 1160935"/>
                  <a:gd name="connsiteX1-163" fmla="*/ 0 w 778664"/>
                  <a:gd name="connsiteY1-164" fmla="*/ 0 h 1160935"/>
                  <a:gd name="connsiteX2-165" fmla="*/ 778664 w 778664"/>
                  <a:gd name="connsiteY2-166" fmla="*/ 130682 h 1160935"/>
                  <a:gd name="connsiteX3-167" fmla="*/ 671988 w 778664"/>
                  <a:gd name="connsiteY3-168" fmla="*/ 1158121 h 1160935"/>
                  <a:gd name="connsiteX4-169" fmla="*/ 363082 w 778664"/>
                  <a:gd name="connsiteY4-170" fmla="*/ 1160935 h 1160935"/>
                  <a:gd name="connsiteX0-171" fmla="*/ 363082 w 778664"/>
                  <a:gd name="connsiteY0-172" fmla="*/ 1160935 h 1160935"/>
                  <a:gd name="connsiteX1-173" fmla="*/ 0 w 778664"/>
                  <a:gd name="connsiteY1-174" fmla="*/ 0 h 1160935"/>
                  <a:gd name="connsiteX2-175" fmla="*/ 778664 w 778664"/>
                  <a:gd name="connsiteY2-176" fmla="*/ 130682 h 1160935"/>
                  <a:gd name="connsiteX3-177" fmla="*/ 694768 w 778664"/>
                  <a:gd name="connsiteY3-178" fmla="*/ 1112562 h 1160935"/>
                  <a:gd name="connsiteX4-179" fmla="*/ 363082 w 778664"/>
                  <a:gd name="connsiteY4-180" fmla="*/ 1160935 h 1160935"/>
                  <a:gd name="connsiteX0-181" fmla="*/ 363082 w 778664"/>
                  <a:gd name="connsiteY0-182" fmla="*/ 1160935 h 1160935"/>
                  <a:gd name="connsiteX1-183" fmla="*/ 0 w 778664"/>
                  <a:gd name="connsiteY1-184" fmla="*/ 0 h 1160935"/>
                  <a:gd name="connsiteX2-185" fmla="*/ 778664 w 778664"/>
                  <a:gd name="connsiteY2-186" fmla="*/ 130682 h 1160935"/>
                  <a:gd name="connsiteX3-187" fmla="*/ 694768 w 778664"/>
                  <a:gd name="connsiteY3-188" fmla="*/ 1112562 h 1160935"/>
                  <a:gd name="connsiteX4-189" fmla="*/ 363082 w 778664"/>
                  <a:gd name="connsiteY4-190" fmla="*/ 1160935 h 1160935"/>
                  <a:gd name="connsiteX0-191" fmla="*/ 397252 w 778664"/>
                  <a:gd name="connsiteY0-192" fmla="*/ 1103987 h 1112562"/>
                  <a:gd name="connsiteX1-193" fmla="*/ 0 w 778664"/>
                  <a:gd name="connsiteY1-194" fmla="*/ 0 h 1112562"/>
                  <a:gd name="connsiteX2-195" fmla="*/ 778664 w 778664"/>
                  <a:gd name="connsiteY2-196" fmla="*/ 130682 h 1112562"/>
                  <a:gd name="connsiteX3-197" fmla="*/ 694768 w 778664"/>
                  <a:gd name="connsiteY3-198" fmla="*/ 1112562 h 1112562"/>
                  <a:gd name="connsiteX4-199" fmla="*/ 397252 w 778664"/>
                  <a:gd name="connsiteY4-200" fmla="*/ 1103987 h 1112562"/>
                  <a:gd name="connsiteX0-201" fmla="*/ 397252 w 778664"/>
                  <a:gd name="connsiteY0-202" fmla="*/ 1103987 h 1112562"/>
                  <a:gd name="connsiteX1-203" fmla="*/ 0 w 778664"/>
                  <a:gd name="connsiteY1-204" fmla="*/ 0 h 1112562"/>
                  <a:gd name="connsiteX2-205" fmla="*/ 778664 w 778664"/>
                  <a:gd name="connsiteY2-206" fmla="*/ 130682 h 1112562"/>
                  <a:gd name="connsiteX3-207" fmla="*/ 694768 w 778664"/>
                  <a:gd name="connsiteY3-208" fmla="*/ 1112562 h 1112562"/>
                  <a:gd name="connsiteX4-209" fmla="*/ 397252 w 778664"/>
                  <a:gd name="connsiteY4-210" fmla="*/ 1103987 h 1112562"/>
                  <a:gd name="connsiteX0-211" fmla="*/ 397252 w 778664"/>
                  <a:gd name="connsiteY0-212" fmla="*/ 1103987 h 1112562"/>
                  <a:gd name="connsiteX1-213" fmla="*/ 0 w 778664"/>
                  <a:gd name="connsiteY1-214" fmla="*/ 0 h 1112562"/>
                  <a:gd name="connsiteX2-215" fmla="*/ 778664 w 778664"/>
                  <a:gd name="connsiteY2-216" fmla="*/ 130682 h 1112562"/>
                  <a:gd name="connsiteX3-217" fmla="*/ 694768 w 778664"/>
                  <a:gd name="connsiteY3-218" fmla="*/ 1112562 h 1112562"/>
                  <a:gd name="connsiteX4-219" fmla="*/ 397252 w 778664"/>
                  <a:gd name="connsiteY4-220" fmla="*/ 1103987 h 1112562"/>
                  <a:gd name="connsiteX0-221" fmla="*/ 123893 w 505305"/>
                  <a:gd name="connsiteY0-222" fmla="*/ 973305 h 981880"/>
                  <a:gd name="connsiteX1-223" fmla="*/ 0 w 505305"/>
                  <a:gd name="connsiteY1-224" fmla="*/ 28773 h 981880"/>
                  <a:gd name="connsiteX2-225" fmla="*/ 505305 w 505305"/>
                  <a:gd name="connsiteY2-226" fmla="*/ 0 h 981880"/>
                  <a:gd name="connsiteX3-227" fmla="*/ 421409 w 505305"/>
                  <a:gd name="connsiteY3-228" fmla="*/ 981880 h 981880"/>
                  <a:gd name="connsiteX4-229" fmla="*/ 123893 w 505305"/>
                  <a:gd name="connsiteY4-230" fmla="*/ 973305 h 981880"/>
                  <a:gd name="connsiteX0-231" fmla="*/ 123893 w 505305"/>
                  <a:gd name="connsiteY0-232" fmla="*/ 973305 h 981880"/>
                  <a:gd name="connsiteX1-233" fmla="*/ 0 w 505305"/>
                  <a:gd name="connsiteY1-234" fmla="*/ 28773 h 981880"/>
                  <a:gd name="connsiteX2-235" fmla="*/ 505305 w 505305"/>
                  <a:gd name="connsiteY2-236" fmla="*/ 0 h 981880"/>
                  <a:gd name="connsiteX3-237" fmla="*/ 421409 w 505305"/>
                  <a:gd name="connsiteY3-238" fmla="*/ 981880 h 981880"/>
                  <a:gd name="connsiteX4-239" fmla="*/ 123893 w 505305"/>
                  <a:gd name="connsiteY4-240" fmla="*/ 973305 h 981880"/>
                  <a:gd name="connsiteX0-241" fmla="*/ 123893 w 505305"/>
                  <a:gd name="connsiteY0-242" fmla="*/ 973305 h 981880"/>
                  <a:gd name="connsiteX1-243" fmla="*/ 0 w 505305"/>
                  <a:gd name="connsiteY1-244" fmla="*/ 28773 h 981880"/>
                  <a:gd name="connsiteX2-245" fmla="*/ 505305 w 505305"/>
                  <a:gd name="connsiteY2-246" fmla="*/ 0 h 981880"/>
                  <a:gd name="connsiteX3-247" fmla="*/ 421409 w 505305"/>
                  <a:gd name="connsiteY3-248" fmla="*/ 981880 h 981880"/>
                  <a:gd name="connsiteX4-249" fmla="*/ 123893 w 505305"/>
                  <a:gd name="connsiteY4-250" fmla="*/ 973305 h 981880"/>
                  <a:gd name="connsiteX0-251" fmla="*/ 123893 w 505305"/>
                  <a:gd name="connsiteY0-252" fmla="*/ 973305 h 981880"/>
                  <a:gd name="connsiteX1-253" fmla="*/ 0 w 505305"/>
                  <a:gd name="connsiteY1-254" fmla="*/ 28773 h 981880"/>
                  <a:gd name="connsiteX2-255" fmla="*/ 505305 w 505305"/>
                  <a:gd name="connsiteY2-256" fmla="*/ 0 h 981880"/>
                  <a:gd name="connsiteX3-257" fmla="*/ 421409 w 505305"/>
                  <a:gd name="connsiteY3-258" fmla="*/ 981880 h 981880"/>
                  <a:gd name="connsiteX4-259" fmla="*/ 123893 w 505305"/>
                  <a:gd name="connsiteY4-260" fmla="*/ 973305 h 981880"/>
                  <a:gd name="connsiteX0-261" fmla="*/ 118198 w 499610"/>
                  <a:gd name="connsiteY0-262" fmla="*/ 973305 h 981880"/>
                  <a:gd name="connsiteX1-263" fmla="*/ 0 w 499610"/>
                  <a:gd name="connsiteY1-264" fmla="*/ 11688 h 981880"/>
                  <a:gd name="connsiteX2-265" fmla="*/ 499610 w 499610"/>
                  <a:gd name="connsiteY2-266" fmla="*/ 0 h 981880"/>
                  <a:gd name="connsiteX3-267" fmla="*/ 415714 w 499610"/>
                  <a:gd name="connsiteY3-268" fmla="*/ 981880 h 981880"/>
                  <a:gd name="connsiteX4-269" fmla="*/ 118198 w 499610"/>
                  <a:gd name="connsiteY4-270" fmla="*/ 973305 h 981880"/>
                  <a:gd name="connsiteX0-271" fmla="*/ 118198 w 499610"/>
                  <a:gd name="connsiteY0-272" fmla="*/ 973305 h 981880"/>
                  <a:gd name="connsiteX1-273" fmla="*/ 0 w 499610"/>
                  <a:gd name="connsiteY1-274" fmla="*/ 11688 h 981880"/>
                  <a:gd name="connsiteX2-275" fmla="*/ 499610 w 499610"/>
                  <a:gd name="connsiteY2-276" fmla="*/ 0 h 981880"/>
                  <a:gd name="connsiteX3-277" fmla="*/ 415714 w 499610"/>
                  <a:gd name="connsiteY3-278" fmla="*/ 981880 h 981880"/>
                  <a:gd name="connsiteX4-279" fmla="*/ 118198 w 499610"/>
                  <a:gd name="connsiteY4-280" fmla="*/ 973305 h 981880"/>
                  <a:gd name="connsiteX0-281" fmla="*/ 118198 w 499610"/>
                  <a:gd name="connsiteY0-282" fmla="*/ 973305 h 981880"/>
                  <a:gd name="connsiteX1-283" fmla="*/ 0 w 499610"/>
                  <a:gd name="connsiteY1-284" fmla="*/ 11688 h 981880"/>
                  <a:gd name="connsiteX2-285" fmla="*/ 499610 w 499610"/>
                  <a:gd name="connsiteY2-286" fmla="*/ 0 h 981880"/>
                  <a:gd name="connsiteX3-287" fmla="*/ 415714 w 499610"/>
                  <a:gd name="connsiteY3-288" fmla="*/ 981880 h 981880"/>
                  <a:gd name="connsiteX4-289" fmla="*/ 118198 w 499610"/>
                  <a:gd name="connsiteY4-290" fmla="*/ 973305 h 981880"/>
                  <a:gd name="connsiteX0-291" fmla="*/ 118198 w 499610"/>
                  <a:gd name="connsiteY0-292" fmla="*/ 973305 h 981880"/>
                  <a:gd name="connsiteX1-293" fmla="*/ 0 w 499610"/>
                  <a:gd name="connsiteY1-294" fmla="*/ 11688 h 981880"/>
                  <a:gd name="connsiteX2-295" fmla="*/ 499610 w 499610"/>
                  <a:gd name="connsiteY2-296" fmla="*/ 0 h 981880"/>
                  <a:gd name="connsiteX3-297" fmla="*/ 415714 w 499610"/>
                  <a:gd name="connsiteY3-298" fmla="*/ 981880 h 981880"/>
                  <a:gd name="connsiteX4-299" fmla="*/ 118198 w 499610"/>
                  <a:gd name="connsiteY4-300" fmla="*/ 973305 h 981880"/>
                  <a:gd name="connsiteX0-301" fmla="*/ 118198 w 499610"/>
                  <a:gd name="connsiteY0-302" fmla="*/ 973305 h 981880"/>
                  <a:gd name="connsiteX1-303" fmla="*/ 0 w 499610"/>
                  <a:gd name="connsiteY1-304" fmla="*/ 11688 h 981880"/>
                  <a:gd name="connsiteX2-305" fmla="*/ 499610 w 499610"/>
                  <a:gd name="connsiteY2-306" fmla="*/ 0 h 981880"/>
                  <a:gd name="connsiteX3-307" fmla="*/ 415714 w 499610"/>
                  <a:gd name="connsiteY3-308" fmla="*/ 981880 h 981880"/>
                  <a:gd name="connsiteX4-309" fmla="*/ 118198 w 499610"/>
                  <a:gd name="connsiteY4-310" fmla="*/ 973305 h 981880"/>
                  <a:gd name="connsiteX0-311" fmla="*/ 118198 w 499610"/>
                  <a:gd name="connsiteY0-312" fmla="*/ 973305 h 976186"/>
                  <a:gd name="connsiteX1-313" fmla="*/ 0 w 499610"/>
                  <a:gd name="connsiteY1-314" fmla="*/ 11688 h 976186"/>
                  <a:gd name="connsiteX2-315" fmla="*/ 499610 w 499610"/>
                  <a:gd name="connsiteY2-316" fmla="*/ 0 h 976186"/>
                  <a:gd name="connsiteX3-317" fmla="*/ 273339 w 499610"/>
                  <a:gd name="connsiteY3-318" fmla="*/ 976186 h 976186"/>
                  <a:gd name="connsiteX4-319" fmla="*/ 118198 w 499610"/>
                  <a:gd name="connsiteY4-320" fmla="*/ 973305 h 976186"/>
                  <a:gd name="connsiteX0-321" fmla="*/ 118198 w 499610"/>
                  <a:gd name="connsiteY0-322" fmla="*/ 973305 h 976186"/>
                  <a:gd name="connsiteX1-323" fmla="*/ 0 w 499610"/>
                  <a:gd name="connsiteY1-324" fmla="*/ 11688 h 976186"/>
                  <a:gd name="connsiteX2-325" fmla="*/ 499610 w 499610"/>
                  <a:gd name="connsiteY2-326" fmla="*/ 0 h 976186"/>
                  <a:gd name="connsiteX3-327" fmla="*/ 273339 w 499610"/>
                  <a:gd name="connsiteY3-328" fmla="*/ 976186 h 976186"/>
                  <a:gd name="connsiteX4-329" fmla="*/ 118198 w 499610"/>
                  <a:gd name="connsiteY4-330" fmla="*/ 973305 h 976186"/>
                  <a:gd name="connsiteX0-331" fmla="*/ 197928 w 499610"/>
                  <a:gd name="connsiteY0-332" fmla="*/ 973305 h 976186"/>
                  <a:gd name="connsiteX1-333" fmla="*/ 0 w 499610"/>
                  <a:gd name="connsiteY1-334" fmla="*/ 11688 h 976186"/>
                  <a:gd name="connsiteX2-335" fmla="*/ 499610 w 499610"/>
                  <a:gd name="connsiteY2-336" fmla="*/ 0 h 976186"/>
                  <a:gd name="connsiteX3-337" fmla="*/ 273339 w 499610"/>
                  <a:gd name="connsiteY3-338" fmla="*/ 976186 h 976186"/>
                  <a:gd name="connsiteX4-339" fmla="*/ 197928 w 499610"/>
                  <a:gd name="connsiteY4-340" fmla="*/ 973305 h 976186"/>
                  <a:gd name="connsiteX0-341" fmla="*/ 197928 w 499610"/>
                  <a:gd name="connsiteY0-342" fmla="*/ 973305 h 976186"/>
                  <a:gd name="connsiteX1-343" fmla="*/ 0 w 499610"/>
                  <a:gd name="connsiteY1-344" fmla="*/ 11688 h 976186"/>
                  <a:gd name="connsiteX2-345" fmla="*/ 499610 w 499610"/>
                  <a:gd name="connsiteY2-346" fmla="*/ 0 h 976186"/>
                  <a:gd name="connsiteX3-347" fmla="*/ 273339 w 499610"/>
                  <a:gd name="connsiteY3-348" fmla="*/ 976186 h 976186"/>
                  <a:gd name="connsiteX4-349" fmla="*/ 197928 w 499610"/>
                  <a:gd name="connsiteY4-350" fmla="*/ 973305 h 976186"/>
                  <a:gd name="connsiteX0-351" fmla="*/ 197928 w 499610"/>
                  <a:gd name="connsiteY0-352" fmla="*/ 973305 h 976186"/>
                  <a:gd name="connsiteX1-353" fmla="*/ 0 w 499610"/>
                  <a:gd name="connsiteY1-354" fmla="*/ 11688 h 976186"/>
                  <a:gd name="connsiteX2-355" fmla="*/ 499610 w 499610"/>
                  <a:gd name="connsiteY2-356" fmla="*/ 0 h 976186"/>
                  <a:gd name="connsiteX3-357" fmla="*/ 273339 w 499610"/>
                  <a:gd name="connsiteY3-358" fmla="*/ 976186 h 976186"/>
                  <a:gd name="connsiteX4-359" fmla="*/ 197928 w 499610"/>
                  <a:gd name="connsiteY4-360" fmla="*/ 973305 h 976186"/>
                  <a:gd name="connsiteX0-361" fmla="*/ 197928 w 499610"/>
                  <a:gd name="connsiteY0-362" fmla="*/ 973305 h 976186"/>
                  <a:gd name="connsiteX1-363" fmla="*/ 0 w 499610"/>
                  <a:gd name="connsiteY1-364" fmla="*/ 11688 h 976186"/>
                  <a:gd name="connsiteX2-365" fmla="*/ 499610 w 499610"/>
                  <a:gd name="connsiteY2-366" fmla="*/ 0 h 976186"/>
                  <a:gd name="connsiteX3-367" fmla="*/ 273339 w 499610"/>
                  <a:gd name="connsiteY3-368" fmla="*/ 976186 h 976186"/>
                  <a:gd name="connsiteX4-369" fmla="*/ 197928 w 499610"/>
                  <a:gd name="connsiteY4-370" fmla="*/ 973305 h 976186"/>
                  <a:gd name="connsiteX0-371" fmla="*/ 23004 w 954755"/>
                  <a:gd name="connsiteY0-372" fmla="*/ 943771 h 976186"/>
                  <a:gd name="connsiteX1-373" fmla="*/ 455145 w 954755"/>
                  <a:gd name="connsiteY1-374" fmla="*/ 11688 h 976186"/>
                  <a:gd name="connsiteX2-375" fmla="*/ 954755 w 954755"/>
                  <a:gd name="connsiteY2-376" fmla="*/ 0 h 976186"/>
                  <a:gd name="connsiteX3-377" fmla="*/ 728484 w 954755"/>
                  <a:gd name="connsiteY3-378" fmla="*/ 976186 h 976186"/>
                  <a:gd name="connsiteX4-379" fmla="*/ 23004 w 954755"/>
                  <a:gd name="connsiteY4-380" fmla="*/ 943771 h 976186"/>
                  <a:gd name="connsiteX0-381" fmla="*/ 0 w 931751"/>
                  <a:gd name="connsiteY0-382" fmla="*/ 943771 h 976186"/>
                  <a:gd name="connsiteX1-383" fmla="*/ 432141 w 931751"/>
                  <a:gd name="connsiteY1-384" fmla="*/ 11688 h 976186"/>
                  <a:gd name="connsiteX2-385" fmla="*/ 931751 w 931751"/>
                  <a:gd name="connsiteY2-386" fmla="*/ 0 h 976186"/>
                  <a:gd name="connsiteX3-387" fmla="*/ 705480 w 931751"/>
                  <a:gd name="connsiteY3-388" fmla="*/ 976186 h 976186"/>
                  <a:gd name="connsiteX4-389" fmla="*/ 0 w 931751"/>
                  <a:gd name="connsiteY4-390" fmla="*/ 943771 h 976186"/>
                  <a:gd name="connsiteX0-391" fmla="*/ 0 w 931751"/>
                  <a:gd name="connsiteY0-392" fmla="*/ 943771 h 976186"/>
                  <a:gd name="connsiteX1-393" fmla="*/ 432141 w 931751"/>
                  <a:gd name="connsiteY1-394" fmla="*/ 11688 h 976186"/>
                  <a:gd name="connsiteX2-395" fmla="*/ 931751 w 931751"/>
                  <a:gd name="connsiteY2-396" fmla="*/ 0 h 976186"/>
                  <a:gd name="connsiteX3-397" fmla="*/ 705480 w 931751"/>
                  <a:gd name="connsiteY3-398" fmla="*/ 976186 h 976186"/>
                  <a:gd name="connsiteX4-399" fmla="*/ 0 w 931751"/>
                  <a:gd name="connsiteY4-400" fmla="*/ 943771 h 976186"/>
                  <a:gd name="connsiteX0-401" fmla="*/ 0 w 931751"/>
                  <a:gd name="connsiteY0-402" fmla="*/ 943771 h 976186"/>
                  <a:gd name="connsiteX1-403" fmla="*/ 432141 w 931751"/>
                  <a:gd name="connsiteY1-404" fmla="*/ 11688 h 976186"/>
                  <a:gd name="connsiteX2-405" fmla="*/ 931751 w 931751"/>
                  <a:gd name="connsiteY2-406" fmla="*/ 0 h 976186"/>
                  <a:gd name="connsiteX3-407" fmla="*/ 705480 w 931751"/>
                  <a:gd name="connsiteY3-408" fmla="*/ 976186 h 976186"/>
                  <a:gd name="connsiteX4-409" fmla="*/ 0 w 931751"/>
                  <a:gd name="connsiteY4-410" fmla="*/ 943771 h 976186"/>
                  <a:gd name="connsiteX0-411" fmla="*/ 0 w 931751"/>
                  <a:gd name="connsiteY0-412" fmla="*/ 943771 h 966342"/>
                  <a:gd name="connsiteX1-413" fmla="*/ 432141 w 931751"/>
                  <a:gd name="connsiteY1-414" fmla="*/ 11688 h 966342"/>
                  <a:gd name="connsiteX2-415" fmla="*/ 931751 w 931751"/>
                  <a:gd name="connsiteY2-416" fmla="*/ 0 h 966342"/>
                  <a:gd name="connsiteX3-417" fmla="*/ 183705 w 931751"/>
                  <a:gd name="connsiteY3-418" fmla="*/ 966342 h 966342"/>
                  <a:gd name="connsiteX4-419" fmla="*/ 0 w 931751"/>
                  <a:gd name="connsiteY4-420" fmla="*/ 943771 h 966342"/>
                  <a:gd name="connsiteX0-421" fmla="*/ 0 w 931751"/>
                  <a:gd name="connsiteY0-422" fmla="*/ 943771 h 966342"/>
                  <a:gd name="connsiteX1-423" fmla="*/ 432141 w 931751"/>
                  <a:gd name="connsiteY1-424" fmla="*/ 11688 h 966342"/>
                  <a:gd name="connsiteX2-425" fmla="*/ 931751 w 931751"/>
                  <a:gd name="connsiteY2-426" fmla="*/ 0 h 966342"/>
                  <a:gd name="connsiteX3-427" fmla="*/ 183705 w 931751"/>
                  <a:gd name="connsiteY3-428" fmla="*/ 966342 h 966342"/>
                  <a:gd name="connsiteX4-429" fmla="*/ 0 w 931751"/>
                  <a:gd name="connsiteY4-430" fmla="*/ 943771 h 966342"/>
                  <a:gd name="connsiteX0-431" fmla="*/ 0 w 931751"/>
                  <a:gd name="connsiteY0-432" fmla="*/ 943771 h 966342"/>
                  <a:gd name="connsiteX1-433" fmla="*/ 432141 w 931751"/>
                  <a:gd name="connsiteY1-434" fmla="*/ 11688 h 966342"/>
                  <a:gd name="connsiteX2-435" fmla="*/ 931751 w 931751"/>
                  <a:gd name="connsiteY2-436" fmla="*/ 0 h 966342"/>
                  <a:gd name="connsiteX3-437" fmla="*/ 183705 w 931751"/>
                  <a:gd name="connsiteY3-438" fmla="*/ 966342 h 966342"/>
                  <a:gd name="connsiteX4-439" fmla="*/ 0 w 931751"/>
                  <a:gd name="connsiteY4-440" fmla="*/ 943771 h 966342"/>
                  <a:gd name="connsiteX0-441" fmla="*/ 0 w 956363"/>
                  <a:gd name="connsiteY0-442" fmla="*/ 932083 h 954654"/>
                  <a:gd name="connsiteX1-443" fmla="*/ 432141 w 956363"/>
                  <a:gd name="connsiteY1-444" fmla="*/ 0 h 954654"/>
                  <a:gd name="connsiteX2-445" fmla="*/ 956363 w 956363"/>
                  <a:gd name="connsiteY2-446" fmla="*/ 12924 h 954654"/>
                  <a:gd name="connsiteX3-447" fmla="*/ 183705 w 956363"/>
                  <a:gd name="connsiteY3-448" fmla="*/ 954654 h 954654"/>
                  <a:gd name="connsiteX4-449" fmla="*/ 0 w 956363"/>
                  <a:gd name="connsiteY4-450" fmla="*/ 932083 h 954654"/>
                  <a:gd name="connsiteX0-451" fmla="*/ 0 w 956363"/>
                  <a:gd name="connsiteY0-452" fmla="*/ 919226 h 941797"/>
                  <a:gd name="connsiteX1-453" fmla="*/ 405840 w 956363"/>
                  <a:gd name="connsiteY1-454" fmla="*/ 197551 h 941797"/>
                  <a:gd name="connsiteX2-455" fmla="*/ 956363 w 956363"/>
                  <a:gd name="connsiteY2-456" fmla="*/ 67 h 941797"/>
                  <a:gd name="connsiteX3-457" fmla="*/ 183705 w 956363"/>
                  <a:gd name="connsiteY3-458" fmla="*/ 941797 h 941797"/>
                  <a:gd name="connsiteX4-459" fmla="*/ 0 w 956363"/>
                  <a:gd name="connsiteY4-460" fmla="*/ 919226 h 941797"/>
                  <a:gd name="connsiteX0-461" fmla="*/ 0 w 956363"/>
                  <a:gd name="connsiteY0-462" fmla="*/ 919226 h 941797"/>
                  <a:gd name="connsiteX1-463" fmla="*/ 405840 w 956363"/>
                  <a:gd name="connsiteY1-464" fmla="*/ 197551 h 941797"/>
                  <a:gd name="connsiteX2-465" fmla="*/ 956363 w 956363"/>
                  <a:gd name="connsiteY2-466" fmla="*/ 67 h 941797"/>
                  <a:gd name="connsiteX3-467" fmla="*/ 183705 w 956363"/>
                  <a:gd name="connsiteY3-468" fmla="*/ 941797 h 941797"/>
                  <a:gd name="connsiteX4-469" fmla="*/ 0 w 956363"/>
                  <a:gd name="connsiteY4-470" fmla="*/ 919226 h 941797"/>
                  <a:gd name="connsiteX0-471" fmla="*/ 0 w 956363"/>
                  <a:gd name="connsiteY0-472" fmla="*/ 919226 h 941797"/>
                  <a:gd name="connsiteX1-473" fmla="*/ 405840 w 956363"/>
                  <a:gd name="connsiteY1-474" fmla="*/ 197551 h 941797"/>
                  <a:gd name="connsiteX2-475" fmla="*/ 956363 w 956363"/>
                  <a:gd name="connsiteY2-476" fmla="*/ 67 h 941797"/>
                  <a:gd name="connsiteX3-477" fmla="*/ 183705 w 956363"/>
                  <a:gd name="connsiteY3-478" fmla="*/ 941797 h 941797"/>
                  <a:gd name="connsiteX4-479" fmla="*/ 0 w 956363"/>
                  <a:gd name="connsiteY4-480" fmla="*/ 919226 h 941797"/>
                  <a:gd name="connsiteX0-481" fmla="*/ 0 w 926304"/>
                  <a:gd name="connsiteY0-482" fmla="*/ 735614 h 758185"/>
                  <a:gd name="connsiteX1-483" fmla="*/ 405840 w 926304"/>
                  <a:gd name="connsiteY1-484" fmla="*/ 13939 h 758185"/>
                  <a:gd name="connsiteX2-485" fmla="*/ 926304 w 926304"/>
                  <a:gd name="connsiteY2-486" fmla="*/ 563 h 758185"/>
                  <a:gd name="connsiteX3-487" fmla="*/ 183705 w 926304"/>
                  <a:gd name="connsiteY3-488" fmla="*/ 758185 h 758185"/>
                  <a:gd name="connsiteX4-489" fmla="*/ 0 w 926304"/>
                  <a:gd name="connsiteY4-490" fmla="*/ 735614 h 758185"/>
                  <a:gd name="connsiteX0-491" fmla="*/ 0 w 926304"/>
                  <a:gd name="connsiteY0-492" fmla="*/ 735614 h 758185"/>
                  <a:gd name="connsiteX1-493" fmla="*/ 405840 w 926304"/>
                  <a:gd name="connsiteY1-494" fmla="*/ 13939 h 758185"/>
                  <a:gd name="connsiteX2-495" fmla="*/ 926304 w 926304"/>
                  <a:gd name="connsiteY2-496" fmla="*/ 563 h 758185"/>
                  <a:gd name="connsiteX3-497" fmla="*/ 183705 w 926304"/>
                  <a:gd name="connsiteY3-498" fmla="*/ 758185 h 758185"/>
                  <a:gd name="connsiteX4-499" fmla="*/ 0 w 926304"/>
                  <a:gd name="connsiteY4-500" fmla="*/ 735614 h 758185"/>
                  <a:gd name="connsiteX0-501" fmla="*/ 0 w 926304"/>
                  <a:gd name="connsiteY0-502" fmla="*/ 735614 h 758185"/>
                  <a:gd name="connsiteX1-503" fmla="*/ 405840 w 926304"/>
                  <a:gd name="connsiteY1-504" fmla="*/ 13939 h 758185"/>
                  <a:gd name="connsiteX2-505" fmla="*/ 926304 w 926304"/>
                  <a:gd name="connsiteY2-506" fmla="*/ 563 h 758185"/>
                  <a:gd name="connsiteX3-507" fmla="*/ 183705 w 926304"/>
                  <a:gd name="connsiteY3-508" fmla="*/ 758185 h 758185"/>
                  <a:gd name="connsiteX4-509" fmla="*/ 0 w 926304"/>
                  <a:gd name="connsiteY4-510" fmla="*/ 735614 h 758185"/>
                  <a:gd name="connsiteX0-511" fmla="*/ 0 w 926304"/>
                  <a:gd name="connsiteY0-512" fmla="*/ 735614 h 758185"/>
                  <a:gd name="connsiteX1-513" fmla="*/ 405840 w 926304"/>
                  <a:gd name="connsiteY1-514" fmla="*/ 13939 h 758185"/>
                  <a:gd name="connsiteX2-515" fmla="*/ 926304 w 926304"/>
                  <a:gd name="connsiteY2-516" fmla="*/ 563 h 758185"/>
                  <a:gd name="connsiteX3-517" fmla="*/ 183705 w 926304"/>
                  <a:gd name="connsiteY3-518" fmla="*/ 758185 h 758185"/>
                  <a:gd name="connsiteX4-519" fmla="*/ 0 w 926304"/>
                  <a:gd name="connsiteY4-520" fmla="*/ 735614 h 758185"/>
                  <a:gd name="connsiteX0-521" fmla="*/ 0 w 1011379"/>
                  <a:gd name="connsiteY0-522" fmla="*/ 605727 h 758185"/>
                  <a:gd name="connsiteX1-523" fmla="*/ 490915 w 1011379"/>
                  <a:gd name="connsiteY1-524" fmla="*/ 13939 h 758185"/>
                  <a:gd name="connsiteX2-525" fmla="*/ 1011379 w 1011379"/>
                  <a:gd name="connsiteY2-526" fmla="*/ 563 h 758185"/>
                  <a:gd name="connsiteX3-527" fmla="*/ 268780 w 1011379"/>
                  <a:gd name="connsiteY3-528" fmla="*/ 758185 h 758185"/>
                  <a:gd name="connsiteX4-529" fmla="*/ 0 w 1011379"/>
                  <a:gd name="connsiteY4-530" fmla="*/ 605727 h 758185"/>
                  <a:gd name="connsiteX0-531" fmla="*/ 0 w 1011379"/>
                  <a:gd name="connsiteY0-532" fmla="*/ 605727 h 648280"/>
                  <a:gd name="connsiteX1-533" fmla="*/ 490915 w 1011379"/>
                  <a:gd name="connsiteY1-534" fmla="*/ 13939 h 648280"/>
                  <a:gd name="connsiteX2-535" fmla="*/ 1011379 w 1011379"/>
                  <a:gd name="connsiteY2-536" fmla="*/ 563 h 648280"/>
                  <a:gd name="connsiteX3-537" fmla="*/ 198718 w 1011379"/>
                  <a:gd name="connsiteY3-538" fmla="*/ 648280 h 648280"/>
                  <a:gd name="connsiteX4-539" fmla="*/ 0 w 1011379"/>
                  <a:gd name="connsiteY4-540" fmla="*/ 605727 h 648280"/>
                  <a:gd name="connsiteX0-541" fmla="*/ 0 w 1011379"/>
                  <a:gd name="connsiteY0-542" fmla="*/ 605727 h 648280"/>
                  <a:gd name="connsiteX1-543" fmla="*/ 490915 w 1011379"/>
                  <a:gd name="connsiteY1-544" fmla="*/ 13939 h 648280"/>
                  <a:gd name="connsiteX2-545" fmla="*/ 1011379 w 1011379"/>
                  <a:gd name="connsiteY2-546" fmla="*/ 563 h 648280"/>
                  <a:gd name="connsiteX3-547" fmla="*/ 198718 w 1011379"/>
                  <a:gd name="connsiteY3-548" fmla="*/ 648280 h 648280"/>
                  <a:gd name="connsiteX4-549" fmla="*/ 0 w 1011379"/>
                  <a:gd name="connsiteY4-550" fmla="*/ 605727 h 648280"/>
                  <a:gd name="connsiteX0-551" fmla="*/ 0 w 1011379"/>
                  <a:gd name="connsiteY0-552" fmla="*/ 605727 h 648280"/>
                  <a:gd name="connsiteX1-553" fmla="*/ 490915 w 1011379"/>
                  <a:gd name="connsiteY1-554" fmla="*/ 13939 h 648280"/>
                  <a:gd name="connsiteX2-555" fmla="*/ 1011379 w 1011379"/>
                  <a:gd name="connsiteY2-556" fmla="*/ 563 h 648280"/>
                  <a:gd name="connsiteX3-557" fmla="*/ 198718 w 1011379"/>
                  <a:gd name="connsiteY3-558" fmla="*/ 648280 h 648280"/>
                  <a:gd name="connsiteX4-559" fmla="*/ 0 w 1011379"/>
                  <a:gd name="connsiteY4-560" fmla="*/ 605727 h 648280"/>
                  <a:gd name="connsiteX0-561" fmla="*/ 0 w 1011379"/>
                  <a:gd name="connsiteY0-562" fmla="*/ 605727 h 605727"/>
                  <a:gd name="connsiteX1-563" fmla="*/ 490915 w 1011379"/>
                  <a:gd name="connsiteY1-564" fmla="*/ 13939 h 605727"/>
                  <a:gd name="connsiteX2-565" fmla="*/ 1011379 w 1011379"/>
                  <a:gd name="connsiteY2-566" fmla="*/ 563 h 605727"/>
                  <a:gd name="connsiteX3-567" fmla="*/ 318823 w 1011379"/>
                  <a:gd name="connsiteY3-568" fmla="*/ 553361 h 605727"/>
                  <a:gd name="connsiteX4-569" fmla="*/ 0 w 1011379"/>
                  <a:gd name="connsiteY4-570" fmla="*/ 605727 h 605727"/>
                  <a:gd name="connsiteX0-571" fmla="*/ 0 w 866251"/>
                  <a:gd name="connsiteY0-572" fmla="*/ 540783 h 553361"/>
                  <a:gd name="connsiteX1-573" fmla="*/ 345787 w 866251"/>
                  <a:gd name="connsiteY1-574" fmla="*/ 13939 h 553361"/>
                  <a:gd name="connsiteX2-575" fmla="*/ 866251 w 866251"/>
                  <a:gd name="connsiteY2-576" fmla="*/ 563 h 553361"/>
                  <a:gd name="connsiteX3-577" fmla="*/ 173695 w 866251"/>
                  <a:gd name="connsiteY3-578" fmla="*/ 553361 h 553361"/>
                  <a:gd name="connsiteX4-579" fmla="*/ 0 w 866251"/>
                  <a:gd name="connsiteY4-580" fmla="*/ 540783 h 553361"/>
                  <a:gd name="connsiteX0-581" fmla="*/ 0 w 866251"/>
                  <a:gd name="connsiteY0-582" fmla="*/ 540783 h 553361"/>
                  <a:gd name="connsiteX1-583" fmla="*/ 345787 w 866251"/>
                  <a:gd name="connsiteY1-584" fmla="*/ 13939 h 553361"/>
                  <a:gd name="connsiteX2-585" fmla="*/ 866251 w 866251"/>
                  <a:gd name="connsiteY2-586" fmla="*/ 563 h 553361"/>
                  <a:gd name="connsiteX3-587" fmla="*/ 173695 w 866251"/>
                  <a:gd name="connsiteY3-588" fmla="*/ 553361 h 553361"/>
                  <a:gd name="connsiteX4-589" fmla="*/ 0 w 866251"/>
                  <a:gd name="connsiteY4-590" fmla="*/ 540783 h 553361"/>
                  <a:gd name="connsiteX0-591" fmla="*/ 0 w 866251"/>
                  <a:gd name="connsiteY0-592" fmla="*/ 540783 h 553361"/>
                  <a:gd name="connsiteX1-593" fmla="*/ 345787 w 866251"/>
                  <a:gd name="connsiteY1-594" fmla="*/ 13939 h 553361"/>
                  <a:gd name="connsiteX2-595" fmla="*/ 866251 w 866251"/>
                  <a:gd name="connsiteY2-596" fmla="*/ 563 h 553361"/>
                  <a:gd name="connsiteX3-597" fmla="*/ 173695 w 866251"/>
                  <a:gd name="connsiteY3-598" fmla="*/ 553361 h 553361"/>
                  <a:gd name="connsiteX4-599" fmla="*/ 0 w 866251"/>
                  <a:gd name="connsiteY4-600" fmla="*/ 540783 h 553361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866251" h="553361">
                    <a:moveTo>
                      <a:pt x="0" y="540783"/>
                    </a:moveTo>
                    <a:cubicBezTo>
                      <a:pt x="274887" y="134762"/>
                      <a:pt x="159176" y="337938"/>
                      <a:pt x="345787" y="13939"/>
                    </a:cubicBezTo>
                    <a:cubicBezTo>
                      <a:pt x="520528" y="18247"/>
                      <a:pt x="691510" y="-3745"/>
                      <a:pt x="866251" y="563"/>
                    </a:cubicBezTo>
                    <a:cubicBezTo>
                      <a:pt x="252709" y="502795"/>
                      <a:pt x="640047" y="209256"/>
                      <a:pt x="173695" y="553361"/>
                    </a:cubicBezTo>
                    <a:cubicBezTo>
                      <a:pt x="39410" y="524725"/>
                      <a:pt x="196198" y="539317"/>
                      <a:pt x="0" y="54078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95000"/>
                      <a:alpha val="5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</a:gradFill>
              <a:ln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4" name="Freeform 272"/>
              <p:cNvSpPr/>
              <p:nvPr/>
            </p:nvSpPr>
            <p:spPr>
              <a:xfrm>
                <a:off x="5378281" y="5449835"/>
                <a:ext cx="675485" cy="896777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-1" fmla="*/ 139870 w 1040633"/>
                  <a:gd name="connsiteY0-2" fmla="*/ 1191723 h 1219697"/>
                  <a:gd name="connsiteX1-3" fmla="*/ 0 w 1040633"/>
                  <a:gd name="connsiteY1-4" fmla="*/ 0 h 1219697"/>
                  <a:gd name="connsiteX2-5" fmla="*/ 1040633 w 1040633"/>
                  <a:gd name="connsiteY2-6" fmla="*/ 16785 h 1219697"/>
                  <a:gd name="connsiteX3-7" fmla="*/ 833625 w 1040633"/>
                  <a:gd name="connsiteY3-8" fmla="*/ 1219697 h 1219697"/>
                  <a:gd name="connsiteX4-9" fmla="*/ 139870 w 1040633"/>
                  <a:gd name="connsiteY4-10" fmla="*/ 1191723 h 1219697"/>
                  <a:gd name="connsiteX0-11" fmla="*/ 139870 w 1040633"/>
                  <a:gd name="connsiteY0-12" fmla="*/ 1191723 h 1219697"/>
                  <a:gd name="connsiteX1-13" fmla="*/ 0 w 1040633"/>
                  <a:gd name="connsiteY1-14" fmla="*/ 0 h 1219697"/>
                  <a:gd name="connsiteX2-15" fmla="*/ 1040633 w 1040633"/>
                  <a:gd name="connsiteY2-16" fmla="*/ 16785 h 1219697"/>
                  <a:gd name="connsiteX3-17" fmla="*/ 833625 w 1040633"/>
                  <a:gd name="connsiteY3-18" fmla="*/ 1219697 h 1219697"/>
                  <a:gd name="connsiteX4-19" fmla="*/ 139870 w 1040633"/>
                  <a:gd name="connsiteY4-20" fmla="*/ 1191723 h 1219697"/>
                  <a:gd name="connsiteX0-21" fmla="*/ 139870 w 1040633"/>
                  <a:gd name="connsiteY0-22" fmla="*/ 1191723 h 1219697"/>
                  <a:gd name="connsiteX1-23" fmla="*/ 0 w 1040633"/>
                  <a:gd name="connsiteY1-24" fmla="*/ 0 h 1219697"/>
                  <a:gd name="connsiteX2-25" fmla="*/ 1040633 w 1040633"/>
                  <a:gd name="connsiteY2-26" fmla="*/ 16785 h 1219697"/>
                  <a:gd name="connsiteX3-27" fmla="*/ 833625 w 1040633"/>
                  <a:gd name="connsiteY3-28" fmla="*/ 1219697 h 1219697"/>
                  <a:gd name="connsiteX4-29" fmla="*/ 139870 w 1040633"/>
                  <a:gd name="connsiteY4-30" fmla="*/ 1191723 h 1219697"/>
                  <a:gd name="connsiteX0-31" fmla="*/ 139870 w 1040633"/>
                  <a:gd name="connsiteY0-32" fmla="*/ 1191723 h 1219697"/>
                  <a:gd name="connsiteX1-33" fmla="*/ 0 w 1040633"/>
                  <a:gd name="connsiteY1-34" fmla="*/ 0 h 1219697"/>
                  <a:gd name="connsiteX2-35" fmla="*/ 1040633 w 1040633"/>
                  <a:gd name="connsiteY2-36" fmla="*/ 16785 h 1219697"/>
                  <a:gd name="connsiteX3-37" fmla="*/ 833625 w 1040633"/>
                  <a:gd name="connsiteY3-38" fmla="*/ 1219697 h 1219697"/>
                  <a:gd name="connsiteX4-39" fmla="*/ 139870 w 1040633"/>
                  <a:gd name="connsiteY4-40" fmla="*/ 1191723 h 1219697"/>
                  <a:gd name="connsiteX0-41" fmla="*/ 139870 w 1040633"/>
                  <a:gd name="connsiteY0-42" fmla="*/ 1191723 h 1219697"/>
                  <a:gd name="connsiteX1-43" fmla="*/ 0 w 1040633"/>
                  <a:gd name="connsiteY1-44" fmla="*/ 0 h 1219697"/>
                  <a:gd name="connsiteX2-45" fmla="*/ 1040633 w 1040633"/>
                  <a:gd name="connsiteY2-46" fmla="*/ 16785 h 1219697"/>
                  <a:gd name="connsiteX3-47" fmla="*/ 833625 w 1040633"/>
                  <a:gd name="connsiteY3-48" fmla="*/ 1219697 h 1219697"/>
                  <a:gd name="connsiteX4-49" fmla="*/ 418712 w 1040633"/>
                  <a:gd name="connsiteY4-50" fmla="*/ 1189324 h 1219697"/>
                  <a:gd name="connsiteX5" fmla="*/ 139870 w 1040633"/>
                  <a:gd name="connsiteY5" fmla="*/ 1191723 h 1219697"/>
                  <a:gd name="connsiteX0-51" fmla="*/ 139870 w 1040633"/>
                  <a:gd name="connsiteY0-52" fmla="*/ 1191723 h 1355926"/>
                  <a:gd name="connsiteX1-53" fmla="*/ 0 w 1040633"/>
                  <a:gd name="connsiteY1-54" fmla="*/ 0 h 1355926"/>
                  <a:gd name="connsiteX2-55" fmla="*/ 1040633 w 1040633"/>
                  <a:gd name="connsiteY2-56" fmla="*/ 16785 h 1355926"/>
                  <a:gd name="connsiteX3-57" fmla="*/ 833625 w 1040633"/>
                  <a:gd name="connsiteY3-58" fmla="*/ 1219697 h 1355926"/>
                  <a:gd name="connsiteX4-59" fmla="*/ 139870 w 1040633"/>
                  <a:gd name="connsiteY4-60" fmla="*/ 1191723 h 1355926"/>
                  <a:gd name="connsiteX0-61" fmla="*/ 139870 w 1040633"/>
                  <a:gd name="connsiteY0-62" fmla="*/ 1191723 h 1289901"/>
                  <a:gd name="connsiteX1-63" fmla="*/ 0 w 1040633"/>
                  <a:gd name="connsiteY1-64" fmla="*/ 0 h 1289901"/>
                  <a:gd name="connsiteX2-65" fmla="*/ 1040633 w 1040633"/>
                  <a:gd name="connsiteY2-66" fmla="*/ 16785 h 1289901"/>
                  <a:gd name="connsiteX3-67" fmla="*/ 833625 w 1040633"/>
                  <a:gd name="connsiteY3-68" fmla="*/ 1219697 h 1289901"/>
                  <a:gd name="connsiteX4-69" fmla="*/ 139870 w 1040633"/>
                  <a:gd name="connsiteY4-70" fmla="*/ 1191723 h 1289901"/>
                  <a:gd name="connsiteX0-71" fmla="*/ 139870 w 1040633"/>
                  <a:gd name="connsiteY0-72" fmla="*/ 1191723 h 1219697"/>
                  <a:gd name="connsiteX1-73" fmla="*/ 0 w 1040633"/>
                  <a:gd name="connsiteY1-74" fmla="*/ 0 h 1219697"/>
                  <a:gd name="connsiteX2-75" fmla="*/ 1040633 w 1040633"/>
                  <a:gd name="connsiteY2-76" fmla="*/ 16785 h 1219697"/>
                  <a:gd name="connsiteX3-77" fmla="*/ 833625 w 1040633"/>
                  <a:gd name="connsiteY3-78" fmla="*/ 1219697 h 1219697"/>
                  <a:gd name="connsiteX4-79" fmla="*/ 139870 w 1040633"/>
                  <a:gd name="connsiteY4-80" fmla="*/ 1191723 h 1219697"/>
                  <a:gd name="connsiteX0-81" fmla="*/ 139870 w 1040633"/>
                  <a:gd name="connsiteY0-82" fmla="*/ 1191723 h 1191723"/>
                  <a:gd name="connsiteX1-83" fmla="*/ 0 w 1040633"/>
                  <a:gd name="connsiteY1-84" fmla="*/ 0 h 1191723"/>
                  <a:gd name="connsiteX2-85" fmla="*/ 1040633 w 1040633"/>
                  <a:gd name="connsiteY2-86" fmla="*/ 16785 h 1191723"/>
                  <a:gd name="connsiteX3-87" fmla="*/ 671988 w 1040633"/>
                  <a:gd name="connsiteY3-88" fmla="*/ 1158121 h 1191723"/>
                  <a:gd name="connsiteX4-89" fmla="*/ 139870 w 1040633"/>
                  <a:gd name="connsiteY4-90" fmla="*/ 1191723 h 1191723"/>
                  <a:gd name="connsiteX0-91" fmla="*/ 363082 w 1040633"/>
                  <a:gd name="connsiteY0-92" fmla="*/ 1160935 h 1160935"/>
                  <a:gd name="connsiteX1-93" fmla="*/ 0 w 1040633"/>
                  <a:gd name="connsiteY1-94" fmla="*/ 0 h 1160935"/>
                  <a:gd name="connsiteX2-95" fmla="*/ 1040633 w 1040633"/>
                  <a:gd name="connsiteY2-96" fmla="*/ 16785 h 1160935"/>
                  <a:gd name="connsiteX3-97" fmla="*/ 671988 w 1040633"/>
                  <a:gd name="connsiteY3-98" fmla="*/ 1158121 h 1160935"/>
                  <a:gd name="connsiteX4-99" fmla="*/ 363082 w 1040633"/>
                  <a:gd name="connsiteY4-100" fmla="*/ 1160935 h 1160935"/>
                  <a:gd name="connsiteX0-101" fmla="*/ 363082 w 1040633"/>
                  <a:gd name="connsiteY0-102" fmla="*/ 1160935 h 1160935"/>
                  <a:gd name="connsiteX1-103" fmla="*/ 0 w 1040633"/>
                  <a:gd name="connsiteY1-104" fmla="*/ 0 h 1160935"/>
                  <a:gd name="connsiteX2-105" fmla="*/ 1040633 w 1040633"/>
                  <a:gd name="connsiteY2-106" fmla="*/ 16785 h 1160935"/>
                  <a:gd name="connsiteX3-107" fmla="*/ 671988 w 1040633"/>
                  <a:gd name="connsiteY3-108" fmla="*/ 1158121 h 1160935"/>
                  <a:gd name="connsiteX4-109" fmla="*/ 363082 w 1040633"/>
                  <a:gd name="connsiteY4-110" fmla="*/ 1160935 h 1160935"/>
                  <a:gd name="connsiteX0-111" fmla="*/ 363082 w 1040633"/>
                  <a:gd name="connsiteY0-112" fmla="*/ 1160935 h 1160935"/>
                  <a:gd name="connsiteX1-113" fmla="*/ 0 w 1040633"/>
                  <a:gd name="connsiteY1-114" fmla="*/ 0 h 1160935"/>
                  <a:gd name="connsiteX2-115" fmla="*/ 1040633 w 1040633"/>
                  <a:gd name="connsiteY2-116" fmla="*/ 16785 h 1160935"/>
                  <a:gd name="connsiteX3-117" fmla="*/ 671988 w 1040633"/>
                  <a:gd name="connsiteY3-118" fmla="*/ 1158121 h 1160935"/>
                  <a:gd name="connsiteX4-119" fmla="*/ 363082 w 1040633"/>
                  <a:gd name="connsiteY4-120" fmla="*/ 1160935 h 1160935"/>
                  <a:gd name="connsiteX0-121" fmla="*/ 363082 w 1040633"/>
                  <a:gd name="connsiteY0-122" fmla="*/ 1160935 h 1160935"/>
                  <a:gd name="connsiteX1-123" fmla="*/ 0 w 1040633"/>
                  <a:gd name="connsiteY1-124" fmla="*/ 0 h 1160935"/>
                  <a:gd name="connsiteX2-125" fmla="*/ 1040633 w 1040633"/>
                  <a:gd name="connsiteY2-126" fmla="*/ 16785 h 1160935"/>
                  <a:gd name="connsiteX3-127" fmla="*/ 671988 w 1040633"/>
                  <a:gd name="connsiteY3-128" fmla="*/ 1158121 h 1160935"/>
                  <a:gd name="connsiteX4-129" fmla="*/ 363082 w 1040633"/>
                  <a:gd name="connsiteY4-130" fmla="*/ 1160935 h 1160935"/>
                  <a:gd name="connsiteX0-131" fmla="*/ 363082 w 1040633"/>
                  <a:gd name="connsiteY0-132" fmla="*/ 1160935 h 1160935"/>
                  <a:gd name="connsiteX1-133" fmla="*/ 0 w 1040633"/>
                  <a:gd name="connsiteY1-134" fmla="*/ 0 h 1160935"/>
                  <a:gd name="connsiteX2-135" fmla="*/ 1040633 w 1040633"/>
                  <a:gd name="connsiteY2-136" fmla="*/ 16785 h 1160935"/>
                  <a:gd name="connsiteX3-137" fmla="*/ 671988 w 1040633"/>
                  <a:gd name="connsiteY3-138" fmla="*/ 1158121 h 1160935"/>
                  <a:gd name="connsiteX4-139" fmla="*/ 363082 w 1040633"/>
                  <a:gd name="connsiteY4-140" fmla="*/ 1160935 h 1160935"/>
                  <a:gd name="connsiteX0-141" fmla="*/ 363082 w 1040633"/>
                  <a:gd name="connsiteY0-142" fmla="*/ 1160935 h 1160935"/>
                  <a:gd name="connsiteX1-143" fmla="*/ 0 w 1040633"/>
                  <a:gd name="connsiteY1-144" fmla="*/ 0 h 1160935"/>
                  <a:gd name="connsiteX2-145" fmla="*/ 1040633 w 1040633"/>
                  <a:gd name="connsiteY2-146" fmla="*/ 16785 h 1160935"/>
                  <a:gd name="connsiteX3-147" fmla="*/ 671988 w 1040633"/>
                  <a:gd name="connsiteY3-148" fmla="*/ 1158121 h 1160935"/>
                  <a:gd name="connsiteX4-149" fmla="*/ 363082 w 1040633"/>
                  <a:gd name="connsiteY4-150" fmla="*/ 1160935 h 1160935"/>
                  <a:gd name="connsiteX0-151" fmla="*/ 363082 w 1040633"/>
                  <a:gd name="connsiteY0-152" fmla="*/ 1160935 h 1160935"/>
                  <a:gd name="connsiteX1-153" fmla="*/ 0 w 1040633"/>
                  <a:gd name="connsiteY1-154" fmla="*/ 0 h 1160935"/>
                  <a:gd name="connsiteX2-155" fmla="*/ 1040633 w 1040633"/>
                  <a:gd name="connsiteY2-156" fmla="*/ 16785 h 1160935"/>
                  <a:gd name="connsiteX3-157" fmla="*/ 671988 w 1040633"/>
                  <a:gd name="connsiteY3-158" fmla="*/ 1158121 h 1160935"/>
                  <a:gd name="connsiteX4-159" fmla="*/ 363082 w 1040633"/>
                  <a:gd name="connsiteY4-160" fmla="*/ 1160935 h 1160935"/>
                  <a:gd name="connsiteX0-161" fmla="*/ 363082 w 778664"/>
                  <a:gd name="connsiteY0-162" fmla="*/ 1160935 h 1160935"/>
                  <a:gd name="connsiteX1-163" fmla="*/ 0 w 778664"/>
                  <a:gd name="connsiteY1-164" fmla="*/ 0 h 1160935"/>
                  <a:gd name="connsiteX2-165" fmla="*/ 778664 w 778664"/>
                  <a:gd name="connsiteY2-166" fmla="*/ 130682 h 1160935"/>
                  <a:gd name="connsiteX3-167" fmla="*/ 671988 w 778664"/>
                  <a:gd name="connsiteY3-168" fmla="*/ 1158121 h 1160935"/>
                  <a:gd name="connsiteX4-169" fmla="*/ 363082 w 778664"/>
                  <a:gd name="connsiteY4-170" fmla="*/ 1160935 h 1160935"/>
                  <a:gd name="connsiteX0-171" fmla="*/ 363082 w 778664"/>
                  <a:gd name="connsiteY0-172" fmla="*/ 1160935 h 1160935"/>
                  <a:gd name="connsiteX1-173" fmla="*/ 0 w 778664"/>
                  <a:gd name="connsiteY1-174" fmla="*/ 0 h 1160935"/>
                  <a:gd name="connsiteX2-175" fmla="*/ 778664 w 778664"/>
                  <a:gd name="connsiteY2-176" fmla="*/ 130682 h 1160935"/>
                  <a:gd name="connsiteX3-177" fmla="*/ 694768 w 778664"/>
                  <a:gd name="connsiteY3-178" fmla="*/ 1112562 h 1160935"/>
                  <a:gd name="connsiteX4-179" fmla="*/ 363082 w 778664"/>
                  <a:gd name="connsiteY4-180" fmla="*/ 1160935 h 1160935"/>
                  <a:gd name="connsiteX0-181" fmla="*/ 363082 w 778664"/>
                  <a:gd name="connsiteY0-182" fmla="*/ 1160935 h 1160935"/>
                  <a:gd name="connsiteX1-183" fmla="*/ 0 w 778664"/>
                  <a:gd name="connsiteY1-184" fmla="*/ 0 h 1160935"/>
                  <a:gd name="connsiteX2-185" fmla="*/ 778664 w 778664"/>
                  <a:gd name="connsiteY2-186" fmla="*/ 130682 h 1160935"/>
                  <a:gd name="connsiteX3-187" fmla="*/ 694768 w 778664"/>
                  <a:gd name="connsiteY3-188" fmla="*/ 1112562 h 1160935"/>
                  <a:gd name="connsiteX4-189" fmla="*/ 363082 w 778664"/>
                  <a:gd name="connsiteY4-190" fmla="*/ 1160935 h 1160935"/>
                  <a:gd name="connsiteX0-191" fmla="*/ 397252 w 778664"/>
                  <a:gd name="connsiteY0-192" fmla="*/ 1103987 h 1112562"/>
                  <a:gd name="connsiteX1-193" fmla="*/ 0 w 778664"/>
                  <a:gd name="connsiteY1-194" fmla="*/ 0 h 1112562"/>
                  <a:gd name="connsiteX2-195" fmla="*/ 778664 w 778664"/>
                  <a:gd name="connsiteY2-196" fmla="*/ 130682 h 1112562"/>
                  <a:gd name="connsiteX3-197" fmla="*/ 694768 w 778664"/>
                  <a:gd name="connsiteY3-198" fmla="*/ 1112562 h 1112562"/>
                  <a:gd name="connsiteX4-199" fmla="*/ 397252 w 778664"/>
                  <a:gd name="connsiteY4-200" fmla="*/ 1103987 h 1112562"/>
                  <a:gd name="connsiteX0-201" fmla="*/ 397252 w 778664"/>
                  <a:gd name="connsiteY0-202" fmla="*/ 1103987 h 1112562"/>
                  <a:gd name="connsiteX1-203" fmla="*/ 0 w 778664"/>
                  <a:gd name="connsiteY1-204" fmla="*/ 0 h 1112562"/>
                  <a:gd name="connsiteX2-205" fmla="*/ 778664 w 778664"/>
                  <a:gd name="connsiteY2-206" fmla="*/ 130682 h 1112562"/>
                  <a:gd name="connsiteX3-207" fmla="*/ 694768 w 778664"/>
                  <a:gd name="connsiteY3-208" fmla="*/ 1112562 h 1112562"/>
                  <a:gd name="connsiteX4-209" fmla="*/ 397252 w 778664"/>
                  <a:gd name="connsiteY4-210" fmla="*/ 1103987 h 1112562"/>
                  <a:gd name="connsiteX0-211" fmla="*/ 397252 w 778664"/>
                  <a:gd name="connsiteY0-212" fmla="*/ 1103987 h 1112562"/>
                  <a:gd name="connsiteX1-213" fmla="*/ 0 w 778664"/>
                  <a:gd name="connsiteY1-214" fmla="*/ 0 h 1112562"/>
                  <a:gd name="connsiteX2-215" fmla="*/ 778664 w 778664"/>
                  <a:gd name="connsiteY2-216" fmla="*/ 130682 h 1112562"/>
                  <a:gd name="connsiteX3-217" fmla="*/ 694768 w 778664"/>
                  <a:gd name="connsiteY3-218" fmla="*/ 1112562 h 1112562"/>
                  <a:gd name="connsiteX4-219" fmla="*/ 397252 w 778664"/>
                  <a:gd name="connsiteY4-220" fmla="*/ 1103987 h 1112562"/>
                  <a:gd name="connsiteX0-221" fmla="*/ 123893 w 505305"/>
                  <a:gd name="connsiteY0-222" fmla="*/ 973305 h 981880"/>
                  <a:gd name="connsiteX1-223" fmla="*/ 0 w 505305"/>
                  <a:gd name="connsiteY1-224" fmla="*/ 28773 h 981880"/>
                  <a:gd name="connsiteX2-225" fmla="*/ 505305 w 505305"/>
                  <a:gd name="connsiteY2-226" fmla="*/ 0 h 981880"/>
                  <a:gd name="connsiteX3-227" fmla="*/ 421409 w 505305"/>
                  <a:gd name="connsiteY3-228" fmla="*/ 981880 h 981880"/>
                  <a:gd name="connsiteX4-229" fmla="*/ 123893 w 505305"/>
                  <a:gd name="connsiteY4-230" fmla="*/ 973305 h 981880"/>
                  <a:gd name="connsiteX0-231" fmla="*/ 123893 w 505305"/>
                  <a:gd name="connsiteY0-232" fmla="*/ 973305 h 981880"/>
                  <a:gd name="connsiteX1-233" fmla="*/ 0 w 505305"/>
                  <a:gd name="connsiteY1-234" fmla="*/ 28773 h 981880"/>
                  <a:gd name="connsiteX2-235" fmla="*/ 505305 w 505305"/>
                  <a:gd name="connsiteY2-236" fmla="*/ 0 h 981880"/>
                  <a:gd name="connsiteX3-237" fmla="*/ 421409 w 505305"/>
                  <a:gd name="connsiteY3-238" fmla="*/ 981880 h 981880"/>
                  <a:gd name="connsiteX4-239" fmla="*/ 123893 w 505305"/>
                  <a:gd name="connsiteY4-240" fmla="*/ 973305 h 981880"/>
                  <a:gd name="connsiteX0-241" fmla="*/ 123893 w 505305"/>
                  <a:gd name="connsiteY0-242" fmla="*/ 973305 h 981880"/>
                  <a:gd name="connsiteX1-243" fmla="*/ 0 w 505305"/>
                  <a:gd name="connsiteY1-244" fmla="*/ 28773 h 981880"/>
                  <a:gd name="connsiteX2-245" fmla="*/ 505305 w 505305"/>
                  <a:gd name="connsiteY2-246" fmla="*/ 0 h 981880"/>
                  <a:gd name="connsiteX3-247" fmla="*/ 421409 w 505305"/>
                  <a:gd name="connsiteY3-248" fmla="*/ 981880 h 981880"/>
                  <a:gd name="connsiteX4-249" fmla="*/ 123893 w 505305"/>
                  <a:gd name="connsiteY4-250" fmla="*/ 973305 h 981880"/>
                  <a:gd name="connsiteX0-251" fmla="*/ 123893 w 505305"/>
                  <a:gd name="connsiteY0-252" fmla="*/ 973305 h 981880"/>
                  <a:gd name="connsiteX1-253" fmla="*/ 0 w 505305"/>
                  <a:gd name="connsiteY1-254" fmla="*/ 28773 h 981880"/>
                  <a:gd name="connsiteX2-255" fmla="*/ 505305 w 505305"/>
                  <a:gd name="connsiteY2-256" fmla="*/ 0 h 981880"/>
                  <a:gd name="connsiteX3-257" fmla="*/ 421409 w 505305"/>
                  <a:gd name="connsiteY3-258" fmla="*/ 981880 h 981880"/>
                  <a:gd name="connsiteX4-259" fmla="*/ 123893 w 505305"/>
                  <a:gd name="connsiteY4-260" fmla="*/ 973305 h 981880"/>
                  <a:gd name="connsiteX0-261" fmla="*/ 118198 w 499610"/>
                  <a:gd name="connsiteY0-262" fmla="*/ 973305 h 981880"/>
                  <a:gd name="connsiteX1-263" fmla="*/ 0 w 499610"/>
                  <a:gd name="connsiteY1-264" fmla="*/ 11688 h 981880"/>
                  <a:gd name="connsiteX2-265" fmla="*/ 499610 w 499610"/>
                  <a:gd name="connsiteY2-266" fmla="*/ 0 h 981880"/>
                  <a:gd name="connsiteX3-267" fmla="*/ 415714 w 499610"/>
                  <a:gd name="connsiteY3-268" fmla="*/ 981880 h 981880"/>
                  <a:gd name="connsiteX4-269" fmla="*/ 118198 w 499610"/>
                  <a:gd name="connsiteY4-270" fmla="*/ 973305 h 981880"/>
                  <a:gd name="connsiteX0-271" fmla="*/ 118198 w 499610"/>
                  <a:gd name="connsiteY0-272" fmla="*/ 973305 h 981880"/>
                  <a:gd name="connsiteX1-273" fmla="*/ 0 w 499610"/>
                  <a:gd name="connsiteY1-274" fmla="*/ 11688 h 981880"/>
                  <a:gd name="connsiteX2-275" fmla="*/ 499610 w 499610"/>
                  <a:gd name="connsiteY2-276" fmla="*/ 0 h 981880"/>
                  <a:gd name="connsiteX3-277" fmla="*/ 415714 w 499610"/>
                  <a:gd name="connsiteY3-278" fmla="*/ 981880 h 981880"/>
                  <a:gd name="connsiteX4-279" fmla="*/ 118198 w 499610"/>
                  <a:gd name="connsiteY4-280" fmla="*/ 973305 h 981880"/>
                  <a:gd name="connsiteX0-281" fmla="*/ 118198 w 499610"/>
                  <a:gd name="connsiteY0-282" fmla="*/ 973305 h 981880"/>
                  <a:gd name="connsiteX1-283" fmla="*/ 0 w 499610"/>
                  <a:gd name="connsiteY1-284" fmla="*/ 11688 h 981880"/>
                  <a:gd name="connsiteX2-285" fmla="*/ 499610 w 499610"/>
                  <a:gd name="connsiteY2-286" fmla="*/ 0 h 981880"/>
                  <a:gd name="connsiteX3-287" fmla="*/ 415714 w 499610"/>
                  <a:gd name="connsiteY3-288" fmla="*/ 981880 h 981880"/>
                  <a:gd name="connsiteX4-289" fmla="*/ 118198 w 499610"/>
                  <a:gd name="connsiteY4-290" fmla="*/ 973305 h 981880"/>
                  <a:gd name="connsiteX0-291" fmla="*/ 118198 w 499610"/>
                  <a:gd name="connsiteY0-292" fmla="*/ 973305 h 981880"/>
                  <a:gd name="connsiteX1-293" fmla="*/ 0 w 499610"/>
                  <a:gd name="connsiteY1-294" fmla="*/ 11688 h 981880"/>
                  <a:gd name="connsiteX2-295" fmla="*/ 499610 w 499610"/>
                  <a:gd name="connsiteY2-296" fmla="*/ 0 h 981880"/>
                  <a:gd name="connsiteX3-297" fmla="*/ 415714 w 499610"/>
                  <a:gd name="connsiteY3-298" fmla="*/ 981880 h 981880"/>
                  <a:gd name="connsiteX4-299" fmla="*/ 118198 w 499610"/>
                  <a:gd name="connsiteY4-300" fmla="*/ 973305 h 981880"/>
                  <a:gd name="connsiteX0-301" fmla="*/ 118198 w 499610"/>
                  <a:gd name="connsiteY0-302" fmla="*/ 973305 h 981880"/>
                  <a:gd name="connsiteX1-303" fmla="*/ 0 w 499610"/>
                  <a:gd name="connsiteY1-304" fmla="*/ 11688 h 981880"/>
                  <a:gd name="connsiteX2-305" fmla="*/ 499610 w 499610"/>
                  <a:gd name="connsiteY2-306" fmla="*/ 0 h 981880"/>
                  <a:gd name="connsiteX3-307" fmla="*/ 415714 w 499610"/>
                  <a:gd name="connsiteY3-308" fmla="*/ 981880 h 981880"/>
                  <a:gd name="connsiteX4-309" fmla="*/ 118198 w 499610"/>
                  <a:gd name="connsiteY4-310" fmla="*/ 973305 h 981880"/>
                  <a:gd name="connsiteX0-311" fmla="*/ 118198 w 499610"/>
                  <a:gd name="connsiteY0-312" fmla="*/ 973305 h 976186"/>
                  <a:gd name="connsiteX1-313" fmla="*/ 0 w 499610"/>
                  <a:gd name="connsiteY1-314" fmla="*/ 11688 h 976186"/>
                  <a:gd name="connsiteX2-315" fmla="*/ 499610 w 499610"/>
                  <a:gd name="connsiteY2-316" fmla="*/ 0 h 976186"/>
                  <a:gd name="connsiteX3-317" fmla="*/ 273339 w 499610"/>
                  <a:gd name="connsiteY3-318" fmla="*/ 976186 h 976186"/>
                  <a:gd name="connsiteX4-319" fmla="*/ 118198 w 499610"/>
                  <a:gd name="connsiteY4-320" fmla="*/ 973305 h 976186"/>
                  <a:gd name="connsiteX0-321" fmla="*/ 118198 w 499610"/>
                  <a:gd name="connsiteY0-322" fmla="*/ 973305 h 976186"/>
                  <a:gd name="connsiteX1-323" fmla="*/ 0 w 499610"/>
                  <a:gd name="connsiteY1-324" fmla="*/ 11688 h 976186"/>
                  <a:gd name="connsiteX2-325" fmla="*/ 499610 w 499610"/>
                  <a:gd name="connsiteY2-326" fmla="*/ 0 h 976186"/>
                  <a:gd name="connsiteX3-327" fmla="*/ 273339 w 499610"/>
                  <a:gd name="connsiteY3-328" fmla="*/ 976186 h 976186"/>
                  <a:gd name="connsiteX4-329" fmla="*/ 118198 w 499610"/>
                  <a:gd name="connsiteY4-330" fmla="*/ 973305 h 976186"/>
                  <a:gd name="connsiteX0-331" fmla="*/ 197928 w 499610"/>
                  <a:gd name="connsiteY0-332" fmla="*/ 973305 h 976186"/>
                  <a:gd name="connsiteX1-333" fmla="*/ 0 w 499610"/>
                  <a:gd name="connsiteY1-334" fmla="*/ 11688 h 976186"/>
                  <a:gd name="connsiteX2-335" fmla="*/ 499610 w 499610"/>
                  <a:gd name="connsiteY2-336" fmla="*/ 0 h 976186"/>
                  <a:gd name="connsiteX3-337" fmla="*/ 273339 w 499610"/>
                  <a:gd name="connsiteY3-338" fmla="*/ 976186 h 976186"/>
                  <a:gd name="connsiteX4-339" fmla="*/ 197928 w 499610"/>
                  <a:gd name="connsiteY4-340" fmla="*/ 973305 h 976186"/>
                  <a:gd name="connsiteX0-341" fmla="*/ 197928 w 499610"/>
                  <a:gd name="connsiteY0-342" fmla="*/ 973305 h 976186"/>
                  <a:gd name="connsiteX1-343" fmla="*/ 0 w 499610"/>
                  <a:gd name="connsiteY1-344" fmla="*/ 11688 h 976186"/>
                  <a:gd name="connsiteX2-345" fmla="*/ 499610 w 499610"/>
                  <a:gd name="connsiteY2-346" fmla="*/ 0 h 976186"/>
                  <a:gd name="connsiteX3-347" fmla="*/ 273339 w 499610"/>
                  <a:gd name="connsiteY3-348" fmla="*/ 976186 h 976186"/>
                  <a:gd name="connsiteX4-349" fmla="*/ 197928 w 499610"/>
                  <a:gd name="connsiteY4-350" fmla="*/ 973305 h 976186"/>
                  <a:gd name="connsiteX0-351" fmla="*/ 197928 w 499610"/>
                  <a:gd name="connsiteY0-352" fmla="*/ 973305 h 976186"/>
                  <a:gd name="connsiteX1-353" fmla="*/ 0 w 499610"/>
                  <a:gd name="connsiteY1-354" fmla="*/ 11688 h 976186"/>
                  <a:gd name="connsiteX2-355" fmla="*/ 499610 w 499610"/>
                  <a:gd name="connsiteY2-356" fmla="*/ 0 h 976186"/>
                  <a:gd name="connsiteX3-357" fmla="*/ 273339 w 499610"/>
                  <a:gd name="connsiteY3-358" fmla="*/ 976186 h 976186"/>
                  <a:gd name="connsiteX4-359" fmla="*/ 197928 w 499610"/>
                  <a:gd name="connsiteY4-360" fmla="*/ 973305 h 976186"/>
                  <a:gd name="connsiteX0-361" fmla="*/ 197928 w 499610"/>
                  <a:gd name="connsiteY0-362" fmla="*/ 973305 h 976186"/>
                  <a:gd name="connsiteX1-363" fmla="*/ 0 w 499610"/>
                  <a:gd name="connsiteY1-364" fmla="*/ 11688 h 976186"/>
                  <a:gd name="connsiteX2-365" fmla="*/ 499610 w 499610"/>
                  <a:gd name="connsiteY2-366" fmla="*/ 0 h 976186"/>
                  <a:gd name="connsiteX3-367" fmla="*/ 273339 w 499610"/>
                  <a:gd name="connsiteY3-368" fmla="*/ 976186 h 976186"/>
                  <a:gd name="connsiteX4-369" fmla="*/ 197928 w 499610"/>
                  <a:gd name="connsiteY4-370" fmla="*/ 973305 h 976186"/>
                  <a:gd name="connsiteX0-371" fmla="*/ 27977 w 802211"/>
                  <a:gd name="connsiteY0-372" fmla="*/ 815791 h 976186"/>
                  <a:gd name="connsiteX1-373" fmla="*/ 302601 w 802211"/>
                  <a:gd name="connsiteY1-374" fmla="*/ 11688 h 976186"/>
                  <a:gd name="connsiteX2-375" fmla="*/ 802211 w 802211"/>
                  <a:gd name="connsiteY2-376" fmla="*/ 0 h 976186"/>
                  <a:gd name="connsiteX3-377" fmla="*/ 575940 w 802211"/>
                  <a:gd name="connsiteY3-378" fmla="*/ 976186 h 976186"/>
                  <a:gd name="connsiteX4-379" fmla="*/ 27977 w 802211"/>
                  <a:gd name="connsiteY4-380" fmla="*/ 815791 h 976186"/>
                  <a:gd name="connsiteX0-381" fmla="*/ 27977 w 802211"/>
                  <a:gd name="connsiteY0-382" fmla="*/ 815791 h 815791"/>
                  <a:gd name="connsiteX1-383" fmla="*/ 302601 w 802211"/>
                  <a:gd name="connsiteY1-384" fmla="*/ 11688 h 815791"/>
                  <a:gd name="connsiteX2-385" fmla="*/ 802211 w 802211"/>
                  <a:gd name="connsiteY2-386" fmla="*/ 0 h 815791"/>
                  <a:gd name="connsiteX3-387" fmla="*/ 236294 w 802211"/>
                  <a:gd name="connsiteY3-388" fmla="*/ 808828 h 815791"/>
                  <a:gd name="connsiteX4-389" fmla="*/ 27977 w 802211"/>
                  <a:gd name="connsiteY4-390" fmla="*/ 815791 h 815791"/>
                  <a:gd name="connsiteX0-391" fmla="*/ 27977 w 802211"/>
                  <a:gd name="connsiteY0-392" fmla="*/ 815791 h 815791"/>
                  <a:gd name="connsiteX1-393" fmla="*/ 302601 w 802211"/>
                  <a:gd name="connsiteY1-394" fmla="*/ 11688 h 815791"/>
                  <a:gd name="connsiteX2-395" fmla="*/ 802211 w 802211"/>
                  <a:gd name="connsiteY2-396" fmla="*/ 0 h 815791"/>
                  <a:gd name="connsiteX3-397" fmla="*/ 236294 w 802211"/>
                  <a:gd name="connsiteY3-398" fmla="*/ 808828 h 815791"/>
                  <a:gd name="connsiteX4-399" fmla="*/ 27977 w 802211"/>
                  <a:gd name="connsiteY4-400" fmla="*/ 815791 h 815791"/>
                  <a:gd name="connsiteX0-401" fmla="*/ 27977 w 802211"/>
                  <a:gd name="connsiteY0-402" fmla="*/ 815791 h 815791"/>
                  <a:gd name="connsiteX1-403" fmla="*/ 302601 w 802211"/>
                  <a:gd name="connsiteY1-404" fmla="*/ 11688 h 815791"/>
                  <a:gd name="connsiteX2-405" fmla="*/ 802211 w 802211"/>
                  <a:gd name="connsiteY2-406" fmla="*/ 0 h 815791"/>
                  <a:gd name="connsiteX3-407" fmla="*/ 236294 w 802211"/>
                  <a:gd name="connsiteY3-408" fmla="*/ 808828 h 815791"/>
                  <a:gd name="connsiteX4-409" fmla="*/ 27977 w 802211"/>
                  <a:gd name="connsiteY4-410" fmla="*/ 815791 h 815791"/>
                  <a:gd name="connsiteX0-411" fmla="*/ 27977 w 802211"/>
                  <a:gd name="connsiteY0-412" fmla="*/ 828714 h 828714"/>
                  <a:gd name="connsiteX1-413" fmla="*/ 302601 w 802211"/>
                  <a:gd name="connsiteY1-414" fmla="*/ 0 h 828714"/>
                  <a:gd name="connsiteX2-415" fmla="*/ 802211 w 802211"/>
                  <a:gd name="connsiteY2-416" fmla="*/ 12923 h 828714"/>
                  <a:gd name="connsiteX3-417" fmla="*/ 236294 w 802211"/>
                  <a:gd name="connsiteY3-418" fmla="*/ 821751 h 828714"/>
                  <a:gd name="connsiteX4-419" fmla="*/ 27977 w 802211"/>
                  <a:gd name="connsiteY4-420" fmla="*/ 828714 h 828714"/>
                  <a:gd name="connsiteX0-421" fmla="*/ 56213 w 830447"/>
                  <a:gd name="connsiteY0-422" fmla="*/ 828714 h 828714"/>
                  <a:gd name="connsiteX1-423" fmla="*/ 330837 w 830447"/>
                  <a:gd name="connsiteY1-424" fmla="*/ 0 h 828714"/>
                  <a:gd name="connsiteX2-425" fmla="*/ 830447 w 830447"/>
                  <a:gd name="connsiteY2-426" fmla="*/ 12923 h 828714"/>
                  <a:gd name="connsiteX3-427" fmla="*/ 264530 w 830447"/>
                  <a:gd name="connsiteY3-428" fmla="*/ 821751 h 828714"/>
                  <a:gd name="connsiteX4-429" fmla="*/ 56213 w 830447"/>
                  <a:gd name="connsiteY4-430" fmla="*/ 828714 h 828714"/>
                  <a:gd name="connsiteX0-431" fmla="*/ 64130 w 789139"/>
                  <a:gd name="connsiteY0-432" fmla="*/ 794258 h 821751"/>
                  <a:gd name="connsiteX1-433" fmla="*/ 289529 w 789139"/>
                  <a:gd name="connsiteY1-434" fmla="*/ 0 h 821751"/>
                  <a:gd name="connsiteX2-435" fmla="*/ 789139 w 789139"/>
                  <a:gd name="connsiteY2-436" fmla="*/ 12923 h 821751"/>
                  <a:gd name="connsiteX3-437" fmla="*/ 223222 w 789139"/>
                  <a:gd name="connsiteY3-438" fmla="*/ 821751 h 821751"/>
                  <a:gd name="connsiteX4-439" fmla="*/ 64130 w 789139"/>
                  <a:gd name="connsiteY4-440" fmla="*/ 794258 h 821751"/>
                  <a:gd name="connsiteX0-441" fmla="*/ 0 w 725009"/>
                  <a:gd name="connsiteY0-442" fmla="*/ 794258 h 821751"/>
                  <a:gd name="connsiteX1-443" fmla="*/ 225399 w 725009"/>
                  <a:gd name="connsiteY1-444" fmla="*/ 0 h 821751"/>
                  <a:gd name="connsiteX2-445" fmla="*/ 725009 w 725009"/>
                  <a:gd name="connsiteY2-446" fmla="*/ 12923 h 821751"/>
                  <a:gd name="connsiteX3-447" fmla="*/ 159092 w 725009"/>
                  <a:gd name="connsiteY3-448" fmla="*/ 821751 h 821751"/>
                  <a:gd name="connsiteX4-449" fmla="*/ 0 w 725009"/>
                  <a:gd name="connsiteY4-450" fmla="*/ 794258 h 821751"/>
                  <a:gd name="connsiteX0-451" fmla="*/ 0 w 725009"/>
                  <a:gd name="connsiteY0-452" fmla="*/ 1203768 h 1231261"/>
                  <a:gd name="connsiteX1-453" fmla="*/ 225399 w 725009"/>
                  <a:gd name="connsiteY1-454" fmla="*/ 0 h 1231261"/>
                  <a:gd name="connsiteX2-455" fmla="*/ 725009 w 725009"/>
                  <a:gd name="connsiteY2-456" fmla="*/ 422433 h 1231261"/>
                  <a:gd name="connsiteX3-457" fmla="*/ 159092 w 725009"/>
                  <a:gd name="connsiteY3-458" fmla="*/ 1231261 h 1231261"/>
                  <a:gd name="connsiteX4-459" fmla="*/ 0 w 725009"/>
                  <a:gd name="connsiteY4-460" fmla="*/ 1203768 h 1231261"/>
                  <a:gd name="connsiteX0-461" fmla="*/ 0 w 725009"/>
                  <a:gd name="connsiteY0-462" fmla="*/ 1217334 h 1244827"/>
                  <a:gd name="connsiteX1-463" fmla="*/ 225399 w 725009"/>
                  <a:gd name="connsiteY1-464" fmla="*/ 13566 h 1244827"/>
                  <a:gd name="connsiteX2-465" fmla="*/ 725009 w 725009"/>
                  <a:gd name="connsiteY2-466" fmla="*/ 571 h 1244827"/>
                  <a:gd name="connsiteX3-467" fmla="*/ 159092 w 725009"/>
                  <a:gd name="connsiteY3-468" fmla="*/ 1244827 h 1244827"/>
                  <a:gd name="connsiteX4-469" fmla="*/ 0 w 725009"/>
                  <a:gd name="connsiteY4-470" fmla="*/ 1217334 h 1244827"/>
                  <a:gd name="connsiteX0-471" fmla="*/ 0 w 725009"/>
                  <a:gd name="connsiteY0-472" fmla="*/ 1217334 h 1244827"/>
                  <a:gd name="connsiteX1-473" fmla="*/ 225399 w 725009"/>
                  <a:gd name="connsiteY1-474" fmla="*/ 13566 h 1244827"/>
                  <a:gd name="connsiteX2-475" fmla="*/ 725009 w 725009"/>
                  <a:gd name="connsiteY2-476" fmla="*/ 571 h 1244827"/>
                  <a:gd name="connsiteX3-477" fmla="*/ 159092 w 725009"/>
                  <a:gd name="connsiteY3-478" fmla="*/ 1244827 h 1244827"/>
                  <a:gd name="connsiteX4-479" fmla="*/ 0 w 725009"/>
                  <a:gd name="connsiteY4-480" fmla="*/ 1217334 h 1244827"/>
                  <a:gd name="connsiteX0-481" fmla="*/ 0 w 725009"/>
                  <a:gd name="connsiteY0-482" fmla="*/ 1217334 h 1244827"/>
                  <a:gd name="connsiteX1-483" fmla="*/ 225399 w 725009"/>
                  <a:gd name="connsiteY1-484" fmla="*/ 13566 h 1244827"/>
                  <a:gd name="connsiteX2-485" fmla="*/ 725009 w 725009"/>
                  <a:gd name="connsiteY2-486" fmla="*/ 571 h 1244827"/>
                  <a:gd name="connsiteX3-487" fmla="*/ 159092 w 725009"/>
                  <a:gd name="connsiteY3-488" fmla="*/ 1244827 h 1244827"/>
                  <a:gd name="connsiteX4-489" fmla="*/ 0 w 725009"/>
                  <a:gd name="connsiteY4-490" fmla="*/ 1217334 h 1244827"/>
                  <a:gd name="connsiteX0-491" fmla="*/ 0 w 725009"/>
                  <a:gd name="connsiteY0-492" fmla="*/ 1217334 h 1244827"/>
                  <a:gd name="connsiteX1-493" fmla="*/ 225399 w 725009"/>
                  <a:gd name="connsiteY1-494" fmla="*/ 13566 h 1244827"/>
                  <a:gd name="connsiteX2-495" fmla="*/ 725009 w 725009"/>
                  <a:gd name="connsiteY2-496" fmla="*/ 571 h 1244827"/>
                  <a:gd name="connsiteX3-497" fmla="*/ 159092 w 725009"/>
                  <a:gd name="connsiteY3-498" fmla="*/ 1244827 h 1244827"/>
                  <a:gd name="connsiteX4-499" fmla="*/ 0 w 725009"/>
                  <a:gd name="connsiteY4-500" fmla="*/ 1217334 h 1244827"/>
                  <a:gd name="connsiteX0-501" fmla="*/ 0 w 725009"/>
                  <a:gd name="connsiteY0-502" fmla="*/ 1217334 h 1244827"/>
                  <a:gd name="connsiteX1-503" fmla="*/ 225399 w 725009"/>
                  <a:gd name="connsiteY1-504" fmla="*/ 13566 h 1244827"/>
                  <a:gd name="connsiteX2-505" fmla="*/ 725009 w 725009"/>
                  <a:gd name="connsiteY2-506" fmla="*/ 571 h 1244827"/>
                  <a:gd name="connsiteX3-507" fmla="*/ 159092 w 725009"/>
                  <a:gd name="connsiteY3-508" fmla="*/ 1244827 h 1244827"/>
                  <a:gd name="connsiteX4-509" fmla="*/ 0 w 725009"/>
                  <a:gd name="connsiteY4-510" fmla="*/ 1217334 h 1244827"/>
                  <a:gd name="connsiteX0-511" fmla="*/ 0 w 725009"/>
                  <a:gd name="connsiteY0-512" fmla="*/ 1217334 h 1244827"/>
                  <a:gd name="connsiteX1-513" fmla="*/ 225399 w 725009"/>
                  <a:gd name="connsiteY1-514" fmla="*/ 13566 h 1244827"/>
                  <a:gd name="connsiteX2-515" fmla="*/ 725009 w 725009"/>
                  <a:gd name="connsiteY2-516" fmla="*/ 571 h 1244827"/>
                  <a:gd name="connsiteX3-517" fmla="*/ 159092 w 725009"/>
                  <a:gd name="connsiteY3-518" fmla="*/ 1244827 h 1244827"/>
                  <a:gd name="connsiteX4-519" fmla="*/ 0 w 725009"/>
                  <a:gd name="connsiteY4-520" fmla="*/ 1217334 h 1244827"/>
                  <a:gd name="connsiteX0-521" fmla="*/ 0 w 725009"/>
                  <a:gd name="connsiteY0-522" fmla="*/ 1203768 h 1231261"/>
                  <a:gd name="connsiteX1-523" fmla="*/ 225399 w 725009"/>
                  <a:gd name="connsiteY1-524" fmla="*/ 0 h 1231261"/>
                  <a:gd name="connsiteX2-525" fmla="*/ 725009 w 725009"/>
                  <a:gd name="connsiteY2-526" fmla="*/ 129782 h 1231261"/>
                  <a:gd name="connsiteX3-527" fmla="*/ 159092 w 725009"/>
                  <a:gd name="connsiteY3-528" fmla="*/ 1231261 h 1231261"/>
                  <a:gd name="connsiteX4-529" fmla="*/ 0 w 725009"/>
                  <a:gd name="connsiteY4-530" fmla="*/ 1203768 h 1231261"/>
                  <a:gd name="connsiteX0-531" fmla="*/ 0 w 725009"/>
                  <a:gd name="connsiteY0-532" fmla="*/ 1203768 h 1231261"/>
                  <a:gd name="connsiteX1-533" fmla="*/ 225399 w 725009"/>
                  <a:gd name="connsiteY1-534" fmla="*/ 0 h 1231261"/>
                  <a:gd name="connsiteX2-535" fmla="*/ 725009 w 725009"/>
                  <a:gd name="connsiteY2-536" fmla="*/ 129782 h 1231261"/>
                  <a:gd name="connsiteX3-537" fmla="*/ 159092 w 725009"/>
                  <a:gd name="connsiteY3-538" fmla="*/ 1231261 h 1231261"/>
                  <a:gd name="connsiteX4-539" fmla="*/ 0 w 725009"/>
                  <a:gd name="connsiteY4-540" fmla="*/ 1203768 h 1231261"/>
                  <a:gd name="connsiteX0-541" fmla="*/ 0 w 725009"/>
                  <a:gd name="connsiteY0-542" fmla="*/ 1203768 h 1231261"/>
                  <a:gd name="connsiteX1-543" fmla="*/ 225399 w 725009"/>
                  <a:gd name="connsiteY1-544" fmla="*/ 0 h 1231261"/>
                  <a:gd name="connsiteX2-545" fmla="*/ 725009 w 725009"/>
                  <a:gd name="connsiteY2-546" fmla="*/ 129782 h 1231261"/>
                  <a:gd name="connsiteX3-547" fmla="*/ 159092 w 725009"/>
                  <a:gd name="connsiteY3-548" fmla="*/ 1231261 h 1231261"/>
                  <a:gd name="connsiteX4-549" fmla="*/ 0 w 725009"/>
                  <a:gd name="connsiteY4-550" fmla="*/ 1203768 h 1231261"/>
                  <a:gd name="connsiteX0-551" fmla="*/ 0 w 725497"/>
                  <a:gd name="connsiteY0-552" fmla="*/ 1279028 h 1306521"/>
                  <a:gd name="connsiteX1-553" fmla="*/ 225399 w 725497"/>
                  <a:gd name="connsiteY1-554" fmla="*/ 75260 h 1306521"/>
                  <a:gd name="connsiteX2-555" fmla="*/ 396193 w 725497"/>
                  <a:gd name="connsiteY2-556" fmla="*/ 156799 h 1306521"/>
                  <a:gd name="connsiteX3-557" fmla="*/ 725009 w 725497"/>
                  <a:gd name="connsiteY3-558" fmla="*/ 205042 h 1306521"/>
                  <a:gd name="connsiteX4-559" fmla="*/ 159092 w 725497"/>
                  <a:gd name="connsiteY4-560" fmla="*/ 1306521 h 1306521"/>
                  <a:gd name="connsiteX5-561" fmla="*/ 0 w 725497"/>
                  <a:gd name="connsiteY5-562" fmla="*/ 1279028 h 1306521"/>
                  <a:gd name="connsiteX0-563" fmla="*/ 0 w 725239"/>
                  <a:gd name="connsiteY0-564" fmla="*/ 1295668 h 1323161"/>
                  <a:gd name="connsiteX1-565" fmla="*/ 225399 w 725239"/>
                  <a:gd name="connsiteY1-566" fmla="*/ 91900 h 1323161"/>
                  <a:gd name="connsiteX2-567" fmla="*/ 725009 w 725239"/>
                  <a:gd name="connsiteY2-568" fmla="*/ 221682 h 1323161"/>
                  <a:gd name="connsiteX3-569" fmla="*/ 159092 w 725239"/>
                  <a:gd name="connsiteY3-570" fmla="*/ 1323161 h 1323161"/>
                  <a:gd name="connsiteX4-571" fmla="*/ 0 w 725239"/>
                  <a:gd name="connsiteY4-572" fmla="*/ 1295668 h 1323161"/>
                  <a:gd name="connsiteX0-573" fmla="*/ 0 w 725221"/>
                  <a:gd name="connsiteY0-574" fmla="*/ 1210552 h 1238045"/>
                  <a:gd name="connsiteX1-575" fmla="*/ 191583 w 725221"/>
                  <a:gd name="connsiteY1-576" fmla="*/ 153319 h 1238045"/>
                  <a:gd name="connsiteX2-577" fmla="*/ 725009 w 725221"/>
                  <a:gd name="connsiteY2-578" fmla="*/ 136566 h 1238045"/>
                  <a:gd name="connsiteX3-579" fmla="*/ 159092 w 725221"/>
                  <a:gd name="connsiteY3-580" fmla="*/ 1238045 h 1238045"/>
                  <a:gd name="connsiteX4-581" fmla="*/ 0 w 725221"/>
                  <a:gd name="connsiteY4-582" fmla="*/ 1210552 h 1238045"/>
                  <a:gd name="connsiteX0-583" fmla="*/ 0 w 725305"/>
                  <a:gd name="connsiteY0-584" fmla="*/ 1158512 h 1186005"/>
                  <a:gd name="connsiteX1-585" fmla="*/ 191583 w 725305"/>
                  <a:gd name="connsiteY1-586" fmla="*/ 101279 h 1186005"/>
                  <a:gd name="connsiteX2-587" fmla="*/ 725009 w 725305"/>
                  <a:gd name="connsiteY2-588" fmla="*/ 84526 h 1186005"/>
                  <a:gd name="connsiteX3-589" fmla="*/ 159092 w 725305"/>
                  <a:gd name="connsiteY3-590" fmla="*/ 1186005 h 1186005"/>
                  <a:gd name="connsiteX4-591" fmla="*/ 0 w 725305"/>
                  <a:gd name="connsiteY4-592" fmla="*/ 1158512 h 1186005"/>
                  <a:gd name="connsiteX0-593" fmla="*/ 0 w 725009"/>
                  <a:gd name="connsiteY0-594" fmla="*/ 1073986 h 1101479"/>
                  <a:gd name="connsiteX1-595" fmla="*/ 191583 w 725009"/>
                  <a:gd name="connsiteY1-596" fmla="*/ 16753 h 1101479"/>
                  <a:gd name="connsiteX2-597" fmla="*/ 725009 w 725009"/>
                  <a:gd name="connsiteY2-598" fmla="*/ 0 h 1101479"/>
                  <a:gd name="connsiteX3-599" fmla="*/ 159092 w 725009"/>
                  <a:gd name="connsiteY3-600" fmla="*/ 1101479 h 1101479"/>
                  <a:gd name="connsiteX4-601" fmla="*/ 0 w 725009"/>
                  <a:gd name="connsiteY4-602" fmla="*/ 1073986 h 1101479"/>
                  <a:gd name="connsiteX0-603" fmla="*/ 0 w 725009"/>
                  <a:gd name="connsiteY0-604" fmla="*/ 1073986 h 1101479"/>
                  <a:gd name="connsiteX1-605" fmla="*/ 206612 w 725009"/>
                  <a:gd name="connsiteY1-606" fmla="*/ 1724 h 1101479"/>
                  <a:gd name="connsiteX2-607" fmla="*/ 725009 w 725009"/>
                  <a:gd name="connsiteY2-608" fmla="*/ 0 h 1101479"/>
                  <a:gd name="connsiteX3-609" fmla="*/ 159092 w 725009"/>
                  <a:gd name="connsiteY3-610" fmla="*/ 1101479 h 1101479"/>
                  <a:gd name="connsiteX4-611" fmla="*/ 0 w 725009"/>
                  <a:gd name="connsiteY4-612" fmla="*/ 1073986 h 1101479"/>
                  <a:gd name="connsiteX0-613" fmla="*/ 0 w 725009"/>
                  <a:gd name="connsiteY0-614" fmla="*/ 1073986 h 1101479"/>
                  <a:gd name="connsiteX1-615" fmla="*/ 206612 w 725009"/>
                  <a:gd name="connsiteY1-616" fmla="*/ 1724 h 1101479"/>
                  <a:gd name="connsiteX2-617" fmla="*/ 725009 w 725009"/>
                  <a:gd name="connsiteY2-618" fmla="*/ 0 h 1101479"/>
                  <a:gd name="connsiteX3-619" fmla="*/ 159092 w 725009"/>
                  <a:gd name="connsiteY3-620" fmla="*/ 1101479 h 1101479"/>
                  <a:gd name="connsiteX4-621" fmla="*/ 0 w 725009"/>
                  <a:gd name="connsiteY4-622" fmla="*/ 1073986 h 1101479"/>
                  <a:gd name="connsiteX0-623" fmla="*/ 0 w 725009"/>
                  <a:gd name="connsiteY0-624" fmla="*/ 1073986 h 1101479"/>
                  <a:gd name="connsiteX1-625" fmla="*/ 206612 w 725009"/>
                  <a:gd name="connsiteY1-626" fmla="*/ 1724 h 1101479"/>
                  <a:gd name="connsiteX2-627" fmla="*/ 725009 w 725009"/>
                  <a:gd name="connsiteY2-628" fmla="*/ 0 h 1101479"/>
                  <a:gd name="connsiteX3-629" fmla="*/ 159092 w 725009"/>
                  <a:gd name="connsiteY3-630" fmla="*/ 1101479 h 1101479"/>
                  <a:gd name="connsiteX4-631" fmla="*/ 0 w 725009"/>
                  <a:gd name="connsiteY4-632" fmla="*/ 1073986 h 1101479"/>
                  <a:gd name="connsiteX0-633" fmla="*/ 0 w 725009"/>
                  <a:gd name="connsiteY0-634" fmla="*/ 1073986 h 1074607"/>
                  <a:gd name="connsiteX1-635" fmla="*/ 206612 w 725009"/>
                  <a:gd name="connsiteY1-636" fmla="*/ 1724 h 1074607"/>
                  <a:gd name="connsiteX2-637" fmla="*/ 725009 w 725009"/>
                  <a:gd name="connsiteY2-638" fmla="*/ 0 h 1074607"/>
                  <a:gd name="connsiteX3-639" fmla="*/ 229048 w 725009"/>
                  <a:gd name="connsiteY3-640" fmla="*/ 886531 h 1074607"/>
                  <a:gd name="connsiteX4-641" fmla="*/ 0 w 725009"/>
                  <a:gd name="connsiteY4-642" fmla="*/ 1073986 h 1074607"/>
                  <a:gd name="connsiteX0-643" fmla="*/ 0 w 725009"/>
                  <a:gd name="connsiteY0-644" fmla="*/ 1073986 h 1074607"/>
                  <a:gd name="connsiteX1-645" fmla="*/ 206612 w 725009"/>
                  <a:gd name="connsiteY1-646" fmla="*/ 1724 h 1074607"/>
                  <a:gd name="connsiteX2-647" fmla="*/ 725009 w 725009"/>
                  <a:gd name="connsiteY2-648" fmla="*/ 0 h 1074607"/>
                  <a:gd name="connsiteX3-649" fmla="*/ 229048 w 725009"/>
                  <a:gd name="connsiteY3-650" fmla="*/ 886531 h 1074607"/>
                  <a:gd name="connsiteX4-651" fmla="*/ 0 w 725009"/>
                  <a:gd name="connsiteY4-652" fmla="*/ 1073986 h 1074607"/>
                  <a:gd name="connsiteX0-653" fmla="*/ 0 w 675040"/>
                  <a:gd name="connsiteY0-654" fmla="*/ 894029 h 896577"/>
                  <a:gd name="connsiteX1-655" fmla="*/ 156643 w 675040"/>
                  <a:gd name="connsiteY1-656" fmla="*/ 1724 h 896577"/>
                  <a:gd name="connsiteX2-657" fmla="*/ 675040 w 675040"/>
                  <a:gd name="connsiteY2-658" fmla="*/ 0 h 896577"/>
                  <a:gd name="connsiteX3-659" fmla="*/ 179079 w 675040"/>
                  <a:gd name="connsiteY3-660" fmla="*/ 886531 h 896577"/>
                  <a:gd name="connsiteX4-661" fmla="*/ 0 w 675040"/>
                  <a:gd name="connsiteY4-662" fmla="*/ 894029 h 896577"/>
                  <a:gd name="connsiteX0-663" fmla="*/ 0 w 675040"/>
                  <a:gd name="connsiteY0-664" fmla="*/ 894029 h 896577"/>
                  <a:gd name="connsiteX1-665" fmla="*/ 186623 w 675040"/>
                  <a:gd name="connsiteY1-666" fmla="*/ 1724 h 896577"/>
                  <a:gd name="connsiteX2-667" fmla="*/ 675040 w 675040"/>
                  <a:gd name="connsiteY2-668" fmla="*/ 0 h 896577"/>
                  <a:gd name="connsiteX3-669" fmla="*/ 179079 w 675040"/>
                  <a:gd name="connsiteY3-670" fmla="*/ 886531 h 896577"/>
                  <a:gd name="connsiteX4-671" fmla="*/ 0 w 675040"/>
                  <a:gd name="connsiteY4-672" fmla="*/ 894029 h 896577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675040" h="896577">
                    <a:moveTo>
                      <a:pt x="0" y="894029"/>
                    </a:moveTo>
                    <a:cubicBezTo>
                      <a:pt x="95638" y="409857"/>
                      <a:pt x="76811" y="618448"/>
                      <a:pt x="186623" y="1724"/>
                    </a:cubicBezTo>
                    <a:cubicBezTo>
                      <a:pt x="431451" y="14348"/>
                      <a:pt x="449377" y="35256"/>
                      <a:pt x="675040" y="0"/>
                    </a:cubicBezTo>
                    <a:cubicBezTo>
                      <a:pt x="276172" y="749497"/>
                      <a:pt x="462801" y="344746"/>
                      <a:pt x="179079" y="886531"/>
                    </a:cubicBezTo>
                    <a:cubicBezTo>
                      <a:pt x="44794" y="857895"/>
                      <a:pt x="92525" y="908114"/>
                      <a:pt x="0" y="89402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95000"/>
                      <a:alpha val="5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</a:gradFill>
              <a:ln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5" name="Freeform 273"/>
              <p:cNvSpPr/>
              <p:nvPr/>
            </p:nvSpPr>
            <p:spPr>
              <a:xfrm>
                <a:off x="4340854" y="5470471"/>
                <a:ext cx="514350" cy="401843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-1" fmla="*/ 139870 w 1040633"/>
                  <a:gd name="connsiteY0-2" fmla="*/ 1191723 h 1219697"/>
                  <a:gd name="connsiteX1-3" fmla="*/ 0 w 1040633"/>
                  <a:gd name="connsiteY1-4" fmla="*/ 0 h 1219697"/>
                  <a:gd name="connsiteX2-5" fmla="*/ 1040633 w 1040633"/>
                  <a:gd name="connsiteY2-6" fmla="*/ 16785 h 1219697"/>
                  <a:gd name="connsiteX3-7" fmla="*/ 833625 w 1040633"/>
                  <a:gd name="connsiteY3-8" fmla="*/ 1219697 h 1219697"/>
                  <a:gd name="connsiteX4-9" fmla="*/ 139870 w 1040633"/>
                  <a:gd name="connsiteY4-10" fmla="*/ 1191723 h 1219697"/>
                  <a:gd name="connsiteX0-11" fmla="*/ 139870 w 1040633"/>
                  <a:gd name="connsiteY0-12" fmla="*/ 1191723 h 1219697"/>
                  <a:gd name="connsiteX1-13" fmla="*/ 0 w 1040633"/>
                  <a:gd name="connsiteY1-14" fmla="*/ 0 h 1219697"/>
                  <a:gd name="connsiteX2-15" fmla="*/ 1040633 w 1040633"/>
                  <a:gd name="connsiteY2-16" fmla="*/ 16785 h 1219697"/>
                  <a:gd name="connsiteX3-17" fmla="*/ 833625 w 1040633"/>
                  <a:gd name="connsiteY3-18" fmla="*/ 1219697 h 1219697"/>
                  <a:gd name="connsiteX4-19" fmla="*/ 139870 w 1040633"/>
                  <a:gd name="connsiteY4-20" fmla="*/ 1191723 h 1219697"/>
                  <a:gd name="connsiteX0-21" fmla="*/ 139870 w 1040633"/>
                  <a:gd name="connsiteY0-22" fmla="*/ 1191723 h 1219697"/>
                  <a:gd name="connsiteX1-23" fmla="*/ 0 w 1040633"/>
                  <a:gd name="connsiteY1-24" fmla="*/ 0 h 1219697"/>
                  <a:gd name="connsiteX2-25" fmla="*/ 1040633 w 1040633"/>
                  <a:gd name="connsiteY2-26" fmla="*/ 16785 h 1219697"/>
                  <a:gd name="connsiteX3-27" fmla="*/ 833625 w 1040633"/>
                  <a:gd name="connsiteY3-28" fmla="*/ 1219697 h 1219697"/>
                  <a:gd name="connsiteX4-29" fmla="*/ 139870 w 1040633"/>
                  <a:gd name="connsiteY4-30" fmla="*/ 1191723 h 1219697"/>
                  <a:gd name="connsiteX0-31" fmla="*/ 139870 w 1040633"/>
                  <a:gd name="connsiteY0-32" fmla="*/ 1191723 h 1219697"/>
                  <a:gd name="connsiteX1-33" fmla="*/ 0 w 1040633"/>
                  <a:gd name="connsiteY1-34" fmla="*/ 0 h 1219697"/>
                  <a:gd name="connsiteX2-35" fmla="*/ 1040633 w 1040633"/>
                  <a:gd name="connsiteY2-36" fmla="*/ 16785 h 1219697"/>
                  <a:gd name="connsiteX3-37" fmla="*/ 833625 w 1040633"/>
                  <a:gd name="connsiteY3-38" fmla="*/ 1219697 h 1219697"/>
                  <a:gd name="connsiteX4-39" fmla="*/ 139870 w 1040633"/>
                  <a:gd name="connsiteY4-40" fmla="*/ 1191723 h 1219697"/>
                  <a:gd name="connsiteX0-41" fmla="*/ 139870 w 1040633"/>
                  <a:gd name="connsiteY0-42" fmla="*/ 1191723 h 1219697"/>
                  <a:gd name="connsiteX1-43" fmla="*/ 0 w 1040633"/>
                  <a:gd name="connsiteY1-44" fmla="*/ 0 h 1219697"/>
                  <a:gd name="connsiteX2-45" fmla="*/ 1040633 w 1040633"/>
                  <a:gd name="connsiteY2-46" fmla="*/ 16785 h 1219697"/>
                  <a:gd name="connsiteX3-47" fmla="*/ 833625 w 1040633"/>
                  <a:gd name="connsiteY3-48" fmla="*/ 1219697 h 1219697"/>
                  <a:gd name="connsiteX4-49" fmla="*/ 418712 w 1040633"/>
                  <a:gd name="connsiteY4-50" fmla="*/ 1189324 h 1219697"/>
                  <a:gd name="connsiteX5" fmla="*/ 139870 w 1040633"/>
                  <a:gd name="connsiteY5" fmla="*/ 1191723 h 1219697"/>
                  <a:gd name="connsiteX0-51" fmla="*/ 139870 w 1040633"/>
                  <a:gd name="connsiteY0-52" fmla="*/ 1191723 h 1355926"/>
                  <a:gd name="connsiteX1-53" fmla="*/ 0 w 1040633"/>
                  <a:gd name="connsiteY1-54" fmla="*/ 0 h 1355926"/>
                  <a:gd name="connsiteX2-55" fmla="*/ 1040633 w 1040633"/>
                  <a:gd name="connsiteY2-56" fmla="*/ 16785 h 1355926"/>
                  <a:gd name="connsiteX3-57" fmla="*/ 833625 w 1040633"/>
                  <a:gd name="connsiteY3-58" fmla="*/ 1219697 h 1355926"/>
                  <a:gd name="connsiteX4-59" fmla="*/ 139870 w 1040633"/>
                  <a:gd name="connsiteY4-60" fmla="*/ 1191723 h 1355926"/>
                  <a:gd name="connsiteX0-61" fmla="*/ 139870 w 1040633"/>
                  <a:gd name="connsiteY0-62" fmla="*/ 1191723 h 1289901"/>
                  <a:gd name="connsiteX1-63" fmla="*/ 0 w 1040633"/>
                  <a:gd name="connsiteY1-64" fmla="*/ 0 h 1289901"/>
                  <a:gd name="connsiteX2-65" fmla="*/ 1040633 w 1040633"/>
                  <a:gd name="connsiteY2-66" fmla="*/ 16785 h 1289901"/>
                  <a:gd name="connsiteX3-67" fmla="*/ 833625 w 1040633"/>
                  <a:gd name="connsiteY3-68" fmla="*/ 1219697 h 1289901"/>
                  <a:gd name="connsiteX4-69" fmla="*/ 139870 w 1040633"/>
                  <a:gd name="connsiteY4-70" fmla="*/ 1191723 h 1289901"/>
                  <a:gd name="connsiteX0-71" fmla="*/ 139870 w 1040633"/>
                  <a:gd name="connsiteY0-72" fmla="*/ 1191723 h 1219697"/>
                  <a:gd name="connsiteX1-73" fmla="*/ 0 w 1040633"/>
                  <a:gd name="connsiteY1-74" fmla="*/ 0 h 1219697"/>
                  <a:gd name="connsiteX2-75" fmla="*/ 1040633 w 1040633"/>
                  <a:gd name="connsiteY2-76" fmla="*/ 16785 h 1219697"/>
                  <a:gd name="connsiteX3-77" fmla="*/ 833625 w 1040633"/>
                  <a:gd name="connsiteY3-78" fmla="*/ 1219697 h 1219697"/>
                  <a:gd name="connsiteX4-79" fmla="*/ 139870 w 1040633"/>
                  <a:gd name="connsiteY4-80" fmla="*/ 1191723 h 1219697"/>
                  <a:gd name="connsiteX0-81" fmla="*/ 139870 w 1040633"/>
                  <a:gd name="connsiteY0-82" fmla="*/ 1191723 h 1191723"/>
                  <a:gd name="connsiteX1-83" fmla="*/ 0 w 1040633"/>
                  <a:gd name="connsiteY1-84" fmla="*/ 0 h 1191723"/>
                  <a:gd name="connsiteX2-85" fmla="*/ 1040633 w 1040633"/>
                  <a:gd name="connsiteY2-86" fmla="*/ 16785 h 1191723"/>
                  <a:gd name="connsiteX3-87" fmla="*/ 671988 w 1040633"/>
                  <a:gd name="connsiteY3-88" fmla="*/ 1158121 h 1191723"/>
                  <a:gd name="connsiteX4-89" fmla="*/ 139870 w 1040633"/>
                  <a:gd name="connsiteY4-90" fmla="*/ 1191723 h 1191723"/>
                  <a:gd name="connsiteX0-91" fmla="*/ 363082 w 1040633"/>
                  <a:gd name="connsiteY0-92" fmla="*/ 1160935 h 1160935"/>
                  <a:gd name="connsiteX1-93" fmla="*/ 0 w 1040633"/>
                  <a:gd name="connsiteY1-94" fmla="*/ 0 h 1160935"/>
                  <a:gd name="connsiteX2-95" fmla="*/ 1040633 w 1040633"/>
                  <a:gd name="connsiteY2-96" fmla="*/ 16785 h 1160935"/>
                  <a:gd name="connsiteX3-97" fmla="*/ 671988 w 1040633"/>
                  <a:gd name="connsiteY3-98" fmla="*/ 1158121 h 1160935"/>
                  <a:gd name="connsiteX4-99" fmla="*/ 363082 w 1040633"/>
                  <a:gd name="connsiteY4-100" fmla="*/ 1160935 h 1160935"/>
                  <a:gd name="connsiteX0-101" fmla="*/ 363082 w 1040633"/>
                  <a:gd name="connsiteY0-102" fmla="*/ 1160935 h 1160935"/>
                  <a:gd name="connsiteX1-103" fmla="*/ 0 w 1040633"/>
                  <a:gd name="connsiteY1-104" fmla="*/ 0 h 1160935"/>
                  <a:gd name="connsiteX2-105" fmla="*/ 1040633 w 1040633"/>
                  <a:gd name="connsiteY2-106" fmla="*/ 16785 h 1160935"/>
                  <a:gd name="connsiteX3-107" fmla="*/ 671988 w 1040633"/>
                  <a:gd name="connsiteY3-108" fmla="*/ 1158121 h 1160935"/>
                  <a:gd name="connsiteX4-109" fmla="*/ 363082 w 1040633"/>
                  <a:gd name="connsiteY4-110" fmla="*/ 1160935 h 1160935"/>
                  <a:gd name="connsiteX0-111" fmla="*/ 363082 w 1040633"/>
                  <a:gd name="connsiteY0-112" fmla="*/ 1160935 h 1160935"/>
                  <a:gd name="connsiteX1-113" fmla="*/ 0 w 1040633"/>
                  <a:gd name="connsiteY1-114" fmla="*/ 0 h 1160935"/>
                  <a:gd name="connsiteX2-115" fmla="*/ 1040633 w 1040633"/>
                  <a:gd name="connsiteY2-116" fmla="*/ 16785 h 1160935"/>
                  <a:gd name="connsiteX3-117" fmla="*/ 671988 w 1040633"/>
                  <a:gd name="connsiteY3-118" fmla="*/ 1158121 h 1160935"/>
                  <a:gd name="connsiteX4-119" fmla="*/ 363082 w 1040633"/>
                  <a:gd name="connsiteY4-120" fmla="*/ 1160935 h 1160935"/>
                  <a:gd name="connsiteX0-121" fmla="*/ 363082 w 1040633"/>
                  <a:gd name="connsiteY0-122" fmla="*/ 1160935 h 1160935"/>
                  <a:gd name="connsiteX1-123" fmla="*/ 0 w 1040633"/>
                  <a:gd name="connsiteY1-124" fmla="*/ 0 h 1160935"/>
                  <a:gd name="connsiteX2-125" fmla="*/ 1040633 w 1040633"/>
                  <a:gd name="connsiteY2-126" fmla="*/ 16785 h 1160935"/>
                  <a:gd name="connsiteX3-127" fmla="*/ 671988 w 1040633"/>
                  <a:gd name="connsiteY3-128" fmla="*/ 1158121 h 1160935"/>
                  <a:gd name="connsiteX4-129" fmla="*/ 363082 w 1040633"/>
                  <a:gd name="connsiteY4-130" fmla="*/ 1160935 h 1160935"/>
                  <a:gd name="connsiteX0-131" fmla="*/ 363082 w 1040633"/>
                  <a:gd name="connsiteY0-132" fmla="*/ 1160935 h 1160935"/>
                  <a:gd name="connsiteX1-133" fmla="*/ 0 w 1040633"/>
                  <a:gd name="connsiteY1-134" fmla="*/ 0 h 1160935"/>
                  <a:gd name="connsiteX2-135" fmla="*/ 1040633 w 1040633"/>
                  <a:gd name="connsiteY2-136" fmla="*/ 16785 h 1160935"/>
                  <a:gd name="connsiteX3-137" fmla="*/ 671988 w 1040633"/>
                  <a:gd name="connsiteY3-138" fmla="*/ 1158121 h 1160935"/>
                  <a:gd name="connsiteX4-139" fmla="*/ 363082 w 1040633"/>
                  <a:gd name="connsiteY4-140" fmla="*/ 1160935 h 1160935"/>
                  <a:gd name="connsiteX0-141" fmla="*/ 363082 w 1040633"/>
                  <a:gd name="connsiteY0-142" fmla="*/ 1160935 h 1160935"/>
                  <a:gd name="connsiteX1-143" fmla="*/ 0 w 1040633"/>
                  <a:gd name="connsiteY1-144" fmla="*/ 0 h 1160935"/>
                  <a:gd name="connsiteX2-145" fmla="*/ 1040633 w 1040633"/>
                  <a:gd name="connsiteY2-146" fmla="*/ 16785 h 1160935"/>
                  <a:gd name="connsiteX3-147" fmla="*/ 671988 w 1040633"/>
                  <a:gd name="connsiteY3-148" fmla="*/ 1158121 h 1160935"/>
                  <a:gd name="connsiteX4-149" fmla="*/ 363082 w 1040633"/>
                  <a:gd name="connsiteY4-150" fmla="*/ 1160935 h 1160935"/>
                  <a:gd name="connsiteX0-151" fmla="*/ 363082 w 1040633"/>
                  <a:gd name="connsiteY0-152" fmla="*/ 1160935 h 1160935"/>
                  <a:gd name="connsiteX1-153" fmla="*/ 0 w 1040633"/>
                  <a:gd name="connsiteY1-154" fmla="*/ 0 h 1160935"/>
                  <a:gd name="connsiteX2-155" fmla="*/ 1040633 w 1040633"/>
                  <a:gd name="connsiteY2-156" fmla="*/ 16785 h 1160935"/>
                  <a:gd name="connsiteX3-157" fmla="*/ 671988 w 1040633"/>
                  <a:gd name="connsiteY3-158" fmla="*/ 1158121 h 1160935"/>
                  <a:gd name="connsiteX4-159" fmla="*/ 363082 w 1040633"/>
                  <a:gd name="connsiteY4-160" fmla="*/ 1160935 h 1160935"/>
                  <a:gd name="connsiteX0-161" fmla="*/ 363082 w 778664"/>
                  <a:gd name="connsiteY0-162" fmla="*/ 1160935 h 1160935"/>
                  <a:gd name="connsiteX1-163" fmla="*/ 0 w 778664"/>
                  <a:gd name="connsiteY1-164" fmla="*/ 0 h 1160935"/>
                  <a:gd name="connsiteX2-165" fmla="*/ 778664 w 778664"/>
                  <a:gd name="connsiteY2-166" fmla="*/ 130682 h 1160935"/>
                  <a:gd name="connsiteX3-167" fmla="*/ 671988 w 778664"/>
                  <a:gd name="connsiteY3-168" fmla="*/ 1158121 h 1160935"/>
                  <a:gd name="connsiteX4-169" fmla="*/ 363082 w 778664"/>
                  <a:gd name="connsiteY4-170" fmla="*/ 1160935 h 1160935"/>
                  <a:gd name="connsiteX0-171" fmla="*/ 363082 w 778664"/>
                  <a:gd name="connsiteY0-172" fmla="*/ 1160935 h 1160935"/>
                  <a:gd name="connsiteX1-173" fmla="*/ 0 w 778664"/>
                  <a:gd name="connsiteY1-174" fmla="*/ 0 h 1160935"/>
                  <a:gd name="connsiteX2-175" fmla="*/ 778664 w 778664"/>
                  <a:gd name="connsiteY2-176" fmla="*/ 130682 h 1160935"/>
                  <a:gd name="connsiteX3-177" fmla="*/ 694768 w 778664"/>
                  <a:gd name="connsiteY3-178" fmla="*/ 1112562 h 1160935"/>
                  <a:gd name="connsiteX4-179" fmla="*/ 363082 w 778664"/>
                  <a:gd name="connsiteY4-180" fmla="*/ 1160935 h 1160935"/>
                  <a:gd name="connsiteX0-181" fmla="*/ 363082 w 778664"/>
                  <a:gd name="connsiteY0-182" fmla="*/ 1160935 h 1160935"/>
                  <a:gd name="connsiteX1-183" fmla="*/ 0 w 778664"/>
                  <a:gd name="connsiteY1-184" fmla="*/ 0 h 1160935"/>
                  <a:gd name="connsiteX2-185" fmla="*/ 778664 w 778664"/>
                  <a:gd name="connsiteY2-186" fmla="*/ 130682 h 1160935"/>
                  <a:gd name="connsiteX3-187" fmla="*/ 694768 w 778664"/>
                  <a:gd name="connsiteY3-188" fmla="*/ 1112562 h 1160935"/>
                  <a:gd name="connsiteX4-189" fmla="*/ 363082 w 778664"/>
                  <a:gd name="connsiteY4-190" fmla="*/ 1160935 h 1160935"/>
                  <a:gd name="connsiteX0-191" fmla="*/ 397252 w 778664"/>
                  <a:gd name="connsiteY0-192" fmla="*/ 1103987 h 1112562"/>
                  <a:gd name="connsiteX1-193" fmla="*/ 0 w 778664"/>
                  <a:gd name="connsiteY1-194" fmla="*/ 0 h 1112562"/>
                  <a:gd name="connsiteX2-195" fmla="*/ 778664 w 778664"/>
                  <a:gd name="connsiteY2-196" fmla="*/ 130682 h 1112562"/>
                  <a:gd name="connsiteX3-197" fmla="*/ 694768 w 778664"/>
                  <a:gd name="connsiteY3-198" fmla="*/ 1112562 h 1112562"/>
                  <a:gd name="connsiteX4-199" fmla="*/ 397252 w 778664"/>
                  <a:gd name="connsiteY4-200" fmla="*/ 1103987 h 1112562"/>
                  <a:gd name="connsiteX0-201" fmla="*/ 397252 w 778664"/>
                  <a:gd name="connsiteY0-202" fmla="*/ 1103987 h 1112562"/>
                  <a:gd name="connsiteX1-203" fmla="*/ 0 w 778664"/>
                  <a:gd name="connsiteY1-204" fmla="*/ 0 h 1112562"/>
                  <a:gd name="connsiteX2-205" fmla="*/ 778664 w 778664"/>
                  <a:gd name="connsiteY2-206" fmla="*/ 130682 h 1112562"/>
                  <a:gd name="connsiteX3-207" fmla="*/ 694768 w 778664"/>
                  <a:gd name="connsiteY3-208" fmla="*/ 1112562 h 1112562"/>
                  <a:gd name="connsiteX4-209" fmla="*/ 397252 w 778664"/>
                  <a:gd name="connsiteY4-210" fmla="*/ 1103987 h 1112562"/>
                  <a:gd name="connsiteX0-211" fmla="*/ 397252 w 778664"/>
                  <a:gd name="connsiteY0-212" fmla="*/ 1103987 h 1112562"/>
                  <a:gd name="connsiteX1-213" fmla="*/ 0 w 778664"/>
                  <a:gd name="connsiteY1-214" fmla="*/ 0 h 1112562"/>
                  <a:gd name="connsiteX2-215" fmla="*/ 778664 w 778664"/>
                  <a:gd name="connsiteY2-216" fmla="*/ 130682 h 1112562"/>
                  <a:gd name="connsiteX3-217" fmla="*/ 694768 w 778664"/>
                  <a:gd name="connsiteY3-218" fmla="*/ 1112562 h 1112562"/>
                  <a:gd name="connsiteX4-219" fmla="*/ 397252 w 778664"/>
                  <a:gd name="connsiteY4-220" fmla="*/ 1103987 h 1112562"/>
                  <a:gd name="connsiteX0-221" fmla="*/ 123893 w 505305"/>
                  <a:gd name="connsiteY0-222" fmla="*/ 973305 h 981880"/>
                  <a:gd name="connsiteX1-223" fmla="*/ 0 w 505305"/>
                  <a:gd name="connsiteY1-224" fmla="*/ 28773 h 981880"/>
                  <a:gd name="connsiteX2-225" fmla="*/ 505305 w 505305"/>
                  <a:gd name="connsiteY2-226" fmla="*/ 0 h 981880"/>
                  <a:gd name="connsiteX3-227" fmla="*/ 421409 w 505305"/>
                  <a:gd name="connsiteY3-228" fmla="*/ 981880 h 981880"/>
                  <a:gd name="connsiteX4-229" fmla="*/ 123893 w 505305"/>
                  <a:gd name="connsiteY4-230" fmla="*/ 973305 h 981880"/>
                  <a:gd name="connsiteX0-231" fmla="*/ 123893 w 505305"/>
                  <a:gd name="connsiteY0-232" fmla="*/ 973305 h 981880"/>
                  <a:gd name="connsiteX1-233" fmla="*/ 0 w 505305"/>
                  <a:gd name="connsiteY1-234" fmla="*/ 28773 h 981880"/>
                  <a:gd name="connsiteX2-235" fmla="*/ 505305 w 505305"/>
                  <a:gd name="connsiteY2-236" fmla="*/ 0 h 981880"/>
                  <a:gd name="connsiteX3-237" fmla="*/ 421409 w 505305"/>
                  <a:gd name="connsiteY3-238" fmla="*/ 981880 h 981880"/>
                  <a:gd name="connsiteX4-239" fmla="*/ 123893 w 505305"/>
                  <a:gd name="connsiteY4-240" fmla="*/ 973305 h 981880"/>
                  <a:gd name="connsiteX0-241" fmla="*/ 123893 w 505305"/>
                  <a:gd name="connsiteY0-242" fmla="*/ 973305 h 981880"/>
                  <a:gd name="connsiteX1-243" fmla="*/ 0 w 505305"/>
                  <a:gd name="connsiteY1-244" fmla="*/ 28773 h 981880"/>
                  <a:gd name="connsiteX2-245" fmla="*/ 505305 w 505305"/>
                  <a:gd name="connsiteY2-246" fmla="*/ 0 h 981880"/>
                  <a:gd name="connsiteX3-247" fmla="*/ 421409 w 505305"/>
                  <a:gd name="connsiteY3-248" fmla="*/ 981880 h 981880"/>
                  <a:gd name="connsiteX4-249" fmla="*/ 123893 w 505305"/>
                  <a:gd name="connsiteY4-250" fmla="*/ 973305 h 981880"/>
                  <a:gd name="connsiteX0-251" fmla="*/ 123893 w 505305"/>
                  <a:gd name="connsiteY0-252" fmla="*/ 973305 h 981880"/>
                  <a:gd name="connsiteX1-253" fmla="*/ 0 w 505305"/>
                  <a:gd name="connsiteY1-254" fmla="*/ 28773 h 981880"/>
                  <a:gd name="connsiteX2-255" fmla="*/ 505305 w 505305"/>
                  <a:gd name="connsiteY2-256" fmla="*/ 0 h 981880"/>
                  <a:gd name="connsiteX3-257" fmla="*/ 421409 w 505305"/>
                  <a:gd name="connsiteY3-258" fmla="*/ 981880 h 981880"/>
                  <a:gd name="connsiteX4-259" fmla="*/ 123893 w 505305"/>
                  <a:gd name="connsiteY4-260" fmla="*/ 973305 h 981880"/>
                  <a:gd name="connsiteX0-261" fmla="*/ 118198 w 499610"/>
                  <a:gd name="connsiteY0-262" fmla="*/ 973305 h 981880"/>
                  <a:gd name="connsiteX1-263" fmla="*/ 0 w 499610"/>
                  <a:gd name="connsiteY1-264" fmla="*/ 11688 h 981880"/>
                  <a:gd name="connsiteX2-265" fmla="*/ 499610 w 499610"/>
                  <a:gd name="connsiteY2-266" fmla="*/ 0 h 981880"/>
                  <a:gd name="connsiteX3-267" fmla="*/ 415714 w 499610"/>
                  <a:gd name="connsiteY3-268" fmla="*/ 981880 h 981880"/>
                  <a:gd name="connsiteX4-269" fmla="*/ 118198 w 499610"/>
                  <a:gd name="connsiteY4-270" fmla="*/ 973305 h 981880"/>
                  <a:gd name="connsiteX0-271" fmla="*/ 118198 w 499610"/>
                  <a:gd name="connsiteY0-272" fmla="*/ 973305 h 981880"/>
                  <a:gd name="connsiteX1-273" fmla="*/ 0 w 499610"/>
                  <a:gd name="connsiteY1-274" fmla="*/ 11688 h 981880"/>
                  <a:gd name="connsiteX2-275" fmla="*/ 499610 w 499610"/>
                  <a:gd name="connsiteY2-276" fmla="*/ 0 h 981880"/>
                  <a:gd name="connsiteX3-277" fmla="*/ 415714 w 499610"/>
                  <a:gd name="connsiteY3-278" fmla="*/ 981880 h 981880"/>
                  <a:gd name="connsiteX4-279" fmla="*/ 118198 w 499610"/>
                  <a:gd name="connsiteY4-280" fmla="*/ 973305 h 981880"/>
                  <a:gd name="connsiteX0-281" fmla="*/ 118198 w 499610"/>
                  <a:gd name="connsiteY0-282" fmla="*/ 973305 h 981880"/>
                  <a:gd name="connsiteX1-283" fmla="*/ 0 w 499610"/>
                  <a:gd name="connsiteY1-284" fmla="*/ 11688 h 981880"/>
                  <a:gd name="connsiteX2-285" fmla="*/ 499610 w 499610"/>
                  <a:gd name="connsiteY2-286" fmla="*/ 0 h 981880"/>
                  <a:gd name="connsiteX3-287" fmla="*/ 415714 w 499610"/>
                  <a:gd name="connsiteY3-288" fmla="*/ 981880 h 981880"/>
                  <a:gd name="connsiteX4-289" fmla="*/ 118198 w 499610"/>
                  <a:gd name="connsiteY4-290" fmla="*/ 973305 h 981880"/>
                  <a:gd name="connsiteX0-291" fmla="*/ 118198 w 499610"/>
                  <a:gd name="connsiteY0-292" fmla="*/ 973305 h 981880"/>
                  <a:gd name="connsiteX1-293" fmla="*/ 0 w 499610"/>
                  <a:gd name="connsiteY1-294" fmla="*/ 11688 h 981880"/>
                  <a:gd name="connsiteX2-295" fmla="*/ 499610 w 499610"/>
                  <a:gd name="connsiteY2-296" fmla="*/ 0 h 981880"/>
                  <a:gd name="connsiteX3-297" fmla="*/ 415714 w 499610"/>
                  <a:gd name="connsiteY3-298" fmla="*/ 981880 h 981880"/>
                  <a:gd name="connsiteX4-299" fmla="*/ 118198 w 499610"/>
                  <a:gd name="connsiteY4-300" fmla="*/ 973305 h 981880"/>
                  <a:gd name="connsiteX0-301" fmla="*/ 118198 w 499610"/>
                  <a:gd name="connsiteY0-302" fmla="*/ 973305 h 981880"/>
                  <a:gd name="connsiteX1-303" fmla="*/ 0 w 499610"/>
                  <a:gd name="connsiteY1-304" fmla="*/ 11688 h 981880"/>
                  <a:gd name="connsiteX2-305" fmla="*/ 499610 w 499610"/>
                  <a:gd name="connsiteY2-306" fmla="*/ 0 h 981880"/>
                  <a:gd name="connsiteX3-307" fmla="*/ 415714 w 499610"/>
                  <a:gd name="connsiteY3-308" fmla="*/ 981880 h 981880"/>
                  <a:gd name="connsiteX4-309" fmla="*/ 118198 w 499610"/>
                  <a:gd name="connsiteY4-310" fmla="*/ 973305 h 981880"/>
                  <a:gd name="connsiteX0-311" fmla="*/ 118198 w 499610"/>
                  <a:gd name="connsiteY0-312" fmla="*/ 973305 h 976186"/>
                  <a:gd name="connsiteX1-313" fmla="*/ 0 w 499610"/>
                  <a:gd name="connsiteY1-314" fmla="*/ 11688 h 976186"/>
                  <a:gd name="connsiteX2-315" fmla="*/ 499610 w 499610"/>
                  <a:gd name="connsiteY2-316" fmla="*/ 0 h 976186"/>
                  <a:gd name="connsiteX3-317" fmla="*/ 273339 w 499610"/>
                  <a:gd name="connsiteY3-318" fmla="*/ 976186 h 976186"/>
                  <a:gd name="connsiteX4-319" fmla="*/ 118198 w 499610"/>
                  <a:gd name="connsiteY4-320" fmla="*/ 973305 h 976186"/>
                  <a:gd name="connsiteX0-321" fmla="*/ 118198 w 499610"/>
                  <a:gd name="connsiteY0-322" fmla="*/ 973305 h 976186"/>
                  <a:gd name="connsiteX1-323" fmla="*/ 0 w 499610"/>
                  <a:gd name="connsiteY1-324" fmla="*/ 11688 h 976186"/>
                  <a:gd name="connsiteX2-325" fmla="*/ 499610 w 499610"/>
                  <a:gd name="connsiteY2-326" fmla="*/ 0 h 976186"/>
                  <a:gd name="connsiteX3-327" fmla="*/ 273339 w 499610"/>
                  <a:gd name="connsiteY3-328" fmla="*/ 976186 h 976186"/>
                  <a:gd name="connsiteX4-329" fmla="*/ 118198 w 499610"/>
                  <a:gd name="connsiteY4-330" fmla="*/ 973305 h 976186"/>
                  <a:gd name="connsiteX0-331" fmla="*/ 197928 w 499610"/>
                  <a:gd name="connsiteY0-332" fmla="*/ 973305 h 976186"/>
                  <a:gd name="connsiteX1-333" fmla="*/ 0 w 499610"/>
                  <a:gd name="connsiteY1-334" fmla="*/ 11688 h 976186"/>
                  <a:gd name="connsiteX2-335" fmla="*/ 499610 w 499610"/>
                  <a:gd name="connsiteY2-336" fmla="*/ 0 h 976186"/>
                  <a:gd name="connsiteX3-337" fmla="*/ 273339 w 499610"/>
                  <a:gd name="connsiteY3-338" fmla="*/ 976186 h 976186"/>
                  <a:gd name="connsiteX4-339" fmla="*/ 197928 w 499610"/>
                  <a:gd name="connsiteY4-340" fmla="*/ 973305 h 976186"/>
                  <a:gd name="connsiteX0-341" fmla="*/ 197928 w 499610"/>
                  <a:gd name="connsiteY0-342" fmla="*/ 973305 h 976186"/>
                  <a:gd name="connsiteX1-343" fmla="*/ 0 w 499610"/>
                  <a:gd name="connsiteY1-344" fmla="*/ 11688 h 976186"/>
                  <a:gd name="connsiteX2-345" fmla="*/ 499610 w 499610"/>
                  <a:gd name="connsiteY2-346" fmla="*/ 0 h 976186"/>
                  <a:gd name="connsiteX3-347" fmla="*/ 273339 w 499610"/>
                  <a:gd name="connsiteY3-348" fmla="*/ 976186 h 976186"/>
                  <a:gd name="connsiteX4-349" fmla="*/ 197928 w 499610"/>
                  <a:gd name="connsiteY4-350" fmla="*/ 973305 h 976186"/>
                  <a:gd name="connsiteX0-351" fmla="*/ 197928 w 499610"/>
                  <a:gd name="connsiteY0-352" fmla="*/ 973305 h 976186"/>
                  <a:gd name="connsiteX1-353" fmla="*/ 0 w 499610"/>
                  <a:gd name="connsiteY1-354" fmla="*/ 11688 h 976186"/>
                  <a:gd name="connsiteX2-355" fmla="*/ 499610 w 499610"/>
                  <a:gd name="connsiteY2-356" fmla="*/ 0 h 976186"/>
                  <a:gd name="connsiteX3-357" fmla="*/ 273339 w 499610"/>
                  <a:gd name="connsiteY3-358" fmla="*/ 976186 h 976186"/>
                  <a:gd name="connsiteX4-359" fmla="*/ 197928 w 499610"/>
                  <a:gd name="connsiteY4-360" fmla="*/ 973305 h 976186"/>
                  <a:gd name="connsiteX0-361" fmla="*/ 197928 w 499610"/>
                  <a:gd name="connsiteY0-362" fmla="*/ 973305 h 976186"/>
                  <a:gd name="connsiteX1-363" fmla="*/ 0 w 499610"/>
                  <a:gd name="connsiteY1-364" fmla="*/ 11688 h 976186"/>
                  <a:gd name="connsiteX2-365" fmla="*/ 499610 w 499610"/>
                  <a:gd name="connsiteY2-366" fmla="*/ 0 h 976186"/>
                  <a:gd name="connsiteX3-367" fmla="*/ 273339 w 499610"/>
                  <a:gd name="connsiteY3-368" fmla="*/ 976186 h 976186"/>
                  <a:gd name="connsiteX4-369" fmla="*/ 197928 w 499610"/>
                  <a:gd name="connsiteY4-370" fmla="*/ 973305 h 976186"/>
                  <a:gd name="connsiteX0-371" fmla="*/ 197928 w 503138"/>
                  <a:gd name="connsiteY0-372" fmla="*/ 961687 h 964568"/>
                  <a:gd name="connsiteX1-373" fmla="*/ 0 w 503138"/>
                  <a:gd name="connsiteY1-374" fmla="*/ 70 h 964568"/>
                  <a:gd name="connsiteX2-375" fmla="*/ 503138 w 503138"/>
                  <a:gd name="connsiteY2-376" fmla="*/ 154187 h 964568"/>
                  <a:gd name="connsiteX3-377" fmla="*/ 273339 w 503138"/>
                  <a:gd name="connsiteY3-378" fmla="*/ 964568 h 964568"/>
                  <a:gd name="connsiteX4-379" fmla="*/ 197928 w 503138"/>
                  <a:gd name="connsiteY4-380" fmla="*/ 961687 h 964568"/>
                  <a:gd name="connsiteX0-381" fmla="*/ 201456 w 506666"/>
                  <a:gd name="connsiteY0-382" fmla="*/ 807500 h 810381"/>
                  <a:gd name="connsiteX1-383" fmla="*/ 0 w 506666"/>
                  <a:gd name="connsiteY1-384" fmla="*/ 15216 h 810381"/>
                  <a:gd name="connsiteX2-385" fmla="*/ 506666 w 506666"/>
                  <a:gd name="connsiteY2-386" fmla="*/ 0 h 810381"/>
                  <a:gd name="connsiteX3-387" fmla="*/ 276867 w 506666"/>
                  <a:gd name="connsiteY3-388" fmla="*/ 810381 h 810381"/>
                  <a:gd name="connsiteX4-389" fmla="*/ 201456 w 506666"/>
                  <a:gd name="connsiteY4-390" fmla="*/ 807500 h 810381"/>
                  <a:gd name="connsiteX0-391" fmla="*/ 201456 w 506666"/>
                  <a:gd name="connsiteY0-392" fmla="*/ 807500 h 811593"/>
                  <a:gd name="connsiteX1-393" fmla="*/ 0 w 506666"/>
                  <a:gd name="connsiteY1-394" fmla="*/ 15216 h 811593"/>
                  <a:gd name="connsiteX2-395" fmla="*/ 506666 w 506666"/>
                  <a:gd name="connsiteY2-396" fmla="*/ 0 h 811593"/>
                  <a:gd name="connsiteX3-397" fmla="*/ 276867 w 506666"/>
                  <a:gd name="connsiteY3-398" fmla="*/ 810381 h 811593"/>
                  <a:gd name="connsiteX4-399" fmla="*/ 201456 w 506666"/>
                  <a:gd name="connsiteY4-400" fmla="*/ 807500 h 811593"/>
                  <a:gd name="connsiteX0-401" fmla="*/ 135576 w 506666"/>
                  <a:gd name="connsiteY0-402" fmla="*/ 818480 h 818480"/>
                  <a:gd name="connsiteX1-403" fmla="*/ 0 w 506666"/>
                  <a:gd name="connsiteY1-404" fmla="*/ 15216 h 818480"/>
                  <a:gd name="connsiteX2-405" fmla="*/ 506666 w 506666"/>
                  <a:gd name="connsiteY2-406" fmla="*/ 0 h 818480"/>
                  <a:gd name="connsiteX3-407" fmla="*/ 276867 w 506666"/>
                  <a:gd name="connsiteY3-408" fmla="*/ 810381 h 818480"/>
                  <a:gd name="connsiteX4-409" fmla="*/ 135576 w 506666"/>
                  <a:gd name="connsiteY4-410" fmla="*/ 818480 h 818480"/>
                  <a:gd name="connsiteX0-411" fmla="*/ 135576 w 506666"/>
                  <a:gd name="connsiteY0-412" fmla="*/ 818480 h 818480"/>
                  <a:gd name="connsiteX1-413" fmla="*/ 0 w 506666"/>
                  <a:gd name="connsiteY1-414" fmla="*/ 15216 h 818480"/>
                  <a:gd name="connsiteX2-415" fmla="*/ 506666 w 506666"/>
                  <a:gd name="connsiteY2-416" fmla="*/ 0 h 818480"/>
                  <a:gd name="connsiteX3-417" fmla="*/ 331766 w 506666"/>
                  <a:gd name="connsiteY3-418" fmla="*/ 803061 h 818480"/>
                  <a:gd name="connsiteX4-419" fmla="*/ 135576 w 506666"/>
                  <a:gd name="connsiteY4-420" fmla="*/ 818480 h 818480"/>
                  <a:gd name="connsiteX0-421" fmla="*/ 135576 w 506666"/>
                  <a:gd name="connsiteY0-422" fmla="*/ 818480 h 818480"/>
                  <a:gd name="connsiteX1-423" fmla="*/ 0 w 506666"/>
                  <a:gd name="connsiteY1-424" fmla="*/ 15216 h 818480"/>
                  <a:gd name="connsiteX2-425" fmla="*/ 506666 w 506666"/>
                  <a:gd name="connsiteY2-426" fmla="*/ 0 h 818480"/>
                  <a:gd name="connsiteX3-427" fmla="*/ 331766 w 506666"/>
                  <a:gd name="connsiteY3-428" fmla="*/ 803061 h 818480"/>
                  <a:gd name="connsiteX4-429" fmla="*/ 135576 w 506666"/>
                  <a:gd name="connsiteY4-430" fmla="*/ 818480 h 818480"/>
                  <a:gd name="connsiteX0-431" fmla="*/ 135576 w 506666"/>
                  <a:gd name="connsiteY0-432" fmla="*/ 818480 h 818480"/>
                  <a:gd name="connsiteX1-433" fmla="*/ 0 w 506666"/>
                  <a:gd name="connsiteY1-434" fmla="*/ 15216 h 818480"/>
                  <a:gd name="connsiteX2-435" fmla="*/ 506666 w 506666"/>
                  <a:gd name="connsiteY2-436" fmla="*/ 0 h 818480"/>
                  <a:gd name="connsiteX3-437" fmla="*/ 331766 w 506666"/>
                  <a:gd name="connsiteY3-438" fmla="*/ 803061 h 818480"/>
                  <a:gd name="connsiteX4-439" fmla="*/ 135576 w 506666"/>
                  <a:gd name="connsiteY4-440" fmla="*/ 818480 h 818480"/>
                  <a:gd name="connsiteX0-441" fmla="*/ 135576 w 506666"/>
                  <a:gd name="connsiteY0-442" fmla="*/ 818480 h 818480"/>
                  <a:gd name="connsiteX1-443" fmla="*/ 0 w 506666"/>
                  <a:gd name="connsiteY1-444" fmla="*/ 7896 h 818480"/>
                  <a:gd name="connsiteX2-445" fmla="*/ 506666 w 506666"/>
                  <a:gd name="connsiteY2-446" fmla="*/ 0 h 818480"/>
                  <a:gd name="connsiteX3-447" fmla="*/ 331766 w 506666"/>
                  <a:gd name="connsiteY3-448" fmla="*/ 803061 h 818480"/>
                  <a:gd name="connsiteX4-449" fmla="*/ 135576 w 506666"/>
                  <a:gd name="connsiteY4-450" fmla="*/ 818480 h 818480"/>
                  <a:gd name="connsiteX0-451" fmla="*/ 135576 w 506666"/>
                  <a:gd name="connsiteY0-452" fmla="*/ 818480 h 818480"/>
                  <a:gd name="connsiteX1-453" fmla="*/ 0 w 506666"/>
                  <a:gd name="connsiteY1-454" fmla="*/ 7896 h 818480"/>
                  <a:gd name="connsiteX2-455" fmla="*/ 506666 w 506666"/>
                  <a:gd name="connsiteY2-456" fmla="*/ 0 h 818480"/>
                  <a:gd name="connsiteX3-457" fmla="*/ 331766 w 506666"/>
                  <a:gd name="connsiteY3-458" fmla="*/ 803061 h 818480"/>
                  <a:gd name="connsiteX4-459" fmla="*/ 135576 w 506666"/>
                  <a:gd name="connsiteY4-460" fmla="*/ 818480 h 818480"/>
                  <a:gd name="connsiteX0-461" fmla="*/ 45472 w 559302"/>
                  <a:gd name="connsiteY0-462" fmla="*/ 807500 h 807500"/>
                  <a:gd name="connsiteX1-463" fmla="*/ 52636 w 559302"/>
                  <a:gd name="connsiteY1-464" fmla="*/ 7896 h 807500"/>
                  <a:gd name="connsiteX2-465" fmla="*/ 559302 w 559302"/>
                  <a:gd name="connsiteY2-466" fmla="*/ 0 h 807500"/>
                  <a:gd name="connsiteX3-467" fmla="*/ 384402 w 559302"/>
                  <a:gd name="connsiteY3-468" fmla="*/ 803061 h 807500"/>
                  <a:gd name="connsiteX4-469" fmla="*/ 45472 w 559302"/>
                  <a:gd name="connsiteY4-470" fmla="*/ 807500 h 807500"/>
                  <a:gd name="connsiteX0-471" fmla="*/ 21974 w 535804"/>
                  <a:gd name="connsiteY0-472" fmla="*/ 807500 h 807500"/>
                  <a:gd name="connsiteX1-473" fmla="*/ 29138 w 535804"/>
                  <a:gd name="connsiteY1-474" fmla="*/ 7896 h 807500"/>
                  <a:gd name="connsiteX2-475" fmla="*/ 535804 w 535804"/>
                  <a:gd name="connsiteY2-476" fmla="*/ 0 h 807500"/>
                  <a:gd name="connsiteX3-477" fmla="*/ 360904 w 535804"/>
                  <a:gd name="connsiteY3-478" fmla="*/ 803061 h 807500"/>
                  <a:gd name="connsiteX4-479" fmla="*/ 21974 w 535804"/>
                  <a:gd name="connsiteY4-480" fmla="*/ 807500 h 807500"/>
                  <a:gd name="connsiteX0-481" fmla="*/ 128256 w 506666"/>
                  <a:gd name="connsiteY0-482" fmla="*/ 829461 h 829461"/>
                  <a:gd name="connsiteX1-483" fmla="*/ 0 w 506666"/>
                  <a:gd name="connsiteY1-484" fmla="*/ 7896 h 829461"/>
                  <a:gd name="connsiteX2-485" fmla="*/ 506666 w 506666"/>
                  <a:gd name="connsiteY2-486" fmla="*/ 0 h 829461"/>
                  <a:gd name="connsiteX3-487" fmla="*/ 331766 w 506666"/>
                  <a:gd name="connsiteY3-488" fmla="*/ 803061 h 829461"/>
                  <a:gd name="connsiteX4-489" fmla="*/ 128256 w 506666"/>
                  <a:gd name="connsiteY4-490" fmla="*/ 829461 h 829461"/>
                  <a:gd name="connsiteX0-491" fmla="*/ 128256 w 506666"/>
                  <a:gd name="connsiteY0-492" fmla="*/ 829461 h 829461"/>
                  <a:gd name="connsiteX1-493" fmla="*/ 0 w 506666"/>
                  <a:gd name="connsiteY1-494" fmla="*/ 7896 h 829461"/>
                  <a:gd name="connsiteX2-495" fmla="*/ 506666 w 506666"/>
                  <a:gd name="connsiteY2-496" fmla="*/ 0 h 829461"/>
                  <a:gd name="connsiteX3-497" fmla="*/ 331766 w 506666"/>
                  <a:gd name="connsiteY3-498" fmla="*/ 803061 h 829461"/>
                  <a:gd name="connsiteX4-499" fmla="*/ 128256 w 506666"/>
                  <a:gd name="connsiteY4-500" fmla="*/ 829461 h 829461"/>
                  <a:gd name="connsiteX0-501" fmla="*/ 128256 w 506666"/>
                  <a:gd name="connsiteY0-502" fmla="*/ 829461 h 829461"/>
                  <a:gd name="connsiteX1-503" fmla="*/ 0 w 506666"/>
                  <a:gd name="connsiteY1-504" fmla="*/ 7896 h 829461"/>
                  <a:gd name="connsiteX2-505" fmla="*/ 506666 w 506666"/>
                  <a:gd name="connsiteY2-506" fmla="*/ 0 h 829461"/>
                  <a:gd name="connsiteX3-507" fmla="*/ 331766 w 506666"/>
                  <a:gd name="connsiteY3-508" fmla="*/ 803061 h 829461"/>
                  <a:gd name="connsiteX4-509" fmla="*/ 128256 w 506666"/>
                  <a:gd name="connsiteY4-510" fmla="*/ 829461 h 829461"/>
                  <a:gd name="connsiteX0-511" fmla="*/ 128256 w 506666"/>
                  <a:gd name="connsiteY0-512" fmla="*/ 829461 h 830473"/>
                  <a:gd name="connsiteX1-513" fmla="*/ 0 w 506666"/>
                  <a:gd name="connsiteY1-514" fmla="*/ 7896 h 830473"/>
                  <a:gd name="connsiteX2-515" fmla="*/ 506666 w 506666"/>
                  <a:gd name="connsiteY2-516" fmla="*/ 0 h 830473"/>
                  <a:gd name="connsiteX3-517" fmla="*/ 331766 w 506666"/>
                  <a:gd name="connsiteY3-518" fmla="*/ 828681 h 830473"/>
                  <a:gd name="connsiteX4-519" fmla="*/ 128256 w 506666"/>
                  <a:gd name="connsiteY4-520" fmla="*/ 829461 h 830473"/>
                  <a:gd name="connsiteX0-521" fmla="*/ 128256 w 506666"/>
                  <a:gd name="connsiteY0-522" fmla="*/ 829461 h 830473"/>
                  <a:gd name="connsiteX1-523" fmla="*/ 0 w 506666"/>
                  <a:gd name="connsiteY1-524" fmla="*/ 7896 h 830473"/>
                  <a:gd name="connsiteX2-525" fmla="*/ 506666 w 506666"/>
                  <a:gd name="connsiteY2-526" fmla="*/ 0 h 830473"/>
                  <a:gd name="connsiteX3-527" fmla="*/ 331766 w 506666"/>
                  <a:gd name="connsiteY3-528" fmla="*/ 828681 h 830473"/>
                  <a:gd name="connsiteX4-529" fmla="*/ 128256 w 506666"/>
                  <a:gd name="connsiteY4-530" fmla="*/ 829461 h 830473"/>
                  <a:gd name="connsiteX0-531" fmla="*/ 128256 w 506666"/>
                  <a:gd name="connsiteY0-532" fmla="*/ 821565 h 822577"/>
                  <a:gd name="connsiteX1-533" fmla="*/ 0 w 506666"/>
                  <a:gd name="connsiteY1-534" fmla="*/ 0 h 822577"/>
                  <a:gd name="connsiteX2-535" fmla="*/ 506666 w 506666"/>
                  <a:gd name="connsiteY2-536" fmla="*/ 255115 h 822577"/>
                  <a:gd name="connsiteX3-537" fmla="*/ 331766 w 506666"/>
                  <a:gd name="connsiteY3-538" fmla="*/ 820785 h 822577"/>
                  <a:gd name="connsiteX4-539" fmla="*/ 128256 w 506666"/>
                  <a:gd name="connsiteY4-540" fmla="*/ 821565 h 822577"/>
                  <a:gd name="connsiteX0-541" fmla="*/ 128256 w 506666"/>
                  <a:gd name="connsiteY0-542" fmla="*/ 821565 h 822577"/>
                  <a:gd name="connsiteX1-543" fmla="*/ 0 w 506666"/>
                  <a:gd name="connsiteY1-544" fmla="*/ 0 h 822577"/>
                  <a:gd name="connsiteX2-545" fmla="*/ 506666 w 506666"/>
                  <a:gd name="connsiteY2-546" fmla="*/ 255115 h 822577"/>
                  <a:gd name="connsiteX3-547" fmla="*/ 331766 w 506666"/>
                  <a:gd name="connsiteY3-548" fmla="*/ 820785 h 822577"/>
                  <a:gd name="connsiteX4-549" fmla="*/ 128256 w 506666"/>
                  <a:gd name="connsiteY4-550" fmla="*/ 821565 h 822577"/>
                  <a:gd name="connsiteX0-551" fmla="*/ 128256 w 506666"/>
                  <a:gd name="connsiteY0-552" fmla="*/ 821565 h 822577"/>
                  <a:gd name="connsiteX1-553" fmla="*/ 0 w 506666"/>
                  <a:gd name="connsiteY1-554" fmla="*/ 0 h 822577"/>
                  <a:gd name="connsiteX2-555" fmla="*/ 506666 w 506666"/>
                  <a:gd name="connsiteY2-556" fmla="*/ 255115 h 822577"/>
                  <a:gd name="connsiteX3-557" fmla="*/ 331766 w 506666"/>
                  <a:gd name="connsiteY3-558" fmla="*/ 820785 h 822577"/>
                  <a:gd name="connsiteX4-559" fmla="*/ 128256 w 506666"/>
                  <a:gd name="connsiteY4-560" fmla="*/ 821565 h 822577"/>
                  <a:gd name="connsiteX0-561" fmla="*/ 135770 w 514180"/>
                  <a:gd name="connsiteY0-562" fmla="*/ 577341 h 578353"/>
                  <a:gd name="connsiteX1-563" fmla="*/ 0 w 514180"/>
                  <a:gd name="connsiteY1-564" fmla="*/ 0 h 578353"/>
                  <a:gd name="connsiteX2-565" fmla="*/ 514180 w 514180"/>
                  <a:gd name="connsiteY2-566" fmla="*/ 10891 h 578353"/>
                  <a:gd name="connsiteX3-567" fmla="*/ 339280 w 514180"/>
                  <a:gd name="connsiteY3-568" fmla="*/ 576561 h 578353"/>
                  <a:gd name="connsiteX4-569" fmla="*/ 135770 w 514180"/>
                  <a:gd name="connsiteY4-570" fmla="*/ 577341 h 578353"/>
                  <a:gd name="connsiteX0-571" fmla="*/ 135770 w 514180"/>
                  <a:gd name="connsiteY0-572" fmla="*/ 577341 h 578353"/>
                  <a:gd name="connsiteX1-573" fmla="*/ 0 w 514180"/>
                  <a:gd name="connsiteY1-574" fmla="*/ 0 h 578353"/>
                  <a:gd name="connsiteX2-575" fmla="*/ 514180 w 514180"/>
                  <a:gd name="connsiteY2-576" fmla="*/ 10891 h 578353"/>
                  <a:gd name="connsiteX3-577" fmla="*/ 339280 w 514180"/>
                  <a:gd name="connsiteY3-578" fmla="*/ 576561 h 578353"/>
                  <a:gd name="connsiteX4-579" fmla="*/ 135770 w 514180"/>
                  <a:gd name="connsiteY4-580" fmla="*/ 577341 h 578353"/>
                  <a:gd name="connsiteX0-581" fmla="*/ 135770 w 514180"/>
                  <a:gd name="connsiteY0-582" fmla="*/ 577341 h 578353"/>
                  <a:gd name="connsiteX1-583" fmla="*/ 0 w 514180"/>
                  <a:gd name="connsiteY1-584" fmla="*/ 0 h 578353"/>
                  <a:gd name="connsiteX2-585" fmla="*/ 514180 w 514180"/>
                  <a:gd name="connsiteY2-586" fmla="*/ 10891 h 578353"/>
                  <a:gd name="connsiteX3-587" fmla="*/ 339280 w 514180"/>
                  <a:gd name="connsiteY3-588" fmla="*/ 576561 h 578353"/>
                  <a:gd name="connsiteX4-589" fmla="*/ 135770 w 514180"/>
                  <a:gd name="connsiteY4-590" fmla="*/ 577341 h 578353"/>
                  <a:gd name="connsiteX0-591" fmla="*/ 135770 w 514180"/>
                  <a:gd name="connsiteY0-592" fmla="*/ 577341 h 577341"/>
                  <a:gd name="connsiteX1-593" fmla="*/ 0 w 514180"/>
                  <a:gd name="connsiteY1-594" fmla="*/ 0 h 577341"/>
                  <a:gd name="connsiteX2-595" fmla="*/ 514180 w 514180"/>
                  <a:gd name="connsiteY2-596" fmla="*/ 10891 h 577341"/>
                  <a:gd name="connsiteX3-597" fmla="*/ 404259 w 514180"/>
                  <a:gd name="connsiteY3-598" fmla="*/ 386400 h 577341"/>
                  <a:gd name="connsiteX4-599" fmla="*/ 135770 w 514180"/>
                  <a:gd name="connsiteY4-600" fmla="*/ 577341 h 577341"/>
                  <a:gd name="connsiteX0-601" fmla="*/ 100781 w 514180"/>
                  <a:gd name="connsiteY0-602" fmla="*/ 432218 h 432218"/>
                  <a:gd name="connsiteX1-603" fmla="*/ 0 w 514180"/>
                  <a:gd name="connsiteY1-604" fmla="*/ 0 h 432218"/>
                  <a:gd name="connsiteX2-605" fmla="*/ 514180 w 514180"/>
                  <a:gd name="connsiteY2-606" fmla="*/ 10891 h 432218"/>
                  <a:gd name="connsiteX3-607" fmla="*/ 404259 w 514180"/>
                  <a:gd name="connsiteY3-608" fmla="*/ 386400 h 432218"/>
                  <a:gd name="connsiteX4-609" fmla="*/ 100781 w 514180"/>
                  <a:gd name="connsiteY4-610" fmla="*/ 432218 h 432218"/>
                  <a:gd name="connsiteX0-611" fmla="*/ 100781 w 514180"/>
                  <a:gd name="connsiteY0-612" fmla="*/ 432218 h 432218"/>
                  <a:gd name="connsiteX1-613" fmla="*/ 0 w 514180"/>
                  <a:gd name="connsiteY1-614" fmla="*/ 0 h 432218"/>
                  <a:gd name="connsiteX2-615" fmla="*/ 514180 w 514180"/>
                  <a:gd name="connsiteY2-616" fmla="*/ 10891 h 432218"/>
                  <a:gd name="connsiteX3-617" fmla="*/ 404259 w 514180"/>
                  <a:gd name="connsiteY3-618" fmla="*/ 386400 h 432218"/>
                  <a:gd name="connsiteX4-619" fmla="*/ 100781 w 514180"/>
                  <a:gd name="connsiteY4-620" fmla="*/ 432218 h 432218"/>
                  <a:gd name="connsiteX0-621" fmla="*/ 100781 w 514180"/>
                  <a:gd name="connsiteY0-622" fmla="*/ 402193 h 402193"/>
                  <a:gd name="connsiteX1-623" fmla="*/ 0 w 514180"/>
                  <a:gd name="connsiteY1-624" fmla="*/ 0 h 402193"/>
                  <a:gd name="connsiteX2-625" fmla="*/ 514180 w 514180"/>
                  <a:gd name="connsiteY2-626" fmla="*/ 10891 h 402193"/>
                  <a:gd name="connsiteX3-627" fmla="*/ 404259 w 514180"/>
                  <a:gd name="connsiteY3-628" fmla="*/ 386400 h 402193"/>
                  <a:gd name="connsiteX4-629" fmla="*/ 100781 w 514180"/>
                  <a:gd name="connsiteY4-630" fmla="*/ 402193 h 402193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514180" h="402193">
                    <a:moveTo>
                      <a:pt x="100781" y="402193"/>
                    </a:moveTo>
                    <a:cubicBezTo>
                      <a:pt x="60584" y="194221"/>
                      <a:pt x="96631" y="442038"/>
                      <a:pt x="0" y="0"/>
                    </a:cubicBezTo>
                    <a:lnTo>
                      <a:pt x="514180" y="10891"/>
                    </a:lnTo>
                    <a:cubicBezTo>
                      <a:pt x="417353" y="348331"/>
                      <a:pt x="491637" y="89943"/>
                      <a:pt x="404259" y="386400"/>
                    </a:cubicBezTo>
                    <a:cubicBezTo>
                      <a:pt x="357814" y="390704"/>
                      <a:pt x="168880" y="400727"/>
                      <a:pt x="100781" y="40219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95000"/>
                      <a:alpha val="5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</a:gradFill>
              <a:ln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6" name="Freeform 274"/>
              <p:cNvSpPr/>
              <p:nvPr/>
            </p:nvSpPr>
            <p:spPr>
              <a:xfrm>
                <a:off x="3561391" y="5433960"/>
                <a:ext cx="573725" cy="1015589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-1" fmla="*/ 139870 w 1040633"/>
                  <a:gd name="connsiteY0-2" fmla="*/ 1191723 h 1219697"/>
                  <a:gd name="connsiteX1-3" fmla="*/ 0 w 1040633"/>
                  <a:gd name="connsiteY1-4" fmla="*/ 0 h 1219697"/>
                  <a:gd name="connsiteX2-5" fmla="*/ 1040633 w 1040633"/>
                  <a:gd name="connsiteY2-6" fmla="*/ 16785 h 1219697"/>
                  <a:gd name="connsiteX3-7" fmla="*/ 833625 w 1040633"/>
                  <a:gd name="connsiteY3-8" fmla="*/ 1219697 h 1219697"/>
                  <a:gd name="connsiteX4-9" fmla="*/ 139870 w 1040633"/>
                  <a:gd name="connsiteY4-10" fmla="*/ 1191723 h 1219697"/>
                  <a:gd name="connsiteX0-11" fmla="*/ 139870 w 1040633"/>
                  <a:gd name="connsiteY0-12" fmla="*/ 1191723 h 1219697"/>
                  <a:gd name="connsiteX1-13" fmla="*/ 0 w 1040633"/>
                  <a:gd name="connsiteY1-14" fmla="*/ 0 h 1219697"/>
                  <a:gd name="connsiteX2-15" fmla="*/ 1040633 w 1040633"/>
                  <a:gd name="connsiteY2-16" fmla="*/ 16785 h 1219697"/>
                  <a:gd name="connsiteX3-17" fmla="*/ 833625 w 1040633"/>
                  <a:gd name="connsiteY3-18" fmla="*/ 1219697 h 1219697"/>
                  <a:gd name="connsiteX4-19" fmla="*/ 139870 w 1040633"/>
                  <a:gd name="connsiteY4-20" fmla="*/ 1191723 h 1219697"/>
                  <a:gd name="connsiteX0-21" fmla="*/ 139870 w 1040633"/>
                  <a:gd name="connsiteY0-22" fmla="*/ 1191723 h 1219697"/>
                  <a:gd name="connsiteX1-23" fmla="*/ 0 w 1040633"/>
                  <a:gd name="connsiteY1-24" fmla="*/ 0 h 1219697"/>
                  <a:gd name="connsiteX2-25" fmla="*/ 1040633 w 1040633"/>
                  <a:gd name="connsiteY2-26" fmla="*/ 16785 h 1219697"/>
                  <a:gd name="connsiteX3-27" fmla="*/ 833625 w 1040633"/>
                  <a:gd name="connsiteY3-28" fmla="*/ 1219697 h 1219697"/>
                  <a:gd name="connsiteX4-29" fmla="*/ 139870 w 1040633"/>
                  <a:gd name="connsiteY4-30" fmla="*/ 1191723 h 1219697"/>
                  <a:gd name="connsiteX0-31" fmla="*/ 139870 w 1040633"/>
                  <a:gd name="connsiteY0-32" fmla="*/ 1191723 h 1219697"/>
                  <a:gd name="connsiteX1-33" fmla="*/ 0 w 1040633"/>
                  <a:gd name="connsiteY1-34" fmla="*/ 0 h 1219697"/>
                  <a:gd name="connsiteX2-35" fmla="*/ 1040633 w 1040633"/>
                  <a:gd name="connsiteY2-36" fmla="*/ 16785 h 1219697"/>
                  <a:gd name="connsiteX3-37" fmla="*/ 833625 w 1040633"/>
                  <a:gd name="connsiteY3-38" fmla="*/ 1219697 h 1219697"/>
                  <a:gd name="connsiteX4-39" fmla="*/ 139870 w 1040633"/>
                  <a:gd name="connsiteY4-40" fmla="*/ 1191723 h 1219697"/>
                  <a:gd name="connsiteX0-41" fmla="*/ 139870 w 1040633"/>
                  <a:gd name="connsiteY0-42" fmla="*/ 1191723 h 1219697"/>
                  <a:gd name="connsiteX1-43" fmla="*/ 0 w 1040633"/>
                  <a:gd name="connsiteY1-44" fmla="*/ 0 h 1219697"/>
                  <a:gd name="connsiteX2-45" fmla="*/ 1040633 w 1040633"/>
                  <a:gd name="connsiteY2-46" fmla="*/ 16785 h 1219697"/>
                  <a:gd name="connsiteX3-47" fmla="*/ 833625 w 1040633"/>
                  <a:gd name="connsiteY3-48" fmla="*/ 1219697 h 1219697"/>
                  <a:gd name="connsiteX4-49" fmla="*/ 418712 w 1040633"/>
                  <a:gd name="connsiteY4-50" fmla="*/ 1189324 h 1219697"/>
                  <a:gd name="connsiteX5" fmla="*/ 139870 w 1040633"/>
                  <a:gd name="connsiteY5" fmla="*/ 1191723 h 1219697"/>
                  <a:gd name="connsiteX0-51" fmla="*/ 139870 w 1040633"/>
                  <a:gd name="connsiteY0-52" fmla="*/ 1191723 h 1355926"/>
                  <a:gd name="connsiteX1-53" fmla="*/ 0 w 1040633"/>
                  <a:gd name="connsiteY1-54" fmla="*/ 0 h 1355926"/>
                  <a:gd name="connsiteX2-55" fmla="*/ 1040633 w 1040633"/>
                  <a:gd name="connsiteY2-56" fmla="*/ 16785 h 1355926"/>
                  <a:gd name="connsiteX3-57" fmla="*/ 833625 w 1040633"/>
                  <a:gd name="connsiteY3-58" fmla="*/ 1219697 h 1355926"/>
                  <a:gd name="connsiteX4-59" fmla="*/ 139870 w 1040633"/>
                  <a:gd name="connsiteY4-60" fmla="*/ 1191723 h 1355926"/>
                  <a:gd name="connsiteX0-61" fmla="*/ 139870 w 1040633"/>
                  <a:gd name="connsiteY0-62" fmla="*/ 1191723 h 1289901"/>
                  <a:gd name="connsiteX1-63" fmla="*/ 0 w 1040633"/>
                  <a:gd name="connsiteY1-64" fmla="*/ 0 h 1289901"/>
                  <a:gd name="connsiteX2-65" fmla="*/ 1040633 w 1040633"/>
                  <a:gd name="connsiteY2-66" fmla="*/ 16785 h 1289901"/>
                  <a:gd name="connsiteX3-67" fmla="*/ 833625 w 1040633"/>
                  <a:gd name="connsiteY3-68" fmla="*/ 1219697 h 1289901"/>
                  <a:gd name="connsiteX4-69" fmla="*/ 139870 w 1040633"/>
                  <a:gd name="connsiteY4-70" fmla="*/ 1191723 h 1289901"/>
                  <a:gd name="connsiteX0-71" fmla="*/ 139870 w 1040633"/>
                  <a:gd name="connsiteY0-72" fmla="*/ 1191723 h 1219697"/>
                  <a:gd name="connsiteX1-73" fmla="*/ 0 w 1040633"/>
                  <a:gd name="connsiteY1-74" fmla="*/ 0 h 1219697"/>
                  <a:gd name="connsiteX2-75" fmla="*/ 1040633 w 1040633"/>
                  <a:gd name="connsiteY2-76" fmla="*/ 16785 h 1219697"/>
                  <a:gd name="connsiteX3-77" fmla="*/ 833625 w 1040633"/>
                  <a:gd name="connsiteY3-78" fmla="*/ 1219697 h 1219697"/>
                  <a:gd name="connsiteX4-79" fmla="*/ 139870 w 1040633"/>
                  <a:gd name="connsiteY4-80" fmla="*/ 1191723 h 1219697"/>
                  <a:gd name="connsiteX0-81" fmla="*/ 139870 w 1040633"/>
                  <a:gd name="connsiteY0-82" fmla="*/ 1191723 h 1191723"/>
                  <a:gd name="connsiteX1-83" fmla="*/ 0 w 1040633"/>
                  <a:gd name="connsiteY1-84" fmla="*/ 0 h 1191723"/>
                  <a:gd name="connsiteX2-85" fmla="*/ 1040633 w 1040633"/>
                  <a:gd name="connsiteY2-86" fmla="*/ 16785 h 1191723"/>
                  <a:gd name="connsiteX3-87" fmla="*/ 671988 w 1040633"/>
                  <a:gd name="connsiteY3-88" fmla="*/ 1158121 h 1191723"/>
                  <a:gd name="connsiteX4-89" fmla="*/ 139870 w 1040633"/>
                  <a:gd name="connsiteY4-90" fmla="*/ 1191723 h 1191723"/>
                  <a:gd name="connsiteX0-91" fmla="*/ 363082 w 1040633"/>
                  <a:gd name="connsiteY0-92" fmla="*/ 1160935 h 1160935"/>
                  <a:gd name="connsiteX1-93" fmla="*/ 0 w 1040633"/>
                  <a:gd name="connsiteY1-94" fmla="*/ 0 h 1160935"/>
                  <a:gd name="connsiteX2-95" fmla="*/ 1040633 w 1040633"/>
                  <a:gd name="connsiteY2-96" fmla="*/ 16785 h 1160935"/>
                  <a:gd name="connsiteX3-97" fmla="*/ 671988 w 1040633"/>
                  <a:gd name="connsiteY3-98" fmla="*/ 1158121 h 1160935"/>
                  <a:gd name="connsiteX4-99" fmla="*/ 363082 w 1040633"/>
                  <a:gd name="connsiteY4-100" fmla="*/ 1160935 h 1160935"/>
                  <a:gd name="connsiteX0-101" fmla="*/ 363082 w 1040633"/>
                  <a:gd name="connsiteY0-102" fmla="*/ 1160935 h 1160935"/>
                  <a:gd name="connsiteX1-103" fmla="*/ 0 w 1040633"/>
                  <a:gd name="connsiteY1-104" fmla="*/ 0 h 1160935"/>
                  <a:gd name="connsiteX2-105" fmla="*/ 1040633 w 1040633"/>
                  <a:gd name="connsiteY2-106" fmla="*/ 16785 h 1160935"/>
                  <a:gd name="connsiteX3-107" fmla="*/ 671988 w 1040633"/>
                  <a:gd name="connsiteY3-108" fmla="*/ 1158121 h 1160935"/>
                  <a:gd name="connsiteX4-109" fmla="*/ 363082 w 1040633"/>
                  <a:gd name="connsiteY4-110" fmla="*/ 1160935 h 1160935"/>
                  <a:gd name="connsiteX0-111" fmla="*/ 363082 w 1040633"/>
                  <a:gd name="connsiteY0-112" fmla="*/ 1160935 h 1160935"/>
                  <a:gd name="connsiteX1-113" fmla="*/ 0 w 1040633"/>
                  <a:gd name="connsiteY1-114" fmla="*/ 0 h 1160935"/>
                  <a:gd name="connsiteX2-115" fmla="*/ 1040633 w 1040633"/>
                  <a:gd name="connsiteY2-116" fmla="*/ 16785 h 1160935"/>
                  <a:gd name="connsiteX3-117" fmla="*/ 671988 w 1040633"/>
                  <a:gd name="connsiteY3-118" fmla="*/ 1158121 h 1160935"/>
                  <a:gd name="connsiteX4-119" fmla="*/ 363082 w 1040633"/>
                  <a:gd name="connsiteY4-120" fmla="*/ 1160935 h 1160935"/>
                  <a:gd name="connsiteX0-121" fmla="*/ 363082 w 1040633"/>
                  <a:gd name="connsiteY0-122" fmla="*/ 1160935 h 1160935"/>
                  <a:gd name="connsiteX1-123" fmla="*/ 0 w 1040633"/>
                  <a:gd name="connsiteY1-124" fmla="*/ 0 h 1160935"/>
                  <a:gd name="connsiteX2-125" fmla="*/ 1040633 w 1040633"/>
                  <a:gd name="connsiteY2-126" fmla="*/ 16785 h 1160935"/>
                  <a:gd name="connsiteX3-127" fmla="*/ 671988 w 1040633"/>
                  <a:gd name="connsiteY3-128" fmla="*/ 1158121 h 1160935"/>
                  <a:gd name="connsiteX4-129" fmla="*/ 363082 w 1040633"/>
                  <a:gd name="connsiteY4-130" fmla="*/ 1160935 h 1160935"/>
                  <a:gd name="connsiteX0-131" fmla="*/ 363082 w 1040633"/>
                  <a:gd name="connsiteY0-132" fmla="*/ 1160935 h 1160935"/>
                  <a:gd name="connsiteX1-133" fmla="*/ 0 w 1040633"/>
                  <a:gd name="connsiteY1-134" fmla="*/ 0 h 1160935"/>
                  <a:gd name="connsiteX2-135" fmla="*/ 1040633 w 1040633"/>
                  <a:gd name="connsiteY2-136" fmla="*/ 16785 h 1160935"/>
                  <a:gd name="connsiteX3-137" fmla="*/ 671988 w 1040633"/>
                  <a:gd name="connsiteY3-138" fmla="*/ 1158121 h 1160935"/>
                  <a:gd name="connsiteX4-139" fmla="*/ 363082 w 1040633"/>
                  <a:gd name="connsiteY4-140" fmla="*/ 1160935 h 1160935"/>
                  <a:gd name="connsiteX0-141" fmla="*/ 363082 w 1040633"/>
                  <a:gd name="connsiteY0-142" fmla="*/ 1160935 h 1160935"/>
                  <a:gd name="connsiteX1-143" fmla="*/ 0 w 1040633"/>
                  <a:gd name="connsiteY1-144" fmla="*/ 0 h 1160935"/>
                  <a:gd name="connsiteX2-145" fmla="*/ 1040633 w 1040633"/>
                  <a:gd name="connsiteY2-146" fmla="*/ 16785 h 1160935"/>
                  <a:gd name="connsiteX3-147" fmla="*/ 671988 w 1040633"/>
                  <a:gd name="connsiteY3-148" fmla="*/ 1158121 h 1160935"/>
                  <a:gd name="connsiteX4-149" fmla="*/ 363082 w 1040633"/>
                  <a:gd name="connsiteY4-150" fmla="*/ 1160935 h 1160935"/>
                  <a:gd name="connsiteX0-151" fmla="*/ 363082 w 1040633"/>
                  <a:gd name="connsiteY0-152" fmla="*/ 1160935 h 1160935"/>
                  <a:gd name="connsiteX1-153" fmla="*/ 0 w 1040633"/>
                  <a:gd name="connsiteY1-154" fmla="*/ 0 h 1160935"/>
                  <a:gd name="connsiteX2-155" fmla="*/ 1040633 w 1040633"/>
                  <a:gd name="connsiteY2-156" fmla="*/ 16785 h 1160935"/>
                  <a:gd name="connsiteX3-157" fmla="*/ 671988 w 1040633"/>
                  <a:gd name="connsiteY3-158" fmla="*/ 1158121 h 1160935"/>
                  <a:gd name="connsiteX4-159" fmla="*/ 363082 w 1040633"/>
                  <a:gd name="connsiteY4-160" fmla="*/ 1160935 h 1160935"/>
                  <a:gd name="connsiteX0-161" fmla="*/ 363082 w 778664"/>
                  <a:gd name="connsiteY0-162" fmla="*/ 1160935 h 1160935"/>
                  <a:gd name="connsiteX1-163" fmla="*/ 0 w 778664"/>
                  <a:gd name="connsiteY1-164" fmla="*/ 0 h 1160935"/>
                  <a:gd name="connsiteX2-165" fmla="*/ 778664 w 778664"/>
                  <a:gd name="connsiteY2-166" fmla="*/ 130682 h 1160935"/>
                  <a:gd name="connsiteX3-167" fmla="*/ 671988 w 778664"/>
                  <a:gd name="connsiteY3-168" fmla="*/ 1158121 h 1160935"/>
                  <a:gd name="connsiteX4-169" fmla="*/ 363082 w 778664"/>
                  <a:gd name="connsiteY4-170" fmla="*/ 1160935 h 1160935"/>
                  <a:gd name="connsiteX0-171" fmla="*/ 363082 w 778664"/>
                  <a:gd name="connsiteY0-172" fmla="*/ 1160935 h 1160935"/>
                  <a:gd name="connsiteX1-173" fmla="*/ 0 w 778664"/>
                  <a:gd name="connsiteY1-174" fmla="*/ 0 h 1160935"/>
                  <a:gd name="connsiteX2-175" fmla="*/ 778664 w 778664"/>
                  <a:gd name="connsiteY2-176" fmla="*/ 130682 h 1160935"/>
                  <a:gd name="connsiteX3-177" fmla="*/ 694768 w 778664"/>
                  <a:gd name="connsiteY3-178" fmla="*/ 1112562 h 1160935"/>
                  <a:gd name="connsiteX4-179" fmla="*/ 363082 w 778664"/>
                  <a:gd name="connsiteY4-180" fmla="*/ 1160935 h 1160935"/>
                  <a:gd name="connsiteX0-181" fmla="*/ 363082 w 778664"/>
                  <a:gd name="connsiteY0-182" fmla="*/ 1160935 h 1160935"/>
                  <a:gd name="connsiteX1-183" fmla="*/ 0 w 778664"/>
                  <a:gd name="connsiteY1-184" fmla="*/ 0 h 1160935"/>
                  <a:gd name="connsiteX2-185" fmla="*/ 778664 w 778664"/>
                  <a:gd name="connsiteY2-186" fmla="*/ 130682 h 1160935"/>
                  <a:gd name="connsiteX3-187" fmla="*/ 694768 w 778664"/>
                  <a:gd name="connsiteY3-188" fmla="*/ 1112562 h 1160935"/>
                  <a:gd name="connsiteX4-189" fmla="*/ 363082 w 778664"/>
                  <a:gd name="connsiteY4-190" fmla="*/ 1160935 h 1160935"/>
                  <a:gd name="connsiteX0-191" fmla="*/ 397252 w 778664"/>
                  <a:gd name="connsiteY0-192" fmla="*/ 1103987 h 1112562"/>
                  <a:gd name="connsiteX1-193" fmla="*/ 0 w 778664"/>
                  <a:gd name="connsiteY1-194" fmla="*/ 0 h 1112562"/>
                  <a:gd name="connsiteX2-195" fmla="*/ 778664 w 778664"/>
                  <a:gd name="connsiteY2-196" fmla="*/ 130682 h 1112562"/>
                  <a:gd name="connsiteX3-197" fmla="*/ 694768 w 778664"/>
                  <a:gd name="connsiteY3-198" fmla="*/ 1112562 h 1112562"/>
                  <a:gd name="connsiteX4-199" fmla="*/ 397252 w 778664"/>
                  <a:gd name="connsiteY4-200" fmla="*/ 1103987 h 1112562"/>
                  <a:gd name="connsiteX0-201" fmla="*/ 397252 w 778664"/>
                  <a:gd name="connsiteY0-202" fmla="*/ 1103987 h 1112562"/>
                  <a:gd name="connsiteX1-203" fmla="*/ 0 w 778664"/>
                  <a:gd name="connsiteY1-204" fmla="*/ 0 h 1112562"/>
                  <a:gd name="connsiteX2-205" fmla="*/ 778664 w 778664"/>
                  <a:gd name="connsiteY2-206" fmla="*/ 130682 h 1112562"/>
                  <a:gd name="connsiteX3-207" fmla="*/ 694768 w 778664"/>
                  <a:gd name="connsiteY3-208" fmla="*/ 1112562 h 1112562"/>
                  <a:gd name="connsiteX4-209" fmla="*/ 397252 w 778664"/>
                  <a:gd name="connsiteY4-210" fmla="*/ 1103987 h 1112562"/>
                  <a:gd name="connsiteX0-211" fmla="*/ 397252 w 778664"/>
                  <a:gd name="connsiteY0-212" fmla="*/ 1103987 h 1112562"/>
                  <a:gd name="connsiteX1-213" fmla="*/ 0 w 778664"/>
                  <a:gd name="connsiteY1-214" fmla="*/ 0 h 1112562"/>
                  <a:gd name="connsiteX2-215" fmla="*/ 778664 w 778664"/>
                  <a:gd name="connsiteY2-216" fmla="*/ 130682 h 1112562"/>
                  <a:gd name="connsiteX3-217" fmla="*/ 694768 w 778664"/>
                  <a:gd name="connsiteY3-218" fmla="*/ 1112562 h 1112562"/>
                  <a:gd name="connsiteX4-219" fmla="*/ 397252 w 778664"/>
                  <a:gd name="connsiteY4-220" fmla="*/ 1103987 h 1112562"/>
                  <a:gd name="connsiteX0-221" fmla="*/ 123893 w 505305"/>
                  <a:gd name="connsiteY0-222" fmla="*/ 973305 h 981880"/>
                  <a:gd name="connsiteX1-223" fmla="*/ 0 w 505305"/>
                  <a:gd name="connsiteY1-224" fmla="*/ 28773 h 981880"/>
                  <a:gd name="connsiteX2-225" fmla="*/ 505305 w 505305"/>
                  <a:gd name="connsiteY2-226" fmla="*/ 0 h 981880"/>
                  <a:gd name="connsiteX3-227" fmla="*/ 421409 w 505305"/>
                  <a:gd name="connsiteY3-228" fmla="*/ 981880 h 981880"/>
                  <a:gd name="connsiteX4-229" fmla="*/ 123893 w 505305"/>
                  <a:gd name="connsiteY4-230" fmla="*/ 973305 h 981880"/>
                  <a:gd name="connsiteX0-231" fmla="*/ 123893 w 505305"/>
                  <a:gd name="connsiteY0-232" fmla="*/ 973305 h 981880"/>
                  <a:gd name="connsiteX1-233" fmla="*/ 0 w 505305"/>
                  <a:gd name="connsiteY1-234" fmla="*/ 28773 h 981880"/>
                  <a:gd name="connsiteX2-235" fmla="*/ 505305 w 505305"/>
                  <a:gd name="connsiteY2-236" fmla="*/ 0 h 981880"/>
                  <a:gd name="connsiteX3-237" fmla="*/ 421409 w 505305"/>
                  <a:gd name="connsiteY3-238" fmla="*/ 981880 h 981880"/>
                  <a:gd name="connsiteX4-239" fmla="*/ 123893 w 505305"/>
                  <a:gd name="connsiteY4-240" fmla="*/ 973305 h 981880"/>
                  <a:gd name="connsiteX0-241" fmla="*/ 123893 w 505305"/>
                  <a:gd name="connsiteY0-242" fmla="*/ 973305 h 981880"/>
                  <a:gd name="connsiteX1-243" fmla="*/ 0 w 505305"/>
                  <a:gd name="connsiteY1-244" fmla="*/ 28773 h 981880"/>
                  <a:gd name="connsiteX2-245" fmla="*/ 505305 w 505305"/>
                  <a:gd name="connsiteY2-246" fmla="*/ 0 h 981880"/>
                  <a:gd name="connsiteX3-247" fmla="*/ 421409 w 505305"/>
                  <a:gd name="connsiteY3-248" fmla="*/ 981880 h 981880"/>
                  <a:gd name="connsiteX4-249" fmla="*/ 123893 w 505305"/>
                  <a:gd name="connsiteY4-250" fmla="*/ 973305 h 981880"/>
                  <a:gd name="connsiteX0-251" fmla="*/ 123893 w 505305"/>
                  <a:gd name="connsiteY0-252" fmla="*/ 973305 h 981880"/>
                  <a:gd name="connsiteX1-253" fmla="*/ 0 w 505305"/>
                  <a:gd name="connsiteY1-254" fmla="*/ 28773 h 981880"/>
                  <a:gd name="connsiteX2-255" fmla="*/ 505305 w 505305"/>
                  <a:gd name="connsiteY2-256" fmla="*/ 0 h 981880"/>
                  <a:gd name="connsiteX3-257" fmla="*/ 421409 w 505305"/>
                  <a:gd name="connsiteY3-258" fmla="*/ 981880 h 981880"/>
                  <a:gd name="connsiteX4-259" fmla="*/ 123893 w 505305"/>
                  <a:gd name="connsiteY4-260" fmla="*/ 973305 h 981880"/>
                  <a:gd name="connsiteX0-261" fmla="*/ 118198 w 499610"/>
                  <a:gd name="connsiteY0-262" fmla="*/ 973305 h 981880"/>
                  <a:gd name="connsiteX1-263" fmla="*/ 0 w 499610"/>
                  <a:gd name="connsiteY1-264" fmla="*/ 11688 h 981880"/>
                  <a:gd name="connsiteX2-265" fmla="*/ 499610 w 499610"/>
                  <a:gd name="connsiteY2-266" fmla="*/ 0 h 981880"/>
                  <a:gd name="connsiteX3-267" fmla="*/ 415714 w 499610"/>
                  <a:gd name="connsiteY3-268" fmla="*/ 981880 h 981880"/>
                  <a:gd name="connsiteX4-269" fmla="*/ 118198 w 499610"/>
                  <a:gd name="connsiteY4-270" fmla="*/ 973305 h 981880"/>
                  <a:gd name="connsiteX0-271" fmla="*/ 118198 w 499610"/>
                  <a:gd name="connsiteY0-272" fmla="*/ 973305 h 981880"/>
                  <a:gd name="connsiteX1-273" fmla="*/ 0 w 499610"/>
                  <a:gd name="connsiteY1-274" fmla="*/ 11688 h 981880"/>
                  <a:gd name="connsiteX2-275" fmla="*/ 499610 w 499610"/>
                  <a:gd name="connsiteY2-276" fmla="*/ 0 h 981880"/>
                  <a:gd name="connsiteX3-277" fmla="*/ 415714 w 499610"/>
                  <a:gd name="connsiteY3-278" fmla="*/ 981880 h 981880"/>
                  <a:gd name="connsiteX4-279" fmla="*/ 118198 w 499610"/>
                  <a:gd name="connsiteY4-280" fmla="*/ 973305 h 981880"/>
                  <a:gd name="connsiteX0-281" fmla="*/ 118198 w 499610"/>
                  <a:gd name="connsiteY0-282" fmla="*/ 973305 h 981880"/>
                  <a:gd name="connsiteX1-283" fmla="*/ 0 w 499610"/>
                  <a:gd name="connsiteY1-284" fmla="*/ 11688 h 981880"/>
                  <a:gd name="connsiteX2-285" fmla="*/ 499610 w 499610"/>
                  <a:gd name="connsiteY2-286" fmla="*/ 0 h 981880"/>
                  <a:gd name="connsiteX3-287" fmla="*/ 415714 w 499610"/>
                  <a:gd name="connsiteY3-288" fmla="*/ 981880 h 981880"/>
                  <a:gd name="connsiteX4-289" fmla="*/ 118198 w 499610"/>
                  <a:gd name="connsiteY4-290" fmla="*/ 973305 h 981880"/>
                  <a:gd name="connsiteX0-291" fmla="*/ 118198 w 499610"/>
                  <a:gd name="connsiteY0-292" fmla="*/ 973305 h 981880"/>
                  <a:gd name="connsiteX1-293" fmla="*/ 0 w 499610"/>
                  <a:gd name="connsiteY1-294" fmla="*/ 11688 h 981880"/>
                  <a:gd name="connsiteX2-295" fmla="*/ 499610 w 499610"/>
                  <a:gd name="connsiteY2-296" fmla="*/ 0 h 981880"/>
                  <a:gd name="connsiteX3-297" fmla="*/ 415714 w 499610"/>
                  <a:gd name="connsiteY3-298" fmla="*/ 981880 h 981880"/>
                  <a:gd name="connsiteX4-299" fmla="*/ 118198 w 499610"/>
                  <a:gd name="connsiteY4-300" fmla="*/ 973305 h 981880"/>
                  <a:gd name="connsiteX0-301" fmla="*/ 118198 w 499610"/>
                  <a:gd name="connsiteY0-302" fmla="*/ 973305 h 981880"/>
                  <a:gd name="connsiteX1-303" fmla="*/ 0 w 499610"/>
                  <a:gd name="connsiteY1-304" fmla="*/ 11688 h 981880"/>
                  <a:gd name="connsiteX2-305" fmla="*/ 499610 w 499610"/>
                  <a:gd name="connsiteY2-306" fmla="*/ 0 h 981880"/>
                  <a:gd name="connsiteX3-307" fmla="*/ 415714 w 499610"/>
                  <a:gd name="connsiteY3-308" fmla="*/ 981880 h 981880"/>
                  <a:gd name="connsiteX4-309" fmla="*/ 118198 w 499610"/>
                  <a:gd name="connsiteY4-310" fmla="*/ 973305 h 981880"/>
                  <a:gd name="connsiteX0-311" fmla="*/ 118198 w 499610"/>
                  <a:gd name="connsiteY0-312" fmla="*/ 973305 h 976186"/>
                  <a:gd name="connsiteX1-313" fmla="*/ 0 w 499610"/>
                  <a:gd name="connsiteY1-314" fmla="*/ 11688 h 976186"/>
                  <a:gd name="connsiteX2-315" fmla="*/ 499610 w 499610"/>
                  <a:gd name="connsiteY2-316" fmla="*/ 0 h 976186"/>
                  <a:gd name="connsiteX3-317" fmla="*/ 273339 w 499610"/>
                  <a:gd name="connsiteY3-318" fmla="*/ 976186 h 976186"/>
                  <a:gd name="connsiteX4-319" fmla="*/ 118198 w 499610"/>
                  <a:gd name="connsiteY4-320" fmla="*/ 973305 h 976186"/>
                  <a:gd name="connsiteX0-321" fmla="*/ 118198 w 499610"/>
                  <a:gd name="connsiteY0-322" fmla="*/ 973305 h 976186"/>
                  <a:gd name="connsiteX1-323" fmla="*/ 0 w 499610"/>
                  <a:gd name="connsiteY1-324" fmla="*/ 11688 h 976186"/>
                  <a:gd name="connsiteX2-325" fmla="*/ 499610 w 499610"/>
                  <a:gd name="connsiteY2-326" fmla="*/ 0 h 976186"/>
                  <a:gd name="connsiteX3-327" fmla="*/ 273339 w 499610"/>
                  <a:gd name="connsiteY3-328" fmla="*/ 976186 h 976186"/>
                  <a:gd name="connsiteX4-329" fmla="*/ 118198 w 499610"/>
                  <a:gd name="connsiteY4-330" fmla="*/ 973305 h 976186"/>
                  <a:gd name="connsiteX0-331" fmla="*/ 197928 w 499610"/>
                  <a:gd name="connsiteY0-332" fmla="*/ 973305 h 976186"/>
                  <a:gd name="connsiteX1-333" fmla="*/ 0 w 499610"/>
                  <a:gd name="connsiteY1-334" fmla="*/ 11688 h 976186"/>
                  <a:gd name="connsiteX2-335" fmla="*/ 499610 w 499610"/>
                  <a:gd name="connsiteY2-336" fmla="*/ 0 h 976186"/>
                  <a:gd name="connsiteX3-337" fmla="*/ 273339 w 499610"/>
                  <a:gd name="connsiteY3-338" fmla="*/ 976186 h 976186"/>
                  <a:gd name="connsiteX4-339" fmla="*/ 197928 w 499610"/>
                  <a:gd name="connsiteY4-340" fmla="*/ 973305 h 976186"/>
                  <a:gd name="connsiteX0-341" fmla="*/ 197928 w 499610"/>
                  <a:gd name="connsiteY0-342" fmla="*/ 973305 h 976186"/>
                  <a:gd name="connsiteX1-343" fmla="*/ 0 w 499610"/>
                  <a:gd name="connsiteY1-344" fmla="*/ 11688 h 976186"/>
                  <a:gd name="connsiteX2-345" fmla="*/ 499610 w 499610"/>
                  <a:gd name="connsiteY2-346" fmla="*/ 0 h 976186"/>
                  <a:gd name="connsiteX3-347" fmla="*/ 273339 w 499610"/>
                  <a:gd name="connsiteY3-348" fmla="*/ 976186 h 976186"/>
                  <a:gd name="connsiteX4-349" fmla="*/ 197928 w 499610"/>
                  <a:gd name="connsiteY4-350" fmla="*/ 973305 h 976186"/>
                  <a:gd name="connsiteX0-351" fmla="*/ 197928 w 499610"/>
                  <a:gd name="connsiteY0-352" fmla="*/ 973305 h 976186"/>
                  <a:gd name="connsiteX1-353" fmla="*/ 0 w 499610"/>
                  <a:gd name="connsiteY1-354" fmla="*/ 11688 h 976186"/>
                  <a:gd name="connsiteX2-355" fmla="*/ 499610 w 499610"/>
                  <a:gd name="connsiteY2-356" fmla="*/ 0 h 976186"/>
                  <a:gd name="connsiteX3-357" fmla="*/ 273339 w 499610"/>
                  <a:gd name="connsiteY3-358" fmla="*/ 976186 h 976186"/>
                  <a:gd name="connsiteX4-359" fmla="*/ 197928 w 499610"/>
                  <a:gd name="connsiteY4-360" fmla="*/ 973305 h 976186"/>
                  <a:gd name="connsiteX0-361" fmla="*/ 197928 w 499610"/>
                  <a:gd name="connsiteY0-362" fmla="*/ 973305 h 976186"/>
                  <a:gd name="connsiteX1-363" fmla="*/ 0 w 499610"/>
                  <a:gd name="connsiteY1-364" fmla="*/ 11688 h 976186"/>
                  <a:gd name="connsiteX2-365" fmla="*/ 499610 w 499610"/>
                  <a:gd name="connsiteY2-366" fmla="*/ 0 h 976186"/>
                  <a:gd name="connsiteX3-367" fmla="*/ 273339 w 499610"/>
                  <a:gd name="connsiteY3-368" fmla="*/ 976186 h 976186"/>
                  <a:gd name="connsiteX4-369" fmla="*/ 197928 w 499610"/>
                  <a:gd name="connsiteY4-370" fmla="*/ 973305 h 976186"/>
                  <a:gd name="connsiteX0-371" fmla="*/ 197928 w 621064"/>
                  <a:gd name="connsiteY0-372" fmla="*/ 973305 h 973305"/>
                  <a:gd name="connsiteX1-373" fmla="*/ 0 w 621064"/>
                  <a:gd name="connsiteY1-374" fmla="*/ 11688 h 973305"/>
                  <a:gd name="connsiteX2-375" fmla="*/ 499610 w 621064"/>
                  <a:gd name="connsiteY2-376" fmla="*/ 0 h 973305"/>
                  <a:gd name="connsiteX3-377" fmla="*/ 558839 w 621064"/>
                  <a:gd name="connsiteY3-378" fmla="*/ 754682 h 973305"/>
                  <a:gd name="connsiteX4-379" fmla="*/ 197928 w 621064"/>
                  <a:gd name="connsiteY4-380" fmla="*/ 973305 h 973305"/>
                  <a:gd name="connsiteX0-381" fmla="*/ 197928 w 558839"/>
                  <a:gd name="connsiteY0-382" fmla="*/ 973305 h 973305"/>
                  <a:gd name="connsiteX1-383" fmla="*/ 0 w 558839"/>
                  <a:gd name="connsiteY1-384" fmla="*/ 11688 h 973305"/>
                  <a:gd name="connsiteX2-385" fmla="*/ 499610 w 558839"/>
                  <a:gd name="connsiteY2-386" fmla="*/ 0 h 973305"/>
                  <a:gd name="connsiteX3-387" fmla="*/ 558839 w 558839"/>
                  <a:gd name="connsiteY3-388" fmla="*/ 754682 h 973305"/>
                  <a:gd name="connsiteX4-389" fmla="*/ 197928 w 558839"/>
                  <a:gd name="connsiteY4-390" fmla="*/ 973305 h 973305"/>
                  <a:gd name="connsiteX0-391" fmla="*/ 197928 w 558839"/>
                  <a:gd name="connsiteY0-392" fmla="*/ 973305 h 973305"/>
                  <a:gd name="connsiteX1-393" fmla="*/ 0 w 558839"/>
                  <a:gd name="connsiteY1-394" fmla="*/ 11688 h 973305"/>
                  <a:gd name="connsiteX2-395" fmla="*/ 499610 w 558839"/>
                  <a:gd name="connsiteY2-396" fmla="*/ 0 h 973305"/>
                  <a:gd name="connsiteX3-397" fmla="*/ 558839 w 558839"/>
                  <a:gd name="connsiteY3-398" fmla="*/ 754682 h 973305"/>
                  <a:gd name="connsiteX4-399" fmla="*/ 197928 w 558839"/>
                  <a:gd name="connsiteY4-400" fmla="*/ 973305 h 973305"/>
                  <a:gd name="connsiteX0-401" fmla="*/ 370213 w 558839"/>
                  <a:gd name="connsiteY0-402" fmla="*/ 796102 h 796102"/>
                  <a:gd name="connsiteX1-403" fmla="*/ 0 w 558839"/>
                  <a:gd name="connsiteY1-404" fmla="*/ 11688 h 796102"/>
                  <a:gd name="connsiteX2-405" fmla="*/ 499610 w 558839"/>
                  <a:gd name="connsiteY2-406" fmla="*/ 0 h 796102"/>
                  <a:gd name="connsiteX3-407" fmla="*/ 558839 w 558839"/>
                  <a:gd name="connsiteY3-408" fmla="*/ 754682 h 796102"/>
                  <a:gd name="connsiteX4-409" fmla="*/ 370213 w 558839"/>
                  <a:gd name="connsiteY4-410" fmla="*/ 796102 h 796102"/>
                  <a:gd name="connsiteX0-411" fmla="*/ 370213 w 558839"/>
                  <a:gd name="connsiteY0-412" fmla="*/ 796102 h 796102"/>
                  <a:gd name="connsiteX1-413" fmla="*/ 0 w 558839"/>
                  <a:gd name="connsiteY1-414" fmla="*/ 11688 h 796102"/>
                  <a:gd name="connsiteX2-415" fmla="*/ 499610 w 558839"/>
                  <a:gd name="connsiteY2-416" fmla="*/ 0 h 796102"/>
                  <a:gd name="connsiteX3-417" fmla="*/ 558839 w 558839"/>
                  <a:gd name="connsiteY3-418" fmla="*/ 754682 h 796102"/>
                  <a:gd name="connsiteX4-419" fmla="*/ 370213 w 558839"/>
                  <a:gd name="connsiteY4-420" fmla="*/ 796102 h 796102"/>
                  <a:gd name="connsiteX0-421" fmla="*/ 370213 w 558839"/>
                  <a:gd name="connsiteY0-422" fmla="*/ 796102 h 796102"/>
                  <a:gd name="connsiteX1-423" fmla="*/ 0 w 558839"/>
                  <a:gd name="connsiteY1-424" fmla="*/ 11688 h 796102"/>
                  <a:gd name="connsiteX2-425" fmla="*/ 499610 w 558839"/>
                  <a:gd name="connsiteY2-426" fmla="*/ 0 h 796102"/>
                  <a:gd name="connsiteX3-427" fmla="*/ 558839 w 558839"/>
                  <a:gd name="connsiteY3-428" fmla="*/ 754682 h 796102"/>
                  <a:gd name="connsiteX4-429" fmla="*/ 370213 w 558839"/>
                  <a:gd name="connsiteY4-430" fmla="*/ 796102 h 796102"/>
                  <a:gd name="connsiteX0-431" fmla="*/ 370213 w 558839"/>
                  <a:gd name="connsiteY0-432" fmla="*/ 1315828 h 1315828"/>
                  <a:gd name="connsiteX1-433" fmla="*/ 0 w 558839"/>
                  <a:gd name="connsiteY1-434" fmla="*/ 531414 h 1315828"/>
                  <a:gd name="connsiteX2-435" fmla="*/ 506930 w 558839"/>
                  <a:gd name="connsiteY2-436" fmla="*/ 0 h 1315828"/>
                  <a:gd name="connsiteX3-437" fmla="*/ 558839 w 558839"/>
                  <a:gd name="connsiteY3-438" fmla="*/ 1274408 h 1315828"/>
                  <a:gd name="connsiteX4-439" fmla="*/ 370213 w 558839"/>
                  <a:gd name="connsiteY4-440" fmla="*/ 1315828 h 1315828"/>
                  <a:gd name="connsiteX0-441" fmla="*/ 384853 w 573479"/>
                  <a:gd name="connsiteY0-442" fmla="*/ 1326654 h 1326654"/>
                  <a:gd name="connsiteX1-443" fmla="*/ 0 w 573479"/>
                  <a:gd name="connsiteY1-444" fmla="*/ 554 h 1326654"/>
                  <a:gd name="connsiteX2-445" fmla="*/ 521570 w 573479"/>
                  <a:gd name="connsiteY2-446" fmla="*/ 10826 h 1326654"/>
                  <a:gd name="connsiteX3-447" fmla="*/ 573479 w 573479"/>
                  <a:gd name="connsiteY3-448" fmla="*/ 1285234 h 1326654"/>
                  <a:gd name="connsiteX4-449" fmla="*/ 384853 w 573479"/>
                  <a:gd name="connsiteY4-450" fmla="*/ 1326654 h 1326654"/>
                  <a:gd name="connsiteX0-451" fmla="*/ 384853 w 573479"/>
                  <a:gd name="connsiteY0-452" fmla="*/ 1326654 h 1326654"/>
                  <a:gd name="connsiteX1-453" fmla="*/ 0 w 573479"/>
                  <a:gd name="connsiteY1-454" fmla="*/ 554 h 1326654"/>
                  <a:gd name="connsiteX2-455" fmla="*/ 521570 w 573479"/>
                  <a:gd name="connsiteY2-456" fmla="*/ 10826 h 1326654"/>
                  <a:gd name="connsiteX3-457" fmla="*/ 573479 w 573479"/>
                  <a:gd name="connsiteY3-458" fmla="*/ 1285234 h 1326654"/>
                  <a:gd name="connsiteX4-459" fmla="*/ 384853 w 573479"/>
                  <a:gd name="connsiteY4-460" fmla="*/ 1326654 h 1326654"/>
                  <a:gd name="connsiteX0-461" fmla="*/ 384853 w 573479"/>
                  <a:gd name="connsiteY0-462" fmla="*/ 1326654 h 1326654"/>
                  <a:gd name="connsiteX1-463" fmla="*/ 0 w 573479"/>
                  <a:gd name="connsiteY1-464" fmla="*/ 554 h 1326654"/>
                  <a:gd name="connsiteX2-465" fmla="*/ 521570 w 573479"/>
                  <a:gd name="connsiteY2-466" fmla="*/ 10826 h 1326654"/>
                  <a:gd name="connsiteX3-467" fmla="*/ 573479 w 573479"/>
                  <a:gd name="connsiteY3-468" fmla="*/ 1285234 h 1326654"/>
                  <a:gd name="connsiteX4-469" fmla="*/ 384853 w 573479"/>
                  <a:gd name="connsiteY4-470" fmla="*/ 1326654 h 1326654"/>
                  <a:gd name="connsiteX0-471" fmla="*/ 384853 w 573479"/>
                  <a:gd name="connsiteY0-472" fmla="*/ 1326654 h 1326654"/>
                  <a:gd name="connsiteX1-473" fmla="*/ 0 w 573479"/>
                  <a:gd name="connsiteY1-474" fmla="*/ 554 h 1326654"/>
                  <a:gd name="connsiteX2-475" fmla="*/ 521570 w 573479"/>
                  <a:gd name="connsiteY2-476" fmla="*/ 10826 h 1326654"/>
                  <a:gd name="connsiteX3-477" fmla="*/ 573479 w 573479"/>
                  <a:gd name="connsiteY3-478" fmla="*/ 1285234 h 1326654"/>
                  <a:gd name="connsiteX4-479" fmla="*/ 384853 w 573479"/>
                  <a:gd name="connsiteY4-480" fmla="*/ 1326654 h 1326654"/>
                  <a:gd name="connsiteX0-481" fmla="*/ 384853 w 573479"/>
                  <a:gd name="connsiteY0-482" fmla="*/ 1326654 h 1326654"/>
                  <a:gd name="connsiteX1-483" fmla="*/ 0 w 573479"/>
                  <a:gd name="connsiteY1-484" fmla="*/ 554 h 1326654"/>
                  <a:gd name="connsiteX2-485" fmla="*/ 521570 w 573479"/>
                  <a:gd name="connsiteY2-486" fmla="*/ 10826 h 1326654"/>
                  <a:gd name="connsiteX3-487" fmla="*/ 573479 w 573479"/>
                  <a:gd name="connsiteY3-488" fmla="*/ 1285234 h 1326654"/>
                  <a:gd name="connsiteX4-489" fmla="*/ 384853 w 573479"/>
                  <a:gd name="connsiteY4-490" fmla="*/ 1326654 h 1326654"/>
                  <a:gd name="connsiteX0-491" fmla="*/ 384853 w 573479"/>
                  <a:gd name="connsiteY0-492" fmla="*/ 1326654 h 1326654"/>
                  <a:gd name="connsiteX1-493" fmla="*/ 0 w 573479"/>
                  <a:gd name="connsiteY1-494" fmla="*/ 554 h 1326654"/>
                  <a:gd name="connsiteX2-495" fmla="*/ 521570 w 573479"/>
                  <a:gd name="connsiteY2-496" fmla="*/ 10826 h 1326654"/>
                  <a:gd name="connsiteX3-497" fmla="*/ 573479 w 573479"/>
                  <a:gd name="connsiteY3-498" fmla="*/ 1285234 h 1326654"/>
                  <a:gd name="connsiteX4-499" fmla="*/ 384853 w 573479"/>
                  <a:gd name="connsiteY4-500" fmla="*/ 1326654 h 1326654"/>
                  <a:gd name="connsiteX0-501" fmla="*/ 384853 w 588119"/>
                  <a:gd name="connsiteY0-502" fmla="*/ 1326654 h 1326654"/>
                  <a:gd name="connsiteX1-503" fmla="*/ 0 w 588119"/>
                  <a:gd name="connsiteY1-504" fmla="*/ 554 h 1326654"/>
                  <a:gd name="connsiteX2-505" fmla="*/ 521570 w 588119"/>
                  <a:gd name="connsiteY2-506" fmla="*/ 10826 h 1326654"/>
                  <a:gd name="connsiteX3-507" fmla="*/ 588119 w 588119"/>
                  <a:gd name="connsiteY3-508" fmla="*/ 1321835 h 1326654"/>
                  <a:gd name="connsiteX4-509" fmla="*/ 384853 w 588119"/>
                  <a:gd name="connsiteY4-510" fmla="*/ 1326654 h 1326654"/>
                  <a:gd name="connsiteX0-511" fmla="*/ 384853 w 588119"/>
                  <a:gd name="connsiteY0-512" fmla="*/ 1326654 h 1326654"/>
                  <a:gd name="connsiteX1-513" fmla="*/ 0 w 588119"/>
                  <a:gd name="connsiteY1-514" fmla="*/ 554 h 1326654"/>
                  <a:gd name="connsiteX2-515" fmla="*/ 521570 w 588119"/>
                  <a:gd name="connsiteY2-516" fmla="*/ 10826 h 1326654"/>
                  <a:gd name="connsiteX3-517" fmla="*/ 588119 w 588119"/>
                  <a:gd name="connsiteY3-518" fmla="*/ 1321835 h 1326654"/>
                  <a:gd name="connsiteX4-519" fmla="*/ 384853 w 588119"/>
                  <a:gd name="connsiteY4-520" fmla="*/ 1326654 h 1326654"/>
                  <a:gd name="connsiteX0-521" fmla="*/ 384853 w 588119"/>
                  <a:gd name="connsiteY0-522" fmla="*/ 1326148 h 1326148"/>
                  <a:gd name="connsiteX1-523" fmla="*/ 0 w 588119"/>
                  <a:gd name="connsiteY1-524" fmla="*/ 48 h 1326148"/>
                  <a:gd name="connsiteX2-525" fmla="*/ 521570 w 588119"/>
                  <a:gd name="connsiteY2-526" fmla="*/ 228243 h 1326148"/>
                  <a:gd name="connsiteX3-527" fmla="*/ 588119 w 588119"/>
                  <a:gd name="connsiteY3-528" fmla="*/ 1321329 h 1326148"/>
                  <a:gd name="connsiteX4-529" fmla="*/ 384853 w 588119"/>
                  <a:gd name="connsiteY4-530" fmla="*/ 1326148 h 1326148"/>
                  <a:gd name="connsiteX0-531" fmla="*/ 384853 w 588119"/>
                  <a:gd name="connsiteY0-532" fmla="*/ 1326148 h 1326148"/>
                  <a:gd name="connsiteX1-533" fmla="*/ 0 w 588119"/>
                  <a:gd name="connsiteY1-534" fmla="*/ 48 h 1326148"/>
                  <a:gd name="connsiteX2-535" fmla="*/ 521570 w 588119"/>
                  <a:gd name="connsiteY2-536" fmla="*/ 228243 h 1326148"/>
                  <a:gd name="connsiteX3-537" fmla="*/ 588119 w 588119"/>
                  <a:gd name="connsiteY3-538" fmla="*/ 1321329 h 1326148"/>
                  <a:gd name="connsiteX4-539" fmla="*/ 384853 w 588119"/>
                  <a:gd name="connsiteY4-540" fmla="*/ 1326148 h 1326148"/>
                  <a:gd name="connsiteX0-541" fmla="*/ 384853 w 588119"/>
                  <a:gd name="connsiteY0-542" fmla="*/ 1326148 h 1326148"/>
                  <a:gd name="connsiteX1-543" fmla="*/ 0 w 588119"/>
                  <a:gd name="connsiteY1-544" fmla="*/ 48 h 1326148"/>
                  <a:gd name="connsiteX2-545" fmla="*/ 521570 w 588119"/>
                  <a:gd name="connsiteY2-546" fmla="*/ 228243 h 1326148"/>
                  <a:gd name="connsiteX3-547" fmla="*/ 588119 w 588119"/>
                  <a:gd name="connsiteY3-548" fmla="*/ 1321329 h 1326148"/>
                  <a:gd name="connsiteX4-549" fmla="*/ 384853 w 588119"/>
                  <a:gd name="connsiteY4-550" fmla="*/ 1326148 h 1326148"/>
                  <a:gd name="connsiteX0-551" fmla="*/ 366066 w 569332"/>
                  <a:gd name="connsiteY0-552" fmla="*/ 1097905 h 1097905"/>
                  <a:gd name="connsiteX1-553" fmla="*/ 0 w 569332"/>
                  <a:gd name="connsiteY1-554" fmla="*/ 4757 h 1097905"/>
                  <a:gd name="connsiteX2-555" fmla="*/ 502783 w 569332"/>
                  <a:gd name="connsiteY2-556" fmla="*/ 0 h 1097905"/>
                  <a:gd name="connsiteX3-557" fmla="*/ 569332 w 569332"/>
                  <a:gd name="connsiteY3-558" fmla="*/ 1093086 h 1097905"/>
                  <a:gd name="connsiteX4-559" fmla="*/ 366066 w 569332"/>
                  <a:gd name="connsiteY4-560" fmla="*/ 1097905 h 1097905"/>
                  <a:gd name="connsiteX0-561" fmla="*/ 366066 w 569332"/>
                  <a:gd name="connsiteY0-562" fmla="*/ 1097905 h 1097905"/>
                  <a:gd name="connsiteX1-563" fmla="*/ 0 w 569332"/>
                  <a:gd name="connsiteY1-564" fmla="*/ 4757 h 1097905"/>
                  <a:gd name="connsiteX2-565" fmla="*/ 502783 w 569332"/>
                  <a:gd name="connsiteY2-566" fmla="*/ 0 h 1097905"/>
                  <a:gd name="connsiteX3-567" fmla="*/ 569332 w 569332"/>
                  <a:gd name="connsiteY3-568" fmla="*/ 1093086 h 1097905"/>
                  <a:gd name="connsiteX4-569" fmla="*/ 366066 w 569332"/>
                  <a:gd name="connsiteY4-570" fmla="*/ 1097905 h 1097905"/>
                  <a:gd name="connsiteX0-571" fmla="*/ 366066 w 569332"/>
                  <a:gd name="connsiteY0-572" fmla="*/ 1097905 h 1097905"/>
                  <a:gd name="connsiteX1-573" fmla="*/ 0 w 569332"/>
                  <a:gd name="connsiteY1-574" fmla="*/ 4757 h 1097905"/>
                  <a:gd name="connsiteX2-575" fmla="*/ 502783 w 569332"/>
                  <a:gd name="connsiteY2-576" fmla="*/ 0 h 1097905"/>
                  <a:gd name="connsiteX3-577" fmla="*/ 569332 w 569332"/>
                  <a:gd name="connsiteY3-578" fmla="*/ 1093086 h 1097905"/>
                  <a:gd name="connsiteX4-579" fmla="*/ 366066 w 569332"/>
                  <a:gd name="connsiteY4-580" fmla="*/ 1097905 h 1097905"/>
                  <a:gd name="connsiteX0-581" fmla="*/ 366066 w 594113"/>
                  <a:gd name="connsiteY0-582" fmla="*/ 1097905 h 1179971"/>
                  <a:gd name="connsiteX1-583" fmla="*/ 0 w 594113"/>
                  <a:gd name="connsiteY1-584" fmla="*/ 4757 h 1179971"/>
                  <a:gd name="connsiteX2-585" fmla="*/ 502783 w 594113"/>
                  <a:gd name="connsiteY2-586" fmla="*/ 0 h 1179971"/>
                  <a:gd name="connsiteX3-587" fmla="*/ 594113 w 594113"/>
                  <a:gd name="connsiteY3-588" fmla="*/ 1179818 h 1179971"/>
                  <a:gd name="connsiteX4-589" fmla="*/ 366066 w 594113"/>
                  <a:gd name="connsiteY4-590" fmla="*/ 1097905 h 1179971"/>
                  <a:gd name="connsiteX0-591" fmla="*/ 403236 w 594113"/>
                  <a:gd name="connsiteY0-592" fmla="*/ 1215612 h 1215612"/>
                  <a:gd name="connsiteX1-593" fmla="*/ 0 w 594113"/>
                  <a:gd name="connsiteY1-594" fmla="*/ 4757 h 1215612"/>
                  <a:gd name="connsiteX2-595" fmla="*/ 502783 w 594113"/>
                  <a:gd name="connsiteY2-596" fmla="*/ 0 h 1215612"/>
                  <a:gd name="connsiteX3-597" fmla="*/ 594113 w 594113"/>
                  <a:gd name="connsiteY3-598" fmla="*/ 1179818 h 1215612"/>
                  <a:gd name="connsiteX4-599" fmla="*/ 403236 w 594113"/>
                  <a:gd name="connsiteY4-600" fmla="*/ 1215612 h 1215612"/>
                  <a:gd name="connsiteX0-601" fmla="*/ 403236 w 574100"/>
                  <a:gd name="connsiteY0-602" fmla="*/ 1215612 h 1215612"/>
                  <a:gd name="connsiteX1-603" fmla="*/ 0 w 574100"/>
                  <a:gd name="connsiteY1-604" fmla="*/ 4757 h 1215612"/>
                  <a:gd name="connsiteX2-605" fmla="*/ 502783 w 574100"/>
                  <a:gd name="connsiteY2-606" fmla="*/ 0 h 1215612"/>
                  <a:gd name="connsiteX3-607" fmla="*/ 574100 w 574100"/>
                  <a:gd name="connsiteY3-608" fmla="*/ 1014877 h 1215612"/>
                  <a:gd name="connsiteX4-609" fmla="*/ 403236 w 574100"/>
                  <a:gd name="connsiteY4-610" fmla="*/ 1215612 h 1215612"/>
                  <a:gd name="connsiteX0-611" fmla="*/ 333190 w 574100"/>
                  <a:gd name="connsiteY0-612" fmla="*/ 985695 h 1015244"/>
                  <a:gd name="connsiteX1-613" fmla="*/ 0 w 574100"/>
                  <a:gd name="connsiteY1-614" fmla="*/ 4757 h 1015244"/>
                  <a:gd name="connsiteX2-615" fmla="*/ 502783 w 574100"/>
                  <a:gd name="connsiteY2-616" fmla="*/ 0 h 1015244"/>
                  <a:gd name="connsiteX3-617" fmla="*/ 574100 w 574100"/>
                  <a:gd name="connsiteY3-618" fmla="*/ 1014877 h 1015244"/>
                  <a:gd name="connsiteX4-619" fmla="*/ 333190 w 574100"/>
                  <a:gd name="connsiteY4-620" fmla="*/ 985695 h 1015244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574100" h="1015244">
                    <a:moveTo>
                      <a:pt x="333190" y="985695"/>
                    </a:moveTo>
                    <a:cubicBezTo>
                      <a:pt x="153901" y="433090"/>
                      <a:pt x="295574" y="908506"/>
                      <a:pt x="0" y="4757"/>
                    </a:cubicBezTo>
                    <a:cubicBezTo>
                      <a:pt x="166537" y="861"/>
                      <a:pt x="336246" y="3896"/>
                      <a:pt x="502783" y="0"/>
                    </a:cubicBezTo>
                    <a:cubicBezTo>
                      <a:pt x="555943" y="995541"/>
                      <a:pt x="537473" y="350120"/>
                      <a:pt x="574100" y="1014877"/>
                    </a:cubicBezTo>
                    <a:cubicBezTo>
                      <a:pt x="476415" y="1019182"/>
                      <a:pt x="529388" y="984229"/>
                      <a:pt x="333190" y="98569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95000"/>
                      <a:alpha val="5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</a:gradFill>
              <a:ln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767" name="Group 28"/>
              <p:cNvGrpSpPr/>
              <p:nvPr/>
            </p:nvGrpSpPr>
            <p:grpSpPr>
              <a:xfrm>
                <a:off x="1856416" y="3709935"/>
                <a:ext cx="1049338" cy="1739900"/>
                <a:chOff x="1856416" y="3709935"/>
                <a:chExt cx="1049338" cy="1739900"/>
              </a:xfrm>
            </p:grpSpPr>
            <p:sp>
              <p:nvSpPr>
                <p:cNvPr id="852" name="Rectangle 495"/>
                <p:cNvSpPr/>
                <p:nvPr/>
              </p:nvSpPr>
              <p:spPr bwMode="auto">
                <a:xfrm rot="10800000">
                  <a:off x="1867529" y="3957585"/>
                  <a:ext cx="1027112" cy="611090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  <a:alpha val="62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</a:gra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853" name="Group 498"/>
                <p:cNvGrpSpPr/>
                <p:nvPr/>
              </p:nvGrpSpPr>
              <p:grpSpPr bwMode="auto">
                <a:xfrm>
                  <a:off x="1858805" y="5088863"/>
                  <a:ext cx="1035373" cy="360972"/>
                  <a:chOff x="4128636" y="3606589"/>
                  <a:chExt cx="568145" cy="338667"/>
                </a:xfrm>
              </p:grpSpPr>
              <p:sp>
                <p:nvSpPr>
                  <p:cNvPr id="867" name="Oval 514"/>
                  <p:cNvSpPr/>
                  <p:nvPr/>
                </p:nvSpPr>
                <p:spPr>
                  <a:xfrm>
                    <a:off x="4129067" y="3720356"/>
                    <a:ext cx="567968" cy="224900"/>
                  </a:xfrm>
                  <a:prstGeom prst="ellipse">
                    <a:avLst/>
                  </a:prstGeom>
                  <a:solidFill>
                    <a:schemeClr val="accent2">
                      <a:lumMod val="75000"/>
                    </a:schemeClr>
                  </a:solidFill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68" name="Rectangle 515"/>
                  <p:cNvSpPr/>
                  <p:nvPr/>
                </p:nvSpPr>
                <p:spPr>
                  <a:xfrm>
                    <a:off x="4129067" y="3720356"/>
                    <a:ext cx="567968" cy="111705"/>
                  </a:xfrm>
                  <a:prstGeom prst="rect">
                    <a:avLst/>
                  </a:pr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69" name="Oval 516"/>
                  <p:cNvSpPr/>
                  <p:nvPr/>
                </p:nvSpPr>
                <p:spPr>
                  <a:xfrm>
                    <a:off x="4129067" y="3607161"/>
                    <a:ext cx="567968" cy="224900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  <a:alpha val="7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cxnSp>
                <p:nvCxnSpPr>
                  <p:cNvPr id="870" name="Straight Connector 517"/>
                  <p:cNvCxnSpPr/>
                  <p:nvPr/>
                </p:nvCxnSpPr>
                <p:spPr>
                  <a:xfrm>
                    <a:off x="4697035" y="3720356"/>
                    <a:ext cx="0" cy="111705"/>
                  </a:xfrm>
                  <a:prstGeom prst="line">
                    <a:avLst/>
                  </a:prstGeom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71" name="Straight Connector 518"/>
                  <p:cNvCxnSpPr/>
                  <p:nvPr/>
                </p:nvCxnSpPr>
                <p:spPr>
                  <a:xfrm>
                    <a:off x="4129067" y="3720356"/>
                    <a:ext cx="0" cy="111705"/>
                  </a:xfrm>
                  <a:prstGeom prst="line">
                    <a:avLst/>
                  </a:prstGeom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854" name="Rectangle 499"/>
                <p:cNvSpPr/>
                <p:nvPr/>
              </p:nvSpPr>
              <p:spPr bwMode="auto">
                <a:xfrm>
                  <a:off x="1877054" y="4704509"/>
                  <a:ext cx="1028700" cy="52307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60000"/>
                        <a:lumOff val="40000"/>
                        <a:alpha val="62000"/>
                      </a:schemeClr>
                    </a:gs>
                    <a:gs pos="54000">
                      <a:schemeClr val="accent2">
                        <a:lumMod val="40000"/>
                        <a:lumOff val="60000"/>
                      </a:schemeClr>
                    </a:gs>
                    <a:gs pos="100000">
                      <a:schemeClr val="bg1"/>
                    </a:gs>
                  </a:gsLst>
                </a:gra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855" name="Straight Connector 501"/>
                <p:cNvCxnSpPr/>
                <p:nvPr/>
              </p:nvCxnSpPr>
              <p:spPr bwMode="auto">
                <a:xfrm>
                  <a:off x="1861179" y="3981398"/>
                  <a:ext cx="17462" cy="130175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  <a:prstDash val="sysDash"/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6" name="Straight Connector 502"/>
                <p:cNvCxnSpPr/>
                <p:nvPr/>
              </p:nvCxnSpPr>
              <p:spPr bwMode="auto">
                <a:xfrm flipH="1">
                  <a:off x="2894641" y="3971873"/>
                  <a:ext cx="6350" cy="127000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  <a:prstDash val="sysDash"/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857" name="Group 504"/>
                <p:cNvGrpSpPr/>
                <p:nvPr/>
              </p:nvGrpSpPr>
              <p:grpSpPr bwMode="auto">
                <a:xfrm>
                  <a:off x="1856416" y="3709935"/>
                  <a:ext cx="1044712" cy="399063"/>
                  <a:chOff x="2183302" y="1574638"/>
                  <a:chExt cx="1200154" cy="430218"/>
                </a:xfrm>
              </p:grpSpPr>
              <p:sp>
                <p:nvSpPr>
                  <p:cNvPr id="858" name="Oval 505"/>
                  <p:cNvSpPr/>
                  <p:nvPr/>
                </p:nvSpPr>
                <p:spPr bwMode="auto">
                  <a:xfrm flipV="1">
                    <a:off x="2185126" y="1689305"/>
                    <a:ext cx="1196349" cy="314904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31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20000"/>
                          <a:lumOff val="80000"/>
                        </a:schemeClr>
                      </a:gs>
                    </a:gsLst>
                    <a:lin ang="16200000" scaled="0"/>
                    <a:tileRect/>
                  </a:gradFill>
                  <a:ln w="6350" cmpd="sng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59" name="Rectangle 506"/>
                  <p:cNvSpPr/>
                  <p:nvPr/>
                </p:nvSpPr>
                <p:spPr bwMode="auto">
                  <a:xfrm>
                    <a:off x="2183302" y="1735513"/>
                    <a:ext cx="1198173" cy="11295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40000"/>
                          <a:lumOff val="60000"/>
                        </a:schemeClr>
                      </a:gs>
                      <a:gs pos="54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62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60" name="Oval 507"/>
                  <p:cNvSpPr/>
                  <p:nvPr/>
                </p:nvSpPr>
                <p:spPr bwMode="auto">
                  <a:xfrm flipV="1">
                    <a:off x="2183302" y="1574638"/>
                    <a:ext cx="1196349" cy="314904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61" name="Freeform 508"/>
                  <p:cNvSpPr/>
                  <p:nvPr/>
                </p:nvSpPr>
                <p:spPr bwMode="auto">
                  <a:xfrm>
                    <a:off x="2489684" y="1670478"/>
                    <a:ext cx="581762" cy="157452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62" name="Freeform 509"/>
                  <p:cNvSpPr/>
                  <p:nvPr/>
                </p:nvSpPr>
                <p:spPr bwMode="auto">
                  <a:xfrm>
                    <a:off x="2429502" y="1629404"/>
                    <a:ext cx="703949" cy="111244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63" name="Freeform 510"/>
                  <p:cNvSpPr/>
                  <p:nvPr/>
                </p:nvSpPr>
                <p:spPr bwMode="auto">
                  <a:xfrm>
                    <a:off x="2892723" y="1723534"/>
                    <a:ext cx="257142" cy="95840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64" name="Freeform 511"/>
                  <p:cNvSpPr/>
                  <p:nvPr/>
                </p:nvSpPr>
                <p:spPr bwMode="auto">
                  <a:xfrm>
                    <a:off x="2416736" y="1725244"/>
                    <a:ext cx="255318" cy="94130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cxnSp>
                <p:nvCxnSpPr>
                  <p:cNvPr id="865" name="Straight Connector 512"/>
                  <p:cNvCxnSpPr>
                    <a:endCxn id="860" idx="2"/>
                  </p:cNvCxnSpPr>
                  <p:nvPr/>
                </p:nvCxnSpPr>
                <p:spPr bwMode="auto">
                  <a:xfrm flipH="1" flipV="1">
                    <a:off x="2183302" y="1732090"/>
                    <a:ext cx="1824" cy="12151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66" name="Straight Connector 513"/>
                  <p:cNvCxnSpPr/>
                  <p:nvPr/>
                </p:nvCxnSpPr>
                <p:spPr bwMode="auto">
                  <a:xfrm flipH="1" flipV="1">
                    <a:off x="3381475" y="1728667"/>
                    <a:ext cx="1823" cy="12151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768" name="Group 29"/>
              <p:cNvGrpSpPr/>
              <p:nvPr/>
            </p:nvGrpSpPr>
            <p:grpSpPr>
              <a:xfrm>
                <a:off x="3566154" y="3862335"/>
                <a:ext cx="514350" cy="1670050"/>
                <a:chOff x="3566154" y="3862335"/>
                <a:chExt cx="514350" cy="1670050"/>
              </a:xfrm>
            </p:grpSpPr>
            <p:sp>
              <p:nvSpPr>
                <p:cNvPr id="832" name="Rectangle 548"/>
                <p:cNvSpPr/>
                <p:nvPr/>
              </p:nvSpPr>
              <p:spPr bwMode="auto">
                <a:xfrm rot="10800000">
                  <a:off x="3569201" y="3946092"/>
                  <a:ext cx="498084" cy="628647"/>
                </a:xfrm>
                <a:prstGeom prst="rect">
                  <a:avLst/>
                </a:prstGeom>
                <a:gradFill>
                  <a:gsLst>
                    <a:gs pos="1000">
                      <a:schemeClr val="accent2">
                        <a:lumMod val="75000"/>
                        <a:alpha val="62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</a:gra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833" name="Straight Connector 549"/>
                <p:cNvCxnSpPr/>
                <p:nvPr/>
              </p:nvCxnSpPr>
              <p:spPr bwMode="auto">
                <a:xfrm flipH="1">
                  <a:off x="4078916" y="4019498"/>
                  <a:ext cx="1588" cy="136525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  <a:prstDash val="sysDash"/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834" name="Group 552"/>
                <p:cNvGrpSpPr/>
                <p:nvPr/>
              </p:nvGrpSpPr>
              <p:grpSpPr bwMode="auto">
                <a:xfrm>
                  <a:off x="3571302" y="5310688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847" name="Oval 561"/>
                  <p:cNvSpPr/>
                  <p:nvPr/>
                </p:nvSpPr>
                <p:spPr>
                  <a:xfrm>
                    <a:off x="4128204" y="3719724"/>
                    <a:ext cx="568606" cy="225532"/>
                  </a:xfrm>
                  <a:prstGeom prst="ellipse">
                    <a:avLst/>
                  </a:prstGeom>
                  <a:solidFill>
                    <a:schemeClr val="accent2">
                      <a:lumMod val="75000"/>
                    </a:schemeClr>
                  </a:solidFill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48" name="Rectangle 562"/>
                  <p:cNvSpPr/>
                  <p:nvPr/>
                </p:nvSpPr>
                <p:spPr>
                  <a:xfrm>
                    <a:off x="4128204" y="3719724"/>
                    <a:ext cx="568606" cy="111554"/>
                  </a:xfrm>
                  <a:prstGeom prst="rect">
                    <a:avLst/>
                  </a:pr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49" name="Oval 563"/>
                  <p:cNvSpPr/>
                  <p:nvPr/>
                </p:nvSpPr>
                <p:spPr>
                  <a:xfrm>
                    <a:off x="4128204" y="3605744"/>
                    <a:ext cx="568606" cy="225534"/>
                  </a:xfrm>
                  <a:prstGeom prst="ellipse">
                    <a:avLst/>
                  </a:prstGeom>
                  <a:solidFill>
                    <a:schemeClr val="accent2">
                      <a:lumMod val="40000"/>
                      <a:lumOff val="60000"/>
                      <a:alpha val="55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cxnSp>
                <p:nvCxnSpPr>
                  <p:cNvPr id="850" name="Straight Connector 564"/>
                  <p:cNvCxnSpPr/>
                  <p:nvPr/>
                </p:nvCxnSpPr>
                <p:spPr>
                  <a:xfrm>
                    <a:off x="4696810" y="3719724"/>
                    <a:ext cx="0" cy="111554"/>
                  </a:xfrm>
                  <a:prstGeom prst="line">
                    <a:avLst/>
                  </a:prstGeom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51" name="Straight Connector 565"/>
                  <p:cNvCxnSpPr/>
                  <p:nvPr/>
                </p:nvCxnSpPr>
                <p:spPr>
                  <a:xfrm>
                    <a:off x="4128204" y="3719724"/>
                    <a:ext cx="0" cy="111554"/>
                  </a:xfrm>
                  <a:prstGeom prst="line">
                    <a:avLst/>
                  </a:prstGeom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835" name="Rectangle 553"/>
                <p:cNvSpPr/>
                <p:nvPr/>
              </p:nvSpPr>
              <p:spPr bwMode="auto">
                <a:xfrm>
                  <a:off x="3572504" y="4575123"/>
                  <a:ext cx="496887" cy="812800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  <a:alpha val="62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</a:gra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836" name="Straight Connector 556"/>
                <p:cNvCxnSpPr/>
                <p:nvPr/>
              </p:nvCxnSpPr>
              <p:spPr bwMode="auto">
                <a:xfrm flipH="1">
                  <a:off x="3566154" y="4027435"/>
                  <a:ext cx="3175" cy="1450975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  <a:prstDash val="sysDash"/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837" name="Group 538"/>
                <p:cNvGrpSpPr/>
                <p:nvPr/>
              </p:nvGrpSpPr>
              <p:grpSpPr bwMode="auto">
                <a:xfrm>
                  <a:off x="3568667" y="3862335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838" name="Oval 539"/>
                  <p:cNvSpPr/>
                  <p:nvPr/>
                </p:nvSpPr>
                <p:spPr bwMode="auto">
                  <a:xfrm flipV="1">
                    <a:off x="2188659" y="1691250"/>
                    <a:ext cx="1194966" cy="31254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31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bg1"/>
                      </a:gs>
                    </a:gsLst>
                    <a:lin ang="16200000" scaled="0"/>
                    <a:tileRect/>
                  </a:gradFill>
                  <a:ln w="6350" cmpd="sng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39" name="Rectangle 540"/>
                  <p:cNvSpPr/>
                  <p:nvPr/>
                </p:nvSpPr>
                <p:spPr bwMode="auto">
                  <a:xfrm>
                    <a:off x="2184879" y="1736302"/>
                    <a:ext cx="1198746" cy="112629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40000"/>
                          <a:lumOff val="60000"/>
                        </a:schemeClr>
                      </a:gs>
                      <a:gs pos="54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62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40" name="Oval 541"/>
                  <p:cNvSpPr/>
                  <p:nvPr/>
                </p:nvSpPr>
                <p:spPr bwMode="auto">
                  <a:xfrm flipV="1">
                    <a:off x="2184879" y="1564542"/>
                    <a:ext cx="1194966" cy="312545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41" name="Freeform 542"/>
                  <p:cNvSpPr/>
                  <p:nvPr/>
                </p:nvSpPr>
                <p:spPr bwMode="auto">
                  <a:xfrm>
                    <a:off x="2491182" y="1671539"/>
                    <a:ext cx="582357" cy="154865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42" name="Freeform 543"/>
                  <p:cNvSpPr/>
                  <p:nvPr/>
                </p:nvSpPr>
                <p:spPr bwMode="auto">
                  <a:xfrm>
                    <a:off x="2430678" y="1629304"/>
                    <a:ext cx="703366" cy="10981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43" name="Freeform 544"/>
                  <p:cNvSpPr/>
                  <p:nvPr/>
                </p:nvSpPr>
                <p:spPr bwMode="auto">
                  <a:xfrm>
                    <a:off x="2892025" y="1722222"/>
                    <a:ext cx="260927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44" name="Freeform 545"/>
                  <p:cNvSpPr/>
                  <p:nvPr/>
                </p:nvSpPr>
                <p:spPr bwMode="auto">
                  <a:xfrm>
                    <a:off x="2419334" y="1725039"/>
                    <a:ext cx="253362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cxnSp>
                <p:nvCxnSpPr>
                  <p:cNvPr id="845" name="Straight Connector 546"/>
                  <p:cNvCxnSpPr>
                    <a:endCxn id="840" idx="2"/>
                  </p:cNvCxnSpPr>
                  <p:nvPr/>
                </p:nvCxnSpPr>
                <p:spPr bwMode="auto">
                  <a:xfrm flipH="1" flipV="1">
                    <a:off x="2184879" y="1722222"/>
                    <a:ext cx="3780" cy="121077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46" name="Straight Connector 547"/>
                  <p:cNvCxnSpPr/>
                  <p:nvPr/>
                </p:nvCxnSpPr>
                <p:spPr bwMode="auto">
                  <a:xfrm flipH="1" flipV="1">
                    <a:off x="3379845" y="1727853"/>
                    <a:ext cx="3780" cy="121077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769" name="Group 30"/>
              <p:cNvGrpSpPr/>
              <p:nvPr/>
            </p:nvGrpSpPr>
            <p:grpSpPr>
              <a:xfrm>
                <a:off x="4348791" y="3867098"/>
                <a:ext cx="514350" cy="1670050"/>
                <a:chOff x="4348791" y="3867098"/>
                <a:chExt cx="514350" cy="1670050"/>
              </a:xfrm>
            </p:grpSpPr>
            <p:sp>
              <p:nvSpPr>
                <p:cNvPr id="812" name="Rectangle 578"/>
                <p:cNvSpPr/>
                <p:nvPr/>
              </p:nvSpPr>
              <p:spPr bwMode="auto">
                <a:xfrm rot="10800000">
                  <a:off x="4351838" y="3950855"/>
                  <a:ext cx="498084" cy="628647"/>
                </a:xfrm>
                <a:prstGeom prst="rect">
                  <a:avLst/>
                </a:prstGeom>
                <a:gradFill>
                  <a:gsLst>
                    <a:gs pos="1000">
                      <a:schemeClr val="accent2">
                        <a:lumMod val="75000"/>
                        <a:alpha val="62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</a:gra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813" name="Straight Connector 579"/>
                <p:cNvCxnSpPr/>
                <p:nvPr/>
              </p:nvCxnSpPr>
              <p:spPr bwMode="auto">
                <a:xfrm flipH="1">
                  <a:off x="4861554" y="4024260"/>
                  <a:ext cx="1587" cy="136525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  <a:prstDash val="sysDash"/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814" name="Group 580"/>
                <p:cNvGrpSpPr/>
                <p:nvPr/>
              </p:nvGrpSpPr>
              <p:grpSpPr bwMode="auto">
                <a:xfrm>
                  <a:off x="4353939" y="5315451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827" name="Oval 588"/>
                  <p:cNvSpPr/>
                  <p:nvPr/>
                </p:nvSpPr>
                <p:spPr>
                  <a:xfrm>
                    <a:off x="4128205" y="3719722"/>
                    <a:ext cx="568606" cy="225534"/>
                  </a:xfrm>
                  <a:prstGeom prst="ellipse">
                    <a:avLst/>
                  </a:prstGeom>
                  <a:solidFill>
                    <a:schemeClr val="accent2">
                      <a:lumMod val="75000"/>
                    </a:schemeClr>
                  </a:solidFill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28" name="Rectangle 589"/>
                  <p:cNvSpPr/>
                  <p:nvPr/>
                </p:nvSpPr>
                <p:spPr>
                  <a:xfrm>
                    <a:off x="4128205" y="3719722"/>
                    <a:ext cx="568606" cy="111554"/>
                  </a:xfrm>
                  <a:prstGeom prst="rect">
                    <a:avLst/>
                  </a:pr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29" name="Oval 590"/>
                  <p:cNvSpPr/>
                  <p:nvPr/>
                </p:nvSpPr>
                <p:spPr>
                  <a:xfrm>
                    <a:off x="4128205" y="3605744"/>
                    <a:ext cx="568606" cy="225532"/>
                  </a:xfrm>
                  <a:prstGeom prst="ellipse">
                    <a:avLst/>
                  </a:prstGeom>
                  <a:solidFill>
                    <a:schemeClr val="accent2">
                      <a:lumMod val="40000"/>
                      <a:lumOff val="60000"/>
                      <a:alpha val="55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cxnSp>
                <p:nvCxnSpPr>
                  <p:cNvPr id="830" name="Straight Connector 591"/>
                  <p:cNvCxnSpPr/>
                  <p:nvPr/>
                </p:nvCxnSpPr>
                <p:spPr>
                  <a:xfrm>
                    <a:off x="4696811" y="3719722"/>
                    <a:ext cx="0" cy="111554"/>
                  </a:xfrm>
                  <a:prstGeom prst="line">
                    <a:avLst/>
                  </a:prstGeom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31" name="Straight Connector 592"/>
                  <p:cNvCxnSpPr/>
                  <p:nvPr/>
                </p:nvCxnSpPr>
                <p:spPr>
                  <a:xfrm>
                    <a:off x="4128205" y="3719722"/>
                    <a:ext cx="0" cy="111554"/>
                  </a:xfrm>
                  <a:prstGeom prst="line">
                    <a:avLst/>
                  </a:prstGeom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815" name="Rectangle 581"/>
                <p:cNvSpPr/>
                <p:nvPr/>
              </p:nvSpPr>
              <p:spPr bwMode="auto">
                <a:xfrm>
                  <a:off x="4355141" y="4579885"/>
                  <a:ext cx="496888" cy="812800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  <a:alpha val="62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</a:gra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816" name="Straight Connector 583"/>
                <p:cNvCxnSpPr/>
                <p:nvPr/>
              </p:nvCxnSpPr>
              <p:spPr bwMode="auto">
                <a:xfrm flipH="1">
                  <a:off x="4348791" y="4032198"/>
                  <a:ext cx="3175" cy="1450975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  <a:prstDash val="sysDash"/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817" name="Group 568"/>
                <p:cNvGrpSpPr/>
                <p:nvPr/>
              </p:nvGrpSpPr>
              <p:grpSpPr bwMode="auto">
                <a:xfrm>
                  <a:off x="4351304" y="3867098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818" name="Oval 569"/>
                  <p:cNvSpPr/>
                  <p:nvPr/>
                </p:nvSpPr>
                <p:spPr bwMode="auto">
                  <a:xfrm flipV="1">
                    <a:off x="2188662" y="1691248"/>
                    <a:ext cx="1194966" cy="312545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31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bg1"/>
                      </a:gs>
                    </a:gsLst>
                    <a:lin ang="16200000" scaled="0"/>
                    <a:tileRect/>
                  </a:gradFill>
                  <a:ln w="6350" cmpd="sng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19" name="Rectangle 570"/>
                  <p:cNvSpPr/>
                  <p:nvPr/>
                </p:nvSpPr>
                <p:spPr bwMode="auto">
                  <a:xfrm>
                    <a:off x="2184879" y="1736300"/>
                    <a:ext cx="1198749" cy="112629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40000"/>
                          <a:lumOff val="60000"/>
                        </a:schemeClr>
                      </a:gs>
                      <a:gs pos="54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62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20" name="Oval 571"/>
                  <p:cNvSpPr/>
                  <p:nvPr/>
                </p:nvSpPr>
                <p:spPr bwMode="auto">
                  <a:xfrm flipV="1">
                    <a:off x="2184879" y="1564542"/>
                    <a:ext cx="1194966" cy="312543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21" name="Freeform 572"/>
                  <p:cNvSpPr/>
                  <p:nvPr/>
                </p:nvSpPr>
                <p:spPr bwMode="auto">
                  <a:xfrm>
                    <a:off x="2491185" y="1671539"/>
                    <a:ext cx="582357" cy="154863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22" name="Freeform 573"/>
                  <p:cNvSpPr/>
                  <p:nvPr/>
                </p:nvSpPr>
                <p:spPr bwMode="auto">
                  <a:xfrm>
                    <a:off x="2430680" y="1629303"/>
                    <a:ext cx="703366" cy="109814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23" name="Freeform 574"/>
                  <p:cNvSpPr/>
                  <p:nvPr/>
                </p:nvSpPr>
                <p:spPr bwMode="auto">
                  <a:xfrm>
                    <a:off x="2892028" y="1722222"/>
                    <a:ext cx="260925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24" name="Freeform 575"/>
                  <p:cNvSpPr/>
                  <p:nvPr/>
                </p:nvSpPr>
                <p:spPr bwMode="auto">
                  <a:xfrm>
                    <a:off x="2419334" y="1725037"/>
                    <a:ext cx="253364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cxnSp>
                <p:nvCxnSpPr>
                  <p:cNvPr id="825" name="Straight Connector 576"/>
                  <p:cNvCxnSpPr>
                    <a:endCxn id="820" idx="2"/>
                  </p:cNvCxnSpPr>
                  <p:nvPr/>
                </p:nvCxnSpPr>
                <p:spPr bwMode="auto">
                  <a:xfrm flipH="1" flipV="1">
                    <a:off x="2184879" y="1722222"/>
                    <a:ext cx="3783" cy="121075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6" name="Straight Connector 577"/>
                  <p:cNvCxnSpPr/>
                  <p:nvPr/>
                </p:nvCxnSpPr>
                <p:spPr bwMode="auto">
                  <a:xfrm flipH="1" flipV="1">
                    <a:off x="3379845" y="1727853"/>
                    <a:ext cx="3783" cy="121075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770" name="Group 48257"/>
              <p:cNvGrpSpPr/>
              <p:nvPr/>
            </p:nvGrpSpPr>
            <p:grpSpPr>
              <a:xfrm>
                <a:off x="5552116" y="3849635"/>
                <a:ext cx="514350" cy="1670050"/>
                <a:chOff x="5552116" y="3849635"/>
                <a:chExt cx="514350" cy="1670050"/>
              </a:xfrm>
            </p:grpSpPr>
            <p:sp>
              <p:nvSpPr>
                <p:cNvPr id="792" name="Rectangle 605"/>
                <p:cNvSpPr/>
                <p:nvPr/>
              </p:nvSpPr>
              <p:spPr bwMode="auto">
                <a:xfrm rot="10800000">
                  <a:off x="5555163" y="3933392"/>
                  <a:ext cx="498084" cy="628647"/>
                </a:xfrm>
                <a:prstGeom prst="rect">
                  <a:avLst/>
                </a:prstGeom>
                <a:gradFill>
                  <a:gsLst>
                    <a:gs pos="1000">
                      <a:schemeClr val="accent2">
                        <a:lumMod val="75000"/>
                        <a:alpha val="62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</a:gra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793" name="Straight Connector 606"/>
                <p:cNvCxnSpPr/>
                <p:nvPr/>
              </p:nvCxnSpPr>
              <p:spPr bwMode="auto">
                <a:xfrm flipH="1">
                  <a:off x="6064879" y="4006798"/>
                  <a:ext cx="1587" cy="136525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  <a:prstDash val="sysDash"/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94" name="Group 607"/>
                <p:cNvGrpSpPr/>
                <p:nvPr/>
              </p:nvGrpSpPr>
              <p:grpSpPr bwMode="auto">
                <a:xfrm>
                  <a:off x="5557264" y="5297988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807" name="Oval 615"/>
                  <p:cNvSpPr/>
                  <p:nvPr/>
                </p:nvSpPr>
                <p:spPr>
                  <a:xfrm>
                    <a:off x="4128205" y="3719724"/>
                    <a:ext cx="568606" cy="225532"/>
                  </a:xfrm>
                  <a:prstGeom prst="ellipse">
                    <a:avLst/>
                  </a:prstGeom>
                  <a:solidFill>
                    <a:schemeClr val="accent2">
                      <a:lumMod val="75000"/>
                    </a:schemeClr>
                  </a:solidFill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08" name="Rectangle 616"/>
                  <p:cNvSpPr/>
                  <p:nvPr/>
                </p:nvSpPr>
                <p:spPr>
                  <a:xfrm>
                    <a:off x="4128205" y="3719724"/>
                    <a:ext cx="568606" cy="111554"/>
                  </a:xfrm>
                  <a:prstGeom prst="rect">
                    <a:avLst/>
                  </a:pr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09" name="Oval 617"/>
                  <p:cNvSpPr/>
                  <p:nvPr/>
                </p:nvSpPr>
                <p:spPr>
                  <a:xfrm>
                    <a:off x="4128205" y="3605744"/>
                    <a:ext cx="568606" cy="225534"/>
                  </a:xfrm>
                  <a:prstGeom prst="ellipse">
                    <a:avLst/>
                  </a:prstGeom>
                  <a:solidFill>
                    <a:schemeClr val="accent2">
                      <a:lumMod val="40000"/>
                      <a:lumOff val="60000"/>
                      <a:alpha val="55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cxnSp>
                <p:nvCxnSpPr>
                  <p:cNvPr id="810" name="Straight Connector 618"/>
                  <p:cNvCxnSpPr/>
                  <p:nvPr/>
                </p:nvCxnSpPr>
                <p:spPr>
                  <a:xfrm>
                    <a:off x="4696811" y="3719724"/>
                    <a:ext cx="0" cy="111554"/>
                  </a:xfrm>
                  <a:prstGeom prst="line">
                    <a:avLst/>
                  </a:prstGeom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1" name="Straight Connector 619"/>
                  <p:cNvCxnSpPr/>
                  <p:nvPr/>
                </p:nvCxnSpPr>
                <p:spPr>
                  <a:xfrm>
                    <a:off x="4128205" y="3719724"/>
                    <a:ext cx="0" cy="111554"/>
                  </a:xfrm>
                  <a:prstGeom prst="line">
                    <a:avLst/>
                  </a:prstGeom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795" name="Rectangle 608"/>
                <p:cNvSpPr/>
                <p:nvPr/>
              </p:nvSpPr>
              <p:spPr bwMode="auto">
                <a:xfrm>
                  <a:off x="5558466" y="4562423"/>
                  <a:ext cx="496888" cy="812800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  <a:alpha val="62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</a:gra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796" name="Straight Connector 610"/>
                <p:cNvCxnSpPr/>
                <p:nvPr/>
              </p:nvCxnSpPr>
              <p:spPr bwMode="auto">
                <a:xfrm flipH="1">
                  <a:off x="5552116" y="4014735"/>
                  <a:ext cx="3175" cy="1450975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  <a:prstDash val="sysDash"/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97" name="Group 595"/>
                <p:cNvGrpSpPr/>
                <p:nvPr/>
              </p:nvGrpSpPr>
              <p:grpSpPr bwMode="auto">
                <a:xfrm>
                  <a:off x="5554629" y="3849635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798" name="Oval 596"/>
                  <p:cNvSpPr/>
                  <p:nvPr/>
                </p:nvSpPr>
                <p:spPr bwMode="auto">
                  <a:xfrm flipV="1">
                    <a:off x="2188662" y="1691250"/>
                    <a:ext cx="1194966" cy="31254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31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bg1"/>
                      </a:gs>
                    </a:gsLst>
                    <a:lin ang="16200000" scaled="0"/>
                    <a:tileRect/>
                  </a:gradFill>
                  <a:ln w="6350" cmpd="sng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799" name="Rectangle 597"/>
                  <p:cNvSpPr/>
                  <p:nvPr/>
                </p:nvSpPr>
                <p:spPr bwMode="auto">
                  <a:xfrm>
                    <a:off x="2184879" y="1736302"/>
                    <a:ext cx="1198749" cy="112629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40000"/>
                          <a:lumOff val="60000"/>
                        </a:schemeClr>
                      </a:gs>
                      <a:gs pos="54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62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00" name="Oval 598"/>
                  <p:cNvSpPr/>
                  <p:nvPr/>
                </p:nvSpPr>
                <p:spPr bwMode="auto">
                  <a:xfrm flipV="1">
                    <a:off x="2184879" y="1564542"/>
                    <a:ext cx="1194966" cy="312545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01" name="Freeform 599"/>
                  <p:cNvSpPr/>
                  <p:nvPr/>
                </p:nvSpPr>
                <p:spPr bwMode="auto">
                  <a:xfrm>
                    <a:off x="2491185" y="1671539"/>
                    <a:ext cx="582357" cy="154865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02" name="Freeform 600"/>
                  <p:cNvSpPr/>
                  <p:nvPr/>
                </p:nvSpPr>
                <p:spPr bwMode="auto">
                  <a:xfrm>
                    <a:off x="2430680" y="1629304"/>
                    <a:ext cx="703366" cy="10981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03" name="Freeform 601"/>
                  <p:cNvSpPr/>
                  <p:nvPr/>
                </p:nvSpPr>
                <p:spPr bwMode="auto">
                  <a:xfrm>
                    <a:off x="2892028" y="1722222"/>
                    <a:ext cx="260925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04" name="Freeform 602"/>
                  <p:cNvSpPr/>
                  <p:nvPr/>
                </p:nvSpPr>
                <p:spPr bwMode="auto">
                  <a:xfrm>
                    <a:off x="2419334" y="1725039"/>
                    <a:ext cx="253364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cxnSp>
                <p:nvCxnSpPr>
                  <p:cNvPr id="805" name="Straight Connector 603"/>
                  <p:cNvCxnSpPr>
                    <a:endCxn id="800" idx="2"/>
                  </p:cNvCxnSpPr>
                  <p:nvPr/>
                </p:nvCxnSpPr>
                <p:spPr bwMode="auto">
                  <a:xfrm flipH="1" flipV="1">
                    <a:off x="2184879" y="1722222"/>
                    <a:ext cx="3783" cy="121077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6" name="Straight Connector 604"/>
                  <p:cNvCxnSpPr/>
                  <p:nvPr/>
                </p:nvCxnSpPr>
                <p:spPr bwMode="auto">
                  <a:xfrm flipH="1" flipV="1">
                    <a:off x="3379845" y="1727853"/>
                    <a:ext cx="3783" cy="121077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771" name="Group 48258"/>
              <p:cNvGrpSpPr/>
              <p:nvPr/>
            </p:nvGrpSpPr>
            <p:grpSpPr>
              <a:xfrm>
                <a:off x="6547479" y="3836935"/>
                <a:ext cx="514350" cy="1671638"/>
                <a:chOff x="6547479" y="3836935"/>
                <a:chExt cx="514350" cy="1671638"/>
              </a:xfrm>
            </p:grpSpPr>
            <p:sp>
              <p:nvSpPr>
                <p:cNvPr id="772" name="Rectangle 632"/>
                <p:cNvSpPr/>
                <p:nvPr/>
              </p:nvSpPr>
              <p:spPr bwMode="auto">
                <a:xfrm rot="10800000">
                  <a:off x="6550526" y="3920772"/>
                  <a:ext cx="498084" cy="629245"/>
                </a:xfrm>
                <a:prstGeom prst="rect">
                  <a:avLst/>
                </a:prstGeom>
                <a:gradFill>
                  <a:gsLst>
                    <a:gs pos="1000">
                      <a:schemeClr val="accent2">
                        <a:lumMod val="75000"/>
                        <a:alpha val="62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</a:gra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773" name="Straight Connector 633"/>
                <p:cNvCxnSpPr/>
                <p:nvPr/>
              </p:nvCxnSpPr>
              <p:spPr bwMode="auto">
                <a:xfrm flipH="1">
                  <a:off x="7060241" y="3994098"/>
                  <a:ext cx="1588" cy="1366837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  <a:prstDash val="sysDash"/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74" name="Group 634"/>
                <p:cNvGrpSpPr/>
                <p:nvPr/>
              </p:nvGrpSpPr>
              <p:grpSpPr bwMode="auto">
                <a:xfrm>
                  <a:off x="6552627" y="5286665"/>
                  <a:ext cx="507588" cy="221908"/>
                  <a:chOff x="4128636" y="3606589"/>
                  <a:chExt cx="568145" cy="338667"/>
                </a:xfrm>
              </p:grpSpPr>
              <p:sp>
                <p:nvSpPr>
                  <p:cNvPr id="787" name="Oval 642"/>
                  <p:cNvSpPr/>
                  <p:nvPr/>
                </p:nvSpPr>
                <p:spPr>
                  <a:xfrm>
                    <a:off x="4128204" y="3719937"/>
                    <a:ext cx="568606" cy="225319"/>
                  </a:xfrm>
                  <a:prstGeom prst="ellipse">
                    <a:avLst/>
                  </a:prstGeom>
                  <a:solidFill>
                    <a:schemeClr val="accent2">
                      <a:lumMod val="75000"/>
                    </a:schemeClr>
                  </a:solidFill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788" name="Rectangle 643"/>
                  <p:cNvSpPr/>
                  <p:nvPr/>
                </p:nvSpPr>
                <p:spPr>
                  <a:xfrm>
                    <a:off x="4128204" y="3719937"/>
                    <a:ext cx="568606" cy="111448"/>
                  </a:xfrm>
                  <a:prstGeom prst="rect">
                    <a:avLst/>
                  </a:pr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789" name="Oval 644"/>
                  <p:cNvSpPr/>
                  <p:nvPr/>
                </p:nvSpPr>
                <p:spPr>
                  <a:xfrm>
                    <a:off x="4128204" y="3606067"/>
                    <a:ext cx="568606" cy="225318"/>
                  </a:xfrm>
                  <a:prstGeom prst="ellipse">
                    <a:avLst/>
                  </a:prstGeom>
                  <a:solidFill>
                    <a:schemeClr val="accent2">
                      <a:lumMod val="40000"/>
                      <a:lumOff val="60000"/>
                      <a:alpha val="55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cxnSp>
                <p:nvCxnSpPr>
                  <p:cNvPr id="790" name="Straight Connector 645"/>
                  <p:cNvCxnSpPr/>
                  <p:nvPr/>
                </p:nvCxnSpPr>
                <p:spPr>
                  <a:xfrm>
                    <a:off x="4696810" y="3719937"/>
                    <a:ext cx="0" cy="111448"/>
                  </a:xfrm>
                  <a:prstGeom prst="line">
                    <a:avLst/>
                  </a:prstGeom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1" name="Straight Connector 646"/>
                  <p:cNvCxnSpPr/>
                  <p:nvPr/>
                </p:nvCxnSpPr>
                <p:spPr>
                  <a:xfrm>
                    <a:off x="4128204" y="3719937"/>
                    <a:ext cx="0" cy="111448"/>
                  </a:xfrm>
                  <a:prstGeom prst="line">
                    <a:avLst/>
                  </a:prstGeom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775" name="Rectangle 635"/>
                <p:cNvSpPr/>
                <p:nvPr/>
              </p:nvSpPr>
              <p:spPr bwMode="auto">
                <a:xfrm>
                  <a:off x="6553829" y="4551310"/>
                  <a:ext cx="496887" cy="812800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  <a:alpha val="62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</a:gra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776" name="Straight Connector 637"/>
                <p:cNvCxnSpPr/>
                <p:nvPr/>
              </p:nvCxnSpPr>
              <p:spPr bwMode="auto">
                <a:xfrm flipH="1">
                  <a:off x="6547479" y="4002035"/>
                  <a:ext cx="3175" cy="1452563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  <a:prstDash val="sysDash"/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77" name="Group 622"/>
                <p:cNvGrpSpPr/>
                <p:nvPr/>
              </p:nvGrpSpPr>
              <p:grpSpPr bwMode="auto">
                <a:xfrm>
                  <a:off x="6549992" y="3836935"/>
                  <a:ext cx="503828" cy="248485"/>
                  <a:chOff x="2183302" y="1564542"/>
                  <a:chExt cx="1200154" cy="440314"/>
                </a:xfrm>
              </p:grpSpPr>
              <p:sp>
                <p:nvSpPr>
                  <p:cNvPr id="778" name="Oval 623"/>
                  <p:cNvSpPr/>
                  <p:nvPr/>
                </p:nvSpPr>
                <p:spPr bwMode="auto">
                  <a:xfrm flipV="1">
                    <a:off x="2188659" y="1691130"/>
                    <a:ext cx="1194966" cy="315061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31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bg1"/>
                      </a:gs>
                    </a:gsLst>
                    <a:lin ang="16200000" scaled="0"/>
                    <a:tileRect/>
                  </a:gradFill>
                  <a:ln w="6350" cmpd="sng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779" name="Rectangle 624"/>
                  <p:cNvSpPr/>
                  <p:nvPr/>
                </p:nvSpPr>
                <p:spPr bwMode="auto">
                  <a:xfrm>
                    <a:off x="2184879" y="1736138"/>
                    <a:ext cx="1198746" cy="112522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40000"/>
                          <a:lumOff val="60000"/>
                        </a:schemeClr>
                      </a:gs>
                      <a:gs pos="54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62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780" name="Oval 625"/>
                  <p:cNvSpPr/>
                  <p:nvPr/>
                </p:nvSpPr>
                <p:spPr bwMode="auto">
                  <a:xfrm flipV="1">
                    <a:off x="2184879" y="1564542"/>
                    <a:ext cx="1194966" cy="31506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781" name="Freeform 626"/>
                  <p:cNvSpPr/>
                  <p:nvPr/>
                </p:nvSpPr>
                <p:spPr bwMode="auto">
                  <a:xfrm>
                    <a:off x="2491182" y="1671438"/>
                    <a:ext cx="582357" cy="157530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-1" fmla="*/ 1486231 w 2944854"/>
                      <a:gd name="connsiteY0-2" fmla="*/ 727041 h 1316375"/>
                      <a:gd name="connsiteX1-3" fmla="*/ 257675 w 2944854"/>
                      <a:gd name="connsiteY1-4" fmla="*/ 1302232 h 1316375"/>
                      <a:gd name="connsiteX2-5" fmla="*/ 0 w 2944854"/>
                      <a:gd name="connsiteY2-6" fmla="*/ 1228607 h 1316375"/>
                      <a:gd name="connsiteX3-7" fmla="*/ 911064 w 2944854"/>
                      <a:gd name="connsiteY3-8" fmla="*/ 837478 h 1316375"/>
                      <a:gd name="connsiteX4-9" fmla="*/ 883456 w 2944854"/>
                      <a:gd name="connsiteY4-10" fmla="*/ 450949 h 1316375"/>
                      <a:gd name="connsiteX5-11" fmla="*/ 161047 w 2944854"/>
                      <a:gd name="connsiteY5-12" fmla="*/ 119640 h 1316375"/>
                      <a:gd name="connsiteX6-13" fmla="*/ 404917 w 2944854"/>
                      <a:gd name="connsiteY6-14" fmla="*/ 50617 h 1316375"/>
                      <a:gd name="connsiteX7-15" fmla="*/ 1477028 w 2944854"/>
                      <a:gd name="connsiteY7-16" fmla="*/ 501566 h 1316375"/>
                      <a:gd name="connsiteX8-17" fmla="*/ 2572146 w 2944854"/>
                      <a:gd name="connsiteY8-18" fmla="*/ 0 h 1316375"/>
                      <a:gd name="connsiteX9-19" fmla="*/ 2875834 w 2944854"/>
                      <a:gd name="connsiteY9-20" fmla="*/ 96632 h 1316375"/>
                      <a:gd name="connsiteX10-21" fmla="*/ 2079803 w 2944854"/>
                      <a:gd name="connsiteY10-22" fmla="*/ 432543 h 1316375"/>
                      <a:gd name="connsiteX11-23" fmla="*/ 2240850 w 2944854"/>
                      <a:gd name="connsiteY11-24" fmla="*/ 920305 h 1316375"/>
                      <a:gd name="connsiteX12-25" fmla="*/ 2944854 w 2944854"/>
                      <a:gd name="connsiteY12-26" fmla="*/ 1228607 h 1316375"/>
                      <a:gd name="connsiteX13-27" fmla="*/ 2756623 w 2944854"/>
                      <a:gd name="connsiteY13-28" fmla="*/ 1316375 h 1316375"/>
                      <a:gd name="connsiteX14-29" fmla="*/ 1486231 w 2944854"/>
                      <a:gd name="connsiteY14-30" fmla="*/ 727041 h 1316375"/>
                      <a:gd name="connsiteX0-31" fmla="*/ 1486231 w 3024520"/>
                      <a:gd name="connsiteY0-32" fmla="*/ 727041 h 1316375"/>
                      <a:gd name="connsiteX1-33" fmla="*/ 257675 w 3024520"/>
                      <a:gd name="connsiteY1-34" fmla="*/ 1302232 h 1316375"/>
                      <a:gd name="connsiteX2-35" fmla="*/ 0 w 3024520"/>
                      <a:gd name="connsiteY2-36" fmla="*/ 1228607 h 1316375"/>
                      <a:gd name="connsiteX3-37" fmla="*/ 911064 w 3024520"/>
                      <a:gd name="connsiteY3-38" fmla="*/ 837478 h 1316375"/>
                      <a:gd name="connsiteX4-39" fmla="*/ 883456 w 3024520"/>
                      <a:gd name="connsiteY4-40" fmla="*/ 450949 h 1316375"/>
                      <a:gd name="connsiteX5-41" fmla="*/ 161047 w 3024520"/>
                      <a:gd name="connsiteY5-42" fmla="*/ 119640 h 1316375"/>
                      <a:gd name="connsiteX6-43" fmla="*/ 404917 w 3024520"/>
                      <a:gd name="connsiteY6-44" fmla="*/ 50617 h 1316375"/>
                      <a:gd name="connsiteX7-45" fmla="*/ 1477028 w 3024520"/>
                      <a:gd name="connsiteY7-46" fmla="*/ 501566 h 1316375"/>
                      <a:gd name="connsiteX8-47" fmla="*/ 2572146 w 3024520"/>
                      <a:gd name="connsiteY8-48" fmla="*/ 0 h 1316375"/>
                      <a:gd name="connsiteX9-49" fmla="*/ 2875834 w 3024520"/>
                      <a:gd name="connsiteY9-50" fmla="*/ 96632 h 1316375"/>
                      <a:gd name="connsiteX10-51" fmla="*/ 2079803 w 3024520"/>
                      <a:gd name="connsiteY10-52" fmla="*/ 432543 h 1316375"/>
                      <a:gd name="connsiteX11-53" fmla="*/ 2240850 w 3024520"/>
                      <a:gd name="connsiteY11-54" fmla="*/ 920305 h 1316375"/>
                      <a:gd name="connsiteX12-55" fmla="*/ 3024520 w 3024520"/>
                      <a:gd name="connsiteY12-56" fmla="*/ 1228607 h 1316375"/>
                      <a:gd name="connsiteX13-57" fmla="*/ 2756623 w 3024520"/>
                      <a:gd name="connsiteY13-58" fmla="*/ 1316375 h 1316375"/>
                      <a:gd name="connsiteX14-59" fmla="*/ 1486231 w 3024520"/>
                      <a:gd name="connsiteY14-60" fmla="*/ 727041 h 1316375"/>
                      <a:gd name="connsiteX0-61" fmla="*/ 1537780 w 3076069"/>
                      <a:gd name="connsiteY0-62" fmla="*/ 727041 h 1316375"/>
                      <a:gd name="connsiteX1-63" fmla="*/ 309224 w 3076069"/>
                      <a:gd name="connsiteY1-64" fmla="*/ 1302232 h 1316375"/>
                      <a:gd name="connsiteX2-65" fmla="*/ 0 w 3076069"/>
                      <a:gd name="connsiteY2-66" fmla="*/ 1228607 h 1316375"/>
                      <a:gd name="connsiteX3-67" fmla="*/ 962613 w 3076069"/>
                      <a:gd name="connsiteY3-68" fmla="*/ 837478 h 1316375"/>
                      <a:gd name="connsiteX4-69" fmla="*/ 935005 w 3076069"/>
                      <a:gd name="connsiteY4-70" fmla="*/ 450949 h 1316375"/>
                      <a:gd name="connsiteX5-71" fmla="*/ 212596 w 3076069"/>
                      <a:gd name="connsiteY5-72" fmla="*/ 119640 h 1316375"/>
                      <a:gd name="connsiteX6-73" fmla="*/ 456466 w 3076069"/>
                      <a:gd name="connsiteY6-74" fmla="*/ 50617 h 1316375"/>
                      <a:gd name="connsiteX7-75" fmla="*/ 1528577 w 3076069"/>
                      <a:gd name="connsiteY7-76" fmla="*/ 501566 h 1316375"/>
                      <a:gd name="connsiteX8-77" fmla="*/ 2623695 w 3076069"/>
                      <a:gd name="connsiteY8-78" fmla="*/ 0 h 1316375"/>
                      <a:gd name="connsiteX9-79" fmla="*/ 2927383 w 3076069"/>
                      <a:gd name="connsiteY9-80" fmla="*/ 96632 h 1316375"/>
                      <a:gd name="connsiteX10-81" fmla="*/ 2131352 w 3076069"/>
                      <a:gd name="connsiteY10-82" fmla="*/ 432543 h 1316375"/>
                      <a:gd name="connsiteX11-83" fmla="*/ 2292399 w 3076069"/>
                      <a:gd name="connsiteY11-84" fmla="*/ 920305 h 1316375"/>
                      <a:gd name="connsiteX12-85" fmla="*/ 3076069 w 3076069"/>
                      <a:gd name="connsiteY12-86" fmla="*/ 1228607 h 1316375"/>
                      <a:gd name="connsiteX13-87" fmla="*/ 2808172 w 3076069"/>
                      <a:gd name="connsiteY13-88" fmla="*/ 1316375 h 1316375"/>
                      <a:gd name="connsiteX14-89" fmla="*/ 1537780 w 3076069"/>
                      <a:gd name="connsiteY14-90" fmla="*/ 727041 h 1316375"/>
                      <a:gd name="connsiteX0-91" fmla="*/ 1537780 w 3076069"/>
                      <a:gd name="connsiteY0-92" fmla="*/ 727041 h 1321259"/>
                      <a:gd name="connsiteX1-93" fmla="*/ 313981 w 3076069"/>
                      <a:gd name="connsiteY1-94" fmla="*/ 1321259 h 1321259"/>
                      <a:gd name="connsiteX2-95" fmla="*/ 0 w 3076069"/>
                      <a:gd name="connsiteY2-96" fmla="*/ 1228607 h 1321259"/>
                      <a:gd name="connsiteX3-97" fmla="*/ 962613 w 3076069"/>
                      <a:gd name="connsiteY3-98" fmla="*/ 837478 h 1321259"/>
                      <a:gd name="connsiteX4-99" fmla="*/ 935005 w 3076069"/>
                      <a:gd name="connsiteY4-100" fmla="*/ 450949 h 1321259"/>
                      <a:gd name="connsiteX5-101" fmla="*/ 212596 w 3076069"/>
                      <a:gd name="connsiteY5-102" fmla="*/ 119640 h 1321259"/>
                      <a:gd name="connsiteX6-103" fmla="*/ 456466 w 3076069"/>
                      <a:gd name="connsiteY6-104" fmla="*/ 50617 h 1321259"/>
                      <a:gd name="connsiteX7-105" fmla="*/ 1528577 w 3076069"/>
                      <a:gd name="connsiteY7-106" fmla="*/ 501566 h 1321259"/>
                      <a:gd name="connsiteX8-107" fmla="*/ 2623695 w 3076069"/>
                      <a:gd name="connsiteY8-108" fmla="*/ 0 h 1321259"/>
                      <a:gd name="connsiteX9-109" fmla="*/ 2927383 w 3076069"/>
                      <a:gd name="connsiteY9-110" fmla="*/ 96632 h 1321259"/>
                      <a:gd name="connsiteX10-111" fmla="*/ 2131352 w 3076069"/>
                      <a:gd name="connsiteY10-112" fmla="*/ 432543 h 1321259"/>
                      <a:gd name="connsiteX11-113" fmla="*/ 2292399 w 3076069"/>
                      <a:gd name="connsiteY11-114" fmla="*/ 920305 h 1321259"/>
                      <a:gd name="connsiteX12-115" fmla="*/ 3076069 w 3076069"/>
                      <a:gd name="connsiteY12-116" fmla="*/ 1228607 h 1321259"/>
                      <a:gd name="connsiteX13-117" fmla="*/ 2808172 w 3076069"/>
                      <a:gd name="connsiteY13-118" fmla="*/ 1316375 h 1321259"/>
                      <a:gd name="connsiteX14-119" fmla="*/ 1537780 w 3076069"/>
                      <a:gd name="connsiteY14-120" fmla="*/ 727041 h 1321259"/>
                      <a:gd name="connsiteX0-121" fmla="*/ 1537780 w 3076069"/>
                      <a:gd name="connsiteY0-122" fmla="*/ 750825 h 1321259"/>
                      <a:gd name="connsiteX1-123" fmla="*/ 313981 w 3076069"/>
                      <a:gd name="connsiteY1-124" fmla="*/ 1321259 h 1321259"/>
                      <a:gd name="connsiteX2-125" fmla="*/ 0 w 3076069"/>
                      <a:gd name="connsiteY2-126" fmla="*/ 1228607 h 1321259"/>
                      <a:gd name="connsiteX3-127" fmla="*/ 962613 w 3076069"/>
                      <a:gd name="connsiteY3-128" fmla="*/ 837478 h 1321259"/>
                      <a:gd name="connsiteX4-129" fmla="*/ 935005 w 3076069"/>
                      <a:gd name="connsiteY4-130" fmla="*/ 450949 h 1321259"/>
                      <a:gd name="connsiteX5-131" fmla="*/ 212596 w 3076069"/>
                      <a:gd name="connsiteY5-132" fmla="*/ 119640 h 1321259"/>
                      <a:gd name="connsiteX6-133" fmla="*/ 456466 w 3076069"/>
                      <a:gd name="connsiteY6-134" fmla="*/ 50617 h 1321259"/>
                      <a:gd name="connsiteX7-135" fmla="*/ 1528577 w 3076069"/>
                      <a:gd name="connsiteY7-136" fmla="*/ 501566 h 1321259"/>
                      <a:gd name="connsiteX8-137" fmla="*/ 2623695 w 3076069"/>
                      <a:gd name="connsiteY8-138" fmla="*/ 0 h 1321259"/>
                      <a:gd name="connsiteX9-139" fmla="*/ 2927383 w 3076069"/>
                      <a:gd name="connsiteY9-140" fmla="*/ 96632 h 1321259"/>
                      <a:gd name="connsiteX10-141" fmla="*/ 2131352 w 3076069"/>
                      <a:gd name="connsiteY10-142" fmla="*/ 432543 h 1321259"/>
                      <a:gd name="connsiteX11-143" fmla="*/ 2292399 w 3076069"/>
                      <a:gd name="connsiteY11-144" fmla="*/ 920305 h 1321259"/>
                      <a:gd name="connsiteX12-145" fmla="*/ 3076069 w 3076069"/>
                      <a:gd name="connsiteY12-146" fmla="*/ 1228607 h 1321259"/>
                      <a:gd name="connsiteX13-147" fmla="*/ 2808172 w 3076069"/>
                      <a:gd name="connsiteY13-148" fmla="*/ 1316375 h 1321259"/>
                      <a:gd name="connsiteX14-149" fmla="*/ 1537780 w 3076069"/>
                      <a:gd name="connsiteY14-150" fmla="*/ 750825 h 1321259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782" name="Freeform 627"/>
                  <p:cNvSpPr/>
                  <p:nvPr/>
                </p:nvSpPr>
                <p:spPr bwMode="auto">
                  <a:xfrm>
                    <a:off x="2430678" y="1629243"/>
                    <a:ext cx="703366" cy="11252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-1" fmla="*/ 0 w 3640627"/>
                      <a:gd name="connsiteY0-2" fmla="*/ 242051 h 923747"/>
                      <a:gd name="connsiteX1-3" fmla="*/ 655168 w 3640627"/>
                      <a:gd name="connsiteY1-4" fmla="*/ 16495 h 923747"/>
                      <a:gd name="connsiteX2-5" fmla="*/ 1809765 w 3640627"/>
                      <a:gd name="connsiteY2-6" fmla="*/ 511360 h 923747"/>
                      <a:gd name="connsiteX3-7" fmla="*/ 2964363 w 3640627"/>
                      <a:gd name="connsiteY3-8" fmla="*/ 0 h 923747"/>
                      <a:gd name="connsiteX4-9" fmla="*/ 3640627 w 3640627"/>
                      <a:gd name="connsiteY4-10" fmla="*/ 197946 h 923747"/>
                      <a:gd name="connsiteX5-11" fmla="*/ 3195282 w 3640627"/>
                      <a:gd name="connsiteY5-12" fmla="*/ 461874 h 923747"/>
                      <a:gd name="connsiteX6-13" fmla="*/ 2980857 w 3640627"/>
                      <a:gd name="connsiteY6-14" fmla="*/ 379396 h 923747"/>
                      <a:gd name="connsiteX7-15" fmla="*/ 1826259 w 3640627"/>
                      <a:gd name="connsiteY7-16" fmla="*/ 923747 h 923747"/>
                      <a:gd name="connsiteX8-17" fmla="*/ 671662 w 3640627"/>
                      <a:gd name="connsiteY8-18" fmla="*/ 412387 h 923747"/>
                      <a:gd name="connsiteX9-19" fmla="*/ 523214 w 3640627"/>
                      <a:gd name="connsiteY9-20" fmla="*/ 478369 h 923747"/>
                      <a:gd name="connsiteX10-21" fmla="*/ 0 w 3640627"/>
                      <a:gd name="connsiteY10-22" fmla="*/ 242051 h 923747"/>
                      <a:gd name="connsiteX0-23" fmla="*/ 0 w 3640627"/>
                      <a:gd name="connsiteY0-24" fmla="*/ 242051 h 923747"/>
                      <a:gd name="connsiteX1-25" fmla="*/ 655168 w 3640627"/>
                      <a:gd name="connsiteY1-26" fmla="*/ 16495 h 923747"/>
                      <a:gd name="connsiteX2-27" fmla="*/ 1809765 w 3640627"/>
                      <a:gd name="connsiteY2-28" fmla="*/ 511360 h 923747"/>
                      <a:gd name="connsiteX3-29" fmla="*/ 2964363 w 3640627"/>
                      <a:gd name="connsiteY3-30" fmla="*/ 0 h 923747"/>
                      <a:gd name="connsiteX4-31" fmla="*/ 3640627 w 3640627"/>
                      <a:gd name="connsiteY4-32" fmla="*/ 197946 h 923747"/>
                      <a:gd name="connsiteX5-33" fmla="*/ 3195282 w 3640627"/>
                      <a:gd name="connsiteY5-34" fmla="*/ 461874 h 923747"/>
                      <a:gd name="connsiteX6-35" fmla="*/ 2980857 w 3640627"/>
                      <a:gd name="connsiteY6-36" fmla="*/ 379396 h 923747"/>
                      <a:gd name="connsiteX7-37" fmla="*/ 1826259 w 3640627"/>
                      <a:gd name="connsiteY7-38" fmla="*/ 923747 h 923747"/>
                      <a:gd name="connsiteX8-39" fmla="*/ 671662 w 3640627"/>
                      <a:gd name="connsiteY8-40" fmla="*/ 412387 h 923747"/>
                      <a:gd name="connsiteX9-41" fmla="*/ 523214 w 3640627"/>
                      <a:gd name="connsiteY9-42" fmla="*/ 482971 h 923747"/>
                      <a:gd name="connsiteX10-43" fmla="*/ 0 w 3640627"/>
                      <a:gd name="connsiteY10-44" fmla="*/ 242051 h 923747"/>
                      <a:gd name="connsiteX0-45" fmla="*/ 0 w 3640627"/>
                      <a:gd name="connsiteY0-46" fmla="*/ 242051 h 923747"/>
                      <a:gd name="connsiteX1-47" fmla="*/ 655168 w 3640627"/>
                      <a:gd name="connsiteY1-48" fmla="*/ 16495 h 923747"/>
                      <a:gd name="connsiteX2-49" fmla="*/ 1809765 w 3640627"/>
                      <a:gd name="connsiteY2-50" fmla="*/ 511360 h 923747"/>
                      <a:gd name="connsiteX3-51" fmla="*/ 2964363 w 3640627"/>
                      <a:gd name="connsiteY3-52" fmla="*/ 0 h 923747"/>
                      <a:gd name="connsiteX4-53" fmla="*/ 3640627 w 3640627"/>
                      <a:gd name="connsiteY4-54" fmla="*/ 197946 h 923747"/>
                      <a:gd name="connsiteX5-55" fmla="*/ 3195282 w 3640627"/>
                      <a:gd name="connsiteY5-56" fmla="*/ 461874 h 923747"/>
                      <a:gd name="connsiteX6-57" fmla="*/ 2980857 w 3640627"/>
                      <a:gd name="connsiteY6-58" fmla="*/ 379396 h 923747"/>
                      <a:gd name="connsiteX7-59" fmla="*/ 1826259 w 3640627"/>
                      <a:gd name="connsiteY7-60" fmla="*/ 923747 h 923747"/>
                      <a:gd name="connsiteX8-61" fmla="*/ 690067 w 3640627"/>
                      <a:gd name="connsiteY8-62" fmla="*/ 412387 h 923747"/>
                      <a:gd name="connsiteX9-63" fmla="*/ 523214 w 3640627"/>
                      <a:gd name="connsiteY9-64" fmla="*/ 482971 h 923747"/>
                      <a:gd name="connsiteX10-65" fmla="*/ 0 w 3640627"/>
                      <a:gd name="connsiteY10-66" fmla="*/ 242051 h 923747"/>
                      <a:gd name="connsiteX0-67" fmla="*/ 0 w 3640627"/>
                      <a:gd name="connsiteY0-68" fmla="*/ 242051 h 946755"/>
                      <a:gd name="connsiteX1-69" fmla="*/ 655168 w 3640627"/>
                      <a:gd name="connsiteY1-70" fmla="*/ 16495 h 946755"/>
                      <a:gd name="connsiteX2-71" fmla="*/ 1809765 w 3640627"/>
                      <a:gd name="connsiteY2-72" fmla="*/ 511360 h 946755"/>
                      <a:gd name="connsiteX3-73" fmla="*/ 2964363 w 3640627"/>
                      <a:gd name="connsiteY3-74" fmla="*/ 0 h 946755"/>
                      <a:gd name="connsiteX4-75" fmla="*/ 3640627 w 3640627"/>
                      <a:gd name="connsiteY4-76" fmla="*/ 197946 h 946755"/>
                      <a:gd name="connsiteX5-77" fmla="*/ 3195282 w 3640627"/>
                      <a:gd name="connsiteY5-78" fmla="*/ 461874 h 946755"/>
                      <a:gd name="connsiteX6-79" fmla="*/ 2980857 w 3640627"/>
                      <a:gd name="connsiteY6-80" fmla="*/ 379396 h 946755"/>
                      <a:gd name="connsiteX7-81" fmla="*/ 1876873 w 3640627"/>
                      <a:gd name="connsiteY7-82" fmla="*/ 946755 h 946755"/>
                      <a:gd name="connsiteX8-83" fmla="*/ 690067 w 3640627"/>
                      <a:gd name="connsiteY8-84" fmla="*/ 412387 h 946755"/>
                      <a:gd name="connsiteX9-85" fmla="*/ 523214 w 3640627"/>
                      <a:gd name="connsiteY9-86" fmla="*/ 482971 h 946755"/>
                      <a:gd name="connsiteX10-87" fmla="*/ 0 w 3640627"/>
                      <a:gd name="connsiteY10-88" fmla="*/ 242051 h 946755"/>
                      <a:gd name="connsiteX0-89" fmla="*/ 0 w 3640627"/>
                      <a:gd name="connsiteY0-90" fmla="*/ 242051 h 946755"/>
                      <a:gd name="connsiteX1-91" fmla="*/ 655168 w 3640627"/>
                      <a:gd name="connsiteY1-92" fmla="*/ 16495 h 946755"/>
                      <a:gd name="connsiteX2-93" fmla="*/ 1855778 w 3640627"/>
                      <a:gd name="connsiteY2-94" fmla="*/ 534367 h 946755"/>
                      <a:gd name="connsiteX3-95" fmla="*/ 2964363 w 3640627"/>
                      <a:gd name="connsiteY3-96" fmla="*/ 0 h 946755"/>
                      <a:gd name="connsiteX4-97" fmla="*/ 3640627 w 3640627"/>
                      <a:gd name="connsiteY4-98" fmla="*/ 197946 h 946755"/>
                      <a:gd name="connsiteX5-99" fmla="*/ 3195282 w 3640627"/>
                      <a:gd name="connsiteY5-100" fmla="*/ 461874 h 946755"/>
                      <a:gd name="connsiteX6-101" fmla="*/ 2980857 w 3640627"/>
                      <a:gd name="connsiteY6-102" fmla="*/ 379396 h 946755"/>
                      <a:gd name="connsiteX7-103" fmla="*/ 1876873 w 3640627"/>
                      <a:gd name="connsiteY7-104" fmla="*/ 946755 h 946755"/>
                      <a:gd name="connsiteX8-105" fmla="*/ 690067 w 3640627"/>
                      <a:gd name="connsiteY8-106" fmla="*/ 412387 h 946755"/>
                      <a:gd name="connsiteX9-107" fmla="*/ 523214 w 3640627"/>
                      <a:gd name="connsiteY9-108" fmla="*/ 482971 h 946755"/>
                      <a:gd name="connsiteX10-109" fmla="*/ 0 w 3640627"/>
                      <a:gd name="connsiteY10-110" fmla="*/ 242051 h 946755"/>
                      <a:gd name="connsiteX0-111" fmla="*/ 0 w 3640627"/>
                      <a:gd name="connsiteY0-112" fmla="*/ 242051 h 946755"/>
                      <a:gd name="connsiteX1-113" fmla="*/ 655168 w 3640627"/>
                      <a:gd name="connsiteY1-114" fmla="*/ 16495 h 946755"/>
                      <a:gd name="connsiteX2-115" fmla="*/ 1855778 w 3640627"/>
                      <a:gd name="connsiteY2-116" fmla="*/ 534367 h 946755"/>
                      <a:gd name="connsiteX3-117" fmla="*/ 2964363 w 3640627"/>
                      <a:gd name="connsiteY3-118" fmla="*/ 0 h 946755"/>
                      <a:gd name="connsiteX4-119" fmla="*/ 3640627 w 3640627"/>
                      <a:gd name="connsiteY4-120" fmla="*/ 197946 h 946755"/>
                      <a:gd name="connsiteX5-121" fmla="*/ 3195282 w 3640627"/>
                      <a:gd name="connsiteY5-122" fmla="*/ 461874 h 946755"/>
                      <a:gd name="connsiteX6-123" fmla="*/ 3008465 w 3640627"/>
                      <a:gd name="connsiteY6-124" fmla="*/ 402404 h 946755"/>
                      <a:gd name="connsiteX7-125" fmla="*/ 1876873 w 3640627"/>
                      <a:gd name="connsiteY7-126" fmla="*/ 946755 h 946755"/>
                      <a:gd name="connsiteX8-127" fmla="*/ 690067 w 3640627"/>
                      <a:gd name="connsiteY8-128" fmla="*/ 412387 h 946755"/>
                      <a:gd name="connsiteX9-129" fmla="*/ 523214 w 3640627"/>
                      <a:gd name="connsiteY9-130" fmla="*/ 482971 h 946755"/>
                      <a:gd name="connsiteX10-131" fmla="*/ 0 w 3640627"/>
                      <a:gd name="connsiteY10-132" fmla="*/ 242051 h 946755"/>
                      <a:gd name="connsiteX0-133" fmla="*/ 0 w 3723451"/>
                      <a:gd name="connsiteY0-134" fmla="*/ 242051 h 946755"/>
                      <a:gd name="connsiteX1-135" fmla="*/ 655168 w 3723451"/>
                      <a:gd name="connsiteY1-136" fmla="*/ 16495 h 946755"/>
                      <a:gd name="connsiteX2-137" fmla="*/ 1855778 w 3723451"/>
                      <a:gd name="connsiteY2-138" fmla="*/ 534367 h 946755"/>
                      <a:gd name="connsiteX3-139" fmla="*/ 2964363 w 3723451"/>
                      <a:gd name="connsiteY3-140" fmla="*/ 0 h 946755"/>
                      <a:gd name="connsiteX4-141" fmla="*/ 3723451 w 3723451"/>
                      <a:gd name="connsiteY4-142" fmla="*/ 220954 h 946755"/>
                      <a:gd name="connsiteX5-143" fmla="*/ 3195282 w 3723451"/>
                      <a:gd name="connsiteY5-144" fmla="*/ 461874 h 946755"/>
                      <a:gd name="connsiteX6-145" fmla="*/ 3008465 w 3723451"/>
                      <a:gd name="connsiteY6-146" fmla="*/ 402404 h 946755"/>
                      <a:gd name="connsiteX7-147" fmla="*/ 1876873 w 3723451"/>
                      <a:gd name="connsiteY7-148" fmla="*/ 946755 h 946755"/>
                      <a:gd name="connsiteX8-149" fmla="*/ 690067 w 3723451"/>
                      <a:gd name="connsiteY8-150" fmla="*/ 412387 h 946755"/>
                      <a:gd name="connsiteX9-151" fmla="*/ 523214 w 3723451"/>
                      <a:gd name="connsiteY9-152" fmla="*/ 482971 h 946755"/>
                      <a:gd name="connsiteX10-153" fmla="*/ 0 w 3723451"/>
                      <a:gd name="connsiteY10-154" fmla="*/ 242051 h 946755"/>
                      <a:gd name="connsiteX0-155" fmla="*/ 0 w 3723451"/>
                      <a:gd name="connsiteY0-156" fmla="*/ 228246 h 932950"/>
                      <a:gd name="connsiteX1-157" fmla="*/ 655168 w 3723451"/>
                      <a:gd name="connsiteY1-158" fmla="*/ 2690 h 932950"/>
                      <a:gd name="connsiteX2-159" fmla="*/ 1855778 w 3723451"/>
                      <a:gd name="connsiteY2-160" fmla="*/ 520562 h 932950"/>
                      <a:gd name="connsiteX3-161" fmla="*/ 3001174 w 3723451"/>
                      <a:gd name="connsiteY3-162" fmla="*/ 0 h 932950"/>
                      <a:gd name="connsiteX4-163" fmla="*/ 3723451 w 3723451"/>
                      <a:gd name="connsiteY4-164" fmla="*/ 207149 h 932950"/>
                      <a:gd name="connsiteX5-165" fmla="*/ 3195282 w 3723451"/>
                      <a:gd name="connsiteY5-166" fmla="*/ 448069 h 932950"/>
                      <a:gd name="connsiteX6-167" fmla="*/ 3008465 w 3723451"/>
                      <a:gd name="connsiteY6-168" fmla="*/ 388599 h 932950"/>
                      <a:gd name="connsiteX7-169" fmla="*/ 1876873 w 3723451"/>
                      <a:gd name="connsiteY7-170" fmla="*/ 932950 h 932950"/>
                      <a:gd name="connsiteX8-171" fmla="*/ 690067 w 3723451"/>
                      <a:gd name="connsiteY8-172" fmla="*/ 398582 h 932950"/>
                      <a:gd name="connsiteX9-173" fmla="*/ 523214 w 3723451"/>
                      <a:gd name="connsiteY9-174" fmla="*/ 469166 h 932950"/>
                      <a:gd name="connsiteX10-175" fmla="*/ 0 w 3723451"/>
                      <a:gd name="connsiteY10-176" fmla="*/ 228246 h 932950"/>
                      <a:gd name="connsiteX0-177" fmla="*/ 0 w 3723451"/>
                      <a:gd name="connsiteY0-178" fmla="*/ 228246 h 932950"/>
                      <a:gd name="connsiteX1-179" fmla="*/ 655168 w 3723451"/>
                      <a:gd name="connsiteY1-180" fmla="*/ 2690 h 932950"/>
                      <a:gd name="connsiteX2-181" fmla="*/ 1855778 w 3723451"/>
                      <a:gd name="connsiteY2-182" fmla="*/ 520562 h 932950"/>
                      <a:gd name="connsiteX3-183" fmla="*/ 3001174 w 3723451"/>
                      <a:gd name="connsiteY3-184" fmla="*/ 0 h 932950"/>
                      <a:gd name="connsiteX4-185" fmla="*/ 3723451 w 3723451"/>
                      <a:gd name="connsiteY4-186" fmla="*/ 207149 h 932950"/>
                      <a:gd name="connsiteX5-187" fmla="*/ 3195282 w 3723451"/>
                      <a:gd name="connsiteY5-188" fmla="*/ 448069 h 932950"/>
                      <a:gd name="connsiteX6-189" fmla="*/ 3013067 w 3723451"/>
                      <a:gd name="connsiteY6-190" fmla="*/ 393200 h 932950"/>
                      <a:gd name="connsiteX7-191" fmla="*/ 1876873 w 3723451"/>
                      <a:gd name="connsiteY7-192" fmla="*/ 932950 h 932950"/>
                      <a:gd name="connsiteX8-193" fmla="*/ 690067 w 3723451"/>
                      <a:gd name="connsiteY8-194" fmla="*/ 398582 h 932950"/>
                      <a:gd name="connsiteX9-195" fmla="*/ 523214 w 3723451"/>
                      <a:gd name="connsiteY9-196" fmla="*/ 469166 h 932950"/>
                      <a:gd name="connsiteX10-197" fmla="*/ 0 w 3723451"/>
                      <a:gd name="connsiteY10-198" fmla="*/ 228246 h 932950"/>
                      <a:gd name="connsiteX0-199" fmla="*/ 0 w 3723451"/>
                      <a:gd name="connsiteY0-200" fmla="*/ 228246 h 932950"/>
                      <a:gd name="connsiteX1-201" fmla="*/ 655168 w 3723451"/>
                      <a:gd name="connsiteY1-202" fmla="*/ 2690 h 932950"/>
                      <a:gd name="connsiteX2-203" fmla="*/ 1855778 w 3723451"/>
                      <a:gd name="connsiteY2-204" fmla="*/ 520562 h 932950"/>
                      <a:gd name="connsiteX3-205" fmla="*/ 3001174 w 3723451"/>
                      <a:gd name="connsiteY3-206" fmla="*/ 0 h 932950"/>
                      <a:gd name="connsiteX4-207" fmla="*/ 3723451 w 3723451"/>
                      <a:gd name="connsiteY4-208" fmla="*/ 207149 h 932950"/>
                      <a:gd name="connsiteX5-209" fmla="*/ 3186079 w 3723451"/>
                      <a:gd name="connsiteY5-210" fmla="*/ 461874 h 932950"/>
                      <a:gd name="connsiteX6-211" fmla="*/ 3013067 w 3723451"/>
                      <a:gd name="connsiteY6-212" fmla="*/ 393200 h 932950"/>
                      <a:gd name="connsiteX7-213" fmla="*/ 1876873 w 3723451"/>
                      <a:gd name="connsiteY7-214" fmla="*/ 932950 h 932950"/>
                      <a:gd name="connsiteX8-215" fmla="*/ 690067 w 3723451"/>
                      <a:gd name="connsiteY8-216" fmla="*/ 398582 h 932950"/>
                      <a:gd name="connsiteX9-217" fmla="*/ 523214 w 3723451"/>
                      <a:gd name="connsiteY9-218" fmla="*/ 469166 h 932950"/>
                      <a:gd name="connsiteX10-219" fmla="*/ 0 w 3723451"/>
                      <a:gd name="connsiteY10-220" fmla="*/ 228246 h 932950"/>
                      <a:gd name="connsiteX0-221" fmla="*/ 0 w 3723451"/>
                      <a:gd name="connsiteY0-222" fmla="*/ 228246 h 932950"/>
                      <a:gd name="connsiteX1-223" fmla="*/ 655168 w 3723451"/>
                      <a:gd name="connsiteY1-224" fmla="*/ 2690 h 932950"/>
                      <a:gd name="connsiteX2-225" fmla="*/ 1855778 w 3723451"/>
                      <a:gd name="connsiteY2-226" fmla="*/ 520562 h 932950"/>
                      <a:gd name="connsiteX3-227" fmla="*/ 3001174 w 3723451"/>
                      <a:gd name="connsiteY3-228" fmla="*/ 0 h 932950"/>
                      <a:gd name="connsiteX4-229" fmla="*/ 3723451 w 3723451"/>
                      <a:gd name="connsiteY4-230" fmla="*/ 207149 h 932950"/>
                      <a:gd name="connsiteX5-231" fmla="*/ 3186079 w 3723451"/>
                      <a:gd name="connsiteY5-232" fmla="*/ 461874 h 932950"/>
                      <a:gd name="connsiteX6-233" fmla="*/ 3013067 w 3723451"/>
                      <a:gd name="connsiteY6-234" fmla="*/ 393200 h 932950"/>
                      <a:gd name="connsiteX7-235" fmla="*/ 1876873 w 3723451"/>
                      <a:gd name="connsiteY7-236" fmla="*/ 932950 h 932950"/>
                      <a:gd name="connsiteX8-237" fmla="*/ 711613 w 3723451"/>
                      <a:gd name="connsiteY8-238" fmla="*/ 413055 h 932950"/>
                      <a:gd name="connsiteX9-239" fmla="*/ 523214 w 3723451"/>
                      <a:gd name="connsiteY9-240" fmla="*/ 469166 h 932950"/>
                      <a:gd name="connsiteX10-241" fmla="*/ 0 w 3723451"/>
                      <a:gd name="connsiteY10-242" fmla="*/ 228246 h 93295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783" name="Freeform 628"/>
                  <p:cNvSpPr/>
                  <p:nvPr/>
                </p:nvSpPr>
                <p:spPr bwMode="auto">
                  <a:xfrm>
                    <a:off x="2892025" y="1724886"/>
                    <a:ext cx="260927" cy="95643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-1" fmla="*/ 4602 w 1371198"/>
                      <a:gd name="connsiteY0-2" fmla="*/ 0 h 800665"/>
                      <a:gd name="connsiteX1-3" fmla="*/ 1371198 w 1371198"/>
                      <a:gd name="connsiteY1-4" fmla="*/ 625807 h 800665"/>
                      <a:gd name="connsiteX2-5" fmla="*/ 897260 w 1371198"/>
                      <a:gd name="connsiteY2-6" fmla="*/ 800665 h 800665"/>
                      <a:gd name="connsiteX3-7" fmla="*/ 0 w 1371198"/>
                      <a:gd name="connsiteY3-8" fmla="*/ 404934 h 800665"/>
                      <a:gd name="connsiteX4-9" fmla="*/ 4602 w 1371198"/>
                      <a:gd name="connsiteY4-10" fmla="*/ 0 h 800665"/>
                      <a:gd name="connsiteX0-11" fmla="*/ 0 w 1366596"/>
                      <a:gd name="connsiteY0-12" fmla="*/ 0 h 800665"/>
                      <a:gd name="connsiteX1-13" fmla="*/ 1366596 w 1366596"/>
                      <a:gd name="connsiteY1-14" fmla="*/ 625807 h 800665"/>
                      <a:gd name="connsiteX2-15" fmla="*/ 892658 w 1366596"/>
                      <a:gd name="connsiteY2-16" fmla="*/ 800665 h 800665"/>
                      <a:gd name="connsiteX3-17" fmla="*/ 4601 w 1366596"/>
                      <a:gd name="connsiteY3-18" fmla="*/ 427942 h 800665"/>
                      <a:gd name="connsiteX4-19" fmla="*/ 0 w 1366596"/>
                      <a:gd name="connsiteY4-20" fmla="*/ 0 h 800665"/>
                      <a:gd name="connsiteX0-21" fmla="*/ 0 w 1366596"/>
                      <a:gd name="connsiteY0-22" fmla="*/ 0 h 800665"/>
                      <a:gd name="connsiteX1-23" fmla="*/ 1366596 w 1366596"/>
                      <a:gd name="connsiteY1-24" fmla="*/ 625807 h 800665"/>
                      <a:gd name="connsiteX2-25" fmla="*/ 892658 w 1366596"/>
                      <a:gd name="connsiteY2-26" fmla="*/ 800665 h 800665"/>
                      <a:gd name="connsiteX3-27" fmla="*/ 4601 w 1366596"/>
                      <a:gd name="connsiteY3-28" fmla="*/ 427942 h 800665"/>
                      <a:gd name="connsiteX4-29" fmla="*/ 0 w 1366596"/>
                      <a:gd name="connsiteY4-30" fmla="*/ 0 h 800665"/>
                      <a:gd name="connsiteX0-31" fmla="*/ 0 w 1366596"/>
                      <a:gd name="connsiteY0-32" fmla="*/ 0 h 800665"/>
                      <a:gd name="connsiteX1-33" fmla="*/ 1366596 w 1366596"/>
                      <a:gd name="connsiteY1-34" fmla="*/ 625807 h 800665"/>
                      <a:gd name="connsiteX2-35" fmla="*/ 892658 w 1366596"/>
                      <a:gd name="connsiteY2-36" fmla="*/ 800665 h 800665"/>
                      <a:gd name="connsiteX3-37" fmla="*/ 4601 w 1366596"/>
                      <a:gd name="connsiteY3-38" fmla="*/ 427942 h 800665"/>
                      <a:gd name="connsiteX4-39" fmla="*/ 0 w 1366596"/>
                      <a:gd name="connsiteY4-40" fmla="*/ 0 h 800665"/>
                      <a:gd name="connsiteX0-41" fmla="*/ 0 w 1366596"/>
                      <a:gd name="connsiteY0-42" fmla="*/ 0 h 809868"/>
                      <a:gd name="connsiteX1-43" fmla="*/ 1366596 w 1366596"/>
                      <a:gd name="connsiteY1-44" fmla="*/ 625807 h 809868"/>
                      <a:gd name="connsiteX2-45" fmla="*/ 865050 w 1366596"/>
                      <a:gd name="connsiteY2-46" fmla="*/ 809868 h 809868"/>
                      <a:gd name="connsiteX3-47" fmla="*/ 4601 w 1366596"/>
                      <a:gd name="connsiteY3-48" fmla="*/ 427942 h 809868"/>
                      <a:gd name="connsiteX4-49" fmla="*/ 0 w 1366596"/>
                      <a:gd name="connsiteY4-50" fmla="*/ 0 h 809868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784" name="Freeform 629"/>
                  <p:cNvSpPr/>
                  <p:nvPr/>
                </p:nvSpPr>
                <p:spPr bwMode="auto">
                  <a:xfrm>
                    <a:off x="2419334" y="1727698"/>
                    <a:ext cx="253362" cy="92831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-1" fmla="*/ 1329786 w 1348191"/>
                      <a:gd name="connsiteY0-2" fmla="*/ 0 h 791462"/>
                      <a:gd name="connsiteX1-3" fmla="*/ 1348191 w 1348191"/>
                      <a:gd name="connsiteY1-4" fmla="*/ 381926 h 791462"/>
                      <a:gd name="connsiteX2-5" fmla="*/ 487742 w 1348191"/>
                      <a:gd name="connsiteY2-6" fmla="*/ 791462 h 791462"/>
                      <a:gd name="connsiteX3-7" fmla="*/ 0 w 1348191"/>
                      <a:gd name="connsiteY3-8" fmla="*/ 612002 h 791462"/>
                      <a:gd name="connsiteX4-9" fmla="*/ 1329786 w 1348191"/>
                      <a:gd name="connsiteY4-10" fmla="*/ 0 h 791462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cxnSp>
                <p:nvCxnSpPr>
                  <p:cNvPr id="785" name="Straight Connector 630"/>
                  <p:cNvCxnSpPr>
                    <a:endCxn id="780" idx="2"/>
                  </p:cNvCxnSpPr>
                  <p:nvPr/>
                </p:nvCxnSpPr>
                <p:spPr bwMode="auto">
                  <a:xfrm flipH="1" flipV="1">
                    <a:off x="2184879" y="1722072"/>
                    <a:ext cx="3780" cy="120962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86" name="Straight Connector 631"/>
                  <p:cNvCxnSpPr/>
                  <p:nvPr/>
                </p:nvCxnSpPr>
                <p:spPr bwMode="auto">
                  <a:xfrm flipH="1" flipV="1">
                    <a:off x="3379845" y="1730512"/>
                    <a:ext cx="3780" cy="120960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365" name="Group 27"/>
            <p:cNvGrpSpPr/>
            <p:nvPr/>
          </p:nvGrpSpPr>
          <p:grpSpPr>
            <a:xfrm>
              <a:off x="2381956" y="2010251"/>
              <a:ext cx="4415330" cy="2315048"/>
              <a:chOff x="2381956" y="2435173"/>
              <a:chExt cx="4415330" cy="2315048"/>
            </a:xfrm>
          </p:grpSpPr>
          <p:sp>
            <p:nvSpPr>
              <p:cNvPr id="757" name="Freeform 390"/>
              <p:cNvSpPr/>
              <p:nvPr/>
            </p:nvSpPr>
            <p:spPr>
              <a:xfrm>
                <a:off x="2381956" y="2439629"/>
                <a:ext cx="297540" cy="1743187"/>
              </a:xfrm>
              <a:custGeom>
                <a:avLst/>
                <a:gdLst>
                  <a:gd name="connsiteX0" fmla="*/ 307275 w 307275"/>
                  <a:gd name="connsiteY0" fmla="*/ 0 h 1659441"/>
                  <a:gd name="connsiteX1" fmla="*/ 0 w 307275"/>
                  <a:gd name="connsiteY1" fmla="*/ 0 h 1659441"/>
                  <a:gd name="connsiteX2" fmla="*/ 0 w 307275"/>
                  <a:gd name="connsiteY2" fmla="*/ 1659441 h 1659441"/>
                  <a:gd name="connsiteX0-1" fmla="*/ 307275 w 307275"/>
                  <a:gd name="connsiteY0-2" fmla="*/ 0 h 2015941"/>
                  <a:gd name="connsiteX1-3" fmla="*/ 0 w 307275"/>
                  <a:gd name="connsiteY1-4" fmla="*/ 0 h 2015941"/>
                  <a:gd name="connsiteX2-5" fmla="*/ 0 w 307275"/>
                  <a:gd name="connsiteY2-6" fmla="*/ 2015941 h 2015941"/>
                  <a:gd name="connsiteX0-7" fmla="*/ 228538 w 228538"/>
                  <a:gd name="connsiteY0-8" fmla="*/ 0 h 2022548"/>
                  <a:gd name="connsiteX1-9" fmla="*/ 0 w 228538"/>
                  <a:gd name="connsiteY1-10" fmla="*/ 6607 h 2022548"/>
                  <a:gd name="connsiteX2-11" fmla="*/ 0 w 228538"/>
                  <a:gd name="connsiteY2-12" fmla="*/ 2022548 h 2022548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</a:cxnLst>
                <a:rect l="l" t="t" r="r" b="b"/>
                <a:pathLst>
                  <a:path w="228538" h="2022548">
                    <a:moveTo>
                      <a:pt x="228538" y="0"/>
                    </a:moveTo>
                    <a:lnTo>
                      <a:pt x="0" y="6607"/>
                    </a:lnTo>
                    <a:lnTo>
                      <a:pt x="0" y="2022548"/>
                    </a:lnTo>
                  </a:path>
                </a:pathLst>
              </a:custGeom>
              <a:ln w="31750">
                <a:solidFill>
                  <a:srgbClr val="CC0000"/>
                </a:solidFill>
                <a:headEnd type="triangl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8" name="Freeform 391"/>
              <p:cNvSpPr/>
              <p:nvPr/>
            </p:nvSpPr>
            <p:spPr>
              <a:xfrm flipH="1">
                <a:off x="6411524" y="2435173"/>
                <a:ext cx="385762" cy="2300562"/>
              </a:xfrm>
              <a:custGeom>
                <a:avLst/>
                <a:gdLst>
                  <a:gd name="connsiteX0" fmla="*/ 307275 w 307275"/>
                  <a:gd name="connsiteY0" fmla="*/ 0 h 1659441"/>
                  <a:gd name="connsiteX1" fmla="*/ 0 w 307275"/>
                  <a:gd name="connsiteY1" fmla="*/ 0 h 1659441"/>
                  <a:gd name="connsiteX2" fmla="*/ 0 w 307275"/>
                  <a:gd name="connsiteY2" fmla="*/ 1659441 h 1659441"/>
                  <a:gd name="connsiteX0-1" fmla="*/ 307275 w 307275"/>
                  <a:gd name="connsiteY0-2" fmla="*/ 0 h 2117725"/>
                  <a:gd name="connsiteX1-3" fmla="*/ 0 w 307275"/>
                  <a:gd name="connsiteY1-4" fmla="*/ 0 h 2117725"/>
                  <a:gd name="connsiteX2-5" fmla="*/ 0 w 307275"/>
                  <a:gd name="connsiteY2-6" fmla="*/ 2117725 h 2117725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</a:cxnLst>
                <a:rect l="l" t="t" r="r" b="b"/>
                <a:pathLst>
                  <a:path w="307275" h="2117725">
                    <a:moveTo>
                      <a:pt x="307275" y="0"/>
                    </a:moveTo>
                    <a:lnTo>
                      <a:pt x="0" y="0"/>
                    </a:lnTo>
                    <a:lnTo>
                      <a:pt x="0" y="2117725"/>
                    </a:lnTo>
                  </a:path>
                </a:pathLst>
              </a:custGeom>
              <a:ln w="31750">
                <a:solidFill>
                  <a:srgbClr val="CC0000"/>
                </a:solidFill>
                <a:headEnd type="triangl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759" name="Straight Arrow Connector 392"/>
              <p:cNvCxnSpPr/>
              <p:nvPr/>
            </p:nvCxnSpPr>
            <p:spPr>
              <a:xfrm flipV="1">
                <a:off x="5791457" y="2687586"/>
                <a:ext cx="8309" cy="2062635"/>
              </a:xfrm>
              <a:prstGeom prst="straightConnector1">
                <a:avLst/>
              </a:prstGeom>
              <a:ln w="31750">
                <a:solidFill>
                  <a:srgbClr val="CC0000"/>
                </a:solidFill>
                <a:headEnd type="triangl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0" name="Straight Arrow Connector 393"/>
              <p:cNvCxnSpPr/>
              <p:nvPr/>
            </p:nvCxnSpPr>
            <p:spPr>
              <a:xfrm flipV="1">
                <a:off x="4598735" y="2708225"/>
                <a:ext cx="18344" cy="2037167"/>
              </a:xfrm>
              <a:prstGeom prst="straightConnector1">
                <a:avLst/>
              </a:prstGeom>
              <a:ln w="31750">
                <a:solidFill>
                  <a:srgbClr val="CC0000"/>
                </a:solidFill>
                <a:headEnd type="triangl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1" name="Straight Arrow Connector 394"/>
              <p:cNvCxnSpPr/>
              <p:nvPr/>
            </p:nvCxnSpPr>
            <p:spPr>
              <a:xfrm flipH="1" flipV="1">
                <a:off x="3807455" y="2762199"/>
                <a:ext cx="9009" cy="1983193"/>
              </a:xfrm>
              <a:prstGeom prst="straightConnector1">
                <a:avLst/>
              </a:prstGeom>
              <a:ln w="31750">
                <a:solidFill>
                  <a:srgbClr val="CC0000"/>
                </a:solidFill>
                <a:headEnd type="triangl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6" name="Group 347"/>
            <p:cNvGrpSpPr/>
            <p:nvPr/>
          </p:nvGrpSpPr>
          <p:grpSpPr bwMode="auto">
            <a:xfrm>
              <a:off x="5856401" y="5478592"/>
              <a:ext cx="588970" cy="242608"/>
              <a:chOff x="1871277" y="1576300"/>
              <a:chExt cx="1128371" cy="437861"/>
            </a:xfrm>
          </p:grpSpPr>
          <p:sp>
            <p:nvSpPr>
              <p:cNvPr id="748" name="Oval 362"/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9" name="Rectangle 363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0" name="Oval 364"/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1" name="Freeform 365"/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-1" fmla="*/ 1486231 w 2944854"/>
                  <a:gd name="connsiteY0-2" fmla="*/ 727041 h 1316375"/>
                  <a:gd name="connsiteX1-3" fmla="*/ 257675 w 2944854"/>
                  <a:gd name="connsiteY1-4" fmla="*/ 1302232 h 1316375"/>
                  <a:gd name="connsiteX2-5" fmla="*/ 0 w 2944854"/>
                  <a:gd name="connsiteY2-6" fmla="*/ 1228607 h 1316375"/>
                  <a:gd name="connsiteX3-7" fmla="*/ 911064 w 2944854"/>
                  <a:gd name="connsiteY3-8" fmla="*/ 837478 h 1316375"/>
                  <a:gd name="connsiteX4-9" fmla="*/ 883456 w 2944854"/>
                  <a:gd name="connsiteY4-10" fmla="*/ 450949 h 1316375"/>
                  <a:gd name="connsiteX5-11" fmla="*/ 161047 w 2944854"/>
                  <a:gd name="connsiteY5-12" fmla="*/ 119640 h 1316375"/>
                  <a:gd name="connsiteX6-13" fmla="*/ 404917 w 2944854"/>
                  <a:gd name="connsiteY6-14" fmla="*/ 50617 h 1316375"/>
                  <a:gd name="connsiteX7-15" fmla="*/ 1477028 w 2944854"/>
                  <a:gd name="connsiteY7-16" fmla="*/ 501566 h 1316375"/>
                  <a:gd name="connsiteX8-17" fmla="*/ 2572146 w 2944854"/>
                  <a:gd name="connsiteY8-18" fmla="*/ 0 h 1316375"/>
                  <a:gd name="connsiteX9-19" fmla="*/ 2875834 w 2944854"/>
                  <a:gd name="connsiteY9-20" fmla="*/ 96632 h 1316375"/>
                  <a:gd name="connsiteX10-21" fmla="*/ 2079803 w 2944854"/>
                  <a:gd name="connsiteY10-22" fmla="*/ 432543 h 1316375"/>
                  <a:gd name="connsiteX11-23" fmla="*/ 2240850 w 2944854"/>
                  <a:gd name="connsiteY11-24" fmla="*/ 920305 h 1316375"/>
                  <a:gd name="connsiteX12-25" fmla="*/ 2944854 w 2944854"/>
                  <a:gd name="connsiteY12-26" fmla="*/ 1228607 h 1316375"/>
                  <a:gd name="connsiteX13-27" fmla="*/ 2756623 w 2944854"/>
                  <a:gd name="connsiteY13-28" fmla="*/ 1316375 h 1316375"/>
                  <a:gd name="connsiteX14-29" fmla="*/ 1486231 w 2944854"/>
                  <a:gd name="connsiteY14-30" fmla="*/ 727041 h 1316375"/>
                  <a:gd name="connsiteX0-31" fmla="*/ 1486231 w 3024520"/>
                  <a:gd name="connsiteY0-32" fmla="*/ 727041 h 1316375"/>
                  <a:gd name="connsiteX1-33" fmla="*/ 257675 w 3024520"/>
                  <a:gd name="connsiteY1-34" fmla="*/ 1302232 h 1316375"/>
                  <a:gd name="connsiteX2-35" fmla="*/ 0 w 3024520"/>
                  <a:gd name="connsiteY2-36" fmla="*/ 1228607 h 1316375"/>
                  <a:gd name="connsiteX3-37" fmla="*/ 911064 w 3024520"/>
                  <a:gd name="connsiteY3-38" fmla="*/ 837478 h 1316375"/>
                  <a:gd name="connsiteX4-39" fmla="*/ 883456 w 3024520"/>
                  <a:gd name="connsiteY4-40" fmla="*/ 450949 h 1316375"/>
                  <a:gd name="connsiteX5-41" fmla="*/ 161047 w 3024520"/>
                  <a:gd name="connsiteY5-42" fmla="*/ 119640 h 1316375"/>
                  <a:gd name="connsiteX6-43" fmla="*/ 404917 w 3024520"/>
                  <a:gd name="connsiteY6-44" fmla="*/ 50617 h 1316375"/>
                  <a:gd name="connsiteX7-45" fmla="*/ 1477028 w 3024520"/>
                  <a:gd name="connsiteY7-46" fmla="*/ 501566 h 1316375"/>
                  <a:gd name="connsiteX8-47" fmla="*/ 2572146 w 3024520"/>
                  <a:gd name="connsiteY8-48" fmla="*/ 0 h 1316375"/>
                  <a:gd name="connsiteX9-49" fmla="*/ 2875834 w 3024520"/>
                  <a:gd name="connsiteY9-50" fmla="*/ 96632 h 1316375"/>
                  <a:gd name="connsiteX10-51" fmla="*/ 2079803 w 3024520"/>
                  <a:gd name="connsiteY10-52" fmla="*/ 432543 h 1316375"/>
                  <a:gd name="connsiteX11-53" fmla="*/ 2240850 w 3024520"/>
                  <a:gd name="connsiteY11-54" fmla="*/ 920305 h 1316375"/>
                  <a:gd name="connsiteX12-55" fmla="*/ 3024520 w 3024520"/>
                  <a:gd name="connsiteY12-56" fmla="*/ 1228607 h 1316375"/>
                  <a:gd name="connsiteX13-57" fmla="*/ 2756623 w 3024520"/>
                  <a:gd name="connsiteY13-58" fmla="*/ 1316375 h 1316375"/>
                  <a:gd name="connsiteX14-59" fmla="*/ 1486231 w 3024520"/>
                  <a:gd name="connsiteY14-60" fmla="*/ 727041 h 1316375"/>
                  <a:gd name="connsiteX0-61" fmla="*/ 1537780 w 3076069"/>
                  <a:gd name="connsiteY0-62" fmla="*/ 727041 h 1316375"/>
                  <a:gd name="connsiteX1-63" fmla="*/ 309224 w 3076069"/>
                  <a:gd name="connsiteY1-64" fmla="*/ 1302232 h 1316375"/>
                  <a:gd name="connsiteX2-65" fmla="*/ 0 w 3076069"/>
                  <a:gd name="connsiteY2-66" fmla="*/ 1228607 h 1316375"/>
                  <a:gd name="connsiteX3-67" fmla="*/ 962613 w 3076069"/>
                  <a:gd name="connsiteY3-68" fmla="*/ 837478 h 1316375"/>
                  <a:gd name="connsiteX4-69" fmla="*/ 935005 w 3076069"/>
                  <a:gd name="connsiteY4-70" fmla="*/ 450949 h 1316375"/>
                  <a:gd name="connsiteX5-71" fmla="*/ 212596 w 3076069"/>
                  <a:gd name="connsiteY5-72" fmla="*/ 119640 h 1316375"/>
                  <a:gd name="connsiteX6-73" fmla="*/ 456466 w 3076069"/>
                  <a:gd name="connsiteY6-74" fmla="*/ 50617 h 1316375"/>
                  <a:gd name="connsiteX7-75" fmla="*/ 1528577 w 3076069"/>
                  <a:gd name="connsiteY7-76" fmla="*/ 501566 h 1316375"/>
                  <a:gd name="connsiteX8-77" fmla="*/ 2623695 w 3076069"/>
                  <a:gd name="connsiteY8-78" fmla="*/ 0 h 1316375"/>
                  <a:gd name="connsiteX9-79" fmla="*/ 2927383 w 3076069"/>
                  <a:gd name="connsiteY9-80" fmla="*/ 96632 h 1316375"/>
                  <a:gd name="connsiteX10-81" fmla="*/ 2131352 w 3076069"/>
                  <a:gd name="connsiteY10-82" fmla="*/ 432543 h 1316375"/>
                  <a:gd name="connsiteX11-83" fmla="*/ 2292399 w 3076069"/>
                  <a:gd name="connsiteY11-84" fmla="*/ 920305 h 1316375"/>
                  <a:gd name="connsiteX12-85" fmla="*/ 3076069 w 3076069"/>
                  <a:gd name="connsiteY12-86" fmla="*/ 1228607 h 1316375"/>
                  <a:gd name="connsiteX13-87" fmla="*/ 2808172 w 3076069"/>
                  <a:gd name="connsiteY13-88" fmla="*/ 1316375 h 1316375"/>
                  <a:gd name="connsiteX14-89" fmla="*/ 1537780 w 3076069"/>
                  <a:gd name="connsiteY14-90" fmla="*/ 727041 h 1316375"/>
                  <a:gd name="connsiteX0-91" fmla="*/ 1537780 w 3076069"/>
                  <a:gd name="connsiteY0-92" fmla="*/ 727041 h 1321259"/>
                  <a:gd name="connsiteX1-93" fmla="*/ 313981 w 3076069"/>
                  <a:gd name="connsiteY1-94" fmla="*/ 1321259 h 1321259"/>
                  <a:gd name="connsiteX2-95" fmla="*/ 0 w 3076069"/>
                  <a:gd name="connsiteY2-96" fmla="*/ 1228607 h 1321259"/>
                  <a:gd name="connsiteX3-97" fmla="*/ 962613 w 3076069"/>
                  <a:gd name="connsiteY3-98" fmla="*/ 837478 h 1321259"/>
                  <a:gd name="connsiteX4-99" fmla="*/ 935005 w 3076069"/>
                  <a:gd name="connsiteY4-100" fmla="*/ 450949 h 1321259"/>
                  <a:gd name="connsiteX5-101" fmla="*/ 212596 w 3076069"/>
                  <a:gd name="connsiteY5-102" fmla="*/ 119640 h 1321259"/>
                  <a:gd name="connsiteX6-103" fmla="*/ 456466 w 3076069"/>
                  <a:gd name="connsiteY6-104" fmla="*/ 50617 h 1321259"/>
                  <a:gd name="connsiteX7-105" fmla="*/ 1528577 w 3076069"/>
                  <a:gd name="connsiteY7-106" fmla="*/ 501566 h 1321259"/>
                  <a:gd name="connsiteX8-107" fmla="*/ 2623695 w 3076069"/>
                  <a:gd name="connsiteY8-108" fmla="*/ 0 h 1321259"/>
                  <a:gd name="connsiteX9-109" fmla="*/ 2927383 w 3076069"/>
                  <a:gd name="connsiteY9-110" fmla="*/ 96632 h 1321259"/>
                  <a:gd name="connsiteX10-111" fmla="*/ 2131352 w 3076069"/>
                  <a:gd name="connsiteY10-112" fmla="*/ 432543 h 1321259"/>
                  <a:gd name="connsiteX11-113" fmla="*/ 2292399 w 3076069"/>
                  <a:gd name="connsiteY11-114" fmla="*/ 920305 h 1321259"/>
                  <a:gd name="connsiteX12-115" fmla="*/ 3076069 w 3076069"/>
                  <a:gd name="connsiteY12-116" fmla="*/ 1228607 h 1321259"/>
                  <a:gd name="connsiteX13-117" fmla="*/ 2808172 w 3076069"/>
                  <a:gd name="connsiteY13-118" fmla="*/ 1316375 h 1321259"/>
                  <a:gd name="connsiteX14-119" fmla="*/ 1537780 w 3076069"/>
                  <a:gd name="connsiteY14-120" fmla="*/ 727041 h 1321259"/>
                  <a:gd name="connsiteX0-121" fmla="*/ 1537780 w 3076069"/>
                  <a:gd name="connsiteY0-122" fmla="*/ 750825 h 1321259"/>
                  <a:gd name="connsiteX1-123" fmla="*/ 313981 w 3076069"/>
                  <a:gd name="connsiteY1-124" fmla="*/ 1321259 h 1321259"/>
                  <a:gd name="connsiteX2-125" fmla="*/ 0 w 3076069"/>
                  <a:gd name="connsiteY2-126" fmla="*/ 1228607 h 1321259"/>
                  <a:gd name="connsiteX3-127" fmla="*/ 962613 w 3076069"/>
                  <a:gd name="connsiteY3-128" fmla="*/ 837478 h 1321259"/>
                  <a:gd name="connsiteX4-129" fmla="*/ 935005 w 3076069"/>
                  <a:gd name="connsiteY4-130" fmla="*/ 450949 h 1321259"/>
                  <a:gd name="connsiteX5-131" fmla="*/ 212596 w 3076069"/>
                  <a:gd name="connsiteY5-132" fmla="*/ 119640 h 1321259"/>
                  <a:gd name="connsiteX6-133" fmla="*/ 456466 w 3076069"/>
                  <a:gd name="connsiteY6-134" fmla="*/ 50617 h 1321259"/>
                  <a:gd name="connsiteX7-135" fmla="*/ 1528577 w 3076069"/>
                  <a:gd name="connsiteY7-136" fmla="*/ 501566 h 1321259"/>
                  <a:gd name="connsiteX8-137" fmla="*/ 2623695 w 3076069"/>
                  <a:gd name="connsiteY8-138" fmla="*/ 0 h 1321259"/>
                  <a:gd name="connsiteX9-139" fmla="*/ 2927383 w 3076069"/>
                  <a:gd name="connsiteY9-140" fmla="*/ 96632 h 1321259"/>
                  <a:gd name="connsiteX10-141" fmla="*/ 2131352 w 3076069"/>
                  <a:gd name="connsiteY10-142" fmla="*/ 432543 h 1321259"/>
                  <a:gd name="connsiteX11-143" fmla="*/ 2292399 w 3076069"/>
                  <a:gd name="connsiteY11-144" fmla="*/ 920305 h 1321259"/>
                  <a:gd name="connsiteX12-145" fmla="*/ 3076069 w 3076069"/>
                  <a:gd name="connsiteY12-146" fmla="*/ 1228607 h 1321259"/>
                  <a:gd name="connsiteX13-147" fmla="*/ 2808172 w 3076069"/>
                  <a:gd name="connsiteY13-148" fmla="*/ 1316375 h 1321259"/>
                  <a:gd name="connsiteX14-149" fmla="*/ 1537780 w 3076069"/>
                  <a:gd name="connsiteY14-150" fmla="*/ 750825 h 132125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2" name="Freeform 366"/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-1" fmla="*/ 0 w 3640627"/>
                  <a:gd name="connsiteY0-2" fmla="*/ 242051 h 923747"/>
                  <a:gd name="connsiteX1-3" fmla="*/ 655168 w 3640627"/>
                  <a:gd name="connsiteY1-4" fmla="*/ 16495 h 923747"/>
                  <a:gd name="connsiteX2-5" fmla="*/ 1809765 w 3640627"/>
                  <a:gd name="connsiteY2-6" fmla="*/ 511360 h 923747"/>
                  <a:gd name="connsiteX3-7" fmla="*/ 2964363 w 3640627"/>
                  <a:gd name="connsiteY3-8" fmla="*/ 0 h 923747"/>
                  <a:gd name="connsiteX4-9" fmla="*/ 3640627 w 3640627"/>
                  <a:gd name="connsiteY4-10" fmla="*/ 197946 h 923747"/>
                  <a:gd name="connsiteX5-11" fmla="*/ 3195282 w 3640627"/>
                  <a:gd name="connsiteY5-12" fmla="*/ 461874 h 923747"/>
                  <a:gd name="connsiteX6-13" fmla="*/ 2980857 w 3640627"/>
                  <a:gd name="connsiteY6-14" fmla="*/ 379396 h 923747"/>
                  <a:gd name="connsiteX7-15" fmla="*/ 1826259 w 3640627"/>
                  <a:gd name="connsiteY7-16" fmla="*/ 923747 h 923747"/>
                  <a:gd name="connsiteX8-17" fmla="*/ 671662 w 3640627"/>
                  <a:gd name="connsiteY8-18" fmla="*/ 412387 h 923747"/>
                  <a:gd name="connsiteX9-19" fmla="*/ 523214 w 3640627"/>
                  <a:gd name="connsiteY9-20" fmla="*/ 478369 h 923747"/>
                  <a:gd name="connsiteX10-21" fmla="*/ 0 w 3640627"/>
                  <a:gd name="connsiteY10-22" fmla="*/ 242051 h 923747"/>
                  <a:gd name="connsiteX0-23" fmla="*/ 0 w 3640627"/>
                  <a:gd name="connsiteY0-24" fmla="*/ 242051 h 923747"/>
                  <a:gd name="connsiteX1-25" fmla="*/ 655168 w 3640627"/>
                  <a:gd name="connsiteY1-26" fmla="*/ 16495 h 923747"/>
                  <a:gd name="connsiteX2-27" fmla="*/ 1809765 w 3640627"/>
                  <a:gd name="connsiteY2-28" fmla="*/ 511360 h 923747"/>
                  <a:gd name="connsiteX3-29" fmla="*/ 2964363 w 3640627"/>
                  <a:gd name="connsiteY3-30" fmla="*/ 0 h 923747"/>
                  <a:gd name="connsiteX4-31" fmla="*/ 3640627 w 3640627"/>
                  <a:gd name="connsiteY4-32" fmla="*/ 197946 h 923747"/>
                  <a:gd name="connsiteX5-33" fmla="*/ 3195282 w 3640627"/>
                  <a:gd name="connsiteY5-34" fmla="*/ 461874 h 923747"/>
                  <a:gd name="connsiteX6-35" fmla="*/ 2980857 w 3640627"/>
                  <a:gd name="connsiteY6-36" fmla="*/ 379396 h 923747"/>
                  <a:gd name="connsiteX7-37" fmla="*/ 1826259 w 3640627"/>
                  <a:gd name="connsiteY7-38" fmla="*/ 923747 h 923747"/>
                  <a:gd name="connsiteX8-39" fmla="*/ 671662 w 3640627"/>
                  <a:gd name="connsiteY8-40" fmla="*/ 412387 h 923747"/>
                  <a:gd name="connsiteX9-41" fmla="*/ 523214 w 3640627"/>
                  <a:gd name="connsiteY9-42" fmla="*/ 482971 h 923747"/>
                  <a:gd name="connsiteX10-43" fmla="*/ 0 w 3640627"/>
                  <a:gd name="connsiteY10-44" fmla="*/ 242051 h 923747"/>
                  <a:gd name="connsiteX0-45" fmla="*/ 0 w 3640627"/>
                  <a:gd name="connsiteY0-46" fmla="*/ 242051 h 923747"/>
                  <a:gd name="connsiteX1-47" fmla="*/ 655168 w 3640627"/>
                  <a:gd name="connsiteY1-48" fmla="*/ 16495 h 923747"/>
                  <a:gd name="connsiteX2-49" fmla="*/ 1809765 w 3640627"/>
                  <a:gd name="connsiteY2-50" fmla="*/ 511360 h 923747"/>
                  <a:gd name="connsiteX3-51" fmla="*/ 2964363 w 3640627"/>
                  <a:gd name="connsiteY3-52" fmla="*/ 0 h 923747"/>
                  <a:gd name="connsiteX4-53" fmla="*/ 3640627 w 3640627"/>
                  <a:gd name="connsiteY4-54" fmla="*/ 197946 h 923747"/>
                  <a:gd name="connsiteX5-55" fmla="*/ 3195282 w 3640627"/>
                  <a:gd name="connsiteY5-56" fmla="*/ 461874 h 923747"/>
                  <a:gd name="connsiteX6-57" fmla="*/ 2980857 w 3640627"/>
                  <a:gd name="connsiteY6-58" fmla="*/ 379396 h 923747"/>
                  <a:gd name="connsiteX7-59" fmla="*/ 1826259 w 3640627"/>
                  <a:gd name="connsiteY7-60" fmla="*/ 923747 h 923747"/>
                  <a:gd name="connsiteX8-61" fmla="*/ 690067 w 3640627"/>
                  <a:gd name="connsiteY8-62" fmla="*/ 412387 h 923747"/>
                  <a:gd name="connsiteX9-63" fmla="*/ 523214 w 3640627"/>
                  <a:gd name="connsiteY9-64" fmla="*/ 482971 h 923747"/>
                  <a:gd name="connsiteX10-65" fmla="*/ 0 w 3640627"/>
                  <a:gd name="connsiteY10-66" fmla="*/ 242051 h 923747"/>
                  <a:gd name="connsiteX0-67" fmla="*/ 0 w 3640627"/>
                  <a:gd name="connsiteY0-68" fmla="*/ 242051 h 946755"/>
                  <a:gd name="connsiteX1-69" fmla="*/ 655168 w 3640627"/>
                  <a:gd name="connsiteY1-70" fmla="*/ 16495 h 946755"/>
                  <a:gd name="connsiteX2-71" fmla="*/ 1809765 w 3640627"/>
                  <a:gd name="connsiteY2-72" fmla="*/ 511360 h 946755"/>
                  <a:gd name="connsiteX3-73" fmla="*/ 2964363 w 3640627"/>
                  <a:gd name="connsiteY3-74" fmla="*/ 0 h 946755"/>
                  <a:gd name="connsiteX4-75" fmla="*/ 3640627 w 3640627"/>
                  <a:gd name="connsiteY4-76" fmla="*/ 197946 h 946755"/>
                  <a:gd name="connsiteX5-77" fmla="*/ 3195282 w 3640627"/>
                  <a:gd name="connsiteY5-78" fmla="*/ 461874 h 946755"/>
                  <a:gd name="connsiteX6-79" fmla="*/ 2980857 w 3640627"/>
                  <a:gd name="connsiteY6-80" fmla="*/ 379396 h 946755"/>
                  <a:gd name="connsiteX7-81" fmla="*/ 1876873 w 3640627"/>
                  <a:gd name="connsiteY7-82" fmla="*/ 946755 h 946755"/>
                  <a:gd name="connsiteX8-83" fmla="*/ 690067 w 3640627"/>
                  <a:gd name="connsiteY8-84" fmla="*/ 412387 h 946755"/>
                  <a:gd name="connsiteX9-85" fmla="*/ 523214 w 3640627"/>
                  <a:gd name="connsiteY9-86" fmla="*/ 482971 h 946755"/>
                  <a:gd name="connsiteX10-87" fmla="*/ 0 w 3640627"/>
                  <a:gd name="connsiteY10-88" fmla="*/ 242051 h 946755"/>
                  <a:gd name="connsiteX0-89" fmla="*/ 0 w 3640627"/>
                  <a:gd name="connsiteY0-90" fmla="*/ 242051 h 946755"/>
                  <a:gd name="connsiteX1-91" fmla="*/ 655168 w 3640627"/>
                  <a:gd name="connsiteY1-92" fmla="*/ 16495 h 946755"/>
                  <a:gd name="connsiteX2-93" fmla="*/ 1855778 w 3640627"/>
                  <a:gd name="connsiteY2-94" fmla="*/ 534367 h 946755"/>
                  <a:gd name="connsiteX3-95" fmla="*/ 2964363 w 3640627"/>
                  <a:gd name="connsiteY3-96" fmla="*/ 0 h 946755"/>
                  <a:gd name="connsiteX4-97" fmla="*/ 3640627 w 3640627"/>
                  <a:gd name="connsiteY4-98" fmla="*/ 197946 h 946755"/>
                  <a:gd name="connsiteX5-99" fmla="*/ 3195282 w 3640627"/>
                  <a:gd name="connsiteY5-100" fmla="*/ 461874 h 946755"/>
                  <a:gd name="connsiteX6-101" fmla="*/ 2980857 w 3640627"/>
                  <a:gd name="connsiteY6-102" fmla="*/ 379396 h 946755"/>
                  <a:gd name="connsiteX7-103" fmla="*/ 1876873 w 3640627"/>
                  <a:gd name="connsiteY7-104" fmla="*/ 946755 h 946755"/>
                  <a:gd name="connsiteX8-105" fmla="*/ 690067 w 3640627"/>
                  <a:gd name="connsiteY8-106" fmla="*/ 412387 h 946755"/>
                  <a:gd name="connsiteX9-107" fmla="*/ 523214 w 3640627"/>
                  <a:gd name="connsiteY9-108" fmla="*/ 482971 h 946755"/>
                  <a:gd name="connsiteX10-109" fmla="*/ 0 w 3640627"/>
                  <a:gd name="connsiteY10-110" fmla="*/ 242051 h 946755"/>
                  <a:gd name="connsiteX0-111" fmla="*/ 0 w 3640627"/>
                  <a:gd name="connsiteY0-112" fmla="*/ 242051 h 946755"/>
                  <a:gd name="connsiteX1-113" fmla="*/ 655168 w 3640627"/>
                  <a:gd name="connsiteY1-114" fmla="*/ 16495 h 946755"/>
                  <a:gd name="connsiteX2-115" fmla="*/ 1855778 w 3640627"/>
                  <a:gd name="connsiteY2-116" fmla="*/ 534367 h 946755"/>
                  <a:gd name="connsiteX3-117" fmla="*/ 2964363 w 3640627"/>
                  <a:gd name="connsiteY3-118" fmla="*/ 0 h 946755"/>
                  <a:gd name="connsiteX4-119" fmla="*/ 3640627 w 3640627"/>
                  <a:gd name="connsiteY4-120" fmla="*/ 197946 h 946755"/>
                  <a:gd name="connsiteX5-121" fmla="*/ 3195282 w 3640627"/>
                  <a:gd name="connsiteY5-122" fmla="*/ 461874 h 946755"/>
                  <a:gd name="connsiteX6-123" fmla="*/ 3008465 w 3640627"/>
                  <a:gd name="connsiteY6-124" fmla="*/ 402404 h 946755"/>
                  <a:gd name="connsiteX7-125" fmla="*/ 1876873 w 3640627"/>
                  <a:gd name="connsiteY7-126" fmla="*/ 946755 h 946755"/>
                  <a:gd name="connsiteX8-127" fmla="*/ 690067 w 3640627"/>
                  <a:gd name="connsiteY8-128" fmla="*/ 412387 h 946755"/>
                  <a:gd name="connsiteX9-129" fmla="*/ 523214 w 3640627"/>
                  <a:gd name="connsiteY9-130" fmla="*/ 482971 h 946755"/>
                  <a:gd name="connsiteX10-131" fmla="*/ 0 w 3640627"/>
                  <a:gd name="connsiteY10-132" fmla="*/ 242051 h 946755"/>
                  <a:gd name="connsiteX0-133" fmla="*/ 0 w 3723451"/>
                  <a:gd name="connsiteY0-134" fmla="*/ 242051 h 946755"/>
                  <a:gd name="connsiteX1-135" fmla="*/ 655168 w 3723451"/>
                  <a:gd name="connsiteY1-136" fmla="*/ 16495 h 946755"/>
                  <a:gd name="connsiteX2-137" fmla="*/ 1855778 w 3723451"/>
                  <a:gd name="connsiteY2-138" fmla="*/ 534367 h 946755"/>
                  <a:gd name="connsiteX3-139" fmla="*/ 2964363 w 3723451"/>
                  <a:gd name="connsiteY3-140" fmla="*/ 0 h 946755"/>
                  <a:gd name="connsiteX4-141" fmla="*/ 3723451 w 3723451"/>
                  <a:gd name="connsiteY4-142" fmla="*/ 220954 h 946755"/>
                  <a:gd name="connsiteX5-143" fmla="*/ 3195282 w 3723451"/>
                  <a:gd name="connsiteY5-144" fmla="*/ 461874 h 946755"/>
                  <a:gd name="connsiteX6-145" fmla="*/ 3008465 w 3723451"/>
                  <a:gd name="connsiteY6-146" fmla="*/ 402404 h 946755"/>
                  <a:gd name="connsiteX7-147" fmla="*/ 1876873 w 3723451"/>
                  <a:gd name="connsiteY7-148" fmla="*/ 946755 h 946755"/>
                  <a:gd name="connsiteX8-149" fmla="*/ 690067 w 3723451"/>
                  <a:gd name="connsiteY8-150" fmla="*/ 412387 h 946755"/>
                  <a:gd name="connsiteX9-151" fmla="*/ 523214 w 3723451"/>
                  <a:gd name="connsiteY9-152" fmla="*/ 482971 h 946755"/>
                  <a:gd name="connsiteX10-153" fmla="*/ 0 w 3723451"/>
                  <a:gd name="connsiteY10-154" fmla="*/ 242051 h 946755"/>
                  <a:gd name="connsiteX0-155" fmla="*/ 0 w 3723451"/>
                  <a:gd name="connsiteY0-156" fmla="*/ 228246 h 932950"/>
                  <a:gd name="connsiteX1-157" fmla="*/ 655168 w 3723451"/>
                  <a:gd name="connsiteY1-158" fmla="*/ 2690 h 932950"/>
                  <a:gd name="connsiteX2-159" fmla="*/ 1855778 w 3723451"/>
                  <a:gd name="connsiteY2-160" fmla="*/ 520562 h 932950"/>
                  <a:gd name="connsiteX3-161" fmla="*/ 3001174 w 3723451"/>
                  <a:gd name="connsiteY3-162" fmla="*/ 0 h 932950"/>
                  <a:gd name="connsiteX4-163" fmla="*/ 3723451 w 3723451"/>
                  <a:gd name="connsiteY4-164" fmla="*/ 207149 h 932950"/>
                  <a:gd name="connsiteX5-165" fmla="*/ 3195282 w 3723451"/>
                  <a:gd name="connsiteY5-166" fmla="*/ 448069 h 932950"/>
                  <a:gd name="connsiteX6-167" fmla="*/ 3008465 w 3723451"/>
                  <a:gd name="connsiteY6-168" fmla="*/ 388599 h 932950"/>
                  <a:gd name="connsiteX7-169" fmla="*/ 1876873 w 3723451"/>
                  <a:gd name="connsiteY7-170" fmla="*/ 932950 h 932950"/>
                  <a:gd name="connsiteX8-171" fmla="*/ 690067 w 3723451"/>
                  <a:gd name="connsiteY8-172" fmla="*/ 398582 h 932950"/>
                  <a:gd name="connsiteX9-173" fmla="*/ 523214 w 3723451"/>
                  <a:gd name="connsiteY9-174" fmla="*/ 469166 h 932950"/>
                  <a:gd name="connsiteX10-175" fmla="*/ 0 w 3723451"/>
                  <a:gd name="connsiteY10-176" fmla="*/ 228246 h 932950"/>
                  <a:gd name="connsiteX0-177" fmla="*/ 0 w 3723451"/>
                  <a:gd name="connsiteY0-178" fmla="*/ 228246 h 932950"/>
                  <a:gd name="connsiteX1-179" fmla="*/ 655168 w 3723451"/>
                  <a:gd name="connsiteY1-180" fmla="*/ 2690 h 932950"/>
                  <a:gd name="connsiteX2-181" fmla="*/ 1855778 w 3723451"/>
                  <a:gd name="connsiteY2-182" fmla="*/ 520562 h 932950"/>
                  <a:gd name="connsiteX3-183" fmla="*/ 3001174 w 3723451"/>
                  <a:gd name="connsiteY3-184" fmla="*/ 0 h 932950"/>
                  <a:gd name="connsiteX4-185" fmla="*/ 3723451 w 3723451"/>
                  <a:gd name="connsiteY4-186" fmla="*/ 207149 h 932950"/>
                  <a:gd name="connsiteX5-187" fmla="*/ 3195282 w 3723451"/>
                  <a:gd name="connsiteY5-188" fmla="*/ 448069 h 932950"/>
                  <a:gd name="connsiteX6-189" fmla="*/ 3013067 w 3723451"/>
                  <a:gd name="connsiteY6-190" fmla="*/ 393200 h 932950"/>
                  <a:gd name="connsiteX7-191" fmla="*/ 1876873 w 3723451"/>
                  <a:gd name="connsiteY7-192" fmla="*/ 932950 h 932950"/>
                  <a:gd name="connsiteX8-193" fmla="*/ 690067 w 3723451"/>
                  <a:gd name="connsiteY8-194" fmla="*/ 398582 h 932950"/>
                  <a:gd name="connsiteX9-195" fmla="*/ 523214 w 3723451"/>
                  <a:gd name="connsiteY9-196" fmla="*/ 469166 h 932950"/>
                  <a:gd name="connsiteX10-197" fmla="*/ 0 w 3723451"/>
                  <a:gd name="connsiteY10-198" fmla="*/ 228246 h 932950"/>
                  <a:gd name="connsiteX0-199" fmla="*/ 0 w 3723451"/>
                  <a:gd name="connsiteY0-200" fmla="*/ 228246 h 932950"/>
                  <a:gd name="connsiteX1-201" fmla="*/ 655168 w 3723451"/>
                  <a:gd name="connsiteY1-202" fmla="*/ 2690 h 932950"/>
                  <a:gd name="connsiteX2-203" fmla="*/ 1855778 w 3723451"/>
                  <a:gd name="connsiteY2-204" fmla="*/ 520562 h 932950"/>
                  <a:gd name="connsiteX3-205" fmla="*/ 3001174 w 3723451"/>
                  <a:gd name="connsiteY3-206" fmla="*/ 0 h 932950"/>
                  <a:gd name="connsiteX4-207" fmla="*/ 3723451 w 3723451"/>
                  <a:gd name="connsiteY4-208" fmla="*/ 207149 h 932950"/>
                  <a:gd name="connsiteX5-209" fmla="*/ 3186079 w 3723451"/>
                  <a:gd name="connsiteY5-210" fmla="*/ 461874 h 932950"/>
                  <a:gd name="connsiteX6-211" fmla="*/ 3013067 w 3723451"/>
                  <a:gd name="connsiteY6-212" fmla="*/ 393200 h 932950"/>
                  <a:gd name="connsiteX7-213" fmla="*/ 1876873 w 3723451"/>
                  <a:gd name="connsiteY7-214" fmla="*/ 932950 h 932950"/>
                  <a:gd name="connsiteX8-215" fmla="*/ 690067 w 3723451"/>
                  <a:gd name="connsiteY8-216" fmla="*/ 398582 h 932950"/>
                  <a:gd name="connsiteX9-217" fmla="*/ 523214 w 3723451"/>
                  <a:gd name="connsiteY9-218" fmla="*/ 469166 h 932950"/>
                  <a:gd name="connsiteX10-219" fmla="*/ 0 w 3723451"/>
                  <a:gd name="connsiteY10-220" fmla="*/ 228246 h 932950"/>
                  <a:gd name="connsiteX0-221" fmla="*/ 0 w 3723451"/>
                  <a:gd name="connsiteY0-222" fmla="*/ 228246 h 932950"/>
                  <a:gd name="connsiteX1-223" fmla="*/ 655168 w 3723451"/>
                  <a:gd name="connsiteY1-224" fmla="*/ 2690 h 932950"/>
                  <a:gd name="connsiteX2-225" fmla="*/ 1855778 w 3723451"/>
                  <a:gd name="connsiteY2-226" fmla="*/ 520562 h 932950"/>
                  <a:gd name="connsiteX3-227" fmla="*/ 3001174 w 3723451"/>
                  <a:gd name="connsiteY3-228" fmla="*/ 0 h 932950"/>
                  <a:gd name="connsiteX4-229" fmla="*/ 3723451 w 3723451"/>
                  <a:gd name="connsiteY4-230" fmla="*/ 207149 h 932950"/>
                  <a:gd name="connsiteX5-231" fmla="*/ 3186079 w 3723451"/>
                  <a:gd name="connsiteY5-232" fmla="*/ 461874 h 932950"/>
                  <a:gd name="connsiteX6-233" fmla="*/ 3013067 w 3723451"/>
                  <a:gd name="connsiteY6-234" fmla="*/ 393200 h 932950"/>
                  <a:gd name="connsiteX7-235" fmla="*/ 1876873 w 3723451"/>
                  <a:gd name="connsiteY7-236" fmla="*/ 932950 h 932950"/>
                  <a:gd name="connsiteX8-237" fmla="*/ 711613 w 3723451"/>
                  <a:gd name="connsiteY8-238" fmla="*/ 413055 h 932950"/>
                  <a:gd name="connsiteX9-239" fmla="*/ 523214 w 3723451"/>
                  <a:gd name="connsiteY9-240" fmla="*/ 469166 h 932950"/>
                  <a:gd name="connsiteX10-241" fmla="*/ 0 w 3723451"/>
                  <a:gd name="connsiteY10-242" fmla="*/ 228246 h 93295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3" name="Freeform 367"/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-1" fmla="*/ 4602 w 1371198"/>
                  <a:gd name="connsiteY0-2" fmla="*/ 0 h 800665"/>
                  <a:gd name="connsiteX1-3" fmla="*/ 1371198 w 1371198"/>
                  <a:gd name="connsiteY1-4" fmla="*/ 625807 h 800665"/>
                  <a:gd name="connsiteX2-5" fmla="*/ 897260 w 1371198"/>
                  <a:gd name="connsiteY2-6" fmla="*/ 800665 h 800665"/>
                  <a:gd name="connsiteX3-7" fmla="*/ 0 w 1371198"/>
                  <a:gd name="connsiteY3-8" fmla="*/ 404934 h 800665"/>
                  <a:gd name="connsiteX4-9" fmla="*/ 4602 w 1371198"/>
                  <a:gd name="connsiteY4-10" fmla="*/ 0 h 800665"/>
                  <a:gd name="connsiteX0-11" fmla="*/ 0 w 1366596"/>
                  <a:gd name="connsiteY0-12" fmla="*/ 0 h 800665"/>
                  <a:gd name="connsiteX1-13" fmla="*/ 1366596 w 1366596"/>
                  <a:gd name="connsiteY1-14" fmla="*/ 625807 h 800665"/>
                  <a:gd name="connsiteX2-15" fmla="*/ 892658 w 1366596"/>
                  <a:gd name="connsiteY2-16" fmla="*/ 800665 h 800665"/>
                  <a:gd name="connsiteX3-17" fmla="*/ 4601 w 1366596"/>
                  <a:gd name="connsiteY3-18" fmla="*/ 427942 h 800665"/>
                  <a:gd name="connsiteX4-19" fmla="*/ 0 w 1366596"/>
                  <a:gd name="connsiteY4-20" fmla="*/ 0 h 800665"/>
                  <a:gd name="connsiteX0-21" fmla="*/ 0 w 1366596"/>
                  <a:gd name="connsiteY0-22" fmla="*/ 0 h 800665"/>
                  <a:gd name="connsiteX1-23" fmla="*/ 1366596 w 1366596"/>
                  <a:gd name="connsiteY1-24" fmla="*/ 625807 h 800665"/>
                  <a:gd name="connsiteX2-25" fmla="*/ 892658 w 1366596"/>
                  <a:gd name="connsiteY2-26" fmla="*/ 800665 h 800665"/>
                  <a:gd name="connsiteX3-27" fmla="*/ 4601 w 1366596"/>
                  <a:gd name="connsiteY3-28" fmla="*/ 427942 h 800665"/>
                  <a:gd name="connsiteX4-29" fmla="*/ 0 w 1366596"/>
                  <a:gd name="connsiteY4-30" fmla="*/ 0 h 800665"/>
                  <a:gd name="connsiteX0-31" fmla="*/ 0 w 1366596"/>
                  <a:gd name="connsiteY0-32" fmla="*/ 0 h 800665"/>
                  <a:gd name="connsiteX1-33" fmla="*/ 1366596 w 1366596"/>
                  <a:gd name="connsiteY1-34" fmla="*/ 625807 h 800665"/>
                  <a:gd name="connsiteX2-35" fmla="*/ 892658 w 1366596"/>
                  <a:gd name="connsiteY2-36" fmla="*/ 800665 h 800665"/>
                  <a:gd name="connsiteX3-37" fmla="*/ 4601 w 1366596"/>
                  <a:gd name="connsiteY3-38" fmla="*/ 427942 h 800665"/>
                  <a:gd name="connsiteX4-39" fmla="*/ 0 w 1366596"/>
                  <a:gd name="connsiteY4-40" fmla="*/ 0 h 800665"/>
                  <a:gd name="connsiteX0-41" fmla="*/ 0 w 1366596"/>
                  <a:gd name="connsiteY0-42" fmla="*/ 0 h 809868"/>
                  <a:gd name="connsiteX1-43" fmla="*/ 1366596 w 1366596"/>
                  <a:gd name="connsiteY1-44" fmla="*/ 625807 h 809868"/>
                  <a:gd name="connsiteX2-45" fmla="*/ 865050 w 1366596"/>
                  <a:gd name="connsiteY2-46" fmla="*/ 809868 h 809868"/>
                  <a:gd name="connsiteX3-47" fmla="*/ 4601 w 1366596"/>
                  <a:gd name="connsiteY3-48" fmla="*/ 427942 h 809868"/>
                  <a:gd name="connsiteX4-49" fmla="*/ 0 w 1366596"/>
                  <a:gd name="connsiteY4-50" fmla="*/ 0 h 809868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4" name="Freeform 368"/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-1" fmla="*/ 1329786 w 1348191"/>
                  <a:gd name="connsiteY0-2" fmla="*/ 0 h 791462"/>
                  <a:gd name="connsiteX1-3" fmla="*/ 1348191 w 1348191"/>
                  <a:gd name="connsiteY1-4" fmla="*/ 381926 h 791462"/>
                  <a:gd name="connsiteX2-5" fmla="*/ 487742 w 1348191"/>
                  <a:gd name="connsiteY2-6" fmla="*/ 791462 h 791462"/>
                  <a:gd name="connsiteX3-7" fmla="*/ 0 w 1348191"/>
                  <a:gd name="connsiteY3-8" fmla="*/ 612002 h 791462"/>
                  <a:gd name="connsiteX4-9" fmla="*/ 1329786 w 1348191"/>
                  <a:gd name="connsiteY4-10" fmla="*/ 0 h 791462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755" name="Straight Connector 369"/>
              <p:cNvCxnSpPr>
                <a:endCxn id="750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6" name="Straight Connector 370"/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7" name="Group 347"/>
            <p:cNvGrpSpPr/>
            <p:nvPr/>
          </p:nvGrpSpPr>
          <p:grpSpPr bwMode="auto">
            <a:xfrm>
              <a:off x="4375328" y="5336495"/>
              <a:ext cx="588970" cy="242608"/>
              <a:chOff x="1871277" y="1576300"/>
              <a:chExt cx="1128371" cy="437861"/>
            </a:xfrm>
          </p:grpSpPr>
          <p:sp>
            <p:nvSpPr>
              <p:cNvPr id="739" name="Oval 372"/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0" name="Rectangle 373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1" name="Oval 374"/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2" name="Freeform 375"/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-1" fmla="*/ 1486231 w 2944854"/>
                  <a:gd name="connsiteY0-2" fmla="*/ 727041 h 1316375"/>
                  <a:gd name="connsiteX1-3" fmla="*/ 257675 w 2944854"/>
                  <a:gd name="connsiteY1-4" fmla="*/ 1302232 h 1316375"/>
                  <a:gd name="connsiteX2-5" fmla="*/ 0 w 2944854"/>
                  <a:gd name="connsiteY2-6" fmla="*/ 1228607 h 1316375"/>
                  <a:gd name="connsiteX3-7" fmla="*/ 911064 w 2944854"/>
                  <a:gd name="connsiteY3-8" fmla="*/ 837478 h 1316375"/>
                  <a:gd name="connsiteX4-9" fmla="*/ 883456 w 2944854"/>
                  <a:gd name="connsiteY4-10" fmla="*/ 450949 h 1316375"/>
                  <a:gd name="connsiteX5-11" fmla="*/ 161047 w 2944854"/>
                  <a:gd name="connsiteY5-12" fmla="*/ 119640 h 1316375"/>
                  <a:gd name="connsiteX6-13" fmla="*/ 404917 w 2944854"/>
                  <a:gd name="connsiteY6-14" fmla="*/ 50617 h 1316375"/>
                  <a:gd name="connsiteX7-15" fmla="*/ 1477028 w 2944854"/>
                  <a:gd name="connsiteY7-16" fmla="*/ 501566 h 1316375"/>
                  <a:gd name="connsiteX8-17" fmla="*/ 2572146 w 2944854"/>
                  <a:gd name="connsiteY8-18" fmla="*/ 0 h 1316375"/>
                  <a:gd name="connsiteX9-19" fmla="*/ 2875834 w 2944854"/>
                  <a:gd name="connsiteY9-20" fmla="*/ 96632 h 1316375"/>
                  <a:gd name="connsiteX10-21" fmla="*/ 2079803 w 2944854"/>
                  <a:gd name="connsiteY10-22" fmla="*/ 432543 h 1316375"/>
                  <a:gd name="connsiteX11-23" fmla="*/ 2240850 w 2944854"/>
                  <a:gd name="connsiteY11-24" fmla="*/ 920305 h 1316375"/>
                  <a:gd name="connsiteX12-25" fmla="*/ 2944854 w 2944854"/>
                  <a:gd name="connsiteY12-26" fmla="*/ 1228607 h 1316375"/>
                  <a:gd name="connsiteX13-27" fmla="*/ 2756623 w 2944854"/>
                  <a:gd name="connsiteY13-28" fmla="*/ 1316375 h 1316375"/>
                  <a:gd name="connsiteX14-29" fmla="*/ 1486231 w 2944854"/>
                  <a:gd name="connsiteY14-30" fmla="*/ 727041 h 1316375"/>
                  <a:gd name="connsiteX0-31" fmla="*/ 1486231 w 3024520"/>
                  <a:gd name="connsiteY0-32" fmla="*/ 727041 h 1316375"/>
                  <a:gd name="connsiteX1-33" fmla="*/ 257675 w 3024520"/>
                  <a:gd name="connsiteY1-34" fmla="*/ 1302232 h 1316375"/>
                  <a:gd name="connsiteX2-35" fmla="*/ 0 w 3024520"/>
                  <a:gd name="connsiteY2-36" fmla="*/ 1228607 h 1316375"/>
                  <a:gd name="connsiteX3-37" fmla="*/ 911064 w 3024520"/>
                  <a:gd name="connsiteY3-38" fmla="*/ 837478 h 1316375"/>
                  <a:gd name="connsiteX4-39" fmla="*/ 883456 w 3024520"/>
                  <a:gd name="connsiteY4-40" fmla="*/ 450949 h 1316375"/>
                  <a:gd name="connsiteX5-41" fmla="*/ 161047 w 3024520"/>
                  <a:gd name="connsiteY5-42" fmla="*/ 119640 h 1316375"/>
                  <a:gd name="connsiteX6-43" fmla="*/ 404917 w 3024520"/>
                  <a:gd name="connsiteY6-44" fmla="*/ 50617 h 1316375"/>
                  <a:gd name="connsiteX7-45" fmla="*/ 1477028 w 3024520"/>
                  <a:gd name="connsiteY7-46" fmla="*/ 501566 h 1316375"/>
                  <a:gd name="connsiteX8-47" fmla="*/ 2572146 w 3024520"/>
                  <a:gd name="connsiteY8-48" fmla="*/ 0 h 1316375"/>
                  <a:gd name="connsiteX9-49" fmla="*/ 2875834 w 3024520"/>
                  <a:gd name="connsiteY9-50" fmla="*/ 96632 h 1316375"/>
                  <a:gd name="connsiteX10-51" fmla="*/ 2079803 w 3024520"/>
                  <a:gd name="connsiteY10-52" fmla="*/ 432543 h 1316375"/>
                  <a:gd name="connsiteX11-53" fmla="*/ 2240850 w 3024520"/>
                  <a:gd name="connsiteY11-54" fmla="*/ 920305 h 1316375"/>
                  <a:gd name="connsiteX12-55" fmla="*/ 3024520 w 3024520"/>
                  <a:gd name="connsiteY12-56" fmla="*/ 1228607 h 1316375"/>
                  <a:gd name="connsiteX13-57" fmla="*/ 2756623 w 3024520"/>
                  <a:gd name="connsiteY13-58" fmla="*/ 1316375 h 1316375"/>
                  <a:gd name="connsiteX14-59" fmla="*/ 1486231 w 3024520"/>
                  <a:gd name="connsiteY14-60" fmla="*/ 727041 h 1316375"/>
                  <a:gd name="connsiteX0-61" fmla="*/ 1537780 w 3076069"/>
                  <a:gd name="connsiteY0-62" fmla="*/ 727041 h 1316375"/>
                  <a:gd name="connsiteX1-63" fmla="*/ 309224 w 3076069"/>
                  <a:gd name="connsiteY1-64" fmla="*/ 1302232 h 1316375"/>
                  <a:gd name="connsiteX2-65" fmla="*/ 0 w 3076069"/>
                  <a:gd name="connsiteY2-66" fmla="*/ 1228607 h 1316375"/>
                  <a:gd name="connsiteX3-67" fmla="*/ 962613 w 3076069"/>
                  <a:gd name="connsiteY3-68" fmla="*/ 837478 h 1316375"/>
                  <a:gd name="connsiteX4-69" fmla="*/ 935005 w 3076069"/>
                  <a:gd name="connsiteY4-70" fmla="*/ 450949 h 1316375"/>
                  <a:gd name="connsiteX5-71" fmla="*/ 212596 w 3076069"/>
                  <a:gd name="connsiteY5-72" fmla="*/ 119640 h 1316375"/>
                  <a:gd name="connsiteX6-73" fmla="*/ 456466 w 3076069"/>
                  <a:gd name="connsiteY6-74" fmla="*/ 50617 h 1316375"/>
                  <a:gd name="connsiteX7-75" fmla="*/ 1528577 w 3076069"/>
                  <a:gd name="connsiteY7-76" fmla="*/ 501566 h 1316375"/>
                  <a:gd name="connsiteX8-77" fmla="*/ 2623695 w 3076069"/>
                  <a:gd name="connsiteY8-78" fmla="*/ 0 h 1316375"/>
                  <a:gd name="connsiteX9-79" fmla="*/ 2927383 w 3076069"/>
                  <a:gd name="connsiteY9-80" fmla="*/ 96632 h 1316375"/>
                  <a:gd name="connsiteX10-81" fmla="*/ 2131352 w 3076069"/>
                  <a:gd name="connsiteY10-82" fmla="*/ 432543 h 1316375"/>
                  <a:gd name="connsiteX11-83" fmla="*/ 2292399 w 3076069"/>
                  <a:gd name="connsiteY11-84" fmla="*/ 920305 h 1316375"/>
                  <a:gd name="connsiteX12-85" fmla="*/ 3076069 w 3076069"/>
                  <a:gd name="connsiteY12-86" fmla="*/ 1228607 h 1316375"/>
                  <a:gd name="connsiteX13-87" fmla="*/ 2808172 w 3076069"/>
                  <a:gd name="connsiteY13-88" fmla="*/ 1316375 h 1316375"/>
                  <a:gd name="connsiteX14-89" fmla="*/ 1537780 w 3076069"/>
                  <a:gd name="connsiteY14-90" fmla="*/ 727041 h 1316375"/>
                  <a:gd name="connsiteX0-91" fmla="*/ 1537780 w 3076069"/>
                  <a:gd name="connsiteY0-92" fmla="*/ 727041 h 1321259"/>
                  <a:gd name="connsiteX1-93" fmla="*/ 313981 w 3076069"/>
                  <a:gd name="connsiteY1-94" fmla="*/ 1321259 h 1321259"/>
                  <a:gd name="connsiteX2-95" fmla="*/ 0 w 3076069"/>
                  <a:gd name="connsiteY2-96" fmla="*/ 1228607 h 1321259"/>
                  <a:gd name="connsiteX3-97" fmla="*/ 962613 w 3076069"/>
                  <a:gd name="connsiteY3-98" fmla="*/ 837478 h 1321259"/>
                  <a:gd name="connsiteX4-99" fmla="*/ 935005 w 3076069"/>
                  <a:gd name="connsiteY4-100" fmla="*/ 450949 h 1321259"/>
                  <a:gd name="connsiteX5-101" fmla="*/ 212596 w 3076069"/>
                  <a:gd name="connsiteY5-102" fmla="*/ 119640 h 1321259"/>
                  <a:gd name="connsiteX6-103" fmla="*/ 456466 w 3076069"/>
                  <a:gd name="connsiteY6-104" fmla="*/ 50617 h 1321259"/>
                  <a:gd name="connsiteX7-105" fmla="*/ 1528577 w 3076069"/>
                  <a:gd name="connsiteY7-106" fmla="*/ 501566 h 1321259"/>
                  <a:gd name="connsiteX8-107" fmla="*/ 2623695 w 3076069"/>
                  <a:gd name="connsiteY8-108" fmla="*/ 0 h 1321259"/>
                  <a:gd name="connsiteX9-109" fmla="*/ 2927383 w 3076069"/>
                  <a:gd name="connsiteY9-110" fmla="*/ 96632 h 1321259"/>
                  <a:gd name="connsiteX10-111" fmla="*/ 2131352 w 3076069"/>
                  <a:gd name="connsiteY10-112" fmla="*/ 432543 h 1321259"/>
                  <a:gd name="connsiteX11-113" fmla="*/ 2292399 w 3076069"/>
                  <a:gd name="connsiteY11-114" fmla="*/ 920305 h 1321259"/>
                  <a:gd name="connsiteX12-115" fmla="*/ 3076069 w 3076069"/>
                  <a:gd name="connsiteY12-116" fmla="*/ 1228607 h 1321259"/>
                  <a:gd name="connsiteX13-117" fmla="*/ 2808172 w 3076069"/>
                  <a:gd name="connsiteY13-118" fmla="*/ 1316375 h 1321259"/>
                  <a:gd name="connsiteX14-119" fmla="*/ 1537780 w 3076069"/>
                  <a:gd name="connsiteY14-120" fmla="*/ 727041 h 1321259"/>
                  <a:gd name="connsiteX0-121" fmla="*/ 1537780 w 3076069"/>
                  <a:gd name="connsiteY0-122" fmla="*/ 750825 h 1321259"/>
                  <a:gd name="connsiteX1-123" fmla="*/ 313981 w 3076069"/>
                  <a:gd name="connsiteY1-124" fmla="*/ 1321259 h 1321259"/>
                  <a:gd name="connsiteX2-125" fmla="*/ 0 w 3076069"/>
                  <a:gd name="connsiteY2-126" fmla="*/ 1228607 h 1321259"/>
                  <a:gd name="connsiteX3-127" fmla="*/ 962613 w 3076069"/>
                  <a:gd name="connsiteY3-128" fmla="*/ 837478 h 1321259"/>
                  <a:gd name="connsiteX4-129" fmla="*/ 935005 w 3076069"/>
                  <a:gd name="connsiteY4-130" fmla="*/ 450949 h 1321259"/>
                  <a:gd name="connsiteX5-131" fmla="*/ 212596 w 3076069"/>
                  <a:gd name="connsiteY5-132" fmla="*/ 119640 h 1321259"/>
                  <a:gd name="connsiteX6-133" fmla="*/ 456466 w 3076069"/>
                  <a:gd name="connsiteY6-134" fmla="*/ 50617 h 1321259"/>
                  <a:gd name="connsiteX7-135" fmla="*/ 1528577 w 3076069"/>
                  <a:gd name="connsiteY7-136" fmla="*/ 501566 h 1321259"/>
                  <a:gd name="connsiteX8-137" fmla="*/ 2623695 w 3076069"/>
                  <a:gd name="connsiteY8-138" fmla="*/ 0 h 1321259"/>
                  <a:gd name="connsiteX9-139" fmla="*/ 2927383 w 3076069"/>
                  <a:gd name="connsiteY9-140" fmla="*/ 96632 h 1321259"/>
                  <a:gd name="connsiteX10-141" fmla="*/ 2131352 w 3076069"/>
                  <a:gd name="connsiteY10-142" fmla="*/ 432543 h 1321259"/>
                  <a:gd name="connsiteX11-143" fmla="*/ 2292399 w 3076069"/>
                  <a:gd name="connsiteY11-144" fmla="*/ 920305 h 1321259"/>
                  <a:gd name="connsiteX12-145" fmla="*/ 3076069 w 3076069"/>
                  <a:gd name="connsiteY12-146" fmla="*/ 1228607 h 1321259"/>
                  <a:gd name="connsiteX13-147" fmla="*/ 2808172 w 3076069"/>
                  <a:gd name="connsiteY13-148" fmla="*/ 1316375 h 1321259"/>
                  <a:gd name="connsiteX14-149" fmla="*/ 1537780 w 3076069"/>
                  <a:gd name="connsiteY14-150" fmla="*/ 750825 h 132125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3" name="Freeform 376"/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-1" fmla="*/ 0 w 3640627"/>
                  <a:gd name="connsiteY0-2" fmla="*/ 242051 h 923747"/>
                  <a:gd name="connsiteX1-3" fmla="*/ 655168 w 3640627"/>
                  <a:gd name="connsiteY1-4" fmla="*/ 16495 h 923747"/>
                  <a:gd name="connsiteX2-5" fmla="*/ 1809765 w 3640627"/>
                  <a:gd name="connsiteY2-6" fmla="*/ 511360 h 923747"/>
                  <a:gd name="connsiteX3-7" fmla="*/ 2964363 w 3640627"/>
                  <a:gd name="connsiteY3-8" fmla="*/ 0 h 923747"/>
                  <a:gd name="connsiteX4-9" fmla="*/ 3640627 w 3640627"/>
                  <a:gd name="connsiteY4-10" fmla="*/ 197946 h 923747"/>
                  <a:gd name="connsiteX5-11" fmla="*/ 3195282 w 3640627"/>
                  <a:gd name="connsiteY5-12" fmla="*/ 461874 h 923747"/>
                  <a:gd name="connsiteX6-13" fmla="*/ 2980857 w 3640627"/>
                  <a:gd name="connsiteY6-14" fmla="*/ 379396 h 923747"/>
                  <a:gd name="connsiteX7-15" fmla="*/ 1826259 w 3640627"/>
                  <a:gd name="connsiteY7-16" fmla="*/ 923747 h 923747"/>
                  <a:gd name="connsiteX8-17" fmla="*/ 671662 w 3640627"/>
                  <a:gd name="connsiteY8-18" fmla="*/ 412387 h 923747"/>
                  <a:gd name="connsiteX9-19" fmla="*/ 523214 w 3640627"/>
                  <a:gd name="connsiteY9-20" fmla="*/ 478369 h 923747"/>
                  <a:gd name="connsiteX10-21" fmla="*/ 0 w 3640627"/>
                  <a:gd name="connsiteY10-22" fmla="*/ 242051 h 923747"/>
                  <a:gd name="connsiteX0-23" fmla="*/ 0 w 3640627"/>
                  <a:gd name="connsiteY0-24" fmla="*/ 242051 h 923747"/>
                  <a:gd name="connsiteX1-25" fmla="*/ 655168 w 3640627"/>
                  <a:gd name="connsiteY1-26" fmla="*/ 16495 h 923747"/>
                  <a:gd name="connsiteX2-27" fmla="*/ 1809765 w 3640627"/>
                  <a:gd name="connsiteY2-28" fmla="*/ 511360 h 923747"/>
                  <a:gd name="connsiteX3-29" fmla="*/ 2964363 w 3640627"/>
                  <a:gd name="connsiteY3-30" fmla="*/ 0 h 923747"/>
                  <a:gd name="connsiteX4-31" fmla="*/ 3640627 w 3640627"/>
                  <a:gd name="connsiteY4-32" fmla="*/ 197946 h 923747"/>
                  <a:gd name="connsiteX5-33" fmla="*/ 3195282 w 3640627"/>
                  <a:gd name="connsiteY5-34" fmla="*/ 461874 h 923747"/>
                  <a:gd name="connsiteX6-35" fmla="*/ 2980857 w 3640627"/>
                  <a:gd name="connsiteY6-36" fmla="*/ 379396 h 923747"/>
                  <a:gd name="connsiteX7-37" fmla="*/ 1826259 w 3640627"/>
                  <a:gd name="connsiteY7-38" fmla="*/ 923747 h 923747"/>
                  <a:gd name="connsiteX8-39" fmla="*/ 671662 w 3640627"/>
                  <a:gd name="connsiteY8-40" fmla="*/ 412387 h 923747"/>
                  <a:gd name="connsiteX9-41" fmla="*/ 523214 w 3640627"/>
                  <a:gd name="connsiteY9-42" fmla="*/ 482971 h 923747"/>
                  <a:gd name="connsiteX10-43" fmla="*/ 0 w 3640627"/>
                  <a:gd name="connsiteY10-44" fmla="*/ 242051 h 923747"/>
                  <a:gd name="connsiteX0-45" fmla="*/ 0 w 3640627"/>
                  <a:gd name="connsiteY0-46" fmla="*/ 242051 h 923747"/>
                  <a:gd name="connsiteX1-47" fmla="*/ 655168 w 3640627"/>
                  <a:gd name="connsiteY1-48" fmla="*/ 16495 h 923747"/>
                  <a:gd name="connsiteX2-49" fmla="*/ 1809765 w 3640627"/>
                  <a:gd name="connsiteY2-50" fmla="*/ 511360 h 923747"/>
                  <a:gd name="connsiteX3-51" fmla="*/ 2964363 w 3640627"/>
                  <a:gd name="connsiteY3-52" fmla="*/ 0 h 923747"/>
                  <a:gd name="connsiteX4-53" fmla="*/ 3640627 w 3640627"/>
                  <a:gd name="connsiteY4-54" fmla="*/ 197946 h 923747"/>
                  <a:gd name="connsiteX5-55" fmla="*/ 3195282 w 3640627"/>
                  <a:gd name="connsiteY5-56" fmla="*/ 461874 h 923747"/>
                  <a:gd name="connsiteX6-57" fmla="*/ 2980857 w 3640627"/>
                  <a:gd name="connsiteY6-58" fmla="*/ 379396 h 923747"/>
                  <a:gd name="connsiteX7-59" fmla="*/ 1826259 w 3640627"/>
                  <a:gd name="connsiteY7-60" fmla="*/ 923747 h 923747"/>
                  <a:gd name="connsiteX8-61" fmla="*/ 690067 w 3640627"/>
                  <a:gd name="connsiteY8-62" fmla="*/ 412387 h 923747"/>
                  <a:gd name="connsiteX9-63" fmla="*/ 523214 w 3640627"/>
                  <a:gd name="connsiteY9-64" fmla="*/ 482971 h 923747"/>
                  <a:gd name="connsiteX10-65" fmla="*/ 0 w 3640627"/>
                  <a:gd name="connsiteY10-66" fmla="*/ 242051 h 923747"/>
                  <a:gd name="connsiteX0-67" fmla="*/ 0 w 3640627"/>
                  <a:gd name="connsiteY0-68" fmla="*/ 242051 h 946755"/>
                  <a:gd name="connsiteX1-69" fmla="*/ 655168 w 3640627"/>
                  <a:gd name="connsiteY1-70" fmla="*/ 16495 h 946755"/>
                  <a:gd name="connsiteX2-71" fmla="*/ 1809765 w 3640627"/>
                  <a:gd name="connsiteY2-72" fmla="*/ 511360 h 946755"/>
                  <a:gd name="connsiteX3-73" fmla="*/ 2964363 w 3640627"/>
                  <a:gd name="connsiteY3-74" fmla="*/ 0 h 946755"/>
                  <a:gd name="connsiteX4-75" fmla="*/ 3640627 w 3640627"/>
                  <a:gd name="connsiteY4-76" fmla="*/ 197946 h 946755"/>
                  <a:gd name="connsiteX5-77" fmla="*/ 3195282 w 3640627"/>
                  <a:gd name="connsiteY5-78" fmla="*/ 461874 h 946755"/>
                  <a:gd name="connsiteX6-79" fmla="*/ 2980857 w 3640627"/>
                  <a:gd name="connsiteY6-80" fmla="*/ 379396 h 946755"/>
                  <a:gd name="connsiteX7-81" fmla="*/ 1876873 w 3640627"/>
                  <a:gd name="connsiteY7-82" fmla="*/ 946755 h 946755"/>
                  <a:gd name="connsiteX8-83" fmla="*/ 690067 w 3640627"/>
                  <a:gd name="connsiteY8-84" fmla="*/ 412387 h 946755"/>
                  <a:gd name="connsiteX9-85" fmla="*/ 523214 w 3640627"/>
                  <a:gd name="connsiteY9-86" fmla="*/ 482971 h 946755"/>
                  <a:gd name="connsiteX10-87" fmla="*/ 0 w 3640627"/>
                  <a:gd name="connsiteY10-88" fmla="*/ 242051 h 946755"/>
                  <a:gd name="connsiteX0-89" fmla="*/ 0 w 3640627"/>
                  <a:gd name="connsiteY0-90" fmla="*/ 242051 h 946755"/>
                  <a:gd name="connsiteX1-91" fmla="*/ 655168 w 3640627"/>
                  <a:gd name="connsiteY1-92" fmla="*/ 16495 h 946755"/>
                  <a:gd name="connsiteX2-93" fmla="*/ 1855778 w 3640627"/>
                  <a:gd name="connsiteY2-94" fmla="*/ 534367 h 946755"/>
                  <a:gd name="connsiteX3-95" fmla="*/ 2964363 w 3640627"/>
                  <a:gd name="connsiteY3-96" fmla="*/ 0 h 946755"/>
                  <a:gd name="connsiteX4-97" fmla="*/ 3640627 w 3640627"/>
                  <a:gd name="connsiteY4-98" fmla="*/ 197946 h 946755"/>
                  <a:gd name="connsiteX5-99" fmla="*/ 3195282 w 3640627"/>
                  <a:gd name="connsiteY5-100" fmla="*/ 461874 h 946755"/>
                  <a:gd name="connsiteX6-101" fmla="*/ 2980857 w 3640627"/>
                  <a:gd name="connsiteY6-102" fmla="*/ 379396 h 946755"/>
                  <a:gd name="connsiteX7-103" fmla="*/ 1876873 w 3640627"/>
                  <a:gd name="connsiteY7-104" fmla="*/ 946755 h 946755"/>
                  <a:gd name="connsiteX8-105" fmla="*/ 690067 w 3640627"/>
                  <a:gd name="connsiteY8-106" fmla="*/ 412387 h 946755"/>
                  <a:gd name="connsiteX9-107" fmla="*/ 523214 w 3640627"/>
                  <a:gd name="connsiteY9-108" fmla="*/ 482971 h 946755"/>
                  <a:gd name="connsiteX10-109" fmla="*/ 0 w 3640627"/>
                  <a:gd name="connsiteY10-110" fmla="*/ 242051 h 946755"/>
                  <a:gd name="connsiteX0-111" fmla="*/ 0 w 3640627"/>
                  <a:gd name="connsiteY0-112" fmla="*/ 242051 h 946755"/>
                  <a:gd name="connsiteX1-113" fmla="*/ 655168 w 3640627"/>
                  <a:gd name="connsiteY1-114" fmla="*/ 16495 h 946755"/>
                  <a:gd name="connsiteX2-115" fmla="*/ 1855778 w 3640627"/>
                  <a:gd name="connsiteY2-116" fmla="*/ 534367 h 946755"/>
                  <a:gd name="connsiteX3-117" fmla="*/ 2964363 w 3640627"/>
                  <a:gd name="connsiteY3-118" fmla="*/ 0 h 946755"/>
                  <a:gd name="connsiteX4-119" fmla="*/ 3640627 w 3640627"/>
                  <a:gd name="connsiteY4-120" fmla="*/ 197946 h 946755"/>
                  <a:gd name="connsiteX5-121" fmla="*/ 3195282 w 3640627"/>
                  <a:gd name="connsiteY5-122" fmla="*/ 461874 h 946755"/>
                  <a:gd name="connsiteX6-123" fmla="*/ 3008465 w 3640627"/>
                  <a:gd name="connsiteY6-124" fmla="*/ 402404 h 946755"/>
                  <a:gd name="connsiteX7-125" fmla="*/ 1876873 w 3640627"/>
                  <a:gd name="connsiteY7-126" fmla="*/ 946755 h 946755"/>
                  <a:gd name="connsiteX8-127" fmla="*/ 690067 w 3640627"/>
                  <a:gd name="connsiteY8-128" fmla="*/ 412387 h 946755"/>
                  <a:gd name="connsiteX9-129" fmla="*/ 523214 w 3640627"/>
                  <a:gd name="connsiteY9-130" fmla="*/ 482971 h 946755"/>
                  <a:gd name="connsiteX10-131" fmla="*/ 0 w 3640627"/>
                  <a:gd name="connsiteY10-132" fmla="*/ 242051 h 946755"/>
                  <a:gd name="connsiteX0-133" fmla="*/ 0 w 3723451"/>
                  <a:gd name="connsiteY0-134" fmla="*/ 242051 h 946755"/>
                  <a:gd name="connsiteX1-135" fmla="*/ 655168 w 3723451"/>
                  <a:gd name="connsiteY1-136" fmla="*/ 16495 h 946755"/>
                  <a:gd name="connsiteX2-137" fmla="*/ 1855778 w 3723451"/>
                  <a:gd name="connsiteY2-138" fmla="*/ 534367 h 946755"/>
                  <a:gd name="connsiteX3-139" fmla="*/ 2964363 w 3723451"/>
                  <a:gd name="connsiteY3-140" fmla="*/ 0 h 946755"/>
                  <a:gd name="connsiteX4-141" fmla="*/ 3723451 w 3723451"/>
                  <a:gd name="connsiteY4-142" fmla="*/ 220954 h 946755"/>
                  <a:gd name="connsiteX5-143" fmla="*/ 3195282 w 3723451"/>
                  <a:gd name="connsiteY5-144" fmla="*/ 461874 h 946755"/>
                  <a:gd name="connsiteX6-145" fmla="*/ 3008465 w 3723451"/>
                  <a:gd name="connsiteY6-146" fmla="*/ 402404 h 946755"/>
                  <a:gd name="connsiteX7-147" fmla="*/ 1876873 w 3723451"/>
                  <a:gd name="connsiteY7-148" fmla="*/ 946755 h 946755"/>
                  <a:gd name="connsiteX8-149" fmla="*/ 690067 w 3723451"/>
                  <a:gd name="connsiteY8-150" fmla="*/ 412387 h 946755"/>
                  <a:gd name="connsiteX9-151" fmla="*/ 523214 w 3723451"/>
                  <a:gd name="connsiteY9-152" fmla="*/ 482971 h 946755"/>
                  <a:gd name="connsiteX10-153" fmla="*/ 0 w 3723451"/>
                  <a:gd name="connsiteY10-154" fmla="*/ 242051 h 946755"/>
                  <a:gd name="connsiteX0-155" fmla="*/ 0 w 3723451"/>
                  <a:gd name="connsiteY0-156" fmla="*/ 228246 h 932950"/>
                  <a:gd name="connsiteX1-157" fmla="*/ 655168 w 3723451"/>
                  <a:gd name="connsiteY1-158" fmla="*/ 2690 h 932950"/>
                  <a:gd name="connsiteX2-159" fmla="*/ 1855778 w 3723451"/>
                  <a:gd name="connsiteY2-160" fmla="*/ 520562 h 932950"/>
                  <a:gd name="connsiteX3-161" fmla="*/ 3001174 w 3723451"/>
                  <a:gd name="connsiteY3-162" fmla="*/ 0 h 932950"/>
                  <a:gd name="connsiteX4-163" fmla="*/ 3723451 w 3723451"/>
                  <a:gd name="connsiteY4-164" fmla="*/ 207149 h 932950"/>
                  <a:gd name="connsiteX5-165" fmla="*/ 3195282 w 3723451"/>
                  <a:gd name="connsiteY5-166" fmla="*/ 448069 h 932950"/>
                  <a:gd name="connsiteX6-167" fmla="*/ 3008465 w 3723451"/>
                  <a:gd name="connsiteY6-168" fmla="*/ 388599 h 932950"/>
                  <a:gd name="connsiteX7-169" fmla="*/ 1876873 w 3723451"/>
                  <a:gd name="connsiteY7-170" fmla="*/ 932950 h 932950"/>
                  <a:gd name="connsiteX8-171" fmla="*/ 690067 w 3723451"/>
                  <a:gd name="connsiteY8-172" fmla="*/ 398582 h 932950"/>
                  <a:gd name="connsiteX9-173" fmla="*/ 523214 w 3723451"/>
                  <a:gd name="connsiteY9-174" fmla="*/ 469166 h 932950"/>
                  <a:gd name="connsiteX10-175" fmla="*/ 0 w 3723451"/>
                  <a:gd name="connsiteY10-176" fmla="*/ 228246 h 932950"/>
                  <a:gd name="connsiteX0-177" fmla="*/ 0 w 3723451"/>
                  <a:gd name="connsiteY0-178" fmla="*/ 228246 h 932950"/>
                  <a:gd name="connsiteX1-179" fmla="*/ 655168 w 3723451"/>
                  <a:gd name="connsiteY1-180" fmla="*/ 2690 h 932950"/>
                  <a:gd name="connsiteX2-181" fmla="*/ 1855778 w 3723451"/>
                  <a:gd name="connsiteY2-182" fmla="*/ 520562 h 932950"/>
                  <a:gd name="connsiteX3-183" fmla="*/ 3001174 w 3723451"/>
                  <a:gd name="connsiteY3-184" fmla="*/ 0 h 932950"/>
                  <a:gd name="connsiteX4-185" fmla="*/ 3723451 w 3723451"/>
                  <a:gd name="connsiteY4-186" fmla="*/ 207149 h 932950"/>
                  <a:gd name="connsiteX5-187" fmla="*/ 3195282 w 3723451"/>
                  <a:gd name="connsiteY5-188" fmla="*/ 448069 h 932950"/>
                  <a:gd name="connsiteX6-189" fmla="*/ 3013067 w 3723451"/>
                  <a:gd name="connsiteY6-190" fmla="*/ 393200 h 932950"/>
                  <a:gd name="connsiteX7-191" fmla="*/ 1876873 w 3723451"/>
                  <a:gd name="connsiteY7-192" fmla="*/ 932950 h 932950"/>
                  <a:gd name="connsiteX8-193" fmla="*/ 690067 w 3723451"/>
                  <a:gd name="connsiteY8-194" fmla="*/ 398582 h 932950"/>
                  <a:gd name="connsiteX9-195" fmla="*/ 523214 w 3723451"/>
                  <a:gd name="connsiteY9-196" fmla="*/ 469166 h 932950"/>
                  <a:gd name="connsiteX10-197" fmla="*/ 0 w 3723451"/>
                  <a:gd name="connsiteY10-198" fmla="*/ 228246 h 932950"/>
                  <a:gd name="connsiteX0-199" fmla="*/ 0 w 3723451"/>
                  <a:gd name="connsiteY0-200" fmla="*/ 228246 h 932950"/>
                  <a:gd name="connsiteX1-201" fmla="*/ 655168 w 3723451"/>
                  <a:gd name="connsiteY1-202" fmla="*/ 2690 h 932950"/>
                  <a:gd name="connsiteX2-203" fmla="*/ 1855778 w 3723451"/>
                  <a:gd name="connsiteY2-204" fmla="*/ 520562 h 932950"/>
                  <a:gd name="connsiteX3-205" fmla="*/ 3001174 w 3723451"/>
                  <a:gd name="connsiteY3-206" fmla="*/ 0 h 932950"/>
                  <a:gd name="connsiteX4-207" fmla="*/ 3723451 w 3723451"/>
                  <a:gd name="connsiteY4-208" fmla="*/ 207149 h 932950"/>
                  <a:gd name="connsiteX5-209" fmla="*/ 3186079 w 3723451"/>
                  <a:gd name="connsiteY5-210" fmla="*/ 461874 h 932950"/>
                  <a:gd name="connsiteX6-211" fmla="*/ 3013067 w 3723451"/>
                  <a:gd name="connsiteY6-212" fmla="*/ 393200 h 932950"/>
                  <a:gd name="connsiteX7-213" fmla="*/ 1876873 w 3723451"/>
                  <a:gd name="connsiteY7-214" fmla="*/ 932950 h 932950"/>
                  <a:gd name="connsiteX8-215" fmla="*/ 690067 w 3723451"/>
                  <a:gd name="connsiteY8-216" fmla="*/ 398582 h 932950"/>
                  <a:gd name="connsiteX9-217" fmla="*/ 523214 w 3723451"/>
                  <a:gd name="connsiteY9-218" fmla="*/ 469166 h 932950"/>
                  <a:gd name="connsiteX10-219" fmla="*/ 0 w 3723451"/>
                  <a:gd name="connsiteY10-220" fmla="*/ 228246 h 932950"/>
                  <a:gd name="connsiteX0-221" fmla="*/ 0 w 3723451"/>
                  <a:gd name="connsiteY0-222" fmla="*/ 228246 h 932950"/>
                  <a:gd name="connsiteX1-223" fmla="*/ 655168 w 3723451"/>
                  <a:gd name="connsiteY1-224" fmla="*/ 2690 h 932950"/>
                  <a:gd name="connsiteX2-225" fmla="*/ 1855778 w 3723451"/>
                  <a:gd name="connsiteY2-226" fmla="*/ 520562 h 932950"/>
                  <a:gd name="connsiteX3-227" fmla="*/ 3001174 w 3723451"/>
                  <a:gd name="connsiteY3-228" fmla="*/ 0 h 932950"/>
                  <a:gd name="connsiteX4-229" fmla="*/ 3723451 w 3723451"/>
                  <a:gd name="connsiteY4-230" fmla="*/ 207149 h 932950"/>
                  <a:gd name="connsiteX5-231" fmla="*/ 3186079 w 3723451"/>
                  <a:gd name="connsiteY5-232" fmla="*/ 461874 h 932950"/>
                  <a:gd name="connsiteX6-233" fmla="*/ 3013067 w 3723451"/>
                  <a:gd name="connsiteY6-234" fmla="*/ 393200 h 932950"/>
                  <a:gd name="connsiteX7-235" fmla="*/ 1876873 w 3723451"/>
                  <a:gd name="connsiteY7-236" fmla="*/ 932950 h 932950"/>
                  <a:gd name="connsiteX8-237" fmla="*/ 711613 w 3723451"/>
                  <a:gd name="connsiteY8-238" fmla="*/ 413055 h 932950"/>
                  <a:gd name="connsiteX9-239" fmla="*/ 523214 w 3723451"/>
                  <a:gd name="connsiteY9-240" fmla="*/ 469166 h 932950"/>
                  <a:gd name="connsiteX10-241" fmla="*/ 0 w 3723451"/>
                  <a:gd name="connsiteY10-242" fmla="*/ 228246 h 93295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4" name="Freeform 377"/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-1" fmla="*/ 4602 w 1371198"/>
                  <a:gd name="connsiteY0-2" fmla="*/ 0 h 800665"/>
                  <a:gd name="connsiteX1-3" fmla="*/ 1371198 w 1371198"/>
                  <a:gd name="connsiteY1-4" fmla="*/ 625807 h 800665"/>
                  <a:gd name="connsiteX2-5" fmla="*/ 897260 w 1371198"/>
                  <a:gd name="connsiteY2-6" fmla="*/ 800665 h 800665"/>
                  <a:gd name="connsiteX3-7" fmla="*/ 0 w 1371198"/>
                  <a:gd name="connsiteY3-8" fmla="*/ 404934 h 800665"/>
                  <a:gd name="connsiteX4-9" fmla="*/ 4602 w 1371198"/>
                  <a:gd name="connsiteY4-10" fmla="*/ 0 h 800665"/>
                  <a:gd name="connsiteX0-11" fmla="*/ 0 w 1366596"/>
                  <a:gd name="connsiteY0-12" fmla="*/ 0 h 800665"/>
                  <a:gd name="connsiteX1-13" fmla="*/ 1366596 w 1366596"/>
                  <a:gd name="connsiteY1-14" fmla="*/ 625807 h 800665"/>
                  <a:gd name="connsiteX2-15" fmla="*/ 892658 w 1366596"/>
                  <a:gd name="connsiteY2-16" fmla="*/ 800665 h 800665"/>
                  <a:gd name="connsiteX3-17" fmla="*/ 4601 w 1366596"/>
                  <a:gd name="connsiteY3-18" fmla="*/ 427942 h 800665"/>
                  <a:gd name="connsiteX4-19" fmla="*/ 0 w 1366596"/>
                  <a:gd name="connsiteY4-20" fmla="*/ 0 h 800665"/>
                  <a:gd name="connsiteX0-21" fmla="*/ 0 w 1366596"/>
                  <a:gd name="connsiteY0-22" fmla="*/ 0 h 800665"/>
                  <a:gd name="connsiteX1-23" fmla="*/ 1366596 w 1366596"/>
                  <a:gd name="connsiteY1-24" fmla="*/ 625807 h 800665"/>
                  <a:gd name="connsiteX2-25" fmla="*/ 892658 w 1366596"/>
                  <a:gd name="connsiteY2-26" fmla="*/ 800665 h 800665"/>
                  <a:gd name="connsiteX3-27" fmla="*/ 4601 w 1366596"/>
                  <a:gd name="connsiteY3-28" fmla="*/ 427942 h 800665"/>
                  <a:gd name="connsiteX4-29" fmla="*/ 0 w 1366596"/>
                  <a:gd name="connsiteY4-30" fmla="*/ 0 h 800665"/>
                  <a:gd name="connsiteX0-31" fmla="*/ 0 w 1366596"/>
                  <a:gd name="connsiteY0-32" fmla="*/ 0 h 800665"/>
                  <a:gd name="connsiteX1-33" fmla="*/ 1366596 w 1366596"/>
                  <a:gd name="connsiteY1-34" fmla="*/ 625807 h 800665"/>
                  <a:gd name="connsiteX2-35" fmla="*/ 892658 w 1366596"/>
                  <a:gd name="connsiteY2-36" fmla="*/ 800665 h 800665"/>
                  <a:gd name="connsiteX3-37" fmla="*/ 4601 w 1366596"/>
                  <a:gd name="connsiteY3-38" fmla="*/ 427942 h 800665"/>
                  <a:gd name="connsiteX4-39" fmla="*/ 0 w 1366596"/>
                  <a:gd name="connsiteY4-40" fmla="*/ 0 h 800665"/>
                  <a:gd name="connsiteX0-41" fmla="*/ 0 w 1366596"/>
                  <a:gd name="connsiteY0-42" fmla="*/ 0 h 809868"/>
                  <a:gd name="connsiteX1-43" fmla="*/ 1366596 w 1366596"/>
                  <a:gd name="connsiteY1-44" fmla="*/ 625807 h 809868"/>
                  <a:gd name="connsiteX2-45" fmla="*/ 865050 w 1366596"/>
                  <a:gd name="connsiteY2-46" fmla="*/ 809868 h 809868"/>
                  <a:gd name="connsiteX3-47" fmla="*/ 4601 w 1366596"/>
                  <a:gd name="connsiteY3-48" fmla="*/ 427942 h 809868"/>
                  <a:gd name="connsiteX4-49" fmla="*/ 0 w 1366596"/>
                  <a:gd name="connsiteY4-50" fmla="*/ 0 h 809868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5" name="Freeform 378"/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-1" fmla="*/ 1329786 w 1348191"/>
                  <a:gd name="connsiteY0-2" fmla="*/ 0 h 791462"/>
                  <a:gd name="connsiteX1-3" fmla="*/ 1348191 w 1348191"/>
                  <a:gd name="connsiteY1-4" fmla="*/ 381926 h 791462"/>
                  <a:gd name="connsiteX2-5" fmla="*/ 487742 w 1348191"/>
                  <a:gd name="connsiteY2-6" fmla="*/ 791462 h 791462"/>
                  <a:gd name="connsiteX3-7" fmla="*/ 0 w 1348191"/>
                  <a:gd name="connsiteY3-8" fmla="*/ 612002 h 791462"/>
                  <a:gd name="connsiteX4-9" fmla="*/ 1329786 w 1348191"/>
                  <a:gd name="connsiteY4-10" fmla="*/ 0 h 791462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746" name="Straight Connector 379"/>
              <p:cNvCxnSpPr>
                <a:endCxn id="741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7" name="Straight Connector 380"/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9" name="Group 347"/>
            <p:cNvGrpSpPr/>
            <p:nvPr/>
          </p:nvGrpSpPr>
          <p:grpSpPr bwMode="auto">
            <a:xfrm>
              <a:off x="2848241" y="5530308"/>
              <a:ext cx="588970" cy="242608"/>
              <a:chOff x="1871277" y="1576300"/>
              <a:chExt cx="1128371" cy="437861"/>
            </a:xfrm>
          </p:grpSpPr>
          <p:sp>
            <p:nvSpPr>
              <p:cNvPr id="524" name="Oval 382"/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8" name="Rectangle 383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9" name="Oval 384"/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3" name="Freeform 385"/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-1" fmla="*/ 1486231 w 2944854"/>
                  <a:gd name="connsiteY0-2" fmla="*/ 727041 h 1316375"/>
                  <a:gd name="connsiteX1-3" fmla="*/ 257675 w 2944854"/>
                  <a:gd name="connsiteY1-4" fmla="*/ 1302232 h 1316375"/>
                  <a:gd name="connsiteX2-5" fmla="*/ 0 w 2944854"/>
                  <a:gd name="connsiteY2-6" fmla="*/ 1228607 h 1316375"/>
                  <a:gd name="connsiteX3-7" fmla="*/ 911064 w 2944854"/>
                  <a:gd name="connsiteY3-8" fmla="*/ 837478 h 1316375"/>
                  <a:gd name="connsiteX4-9" fmla="*/ 883456 w 2944854"/>
                  <a:gd name="connsiteY4-10" fmla="*/ 450949 h 1316375"/>
                  <a:gd name="connsiteX5-11" fmla="*/ 161047 w 2944854"/>
                  <a:gd name="connsiteY5-12" fmla="*/ 119640 h 1316375"/>
                  <a:gd name="connsiteX6-13" fmla="*/ 404917 w 2944854"/>
                  <a:gd name="connsiteY6-14" fmla="*/ 50617 h 1316375"/>
                  <a:gd name="connsiteX7-15" fmla="*/ 1477028 w 2944854"/>
                  <a:gd name="connsiteY7-16" fmla="*/ 501566 h 1316375"/>
                  <a:gd name="connsiteX8-17" fmla="*/ 2572146 w 2944854"/>
                  <a:gd name="connsiteY8-18" fmla="*/ 0 h 1316375"/>
                  <a:gd name="connsiteX9-19" fmla="*/ 2875834 w 2944854"/>
                  <a:gd name="connsiteY9-20" fmla="*/ 96632 h 1316375"/>
                  <a:gd name="connsiteX10-21" fmla="*/ 2079803 w 2944854"/>
                  <a:gd name="connsiteY10-22" fmla="*/ 432543 h 1316375"/>
                  <a:gd name="connsiteX11-23" fmla="*/ 2240850 w 2944854"/>
                  <a:gd name="connsiteY11-24" fmla="*/ 920305 h 1316375"/>
                  <a:gd name="connsiteX12-25" fmla="*/ 2944854 w 2944854"/>
                  <a:gd name="connsiteY12-26" fmla="*/ 1228607 h 1316375"/>
                  <a:gd name="connsiteX13-27" fmla="*/ 2756623 w 2944854"/>
                  <a:gd name="connsiteY13-28" fmla="*/ 1316375 h 1316375"/>
                  <a:gd name="connsiteX14-29" fmla="*/ 1486231 w 2944854"/>
                  <a:gd name="connsiteY14-30" fmla="*/ 727041 h 1316375"/>
                  <a:gd name="connsiteX0-31" fmla="*/ 1486231 w 3024520"/>
                  <a:gd name="connsiteY0-32" fmla="*/ 727041 h 1316375"/>
                  <a:gd name="connsiteX1-33" fmla="*/ 257675 w 3024520"/>
                  <a:gd name="connsiteY1-34" fmla="*/ 1302232 h 1316375"/>
                  <a:gd name="connsiteX2-35" fmla="*/ 0 w 3024520"/>
                  <a:gd name="connsiteY2-36" fmla="*/ 1228607 h 1316375"/>
                  <a:gd name="connsiteX3-37" fmla="*/ 911064 w 3024520"/>
                  <a:gd name="connsiteY3-38" fmla="*/ 837478 h 1316375"/>
                  <a:gd name="connsiteX4-39" fmla="*/ 883456 w 3024520"/>
                  <a:gd name="connsiteY4-40" fmla="*/ 450949 h 1316375"/>
                  <a:gd name="connsiteX5-41" fmla="*/ 161047 w 3024520"/>
                  <a:gd name="connsiteY5-42" fmla="*/ 119640 h 1316375"/>
                  <a:gd name="connsiteX6-43" fmla="*/ 404917 w 3024520"/>
                  <a:gd name="connsiteY6-44" fmla="*/ 50617 h 1316375"/>
                  <a:gd name="connsiteX7-45" fmla="*/ 1477028 w 3024520"/>
                  <a:gd name="connsiteY7-46" fmla="*/ 501566 h 1316375"/>
                  <a:gd name="connsiteX8-47" fmla="*/ 2572146 w 3024520"/>
                  <a:gd name="connsiteY8-48" fmla="*/ 0 h 1316375"/>
                  <a:gd name="connsiteX9-49" fmla="*/ 2875834 w 3024520"/>
                  <a:gd name="connsiteY9-50" fmla="*/ 96632 h 1316375"/>
                  <a:gd name="connsiteX10-51" fmla="*/ 2079803 w 3024520"/>
                  <a:gd name="connsiteY10-52" fmla="*/ 432543 h 1316375"/>
                  <a:gd name="connsiteX11-53" fmla="*/ 2240850 w 3024520"/>
                  <a:gd name="connsiteY11-54" fmla="*/ 920305 h 1316375"/>
                  <a:gd name="connsiteX12-55" fmla="*/ 3024520 w 3024520"/>
                  <a:gd name="connsiteY12-56" fmla="*/ 1228607 h 1316375"/>
                  <a:gd name="connsiteX13-57" fmla="*/ 2756623 w 3024520"/>
                  <a:gd name="connsiteY13-58" fmla="*/ 1316375 h 1316375"/>
                  <a:gd name="connsiteX14-59" fmla="*/ 1486231 w 3024520"/>
                  <a:gd name="connsiteY14-60" fmla="*/ 727041 h 1316375"/>
                  <a:gd name="connsiteX0-61" fmla="*/ 1537780 w 3076069"/>
                  <a:gd name="connsiteY0-62" fmla="*/ 727041 h 1316375"/>
                  <a:gd name="connsiteX1-63" fmla="*/ 309224 w 3076069"/>
                  <a:gd name="connsiteY1-64" fmla="*/ 1302232 h 1316375"/>
                  <a:gd name="connsiteX2-65" fmla="*/ 0 w 3076069"/>
                  <a:gd name="connsiteY2-66" fmla="*/ 1228607 h 1316375"/>
                  <a:gd name="connsiteX3-67" fmla="*/ 962613 w 3076069"/>
                  <a:gd name="connsiteY3-68" fmla="*/ 837478 h 1316375"/>
                  <a:gd name="connsiteX4-69" fmla="*/ 935005 w 3076069"/>
                  <a:gd name="connsiteY4-70" fmla="*/ 450949 h 1316375"/>
                  <a:gd name="connsiteX5-71" fmla="*/ 212596 w 3076069"/>
                  <a:gd name="connsiteY5-72" fmla="*/ 119640 h 1316375"/>
                  <a:gd name="connsiteX6-73" fmla="*/ 456466 w 3076069"/>
                  <a:gd name="connsiteY6-74" fmla="*/ 50617 h 1316375"/>
                  <a:gd name="connsiteX7-75" fmla="*/ 1528577 w 3076069"/>
                  <a:gd name="connsiteY7-76" fmla="*/ 501566 h 1316375"/>
                  <a:gd name="connsiteX8-77" fmla="*/ 2623695 w 3076069"/>
                  <a:gd name="connsiteY8-78" fmla="*/ 0 h 1316375"/>
                  <a:gd name="connsiteX9-79" fmla="*/ 2927383 w 3076069"/>
                  <a:gd name="connsiteY9-80" fmla="*/ 96632 h 1316375"/>
                  <a:gd name="connsiteX10-81" fmla="*/ 2131352 w 3076069"/>
                  <a:gd name="connsiteY10-82" fmla="*/ 432543 h 1316375"/>
                  <a:gd name="connsiteX11-83" fmla="*/ 2292399 w 3076069"/>
                  <a:gd name="connsiteY11-84" fmla="*/ 920305 h 1316375"/>
                  <a:gd name="connsiteX12-85" fmla="*/ 3076069 w 3076069"/>
                  <a:gd name="connsiteY12-86" fmla="*/ 1228607 h 1316375"/>
                  <a:gd name="connsiteX13-87" fmla="*/ 2808172 w 3076069"/>
                  <a:gd name="connsiteY13-88" fmla="*/ 1316375 h 1316375"/>
                  <a:gd name="connsiteX14-89" fmla="*/ 1537780 w 3076069"/>
                  <a:gd name="connsiteY14-90" fmla="*/ 727041 h 1316375"/>
                  <a:gd name="connsiteX0-91" fmla="*/ 1537780 w 3076069"/>
                  <a:gd name="connsiteY0-92" fmla="*/ 727041 h 1321259"/>
                  <a:gd name="connsiteX1-93" fmla="*/ 313981 w 3076069"/>
                  <a:gd name="connsiteY1-94" fmla="*/ 1321259 h 1321259"/>
                  <a:gd name="connsiteX2-95" fmla="*/ 0 w 3076069"/>
                  <a:gd name="connsiteY2-96" fmla="*/ 1228607 h 1321259"/>
                  <a:gd name="connsiteX3-97" fmla="*/ 962613 w 3076069"/>
                  <a:gd name="connsiteY3-98" fmla="*/ 837478 h 1321259"/>
                  <a:gd name="connsiteX4-99" fmla="*/ 935005 w 3076069"/>
                  <a:gd name="connsiteY4-100" fmla="*/ 450949 h 1321259"/>
                  <a:gd name="connsiteX5-101" fmla="*/ 212596 w 3076069"/>
                  <a:gd name="connsiteY5-102" fmla="*/ 119640 h 1321259"/>
                  <a:gd name="connsiteX6-103" fmla="*/ 456466 w 3076069"/>
                  <a:gd name="connsiteY6-104" fmla="*/ 50617 h 1321259"/>
                  <a:gd name="connsiteX7-105" fmla="*/ 1528577 w 3076069"/>
                  <a:gd name="connsiteY7-106" fmla="*/ 501566 h 1321259"/>
                  <a:gd name="connsiteX8-107" fmla="*/ 2623695 w 3076069"/>
                  <a:gd name="connsiteY8-108" fmla="*/ 0 h 1321259"/>
                  <a:gd name="connsiteX9-109" fmla="*/ 2927383 w 3076069"/>
                  <a:gd name="connsiteY9-110" fmla="*/ 96632 h 1321259"/>
                  <a:gd name="connsiteX10-111" fmla="*/ 2131352 w 3076069"/>
                  <a:gd name="connsiteY10-112" fmla="*/ 432543 h 1321259"/>
                  <a:gd name="connsiteX11-113" fmla="*/ 2292399 w 3076069"/>
                  <a:gd name="connsiteY11-114" fmla="*/ 920305 h 1321259"/>
                  <a:gd name="connsiteX12-115" fmla="*/ 3076069 w 3076069"/>
                  <a:gd name="connsiteY12-116" fmla="*/ 1228607 h 1321259"/>
                  <a:gd name="connsiteX13-117" fmla="*/ 2808172 w 3076069"/>
                  <a:gd name="connsiteY13-118" fmla="*/ 1316375 h 1321259"/>
                  <a:gd name="connsiteX14-119" fmla="*/ 1537780 w 3076069"/>
                  <a:gd name="connsiteY14-120" fmla="*/ 727041 h 1321259"/>
                  <a:gd name="connsiteX0-121" fmla="*/ 1537780 w 3076069"/>
                  <a:gd name="connsiteY0-122" fmla="*/ 750825 h 1321259"/>
                  <a:gd name="connsiteX1-123" fmla="*/ 313981 w 3076069"/>
                  <a:gd name="connsiteY1-124" fmla="*/ 1321259 h 1321259"/>
                  <a:gd name="connsiteX2-125" fmla="*/ 0 w 3076069"/>
                  <a:gd name="connsiteY2-126" fmla="*/ 1228607 h 1321259"/>
                  <a:gd name="connsiteX3-127" fmla="*/ 962613 w 3076069"/>
                  <a:gd name="connsiteY3-128" fmla="*/ 837478 h 1321259"/>
                  <a:gd name="connsiteX4-129" fmla="*/ 935005 w 3076069"/>
                  <a:gd name="connsiteY4-130" fmla="*/ 450949 h 1321259"/>
                  <a:gd name="connsiteX5-131" fmla="*/ 212596 w 3076069"/>
                  <a:gd name="connsiteY5-132" fmla="*/ 119640 h 1321259"/>
                  <a:gd name="connsiteX6-133" fmla="*/ 456466 w 3076069"/>
                  <a:gd name="connsiteY6-134" fmla="*/ 50617 h 1321259"/>
                  <a:gd name="connsiteX7-135" fmla="*/ 1528577 w 3076069"/>
                  <a:gd name="connsiteY7-136" fmla="*/ 501566 h 1321259"/>
                  <a:gd name="connsiteX8-137" fmla="*/ 2623695 w 3076069"/>
                  <a:gd name="connsiteY8-138" fmla="*/ 0 h 1321259"/>
                  <a:gd name="connsiteX9-139" fmla="*/ 2927383 w 3076069"/>
                  <a:gd name="connsiteY9-140" fmla="*/ 96632 h 1321259"/>
                  <a:gd name="connsiteX10-141" fmla="*/ 2131352 w 3076069"/>
                  <a:gd name="connsiteY10-142" fmla="*/ 432543 h 1321259"/>
                  <a:gd name="connsiteX11-143" fmla="*/ 2292399 w 3076069"/>
                  <a:gd name="connsiteY11-144" fmla="*/ 920305 h 1321259"/>
                  <a:gd name="connsiteX12-145" fmla="*/ 3076069 w 3076069"/>
                  <a:gd name="connsiteY12-146" fmla="*/ 1228607 h 1321259"/>
                  <a:gd name="connsiteX13-147" fmla="*/ 2808172 w 3076069"/>
                  <a:gd name="connsiteY13-148" fmla="*/ 1316375 h 1321259"/>
                  <a:gd name="connsiteX14-149" fmla="*/ 1537780 w 3076069"/>
                  <a:gd name="connsiteY14-150" fmla="*/ 750825 h 132125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4" name="Freeform 386"/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-1" fmla="*/ 0 w 3640627"/>
                  <a:gd name="connsiteY0-2" fmla="*/ 242051 h 923747"/>
                  <a:gd name="connsiteX1-3" fmla="*/ 655168 w 3640627"/>
                  <a:gd name="connsiteY1-4" fmla="*/ 16495 h 923747"/>
                  <a:gd name="connsiteX2-5" fmla="*/ 1809765 w 3640627"/>
                  <a:gd name="connsiteY2-6" fmla="*/ 511360 h 923747"/>
                  <a:gd name="connsiteX3-7" fmla="*/ 2964363 w 3640627"/>
                  <a:gd name="connsiteY3-8" fmla="*/ 0 h 923747"/>
                  <a:gd name="connsiteX4-9" fmla="*/ 3640627 w 3640627"/>
                  <a:gd name="connsiteY4-10" fmla="*/ 197946 h 923747"/>
                  <a:gd name="connsiteX5-11" fmla="*/ 3195282 w 3640627"/>
                  <a:gd name="connsiteY5-12" fmla="*/ 461874 h 923747"/>
                  <a:gd name="connsiteX6-13" fmla="*/ 2980857 w 3640627"/>
                  <a:gd name="connsiteY6-14" fmla="*/ 379396 h 923747"/>
                  <a:gd name="connsiteX7-15" fmla="*/ 1826259 w 3640627"/>
                  <a:gd name="connsiteY7-16" fmla="*/ 923747 h 923747"/>
                  <a:gd name="connsiteX8-17" fmla="*/ 671662 w 3640627"/>
                  <a:gd name="connsiteY8-18" fmla="*/ 412387 h 923747"/>
                  <a:gd name="connsiteX9-19" fmla="*/ 523214 w 3640627"/>
                  <a:gd name="connsiteY9-20" fmla="*/ 478369 h 923747"/>
                  <a:gd name="connsiteX10-21" fmla="*/ 0 w 3640627"/>
                  <a:gd name="connsiteY10-22" fmla="*/ 242051 h 923747"/>
                  <a:gd name="connsiteX0-23" fmla="*/ 0 w 3640627"/>
                  <a:gd name="connsiteY0-24" fmla="*/ 242051 h 923747"/>
                  <a:gd name="connsiteX1-25" fmla="*/ 655168 w 3640627"/>
                  <a:gd name="connsiteY1-26" fmla="*/ 16495 h 923747"/>
                  <a:gd name="connsiteX2-27" fmla="*/ 1809765 w 3640627"/>
                  <a:gd name="connsiteY2-28" fmla="*/ 511360 h 923747"/>
                  <a:gd name="connsiteX3-29" fmla="*/ 2964363 w 3640627"/>
                  <a:gd name="connsiteY3-30" fmla="*/ 0 h 923747"/>
                  <a:gd name="connsiteX4-31" fmla="*/ 3640627 w 3640627"/>
                  <a:gd name="connsiteY4-32" fmla="*/ 197946 h 923747"/>
                  <a:gd name="connsiteX5-33" fmla="*/ 3195282 w 3640627"/>
                  <a:gd name="connsiteY5-34" fmla="*/ 461874 h 923747"/>
                  <a:gd name="connsiteX6-35" fmla="*/ 2980857 w 3640627"/>
                  <a:gd name="connsiteY6-36" fmla="*/ 379396 h 923747"/>
                  <a:gd name="connsiteX7-37" fmla="*/ 1826259 w 3640627"/>
                  <a:gd name="connsiteY7-38" fmla="*/ 923747 h 923747"/>
                  <a:gd name="connsiteX8-39" fmla="*/ 671662 w 3640627"/>
                  <a:gd name="connsiteY8-40" fmla="*/ 412387 h 923747"/>
                  <a:gd name="connsiteX9-41" fmla="*/ 523214 w 3640627"/>
                  <a:gd name="connsiteY9-42" fmla="*/ 482971 h 923747"/>
                  <a:gd name="connsiteX10-43" fmla="*/ 0 w 3640627"/>
                  <a:gd name="connsiteY10-44" fmla="*/ 242051 h 923747"/>
                  <a:gd name="connsiteX0-45" fmla="*/ 0 w 3640627"/>
                  <a:gd name="connsiteY0-46" fmla="*/ 242051 h 923747"/>
                  <a:gd name="connsiteX1-47" fmla="*/ 655168 w 3640627"/>
                  <a:gd name="connsiteY1-48" fmla="*/ 16495 h 923747"/>
                  <a:gd name="connsiteX2-49" fmla="*/ 1809765 w 3640627"/>
                  <a:gd name="connsiteY2-50" fmla="*/ 511360 h 923747"/>
                  <a:gd name="connsiteX3-51" fmla="*/ 2964363 w 3640627"/>
                  <a:gd name="connsiteY3-52" fmla="*/ 0 h 923747"/>
                  <a:gd name="connsiteX4-53" fmla="*/ 3640627 w 3640627"/>
                  <a:gd name="connsiteY4-54" fmla="*/ 197946 h 923747"/>
                  <a:gd name="connsiteX5-55" fmla="*/ 3195282 w 3640627"/>
                  <a:gd name="connsiteY5-56" fmla="*/ 461874 h 923747"/>
                  <a:gd name="connsiteX6-57" fmla="*/ 2980857 w 3640627"/>
                  <a:gd name="connsiteY6-58" fmla="*/ 379396 h 923747"/>
                  <a:gd name="connsiteX7-59" fmla="*/ 1826259 w 3640627"/>
                  <a:gd name="connsiteY7-60" fmla="*/ 923747 h 923747"/>
                  <a:gd name="connsiteX8-61" fmla="*/ 690067 w 3640627"/>
                  <a:gd name="connsiteY8-62" fmla="*/ 412387 h 923747"/>
                  <a:gd name="connsiteX9-63" fmla="*/ 523214 w 3640627"/>
                  <a:gd name="connsiteY9-64" fmla="*/ 482971 h 923747"/>
                  <a:gd name="connsiteX10-65" fmla="*/ 0 w 3640627"/>
                  <a:gd name="connsiteY10-66" fmla="*/ 242051 h 923747"/>
                  <a:gd name="connsiteX0-67" fmla="*/ 0 w 3640627"/>
                  <a:gd name="connsiteY0-68" fmla="*/ 242051 h 946755"/>
                  <a:gd name="connsiteX1-69" fmla="*/ 655168 w 3640627"/>
                  <a:gd name="connsiteY1-70" fmla="*/ 16495 h 946755"/>
                  <a:gd name="connsiteX2-71" fmla="*/ 1809765 w 3640627"/>
                  <a:gd name="connsiteY2-72" fmla="*/ 511360 h 946755"/>
                  <a:gd name="connsiteX3-73" fmla="*/ 2964363 w 3640627"/>
                  <a:gd name="connsiteY3-74" fmla="*/ 0 h 946755"/>
                  <a:gd name="connsiteX4-75" fmla="*/ 3640627 w 3640627"/>
                  <a:gd name="connsiteY4-76" fmla="*/ 197946 h 946755"/>
                  <a:gd name="connsiteX5-77" fmla="*/ 3195282 w 3640627"/>
                  <a:gd name="connsiteY5-78" fmla="*/ 461874 h 946755"/>
                  <a:gd name="connsiteX6-79" fmla="*/ 2980857 w 3640627"/>
                  <a:gd name="connsiteY6-80" fmla="*/ 379396 h 946755"/>
                  <a:gd name="connsiteX7-81" fmla="*/ 1876873 w 3640627"/>
                  <a:gd name="connsiteY7-82" fmla="*/ 946755 h 946755"/>
                  <a:gd name="connsiteX8-83" fmla="*/ 690067 w 3640627"/>
                  <a:gd name="connsiteY8-84" fmla="*/ 412387 h 946755"/>
                  <a:gd name="connsiteX9-85" fmla="*/ 523214 w 3640627"/>
                  <a:gd name="connsiteY9-86" fmla="*/ 482971 h 946755"/>
                  <a:gd name="connsiteX10-87" fmla="*/ 0 w 3640627"/>
                  <a:gd name="connsiteY10-88" fmla="*/ 242051 h 946755"/>
                  <a:gd name="connsiteX0-89" fmla="*/ 0 w 3640627"/>
                  <a:gd name="connsiteY0-90" fmla="*/ 242051 h 946755"/>
                  <a:gd name="connsiteX1-91" fmla="*/ 655168 w 3640627"/>
                  <a:gd name="connsiteY1-92" fmla="*/ 16495 h 946755"/>
                  <a:gd name="connsiteX2-93" fmla="*/ 1855778 w 3640627"/>
                  <a:gd name="connsiteY2-94" fmla="*/ 534367 h 946755"/>
                  <a:gd name="connsiteX3-95" fmla="*/ 2964363 w 3640627"/>
                  <a:gd name="connsiteY3-96" fmla="*/ 0 h 946755"/>
                  <a:gd name="connsiteX4-97" fmla="*/ 3640627 w 3640627"/>
                  <a:gd name="connsiteY4-98" fmla="*/ 197946 h 946755"/>
                  <a:gd name="connsiteX5-99" fmla="*/ 3195282 w 3640627"/>
                  <a:gd name="connsiteY5-100" fmla="*/ 461874 h 946755"/>
                  <a:gd name="connsiteX6-101" fmla="*/ 2980857 w 3640627"/>
                  <a:gd name="connsiteY6-102" fmla="*/ 379396 h 946755"/>
                  <a:gd name="connsiteX7-103" fmla="*/ 1876873 w 3640627"/>
                  <a:gd name="connsiteY7-104" fmla="*/ 946755 h 946755"/>
                  <a:gd name="connsiteX8-105" fmla="*/ 690067 w 3640627"/>
                  <a:gd name="connsiteY8-106" fmla="*/ 412387 h 946755"/>
                  <a:gd name="connsiteX9-107" fmla="*/ 523214 w 3640627"/>
                  <a:gd name="connsiteY9-108" fmla="*/ 482971 h 946755"/>
                  <a:gd name="connsiteX10-109" fmla="*/ 0 w 3640627"/>
                  <a:gd name="connsiteY10-110" fmla="*/ 242051 h 946755"/>
                  <a:gd name="connsiteX0-111" fmla="*/ 0 w 3640627"/>
                  <a:gd name="connsiteY0-112" fmla="*/ 242051 h 946755"/>
                  <a:gd name="connsiteX1-113" fmla="*/ 655168 w 3640627"/>
                  <a:gd name="connsiteY1-114" fmla="*/ 16495 h 946755"/>
                  <a:gd name="connsiteX2-115" fmla="*/ 1855778 w 3640627"/>
                  <a:gd name="connsiteY2-116" fmla="*/ 534367 h 946755"/>
                  <a:gd name="connsiteX3-117" fmla="*/ 2964363 w 3640627"/>
                  <a:gd name="connsiteY3-118" fmla="*/ 0 h 946755"/>
                  <a:gd name="connsiteX4-119" fmla="*/ 3640627 w 3640627"/>
                  <a:gd name="connsiteY4-120" fmla="*/ 197946 h 946755"/>
                  <a:gd name="connsiteX5-121" fmla="*/ 3195282 w 3640627"/>
                  <a:gd name="connsiteY5-122" fmla="*/ 461874 h 946755"/>
                  <a:gd name="connsiteX6-123" fmla="*/ 3008465 w 3640627"/>
                  <a:gd name="connsiteY6-124" fmla="*/ 402404 h 946755"/>
                  <a:gd name="connsiteX7-125" fmla="*/ 1876873 w 3640627"/>
                  <a:gd name="connsiteY7-126" fmla="*/ 946755 h 946755"/>
                  <a:gd name="connsiteX8-127" fmla="*/ 690067 w 3640627"/>
                  <a:gd name="connsiteY8-128" fmla="*/ 412387 h 946755"/>
                  <a:gd name="connsiteX9-129" fmla="*/ 523214 w 3640627"/>
                  <a:gd name="connsiteY9-130" fmla="*/ 482971 h 946755"/>
                  <a:gd name="connsiteX10-131" fmla="*/ 0 w 3640627"/>
                  <a:gd name="connsiteY10-132" fmla="*/ 242051 h 946755"/>
                  <a:gd name="connsiteX0-133" fmla="*/ 0 w 3723451"/>
                  <a:gd name="connsiteY0-134" fmla="*/ 242051 h 946755"/>
                  <a:gd name="connsiteX1-135" fmla="*/ 655168 w 3723451"/>
                  <a:gd name="connsiteY1-136" fmla="*/ 16495 h 946755"/>
                  <a:gd name="connsiteX2-137" fmla="*/ 1855778 w 3723451"/>
                  <a:gd name="connsiteY2-138" fmla="*/ 534367 h 946755"/>
                  <a:gd name="connsiteX3-139" fmla="*/ 2964363 w 3723451"/>
                  <a:gd name="connsiteY3-140" fmla="*/ 0 h 946755"/>
                  <a:gd name="connsiteX4-141" fmla="*/ 3723451 w 3723451"/>
                  <a:gd name="connsiteY4-142" fmla="*/ 220954 h 946755"/>
                  <a:gd name="connsiteX5-143" fmla="*/ 3195282 w 3723451"/>
                  <a:gd name="connsiteY5-144" fmla="*/ 461874 h 946755"/>
                  <a:gd name="connsiteX6-145" fmla="*/ 3008465 w 3723451"/>
                  <a:gd name="connsiteY6-146" fmla="*/ 402404 h 946755"/>
                  <a:gd name="connsiteX7-147" fmla="*/ 1876873 w 3723451"/>
                  <a:gd name="connsiteY7-148" fmla="*/ 946755 h 946755"/>
                  <a:gd name="connsiteX8-149" fmla="*/ 690067 w 3723451"/>
                  <a:gd name="connsiteY8-150" fmla="*/ 412387 h 946755"/>
                  <a:gd name="connsiteX9-151" fmla="*/ 523214 w 3723451"/>
                  <a:gd name="connsiteY9-152" fmla="*/ 482971 h 946755"/>
                  <a:gd name="connsiteX10-153" fmla="*/ 0 w 3723451"/>
                  <a:gd name="connsiteY10-154" fmla="*/ 242051 h 946755"/>
                  <a:gd name="connsiteX0-155" fmla="*/ 0 w 3723451"/>
                  <a:gd name="connsiteY0-156" fmla="*/ 228246 h 932950"/>
                  <a:gd name="connsiteX1-157" fmla="*/ 655168 w 3723451"/>
                  <a:gd name="connsiteY1-158" fmla="*/ 2690 h 932950"/>
                  <a:gd name="connsiteX2-159" fmla="*/ 1855778 w 3723451"/>
                  <a:gd name="connsiteY2-160" fmla="*/ 520562 h 932950"/>
                  <a:gd name="connsiteX3-161" fmla="*/ 3001174 w 3723451"/>
                  <a:gd name="connsiteY3-162" fmla="*/ 0 h 932950"/>
                  <a:gd name="connsiteX4-163" fmla="*/ 3723451 w 3723451"/>
                  <a:gd name="connsiteY4-164" fmla="*/ 207149 h 932950"/>
                  <a:gd name="connsiteX5-165" fmla="*/ 3195282 w 3723451"/>
                  <a:gd name="connsiteY5-166" fmla="*/ 448069 h 932950"/>
                  <a:gd name="connsiteX6-167" fmla="*/ 3008465 w 3723451"/>
                  <a:gd name="connsiteY6-168" fmla="*/ 388599 h 932950"/>
                  <a:gd name="connsiteX7-169" fmla="*/ 1876873 w 3723451"/>
                  <a:gd name="connsiteY7-170" fmla="*/ 932950 h 932950"/>
                  <a:gd name="connsiteX8-171" fmla="*/ 690067 w 3723451"/>
                  <a:gd name="connsiteY8-172" fmla="*/ 398582 h 932950"/>
                  <a:gd name="connsiteX9-173" fmla="*/ 523214 w 3723451"/>
                  <a:gd name="connsiteY9-174" fmla="*/ 469166 h 932950"/>
                  <a:gd name="connsiteX10-175" fmla="*/ 0 w 3723451"/>
                  <a:gd name="connsiteY10-176" fmla="*/ 228246 h 932950"/>
                  <a:gd name="connsiteX0-177" fmla="*/ 0 w 3723451"/>
                  <a:gd name="connsiteY0-178" fmla="*/ 228246 h 932950"/>
                  <a:gd name="connsiteX1-179" fmla="*/ 655168 w 3723451"/>
                  <a:gd name="connsiteY1-180" fmla="*/ 2690 h 932950"/>
                  <a:gd name="connsiteX2-181" fmla="*/ 1855778 w 3723451"/>
                  <a:gd name="connsiteY2-182" fmla="*/ 520562 h 932950"/>
                  <a:gd name="connsiteX3-183" fmla="*/ 3001174 w 3723451"/>
                  <a:gd name="connsiteY3-184" fmla="*/ 0 h 932950"/>
                  <a:gd name="connsiteX4-185" fmla="*/ 3723451 w 3723451"/>
                  <a:gd name="connsiteY4-186" fmla="*/ 207149 h 932950"/>
                  <a:gd name="connsiteX5-187" fmla="*/ 3195282 w 3723451"/>
                  <a:gd name="connsiteY5-188" fmla="*/ 448069 h 932950"/>
                  <a:gd name="connsiteX6-189" fmla="*/ 3013067 w 3723451"/>
                  <a:gd name="connsiteY6-190" fmla="*/ 393200 h 932950"/>
                  <a:gd name="connsiteX7-191" fmla="*/ 1876873 w 3723451"/>
                  <a:gd name="connsiteY7-192" fmla="*/ 932950 h 932950"/>
                  <a:gd name="connsiteX8-193" fmla="*/ 690067 w 3723451"/>
                  <a:gd name="connsiteY8-194" fmla="*/ 398582 h 932950"/>
                  <a:gd name="connsiteX9-195" fmla="*/ 523214 w 3723451"/>
                  <a:gd name="connsiteY9-196" fmla="*/ 469166 h 932950"/>
                  <a:gd name="connsiteX10-197" fmla="*/ 0 w 3723451"/>
                  <a:gd name="connsiteY10-198" fmla="*/ 228246 h 932950"/>
                  <a:gd name="connsiteX0-199" fmla="*/ 0 w 3723451"/>
                  <a:gd name="connsiteY0-200" fmla="*/ 228246 h 932950"/>
                  <a:gd name="connsiteX1-201" fmla="*/ 655168 w 3723451"/>
                  <a:gd name="connsiteY1-202" fmla="*/ 2690 h 932950"/>
                  <a:gd name="connsiteX2-203" fmla="*/ 1855778 w 3723451"/>
                  <a:gd name="connsiteY2-204" fmla="*/ 520562 h 932950"/>
                  <a:gd name="connsiteX3-205" fmla="*/ 3001174 w 3723451"/>
                  <a:gd name="connsiteY3-206" fmla="*/ 0 h 932950"/>
                  <a:gd name="connsiteX4-207" fmla="*/ 3723451 w 3723451"/>
                  <a:gd name="connsiteY4-208" fmla="*/ 207149 h 932950"/>
                  <a:gd name="connsiteX5-209" fmla="*/ 3186079 w 3723451"/>
                  <a:gd name="connsiteY5-210" fmla="*/ 461874 h 932950"/>
                  <a:gd name="connsiteX6-211" fmla="*/ 3013067 w 3723451"/>
                  <a:gd name="connsiteY6-212" fmla="*/ 393200 h 932950"/>
                  <a:gd name="connsiteX7-213" fmla="*/ 1876873 w 3723451"/>
                  <a:gd name="connsiteY7-214" fmla="*/ 932950 h 932950"/>
                  <a:gd name="connsiteX8-215" fmla="*/ 690067 w 3723451"/>
                  <a:gd name="connsiteY8-216" fmla="*/ 398582 h 932950"/>
                  <a:gd name="connsiteX9-217" fmla="*/ 523214 w 3723451"/>
                  <a:gd name="connsiteY9-218" fmla="*/ 469166 h 932950"/>
                  <a:gd name="connsiteX10-219" fmla="*/ 0 w 3723451"/>
                  <a:gd name="connsiteY10-220" fmla="*/ 228246 h 932950"/>
                  <a:gd name="connsiteX0-221" fmla="*/ 0 w 3723451"/>
                  <a:gd name="connsiteY0-222" fmla="*/ 228246 h 932950"/>
                  <a:gd name="connsiteX1-223" fmla="*/ 655168 w 3723451"/>
                  <a:gd name="connsiteY1-224" fmla="*/ 2690 h 932950"/>
                  <a:gd name="connsiteX2-225" fmla="*/ 1855778 w 3723451"/>
                  <a:gd name="connsiteY2-226" fmla="*/ 520562 h 932950"/>
                  <a:gd name="connsiteX3-227" fmla="*/ 3001174 w 3723451"/>
                  <a:gd name="connsiteY3-228" fmla="*/ 0 h 932950"/>
                  <a:gd name="connsiteX4-229" fmla="*/ 3723451 w 3723451"/>
                  <a:gd name="connsiteY4-230" fmla="*/ 207149 h 932950"/>
                  <a:gd name="connsiteX5-231" fmla="*/ 3186079 w 3723451"/>
                  <a:gd name="connsiteY5-232" fmla="*/ 461874 h 932950"/>
                  <a:gd name="connsiteX6-233" fmla="*/ 3013067 w 3723451"/>
                  <a:gd name="connsiteY6-234" fmla="*/ 393200 h 932950"/>
                  <a:gd name="connsiteX7-235" fmla="*/ 1876873 w 3723451"/>
                  <a:gd name="connsiteY7-236" fmla="*/ 932950 h 932950"/>
                  <a:gd name="connsiteX8-237" fmla="*/ 711613 w 3723451"/>
                  <a:gd name="connsiteY8-238" fmla="*/ 413055 h 932950"/>
                  <a:gd name="connsiteX9-239" fmla="*/ 523214 w 3723451"/>
                  <a:gd name="connsiteY9-240" fmla="*/ 469166 h 932950"/>
                  <a:gd name="connsiteX10-241" fmla="*/ 0 w 3723451"/>
                  <a:gd name="connsiteY10-242" fmla="*/ 228246 h 93295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5" name="Freeform 389"/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-1" fmla="*/ 4602 w 1371198"/>
                  <a:gd name="connsiteY0-2" fmla="*/ 0 h 800665"/>
                  <a:gd name="connsiteX1-3" fmla="*/ 1371198 w 1371198"/>
                  <a:gd name="connsiteY1-4" fmla="*/ 625807 h 800665"/>
                  <a:gd name="connsiteX2-5" fmla="*/ 897260 w 1371198"/>
                  <a:gd name="connsiteY2-6" fmla="*/ 800665 h 800665"/>
                  <a:gd name="connsiteX3-7" fmla="*/ 0 w 1371198"/>
                  <a:gd name="connsiteY3-8" fmla="*/ 404934 h 800665"/>
                  <a:gd name="connsiteX4-9" fmla="*/ 4602 w 1371198"/>
                  <a:gd name="connsiteY4-10" fmla="*/ 0 h 800665"/>
                  <a:gd name="connsiteX0-11" fmla="*/ 0 w 1366596"/>
                  <a:gd name="connsiteY0-12" fmla="*/ 0 h 800665"/>
                  <a:gd name="connsiteX1-13" fmla="*/ 1366596 w 1366596"/>
                  <a:gd name="connsiteY1-14" fmla="*/ 625807 h 800665"/>
                  <a:gd name="connsiteX2-15" fmla="*/ 892658 w 1366596"/>
                  <a:gd name="connsiteY2-16" fmla="*/ 800665 h 800665"/>
                  <a:gd name="connsiteX3-17" fmla="*/ 4601 w 1366596"/>
                  <a:gd name="connsiteY3-18" fmla="*/ 427942 h 800665"/>
                  <a:gd name="connsiteX4-19" fmla="*/ 0 w 1366596"/>
                  <a:gd name="connsiteY4-20" fmla="*/ 0 h 800665"/>
                  <a:gd name="connsiteX0-21" fmla="*/ 0 w 1366596"/>
                  <a:gd name="connsiteY0-22" fmla="*/ 0 h 800665"/>
                  <a:gd name="connsiteX1-23" fmla="*/ 1366596 w 1366596"/>
                  <a:gd name="connsiteY1-24" fmla="*/ 625807 h 800665"/>
                  <a:gd name="connsiteX2-25" fmla="*/ 892658 w 1366596"/>
                  <a:gd name="connsiteY2-26" fmla="*/ 800665 h 800665"/>
                  <a:gd name="connsiteX3-27" fmla="*/ 4601 w 1366596"/>
                  <a:gd name="connsiteY3-28" fmla="*/ 427942 h 800665"/>
                  <a:gd name="connsiteX4-29" fmla="*/ 0 w 1366596"/>
                  <a:gd name="connsiteY4-30" fmla="*/ 0 h 800665"/>
                  <a:gd name="connsiteX0-31" fmla="*/ 0 w 1366596"/>
                  <a:gd name="connsiteY0-32" fmla="*/ 0 h 800665"/>
                  <a:gd name="connsiteX1-33" fmla="*/ 1366596 w 1366596"/>
                  <a:gd name="connsiteY1-34" fmla="*/ 625807 h 800665"/>
                  <a:gd name="connsiteX2-35" fmla="*/ 892658 w 1366596"/>
                  <a:gd name="connsiteY2-36" fmla="*/ 800665 h 800665"/>
                  <a:gd name="connsiteX3-37" fmla="*/ 4601 w 1366596"/>
                  <a:gd name="connsiteY3-38" fmla="*/ 427942 h 800665"/>
                  <a:gd name="connsiteX4-39" fmla="*/ 0 w 1366596"/>
                  <a:gd name="connsiteY4-40" fmla="*/ 0 h 800665"/>
                  <a:gd name="connsiteX0-41" fmla="*/ 0 w 1366596"/>
                  <a:gd name="connsiteY0-42" fmla="*/ 0 h 809868"/>
                  <a:gd name="connsiteX1-43" fmla="*/ 1366596 w 1366596"/>
                  <a:gd name="connsiteY1-44" fmla="*/ 625807 h 809868"/>
                  <a:gd name="connsiteX2-45" fmla="*/ 865050 w 1366596"/>
                  <a:gd name="connsiteY2-46" fmla="*/ 809868 h 809868"/>
                  <a:gd name="connsiteX3-47" fmla="*/ 4601 w 1366596"/>
                  <a:gd name="connsiteY3-48" fmla="*/ 427942 h 809868"/>
                  <a:gd name="connsiteX4-49" fmla="*/ 0 w 1366596"/>
                  <a:gd name="connsiteY4-50" fmla="*/ 0 h 809868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6" name="Freeform 396"/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-1" fmla="*/ 1329786 w 1348191"/>
                  <a:gd name="connsiteY0-2" fmla="*/ 0 h 791462"/>
                  <a:gd name="connsiteX1-3" fmla="*/ 1348191 w 1348191"/>
                  <a:gd name="connsiteY1-4" fmla="*/ 381926 h 791462"/>
                  <a:gd name="connsiteX2-5" fmla="*/ 487742 w 1348191"/>
                  <a:gd name="connsiteY2-6" fmla="*/ 791462 h 791462"/>
                  <a:gd name="connsiteX3-7" fmla="*/ 0 w 1348191"/>
                  <a:gd name="connsiteY3-8" fmla="*/ 612002 h 791462"/>
                  <a:gd name="connsiteX4-9" fmla="*/ 1329786 w 1348191"/>
                  <a:gd name="connsiteY4-10" fmla="*/ 0 h 791462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737" name="Straight Connector 398"/>
              <p:cNvCxnSpPr>
                <a:endCxn id="709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8" name="Straight Connector 399"/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0" name="Group 347"/>
            <p:cNvGrpSpPr/>
            <p:nvPr/>
          </p:nvGrpSpPr>
          <p:grpSpPr bwMode="auto">
            <a:xfrm>
              <a:off x="5166757" y="5796647"/>
              <a:ext cx="588970" cy="242608"/>
              <a:chOff x="1871277" y="1576300"/>
              <a:chExt cx="1128371" cy="437861"/>
            </a:xfrm>
          </p:grpSpPr>
          <p:sp>
            <p:nvSpPr>
              <p:cNvPr id="514" name="Oval 401"/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6" name="Rectangle 406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7" name="Oval 411"/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8" name="Freeform 416"/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-1" fmla="*/ 1486231 w 2944854"/>
                  <a:gd name="connsiteY0-2" fmla="*/ 727041 h 1316375"/>
                  <a:gd name="connsiteX1-3" fmla="*/ 257675 w 2944854"/>
                  <a:gd name="connsiteY1-4" fmla="*/ 1302232 h 1316375"/>
                  <a:gd name="connsiteX2-5" fmla="*/ 0 w 2944854"/>
                  <a:gd name="connsiteY2-6" fmla="*/ 1228607 h 1316375"/>
                  <a:gd name="connsiteX3-7" fmla="*/ 911064 w 2944854"/>
                  <a:gd name="connsiteY3-8" fmla="*/ 837478 h 1316375"/>
                  <a:gd name="connsiteX4-9" fmla="*/ 883456 w 2944854"/>
                  <a:gd name="connsiteY4-10" fmla="*/ 450949 h 1316375"/>
                  <a:gd name="connsiteX5-11" fmla="*/ 161047 w 2944854"/>
                  <a:gd name="connsiteY5-12" fmla="*/ 119640 h 1316375"/>
                  <a:gd name="connsiteX6-13" fmla="*/ 404917 w 2944854"/>
                  <a:gd name="connsiteY6-14" fmla="*/ 50617 h 1316375"/>
                  <a:gd name="connsiteX7-15" fmla="*/ 1477028 w 2944854"/>
                  <a:gd name="connsiteY7-16" fmla="*/ 501566 h 1316375"/>
                  <a:gd name="connsiteX8-17" fmla="*/ 2572146 w 2944854"/>
                  <a:gd name="connsiteY8-18" fmla="*/ 0 h 1316375"/>
                  <a:gd name="connsiteX9-19" fmla="*/ 2875834 w 2944854"/>
                  <a:gd name="connsiteY9-20" fmla="*/ 96632 h 1316375"/>
                  <a:gd name="connsiteX10-21" fmla="*/ 2079803 w 2944854"/>
                  <a:gd name="connsiteY10-22" fmla="*/ 432543 h 1316375"/>
                  <a:gd name="connsiteX11-23" fmla="*/ 2240850 w 2944854"/>
                  <a:gd name="connsiteY11-24" fmla="*/ 920305 h 1316375"/>
                  <a:gd name="connsiteX12-25" fmla="*/ 2944854 w 2944854"/>
                  <a:gd name="connsiteY12-26" fmla="*/ 1228607 h 1316375"/>
                  <a:gd name="connsiteX13-27" fmla="*/ 2756623 w 2944854"/>
                  <a:gd name="connsiteY13-28" fmla="*/ 1316375 h 1316375"/>
                  <a:gd name="connsiteX14-29" fmla="*/ 1486231 w 2944854"/>
                  <a:gd name="connsiteY14-30" fmla="*/ 727041 h 1316375"/>
                  <a:gd name="connsiteX0-31" fmla="*/ 1486231 w 3024520"/>
                  <a:gd name="connsiteY0-32" fmla="*/ 727041 h 1316375"/>
                  <a:gd name="connsiteX1-33" fmla="*/ 257675 w 3024520"/>
                  <a:gd name="connsiteY1-34" fmla="*/ 1302232 h 1316375"/>
                  <a:gd name="connsiteX2-35" fmla="*/ 0 w 3024520"/>
                  <a:gd name="connsiteY2-36" fmla="*/ 1228607 h 1316375"/>
                  <a:gd name="connsiteX3-37" fmla="*/ 911064 w 3024520"/>
                  <a:gd name="connsiteY3-38" fmla="*/ 837478 h 1316375"/>
                  <a:gd name="connsiteX4-39" fmla="*/ 883456 w 3024520"/>
                  <a:gd name="connsiteY4-40" fmla="*/ 450949 h 1316375"/>
                  <a:gd name="connsiteX5-41" fmla="*/ 161047 w 3024520"/>
                  <a:gd name="connsiteY5-42" fmla="*/ 119640 h 1316375"/>
                  <a:gd name="connsiteX6-43" fmla="*/ 404917 w 3024520"/>
                  <a:gd name="connsiteY6-44" fmla="*/ 50617 h 1316375"/>
                  <a:gd name="connsiteX7-45" fmla="*/ 1477028 w 3024520"/>
                  <a:gd name="connsiteY7-46" fmla="*/ 501566 h 1316375"/>
                  <a:gd name="connsiteX8-47" fmla="*/ 2572146 w 3024520"/>
                  <a:gd name="connsiteY8-48" fmla="*/ 0 h 1316375"/>
                  <a:gd name="connsiteX9-49" fmla="*/ 2875834 w 3024520"/>
                  <a:gd name="connsiteY9-50" fmla="*/ 96632 h 1316375"/>
                  <a:gd name="connsiteX10-51" fmla="*/ 2079803 w 3024520"/>
                  <a:gd name="connsiteY10-52" fmla="*/ 432543 h 1316375"/>
                  <a:gd name="connsiteX11-53" fmla="*/ 2240850 w 3024520"/>
                  <a:gd name="connsiteY11-54" fmla="*/ 920305 h 1316375"/>
                  <a:gd name="connsiteX12-55" fmla="*/ 3024520 w 3024520"/>
                  <a:gd name="connsiteY12-56" fmla="*/ 1228607 h 1316375"/>
                  <a:gd name="connsiteX13-57" fmla="*/ 2756623 w 3024520"/>
                  <a:gd name="connsiteY13-58" fmla="*/ 1316375 h 1316375"/>
                  <a:gd name="connsiteX14-59" fmla="*/ 1486231 w 3024520"/>
                  <a:gd name="connsiteY14-60" fmla="*/ 727041 h 1316375"/>
                  <a:gd name="connsiteX0-61" fmla="*/ 1537780 w 3076069"/>
                  <a:gd name="connsiteY0-62" fmla="*/ 727041 h 1316375"/>
                  <a:gd name="connsiteX1-63" fmla="*/ 309224 w 3076069"/>
                  <a:gd name="connsiteY1-64" fmla="*/ 1302232 h 1316375"/>
                  <a:gd name="connsiteX2-65" fmla="*/ 0 w 3076069"/>
                  <a:gd name="connsiteY2-66" fmla="*/ 1228607 h 1316375"/>
                  <a:gd name="connsiteX3-67" fmla="*/ 962613 w 3076069"/>
                  <a:gd name="connsiteY3-68" fmla="*/ 837478 h 1316375"/>
                  <a:gd name="connsiteX4-69" fmla="*/ 935005 w 3076069"/>
                  <a:gd name="connsiteY4-70" fmla="*/ 450949 h 1316375"/>
                  <a:gd name="connsiteX5-71" fmla="*/ 212596 w 3076069"/>
                  <a:gd name="connsiteY5-72" fmla="*/ 119640 h 1316375"/>
                  <a:gd name="connsiteX6-73" fmla="*/ 456466 w 3076069"/>
                  <a:gd name="connsiteY6-74" fmla="*/ 50617 h 1316375"/>
                  <a:gd name="connsiteX7-75" fmla="*/ 1528577 w 3076069"/>
                  <a:gd name="connsiteY7-76" fmla="*/ 501566 h 1316375"/>
                  <a:gd name="connsiteX8-77" fmla="*/ 2623695 w 3076069"/>
                  <a:gd name="connsiteY8-78" fmla="*/ 0 h 1316375"/>
                  <a:gd name="connsiteX9-79" fmla="*/ 2927383 w 3076069"/>
                  <a:gd name="connsiteY9-80" fmla="*/ 96632 h 1316375"/>
                  <a:gd name="connsiteX10-81" fmla="*/ 2131352 w 3076069"/>
                  <a:gd name="connsiteY10-82" fmla="*/ 432543 h 1316375"/>
                  <a:gd name="connsiteX11-83" fmla="*/ 2292399 w 3076069"/>
                  <a:gd name="connsiteY11-84" fmla="*/ 920305 h 1316375"/>
                  <a:gd name="connsiteX12-85" fmla="*/ 3076069 w 3076069"/>
                  <a:gd name="connsiteY12-86" fmla="*/ 1228607 h 1316375"/>
                  <a:gd name="connsiteX13-87" fmla="*/ 2808172 w 3076069"/>
                  <a:gd name="connsiteY13-88" fmla="*/ 1316375 h 1316375"/>
                  <a:gd name="connsiteX14-89" fmla="*/ 1537780 w 3076069"/>
                  <a:gd name="connsiteY14-90" fmla="*/ 727041 h 1316375"/>
                  <a:gd name="connsiteX0-91" fmla="*/ 1537780 w 3076069"/>
                  <a:gd name="connsiteY0-92" fmla="*/ 727041 h 1321259"/>
                  <a:gd name="connsiteX1-93" fmla="*/ 313981 w 3076069"/>
                  <a:gd name="connsiteY1-94" fmla="*/ 1321259 h 1321259"/>
                  <a:gd name="connsiteX2-95" fmla="*/ 0 w 3076069"/>
                  <a:gd name="connsiteY2-96" fmla="*/ 1228607 h 1321259"/>
                  <a:gd name="connsiteX3-97" fmla="*/ 962613 w 3076069"/>
                  <a:gd name="connsiteY3-98" fmla="*/ 837478 h 1321259"/>
                  <a:gd name="connsiteX4-99" fmla="*/ 935005 w 3076069"/>
                  <a:gd name="connsiteY4-100" fmla="*/ 450949 h 1321259"/>
                  <a:gd name="connsiteX5-101" fmla="*/ 212596 w 3076069"/>
                  <a:gd name="connsiteY5-102" fmla="*/ 119640 h 1321259"/>
                  <a:gd name="connsiteX6-103" fmla="*/ 456466 w 3076069"/>
                  <a:gd name="connsiteY6-104" fmla="*/ 50617 h 1321259"/>
                  <a:gd name="connsiteX7-105" fmla="*/ 1528577 w 3076069"/>
                  <a:gd name="connsiteY7-106" fmla="*/ 501566 h 1321259"/>
                  <a:gd name="connsiteX8-107" fmla="*/ 2623695 w 3076069"/>
                  <a:gd name="connsiteY8-108" fmla="*/ 0 h 1321259"/>
                  <a:gd name="connsiteX9-109" fmla="*/ 2927383 w 3076069"/>
                  <a:gd name="connsiteY9-110" fmla="*/ 96632 h 1321259"/>
                  <a:gd name="connsiteX10-111" fmla="*/ 2131352 w 3076069"/>
                  <a:gd name="connsiteY10-112" fmla="*/ 432543 h 1321259"/>
                  <a:gd name="connsiteX11-113" fmla="*/ 2292399 w 3076069"/>
                  <a:gd name="connsiteY11-114" fmla="*/ 920305 h 1321259"/>
                  <a:gd name="connsiteX12-115" fmla="*/ 3076069 w 3076069"/>
                  <a:gd name="connsiteY12-116" fmla="*/ 1228607 h 1321259"/>
                  <a:gd name="connsiteX13-117" fmla="*/ 2808172 w 3076069"/>
                  <a:gd name="connsiteY13-118" fmla="*/ 1316375 h 1321259"/>
                  <a:gd name="connsiteX14-119" fmla="*/ 1537780 w 3076069"/>
                  <a:gd name="connsiteY14-120" fmla="*/ 727041 h 1321259"/>
                  <a:gd name="connsiteX0-121" fmla="*/ 1537780 w 3076069"/>
                  <a:gd name="connsiteY0-122" fmla="*/ 750825 h 1321259"/>
                  <a:gd name="connsiteX1-123" fmla="*/ 313981 w 3076069"/>
                  <a:gd name="connsiteY1-124" fmla="*/ 1321259 h 1321259"/>
                  <a:gd name="connsiteX2-125" fmla="*/ 0 w 3076069"/>
                  <a:gd name="connsiteY2-126" fmla="*/ 1228607 h 1321259"/>
                  <a:gd name="connsiteX3-127" fmla="*/ 962613 w 3076069"/>
                  <a:gd name="connsiteY3-128" fmla="*/ 837478 h 1321259"/>
                  <a:gd name="connsiteX4-129" fmla="*/ 935005 w 3076069"/>
                  <a:gd name="connsiteY4-130" fmla="*/ 450949 h 1321259"/>
                  <a:gd name="connsiteX5-131" fmla="*/ 212596 w 3076069"/>
                  <a:gd name="connsiteY5-132" fmla="*/ 119640 h 1321259"/>
                  <a:gd name="connsiteX6-133" fmla="*/ 456466 w 3076069"/>
                  <a:gd name="connsiteY6-134" fmla="*/ 50617 h 1321259"/>
                  <a:gd name="connsiteX7-135" fmla="*/ 1528577 w 3076069"/>
                  <a:gd name="connsiteY7-136" fmla="*/ 501566 h 1321259"/>
                  <a:gd name="connsiteX8-137" fmla="*/ 2623695 w 3076069"/>
                  <a:gd name="connsiteY8-138" fmla="*/ 0 h 1321259"/>
                  <a:gd name="connsiteX9-139" fmla="*/ 2927383 w 3076069"/>
                  <a:gd name="connsiteY9-140" fmla="*/ 96632 h 1321259"/>
                  <a:gd name="connsiteX10-141" fmla="*/ 2131352 w 3076069"/>
                  <a:gd name="connsiteY10-142" fmla="*/ 432543 h 1321259"/>
                  <a:gd name="connsiteX11-143" fmla="*/ 2292399 w 3076069"/>
                  <a:gd name="connsiteY11-144" fmla="*/ 920305 h 1321259"/>
                  <a:gd name="connsiteX12-145" fmla="*/ 3076069 w 3076069"/>
                  <a:gd name="connsiteY12-146" fmla="*/ 1228607 h 1321259"/>
                  <a:gd name="connsiteX13-147" fmla="*/ 2808172 w 3076069"/>
                  <a:gd name="connsiteY13-148" fmla="*/ 1316375 h 1321259"/>
                  <a:gd name="connsiteX14-149" fmla="*/ 1537780 w 3076069"/>
                  <a:gd name="connsiteY14-150" fmla="*/ 750825 h 132125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9" name="Freeform 421"/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-1" fmla="*/ 0 w 3640627"/>
                  <a:gd name="connsiteY0-2" fmla="*/ 242051 h 923747"/>
                  <a:gd name="connsiteX1-3" fmla="*/ 655168 w 3640627"/>
                  <a:gd name="connsiteY1-4" fmla="*/ 16495 h 923747"/>
                  <a:gd name="connsiteX2-5" fmla="*/ 1809765 w 3640627"/>
                  <a:gd name="connsiteY2-6" fmla="*/ 511360 h 923747"/>
                  <a:gd name="connsiteX3-7" fmla="*/ 2964363 w 3640627"/>
                  <a:gd name="connsiteY3-8" fmla="*/ 0 h 923747"/>
                  <a:gd name="connsiteX4-9" fmla="*/ 3640627 w 3640627"/>
                  <a:gd name="connsiteY4-10" fmla="*/ 197946 h 923747"/>
                  <a:gd name="connsiteX5-11" fmla="*/ 3195282 w 3640627"/>
                  <a:gd name="connsiteY5-12" fmla="*/ 461874 h 923747"/>
                  <a:gd name="connsiteX6-13" fmla="*/ 2980857 w 3640627"/>
                  <a:gd name="connsiteY6-14" fmla="*/ 379396 h 923747"/>
                  <a:gd name="connsiteX7-15" fmla="*/ 1826259 w 3640627"/>
                  <a:gd name="connsiteY7-16" fmla="*/ 923747 h 923747"/>
                  <a:gd name="connsiteX8-17" fmla="*/ 671662 w 3640627"/>
                  <a:gd name="connsiteY8-18" fmla="*/ 412387 h 923747"/>
                  <a:gd name="connsiteX9-19" fmla="*/ 523214 w 3640627"/>
                  <a:gd name="connsiteY9-20" fmla="*/ 478369 h 923747"/>
                  <a:gd name="connsiteX10-21" fmla="*/ 0 w 3640627"/>
                  <a:gd name="connsiteY10-22" fmla="*/ 242051 h 923747"/>
                  <a:gd name="connsiteX0-23" fmla="*/ 0 w 3640627"/>
                  <a:gd name="connsiteY0-24" fmla="*/ 242051 h 923747"/>
                  <a:gd name="connsiteX1-25" fmla="*/ 655168 w 3640627"/>
                  <a:gd name="connsiteY1-26" fmla="*/ 16495 h 923747"/>
                  <a:gd name="connsiteX2-27" fmla="*/ 1809765 w 3640627"/>
                  <a:gd name="connsiteY2-28" fmla="*/ 511360 h 923747"/>
                  <a:gd name="connsiteX3-29" fmla="*/ 2964363 w 3640627"/>
                  <a:gd name="connsiteY3-30" fmla="*/ 0 h 923747"/>
                  <a:gd name="connsiteX4-31" fmla="*/ 3640627 w 3640627"/>
                  <a:gd name="connsiteY4-32" fmla="*/ 197946 h 923747"/>
                  <a:gd name="connsiteX5-33" fmla="*/ 3195282 w 3640627"/>
                  <a:gd name="connsiteY5-34" fmla="*/ 461874 h 923747"/>
                  <a:gd name="connsiteX6-35" fmla="*/ 2980857 w 3640627"/>
                  <a:gd name="connsiteY6-36" fmla="*/ 379396 h 923747"/>
                  <a:gd name="connsiteX7-37" fmla="*/ 1826259 w 3640627"/>
                  <a:gd name="connsiteY7-38" fmla="*/ 923747 h 923747"/>
                  <a:gd name="connsiteX8-39" fmla="*/ 671662 w 3640627"/>
                  <a:gd name="connsiteY8-40" fmla="*/ 412387 h 923747"/>
                  <a:gd name="connsiteX9-41" fmla="*/ 523214 w 3640627"/>
                  <a:gd name="connsiteY9-42" fmla="*/ 482971 h 923747"/>
                  <a:gd name="connsiteX10-43" fmla="*/ 0 w 3640627"/>
                  <a:gd name="connsiteY10-44" fmla="*/ 242051 h 923747"/>
                  <a:gd name="connsiteX0-45" fmla="*/ 0 w 3640627"/>
                  <a:gd name="connsiteY0-46" fmla="*/ 242051 h 923747"/>
                  <a:gd name="connsiteX1-47" fmla="*/ 655168 w 3640627"/>
                  <a:gd name="connsiteY1-48" fmla="*/ 16495 h 923747"/>
                  <a:gd name="connsiteX2-49" fmla="*/ 1809765 w 3640627"/>
                  <a:gd name="connsiteY2-50" fmla="*/ 511360 h 923747"/>
                  <a:gd name="connsiteX3-51" fmla="*/ 2964363 w 3640627"/>
                  <a:gd name="connsiteY3-52" fmla="*/ 0 h 923747"/>
                  <a:gd name="connsiteX4-53" fmla="*/ 3640627 w 3640627"/>
                  <a:gd name="connsiteY4-54" fmla="*/ 197946 h 923747"/>
                  <a:gd name="connsiteX5-55" fmla="*/ 3195282 w 3640627"/>
                  <a:gd name="connsiteY5-56" fmla="*/ 461874 h 923747"/>
                  <a:gd name="connsiteX6-57" fmla="*/ 2980857 w 3640627"/>
                  <a:gd name="connsiteY6-58" fmla="*/ 379396 h 923747"/>
                  <a:gd name="connsiteX7-59" fmla="*/ 1826259 w 3640627"/>
                  <a:gd name="connsiteY7-60" fmla="*/ 923747 h 923747"/>
                  <a:gd name="connsiteX8-61" fmla="*/ 690067 w 3640627"/>
                  <a:gd name="connsiteY8-62" fmla="*/ 412387 h 923747"/>
                  <a:gd name="connsiteX9-63" fmla="*/ 523214 w 3640627"/>
                  <a:gd name="connsiteY9-64" fmla="*/ 482971 h 923747"/>
                  <a:gd name="connsiteX10-65" fmla="*/ 0 w 3640627"/>
                  <a:gd name="connsiteY10-66" fmla="*/ 242051 h 923747"/>
                  <a:gd name="connsiteX0-67" fmla="*/ 0 w 3640627"/>
                  <a:gd name="connsiteY0-68" fmla="*/ 242051 h 946755"/>
                  <a:gd name="connsiteX1-69" fmla="*/ 655168 w 3640627"/>
                  <a:gd name="connsiteY1-70" fmla="*/ 16495 h 946755"/>
                  <a:gd name="connsiteX2-71" fmla="*/ 1809765 w 3640627"/>
                  <a:gd name="connsiteY2-72" fmla="*/ 511360 h 946755"/>
                  <a:gd name="connsiteX3-73" fmla="*/ 2964363 w 3640627"/>
                  <a:gd name="connsiteY3-74" fmla="*/ 0 h 946755"/>
                  <a:gd name="connsiteX4-75" fmla="*/ 3640627 w 3640627"/>
                  <a:gd name="connsiteY4-76" fmla="*/ 197946 h 946755"/>
                  <a:gd name="connsiteX5-77" fmla="*/ 3195282 w 3640627"/>
                  <a:gd name="connsiteY5-78" fmla="*/ 461874 h 946755"/>
                  <a:gd name="connsiteX6-79" fmla="*/ 2980857 w 3640627"/>
                  <a:gd name="connsiteY6-80" fmla="*/ 379396 h 946755"/>
                  <a:gd name="connsiteX7-81" fmla="*/ 1876873 w 3640627"/>
                  <a:gd name="connsiteY7-82" fmla="*/ 946755 h 946755"/>
                  <a:gd name="connsiteX8-83" fmla="*/ 690067 w 3640627"/>
                  <a:gd name="connsiteY8-84" fmla="*/ 412387 h 946755"/>
                  <a:gd name="connsiteX9-85" fmla="*/ 523214 w 3640627"/>
                  <a:gd name="connsiteY9-86" fmla="*/ 482971 h 946755"/>
                  <a:gd name="connsiteX10-87" fmla="*/ 0 w 3640627"/>
                  <a:gd name="connsiteY10-88" fmla="*/ 242051 h 946755"/>
                  <a:gd name="connsiteX0-89" fmla="*/ 0 w 3640627"/>
                  <a:gd name="connsiteY0-90" fmla="*/ 242051 h 946755"/>
                  <a:gd name="connsiteX1-91" fmla="*/ 655168 w 3640627"/>
                  <a:gd name="connsiteY1-92" fmla="*/ 16495 h 946755"/>
                  <a:gd name="connsiteX2-93" fmla="*/ 1855778 w 3640627"/>
                  <a:gd name="connsiteY2-94" fmla="*/ 534367 h 946755"/>
                  <a:gd name="connsiteX3-95" fmla="*/ 2964363 w 3640627"/>
                  <a:gd name="connsiteY3-96" fmla="*/ 0 h 946755"/>
                  <a:gd name="connsiteX4-97" fmla="*/ 3640627 w 3640627"/>
                  <a:gd name="connsiteY4-98" fmla="*/ 197946 h 946755"/>
                  <a:gd name="connsiteX5-99" fmla="*/ 3195282 w 3640627"/>
                  <a:gd name="connsiteY5-100" fmla="*/ 461874 h 946755"/>
                  <a:gd name="connsiteX6-101" fmla="*/ 2980857 w 3640627"/>
                  <a:gd name="connsiteY6-102" fmla="*/ 379396 h 946755"/>
                  <a:gd name="connsiteX7-103" fmla="*/ 1876873 w 3640627"/>
                  <a:gd name="connsiteY7-104" fmla="*/ 946755 h 946755"/>
                  <a:gd name="connsiteX8-105" fmla="*/ 690067 w 3640627"/>
                  <a:gd name="connsiteY8-106" fmla="*/ 412387 h 946755"/>
                  <a:gd name="connsiteX9-107" fmla="*/ 523214 w 3640627"/>
                  <a:gd name="connsiteY9-108" fmla="*/ 482971 h 946755"/>
                  <a:gd name="connsiteX10-109" fmla="*/ 0 w 3640627"/>
                  <a:gd name="connsiteY10-110" fmla="*/ 242051 h 946755"/>
                  <a:gd name="connsiteX0-111" fmla="*/ 0 w 3640627"/>
                  <a:gd name="connsiteY0-112" fmla="*/ 242051 h 946755"/>
                  <a:gd name="connsiteX1-113" fmla="*/ 655168 w 3640627"/>
                  <a:gd name="connsiteY1-114" fmla="*/ 16495 h 946755"/>
                  <a:gd name="connsiteX2-115" fmla="*/ 1855778 w 3640627"/>
                  <a:gd name="connsiteY2-116" fmla="*/ 534367 h 946755"/>
                  <a:gd name="connsiteX3-117" fmla="*/ 2964363 w 3640627"/>
                  <a:gd name="connsiteY3-118" fmla="*/ 0 h 946755"/>
                  <a:gd name="connsiteX4-119" fmla="*/ 3640627 w 3640627"/>
                  <a:gd name="connsiteY4-120" fmla="*/ 197946 h 946755"/>
                  <a:gd name="connsiteX5-121" fmla="*/ 3195282 w 3640627"/>
                  <a:gd name="connsiteY5-122" fmla="*/ 461874 h 946755"/>
                  <a:gd name="connsiteX6-123" fmla="*/ 3008465 w 3640627"/>
                  <a:gd name="connsiteY6-124" fmla="*/ 402404 h 946755"/>
                  <a:gd name="connsiteX7-125" fmla="*/ 1876873 w 3640627"/>
                  <a:gd name="connsiteY7-126" fmla="*/ 946755 h 946755"/>
                  <a:gd name="connsiteX8-127" fmla="*/ 690067 w 3640627"/>
                  <a:gd name="connsiteY8-128" fmla="*/ 412387 h 946755"/>
                  <a:gd name="connsiteX9-129" fmla="*/ 523214 w 3640627"/>
                  <a:gd name="connsiteY9-130" fmla="*/ 482971 h 946755"/>
                  <a:gd name="connsiteX10-131" fmla="*/ 0 w 3640627"/>
                  <a:gd name="connsiteY10-132" fmla="*/ 242051 h 946755"/>
                  <a:gd name="connsiteX0-133" fmla="*/ 0 w 3723451"/>
                  <a:gd name="connsiteY0-134" fmla="*/ 242051 h 946755"/>
                  <a:gd name="connsiteX1-135" fmla="*/ 655168 w 3723451"/>
                  <a:gd name="connsiteY1-136" fmla="*/ 16495 h 946755"/>
                  <a:gd name="connsiteX2-137" fmla="*/ 1855778 w 3723451"/>
                  <a:gd name="connsiteY2-138" fmla="*/ 534367 h 946755"/>
                  <a:gd name="connsiteX3-139" fmla="*/ 2964363 w 3723451"/>
                  <a:gd name="connsiteY3-140" fmla="*/ 0 h 946755"/>
                  <a:gd name="connsiteX4-141" fmla="*/ 3723451 w 3723451"/>
                  <a:gd name="connsiteY4-142" fmla="*/ 220954 h 946755"/>
                  <a:gd name="connsiteX5-143" fmla="*/ 3195282 w 3723451"/>
                  <a:gd name="connsiteY5-144" fmla="*/ 461874 h 946755"/>
                  <a:gd name="connsiteX6-145" fmla="*/ 3008465 w 3723451"/>
                  <a:gd name="connsiteY6-146" fmla="*/ 402404 h 946755"/>
                  <a:gd name="connsiteX7-147" fmla="*/ 1876873 w 3723451"/>
                  <a:gd name="connsiteY7-148" fmla="*/ 946755 h 946755"/>
                  <a:gd name="connsiteX8-149" fmla="*/ 690067 w 3723451"/>
                  <a:gd name="connsiteY8-150" fmla="*/ 412387 h 946755"/>
                  <a:gd name="connsiteX9-151" fmla="*/ 523214 w 3723451"/>
                  <a:gd name="connsiteY9-152" fmla="*/ 482971 h 946755"/>
                  <a:gd name="connsiteX10-153" fmla="*/ 0 w 3723451"/>
                  <a:gd name="connsiteY10-154" fmla="*/ 242051 h 946755"/>
                  <a:gd name="connsiteX0-155" fmla="*/ 0 w 3723451"/>
                  <a:gd name="connsiteY0-156" fmla="*/ 228246 h 932950"/>
                  <a:gd name="connsiteX1-157" fmla="*/ 655168 w 3723451"/>
                  <a:gd name="connsiteY1-158" fmla="*/ 2690 h 932950"/>
                  <a:gd name="connsiteX2-159" fmla="*/ 1855778 w 3723451"/>
                  <a:gd name="connsiteY2-160" fmla="*/ 520562 h 932950"/>
                  <a:gd name="connsiteX3-161" fmla="*/ 3001174 w 3723451"/>
                  <a:gd name="connsiteY3-162" fmla="*/ 0 h 932950"/>
                  <a:gd name="connsiteX4-163" fmla="*/ 3723451 w 3723451"/>
                  <a:gd name="connsiteY4-164" fmla="*/ 207149 h 932950"/>
                  <a:gd name="connsiteX5-165" fmla="*/ 3195282 w 3723451"/>
                  <a:gd name="connsiteY5-166" fmla="*/ 448069 h 932950"/>
                  <a:gd name="connsiteX6-167" fmla="*/ 3008465 w 3723451"/>
                  <a:gd name="connsiteY6-168" fmla="*/ 388599 h 932950"/>
                  <a:gd name="connsiteX7-169" fmla="*/ 1876873 w 3723451"/>
                  <a:gd name="connsiteY7-170" fmla="*/ 932950 h 932950"/>
                  <a:gd name="connsiteX8-171" fmla="*/ 690067 w 3723451"/>
                  <a:gd name="connsiteY8-172" fmla="*/ 398582 h 932950"/>
                  <a:gd name="connsiteX9-173" fmla="*/ 523214 w 3723451"/>
                  <a:gd name="connsiteY9-174" fmla="*/ 469166 h 932950"/>
                  <a:gd name="connsiteX10-175" fmla="*/ 0 w 3723451"/>
                  <a:gd name="connsiteY10-176" fmla="*/ 228246 h 932950"/>
                  <a:gd name="connsiteX0-177" fmla="*/ 0 w 3723451"/>
                  <a:gd name="connsiteY0-178" fmla="*/ 228246 h 932950"/>
                  <a:gd name="connsiteX1-179" fmla="*/ 655168 w 3723451"/>
                  <a:gd name="connsiteY1-180" fmla="*/ 2690 h 932950"/>
                  <a:gd name="connsiteX2-181" fmla="*/ 1855778 w 3723451"/>
                  <a:gd name="connsiteY2-182" fmla="*/ 520562 h 932950"/>
                  <a:gd name="connsiteX3-183" fmla="*/ 3001174 w 3723451"/>
                  <a:gd name="connsiteY3-184" fmla="*/ 0 h 932950"/>
                  <a:gd name="connsiteX4-185" fmla="*/ 3723451 w 3723451"/>
                  <a:gd name="connsiteY4-186" fmla="*/ 207149 h 932950"/>
                  <a:gd name="connsiteX5-187" fmla="*/ 3195282 w 3723451"/>
                  <a:gd name="connsiteY5-188" fmla="*/ 448069 h 932950"/>
                  <a:gd name="connsiteX6-189" fmla="*/ 3013067 w 3723451"/>
                  <a:gd name="connsiteY6-190" fmla="*/ 393200 h 932950"/>
                  <a:gd name="connsiteX7-191" fmla="*/ 1876873 w 3723451"/>
                  <a:gd name="connsiteY7-192" fmla="*/ 932950 h 932950"/>
                  <a:gd name="connsiteX8-193" fmla="*/ 690067 w 3723451"/>
                  <a:gd name="connsiteY8-194" fmla="*/ 398582 h 932950"/>
                  <a:gd name="connsiteX9-195" fmla="*/ 523214 w 3723451"/>
                  <a:gd name="connsiteY9-196" fmla="*/ 469166 h 932950"/>
                  <a:gd name="connsiteX10-197" fmla="*/ 0 w 3723451"/>
                  <a:gd name="connsiteY10-198" fmla="*/ 228246 h 932950"/>
                  <a:gd name="connsiteX0-199" fmla="*/ 0 w 3723451"/>
                  <a:gd name="connsiteY0-200" fmla="*/ 228246 h 932950"/>
                  <a:gd name="connsiteX1-201" fmla="*/ 655168 w 3723451"/>
                  <a:gd name="connsiteY1-202" fmla="*/ 2690 h 932950"/>
                  <a:gd name="connsiteX2-203" fmla="*/ 1855778 w 3723451"/>
                  <a:gd name="connsiteY2-204" fmla="*/ 520562 h 932950"/>
                  <a:gd name="connsiteX3-205" fmla="*/ 3001174 w 3723451"/>
                  <a:gd name="connsiteY3-206" fmla="*/ 0 h 932950"/>
                  <a:gd name="connsiteX4-207" fmla="*/ 3723451 w 3723451"/>
                  <a:gd name="connsiteY4-208" fmla="*/ 207149 h 932950"/>
                  <a:gd name="connsiteX5-209" fmla="*/ 3186079 w 3723451"/>
                  <a:gd name="connsiteY5-210" fmla="*/ 461874 h 932950"/>
                  <a:gd name="connsiteX6-211" fmla="*/ 3013067 w 3723451"/>
                  <a:gd name="connsiteY6-212" fmla="*/ 393200 h 932950"/>
                  <a:gd name="connsiteX7-213" fmla="*/ 1876873 w 3723451"/>
                  <a:gd name="connsiteY7-214" fmla="*/ 932950 h 932950"/>
                  <a:gd name="connsiteX8-215" fmla="*/ 690067 w 3723451"/>
                  <a:gd name="connsiteY8-216" fmla="*/ 398582 h 932950"/>
                  <a:gd name="connsiteX9-217" fmla="*/ 523214 w 3723451"/>
                  <a:gd name="connsiteY9-218" fmla="*/ 469166 h 932950"/>
                  <a:gd name="connsiteX10-219" fmla="*/ 0 w 3723451"/>
                  <a:gd name="connsiteY10-220" fmla="*/ 228246 h 932950"/>
                  <a:gd name="connsiteX0-221" fmla="*/ 0 w 3723451"/>
                  <a:gd name="connsiteY0-222" fmla="*/ 228246 h 932950"/>
                  <a:gd name="connsiteX1-223" fmla="*/ 655168 w 3723451"/>
                  <a:gd name="connsiteY1-224" fmla="*/ 2690 h 932950"/>
                  <a:gd name="connsiteX2-225" fmla="*/ 1855778 w 3723451"/>
                  <a:gd name="connsiteY2-226" fmla="*/ 520562 h 932950"/>
                  <a:gd name="connsiteX3-227" fmla="*/ 3001174 w 3723451"/>
                  <a:gd name="connsiteY3-228" fmla="*/ 0 h 932950"/>
                  <a:gd name="connsiteX4-229" fmla="*/ 3723451 w 3723451"/>
                  <a:gd name="connsiteY4-230" fmla="*/ 207149 h 932950"/>
                  <a:gd name="connsiteX5-231" fmla="*/ 3186079 w 3723451"/>
                  <a:gd name="connsiteY5-232" fmla="*/ 461874 h 932950"/>
                  <a:gd name="connsiteX6-233" fmla="*/ 3013067 w 3723451"/>
                  <a:gd name="connsiteY6-234" fmla="*/ 393200 h 932950"/>
                  <a:gd name="connsiteX7-235" fmla="*/ 1876873 w 3723451"/>
                  <a:gd name="connsiteY7-236" fmla="*/ 932950 h 932950"/>
                  <a:gd name="connsiteX8-237" fmla="*/ 711613 w 3723451"/>
                  <a:gd name="connsiteY8-238" fmla="*/ 413055 h 932950"/>
                  <a:gd name="connsiteX9-239" fmla="*/ 523214 w 3723451"/>
                  <a:gd name="connsiteY9-240" fmla="*/ 469166 h 932950"/>
                  <a:gd name="connsiteX10-241" fmla="*/ 0 w 3723451"/>
                  <a:gd name="connsiteY10-242" fmla="*/ 228246 h 93295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0" name="Freeform 426"/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-1" fmla="*/ 4602 w 1371198"/>
                  <a:gd name="connsiteY0-2" fmla="*/ 0 h 800665"/>
                  <a:gd name="connsiteX1-3" fmla="*/ 1371198 w 1371198"/>
                  <a:gd name="connsiteY1-4" fmla="*/ 625807 h 800665"/>
                  <a:gd name="connsiteX2-5" fmla="*/ 897260 w 1371198"/>
                  <a:gd name="connsiteY2-6" fmla="*/ 800665 h 800665"/>
                  <a:gd name="connsiteX3-7" fmla="*/ 0 w 1371198"/>
                  <a:gd name="connsiteY3-8" fmla="*/ 404934 h 800665"/>
                  <a:gd name="connsiteX4-9" fmla="*/ 4602 w 1371198"/>
                  <a:gd name="connsiteY4-10" fmla="*/ 0 h 800665"/>
                  <a:gd name="connsiteX0-11" fmla="*/ 0 w 1366596"/>
                  <a:gd name="connsiteY0-12" fmla="*/ 0 h 800665"/>
                  <a:gd name="connsiteX1-13" fmla="*/ 1366596 w 1366596"/>
                  <a:gd name="connsiteY1-14" fmla="*/ 625807 h 800665"/>
                  <a:gd name="connsiteX2-15" fmla="*/ 892658 w 1366596"/>
                  <a:gd name="connsiteY2-16" fmla="*/ 800665 h 800665"/>
                  <a:gd name="connsiteX3-17" fmla="*/ 4601 w 1366596"/>
                  <a:gd name="connsiteY3-18" fmla="*/ 427942 h 800665"/>
                  <a:gd name="connsiteX4-19" fmla="*/ 0 w 1366596"/>
                  <a:gd name="connsiteY4-20" fmla="*/ 0 h 800665"/>
                  <a:gd name="connsiteX0-21" fmla="*/ 0 w 1366596"/>
                  <a:gd name="connsiteY0-22" fmla="*/ 0 h 800665"/>
                  <a:gd name="connsiteX1-23" fmla="*/ 1366596 w 1366596"/>
                  <a:gd name="connsiteY1-24" fmla="*/ 625807 h 800665"/>
                  <a:gd name="connsiteX2-25" fmla="*/ 892658 w 1366596"/>
                  <a:gd name="connsiteY2-26" fmla="*/ 800665 h 800665"/>
                  <a:gd name="connsiteX3-27" fmla="*/ 4601 w 1366596"/>
                  <a:gd name="connsiteY3-28" fmla="*/ 427942 h 800665"/>
                  <a:gd name="connsiteX4-29" fmla="*/ 0 w 1366596"/>
                  <a:gd name="connsiteY4-30" fmla="*/ 0 h 800665"/>
                  <a:gd name="connsiteX0-31" fmla="*/ 0 w 1366596"/>
                  <a:gd name="connsiteY0-32" fmla="*/ 0 h 800665"/>
                  <a:gd name="connsiteX1-33" fmla="*/ 1366596 w 1366596"/>
                  <a:gd name="connsiteY1-34" fmla="*/ 625807 h 800665"/>
                  <a:gd name="connsiteX2-35" fmla="*/ 892658 w 1366596"/>
                  <a:gd name="connsiteY2-36" fmla="*/ 800665 h 800665"/>
                  <a:gd name="connsiteX3-37" fmla="*/ 4601 w 1366596"/>
                  <a:gd name="connsiteY3-38" fmla="*/ 427942 h 800665"/>
                  <a:gd name="connsiteX4-39" fmla="*/ 0 w 1366596"/>
                  <a:gd name="connsiteY4-40" fmla="*/ 0 h 800665"/>
                  <a:gd name="connsiteX0-41" fmla="*/ 0 w 1366596"/>
                  <a:gd name="connsiteY0-42" fmla="*/ 0 h 809868"/>
                  <a:gd name="connsiteX1-43" fmla="*/ 1366596 w 1366596"/>
                  <a:gd name="connsiteY1-44" fmla="*/ 625807 h 809868"/>
                  <a:gd name="connsiteX2-45" fmla="*/ 865050 w 1366596"/>
                  <a:gd name="connsiteY2-46" fmla="*/ 809868 h 809868"/>
                  <a:gd name="connsiteX3-47" fmla="*/ 4601 w 1366596"/>
                  <a:gd name="connsiteY3-48" fmla="*/ 427942 h 809868"/>
                  <a:gd name="connsiteX4-49" fmla="*/ 0 w 1366596"/>
                  <a:gd name="connsiteY4-50" fmla="*/ 0 h 809868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1" name="Freeform 427"/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-1" fmla="*/ 1329786 w 1348191"/>
                  <a:gd name="connsiteY0-2" fmla="*/ 0 h 791462"/>
                  <a:gd name="connsiteX1-3" fmla="*/ 1348191 w 1348191"/>
                  <a:gd name="connsiteY1-4" fmla="*/ 381926 h 791462"/>
                  <a:gd name="connsiteX2-5" fmla="*/ 487742 w 1348191"/>
                  <a:gd name="connsiteY2-6" fmla="*/ 791462 h 791462"/>
                  <a:gd name="connsiteX3-7" fmla="*/ 0 w 1348191"/>
                  <a:gd name="connsiteY3-8" fmla="*/ 612002 h 791462"/>
                  <a:gd name="connsiteX4-9" fmla="*/ 1329786 w 1348191"/>
                  <a:gd name="connsiteY4-10" fmla="*/ 0 h 791462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522" name="Straight Connector 428"/>
              <p:cNvCxnSpPr>
                <a:endCxn id="517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3" name="Straight Connector 429"/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1" name="Group 347"/>
            <p:cNvGrpSpPr/>
            <p:nvPr/>
          </p:nvGrpSpPr>
          <p:grpSpPr bwMode="auto">
            <a:xfrm>
              <a:off x="3704088" y="5889227"/>
              <a:ext cx="588970" cy="242608"/>
              <a:chOff x="1871277" y="1576300"/>
              <a:chExt cx="1128371" cy="437861"/>
            </a:xfrm>
          </p:grpSpPr>
          <p:sp>
            <p:nvSpPr>
              <p:cNvPr id="505" name="Oval 431"/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6" name="Rectangle 432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7" name="Oval 433"/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8" name="Freeform 434"/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-1" fmla="*/ 1486231 w 2944854"/>
                  <a:gd name="connsiteY0-2" fmla="*/ 727041 h 1316375"/>
                  <a:gd name="connsiteX1-3" fmla="*/ 257675 w 2944854"/>
                  <a:gd name="connsiteY1-4" fmla="*/ 1302232 h 1316375"/>
                  <a:gd name="connsiteX2-5" fmla="*/ 0 w 2944854"/>
                  <a:gd name="connsiteY2-6" fmla="*/ 1228607 h 1316375"/>
                  <a:gd name="connsiteX3-7" fmla="*/ 911064 w 2944854"/>
                  <a:gd name="connsiteY3-8" fmla="*/ 837478 h 1316375"/>
                  <a:gd name="connsiteX4-9" fmla="*/ 883456 w 2944854"/>
                  <a:gd name="connsiteY4-10" fmla="*/ 450949 h 1316375"/>
                  <a:gd name="connsiteX5-11" fmla="*/ 161047 w 2944854"/>
                  <a:gd name="connsiteY5-12" fmla="*/ 119640 h 1316375"/>
                  <a:gd name="connsiteX6-13" fmla="*/ 404917 w 2944854"/>
                  <a:gd name="connsiteY6-14" fmla="*/ 50617 h 1316375"/>
                  <a:gd name="connsiteX7-15" fmla="*/ 1477028 w 2944854"/>
                  <a:gd name="connsiteY7-16" fmla="*/ 501566 h 1316375"/>
                  <a:gd name="connsiteX8-17" fmla="*/ 2572146 w 2944854"/>
                  <a:gd name="connsiteY8-18" fmla="*/ 0 h 1316375"/>
                  <a:gd name="connsiteX9-19" fmla="*/ 2875834 w 2944854"/>
                  <a:gd name="connsiteY9-20" fmla="*/ 96632 h 1316375"/>
                  <a:gd name="connsiteX10-21" fmla="*/ 2079803 w 2944854"/>
                  <a:gd name="connsiteY10-22" fmla="*/ 432543 h 1316375"/>
                  <a:gd name="connsiteX11-23" fmla="*/ 2240850 w 2944854"/>
                  <a:gd name="connsiteY11-24" fmla="*/ 920305 h 1316375"/>
                  <a:gd name="connsiteX12-25" fmla="*/ 2944854 w 2944854"/>
                  <a:gd name="connsiteY12-26" fmla="*/ 1228607 h 1316375"/>
                  <a:gd name="connsiteX13-27" fmla="*/ 2756623 w 2944854"/>
                  <a:gd name="connsiteY13-28" fmla="*/ 1316375 h 1316375"/>
                  <a:gd name="connsiteX14-29" fmla="*/ 1486231 w 2944854"/>
                  <a:gd name="connsiteY14-30" fmla="*/ 727041 h 1316375"/>
                  <a:gd name="connsiteX0-31" fmla="*/ 1486231 w 3024520"/>
                  <a:gd name="connsiteY0-32" fmla="*/ 727041 h 1316375"/>
                  <a:gd name="connsiteX1-33" fmla="*/ 257675 w 3024520"/>
                  <a:gd name="connsiteY1-34" fmla="*/ 1302232 h 1316375"/>
                  <a:gd name="connsiteX2-35" fmla="*/ 0 w 3024520"/>
                  <a:gd name="connsiteY2-36" fmla="*/ 1228607 h 1316375"/>
                  <a:gd name="connsiteX3-37" fmla="*/ 911064 w 3024520"/>
                  <a:gd name="connsiteY3-38" fmla="*/ 837478 h 1316375"/>
                  <a:gd name="connsiteX4-39" fmla="*/ 883456 w 3024520"/>
                  <a:gd name="connsiteY4-40" fmla="*/ 450949 h 1316375"/>
                  <a:gd name="connsiteX5-41" fmla="*/ 161047 w 3024520"/>
                  <a:gd name="connsiteY5-42" fmla="*/ 119640 h 1316375"/>
                  <a:gd name="connsiteX6-43" fmla="*/ 404917 w 3024520"/>
                  <a:gd name="connsiteY6-44" fmla="*/ 50617 h 1316375"/>
                  <a:gd name="connsiteX7-45" fmla="*/ 1477028 w 3024520"/>
                  <a:gd name="connsiteY7-46" fmla="*/ 501566 h 1316375"/>
                  <a:gd name="connsiteX8-47" fmla="*/ 2572146 w 3024520"/>
                  <a:gd name="connsiteY8-48" fmla="*/ 0 h 1316375"/>
                  <a:gd name="connsiteX9-49" fmla="*/ 2875834 w 3024520"/>
                  <a:gd name="connsiteY9-50" fmla="*/ 96632 h 1316375"/>
                  <a:gd name="connsiteX10-51" fmla="*/ 2079803 w 3024520"/>
                  <a:gd name="connsiteY10-52" fmla="*/ 432543 h 1316375"/>
                  <a:gd name="connsiteX11-53" fmla="*/ 2240850 w 3024520"/>
                  <a:gd name="connsiteY11-54" fmla="*/ 920305 h 1316375"/>
                  <a:gd name="connsiteX12-55" fmla="*/ 3024520 w 3024520"/>
                  <a:gd name="connsiteY12-56" fmla="*/ 1228607 h 1316375"/>
                  <a:gd name="connsiteX13-57" fmla="*/ 2756623 w 3024520"/>
                  <a:gd name="connsiteY13-58" fmla="*/ 1316375 h 1316375"/>
                  <a:gd name="connsiteX14-59" fmla="*/ 1486231 w 3024520"/>
                  <a:gd name="connsiteY14-60" fmla="*/ 727041 h 1316375"/>
                  <a:gd name="connsiteX0-61" fmla="*/ 1537780 w 3076069"/>
                  <a:gd name="connsiteY0-62" fmla="*/ 727041 h 1316375"/>
                  <a:gd name="connsiteX1-63" fmla="*/ 309224 w 3076069"/>
                  <a:gd name="connsiteY1-64" fmla="*/ 1302232 h 1316375"/>
                  <a:gd name="connsiteX2-65" fmla="*/ 0 w 3076069"/>
                  <a:gd name="connsiteY2-66" fmla="*/ 1228607 h 1316375"/>
                  <a:gd name="connsiteX3-67" fmla="*/ 962613 w 3076069"/>
                  <a:gd name="connsiteY3-68" fmla="*/ 837478 h 1316375"/>
                  <a:gd name="connsiteX4-69" fmla="*/ 935005 w 3076069"/>
                  <a:gd name="connsiteY4-70" fmla="*/ 450949 h 1316375"/>
                  <a:gd name="connsiteX5-71" fmla="*/ 212596 w 3076069"/>
                  <a:gd name="connsiteY5-72" fmla="*/ 119640 h 1316375"/>
                  <a:gd name="connsiteX6-73" fmla="*/ 456466 w 3076069"/>
                  <a:gd name="connsiteY6-74" fmla="*/ 50617 h 1316375"/>
                  <a:gd name="connsiteX7-75" fmla="*/ 1528577 w 3076069"/>
                  <a:gd name="connsiteY7-76" fmla="*/ 501566 h 1316375"/>
                  <a:gd name="connsiteX8-77" fmla="*/ 2623695 w 3076069"/>
                  <a:gd name="connsiteY8-78" fmla="*/ 0 h 1316375"/>
                  <a:gd name="connsiteX9-79" fmla="*/ 2927383 w 3076069"/>
                  <a:gd name="connsiteY9-80" fmla="*/ 96632 h 1316375"/>
                  <a:gd name="connsiteX10-81" fmla="*/ 2131352 w 3076069"/>
                  <a:gd name="connsiteY10-82" fmla="*/ 432543 h 1316375"/>
                  <a:gd name="connsiteX11-83" fmla="*/ 2292399 w 3076069"/>
                  <a:gd name="connsiteY11-84" fmla="*/ 920305 h 1316375"/>
                  <a:gd name="connsiteX12-85" fmla="*/ 3076069 w 3076069"/>
                  <a:gd name="connsiteY12-86" fmla="*/ 1228607 h 1316375"/>
                  <a:gd name="connsiteX13-87" fmla="*/ 2808172 w 3076069"/>
                  <a:gd name="connsiteY13-88" fmla="*/ 1316375 h 1316375"/>
                  <a:gd name="connsiteX14-89" fmla="*/ 1537780 w 3076069"/>
                  <a:gd name="connsiteY14-90" fmla="*/ 727041 h 1316375"/>
                  <a:gd name="connsiteX0-91" fmla="*/ 1537780 w 3076069"/>
                  <a:gd name="connsiteY0-92" fmla="*/ 727041 h 1321259"/>
                  <a:gd name="connsiteX1-93" fmla="*/ 313981 w 3076069"/>
                  <a:gd name="connsiteY1-94" fmla="*/ 1321259 h 1321259"/>
                  <a:gd name="connsiteX2-95" fmla="*/ 0 w 3076069"/>
                  <a:gd name="connsiteY2-96" fmla="*/ 1228607 h 1321259"/>
                  <a:gd name="connsiteX3-97" fmla="*/ 962613 w 3076069"/>
                  <a:gd name="connsiteY3-98" fmla="*/ 837478 h 1321259"/>
                  <a:gd name="connsiteX4-99" fmla="*/ 935005 w 3076069"/>
                  <a:gd name="connsiteY4-100" fmla="*/ 450949 h 1321259"/>
                  <a:gd name="connsiteX5-101" fmla="*/ 212596 w 3076069"/>
                  <a:gd name="connsiteY5-102" fmla="*/ 119640 h 1321259"/>
                  <a:gd name="connsiteX6-103" fmla="*/ 456466 w 3076069"/>
                  <a:gd name="connsiteY6-104" fmla="*/ 50617 h 1321259"/>
                  <a:gd name="connsiteX7-105" fmla="*/ 1528577 w 3076069"/>
                  <a:gd name="connsiteY7-106" fmla="*/ 501566 h 1321259"/>
                  <a:gd name="connsiteX8-107" fmla="*/ 2623695 w 3076069"/>
                  <a:gd name="connsiteY8-108" fmla="*/ 0 h 1321259"/>
                  <a:gd name="connsiteX9-109" fmla="*/ 2927383 w 3076069"/>
                  <a:gd name="connsiteY9-110" fmla="*/ 96632 h 1321259"/>
                  <a:gd name="connsiteX10-111" fmla="*/ 2131352 w 3076069"/>
                  <a:gd name="connsiteY10-112" fmla="*/ 432543 h 1321259"/>
                  <a:gd name="connsiteX11-113" fmla="*/ 2292399 w 3076069"/>
                  <a:gd name="connsiteY11-114" fmla="*/ 920305 h 1321259"/>
                  <a:gd name="connsiteX12-115" fmla="*/ 3076069 w 3076069"/>
                  <a:gd name="connsiteY12-116" fmla="*/ 1228607 h 1321259"/>
                  <a:gd name="connsiteX13-117" fmla="*/ 2808172 w 3076069"/>
                  <a:gd name="connsiteY13-118" fmla="*/ 1316375 h 1321259"/>
                  <a:gd name="connsiteX14-119" fmla="*/ 1537780 w 3076069"/>
                  <a:gd name="connsiteY14-120" fmla="*/ 727041 h 1321259"/>
                  <a:gd name="connsiteX0-121" fmla="*/ 1537780 w 3076069"/>
                  <a:gd name="connsiteY0-122" fmla="*/ 750825 h 1321259"/>
                  <a:gd name="connsiteX1-123" fmla="*/ 313981 w 3076069"/>
                  <a:gd name="connsiteY1-124" fmla="*/ 1321259 h 1321259"/>
                  <a:gd name="connsiteX2-125" fmla="*/ 0 w 3076069"/>
                  <a:gd name="connsiteY2-126" fmla="*/ 1228607 h 1321259"/>
                  <a:gd name="connsiteX3-127" fmla="*/ 962613 w 3076069"/>
                  <a:gd name="connsiteY3-128" fmla="*/ 837478 h 1321259"/>
                  <a:gd name="connsiteX4-129" fmla="*/ 935005 w 3076069"/>
                  <a:gd name="connsiteY4-130" fmla="*/ 450949 h 1321259"/>
                  <a:gd name="connsiteX5-131" fmla="*/ 212596 w 3076069"/>
                  <a:gd name="connsiteY5-132" fmla="*/ 119640 h 1321259"/>
                  <a:gd name="connsiteX6-133" fmla="*/ 456466 w 3076069"/>
                  <a:gd name="connsiteY6-134" fmla="*/ 50617 h 1321259"/>
                  <a:gd name="connsiteX7-135" fmla="*/ 1528577 w 3076069"/>
                  <a:gd name="connsiteY7-136" fmla="*/ 501566 h 1321259"/>
                  <a:gd name="connsiteX8-137" fmla="*/ 2623695 w 3076069"/>
                  <a:gd name="connsiteY8-138" fmla="*/ 0 h 1321259"/>
                  <a:gd name="connsiteX9-139" fmla="*/ 2927383 w 3076069"/>
                  <a:gd name="connsiteY9-140" fmla="*/ 96632 h 1321259"/>
                  <a:gd name="connsiteX10-141" fmla="*/ 2131352 w 3076069"/>
                  <a:gd name="connsiteY10-142" fmla="*/ 432543 h 1321259"/>
                  <a:gd name="connsiteX11-143" fmla="*/ 2292399 w 3076069"/>
                  <a:gd name="connsiteY11-144" fmla="*/ 920305 h 1321259"/>
                  <a:gd name="connsiteX12-145" fmla="*/ 3076069 w 3076069"/>
                  <a:gd name="connsiteY12-146" fmla="*/ 1228607 h 1321259"/>
                  <a:gd name="connsiteX13-147" fmla="*/ 2808172 w 3076069"/>
                  <a:gd name="connsiteY13-148" fmla="*/ 1316375 h 1321259"/>
                  <a:gd name="connsiteX14-149" fmla="*/ 1537780 w 3076069"/>
                  <a:gd name="connsiteY14-150" fmla="*/ 750825 h 132125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9" name="Freeform 435"/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-1" fmla="*/ 0 w 3640627"/>
                  <a:gd name="connsiteY0-2" fmla="*/ 242051 h 923747"/>
                  <a:gd name="connsiteX1-3" fmla="*/ 655168 w 3640627"/>
                  <a:gd name="connsiteY1-4" fmla="*/ 16495 h 923747"/>
                  <a:gd name="connsiteX2-5" fmla="*/ 1809765 w 3640627"/>
                  <a:gd name="connsiteY2-6" fmla="*/ 511360 h 923747"/>
                  <a:gd name="connsiteX3-7" fmla="*/ 2964363 w 3640627"/>
                  <a:gd name="connsiteY3-8" fmla="*/ 0 h 923747"/>
                  <a:gd name="connsiteX4-9" fmla="*/ 3640627 w 3640627"/>
                  <a:gd name="connsiteY4-10" fmla="*/ 197946 h 923747"/>
                  <a:gd name="connsiteX5-11" fmla="*/ 3195282 w 3640627"/>
                  <a:gd name="connsiteY5-12" fmla="*/ 461874 h 923747"/>
                  <a:gd name="connsiteX6-13" fmla="*/ 2980857 w 3640627"/>
                  <a:gd name="connsiteY6-14" fmla="*/ 379396 h 923747"/>
                  <a:gd name="connsiteX7-15" fmla="*/ 1826259 w 3640627"/>
                  <a:gd name="connsiteY7-16" fmla="*/ 923747 h 923747"/>
                  <a:gd name="connsiteX8-17" fmla="*/ 671662 w 3640627"/>
                  <a:gd name="connsiteY8-18" fmla="*/ 412387 h 923747"/>
                  <a:gd name="connsiteX9-19" fmla="*/ 523214 w 3640627"/>
                  <a:gd name="connsiteY9-20" fmla="*/ 478369 h 923747"/>
                  <a:gd name="connsiteX10-21" fmla="*/ 0 w 3640627"/>
                  <a:gd name="connsiteY10-22" fmla="*/ 242051 h 923747"/>
                  <a:gd name="connsiteX0-23" fmla="*/ 0 w 3640627"/>
                  <a:gd name="connsiteY0-24" fmla="*/ 242051 h 923747"/>
                  <a:gd name="connsiteX1-25" fmla="*/ 655168 w 3640627"/>
                  <a:gd name="connsiteY1-26" fmla="*/ 16495 h 923747"/>
                  <a:gd name="connsiteX2-27" fmla="*/ 1809765 w 3640627"/>
                  <a:gd name="connsiteY2-28" fmla="*/ 511360 h 923747"/>
                  <a:gd name="connsiteX3-29" fmla="*/ 2964363 w 3640627"/>
                  <a:gd name="connsiteY3-30" fmla="*/ 0 h 923747"/>
                  <a:gd name="connsiteX4-31" fmla="*/ 3640627 w 3640627"/>
                  <a:gd name="connsiteY4-32" fmla="*/ 197946 h 923747"/>
                  <a:gd name="connsiteX5-33" fmla="*/ 3195282 w 3640627"/>
                  <a:gd name="connsiteY5-34" fmla="*/ 461874 h 923747"/>
                  <a:gd name="connsiteX6-35" fmla="*/ 2980857 w 3640627"/>
                  <a:gd name="connsiteY6-36" fmla="*/ 379396 h 923747"/>
                  <a:gd name="connsiteX7-37" fmla="*/ 1826259 w 3640627"/>
                  <a:gd name="connsiteY7-38" fmla="*/ 923747 h 923747"/>
                  <a:gd name="connsiteX8-39" fmla="*/ 671662 w 3640627"/>
                  <a:gd name="connsiteY8-40" fmla="*/ 412387 h 923747"/>
                  <a:gd name="connsiteX9-41" fmla="*/ 523214 w 3640627"/>
                  <a:gd name="connsiteY9-42" fmla="*/ 482971 h 923747"/>
                  <a:gd name="connsiteX10-43" fmla="*/ 0 w 3640627"/>
                  <a:gd name="connsiteY10-44" fmla="*/ 242051 h 923747"/>
                  <a:gd name="connsiteX0-45" fmla="*/ 0 w 3640627"/>
                  <a:gd name="connsiteY0-46" fmla="*/ 242051 h 923747"/>
                  <a:gd name="connsiteX1-47" fmla="*/ 655168 w 3640627"/>
                  <a:gd name="connsiteY1-48" fmla="*/ 16495 h 923747"/>
                  <a:gd name="connsiteX2-49" fmla="*/ 1809765 w 3640627"/>
                  <a:gd name="connsiteY2-50" fmla="*/ 511360 h 923747"/>
                  <a:gd name="connsiteX3-51" fmla="*/ 2964363 w 3640627"/>
                  <a:gd name="connsiteY3-52" fmla="*/ 0 h 923747"/>
                  <a:gd name="connsiteX4-53" fmla="*/ 3640627 w 3640627"/>
                  <a:gd name="connsiteY4-54" fmla="*/ 197946 h 923747"/>
                  <a:gd name="connsiteX5-55" fmla="*/ 3195282 w 3640627"/>
                  <a:gd name="connsiteY5-56" fmla="*/ 461874 h 923747"/>
                  <a:gd name="connsiteX6-57" fmla="*/ 2980857 w 3640627"/>
                  <a:gd name="connsiteY6-58" fmla="*/ 379396 h 923747"/>
                  <a:gd name="connsiteX7-59" fmla="*/ 1826259 w 3640627"/>
                  <a:gd name="connsiteY7-60" fmla="*/ 923747 h 923747"/>
                  <a:gd name="connsiteX8-61" fmla="*/ 690067 w 3640627"/>
                  <a:gd name="connsiteY8-62" fmla="*/ 412387 h 923747"/>
                  <a:gd name="connsiteX9-63" fmla="*/ 523214 w 3640627"/>
                  <a:gd name="connsiteY9-64" fmla="*/ 482971 h 923747"/>
                  <a:gd name="connsiteX10-65" fmla="*/ 0 w 3640627"/>
                  <a:gd name="connsiteY10-66" fmla="*/ 242051 h 923747"/>
                  <a:gd name="connsiteX0-67" fmla="*/ 0 w 3640627"/>
                  <a:gd name="connsiteY0-68" fmla="*/ 242051 h 946755"/>
                  <a:gd name="connsiteX1-69" fmla="*/ 655168 w 3640627"/>
                  <a:gd name="connsiteY1-70" fmla="*/ 16495 h 946755"/>
                  <a:gd name="connsiteX2-71" fmla="*/ 1809765 w 3640627"/>
                  <a:gd name="connsiteY2-72" fmla="*/ 511360 h 946755"/>
                  <a:gd name="connsiteX3-73" fmla="*/ 2964363 w 3640627"/>
                  <a:gd name="connsiteY3-74" fmla="*/ 0 h 946755"/>
                  <a:gd name="connsiteX4-75" fmla="*/ 3640627 w 3640627"/>
                  <a:gd name="connsiteY4-76" fmla="*/ 197946 h 946755"/>
                  <a:gd name="connsiteX5-77" fmla="*/ 3195282 w 3640627"/>
                  <a:gd name="connsiteY5-78" fmla="*/ 461874 h 946755"/>
                  <a:gd name="connsiteX6-79" fmla="*/ 2980857 w 3640627"/>
                  <a:gd name="connsiteY6-80" fmla="*/ 379396 h 946755"/>
                  <a:gd name="connsiteX7-81" fmla="*/ 1876873 w 3640627"/>
                  <a:gd name="connsiteY7-82" fmla="*/ 946755 h 946755"/>
                  <a:gd name="connsiteX8-83" fmla="*/ 690067 w 3640627"/>
                  <a:gd name="connsiteY8-84" fmla="*/ 412387 h 946755"/>
                  <a:gd name="connsiteX9-85" fmla="*/ 523214 w 3640627"/>
                  <a:gd name="connsiteY9-86" fmla="*/ 482971 h 946755"/>
                  <a:gd name="connsiteX10-87" fmla="*/ 0 w 3640627"/>
                  <a:gd name="connsiteY10-88" fmla="*/ 242051 h 946755"/>
                  <a:gd name="connsiteX0-89" fmla="*/ 0 w 3640627"/>
                  <a:gd name="connsiteY0-90" fmla="*/ 242051 h 946755"/>
                  <a:gd name="connsiteX1-91" fmla="*/ 655168 w 3640627"/>
                  <a:gd name="connsiteY1-92" fmla="*/ 16495 h 946755"/>
                  <a:gd name="connsiteX2-93" fmla="*/ 1855778 w 3640627"/>
                  <a:gd name="connsiteY2-94" fmla="*/ 534367 h 946755"/>
                  <a:gd name="connsiteX3-95" fmla="*/ 2964363 w 3640627"/>
                  <a:gd name="connsiteY3-96" fmla="*/ 0 h 946755"/>
                  <a:gd name="connsiteX4-97" fmla="*/ 3640627 w 3640627"/>
                  <a:gd name="connsiteY4-98" fmla="*/ 197946 h 946755"/>
                  <a:gd name="connsiteX5-99" fmla="*/ 3195282 w 3640627"/>
                  <a:gd name="connsiteY5-100" fmla="*/ 461874 h 946755"/>
                  <a:gd name="connsiteX6-101" fmla="*/ 2980857 w 3640627"/>
                  <a:gd name="connsiteY6-102" fmla="*/ 379396 h 946755"/>
                  <a:gd name="connsiteX7-103" fmla="*/ 1876873 w 3640627"/>
                  <a:gd name="connsiteY7-104" fmla="*/ 946755 h 946755"/>
                  <a:gd name="connsiteX8-105" fmla="*/ 690067 w 3640627"/>
                  <a:gd name="connsiteY8-106" fmla="*/ 412387 h 946755"/>
                  <a:gd name="connsiteX9-107" fmla="*/ 523214 w 3640627"/>
                  <a:gd name="connsiteY9-108" fmla="*/ 482971 h 946755"/>
                  <a:gd name="connsiteX10-109" fmla="*/ 0 w 3640627"/>
                  <a:gd name="connsiteY10-110" fmla="*/ 242051 h 946755"/>
                  <a:gd name="connsiteX0-111" fmla="*/ 0 w 3640627"/>
                  <a:gd name="connsiteY0-112" fmla="*/ 242051 h 946755"/>
                  <a:gd name="connsiteX1-113" fmla="*/ 655168 w 3640627"/>
                  <a:gd name="connsiteY1-114" fmla="*/ 16495 h 946755"/>
                  <a:gd name="connsiteX2-115" fmla="*/ 1855778 w 3640627"/>
                  <a:gd name="connsiteY2-116" fmla="*/ 534367 h 946755"/>
                  <a:gd name="connsiteX3-117" fmla="*/ 2964363 w 3640627"/>
                  <a:gd name="connsiteY3-118" fmla="*/ 0 h 946755"/>
                  <a:gd name="connsiteX4-119" fmla="*/ 3640627 w 3640627"/>
                  <a:gd name="connsiteY4-120" fmla="*/ 197946 h 946755"/>
                  <a:gd name="connsiteX5-121" fmla="*/ 3195282 w 3640627"/>
                  <a:gd name="connsiteY5-122" fmla="*/ 461874 h 946755"/>
                  <a:gd name="connsiteX6-123" fmla="*/ 3008465 w 3640627"/>
                  <a:gd name="connsiteY6-124" fmla="*/ 402404 h 946755"/>
                  <a:gd name="connsiteX7-125" fmla="*/ 1876873 w 3640627"/>
                  <a:gd name="connsiteY7-126" fmla="*/ 946755 h 946755"/>
                  <a:gd name="connsiteX8-127" fmla="*/ 690067 w 3640627"/>
                  <a:gd name="connsiteY8-128" fmla="*/ 412387 h 946755"/>
                  <a:gd name="connsiteX9-129" fmla="*/ 523214 w 3640627"/>
                  <a:gd name="connsiteY9-130" fmla="*/ 482971 h 946755"/>
                  <a:gd name="connsiteX10-131" fmla="*/ 0 w 3640627"/>
                  <a:gd name="connsiteY10-132" fmla="*/ 242051 h 946755"/>
                  <a:gd name="connsiteX0-133" fmla="*/ 0 w 3723451"/>
                  <a:gd name="connsiteY0-134" fmla="*/ 242051 h 946755"/>
                  <a:gd name="connsiteX1-135" fmla="*/ 655168 w 3723451"/>
                  <a:gd name="connsiteY1-136" fmla="*/ 16495 h 946755"/>
                  <a:gd name="connsiteX2-137" fmla="*/ 1855778 w 3723451"/>
                  <a:gd name="connsiteY2-138" fmla="*/ 534367 h 946755"/>
                  <a:gd name="connsiteX3-139" fmla="*/ 2964363 w 3723451"/>
                  <a:gd name="connsiteY3-140" fmla="*/ 0 h 946755"/>
                  <a:gd name="connsiteX4-141" fmla="*/ 3723451 w 3723451"/>
                  <a:gd name="connsiteY4-142" fmla="*/ 220954 h 946755"/>
                  <a:gd name="connsiteX5-143" fmla="*/ 3195282 w 3723451"/>
                  <a:gd name="connsiteY5-144" fmla="*/ 461874 h 946755"/>
                  <a:gd name="connsiteX6-145" fmla="*/ 3008465 w 3723451"/>
                  <a:gd name="connsiteY6-146" fmla="*/ 402404 h 946755"/>
                  <a:gd name="connsiteX7-147" fmla="*/ 1876873 w 3723451"/>
                  <a:gd name="connsiteY7-148" fmla="*/ 946755 h 946755"/>
                  <a:gd name="connsiteX8-149" fmla="*/ 690067 w 3723451"/>
                  <a:gd name="connsiteY8-150" fmla="*/ 412387 h 946755"/>
                  <a:gd name="connsiteX9-151" fmla="*/ 523214 w 3723451"/>
                  <a:gd name="connsiteY9-152" fmla="*/ 482971 h 946755"/>
                  <a:gd name="connsiteX10-153" fmla="*/ 0 w 3723451"/>
                  <a:gd name="connsiteY10-154" fmla="*/ 242051 h 946755"/>
                  <a:gd name="connsiteX0-155" fmla="*/ 0 w 3723451"/>
                  <a:gd name="connsiteY0-156" fmla="*/ 228246 h 932950"/>
                  <a:gd name="connsiteX1-157" fmla="*/ 655168 w 3723451"/>
                  <a:gd name="connsiteY1-158" fmla="*/ 2690 h 932950"/>
                  <a:gd name="connsiteX2-159" fmla="*/ 1855778 w 3723451"/>
                  <a:gd name="connsiteY2-160" fmla="*/ 520562 h 932950"/>
                  <a:gd name="connsiteX3-161" fmla="*/ 3001174 w 3723451"/>
                  <a:gd name="connsiteY3-162" fmla="*/ 0 h 932950"/>
                  <a:gd name="connsiteX4-163" fmla="*/ 3723451 w 3723451"/>
                  <a:gd name="connsiteY4-164" fmla="*/ 207149 h 932950"/>
                  <a:gd name="connsiteX5-165" fmla="*/ 3195282 w 3723451"/>
                  <a:gd name="connsiteY5-166" fmla="*/ 448069 h 932950"/>
                  <a:gd name="connsiteX6-167" fmla="*/ 3008465 w 3723451"/>
                  <a:gd name="connsiteY6-168" fmla="*/ 388599 h 932950"/>
                  <a:gd name="connsiteX7-169" fmla="*/ 1876873 w 3723451"/>
                  <a:gd name="connsiteY7-170" fmla="*/ 932950 h 932950"/>
                  <a:gd name="connsiteX8-171" fmla="*/ 690067 w 3723451"/>
                  <a:gd name="connsiteY8-172" fmla="*/ 398582 h 932950"/>
                  <a:gd name="connsiteX9-173" fmla="*/ 523214 w 3723451"/>
                  <a:gd name="connsiteY9-174" fmla="*/ 469166 h 932950"/>
                  <a:gd name="connsiteX10-175" fmla="*/ 0 w 3723451"/>
                  <a:gd name="connsiteY10-176" fmla="*/ 228246 h 932950"/>
                  <a:gd name="connsiteX0-177" fmla="*/ 0 w 3723451"/>
                  <a:gd name="connsiteY0-178" fmla="*/ 228246 h 932950"/>
                  <a:gd name="connsiteX1-179" fmla="*/ 655168 w 3723451"/>
                  <a:gd name="connsiteY1-180" fmla="*/ 2690 h 932950"/>
                  <a:gd name="connsiteX2-181" fmla="*/ 1855778 w 3723451"/>
                  <a:gd name="connsiteY2-182" fmla="*/ 520562 h 932950"/>
                  <a:gd name="connsiteX3-183" fmla="*/ 3001174 w 3723451"/>
                  <a:gd name="connsiteY3-184" fmla="*/ 0 h 932950"/>
                  <a:gd name="connsiteX4-185" fmla="*/ 3723451 w 3723451"/>
                  <a:gd name="connsiteY4-186" fmla="*/ 207149 h 932950"/>
                  <a:gd name="connsiteX5-187" fmla="*/ 3195282 w 3723451"/>
                  <a:gd name="connsiteY5-188" fmla="*/ 448069 h 932950"/>
                  <a:gd name="connsiteX6-189" fmla="*/ 3013067 w 3723451"/>
                  <a:gd name="connsiteY6-190" fmla="*/ 393200 h 932950"/>
                  <a:gd name="connsiteX7-191" fmla="*/ 1876873 w 3723451"/>
                  <a:gd name="connsiteY7-192" fmla="*/ 932950 h 932950"/>
                  <a:gd name="connsiteX8-193" fmla="*/ 690067 w 3723451"/>
                  <a:gd name="connsiteY8-194" fmla="*/ 398582 h 932950"/>
                  <a:gd name="connsiteX9-195" fmla="*/ 523214 w 3723451"/>
                  <a:gd name="connsiteY9-196" fmla="*/ 469166 h 932950"/>
                  <a:gd name="connsiteX10-197" fmla="*/ 0 w 3723451"/>
                  <a:gd name="connsiteY10-198" fmla="*/ 228246 h 932950"/>
                  <a:gd name="connsiteX0-199" fmla="*/ 0 w 3723451"/>
                  <a:gd name="connsiteY0-200" fmla="*/ 228246 h 932950"/>
                  <a:gd name="connsiteX1-201" fmla="*/ 655168 w 3723451"/>
                  <a:gd name="connsiteY1-202" fmla="*/ 2690 h 932950"/>
                  <a:gd name="connsiteX2-203" fmla="*/ 1855778 w 3723451"/>
                  <a:gd name="connsiteY2-204" fmla="*/ 520562 h 932950"/>
                  <a:gd name="connsiteX3-205" fmla="*/ 3001174 w 3723451"/>
                  <a:gd name="connsiteY3-206" fmla="*/ 0 h 932950"/>
                  <a:gd name="connsiteX4-207" fmla="*/ 3723451 w 3723451"/>
                  <a:gd name="connsiteY4-208" fmla="*/ 207149 h 932950"/>
                  <a:gd name="connsiteX5-209" fmla="*/ 3186079 w 3723451"/>
                  <a:gd name="connsiteY5-210" fmla="*/ 461874 h 932950"/>
                  <a:gd name="connsiteX6-211" fmla="*/ 3013067 w 3723451"/>
                  <a:gd name="connsiteY6-212" fmla="*/ 393200 h 932950"/>
                  <a:gd name="connsiteX7-213" fmla="*/ 1876873 w 3723451"/>
                  <a:gd name="connsiteY7-214" fmla="*/ 932950 h 932950"/>
                  <a:gd name="connsiteX8-215" fmla="*/ 690067 w 3723451"/>
                  <a:gd name="connsiteY8-216" fmla="*/ 398582 h 932950"/>
                  <a:gd name="connsiteX9-217" fmla="*/ 523214 w 3723451"/>
                  <a:gd name="connsiteY9-218" fmla="*/ 469166 h 932950"/>
                  <a:gd name="connsiteX10-219" fmla="*/ 0 w 3723451"/>
                  <a:gd name="connsiteY10-220" fmla="*/ 228246 h 932950"/>
                  <a:gd name="connsiteX0-221" fmla="*/ 0 w 3723451"/>
                  <a:gd name="connsiteY0-222" fmla="*/ 228246 h 932950"/>
                  <a:gd name="connsiteX1-223" fmla="*/ 655168 w 3723451"/>
                  <a:gd name="connsiteY1-224" fmla="*/ 2690 h 932950"/>
                  <a:gd name="connsiteX2-225" fmla="*/ 1855778 w 3723451"/>
                  <a:gd name="connsiteY2-226" fmla="*/ 520562 h 932950"/>
                  <a:gd name="connsiteX3-227" fmla="*/ 3001174 w 3723451"/>
                  <a:gd name="connsiteY3-228" fmla="*/ 0 h 932950"/>
                  <a:gd name="connsiteX4-229" fmla="*/ 3723451 w 3723451"/>
                  <a:gd name="connsiteY4-230" fmla="*/ 207149 h 932950"/>
                  <a:gd name="connsiteX5-231" fmla="*/ 3186079 w 3723451"/>
                  <a:gd name="connsiteY5-232" fmla="*/ 461874 h 932950"/>
                  <a:gd name="connsiteX6-233" fmla="*/ 3013067 w 3723451"/>
                  <a:gd name="connsiteY6-234" fmla="*/ 393200 h 932950"/>
                  <a:gd name="connsiteX7-235" fmla="*/ 1876873 w 3723451"/>
                  <a:gd name="connsiteY7-236" fmla="*/ 932950 h 932950"/>
                  <a:gd name="connsiteX8-237" fmla="*/ 711613 w 3723451"/>
                  <a:gd name="connsiteY8-238" fmla="*/ 413055 h 932950"/>
                  <a:gd name="connsiteX9-239" fmla="*/ 523214 w 3723451"/>
                  <a:gd name="connsiteY9-240" fmla="*/ 469166 h 932950"/>
                  <a:gd name="connsiteX10-241" fmla="*/ 0 w 3723451"/>
                  <a:gd name="connsiteY10-242" fmla="*/ 228246 h 93295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0" name="Freeform 436"/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-1" fmla="*/ 4602 w 1371198"/>
                  <a:gd name="connsiteY0-2" fmla="*/ 0 h 800665"/>
                  <a:gd name="connsiteX1-3" fmla="*/ 1371198 w 1371198"/>
                  <a:gd name="connsiteY1-4" fmla="*/ 625807 h 800665"/>
                  <a:gd name="connsiteX2-5" fmla="*/ 897260 w 1371198"/>
                  <a:gd name="connsiteY2-6" fmla="*/ 800665 h 800665"/>
                  <a:gd name="connsiteX3-7" fmla="*/ 0 w 1371198"/>
                  <a:gd name="connsiteY3-8" fmla="*/ 404934 h 800665"/>
                  <a:gd name="connsiteX4-9" fmla="*/ 4602 w 1371198"/>
                  <a:gd name="connsiteY4-10" fmla="*/ 0 h 800665"/>
                  <a:gd name="connsiteX0-11" fmla="*/ 0 w 1366596"/>
                  <a:gd name="connsiteY0-12" fmla="*/ 0 h 800665"/>
                  <a:gd name="connsiteX1-13" fmla="*/ 1366596 w 1366596"/>
                  <a:gd name="connsiteY1-14" fmla="*/ 625807 h 800665"/>
                  <a:gd name="connsiteX2-15" fmla="*/ 892658 w 1366596"/>
                  <a:gd name="connsiteY2-16" fmla="*/ 800665 h 800665"/>
                  <a:gd name="connsiteX3-17" fmla="*/ 4601 w 1366596"/>
                  <a:gd name="connsiteY3-18" fmla="*/ 427942 h 800665"/>
                  <a:gd name="connsiteX4-19" fmla="*/ 0 w 1366596"/>
                  <a:gd name="connsiteY4-20" fmla="*/ 0 h 800665"/>
                  <a:gd name="connsiteX0-21" fmla="*/ 0 w 1366596"/>
                  <a:gd name="connsiteY0-22" fmla="*/ 0 h 800665"/>
                  <a:gd name="connsiteX1-23" fmla="*/ 1366596 w 1366596"/>
                  <a:gd name="connsiteY1-24" fmla="*/ 625807 h 800665"/>
                  <a:gd name="connsiteX2-25" fmla="*/ 892658 w 1366596"/>
                  <a:gd name="connsiteY2-26" fmla="*/ 800665 h 800665"/>
                  <a:gd name="connsiteX3-27" fmla="*/ 4601 w 1366596"/>
                  <a:gd name="connsiteY3-28" fmla="*/ 427942 h 800665"/>
                  <a:gd name="connsiteX4-29" fmla="*/ 0 w 1366596"/>
                  <a:gd name="connsiteY4-30" fmla="*/ 0 h 800665"/>
                  <a:gd name="connsiteX0-31" fmla="*/ 0 w 1366596"/>
                  <a:gd name="connsiteY0-32" fmla="*/ 0 h 800665"/>
                  <a:gd name="connsiteX1-33" fmla="*/ 1366596 w 1366596"/>
                  <a:gd name="connsiteY1-34" fmla="*/ 625807 h 800665"/>
                  <a:gd name="connsiteX2-35" fmla="*/ 892658 w 1366596"/>
                  <a:gd name="connsiteY2-36" fmla="*/ 800665 h 800665"/>
                  <a:gd name="connsiteX3-37" fmla="*/ 4601 w 1366596"/>
                  <a:gd name="connsiteY3-38" fmla="*/ 427942 h 800665"/>
                  <a:gd name="connsiteX4-39" fmla="*/ 0 w 1366596"/>
                  <a:gd name="connsiteY4-40" fmla="*/ 0 h 800665"/>
                  <a:gd name="connsiteX0-41" fmla="*/ 0 w 1366596"/>
                  <a:gd name="connsiteY0-42" fmla="*/ 0 h 809868"/>
                  <a:gd name="connsiteX1-43" fmla="*/ 1366596 w 1366596"/>
                  <a:gd name="connsiteY1-44" fmla="*/ 625807 h 809868"/>
                  <a:gd name="connsiteX2-45" fmla="*/ 865050 w 1366596"/>
                  <a:gd name="connsiteY2-46" fmla="*/ 809868 h 809868"/>
                  <a:gd name="connsiteX3-47" fmla="*/ 4601 w 1366596"/>
                  <a:gd name="connsiteY3-48" fmla="*/ 427942 h 809868"/>
                  <a:gd name="connsiteX4-49" fmla="*/ 0 w 1366596"/>
                  <a:gd name="connsiteY4-50" fmla="*/ 0 h 809868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1" name="Freeform 437"/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-1" fmla="*/ 1329786 w 1348191"/>
                  <a:gd name="connsiteY0-2" fmla="*/ 0 h 791462"/>
                  <a:gd name="connsiteX1-3" fmla="*/ 1348191 w 1348191"/>
                  <a:gd name="connsiteY1-4" fmla="*/ 381926 h 791462"/>
                  <a:gd name="connsiteX2-5" fmla="*/ 487742 w 1348191"/>
                  <a:gd name="connsiteY2-6" fmla="*/ 791462 h 791462"/>
                  <a:gd name="connsiteX3-7" fmla="*/ 0 w 1348191"/>
                  <a:gd name="connsiteY3-8" fmla="*/ 612002 h 791462"/>
                  <a:gd name="connsiteX4-9" fmla="*/ 1329786 w 1348191"/>
                  <a:gd name="connsiteY4-10" fmla="*/ 0 h 791462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512" name="Straight Connector 438"/>
              <p:cNvCxnSpPr>
                <a:endCxn id="507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3" name="Straight Connector 439"/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2" name="Group 25"/>
            <p:cNvGrpSpPr/>
            <p:nvPr/>
          </p:nvGrpSpPr>
          <p:grpSpPr>
            <a:xfrm>
              <a:off x="1925875" y="1754513"/>
              <a:ext cx="5095391" cy="2832112"/>
              <a:chOff x="1925876" y="2212958"/>
              <a:chExt cx="5095391" cy="2832112"/>
            </a:xfrm>
          </p:grpSpPr>
          <p:grpSp>
            <p:nvGrpSpPr>
              <p:cNvPr id="466" name="Group 11"/>
              <p:cNvGrpSpPr/>
              <p:nvPr/>
            </p:nvGrpSpPr>
            <p:grpSpPr>
              <a:xfrm>
                <a:off x="2745416" y="2212958"/>
                <a:ext cx="3597533" cy="493677"/>
                <a:chOff x="2705100" y="2011398"/>
                <a:chExt cx="3597533" cy="493677"/>
              </a:xfrm>
            </p:grpSpPr>
            <p:sp>
              <p:nvSpPr>
                <p:cNvPr id="498" name="Oval 341"/>
                <p:cNvSpPr/>
                <p:nvPr/>
              </p:nvSpPr>
              <p:spPr bwMode="auto">
                <a:xfrm>
                  <a:off x="2722820" y="2011398"/>
                  <a:ext cx="3579813" cy="492125"/>
                </a:xfrm>
                <a:prstGeom prst="ellipse">
                  <a:avLst/>
                </a:prstGeom>
                <a:solidFill>
                  <a:schemeClr val="bg1">
                    <a:alpha val="42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2" name="Oval 388"/>
                <p:cNvSpPr/>
                <p:nvPr/>
              </p:nvSpPr>
              <p:spPr bwMode="auto">
                <a:xfrm>
                  <a:off x="2705100" y="2012950"/>
                  <a:ext cx="3579813" cy="492125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4" name="TextBox 389"/>
                <p:cNvSpPr txBox="1">
                  <a:spLocks noChangeArrowheads="1"/>
                </p:cNvSpPr>
                <p:nvPr/>
              </p:nvSpPr>
              <p:spPr bwMode="auto">
                <a:xfrm>
                  <a:off x="2834605" y="2149042"/>
                  <a:ext cx="3416320" cy="287899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  <a:cs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>
                    <a:lnSpc>
                      <a:spcPts val="1475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zh-CN" altLang="en-US" sz="1800" dirty="0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rPr>
                    <a:t>控制器或网络操作系统（</a:t>
                  </a:r>
                  <a:r>
                    <a:rPr lang="en-US" altLang="zh-CN" sz="1800" dirty="0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rPr>
                    <a:t>NOS</a:t>
                  </a:r>
                  <a:r>
                    <a:rPr lang="zh-CN" altLang="en-US" sz="1800" dirty="0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rPr>
                    <a:t>）</a:t>
                  </a:r>
                  <a:endParaRPr lang="en-US" altLang="zh-CN" sz="18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68" name="Group 441"/>
              <p:cNvGrpSpPr/>
              <p:nvPr/>
            </p:nvGrpSpPr>
            <p:grpSpPr>
              <a:xfrm>
                <a:off x="1925876" y="4223509"/>
                <a:ext cx="923540" cy="405953"/>
                <a:chOff x="2705100" y="2011398"/>
                <a:chExt cx="3597533" cy="493677"/>
              </a:xfrm>
            </p:grpSpPr>
            <p:sp>
              <p:nvSpPr>
                <p:cNvPr id="494" name="Oval 442"/>
                <p:cNvSpPr/>
                <p:nvPr/>
              </p:nvSpPr>
              <p:spPr bwMode="auto">
                <a:xfrm>
                  <a:off x="2722820" y="2011398"/>
                  <a:ext cx="3579813" cy="492125"/>
                </a:xfrm>
                <a:prstGeom prst="ellipse">
                  <a:avLst/>
                </a:prstGeom>
                <a:solidFill>
                  <a:schemeClr val="bg1">
                    <a:alpha val="42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5" name="Oval 443"/>
                <p:cNvSpPr/>
                <p:nvPr/>
              </p:nvSpPr>
              <p:spPr bwMode="auto">
                <a:xfrm>
                  <a:off x="2705100" y="2012950"/>
                  <a:ext cx="3579813" cy="492125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7" name="TextBox 389"/>
                <p:cNvSpPr txBox="1">
                  <a:spLocks noChangeArrowheads="1"/>
                </p:cNvSpPr>
                <p:nvPr/>
              </p:nvSpPr>
              <p:spPr bwMode="auto">
                <a:xfrm>
                  <a:off x="3497411" y="2127166"/>
                  <a:ext cx="1968207" cy="35354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  <a:cs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>
                    <a:lnSpc>
                      <a:spcPts val="1475"/>
                    </a:lnSpc>
                  </a:pPr>
                  <a:r>
                    <a:rPr lang="en-US" sz="1800" dirty="0">
                      <a:solidFill>
                        <a:schemeClr val="bg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rPr>
                    <a:t>CA</a:t>
                  </a:r>
                </a:p>
              </p:txBody>
            </p:sp>
          </p:grpSp>
          <p:grpSp>
            <p:nvGrpSpPr>
              <p:cNvPr id="469" name="Group 16"/>
              <p:cNvGrpSpPr/>
              <p:nvPr/>
            </p:nvGrpSpPr>
            <p:grpSpPr>
              <a:xfrm>
                <a:off x="3589508" y="4760377"/>
                <a:ext cx="463568" cy="284693"/>
                <a:chOff x="3558850" y="4573304"/>
                <a:chExt cx="463568" cy="284693"/>
              </a:xfrm>
            </p:grpSpPr>
            <p:grpSp>
              <p:nvGrpSpPr>
                <p:cNvPr id="490" name="Group 12"/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92" name="Oval 446"/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chemeClr val="bg1">
                      <a:alpha val="42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93" name="Oval 447"/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>
                    <a:solidFill>
                      <a:srgbClr val="CC0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491" name="TextBox 389"/>
                <p:cNvSpPr txBox="1">
                  <a:spLocks noChangeArrowheads="1"/>
                </p:cNvSpPr>
                <p:nvPr/>
              </p:nvSpPr>
              <p:spPr bwMode="auto">
                <a:xfrm>
                  <a:off x="3565603" y="4573304"/>
                  <a:ext cx="434735" cy="28469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  <a:cs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>
                    <a:lnSpc>
                      <a:spcPts val="1475"/>
                    </a:lnSpc>
                  </a:pPr>
                  <a:r>
                    <a:rPr lang="en-US" sz="1400" dirty="0">
                      <a:solidFill>
                        <a:schemeClr val="bg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rPr>
                    <a:t>CA</a:t>
                  </a:r>
                  <a:endParaRPr lang="en-US" sz="1800" dirty="0">
                    <a:solidFill>
                      <a:schemeClr val="bg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73" name="Group 450"/>
              <p:cNvGrpSpPr/>
              <p:nvPr/>
            </p:nvGrpSpPr>
            <p:grpSpPr>
              <a:xfrm>
                <a:off x="4369656" y="4758258"/>
                <a:ext cx="463568" cy="284693"/>
                <a:chOff x="3558850" y="4573304"/>
                <a:chExt cx="463568" cy="284693"/>
              </a:xfrm>
            </p:grpSpPr>
            <p:grpSp>
              <p:nvGrpSpPr>
                <p:cNvPr id="485" name="Group 451"/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88" name="Oval 453"/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chemeClr val="bg1">
                      <a:alpha val="42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89" name="Oval 454"/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>
                    <a:solidFill>
                      <a:srgbClr val="CC0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487" name="TextBox 389"/>
                <p:cNvSpPr txBox="1">
                  <a:spLocks noChangeArrowheads="1"/>
                </p:cNvSpPr>
                <p:nvPr/>
              </p:nvSpPr>
              <p:spPr bwMode="auto">
                <a:xfrm>
                  <a:off x="3565603" y="4573304"/>
                  <a:ext cx="434735" cy="28469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  <a:cs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>
                    <a:lnSpc>
                      <a:spcPts val="1475"/>
                    </a:lnSpc>
                  </a:pPr>
                  <a:r>
                    <a:rPr lang="en-US" sz="1400" dirty="0">
                      <a:solidFill>
                        <a:schemeClr val="bg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rPr>
                    <a:t>CA</a:t>
                  </a:r>
                  <a:endParaRPr lang="en-US" sz="1800" dirty="0">
                    <a:solidFill>
                      <a:schemeClr val="bg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75" name="Group 455"/>
              <p:cNvGrpSpPr/>
              <p:nvPr/>
            </p:nvGrpSpPr>
            <p:grpSpPr>
              <a:xfrm>
                <a:off x="5569912" y="4756140"/>
                <a:ext cx="463568" cy="284693"/>
                <a:chOff x="3558850" y="4573304"/>
                <a:chExt cx="463568" cy="284693"/>
              </a:xfrm>
            </p:grpSpPr>
            <p:grpSp>
              <p:nvGrpSpPr>
                <p:cNvPr id="481" name="Group 456"/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83" name="Oval 458"/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chemeClr val="bg1">
                      <a:alpha val="42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84" name="Oval 459"/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>
                    <a:solidFill>
                      <a:srgbClr val="CC0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482" name="TextBox 389"/>
                <p:cNvSpPr txBox="1">
                  <a:spLocks noChangeArrowheads="1"/>
                </p:cNvSpPr>
                <p:nvPr/>
              </p:nvSpPr>
              <p:spPr bwMode="auto">
                <a:xfrm>
                  <a:off x="3565603" y="4573304"/>
                  <a:ext cx="434735" cy="28469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  <a:cs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>
                    <a:lnSpc>
                      <a:spcPts val="1475"/>
                    </a:lnSpc>
                  </a:pPr>
                  <a:r>
                    <a:rPr lang="en-US" sz="1400" dirty="0">
                      <a:solidFill>
                        <a:schemeClr val="bg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rPr>
                    <a:t>CA</a:t>
                  </a:r>
                  <a:endParaRPr lang="en-US" sz="1800" dirty="0">
                    <a:solidFill>
                      <a:schemeClr val="bg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76" name="Group 460"/>
              <p:cNvGrpSpPr/>
              <p:nvPr/>
            </p:nvGrpSpPr>
            <p:grpSpPr>
              <a:xfrm>
                <a:off x="6557699" y="4754022"/>
                <a:ext cx="463568" cy="284693"/>
                <a:chOff x="3558850" y="4573304"/>
                <a:chExt cx="463568" cy="284693"/>
              </a:xfrm>
            </p:grpSpPr>
            <p:grpSp>
              <p:nvGrpSpPr>
                <p:cNvPr id="477" name="Group 461"/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79" name="Oval 463"/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chemeClr val="bg1">
                      <a:alpha val="42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80" name="Oval 464"/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>
                    <a:solidFill>
                      <a:srgbClr val="CC0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478" name="TextBox 389"/>
                <p:cNvSpPr txBox="1">
                  <a:spLocks noChangeArrowheads="1"/>
                </p:cNvSpPr>
                <p:nvPr/>
              </p:nvSpPr>
              <p:spPr bwMode="auto">
                <a:xfrm>
                  <a:off x="3565603" y="4573304"/>
                  <a:ext cx="434735" cy="28469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  <a:cs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>
                    <a:lnSpc>
                      <a:spcPts val="1475"/>
                    </a:lnSpc>
                  </a:pPr>
                  <a:r>
                    <a:rPr lang="en-US" sz="1400" dirty="0">
                      <a:solidFill>
                        <a:schemeClr val="bg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rPr>
                    <a:t>CA</a:t>
                  </a:r>
                  <a:endParaRPr lang="en-US" sz="1800" dirty="0">
                    <a:solidFill>
                      <a:schemeClr val="bg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</p:grpSp>
        </p:grpSp>
        <p:grpSp>
          <p:nvGrpSpPr>
            <p:cNvPr id="373" name="Group 1"/>
            <p:cNvGrpSpPr/>
            <p:nvPr/>
          </p:nvGrpSpPr>
          <p:grpSpPr>
            <a:xfrm>
              <a:off x="2050694" y="4240394"/>
              <a:ext cx="4962309" cy="697609"/>
              <a:chOff x="-3809141" y="1128902"/>
              <a:chExt cx="4962309" cy="697609"/>
            </a:xfrm>
          </p:grpSpPr>
          <p:grpSp>
            <p:nvGrpSpPr>
              <p:cNvPr id="374" name="Group 554"/>
              <p:cNvGrpSpPr/>
              <p:nvPr/>
            </p:nvGrpSpPr>
            <p:grpSpPr bwMode="auto">
              <a:xfrm>
                <a:off x="-2259184" y="1493681"/>
                <a:ext cx="426647" cy="330722"/>
                <a:chOff x="2932185" y="3913304"/>
                <a:chExt cx="426963" cy="330885"/>
              </a:xfrm>
            </p:grpSpPr>
            <p:sp>
              <p:nvSpPr>
                <p:cNvPr id="460" name="Rectangle 557"/>
                <p:cNvSpPr/>
                <p:nvPr/>
              </p:nvSpPr>
              <p:spPr>
                <a:xfrm>
                  <a:off x="2933382" y="3913304"/>
                  <a:ext cx="425766" cy="328775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461" name="Straight Connector 558"/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62" name="Straight Connector 559"/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63" name="Straight Connector 560"/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64" name="Straight Connector 339"/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65" name="Straight Connector 340"/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5" name="Group 554"/>
              <p:cNvGrpSpPr/>
              <p:nvPr/>
            </p:nvGrpSpPr>
            <p:grpSpPr bwMode="auto">
              <a:xfrm>
                <a:off x="-3809141" y="1128902"/>
                <a:ext cx="675450" cy="526527"/>
                <a:chOff x="2932185" y="3913304"/>
                <a:chExt cx="430533" cy="332666"/>
              </a:xfrm>
            </p:grpSpPr>
            <p:sp>
              <p:nvSpPr>
                <p:cNvPr id="453" name="Rectangle 357"/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454" name="Straight Connector 358"/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5" name="Straight Connector 359"/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6" name="Straight Connector 360"/>
                <p:cNvCxnSpPr/>
                <p:nvPr/>
              </p:nvCxnSpPr>
              <p:spPr>
                <a:xfrm flipH="1" flipV="1">
                  <a:off x="3182588" y="4005425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8" name="Straight Connector 337"/>
                <p:cNvCxnSpPr/>
                <p:nvPr/>
              </p:nvCxnSpPr>
              <p:spPr>
                <a:xfrm flipH="1" flipV="1">
                  <a:off x="3093297" y="4009316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9" name="Straight Connector 338"/>
                <p:cNvCxnSpPr/>
                <p:nvPr/>
              </p:nvCxnSpPr>
              <p:spPr>
                <a:xfrm flipH="1" flipV="1">
                  <a:off x="3278747" y="4008109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6" name="Group 554"/>
              <p:cNvGrpSpPr/>
              <p:nvPr/>
            </p:nvGrpSpPr>
            <p:grpSpPr bwMode="auto">
              <a:xfrm>
                <a:off x="-1475553" y="1495789"/>
                <a:ext cx="430214" cy="330722"/>
                <a:chOff x="2932185" y="3913304"/>
                <a:chExt cx="430533" cy="330885"/>
              </a:xfrm>
            </p:grpSpPr>
            <p:sp>
              <p:nvSpPr>
                <p:cNvPr id="447" name="Rectangle 343"/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448" name="Straight Connector 344"/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9" name="Straight Connector 345"/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0" name="Straight Connector 346"/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1" name="Straight Connector 347"/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2" name="Straight Connector 348"/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7" name="Group 554"/>
              <p:cNvGrpSpPr/>
              <p:nvPr/>
            </p:nvGrpSpPr>
            <p:grpSpPr bwMode="auto">
              <a:xfrm>
                <a:off x="-271097" y="1490382"/>
                <a:ext cx="430214" cy="330722"/>
                <a:chOff x="2932185" y="3913304"/>
                <a:chExt cx="430533" cy="330885"/>
              </a:xfrm>
            </p:grpSpPr>
            <p:sp>
              <p:nvSpPr>
                <p:cNvPr id="386" name="Rectangle 350"/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387" name="Straight Connector 351"/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9" name="Straight Connector 352"/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0" name="Straight Connector 353"/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4" name="Straight Connector 354"/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6" name="Straight Connector 355"/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9" name="Group 554"/>
              <p:cNvGrpSpPr/>
              <p:nvPr/>
            </p:nvGrpSpPr>
            <p:grpSpPr bwMode="auto">
              <a:xfrm>
                <a:off x="722954" y="1484975"/>
                <a:ext cx="430214" cy="330722"/>
                <a:chOff x="2932185" y="3913304"/>
                <a:chExt cx="430533" cy="330885"/>
              </a:xfrm>
            </p:grpSpPr>
            <p:sp>
              <p:nvSpPr>
                <p:cNvPr id="380" name="Rectangle 445"/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381" name="Straight Connector 449"/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2" name="Straight Connector 467"/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3" name="Straight Connector 468"/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4" name="Straight Connector 469"/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5" name="Straight Connector 470"/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969" name="Group 7"/>
          <p:cNvGrpSpPr/>
          <p:nvPr/>
        </p:nvGrpSpPr>
        <p:grpSpPr>
          <a:xfrm>
            <a:off x="250930" y="4924259"/>
            <a:ext cx="2609154" cy="1260167"/>
            <a:chOff x="155810" y="4974955"/>
            <a:chExt cx="2419606" cy="1260167"/>
          </a:xfrm>
        </p:grpSpPr>
        <p:sp>
          <p:nvSpPr>
            <p:cNvPr id="970" name="TextBox 3"/>
            <p:cNvSpPr txBox="1"/>
            <p:nvPr/>
          </p:nvSpPr>
          <p:spPr>
            <a:xfrm>
              <a:off x="155810" y="5588791"/>
              <a:ext cx="241960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680" indent="-233680">
                <a:lnSpc>
                  <a:spcPct val="90000"/>
                </a:lnSpc>
              </a:pPr>
              <a:r>
                <a:rPr lang="en-US" sz="2000" b="1" i="1" dirty="0">
                  <a:solidFill>
                    <a:srgbClr val="00009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1. </a:t>
              </a:r>
              <a:r>
                <a:rPr lang="zh-CN" altLang="en-US" sz="20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通用的基于流表的转发</a:t>
              </a:r>
              <a:r>
                <a:rPr lang="en-US" sz="20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 (</a:t>
              </a:r>
              <a:r>
                <a:rPr lang="zh-CN" altLang="en-US" sz="20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如</a:t>
              </a:r>
              <a:r>
                <a:rPr lang="en-US" sz="20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OpenFlow)</a:t>
              </a:r>
            </a:p>
          </p:txBody>
        </p:sp>
        <p:cxnSp>
          <p:nvCxnSpPr>
            <p:cNvPr id="971" name="Straight Connector 5"/>
            <p:cNvCxnSpPr>
              <a:cxnSpLocks/>
              <a:stCxn id="970" idx="0"/>
            </p:cNvCxnSpPr>
            <p:nvPr/>
          </p:nvCxnSpPr>
          <p:spPr bwMode="auto">
            <a:xfrm flipV="1">
              <a:off x="1365613" y="4974955"/>
              <a:ext cx="725917" cy="61383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972" name="Group 471"/>
          <p:cNvGrpSpPr/>
          <p:nvPr/>
        </p:nvGrpSpPr>
        <p:grpSpPr>
          <a:xfrm>
            <a:off x="7200208" y="3724217"/>
            <a:ext cx="1843673" cy="1199191"/>
            <a:chOff x="69488" y="5027823"/>
            <a:chExt cx="2561167" cy="1199191"/>
          </a:xfrm>
        </p:grpSpPr>
        <p:sp>
          <p:nvSpPr>
            <p:cNvPr id="973" name="TextBox 472"/>
            <p:cNvSpPr txBox="1"/>
            <p:nvPr/>
          </p:nvSpPr>
          <p:spPr>
            <a:xfrm>
              <a:off x="69488" y="5580683"/>
              <a:ext cx="256116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680" indent="-233680">
                <a:lnSpc>
                  <a:spcPct val="90000"/>
                </a:lnSpc>
              </a:pPr>
              <a:r>
                <a:rPr lang="en-US" sz="2000" b="1" i="1" dirty="0">
                  <a:solidFill>
                    <a:srgbClr val="00009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2. </a:t>
              </a:r>
              <a:r>
                <a:rPr lang="zh-CN" altLang="en-US" sz="20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控制、数据平面分离</a:t>
              </a:r>
              <a:endParaRPr lang="en-US" sz="2000" i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974" name="Straight Connector 473"/>
            <p:cNvCxnSpPr>
              <a:cxnSpLocks/>
            </p:cNvCxnSpPr>
            <p:nvPr/>
          </p:nvCxnSpPr>
          <p:spPr bwMode="auto">
            <a:xfrm flipV="1">
              <a:off x="1437548" y="5027823"/>
              <a:ext cx="1704" cy="5545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975" name="TextBox 475"/>
          <p:cNvSpPr txBox="1"/>
          <p:nvPr/>
        </p:nvSpPr>
        <p:spPr>
          <a:xfrm>
            <a:off x="7151955" y="1214808"/>
            <a:ext cx="165692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33680" indent="-233680">
              <a:lnSpc>
                <a:spcPct val="90000"/>
              </a:lnSpc>
            </a:pPr>
            <a:r>
              <a:rPr lang="en-US" sz="2000" b="1" i="1" dirty="0">
                <a:solidFill>
                  <a:srgbClr val="00009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3. </a:t>
            </a:r>
            <a:r>
              <a:rPr lang="zh-CN" altLang="en-US" sz="2000" i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控制平面功能</a:t>
            </a:r>
            <a:endParaRPr lang="en-US" sz="2000" i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cxnSp>
        <p:nvCxnSpPr>
          <p:cNvPr id="976" name="Straight Connector 476"/>
          <p:cNvCxnSpPr/>
          <p:nvPr/>
        </p:nvCxnSpPr>
        <p:spPr bwMode="auto">
          <a:xfrm flipV="1">
            <a:off x="6766193" y="1593974"/>
            <a:ext cx="618473" cy="645305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77" name="Oval 14"/>
          <p:cNvSpPr/>
          <p:nvPr/>
        </p:nvSpPr>
        <p:spPr bwMode="auto">
          <a:xfrm>
            <a:off x="2109919" y="1435761"/>
            <a:ext cx="725674" cy="342648"/>
          </a:xfrm>
          <a:prstGeom prst="ellipse">
            <a:avLst/>
          </a:prstGeom>
          <a:solidFill>
            <a:srgbClr val="008000">
              <a:alpha val="70000"/>
            </a:srgbClr>
          </a:solidFill>
          <a:ln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78" name="Oval 477"/>
          <p:cNvSpPr/>
          <p:nvPr/>
        </p:nvSpPr>
        <p:spPr bwMode="auto">
          <a:xfrm>
            <a:off x="3108939" y="1426914"/>
            <a:ext cx="867110" cy="342648"/>
          </a:xfrm>
          <a:prstGeom prst="ellipse">
            <a:avLst/>
          </a:prstGeom>
          <a:solidFill>
            <a:srgbClr val="008000">
              <a:alpha val="70000"/>
            </a:srgbClr>
          </a:solidFill>
          <a:ln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79" name="Oval 478"/>
          <p:cNvSpPr/>
          <p:nvPr/>
        </p:nvSpPr>
        <p:spPr bwMode="auto">
          <a:xfrm>
            <a:off x="5776969" y="1418069"/>
            <a:ext cx="893705" cy="342648"/>
          </a:xfrm>
          <a:prstGeom prst="ellipse">
            <a:avLst/>
          </a:prstGeom>
          <a:solidFill>
            <a:srgbClr val="008000">
              <a:alpha val="70000"/>
            </a:srgbClr>
          </a:solidFill>
          <a:ln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80" name="TextBox 15"/>
          <p:cNvSpPr txBox="1"/>
          <p:nvPr/>
        </p:nvSpPr>
        <p:spPr>
          <a:xfrm>
            <a:off x="4727368" y="1191166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008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</a:p>
        </p:txBody>
      </p:sp>
      <p:grpSp>
        <p:nvGrpSpPr>
          <p:cNvPr id="981" name="Group 21"/>
          <p:cNvGrpSpPr/>
          <p:nvPr/>
        </p:nvGrpSpPr>
        <p:grpSpPr>
          <a:xfrm>
            <a:off x="262970" y="1401115"/>
            <a:ext cx="2273067" cy="646331"/>
            <a:chOff x="168813" y="1275479"/>
            <a:chExt cx="2273067" cy="646331"/>
          </a:xfrm>
        </p:grpSpPr>
        <p:sp>
          <p:nvSpPr>
            <p:cNvPr id="982" name="TextBox 480"/>
            <p:cNvSpPr txBox="1"/>
            <p:nvPr/>
          </p:nvSpPr>
          <p:spPr>
            <a:xfrm>
              <a:off x="168813" y="1275479"/>
              <a:ext cx="227306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680" indent="-233680">
                <a:lnSpc>
                  <a:spcPct val="90000"/>
                </a:lnSpc>
              </a:pPr>
              <a:r>
                <a:rPr lang="en-US" sz="2000" b="1" i="1" dirty="0">
                  <a:solidFill>
                    <a:srgbClr val="00009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4. </a:t>
              </a:r>
              <a:r>
                <a:rPr lang="zh-CN" altLang="en-US" sz="20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可编程</a:t>
              </a:r>
              <a:endParaRPr lang="en-US" altLang="zh-CN" sz="2000" i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  <a:p>
              <a:pPr marL="233680" indent="-233680">
                <a:lnSpc>
                  <a:spcPct val="90000"/>
                </a:lnSpc>
              </a:pPr>
              <a:r>
                <a:rPr lang="zh-CN" altLang="en-US" sz="20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的控制应用</a:t>
              </a:r>
              <a:endParaRPr lang="en-US" sz="2000" i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983" name="Straight Connector 481"/>
            <p:cNvCxnSpPr>
              <a:cxnSpLocks/>
            </p:cNvCxnSpPr>
            <p:nvPr/>
          </p:nvCxnSpPr>
          <p:spPr bwMode="auto">
            <a:xfrm>
              <a:off x="1361283" y="1484807"/>
              <a:ext cx="628834" cy="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cxnSp>
        <p:nvCxnSpPr>
          <p:cNvPr id="984" name="Straight Connector 482"/>
          <p:cNvCxnSpPr/>
          <p:nvPr/>
        </p:nvCxnSpPr>
        <p:spPr bwMode="auto">
          <a:xfrm flipV="1">
            <a:off x="6719166" y="1595208"/>
            <a:ext cx="663883" cy="1006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85" name="TextBox 4"/>
          <p:cNvSpPr txBox="1"/>
          <p:nvPr/>
        </p:nvSpPr>
        <p:spPr>
          <a:xfrm>
            <a:off x="2202650" y="1464416"/>
            <a:ext cx="55625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路由</a:t>
            </a:r>
            <a:endParaRPr lang="en-US" sz="1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86" name="TextBox 465"/>
          <p:cNvSpPr txBox="1"/>
          <p:nvPr/>
        </p:nvSpPr>
        <p:spPr>
          <a:xfrm>
            <a:off x="3095771" y="1468785"/>
            <a:ext cx="930757" cy="2754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zh-CN" altLang="en-US" sz="1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接入控制</a:t>
            </a:r>
            <a:endParaRPr lang="en-US" sz="1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87" name="TextBox 466"/>
          <p:cNvSpPr txBox="1"/>
          <p:nvPr/>
        </p:nvSpPr>
        <p:spPr>
          <a:xfrm>
            <a:off x="5772208" y="1458696"/>
            <a:ext cx="942495" cy="2754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zh-CN" altLang="en-US" sz="1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负载均衡</a:t>
            </a:r>
            <a:endParaRPr lang="en-US" sz="1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9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5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69" name="Text Box 167"/>
          <p:cNvSpPr txBox="1">
            <a:spLocks noChangeArrowheads="1"/>
          </p:cNvSpPr>
          <p:nvPr/>
        </p:nvSpPr>
        <p:spPr bwMode="auto">
          <a:xfrm>
            <a:off x="389980" y="698664"/>
            <a:ext cx="8274881" cy="523220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SDN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体系结构</a:t>
            </a:r>
            <a:endParaRPr lang="en-US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7" name="Content Placeholder 6"/>
          <p:cNvSpPr>
            <a:spLocks noGrp="1"/>
          </p:cNvSpPr>
          <p:nvPr>
            <p:ph idx="1"/>
          </p:nvPr>
        </p:nvSpPr>
        <p:spPr>
          <a:xfrm>
            <a:off x="384534" y="1571027"/>
            <a:ext cx="4524265" cy="3624584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zh-CN" altLang="en-US" sz="2400" b="1" dirty="0">
                <a:solidFill>
                  <a:srgbClr val="CC0000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数据平面交换</a:t>
            </a:r>
          </a:p>
          <a:p>
            <a:pPr marL="269875" indent="-269875">
              <a:lnSpc>
                <a:spcPts val="3600"/>
              </a:lnSpc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通用的数据平面交换机：由硬件实现，快速、简单</a:t>
            </a:r>
            <a:endParaRPr lang="en-US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269875" indent="-269875">
              <a:lnSpc>
                <a:spcPts val="3600"/>
              </a:lnSpc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流表由控制器进行计算、安装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269875" indent="-269875">
              <a:lnSpc>
                <a:spcPts val="3600"/>
              </a:lnSpc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交换机与控制器之间通过开放协议通信，如</a:t>
            </a:r>
            <a:r>
              <a:rPr lang="en-US" altLang="zh-CN" sz="2400" b="1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OpenFlow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1053" name="Group 1052"/>
          <p:cNvGrpSpPr/>
          <p:nvPr/>
        </p:nvGrpSpPr>
        <p:grpSpPr>
          <a:xfrm>
            <a:off x="4920143" y="1108641"/>
            <a:ext cx="4037393" cy="5169947"/>
            <a:chOff x="4990227" y="910464"/>
            <a:chExt cx="4037393" cy="5169947"/>
          </a:xfrm>
        </p:grpSpPr>
        <p:sp>
          <p:nvSpPr>
            <p:cNvPr id="1054" name="TextBox 399"/>
            <p:cNvSpPr txBox="1">
              <a:spLocks noChangeArrowheads="1"/>
            </p:cNvSpPr>
            <p:nvPr/>
          </p:nvSpPr>
          <p:spPr bwMode="auto">
            <a:xfrm>
              <a:off x="8300317" y="4936685"/>
              <a:ext cx="723276" cy="284693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465"/>
                </a:lnSpc>
              </a:pPr>
              <a:r>
                <a:rPr lang="zh-CN" altLang="en-US" sz="14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数据面</a:t>
              </a:r>
              <a:endParaRPr lang="en-US" sz="1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55" name="TextBox 400"/>
            <p:cNvSpPr txBox="1">
              <a:spLocks noChangeArrowheads="1"/>
            </p:cNvSpPr>
            <p:nvPr/>
          </p:nvSpPr>
          <p:spPr bwMode="auto">
            <a:xfrm>
              <a:off x="8304345" y="2474327"/>
              <a:ext cx="723275" cy="284693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465"/>
                </a:lnSpc>
              </a:pPr>
              <a:r>
                <a:rPr lang="zh-CN" altLang="en-US" sz="14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控制面</a:t>
              </a:r>
              <a:endParaRPr lang="en-US" sz="1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1056" name="Straight Connector 1055"/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ln w="25400">
              <a:solidFill>
                <a:schemeClr val="tx1"/>
              </a:solidFill>
              <a:prstDash val="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7" name="Straight Connector 1056"/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ln w="25400">
              <a:solidFill>
                <a:schemeClr val="tx1"/>
              </a:solidFill>
              <a:prstDash val="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58" name="Group 1057"/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1114" name="Freeform 2"/>
              <p:cNvSpPr/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</p:spPr>
            <p:txBody>
              <a:bodyPr wrap="none" anchor="ctr"/>
              <a:lstStyle/>
              <a:p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1115" name="Straight Connector 1114"/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" name="Straight Connector 1115"/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7" name="Straight Connector 1116"/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8" name="Straight Connector 1117"/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9" name="Straight Connector 1118"/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0" name="Straight Connector 1119"/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1" name="Straight Connector 1120"/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2" name="Straight Connector 1121"/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123" name="Group 347"/>
              <p:cNvGrpSpPr/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1164" name="Oval 1163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65" name="Rectangle 1164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66" name="Oval 1165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67" name="Freeform 1166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68" name="Freeform 1167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69" name="Freeform 1168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70" name="Freeform 1169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1171" name="Straight Connector 1170"/>
                <p:cNvCxnSpPr>
                  <a:endCxn id="116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2" name="Straight Connector 1171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4" name="Group 347"/>
              <p:cNvGrpSpPr/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1155" name="Oval 1154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56" name="Rectangle 1155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57" name="Oval 1156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58" name="Freeform 1157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59" name="Freeform 1158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60" name="Freeform 1159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61" name="Freeform 1160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1162" name="Straight Connector 1161"/>
                <p:cNvCxnSpPr>
                  <a:endCxn id="115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3" name="Straight Connector 1162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5" name="Group 347"/>
              <p:cNvGrpSpPr/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1146" name="Oval 1145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47" name="Rectangle 1146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48" name="Oval 1147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49" name="Freeform 1148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50" name="Freeform 1149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51" name="Freeform 1150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52" name="Freeform 1151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1153" name="Straight Connector 1152"/>
                <p:cNvCxnSpPr>
                  <a:endCxn id="114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4" name="Straight Connector 1153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6" name="Group 347"/>
              <p:cNvGrpSpPr/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1137" name="Oval 1136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38" name="Rectangle 1137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39" name="Oval 1138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40" name="Freeform 1139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41" name="Freeform 1140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42" name="Freeform 1141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43" name="Freeform 1142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1144" name="Straight Connector 1143"/>
                <p:cNvCxnSpPr>
                  <a:endCxn id="1139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45" name="Straight Connector 1144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7" name="Group 347"/>
              <p:cNvGrpSpPr/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1128" name="Oval 1127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29" name="Rectangle 1128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30" name="Oval 1129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31" name="Freeform 1130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32" name="Freeform 1131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33" name="Freeform 1132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34" name="Freeform 1133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1135" name="Straight Connector 1134"/>
                <p:cNvCxnSpPr>
                  <a:endCxn id="1130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36" name="Straight Connector 1135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59" name="Group 1058"/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1078" name="Rectangle 1077"/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9" name="Freeform 1078"/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-1" fmla="*/ 0 w 199855"/>
                  <a:gd name="connsiteY0-2" fmla="*/ 733787 h 1367693"/>
                  <a:gd name="connsiteX1-3" fmla="*/ 199855 w 199855"/>
                  <a:gd name="connsiteY1-4" fmla="*/ 0 h 1367693"/>
                  <a:gd name="connsiteX2-5" fmla="*/ 199855 w 199855"/>
                  <a:gd name="connsiteY2-6" fmla="*/ 1016000 h 1367693"/>
                  <a:gd name="connsiteX3-7" fmla="*/ 4470 w 199855"/>
                  <a:gd name="connsiteY3-8" fmla="*/ 1367693 h 1367693"/>
                  <a:gd name="connsiteX4-9" fmla="*/ 0 w 199855"/>
                  <a:gd name="connsiteY4-10" fmla="*/ 733787 h 1367693"/>
                  <a:gd name="connsiteX0-11" fmla="*/ 25203 w 225058"/>
                  <a:gd name="connsiteY0-12" fmla="*/ 733787 h 1361758"/>
                  <a:gd name="connsiteX1-13" fmla="*/ 225058 w 225058"/>
                  <a:gd name="connsiteY1-14" fmla="*/ 0 h 1361758"/>
                  <a:gd name="connsiteX2-15" fmla="*/ 225058 w 225058"/>
                  <a:gd name="connsiteY2-16" fmla="*/ 1016000 h 1361758"/>
                  <a:gd name="connsiteX3-17" fmla="*/ 0 w 225058"/>
                  <a:gd name="connsiteY3-18" fmla="*/ 1361758 h 1361758"/>
                  <a:gd name="connsiteX4-19" fmla="*/ 25203 w 225058"/>
                  <a:gd name="connsiteY4-20" fmla="*/ 733787 h 1361758"/>
                  <a:gd name="connsiteX0-21" fmla="*/ 25203 w 230992"/>
                  <a:gd name="connsiteY0-22" fmla="*/ 787197 h 1415168"/>
                  <a:gd name="connsiteX1-23" fmla="*/ 230992 w 230992"/>
                  <a:gd name="connsiteY1-24" fmla="*/ 0 h 1415168"/>
                  <a:gd name="connsiteX2-25" fmla="*/ 225058 w 230992"/>
                  <a:gd name="connsiteY2-26" fmla="*/ 1069410 h 1415168"/>
                  <a:gd name="connsiteX3-27" fmla="*/ 0 w 230992"/>
                  <a:gd name="connsiteY3-28" fmla="*/ 1415168 h 1415168"/>
                  <a:gd name="connsiteX4-29" fmla="*/ 25203 w 230992"/>
                  <a:gd name="connsiteY4-30" fmla="*/ 787197 h 1415168"/>
                  <a:gd name="connsiteX0-31" fmla="*/ 0 w 205789"/>
                  <a:gd name="connsiteY0-32" fmla="*/ 787197 h 1427037"/>
                  <a:gd name="connsiteX1-33" fmla="*/ 205789 w 205789"/>
                  <a:gd name="connsiteY1-34" fmla="*/ 0 h 1427037"/>
                  <a:gd name="connsiteX2-35" fmla="*/ 199855 w 205789"/>
                  <a:gd name="connsiteY2-36" fmla="*/ 1069410 h 1427037"/>
                  <a:gd name="connsiteX3-37" fmla="*/ 4471 w 205789"/>
                  <a:gd name="connsiteY3-38" fmla="*/ 1427037 h 1427037"/>
                  <a:gd name="connsiteX4-39" fmla="*/ 0 w 205789"/>
                  <a:gd name="connsiteY4-40" fmla="*/ 787197 h 1427037"/>
                  <a:gd name="connsiteX0-41" fmla="*/ 0 w 199855"/>
                  <a:gd name="connsiteY0-42" fmla="*/ 745656 h 1385496"/>
                  <a:gd name="connsiteX1-43" fmla="*/ 193920 w 199855"/>
                  <a:gd name="connsiteY1-44" fmla="*/ 0 h 1385496"/>
                  <a:gd name="connsiteX2-45" fmla="*/ 199855 w 199855"/>
                  <a:gd name="connsiteY2-46" fmla="*/ 1027869 h 1385496"/>
                  <a:gd name="connsiteX3-47" fmla="*/ 4471 w 199855"/>
                  <a:gd name="connsiteY3-48" fmla="*/ 1385496 h 1385496"/>
                  <a:gd name="connsiteX4-49" fmla="*/ 0 w 199855"/>
                  <a:gd name="connsiteY4-50" fmla="*/ 745656 h 1385496"/>
                  <a:gd name="connsiteX0-51" fmla="*/ 20385 w 220240"/>
                  <a:gd name="connsiteY0-52" fmla="*/ 745656 h 1058154"/>
                  <a:gd name="connsiteX1-53" fmla="*/ 214305 w 220240"/>
                  <a:gd name="connsiteY1-54" fmla="*/ 0 h 1058154"/>
                  <a:gd name="connsiteX2-55" fmla="*/ 220240 w 220240"/>
                  <a:gd name="connsiteY2-56" fmla="*/ 1027869 h 1058154"/>
                  <a:gd name="connsiteX3-57" fmla="*/ 68 w 220240"/>
                  <a:gd name="connsiteY3-58" fmla="*/ 986902 h 1058154"/>
                  <a:gd name="connsiteX4-59" fmla="*/ 20385 w 220240"/>
                  <a:gd name="connsiteY4-60" fmla="*/ 745656 h 1058154"/>
                  <a:gd name="connsiteX0-61" fmla="*/ 20385 w 220240"/>
                  <a:gd name="connsiteY0-62" fmla="*/ 745656 h 1068836"/>
                  <a:gd name="connsiteX1-63" fmla="*/ 214305 w 220240"/>
                  <a:gd name="connsiteY1-64" fmla="*/ 0 h 1068836"/>
                  <a:gd name="connsiteX2-65" fmla="*/ 220240 w 220240"/>
                  <a:gd name="connsiteY2-66" fmla="*/ 1027869 h 1068836"/>
                  <a:gd name="connsiteX3-67" fmla="*/ 68 w 220240"/>
                  <a:gd name="connsiteY3-68" fmla="*/ 986902 h 1068836"/>
                  <a:gd name="connsiteX4-69" fmla="*/ 20385 w 220240"/>
                  <a:gd name="connsiteY4-70" fmla="*/ 745656 h 1068836"/>
                  <a:gd name="connsiteX0-71" fmla="*/ 15446 w 215301"/>
                  <a:gd name="connsiteY0-72" fmla="*/ 745656 h 1057581"/>
                  <a:gd name="connsiteX1-73" fmla="*/ 209366 w 215301"/>
                  <a:gd name="connsiteY1-74" fmla="*/ 0 h 1057581"/>
                  <a:gd name="connsiteX2-75" fmla="*/ 215301 w 215301"/>
                  <a:gd name="connsiteY2-76" fmla="*/ 1027869 h 1057581"/>
                  <a:gd name="connsiteX3-77" fmla="*/ 87 w 215301"/>
                  <a:gd name="connsiteY3-78" fmla="*/ 888484 h 1057581"/>
                  <a:gd name="connsiteX4-79" fmla="*/ 15446 w 215301"/>
                  <a:gd name="connsiteY4-80" fmla="*/ 745656 h 1057581"/>
                  <a:gd name="connsiteX0-81" fmla="*/ 15446 w 215301"/>
                  <a:gd name="connsiteY0-82" fmla="*/ 745656 h 1063397"/>
                  <a:gd name="connsiteX1-83" fmla="*/ 209366 w 215301"/>
                  <a:gd name="connsiteY1-84" fmla="*/ 0 h 1063397"/>
                  <a:gd name="connsiteX2-85" fmla="*/ 215301 w 215301"/>
                  <a:gd name="connsiteY2-86" fmla="*/ 1027869 h 1063397"/>
                  <a:gd name="connsiteX3-87" fmla="*/ 87 w 215301"/>
                  <a:gd name="connsiteY3-88" fmla="*/ 888484 h 1063397"/>
                  <a:gd name="connsiteX4-89" fmla="*/ 15446 w 215301"/>
                  <a:gd name="connsiteY4-90" fmla="*/ 745656 h 1063397"/>
                  <a:gd name="connsiteX0-91" fmla="*/ 15446 w 215301"/>
                  <a:gd name="connsiteY0-92" fmla="*/ 745656 h 1027869"/>
                  <a:gd name="connsiteX1-93" fmla="*/ 209366 w 215301"/>
                  <a:gd name="connsiteY1-94" fmla="*/ 0 h 1027869"/>
                  <a:gd name="connsiteX2-95" fmla="*/ 215301 w 215301"/>
                  <a:gd name="connsiteY2-96" fmla="*/ 1027869 h 1027869"/>
                  <a:gd name="connsiteX3-97" fmla="*/ 87 w 215301"/>
                  <a:gd name="connsiteY3-98" fmla="*/ 888484 h 1027869"/>
                  <a:gd name="connsiteX4-99" fmla="*/ 15446 w 215301"/>
                  <a:gd name="connsiteY4-100" fmla="*/ 745656 h 102786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accent6">
                      <a:lumMod val="20000"/>
                      <a:lumOff val="80000"/>
                    </a:schemeClr>
                  </a:gs>
                </a:gsLst>
                <a:lin ang="0" scaled="0"/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080" name="Group 950"/>
              <p:cNvGrpSpPr/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1082" name="Freeform 951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83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84" name="Freeform 953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85" name="Freeform 954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86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1087" name="Group 956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112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3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1088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1089" name="Group 960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110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1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1090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91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1092" name="Group 965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108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09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1093" name="Freeform 968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1094" name="Group 969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106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07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1095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96" name="Freeform 973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97" name="Freeform 974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98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99" name="Freeform 976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00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01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02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03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pPr algn="ctr" eaLnBrk="1" hangingPunct="1"/>
                  <a:endParaRPr lang="en-US">
                    <a:solidFill>
                      <a:srgbClr val="FF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04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05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1081" name="TextBox 1080"/>
              <p:cNvSpPr txBox="1"/>
              <p:nvPr/>
            </p:nvSpPr>
            <p:spPr>
              <a:xfrm>
                <a:off x="5929816" y="3090332"/>
                <a:ext cx="1553630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SDN</a:t>
                </a:r>
                <a:r>
                  <a:rPr lang="zh-CN" altLang="en-US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控制器</a:t>
                </a:r>
                <a:endParaRPr lang="en-US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  <a:p>
                <a:pPr algn="ctr"/>
                <a:r>
                  <a:rPr 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(</a:t>
                </a:r>
                <a:r>
                  <a:rPr lang="zh-CN" alt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网络操作系统</a:t>
                </a:r>
                <a:r>
                  <a:rPr 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)</a:t>
                </a:r>
              </a:p>
            </p:txBody>
          </p:sp>
        </p:grpSp>
        <p:sp>
          <p:nvSpPr>
            <p:cNvPr id="1060" name="TextBox 1059"/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>
                  <a:solidFill>
                    <a:srgbClr val="00800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…</a:t>
              </a:r>
            </a:p>
          </p:txBody>
        </p:sp>
        <p:grpSp>
          <p:nvGrpSpPr>
            <p:cNvPr id="1061" name="Group 1060"/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1076" name="Oval 1075"/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7" name="TextBox 1076"/>
              <p:cNvSpPr txBox="1"/>
              <p:nvPr/>
            </p:nvSpPr>
            <p:spPr>
              <a:xfrm>
                <a:off x="4940099" y="1374585"/>
                <a:ext cx="59503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zh-CN" alt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路由</a:t>
                </a:r>
                <a:endParaRPr lang="en-US" sz="16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062" name="Group 1061"/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1074" name="Oval 1073"/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5" name="TextBox 1074"/>
              <p:cNvSpPr txBox="1"/>
              <p:nvPr/>
            </p:nvSpPr>
            <p:spPr>
              <a:xfrm>
                <a:off x="6122059" y="2124902"/>
                <a:ext cx="1005403" cy="2893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zh-CN" alt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接入控制</a:t>
                </a:r>
                <a:endParaRPr lang="en-US" sz="16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063" name="Group 1062"/>
            <p:cNvGrpSpPr/>
            <p:nvPr/>
          </p:nvGrpSpPr>
          <p:grpSpPr>
            <a:xfrm>
              <a:off x="7230837" y="1756871"/>
              <a:ext cx="1025785" cy="590176"/>
              <a:chOff x="6938682" y="977153"/>
              <a:chExt cx="1025785" cy="590176"/>
            </a:xfrm>
          </p:grpSpPr>
          <p:sp>
            <p:nvSpPr>
              <p:cNvPr id="1072" name="Oval 1071"/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3" name="TextBox 1072"/>
              <p:cNvSpPr txBox="1"/>
              <p:nvPr/>
            </p:nvSpPr>
            <p:spPr>
              <a:xfrm>
                <a:off x="6959064" y="1133634"/>
                <a:ext cx="1005403" cy="2893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zh-CN" alt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负载均衡</a:t>
                </a:r>
                <a:endParaRPr lang="en-US" sz="16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cxnSp>
          <p:nvCxnSpPr>
            <p:cNvPr id="1064" name="Straight Arrow Connector 1063"/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1065" name="Straight Arrow Connector 1064"/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1066" name="Straight Arrow Connector 1065"/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1067" name="Straight Arrow Connector 1066"/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sp>
          <p:nvSpPr>
            <p:cNvPr id="1068" name="TextBox 399"/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465"/>
                </a:lnSpc>
              </a:pPr>
              <a:r>
                <a:rPr lang="zh-CN" altLang="en-US" sz="14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南向</a:t>
              </a:r>
              <a:r>
                <a:rPr lang="en-US" sz="14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 API</a:t>
              </a:r>
            </a:p>
          </p:txBody>
        </p:sp>
        <p:sp>
          <p:nvSpPr>
            <p:cNvPr id="1069" name="TextBox 399"/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465"/>
                </a:lnSpc>
              </a:pPr>
              <a:r>
                <a:rPr lang="zh-CN" altLang="en-US" sz="14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北向 </a:t>
              </a:r>
              <a:r>
                <a:rPr lang="en-US" sz="14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API</a:t>
              </a:r>
            </a:p>
          </p:txBody>
        </p:sp>
        <p:sp>
          <p:nvSpPr>
            <p:cNvPr id="1070" name="TextBox 399"/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6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465"/>
                </a:lnSpc>
              </a:pPr>
              <a:r>
                <a:rPr lang="en-US" sz="14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SDN</a:t>
              </a:r>
              <a:r>
                <a:rPr lang="zh-CN" altLang="en-US" sz="14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交换机</a:t>
              </a:r>
              <a:endParaRPr lang="en-US" sz="1400" i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71" name="TextBox 399"/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465"/>
                </a:lnSpc>
              </a:pPr>
              <a:r>
                <a:rPr lang="zh-CN" altLang="en-US" sz="14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网络控制应用</a:t>
              </a:r>
              <a:endParaRPr lang="en-US" sz="1400" i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Rectangle 1"/>
          <p:cNvSpPr/>
          <p:nvPr/>
        </p:nvSpPr>
        <p:spPr bwMode="auto">
          <a:xfrm>
            <a:off x="4761485" y="1013470"/>
            <a:ext cx="4134334" cy="3947271"/>
          </a:xfrm>
          <a:prstGeom prst="rect">
            <a:avLst/>
          </a:prstGeom>
          <a:solidFill>
            <a:schemeClr val="bg1">
              <a:alpha val="62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5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4.6 </a:t>
            </a:r>
            <a:r>
              <a:rPr lang="zh-CN" alt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软件定义网络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69" name="Text Box 167"/>
          <p:cNvSpPr txBox="1">
            <a:spLocks noChangeArrowheads="1"/>
          </p:cNvSpPr>
          <p:nvPr/>
        </p:nvSpPr>
        <p:spPr bwMode="auto">
          <a:xfrm>
            <a:off x="331752" y="673170"/>
            <a:ext cx="6496900" cy="523220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SDN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体系结构</a:t>
            </a:r>
            <a:endParaRPr lang="en-US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7" name="Content Placeholder 6"/>
          <p:cNvSpPr>
            <a:spLocks noGrp="1"/>
          </p:cNvSpPr>
          <p:nvPr>
            <p:ph idx="1"/>
          </p:nvPr>
        </p:nvSpPr>
        <p:spPr>
          <a:xfrm>
            <a:off x="358124" y="1566001"/>
            <a:ext cx="4524265" cy="4152254"/>
          </a:xfrm>
        </p:spPr>
        <p:txBody>
          <a:bodyPr>
            <a:noAutofit/>
          </a:bodyPr>
          <a:lstStyle/>
          <a:p>
            <a:pPr marL="0" indent="0">
              <a:buNone/>
            </a:pPr>
            <a:r>
              <a:rPr lang="en-US" altLang="zh-CN" sz="2400" b="1" dirty="0">
                <a:solidFill>
                  <a:srgbClr val="CC000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SDN</a:t>
            </a:r>
            <a:r>
              <a:rPr lang="zh-CN" altLang="en-US" sz="2400" b="1" dirty="0">
                <a:solidFill>
                  <a:srgbClr val="CC000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控制器（网络操作系统）</a:t>
            </a:r>
            <a:endParaRPr lang="en-US" sz="2400" b="1" dirty="0">
              <a:solidFill>
                <a:srgbClr val="CC0000"/>
              </a:solidFill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269875" indent="-269875">
              <a:lnSpc>
                <a:spcPts val="3600"/>
              </a:lnSpc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维护网络状态信息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269875" indent="-269875">
              <a:lnSpc>
                <a:spcPts val="3600"/>
              </a:lnSpc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通过南向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API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与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SDN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交换机进行交互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269875" indent="-269875">
              <a:lnSpc>
                <a:spcPts val="3600"/>
              </a:lnSpc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通过北向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API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与网络控制应用进行交互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269875" indent="-269875">
              <a:lnSpc>
                <a:spcPts val="3600"/>
              </a:lnSpc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对于性能、扩展、容错等问题，可以考虑分布式系统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1053" name="Group 1052"/>
          <p:cNvGrpSpPr/>
          <p:nvPr/>
        </p:nvGrpSpPr>
        <p:grpSpPr>
          <a:xfrm>
            <a:off x="4989875" y="1139745"/>
            <a:ext cx="4037393" cy="5169947"/>
            <a:chOff x="4990227" y="910464"/>
            <a:chExt cx="4037393" cy="5169947"/>
          </a:xfrm>
        </p:grpSpPr>
        <p:sp>
          <p:nvSpPr>
            <p:cNvPr id="1054" name="TextBox 399"/>
            <p:cNvSpPr txBox="1">
              <a:spLocks noChangeArrowheads="1"/>
            </p:cNvSpPr>
            <p:nvPr/>
          </p:nvSpPr>
          <p:spPr bwMode="auto">
            <a:xfrm>
              <a:off x="8300317" y="4936685"/>
              <a:ext cx="723276" cy="284693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465"/>
                </a:lnSpc>
              </a:pPr>
              <a:r>
                <a:rPr lang="zh-CN" altLang="en-US" sz="14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数据面</a:t>
              </a:r>
              <a:endParaRPr lang="en-US" sz="1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55" name="TextBox 400"/>
            <p:cNvSpPr txBox="1">
              <a:spLocks noChangeArrowheads="1"/>
            </p:cNvSpPr>
            <p:nvPr/>
          </p:nvSpPr>
          <p:spPr bwMode="auto">
            <a:xfrm>
              <a:off x="8304345" y="2474327"/>
              <a:ext cx="723275" cy="284693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465"/>
                </a:lnSpc>
              </a:pPr>
              <a:r>
                <a:rPr lang="zh-CN" altLang="en-US" sz="14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控制面</a:t>
              </a:r>
              <a:endParaRPr lang="en-US" sz="1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1056" name="Straight Connector 1055"/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ln w="25400">
              <a:solidFill>
                <a:schemeClr val="tx1"/>
              </a:solidFill>
              <a:prstDash val="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7" name="Straight Connector 1056"/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ln w="25400">
              <a:solidFill>
                <a:schemeClr val="tx1"/>
              </a:solidFill>
              <a:prstDash val="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58" name="Group 1057"/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1114" name="Freeform 2"/>
              <p:cNvSpPr/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</p:spPr>
            <p:txBody>
              <a:bodyPr wrap="none" anchor="ctr"/>
              <a:lstStyle/>
              <a:p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1115" name="Straight Connector 1114"/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" name="Straight Connector 1115"/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7" name="Straight Connector 1116"/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8" name="Straight Connector 1117"/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9" name="Straight Connector 1118"/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0" name="Straight Connector 1119"/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1" name="Straight Connector 1120"/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2" name="Straight Connector 1121"/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123" name="Group 347"/>
              <p:cNvGrpSpPr/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1164" name="Oval 1163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65" name="Rectangle 1164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66" name="Oval 1165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67" name="Freeform 1166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68" name="Freeform 1167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69" name="Freeform 1168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70" name="Freeform 1169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1171" name="Straight Connector 1170"/>
                <p:cNvCxnSpPr>
                  <a:endCxn id="116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2" name="Straight Connector 1171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4" name="Group 347"/>
              <p:cNvGrpSpPr/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1155" name="Oval 1154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56" name="Rectangle 1155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57" name="Oval 1156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58" name="Freeform 1157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59" name="Freeform 1158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60" name="Freeform 1159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61" name="Freeform 1160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1162" name="Straight Connector 1161"/>
                <p:cNvCxnSpPr>
                  <a:endCxn id="115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3" name="Straight Connector 1162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5" name="Group 347"/>
              <p:cNvGrpSpPr/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1146" name="Oval 1145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47" name="Rectangle 1146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48" name="Oval 1147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49" name="Freeform 1148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50" name="Freeform 1149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51" name="Freeform 1150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52" name="Freeform 1151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1153" name="Straight Connector 1152"/>
                <p:cNvCxnSpPr>
                  <a:endCxn id="114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4" name="Straight Connector 1153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6" name="Group 347"/>
              <p:cNvGrpSpPr/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1137" name="Oval 1136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38" name="Rectangle 1137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39" name="Oval 1138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40" name="Freeform 1139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41" name="Freeform 1140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42" name="Freeform 1141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43" name="Freeform 1142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1144" name="Straight Connector 1143"/>
                <p:cNvCxnSpPr>
                  <a:endCxn id="1139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45" name="Straight Connector 1144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7" name="Group 347"/>
              <p:cNvGrpSpPr/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1128" name="Oval 1127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29" name="Rectangle 1128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30" name="Oval 1129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31" name="Freeform 1130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32" name="Freeform 1131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33" name="Freeform 1132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34" name="Freeform 1133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1135" name="Straight Connector 1134"/>
                <p:cNvCxnSpPr>
                  <a:endCxn id="1130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36" name="Straight Connector 1135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59" name="Group 1058"/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1078" name="Rectangle 1077"/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9" name="Freeform 1078"/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-1" fmla="*/ 0 w 199855"/>
                  <a:gd name="connsiteY0-2" fmla="*/ 733787 h 1367693"/>
                  <a:gd name="connsiteX1-3" fmla="*/ 199855 w 199855"/>
                  <a:gd name="connsiteY1-4" fmla="*/ 0 h 1367693"/>
                  <a:gd name="connsiteX2-5" fmla="*/ 199855 w 199855"/>
                  <a:gd name="connsiteY2-6" fmla="*/ 1016000 h 1367693"/>
                  <a:gd name="connsiteX3-7" fmla="*/ 4470 w 199855"/>
                  <a:gd name="connsiteY3-8" fmla="*/ 1367693 h 1367693"/>
                  <a:gd name="connsiteX4-9" fmla="*/ 0 w 199855"/>
                  <a:gd name="connsiteY4-10" fmla="*/ 733787 h 1367693"/>
                  <a:gd name="connsiteX0-11" fmla="*/ 25203 w 225058"/>
                  <a:gd name="connsiteY0-12" fmla="*/ 733787 h 1361758"/>
                  <a:gd name="connsiteX1-13" fmla="*/ 225058 w 225058"/>
                  <a:gd name="connsiteY1-14" fmla="*/ 0 h 1361758"/>
                  <a:gd name="connsiteX2-15" fmla="*/ 225058 w 225058"/>
                  <a:gd name="connsiteY2-16" fmla="*/ 1016000 h 1361758"/>
                  <a:gd name="connsiteX3-17" fmla="*/ 0 w 225058"/>
                  <a:gd name="connsiteY3-18" fmla="*/ 1361758 h 1361758"/>
                  <a:gd name="connsiteX4-19" fmla="*/ 25203 w 225058"/>
                  <a:gd name="connsiteY4-20" fmla="*/ 733787 h 1361758"/>
                  <a:gd name="connsiteX0-21" fmla="*/ 25203 w 230992"/>
                  <a:gd name="connsiteY0-22" fmla="*/ 787197 h 1415168"/>
                  <a:gd name="connsiteX1-23" fmla="*/ 230992 w 230992"/>
                  <a:gd name="connsiteY1-24" fmla="*/ 0 h 1415168"/>
                  <a:gd name="connsiteX2-25" fmla="*/ 225058 w 230992"/>
                  <a:gd name="connsiteY2-26" fmla="*/ 1069410 h 1415168"/>
                  <a:gd name="connsiteX3-27" fmla="*/ 0 w 230992"/>
                  <a:gd name="connsiteY3-28" fmla="*/ 1415168 h 1415168"/>
                  <a:gd name="connsiteX4-29" fmla="*/ 25203 w 230992"/>
                  <a:gd name="connsiteY4-30" fmla="*/ 787197 h 1415168"/>
                  <a:gd name="connsiteX0-31" fmla="*/ 0 w 205789"/>
                  <a:gd name="connsiteY0-32" fmla="*/ 787197 h 1427037"/>
                  <a:gd name="connsiteX1-33" fmla="*/ 205789 w 205789"/>
                  <a:gd name="connsiteY1-34" fmla="*/ 0 h 1427037"/>
                  <a:gd name="connsiteX2-35" fmla="*/ 199855 w 205789"/>
                  <a:gd name="connsiteY2-36" fmla="*/ 1069410 h 1427037"/>
                  <a:gd name="connsiteX3-37" fmla="*/ 4471 w 205789"/>
                  <a:gd name="connsiteY3-38" fmla="*/ 1427037 h 1427037"/>
                  <a:gd name="connsiteX4-39" fmla="*/ 0 w 205789"/>
                  <a:gd name="connsiteY4-40" fmla="*/ 787197 h 1427037"/>
                  <a:gd name="connsiteX0-41" fmla="*/ 0 w 199855"/>
                  <a:gd name="connsiteY0-42" fmla="*/ 745656 h 1385496"/>
                  <a:gd name="connsiteX1-43" fmla="*/ 193920 w 199855"/>
                  <a:gd name="connsiteY1-44" fmla="*/ 0 h 1385496"/>
                  <a:gd name="connsiteX2-45" fmla="*/ 199855 w 199855"/>
                  <a:gd name="connsiteY2-46" fmla="*/ 1027869 h 1385496"/>
                  <a:gd name="connsiteX3-47" fmla="*/ 4471 w 199855"/>
                  <a:gd name="connsiteY3-48" fmla="*/ 1385496 h 1385496"/>
                  <a:gd name="connsiteX4-49" fmla="*/ 0 w 199855"/>
                  <a:gd name="connsiteY4-50" fmla="*/ 745656 h 1385496"/>
                  <a:gd name="connsiteX0-51" fmla="*/ 20385 w 220240"/>
                  <a:gd name="connsiteY0-52" fmla="*/ 745656 h 1058154"/>
                  <a:gd name="connsiteX1-53" fmla="*/ 214305 w 220240"/>
                  <a:gd name="connsiteY1-54" fmla="*/ 0 h 1058154"/>
                  <a:gd name="connsiteX2-55" fmla="*/ 220240 w 220240"/>
                  <a:gd name="connsiteY2-56" fmla="*/ 1027869 h 1058154"/>
                  <a:gd name="connsiteX3-57" fmla="*/ 68 w 220240"/>
                  <a:gd name="connsiteY3-58" fmla="*/ 986902 h 1058154"/>
                  <a:gd name="connsiteX4-59" fmla="*/ 20385 w 220240"/>
                  <a:gd name="connsiteY4-60" fmla="*/ 745656 h 1058154"/>
                  <a:gd name="connsiteX0-61" fmla="*/ 20385 w 220240"/>
                  <a:gd name="connsiteY0-62" fmla="*/ 745656 h 1068836"/>
                  <a:gd name="connsiteX1-63" fmla="*/ 214305 w 220240"/>
                  <a:gd name="connsiteY1-64" fmla="*/ 0 h 1068836"/>
                  <a:gd name="connsiteX2-65" fmla="*/ 220240 w 220240"/>
                  <a:gd name="connsiteY2-66" fmla="*/ 1027869 h 1068836"/>
                  <a:gd name="connsiteX3-67" fmla="*/ 68 w 220240"/>
                  <a:gd name="connsiteY3-68" fmla="*/ 986902 h 1068836"/>
                  <a:gd name="connsiteX4-69" fmla="*/ 20385 w 220240"/>
                  <a:gd name="connsiteY4-70" fmla="*/ 745656 h 1068836"/>
                  <a:gd name="connsiteX0-71" fmla="*/ 15446 w 215301"/>
                  <a:gd name="connsiteY0-72" fmla="*/ 745656 h 1057581"/>
                  <a:gd name="connsiteX1-73" fmla="*/ 209366 w 215301"/>
                  <a:gd name="connsiteY1-74" fmla="*/ 0 h 1057581"/>
                  <a:gd name="connsiteX2-75" fmla="*/ 215301 w 215301"/>
                  <a:gd name="connsiteY2-76" fmla="*/ 1027869 h 1057581"/>
                  <a:gd name="connsiteX3-77" fmla="*/ 87 w 215301"/>
                  <a:gd name="connsiteY3-78" fmla="*/ 888484 h 1057581"/>
                  <a:gd name="connsiteX4-79" fmla="*/ 15446 w 215301"/>
                  <a:gd name="connsiteY4-80" fmla="*/ 745656 h 1057581"/>
                  <a:gd name="connsiteX0-81" fmla="*/ 15446 w 215301"/>
                  <a:gd name="connsiteY0-82" fmla="*/ 745656 h 1063397"/>
                  <a:gd name="connsiteX1-83" fmla="*/ 209366 w 215301"/>
                  <a:gd name="connsiteY1-84" fmla="*/ 0 h 1063397"/>
                  <a:gd name="connsiteX2-85" fmla="*/ 215301 w 215301"/>
                  <a:gd name="connsiteY2-86" fmla="*/ 1027869 h 1063397"/>
                  <a:gd name="connsiteX3-87" fmla="*/ 87 w 215301"/>
                  <a:gd name="connsiteY3-88" fmla="*/ 888484 h 1063397"/>
                  <a:gd name="connsiteX4-89" fmla="*/ 15446 w 215301"/>
                  <a:gd name="connsiteY4-90" fmla="*/ 745656 h 1063397"/>
                  <a:gd name="connsiteX0-91" fmla="*/ 15446 w 215301"/>
                  <a:gd name="connsiteY0-92" fmla="*/ 745656 h 1027869"/>
                  <a:gd name="connsiteX1-93" fmla="*/ 209366 w 215301"/>
                  <a:gd name="connsiteY1-94" fmla="*/ 0 h 1027869"/>
                  <a:gd name="connsiteX2-95" fmla="*/ 215301 w 215301"/>
                  <a:gd name="connsiteY2-96" fmla="*/ 1027869 h 1027869"/>
                  <a:gd name="connsiteX3-97" fmla="*/ 87 w 215301"/>
                  <a:gd name="connsiteY3-98" fmla="*/ 888484 h 1027869"/>
                  <a:gd name="connsiteX4-99" fmla="*/ 15446 w 215301"/>
                  <a:gd name="connsiteY4-100" fmla="*/ 745656 h 102786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accent6">
                      <a:lumMod val="20000"/>
                      <a:lumOff val="80000"/>
                    </a:schemeClr>
                  </a:gs>
                </a:gsLst>
                <a:lin ang="0" scaled="0"/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080" name="Group 950"/>
              <p:cNvGrpSpPr/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1082" name="Freeform 951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83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84" name="Freeform 953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85" name="Freeform 954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86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1087" name="Group 956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112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3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1088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1089" name="Group 960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110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1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1090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91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1092" name="Group 965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108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09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1093" name="Freeform 968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1094" name="Group 969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106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07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1095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96" name="Freeform 973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97" name="Freeform 974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98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99" name="Freeform 976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00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01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02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03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pPr algn="ctr" eaLnBrk="1" hangingPunct="1"/>
                  <a:endParaRPr lang="en-US">
                    <a:solidFill>
                      <a:srgbClr val="FF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04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05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1081" name="TextBox 1080"/>
              <p:cNvSpPr txBox="1"/>
              <p:nvPr/>
            </p:nvSpPr>
            <p:spPr>
              <a:xfrm>
                <a:off x="5929816" y="3090332"/>
                <a:ext cx="1553630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SDN</a:t>
                </a:r>
                <a:r>
                  <a:rPr lang="zh-CN" altLang="en-US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控制器</a:t>
                </a:r>
                <a:endParaRPr lang="en-US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  <a:p>
                <a:pPr algn="ctr"/>
                <a:r>
                  <a:rPr 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(</a:t>
                </a:r>
                <a:r>
                  <a:rPr lang="zh-CN" alt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网络操作系统</a:t>
                </a:r>
                <a:r>
                  <a:rPr 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)</a:t>
                </a:r>
              </a:p>
            </p:txBody>
          </p:sp>
        </p:grpSp>
        <p:sp>
          <p:nvSpPr>
            <p:cNvPr id="1060" name="TextBox 1059"/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>
                  <a:solidFill>
                    <a:srgbClr val="00800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…</a:t>
              </a:r>
            </a:p>
          </p:txBody>
        </p:sp>
        <p:grpSp>
          <p:nvGrpSpPr>
            <p:cNvPr id="1061" name="Group 1060"/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1076" name="Oval 1075"/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7" name="TextBox 1076"/>
              <p:cNvSpPr txBox="1"/>
              <p:nvPr/>
            </p:nvSpPr>
            <p:spPr>
              <a:xfrm>
                <a:off x="4940099" y="1374585"/>
                <a:ext cx="59503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zh-CN" alt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路由</a:t>
                </a:r>
                <a:endParaRPr lang="en-US" sz="16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062" name="Group 1061"/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1074" name="Oval 1073"/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5" name="TextBox 1074"/>
              <p:cNvSpPr txBox="1"/>
              <p:nvPr/>
            </p:nvSpPr>
            <p:spPr>
              <a:xfrm>
                <a:off x="6122059" y="2124902"/>
                <a:ext cx="1005403" cy="2893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zh-CN" alt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接入控制</a:t>
                </a:r>
                <a:endParaRPr lang="en-US" sz="16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063" name="Group 1062"/>
            <p:cNvGrpSpPr/>
            <p:nvPr/>
          </p:nvGrpSpPr>
          <p:grpSpPr>
            <a:xfrm>
              <a:off x="7230837" y="1756871"/>
              <a:ext cx="1025785" cy="590176"/>
              <a:chOff x="6938682" y="977153"/>
              <a:chExt cx="1025785" cy="590176"/>
            </a:xfrm>
          </p:grpSpPr>
          <p:sp>
            <p:nvSpPr>
              <p:cNvPr id="1072" name="Oval 1071"/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3" name="TextBox 1072"/>
              <p:cNvSpPr txBox="1"/>
              <p:nvPr/>
            </p:nvSpPr>
            <p:spPr>
              <a:xfrm>
                <a:off x="6959064" y="1133634"/>
                <a:ext cx="1005403" cy="2893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zh-CN" alt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负载均衡</a:t>
                </a:r>
                <a:endParaRPr lang="en-US" sz="16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cxnSp>
          <p:nvCxnSpPr>
            <p:cNvPr id="1064" name="Straight Arrow Connector 1063"/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1065" name="Straight Arrow Connector 1064"/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1066" name="Straight Arrow Connector 1065"/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1067" name="Straight Arrow Connector 1066"/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sp>
          <p:nvSpPr>
            <p:cNvPr id="1068" name="TextBox 399"/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465"/>
                </a:lnSpc>
              </a:pPr>
              <a:r>
                <a:rPr lang="zh-CN" altLang="en-US" sz="14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南向</a:t>
              </a:r>
              <a:r>
                <a:rPr lang="en-US" sz="14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 API</a:t>
              </a:r>
            </a:p>
          </p:txBody>
        </p:sp>
        <p:sp>
          <p:nvSpPr>
            <p:cNvPr id="1069" name="TextBox 399"/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465"/>
                </a:lnSpc>
              </a:pPr>
              <a:r>
                <a:rPr lang="zh-CN" altLang="en-US" sz="14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北向 </a:t>
              </a:r>
              <a:r>
                <a:rPr lang="en-US" sz="14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API</a:t>
              </a:r>
            </a:p>
          </p:txBody>
        </p:sp>
        <p:sp>
          <p:nvSpPr>
            <p:cNvPr id="1070" name="TextBox 399"/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6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465"/>
                </a:lnSpc>
              </a:pPr>
              <a:r>
                <a:rPr lang="en-US" sz="14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SDN</a:t>
              </a:r>
              <a:r>
                <a:rPr lang="zh-CN" altLang="en-US" sz="14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交换机</a:t>
              </a:r>
              <a:endParaRPr lang="en-US" sz="1400" i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71" name="TextBox 399"/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465"/>
                </a:lnSpc>
              </a:pPr>
              <a:r>
                <a:rPr lang="zh-CN" altLang="en-US" sz="14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网络控制应用</a:t>
              </a:r>
              <a:endParaRPr lang="en-US" sz="1400" i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125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4.6 </a:t>
            </a:r>
            <a:r>
              <a:rPr lang="zh-CN" alt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软件定义网络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3" name="Rectangle 129"/>
          <p:cNvSpPr/>
          <p:nvPr/>
        </p:nvSpPr>
        <p:spPr bwMode="auto">
          <a:xfrm>
            <a:off x="5079554" y="4854243"/>
            <a:ext cx="3305724" cy="1411097"/>
          </a:xfrm>
          <a:prstGeom prst="rect">
            <a:avLst/>
          </a:prstGeom>
          <a:solidFill>
            <a:schemeClr val="bg1">
              <a:alpha val="62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Rectangle 129"/>
          <p:cNvSpPr/>
          <p:nvPr/>
        </p:nvSpPr>
        <p:spPr bwMode="auto">
          <a:xfrm>
            <a:off x="4882389" y="1150569"/>
            <a:ext cx="3502889" cy="1518668"/>
          </a:xfrm>
          <a:prstGeom prst="rect">
            <a:avLst/>
          </a:prstGeom>
          <a:solidFill>
            <a:schemeClr val="bg1">
              <a:alpha val="62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69" name="Text Box 167"/>
          <p:cNvSpPr txBox="1">
            <a:spLocks noChangeArrowheads="1"/>
          </p:cNvSpPr>
          <p:nvPr/>
        </p:nvSpPr>
        <p:spPr bwMode="auto">
          <a:xfrm>
            <a:off x="331751" y="673170"/>
            <a:ext cx="8393147" cy="523220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SDN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体系结构</a:t>
            </a:r>
            <a:endParaRPr lang="en-US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7" name="Content Placeholder 6"/>
          <p:cNvSpPr>
            <a:spLocks noGrp="1"/>
          </p:cNvSpPr>
          <p:nvPr>
            <p:ph idx="1"/>
          </p:nvPr>
        </p:nvSpPr>
        <p:spPr>
          <a:xfrm>
            <a:off x="357690" y="1687129"/>
            <a:ext cx="4362709" cy="2549644"/>
          </a:xfrm>
        </p:spPr>
        <p:txBody>
          <a:bodyPr>
            <a:noAutofit/>
          </a:bodyPr>
          <a:lstStyle/>
          <a:p>
            <a:pPr marL="0" indent="0">
              <a:buNone/>
            </a:pPr>
            <a:r>
              <a:rPr lang="en-US" altLang="zh-CN" sz="2400" b="1" dirty="0">
                <a:solidFill>
                  <a:srgbClr val="CC000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SDN</a:t>
            </a:r>
            <a:r>
              <a:rPr lang="zh-CN" altLang="en-US" sz="2400" b="1" dirty="0">
                <a:solidFill>
                  <a:srgbClr val="CC000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网络控制应用</a:t>
            </a:r>
            <a:endParaRPr lang="en-US" sz="2400" b="1" dirty="0">
              <a:solidFill>
                <a:srgbClr val="CC0000"/>
              </a:solidFill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269875" indent="-269875">
              <a:lnSpc>
                <a:spcPts val="3600"/>
              </a:lnSpc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使用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SDN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控制器提供的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API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实现控制功能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269875" indent="-269875">
              <a:lnSpc>
                <a:spcPts val="3600"/>
              </a:lnSpc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网络控制应用可以由第三方实现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1053" name="Group 1052"/>
          <p:cNvGrpSpPr/>
          <p:nvPr/>
        </p:nvGrpSpPr>
        <p:grpSpPr>
          <a:xfrm>
            <a:off x="4952127" y="1196390"/>
            <a:ext cx="4037393" cy="5169947"/>
            <a:chOff x="4990227" y="910464"/>
            <a:chExt cx="4037393" cy="5169947"/>
          </a:xfrm>
        </p:grpSpPr>
        <p:sp>
          <p:nvSpPr>
            <p:cNvPr id="1054" name="TextBox 399"/>
            <p:cNvSpPr txBox="1">
              <a:spLocks noChangeArrowheads="1"/>
            </p:cNvSpPr>
            <p:nvPr/>
          </p:nvSpPr>
          <p:spPr bwMode="auto">
            <a:xfrm>
              <a:off x="8300317" y="4936685"/>
              <a:ext cx="723276" cy="284693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465"/>
                </a:lnSpc>
              </a:pPr>
              <a:r>
                <a:rPr lang="zh-CN" altLang="en-US" sz="14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数据面</a:t>
              </a:r>
              <a:endParaRPr lang="en-US" sz="1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55" name="TextBox 400"/>
            <p:cNvSpPr txBox="1">
              <a:spLocks noChangeArrowheads="1"/>
            </p:cNvSpPr>
            <p:nvPr/>
          </p:nvSpPr>
          <p:spPr bwMode="auto">
            <a:xfrm>
              <a:off x="8304345" y="2474327"/>
              <a:ext cx="723275" cy="284693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465"/>
                </a:lnSpc>
              </a:pPr>
              <a:r>
                <a:rPr lang="zh-CN" altLang="en-US" sz="14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控制面</a:t>
              </a:r>
              <a:endParaRPr lang="en-US" sz="1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1056" name="Straight Connector 1055"/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ln w="25400">
              <a:solidFill>
                <a:schemeClr val="tx1"/>
              </a:solidFill>
              <a:prstDash val="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7" name="Straight Connector 1056"/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ln w="25400">
              <a:solidFill>
                <a:schemeClr val="tx1"/>
              </a:solidFill>
              <a:prstDash val="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58" name="Group 1057"/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1114" name="Freeform 2"/>
              <p:cNvSpPr/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</p:spPr>
            <p:txBody>
              <a:bodyPr wrap="none" anchor="ctr"/>
              <a:lstStyle/>
              <a:p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1115" name="Straight Connector 1114"/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" name="Straight Connector 1115"/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7" name="Straight Connector 1116"/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8" name="Straight Connector 1117"/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9" name="Straight Connector 1118"/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0" name="Straight Connector 1119"/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1" name="Straight Connector 1120"/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2" name="Straight Connector 1121"/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123" name="Group 347"/>
              <p:cNvGrpSpPr/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1164" name="Oval 1163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65" name="Rectangle 1164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66" name="Oval 1165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67" name="Freeform 1166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68" name="Freeform 1167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69" name="Freeform 1168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70" name="Freeform 1169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1171" name="Straight Connector 1170"/>
                <p:cNvCxnSpPr>
                  <a:endCxn id="116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2" name="Straight Connector 1171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4" name="Group 347"/>
              <p:cNvGrpSpPr/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1155" name="Oval 1154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56" name="Rectangle 1155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57" name="Oval 1156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58" name="Freeform 1157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59" name="Freeform 1158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60" name="Freeform 1159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61" name="Freeform 1160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1162" name="Straight Connector 1161"/>
                <p:cNvCxnSpPr>
                  <a:endCxn id="115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3" name="Straight Connector 1162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5" name="Group 347"/>
              <p:cNvGrpSpPr/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1146" name="Oval 1145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47" name="Rectangle 1146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48" name="Oval 1147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49" name="Freeform 1148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50" name="Freeform 1149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51" name="Freeform 1150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52" name="Freeform 1151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1153" name="Straight Connector 1152"/>
                <p:cNvCxnSpPr>
                  <a:endCxn id="114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4" name="Straight Connector 1153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6" name="Group 347"/>
              <p:cNvGrpSpPr/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1137" name="Oval 1136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38" name="Rectangle 1137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39" name="Oval 1138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40" name="Freeform 1139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41" name="Freeform 1140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42" name="Freeform 1141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43" name="Freeform 1142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1144" name="Straight Connector 1143"/>
                <p:cNvCxnSpPr>
                  <a:endCxn id="1139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45" name="Straight Connector 1144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7" name="Group 347"/>
              <p:cNvGrpSpPr/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1128" name="Oval 1127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29" name="Rectangle 1128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30" name="Oval 1129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31" name="Freeform 1130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32" name="Freeform 1131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33" name="Freeform 1132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34" name="Freeform 1133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cxnSp>
              <p:nvCxnSpPr>
                <p:cNvPr id="1135" name="Straight Connector 1134"/>
                <p:cNvCxnSpPr>
                  <a:endCxn id="1130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36" name="Straight Connector 1135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59" name="Group 1058"/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1078" name="Rectangle 1077"/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9" name="Freeform 1078"/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-1" fmla="*/ 0 w 199855"/>
                  <a:gd name="connsiteY0-2" fmla="*/ 733787 h 1367693"/>
                  <a:gd name="connsiteX1-3" fmla="*/ 199855 w 199855"/>
                  <a:gd name="connsiteY1-4" fmla="*/ 0 h 1367693"/>
                  <a:gd name="connsiteX2-5" fmla="*/ 199855 w 199855"/>
                  <a:gd name="connsiteY2-6" fmla="*/ 1016000 h 1367693"/>
                  <a:gd name="connsiteX3-7" fmla="*/ 4470 w 199855"/>
                  <a:gd name="connsiteY3-8" fmla="*/ 1367693 h 1367693"/>
                  <a:gd name="connsiteX4-9" fmla="*/ 0 w 199855"/>
                  <a:gd name="connsiteY4-10" fmla="*/ 733787 h 1367693"/>
                  <a:gd name="connsiteX0-11" fmla="*/ 25203 w 225058"/>
                  <a:gd name="connsiteY0-12" fmla="*/ 733787 h 1361758"/>
                  <a:gd name="connsiteX1-13" fmla="*/ 225058 w 225058"/>
                  <a:gd name="connsiteY1-14" fmla="*/ 0 h 1361758"/>
                  <a:gd name="connsiteX2-15" fmla="*/ 225058 w 225058"/>
                  <a:gd name="connsiteY2-16" fmla="*/ 1016000 h 1361758"/>
                  <a:gd name="connsiteX3-17" fmla="*/ 0 w 225058"/>
                  <a:gd name="connsiteY3-18" fmla="*/ 1361758 h 1361758"/>
                  <a:gd name="connsiteX4-19" fmla="*/ 25203 w 225058"/>
                  <a:gd name="connsiteY4-20" fmla="*/ 733787 h 1361758"/>
                  <a:gd name="connsiteX0-21" fmla="*/ 25203 w 230992"/>
                  <a:gd name="connsiteY0-22" fmla="*/ 787197 h 1415168"/>
                  <a:gd name="connsiteX1-23" fmla="*/ 230992 w 230992"/>
                  <a:gd name="connsiteY1-24" fmla="*/ 0 h 1415168"/>
                  <a:gd name="connsiteX2-25" fmla="*/ 225058 w 230992"/>
                  <a:gd name="connsiteY2-26" fmla="*/ 1069410 h 1415168"/>
                  <a:gd name="connsiteX3-27" fmla="*/ 0 w 230992"/>
                  <a:gd name="connsiteY3-28" fmla="*/ 1415168 h 1415168"/>
                  <a:gd name="connsiteX4-29" fmla="*/ 25203 w 230992"/>
                  <a:gd name="connsiteY4-30" fmla="*/ 787197 h 1415168"/>
                  <a:gd name="connsiteX0-31" fmla="*/ 0 w 205789"/>
                  <a:gd name="connsiteY0-32" fmla="*/ 787197 h 1427037"/>
                  <a:gd name="connsiteX1-33" fmla="*/ 205789 w 205789"/>
                  <a:gd name="connsiteY1-34" fmla="*/ 0 h 1427037"/>
                  <a:gd name="connsiteX2-35" fmla="*/ 199855 w 205789"/>
                  <a:gd name="connsiteY2-36" fmla="*/ 1069410 h 1427037"/>
                  <a:gd name="connsiteX3-37" fmla="*/ 4471 w 205789"/>
                  <a:gd name="connsiteY3-38" fmla="*/ 1427037 h 1427037"/>
                  <a:gd name="connsiteX4-39" fmla="*/ 0 w 205789"/>
                  <a:gd name="connsiteY4-40" fmla="*/ 787197 h 1427037"/>
                  <a:gd name="connsiteX0-41" fmla="*/ 0 w 199855"/>
                  <a:gd name="connsiteY0-42" fmla="*/ 745656 h 1385496"/>
                  <a:gd name="connsiteX1-43" fmla="*/ 193920 w 199855"/>
                  <a:gd name="connsiteY1-44" fmla="*/ 0 h 1385496"/>
                  <a:gd name="connsiteX2-45" fmla="*/ 199855 w 199855"/>
                  <a:gd name="connsiteY2-46" fmla="*/ 1027869 h 1385496"/>
                  <a:gd name="connsiteX3-47" fmla="*/ 4471 w 199855"/>
                  <a:gd name="connsiteY3-48" fmla="*/ 1385496 h 1385496"/>
                  <a:gd name="connsiteX4-49" fmla="*/ 0 w 199855"/>
                  <a:gd name="connsiteY4-50" fmla="*/ 745656 h 1385496"/>
                  <a:gd name="connsiteX0-51" fmla="*/ 20385 w 220240"/>
                  <a:gd name="connsiteY0-52" fmla="*/ 745656 h 1058154"/>
                  <a:gd name="connsiteX1-53" fmla="*/ 214305 w 220240"/>
                  <a:gd name="connsiteY1-54" fmla="*/ 0 h 1058154"/>
                  <a:gd name="connsiteX2-55" fmla="*/ 220240 w 220240"/>
                  <a:gd name="connsiteY2-56" fmla="*/ 1027869 h 1058154"/>
                  <a:gd name="connsiteX3-57" fmla="*/ 68 w 220240"/>
                  <a:gd name="connsiteY3-58" fmla="*/ 986902 h 1058154"/>
                  <a:gd name="connsiteX4-59" fmla="*/ 20385 w 220240"/>
                  <a:gd name="connsiteY4-60" fmla="*/ 745656 h 1058154"/>
                  <a:gd name="connsiteX0-61" fmla="*/ 20385 w 220240"/>
                  <a:gd name="connsiteY0-62" fmla="*/ 745656 h 1068836"/>
                  <a:gd name="connsiteX1-63" fmla="*/ 214305 w 220240"/>
                  <a:gd name="connsiteY1-64" fmla="*/ 0 h 1068836"/>
                  <a:gd name="connsiteX2-65" fmla="*/ 220240 w 220240"/>
                  <a:gd name="connsiteY2-66" fmla="*/ 1027869 h 1068836"/>
                  <a:gd name="connsiteX3-67" fmla="*/ 68 w 220240"/>
                  <a:gd name="connsiteY3-68" fmla="*/ 986902 h 1068836"/>
                  <a:gd name="connsiteX4-69" fmla="*/ 20385 w 220240"/>
                  <a:gd name="connsiteY4-70" fmla="*/ 745656 h 1068836"/>
                  <a:gd name="connsiteX0-71" fmla="*/ 15446 w 215301"/>
                  <a:gd name="connsiteY0-72" fmla="*/ 745656 h 1057581"/>
                  <a:gd name="connsiteX1-73" fmla="*/ 209366 w 215301"/>
                  <a:gd name="connsiteY1-74" fmla="*/ 0 h 1057581"/>
                  <a:gd name="connsiteX2-75" fmla="*/ 215301 w 215301"/>
                  <a:gd name="connsiteY2-76" fmla="*/ 1027869 h 1057581"/>
                  <a:gd name="connsiteX3-77" fmla="*/ 87 w 215301"/>
                  <a:gd name="connsiteY3-78" fmla="*/ 888484 h 1057581"/>
                  <a:gd name="connsiteX4-79" fmla="*/ 15446 w 215301"/>
                  <a:gd name="connsiteY4-80" fmla="*/ 745656 h 1057581"/>
                  <a:gd name="connsiteX0-81" fmla="*/ 15446 w 215301"/>
                  <a:gd name="connsiteY0-82" fmla="*/ 745656 h 1063397"/>
                  <a:gd name="connsiteX1-83" fmla="*/ 209366 w 215301"/>
                  <a:gd name="connsiteY1-84" fmla="*/ 0 h 1063397"/>
                  <a:gd name="connsiteX2-85" fmla="*/ 215301 w 215301"/>
                  <a:gd name="connsiteY2-86" fmla="*/ 1027869 h 1063397"/>
                  <a:gd name="connsiteX3-87" fmla="*/ 87 w 215301"/>
                  <a:gd name="connsiteY3-88" fmla="*/ 888484 h 1063397"/>
                  <a:gd name="connsiteX4-89" fmla="*/ 15446 w 215301"/>
                  <a:gd name="connsiteY4-90" fmla="*/ 745656 h 1063397"/>
                  <a:gd name="connsiteX0-91" fmla="*/ 15446 w 215301"/>
                  <a:gd name="connsiteY0-92" fmla="*/ 745656 h 1027869"/>
                  <a:gd name="connsiteX1-93" fmla="*/ 209366 w 215301"/>
                  <a:gd name="connsiteY1-94" fmla="*/ 0 h 1027869"/>
                  <a:gd name="connsiteX2-95" fmla="*/ 215301 w 215301"/>
                  <a:gd name="connsiteY2-96" fmla="*/ 1027869 h 1027869"/>
                  <a:gd name="connsiteX3-97" fmla="*/ 87 w 215301"/>
                  <a:gd name="connsiteY3-98" fmla="*/ 888484 h 1027869"/>
                  <a:gd name="connsiteX4-99" fmla="*/ 15446 w 215301"/>
                  <a:gd name="connsiteY4-100" fmla="*/ 745656 h 102786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accent6">
                      <a:lumMod val="20000"/>
                      <a:lumOff val="80000"/>
                    </a:schemeClr>
                  </a:gs>
                </a:gsLst>
                <a:lin ang="0" scaled="0"/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080" name="Group 950"/>
              <p:cNvGrpSpPr/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1082" name="Freeform 951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83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84" name="Freeform 953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85" name="Freeform 954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86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1087" name="Group 956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112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3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1088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1089" name="Group 960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110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1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1090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91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1092" name="Group 965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108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09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1093" name="Freeform 968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1094" name="Group 969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106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07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wrap="none" anchor="ctr"/>
                  <a:lstStyle/>
                  <a:p>
                    <a:endParaRPr lang="en-US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1095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96" name="Freeform 973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97" name="Freeform 974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98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99" name="Freeform 976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00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01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02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03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pPr algn="ctr" eaLnBrk="1" hangingPunct="1"/>
                  <a:endParaRPr lang="en-US">
                    <a:solidFill>
                      <a:srgbClr val="FF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04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05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endParaRPr 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1081" name="TextBox 1080"/>
              <p:cNvSpPr txBox="1"/>
              <p:nvPr/>
            </p:nvSpPr>
            <p:spPr>
              <a:xfrm>
                <a:off x="5929816" y="3090332"/>
                <a:ext cx="1553630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SDN</a:t>
                </a:r>
                <a:r>
                  <a:rPr lang="zh-CN" altLang="en-US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控制器</a:t>
                </a:r>
                <a:endParaRPr lang="en-US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  <a:p>
                <a:pPr algn="ctr"/>
                <a:r>
                  <a:rPr 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(</a:t>
                </a:r>
                <a:r>
                  <a:rPr lang="zh-CN" alt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网络操作系统</a:t>
                </a:r>
                <a:r>
                  <a:rPr 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)</a:t>
                </a:r>
              </a:p>
            </p:txBody>
          </p:sp>
        </p:grpSp>
        <p:sp>
          <p:nvSpPr>
            <p:cNvPr id="1060" name="TextBox 1059"/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>
                  <a:solidFill>
                    <a:srgbClr val="00800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…</a:t>
              </a:r>
            </a:p>
          </p:txBody>
        </p:sp>
        <p:grpSp>
          <p:nvGrpSpPr>
            <p:cNvPr id="1061" name="Group 1060"/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1076" name="Oval 1075"/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7" name="TextBox 1076"/>
              <p:cNvSpPr txBox="1"/>
              <p:nvPr/>
            </p:nvSpPr>
            <p:spPr>
              <a:xfrm>
                <a:off x="4940099" y="1374585"/>
                <a:ext cx="59503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zh-CN" alt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路由</a:t>
                </a:r>
                <a:endParaRPr lang="en-US" sz="16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062" name="Group 1061"/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1074" name="Oval 1073"/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5" name="TextBox 1074"/>
              <p:cNvSpPr txBox="1"/>
              <p:nvPr/>
            </p:nvSpPr>
            <p:spPr>
              <a:xfrm>
                <a:off x="6122059" y="2124902"/>
                <a:ext cx="1005403" cy="2893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zh-CN" alt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接入控制</a:t>
                </a:r>
                <a:endParaRPr lang="en-US" sz="16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063" name="Group 1062"/>
            <p:cNvGrpSpPr/>
            <p:nvPr/>
          </p:nvGrpSpPr>
          <p:grpSpPr>
            <a:xfrm>
              <a:off x="7230837" y="1756871"/>
              <a:ext cx="1025785" cy="590176"/>
              <a:chOff x="6938682" y="977153"/>
              <a:chExt cx="1025785" cy="590176"/>
            </a:xfrm>
          </p:grpSpPr>
          <p:sp>
            <p:nvSpPr>
              <p:cNvPr id="1072" name="Oval 1071"/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3" name="TextBox 1072"/>
              <p:cNvSpPr txBox="1"/>
              <p:nvPr/>
            </p:nvSpPr>
            <p:spPr>
              <a:xfrm>
                <a:off x="6959064" y="1133634"/>
                <a:ext cx="1005403" cy="2893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zh-CN" altLang="en-US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负载均衡</a:t>
                </a:r>
                <a:endParaRPr lang="en-US" sz="16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cxnSp>
          <p:nvCxnSpPr>
            <p:cNvPr id="1064" name="Straight Arrow Connector 1063"/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1065" name="Straight Arrow Connector 1064"/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1066" name="Straight Arrow Connector 1065"/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1067" name="Straight Arrow Connector 1066"/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sp>
          <p:nvSpPr>
            <p:cNvPr id="1068" name="TextBox 399"/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465"/>
                </a:lnSpc>
              </a:pPr>
              <a:r>
                <a:rPr lang="zh-CN" altLang="en-US" sz="14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南向</a:t>
              </a:r>
              <a:r>
                <a:rPr lang="en-US" sz="14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 API</a:t>
              </a:r>
            </a:p>
          </p:txBody>
        </p:sp>
        <p:sp>
          <p:nvSpPr>
            <p:cNvPr id="1069" name="TextBox 399"/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465"/>
                </a:lnSpc>
              </a:pPr>
              <a:r>
                <a:rPr lang="zh-CN" altLang="en-US" sz="14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北向 </a:t>
              </a:r>
              <a:r>
                <a:rPr lang="en-US" sz="14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API</a:t>
              </a:r>
            </a:p>
          </p:txBody>
        </p:sp>
        <p:sp>
          <p:nvSpPr>
            <p:cNvPr id="1070" name="TextBox 399"/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6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465"/>
                </a:lnSpc>
              </a:pPr>
              <a:r>
                <a:rPr lang="en-US" sz="14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SDN</a:t>
              </a:r>
              <a:r>
                <a:rPr lang="zh-CN" altLang="en-US" sz="14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交换机</a:t>
              </a:r>
              <a:endParaRPr lang="en-US" sz="1400" i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71" name="TextBox 399"/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465"/>
                </a:lnSpc>
              </a:pPr>
              <a:r>
                <a:rPr lang="zh-CN" altLang="en-US" sz="1400" i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网络控制应用</a:t>
              </a:r>
              <a:endParaRPr lang="en-US" sz="1400" i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125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4.6 </a:t>
            </a:r>
            <a:r>
              <a:rPr lang="zh-CN" alt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软件定义网络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3" name="Rectangle 129"/>
          <p:cNvSpPr/>
          <p:nvPr/>
        </p:nvSpPr>
        <p:spPr bwMode="auto">
          <a:xfrm>
            <a:off x="4817917" y="3052494"/>
            <a:ext cx="3474551" cy="3269492"/>
          </a:xfrm>
          <a:prstGeom prst="rect">
            <a:avLst/>
          </a:prstGeom>
          <a:solidFill>
            <a:schemeClr val="bg1">
              <a:alpha val="62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Title 1"/>
          <p:cNvSpPr>
            <a:spLocks noGrp="1"/>
          </p:cNvSpPr>
          <p:nvPr>
            <p:ph type="title"/>
          </p:nvPr>
        </p:nvSpPr>
        <p:spPr>
          <a:xfrm>
            <a:off x="364330" y="609788"/>
            <a:ext cx="8435975" cy="704339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OpenFlow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流与流表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17763" name="Content Placeholder 2"/>
          <p:cNvSpPr>
            <a:spLocks noGrp="1"/>
          </p:cNvSpPr>
          <p:nvPr>
            <p:ph idx="1"/>
          </p:nvPr>
        </p:nvSpPr>
        <p:spPr>
          <a:xfrm>
            <a:off x="393470" y="1497737"/>
            <a:ext cx="8458200" cy="2541281"/>
          </a:xfrm>
        </p:spPr>
        <p:txBody>
          <a:bodyPr>
            <a:normAutofit fontScale="85000" lnSpcReduction="10000"/>
          </a:bodyPr>
          <a:lstStyle/>
          <a:p>
            <a:pPr marL="342900" indent="-342900">
              <a:lnSpc>
                <a:spcPts val="32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流：由首部的一个或多个字段定义</a:t>
            </a:r>
            <a:endParaRPr lang="en-US" altLang="zh-CN" dirty="0">
              <a:solidFill>
                <a:srgbClr val="4B4B4B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42900" indent="-342900">
              <a:lnSpc>
                <a:spcPts val="32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通用的转发模式：简化数据包处理规则</a:t>
            </a:r>
            <a:endParaRPr lang="en-US" altLang="zh-CN" dirty="0">
              <a:solidFill>
                <a:srgbClr val="4B4B4B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625475" lvl="1" indent="-266700">
              <a:lnSpc>
                <a:spcPts val="32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模式</a:t>
            </a:r>
            <a:r>
              <a:rPr lang="zh-CN" altLang="en-US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：与数据包首部中的字段进行匹配</a:t>
            </a:r>
            <a:endParaRPr lang="en-US" altLang="zh-CN" dirty="0">
              <a:solidFill>
                <a:srgbClr val="4B4B4B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625475" lvl="1" indent="-266700">
              <a:lnSpc>
                <a:spcPts val="32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动作</a:t>
            </a:r>
            <a:r>
              <a:rPr lang="zh-CN" altLang="en-US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：转发、丢弃、修改数据包，或匹配的数据包发送到控制器</a:t>
            </a:r>
            <a:endParaRPr lang="en-US" altLang="zh-CN" dirty="0">
              <a:solidFill>
                <a:srgbClr val="4B4B4B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625475" lvl="1" indent="-266700">
              <a:lnSpc>
                <a:spcPts val="32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统计</a:t>
            </a:r>
            <a:r>
              <a:rPr lang="zh-CN" altLang="en-US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：按字节或数据包</a:t>
            </a:r>
            <a:endParaRPr lang="en-US" altLang="zh-CN" dirty="0">
              <a:solidFill>
                <a:srgbClr val="4B4B4B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cxnSp>
        <p:nvCxnSpPr>
          <p:cNvPr id="21" name="Straight Connector 20"/>
          <p:cNvCxnSpPr>
            <a:cxnSpLocks noChangeShapeType="1"/>
          </p:cNvCxnSpPr>
          <p:nvPr/>
        </p:nvCxnSpPr>
        <p:spPr bwMode="auto">
          <a:xfrm>
            <a:off x="2411552" y="4585477"/>
            <a:ext cx="1109523" cy="0"/>
          </a:xfrm>
          <a:prstGeom prst="line">
            <a:avLst/>
          </a:prstGeom>
          <a:noFill/>
          <a:ln w="25400">
            <a:solidFill>
              <a:srgbClr val="8E8EE4"/>
            </a:solidFill>
            <a:round/>
            <a:tailEnd type="none" w="lg" len="lg"/>
          </a:ln>
          <a:effectLst>
            <a:outerShdw blurRad="40000" dist="20000" dir="5400000" rotWithShape="0">
              <a:srgbClr val="808080">
                <a:alpha val="37999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3" name="Straight Connector 22"/>
          <p:cNvCxnSpPr>
            <a:cxnSpLocks noChangeShapeType="1"/>
          </p:cNvCxnSpPr>
          <p:nvPr/>
        </p:nvCxnSpPr>
        <p:spPr bwMode="auto">
          <a:xfrm>
            <a:off x="4707551" y="4517552"/>
            <a:ext cx="1271583" cy="0"/>
          </a:xfrm>
          <a:prstGeom prst="line">
            <a:avLst/>
          </a:prstGeom>
          <a:noFill/>
          <a:ln w="25400">
            <a:solidFill>
              <a:srgbClr val="8E8EE4"/>
            </a:solidFill>
            <a:round/>
            <a:tailEnd type="none" w="lg" len="lg"/>
          </a:ln>
          <a:effectLst>
            <a:outerShdw blurRad="40000" dist="20000" dir="5400000" rotWithShape="0">
              <a:srgbClr val="808080">
                <a:alpha val="37999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17766" name="Group 7"/>
          <p:cNvGrpSpPr/>
          <p:nvPr/>
        </p:nvGrpSpPr>
        <p:grpSpPr bwMode="auto">
          <a:xfrm>
            <a:off x="3427414" y="4164790"/>
            <a:ext cx="1281984" cy="701675"/>
            <a:chOff x="1871277" y="1576300"/>
            <a:chExt cx="1128371" cy="437861"/>
          </a:xfrm>
        </p:grpSpPr>
        <p:sp>
          <p:nvSpPr>
            <p:cNvPr id="13" name="Oval 12"/>
            <p:cNvSpPr>
              <a:spLocks noChangeArrowheads="1"/>
            </p:cNvSpPr>
            <p:nvPr/>
          </p:nvSpPr>
          <p:spPr bwMode="auto">
            <a:xfrm flipV="1">
              <a:off x="1874528" y="1694771"/>
              <a:ext cx="1125120" cy="31939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5" name="Rectangle 14"/>
            <p:cNvSpPr/>
            <p:nvPr/>
          </p:nvSpPr>
          <p:spPr bwMode="auto">
            <a:xfrm>
              <a:off x="1871277" y="1739597"/>
              <a:ext cx="1128371" cy="116069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7" name="Oval 16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20" cy="31939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8" name="Freeform 17"/>
            <p:cNvSpPr/>
            <p:nvPr/>
          </p:nvSpPr>
          <p:spPr bwMode="auto">
            <a:xfrm>
              <a:off x="2160686" y="1673158"/>
              <a:ext cx="546301" cy="160896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-1" fmla="*/ 1486231 w 2944854"/>
                <a:gd name="connsiteY0-2" fmla="*/ 727041 h 1316375"/>
                <a:gd name="connsiteX1-3" fmla="*/ 257675 w 2944854"/>
                <a:gd name="connsiteY1-4" fmla="*/ 1302232 h 1316375"/>
                <a:gd name="connsiteX2-5" fmla="*/ 0 w 2944854"/>
                <a:gd name="connsiteY2-6" fmla="*/ 1228607 h 1316375"/>
                <a:gd name="connsiteX3-7" fmla="*/ 911064 w 2944854"/>
                <a:gd name="connsiteY3-8" fmla="*/ 837478 h 1316375"/>
                <a:gd name="connsiteX4-9" fmla="*/ 883456 w 2944854"/>
                <a:gd name="connsiteY4-10" fmla="*/ 450949 h 1316375"/>
                <a:gd name="connsiteX5-11" fmla="*/ 161047 w 2944854"/>
                <a:gd name="connsiteY5-12" fmla="*/ 119640 h 1316375"/>
                <a:gd name="connsiteX6-13" fmla="*/ 404917 w 2944854"/>
                <a:gd name="connsiteY6-14" fmla="*/ 50617 h 1316375"/>
                <a:gd name="connsiteX7-15" fmla="*/ 1477028 w 2944854"/>
                <a:gd name="connsiteY7-16" fmla="*/ 501566 h 1316375"/>
                <a:gd name="connsiteX8-17" fmla="*/ 2572146 w 2944854"/>
                <a:gd name="connsiteY8-18" fmla="*/ 0 h 1316375"/>
                <a:gd name="connsiteX9-19" fmla="*/ 2875834 w 2944854"/>
                <a:gd name="connsiteY9-20" fmla="*/ 96632 h 1316375"/>
                <a:gd name="connsiteX10-21" fmla="*/ 2079803 w 2944854"/>
                <a:gd name="connsiteY10-22" fmla="*/ 432543 h 1316375"/>
                <a:gd name="connsiteX11-23" fmla="*/ 2240850 w 2944854"/>
                <a:gd name="connsiteY11-24" fmla="*/ 920305 h 1316375"/>
                <a:gd name="connsiteX12-25" fmla="*/ 2944854 w 2944854"/>
                <a:gd name="connsiteY12-26" fmla="*/ 1228607 h 1316375"/>
                <a:gd name="connsiteX13-27" fmla="*/ 2756623 w 2944854"/>
                <a:gd name="connsiteY13-28" fmla="*/ 1316375 h 1316375"/>
                <a:gd name="connsiteX14-29" fmla="*/ 1486231 w 2944854"/>
                <a:gd name="connsiteY14-30" fmla="*/ 727041 h 1316375"/>
                <a:gd name="connsiteX0-31" fmla="*/ 1486231 w 3024520"/>
                <a:gd name="connsiteY0-32" fmla="*/ 727041 h 1316375"/>
                <a:gd name="connsiteX1-33" fmla="*/ 257675 w 3024520"/>
                <a:gd name="connsiteY1-34" fmla="*/ 1302232 h 1316375"/>
                <a:gd name="connsiteX2-35" fmla="*/ 0 w 3024520"/>
                <a:gd name="connsiteY2-36" fmla="*/ 1228607 h 1316375"/>
                <a:gd name="connsiteX3-37" fmla="*/ 911064 w 3024520"/>
                <a:gd name="connsiteY3-38" fmla="*/ 837478 h 1316375"/>
                <a:gd name="connsiteX4-39" fmla="*/ 883456 w 3024520"/>
                <a:gd name="connsiteY4-40" fmla="*/ 450949 h 1316375"/>
                <a:gd name="connsiteX5-41" fmla="*/ 161047 w 3024520"/>
                <a:gd name="connsiteY5-42" fmla="*/ 119640 h 1316375"/>
                <a:gd name="connsiteX6-43" fmla="*/ 404917 w 3024520"/>
                <a:gd name="connsiteY6-44" fmla="*/ 50617 h 1316375"/>
                <a:gd name="connsiteX7-45" fmla="*/ 1477028 w 3024520"/>
                <a:gd name="connsiteY7-46" fmla="*/ 501566 h 1316375"/>
                <a:gd name="connsiteX8-47" fmla="*/ 2572146 w 3024520"/>
                <a:gd name="connsiteY8-48" fmla="*/ 0 h 1316375"/>
                <a:gd name="connsiteX9-49" fmla="*/ 2875834 w 3024520"/>
                <a:gd name="connsiteY9-50" fmla="*/ 96632 h 1316375"/>
                <a:gd name="connsiteX10-51" fmla="*/ 2079803 w 3024520"/>
                <a:gd name="connsiteY10-52" fmla="*/ 432543 h 1316375"/>
                <a:gd name="connsiteX11-53" fmla="*/ 2240850 w 3024520"/>
                <a:gd name="connsiteY11-54" fmla="*/ 920305 h 1316375"/>
                <a:gd name="connsiteX12-55" fmla="*/ 3024520 w 3024520"/>
                <a:gd name="connsiteY12-56" fmla="*/ 1228607 h 1316375"/>
                <a:gd name="connsiteX13-57" fmla="*/ 2756623 w 3024520"/>
                <a:gd name="connsiteY13-58" fmla="*/ 1316375 h 1316375"/>
                <a:gd name="connsiteX14-59" fmla="*/ 1486231 w 3024520"/>
                <a:gd name="connsiteY14-60" fmla="*/ 727041 h 1316375"/>
                <a:gd name="connsiteX0-61" fmla="*/ 1537780 w 3076069"/>
                <a:gd name="connsiteY0-62" fmla="*/ 727041 h 1316375"/>
                <a:gd name="connsiteX1-63" fmla="*/ 309224 w 3076069"/>
                <a:gd name="connsiteY1-64" fmla="*/ 1302232 h 1316375"/>
                <a:gd name="connsiteX2-65" fmla="*/ 0 w 3076069"/>
                <a:gd name="connsiteY2-66" fmla="*/ 1228607 h 1316375"/>
                <a:gd name="connsiteX3-67" fmla="*/ 962613 w 3076069"/>
                <a:gd name="connsiteY3-68" fmla="*/ 837478 h 1316375"/>
                <a:gd name="connsiteX4-69" fmla="*/ 935005 w 3076069"/>
                <a:gd name="connsiteY4-70" fmla="*/ 450949 h 1316375"/>
                <a:gd name="connsiteX5-71" fmla="*/ 212596 w 3076069"/>
                <a:gd name="connsiteY5-72" fmla="*/ 119640 h 1316375"/>
                <a:gd name="connsiteX6-73" fmla="*/ 456466 w 3076069"/>
                <a:gd name="connsiteY6-74" fmla="*/ 50617 h 1316375"/>
                <a:gd name="connsiteX7-75" fmla="*/ 1528577 w 3076069"/>
                <a:gd name="connsiteY7-76" fmla="*/ 501566 h 1316375"/>
                <a:gd name="connsiteX8-77" fmla="*/ 2623695 w 3076069"/>
                <a:gd name="connsiteY8-78" fmla="*/ 0 h 1316375"/>
                <a:gd name="connsiteX9-79" fmla="*/ 2927383 w 3076069"/>
                <a:gd name="connsiteY9-80" fmla="*/ 96632 h 1316375"/>
                <a:gd name="connsiteX10-81" fmla="*/ 2131352 w 3076069"/>
                <a:gd name="connsiteY10-82" fmla="*/ 432543 h 1316375"/>
                <a:gd name="connsiteX11-83" fmla="*/ 2292399 w 3076069"/>
                <a:gd name="connsiteY11-84" fmla="*/ 920305 h 1316375"/>
                <a:gd name="connsiteX12-85" fmla="*/ 3076069 w 3076069"/>
                <a:gd name="connsiteY12-86" fmla="*/ 1228607 h 1316375"/>
                <a:gd name="connsiteX13-87" fmla="*/ 2808172 w 3076069"/>
                <a:gd name="connsiteY13-88" fmla="*/ 1316375 h 1316375"/>
                <a:gd name="connsiteX14-89" fmla="*/ 1537780 w 3076069"/>
                <a:gd name="connsiteY14-90" fmla="*/ 727041 h 1316375"/>
                <a:gd name="connsiteX0-91" fmla="*/ 1537780 w 3076069"/>
                <a:gd name="connsiteY0-92" fmla="*/ 727041 h 1321259"/>
                <a:gd name="connsiteX1-93" fmla="*/ 313981 w 3076069"/>
                <a:gd name="connsiteY1-94" fmla="*/ 1321259 h 1321259"/>
                <a:gd name="connsiteX2-95" fmla="*/ 0 w 3076069"/>
                <a:gd name="connsiteY2-96" fmla="*/ 1228607 h 1321259"/>
                <a:gd name="connsiteX3-97" fmla="*/ 962613 w 3076069"/>
                <a:gd name="connsiteY3-98" fmla="*/ 837478 h 1321259"/>
                <a:gd name="connsiteX4-99" fmla="*/ 935005 w 3076069"/>
                <a:gd name="connsiteY4-100" fmla="*/ 450949 h 1321259"/>
                <a:gd name="connsiteX5-101" fmla="*/ 212596 w 3076069"/>
                <a:gd name="connsiteY5-102" fmla="*/ 119640 h 1321259"/>
                <a:gd name="connsiteX6-103" fmla="*/ 456466 w 3076069"/>
                <a:gd name="connsiteY6-104" fmla="*/ 50617 h 1321259"/>
                <a:gd name="connsiteX7-105" fmla="*/ 1528577 w 3076069"/>
                <a:gd name="connsiteY7-106" fmla="*/ 501566 h 1321259"/>
                <a:gd name="connsiteX8-107" fmla="*/ 2623695 w 3076069"/>
                <a:gd name="connsiteY8-108" fmla="*/ 0 h 1321259"/>
                <a:gd name="connsiteX9-109" fmla="*/ 2927383 w 3076069"/>
                <a:gd name="connsiteY9-110" fmla="*/ 96632 h 1321259"/>
                <a:gd name="connsiteX10-111" fmla="*/ 2131352 w 3076069"/>
                <a:gd name="connsiteY10-112" fmla="*/ 432543 h 1321259"/>
                <a:gd name="connsiteX11-113" fmla="*/ 2292399 w 3076069"/>
                <a:gd name="connsiteY11-114" fmla="*/ 920305 h 1321259"/>
                <a:gd name="connsiteX12-115" fmla="*/ 3076069 w 3076069"/>
                <a:gd name="connsiteY12-116" fmla="*/ 1228607 h 1321259"/>
                <a:gd name="connsiteX13-117" fmla="*/ 2808172 w 3076069"/>
                <a:gd name="connsiteY13-118" fmla="*/ 1316375 h 1321259"/>
                <a:gd name="connsiteX14-119" fmla="*/ 1537780 w 3076069"/>
                <a:gd name="connsiteY14-120" fmla="*/ 727041 h 1321259"/>
                <a:gd name="connsiteX0-121" fmla="*/ 1537780 w 3076069"/>
                <a:gd name="connsiteY0-122" fmla="*/ 750825 h 1321259"/>
                <a:gd name="connsiteX1-123" fmla="*/ 313981 w 3076069"/>
                <a:gd name="connsiteY1-124" fmla="*/ 1321259 h 1321259"/>
                <a:gd name="connsiteX2-125" fmla="*/ 0 w 3076069"/>
                <a:gd name="connsiteY2-126" fmla="*/ 1228607 h 1321259"/>
                <a:gd name="connsiteX3-127" fmla="*/ 962613 w 3076069"/>
                <a:gd name="connsiteY3-128" fmla="*/ 837478 h 1321259"/>
                <a:gd name="connsiteX4-129" fmla="*/ 935005 w 3076069"/>
                <a:gd name="connsiteY4-130" fmla="*/ 450949 h 1321259"/>
                <a:gd name="connsiteX5-131" fmla="*/ 212596 w 3076069"/>
                <a:gd name="connsiteY5-132" fmla="*/ 119640 h 1321259"/>
                <a:gd name="connsiteX6-133" fmla="*/ 456466 w 3076069"/>
                <a:gd name="connsiteY6-134" fmla="*/ 50617 h 1321259"/>
                <a:gd name="connsiteX7-135" fmla="*/ 1528577 w 3076069"/>
                <a:gd name="connsiteY7-136" fmla="*/ 501566 h 1321259"/>
                <a:gd name="connsiteX8-137" fmla="*/ 2623695 w 3076069"/>
                <a:gd name="connsiteY8-138" fmla="*/ 0 h 1321259"/>
                <a:gd name="connsiteX9-139" fmla="*/ 2927383 w 3076069"/>
                <a:gd name="connsiteY9-140" fmla="*/ 96632 h 1321259"/>
                <a:gd name="connsiteX10-141" fmla="*/ 2131352 w 3076069"/>
                <a:gd name="connsiteY10-142" fmla="*/ 432543 h 1321259"/>
                <a:gd name="connsiteX11-143" fmla="*/ 2292399 w 3076069"/>
                <a:gd name="connsiteY11-144" fmla="*/ 920305 h 1321259"/>
                <a:gd name="connsiteX12-145" fmla="*/ 3076069 w 3076069"/>
                <a:gd name="connsiteY12-146" fmla="*/ 1228607 h 1321259"/>
                <a:gd name="connsiteX13-147" fmla="*/ 2808172 w 3076069"/>
                <a:gd name="connsiteY13-148" fmla="*/ 1316375 h 1321259"/>
                <a:gd name="connsiteX14-149" fmla="*/ 1537780 w 3076069"/>
                <a:gd name="connsiteY14-150" fmla="*/ 750825 h 132125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" name="Freeform 18"/>
            <p:cNvSpPr/>
            <p:nvPr/>
          </p:nvSpPr>
          <p:spPr bwMode="auto">
            <a:xfrm>
              <a:off x="2103238" y="1633134"/>
              <a:ext cx="661197" cy="111267"/>
            </a:xfrm>
            <a:custGeom>
              <a:avLst/>
              <a:gdLst>
                <a:gd name="T0" fmla="*/ 0 w 3723451"/>
                <a:gd name="T1" fmla="*/ 27221 h 932950"/>
                <a:gd name="T2" fmla="*/ 116342 w 3723451"/>
                <a:gd name="T3" fmla="*/ 321 h 932950"/>
                <a:gd name="T4" fmla="*/ 329542 w 3723451"/>
                <a:gd name="T5" fmla="*/ 62084 h 932950"/>
                <a:gd name="T6" fmla="*/ 532938 w 3723451"/>
                <a:gd name="T7" fmla="*/ 0 h 932950"/>
                <a:gd name="T8" fmla="*/ 661197 w 3723451"/>
                <a:gd name="T9" fmla="*/ 24705 h 932950"/>
                <a:gd name="T10" fmla="*/ 565772 w 3723451"/>
                <a:gd name="T11" fmla="*/ 55085 h 932950"/>
                <a:gd name="T12" fmla="*/ 535050 w 3723451"/>
                <a:gd name="T13" fmla="*/ 46894 h 932950"/>
                <a:gd name="T14" fmla="*/ 333288 w 3723451"/>
                <a:gd name="T15" fmla="*/ 111267 h 932950"/>
                <a:gd name="T16" fmla="*/ 126366 w 3723451"/>
                <a:gd name="T17" fmla="*/ 49262 h 932950"/>
                <a:gd name="T18" fmla="*/ 92910 w 3723451"/>
                <a:gd name="T19" fmla="*/ 55954 h 932950"/>
                <a:gd name="T20" fmla="*/ 0 w 3723451"/>
                <a:gd name="T21" fmla="*/ 27221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20" name="Freeform 19"/>
            <p:cNvSpPr/>
            <p:nvPr/>
          </p:nvSpPr>
          <p:spPr bwMode="auto">
            <a:xfrm>
              <a:off x="2538978" y="1727590"/>
              <a:ext cx="241716" cy="96858"/>
            </a:xfrm>
            <a:custGeom>
              <a:avLst/>
              <a:gdLst>
                <a:gd name="T0" fmla="*/ 0 w 1366596"/>
                <a:gd name="T1" fmla="*/ 0 h 809868"/>
                <a:gd name="T2" fmla="*/ 241716 w 1366596"/>
                <a:gd name="T3" fmla="*/ 74845 h 809868"/>
                <a:gd name="T4" fmla="*/ 153005 w 1366596"/>
                <a:gd name="T5" fmla="*/ 96858 h 809868"/>
                <a:gd name="T6" fmla="*/ 814 w 1366596"/>
                <a:gd name="T7" fmla="*/ 51181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22" name="Freeform 21"/>
            <p:cNvSpPr/>
            <p:nvPr/>
          </p:nvSpPr>
          <p:spPr bwMode="auto">
            <a:xfrm>
              <a:off x="2090231" y="1729992"/>
              <a:ext cx="238465" cy="96858"/>
            </a:xfrm>
            <a:custGeom>
              <a:avLst/>
              <a:gdLst>
                <a:gd name="T0" fmla="*/ 235210 w 1348191"/>
                <a:gd name="T1" fmla="*/ 0 h 791462"/>
                <a:gd name="T2" fmla="*/ 238465 w 1348191"/>
                <a:gd name="T3" fmla="*/ 46740 h 791462"/>
                <a:gd name="T4" fmla="*/ 86271 w 1348191"/>
                <a:gd name="T5" fmla="*/ 96858 h 791462"/>
                <a:gd name="T6" fmla="*/ 0 w 1348191"/>
                <a:gd name="T7" fmla="*/ 74896 h 791462"/>
                <a:gd name="T8" fmla="*/ 235210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cxnSp>
          <p:nvCxnSpPr>
            <p:cNvPr id="24" name="Straight Connector 23"/>
            <p:cNvCxnSpPr>
              <a:cxnSpLocks noChangeShapeType="1"/>
              <a:endCxn id="17" idx="2"/>
            </p:cNvCxnSpPr>
            <p:nvPr/>
          </p:nvCxnSpPr>
          <p:spPr bwMode="auto">
            <a:xfrm flipH="1" flipV="1">
              <a:off x="1871277" y="1737196"/>
              <a:ext cx="3251" cy="1232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5" name="Straight Connector 24"/>
            <p:cNvCxnSpPr>
              <a:cxnSpLocks noChangeShapeType="1"/>
            </p:cNvCxnSpPr>
            <p:nvPr/>
          </p:nvCxnSpPr>
          <p:spPr bwMode="auto">
            <a:xfrm flipH="1" flipV="1">
              <a:off x="2996397" y="1734795"/>
              <a:ext cx="3251" cy="1232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26" name="Straight Connector 25"/>
          <p:cNvCxnSpPr>
            <a:cxnSpLocks noChangeShapeType="1"/>
          </p:cNvCxnSpPr>
          <p:nvPr/>
        </p:nvCxnSpPr>
        <p:spPr bwMode="auto">
          <a:xfrm>
            <a:off x="4622570" y="4738665"/>
            <a:ext cx="1356564" cy="302905"/>
          </a:xfrm>
          <a:prstGeom prst="line">
            <a:avLst/>
          </a:prstGeom>
          <a:noFill/>
          <a:ln w="25400">
            <a:solidFill>
              <a:srgbClr val="8E8EE4"/>
            </a:solidFill>
            <a:round/>
            <a:tailEnd type="none" w="lg" len="lg"/>
          </a:ln>
          <a:effectLst>
            <a:outerShdw blurRad="40000" dist="20000" dir="5400000" rotWithShape="0">
              <a:srgbClr val="808080">
                <a:alpha val="37999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7" name="Straight Connector 26"/>
          <p:cNvCxnSpPr>
            <a:cxnSpLocks noChangeShapeType="1"/>
          </p:cNvCxnSpPr>
          <p:nvPr/>
        </p:nvCxnSpPr>
        <p:spPr bwMode="auto">
          <a:xfrm flipV="1">
            <a:off x="4582318" y="3981180"/>
            <a:ext cx="1357312" cy="304800"/>
          </a:xfrm>
          <a:prstGeom prst="line">
            <a:avLst/>
          </a:prstGeom>
          <a:noFill/>
          <a:ln w="25400">
            <a:solidFill>
              <a:srgbClr val="8E8EE4"/>
            </a:solidFill>
            <a:round/>
            <a:tailEnd type="none" w="lg" len="lg"/>
          </a:ln>
          <a:effectLst>
            <a:outerShdw blurRad="40000" dist="20000" dir="5400000" rotWithShape="0">
              <a:srgbClr val="808080">
                <a:alpha val="37999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7769" name="TextBox 8"/>
          <p:cNvSpPr txBox="1">
            <a:spLocks noChangeArrowheads="1"/>
          </p:cNvSpPr>
          <p:nvPr/>
        </p:nvSpPr>
        <p:spPr bwMode="auto">
          <a:xfrm>
            <a:off x="942904" y="5280161"/>
            <a:ext cx="7223196" cy="823302"/>
          </a:xfrm>
          <a:prstGeom prst="rect">
            <a:avLst/>
          </a:prstGeom>
          <a:noFill/>
          <a:ln w="9525">
            <a:solidFill>
              <a:srgbClr val="00B05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200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流表：位于交换机中，由控制器计算和分发，定义交换机的匹配规则和动作</a:t>
            </a:r>
            <a:endParaRPr lang="en-US" altLang="zh-CN" sz="2200" dirty="0">
              <a:solidFill>
                <a:srgbClr val="C00000"/>
              </a:solidFill>
              <a:latin typeface="楷体" panose="02010609060101010101" pitchFamily="49" charset="-122"/>
              <a:ea typeface="楷体" panose="02010609060101010101" pitchFamily="49" charset="-122"/>
            </a:endParaRPr>
          </a:p>
        </p:txBody>
      </p:sp>
      <p:sp>
        <p:nvSpPr>
          <p:cNvPr id="28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4.6 </a:t>
            </a:r>
            <a:r>
              <a:rPr lang="zh-CN" alt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软件定义网络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Title 1"/>
          <p:cNvSpPr>
            <a:spLocks noGrp="1"/>
          </p:cNvSpPr>
          <p:nvPr>
            <p:ph type="title"/>
          </p:nvPr>
        </p:nvSpPr>
        <p:spPr>
          <a:xfrm>
            <a:off x="364331" y="587490"/>
            <a:ext cx="8435975" cy="737566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OpenFlow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流与流表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17763" name="Content Placeholder 2"/>
          <p:cNvSpPr>
            <a:spLocks noGrp="1"/>
          </p:cNvSpPr>
          <p:nvPr>
            <p:ph idx="1"/>
          </p:nvPr>
        </p:nvSpPr>
        <p:spPr>
          <a:xfrm>
            <a:off x="393470" y="1427413"/>
            <a:ext cx="8458200" cy="2443389"/>
          </a:xfrm>
        </p:spPr>
        <p:txBody>
          <a:bodyPr>
            <a:normAutofit/>
          </a:bodyPr>
          <a:lstStyle/>
          <a:p>
            <a:pPr marL="342900" indent="-342900">
              <a:lnSpc>
                <a:spcPts val="32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4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流：由首部的一个或多个字段定义</a:t>
            </a:r>
            <a:endParaRPr lang="en-US" altLang="zh-CN" sz="2400" dirty="0">
              <a:solidFill>
                <a:srgbClr val="4B4B4B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42900" indent="-342900">
              <a:lnSpc>
                <a:spcPts val="32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4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通用的转发模式：简化数据包处理规则</a:t>
            </a:r>
            <a:endParaRPr lang="en-US" altLang="zh-CN" sz="2400" dirty="0">
              <a:solidFill>
                <a:srgbClr val="4B4B4B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625475" lvl="1" indent="-266700">
              <a:lnSpc>
                <a:spcPts val="32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000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模式</a:t>
            </a:r>
            <a:r>
              <a:rPr lang="zh-CN" altLang="en-US" sz="20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：与数据包首部中的字段进行匹配</a:t>
            </a:r>
            <a:endParaRPr lang="en-US" altLang="zh-CN" sz="2000" dirty="0">
              <a:solidFill>
                <a:srgbClr val="4B4B4B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625475" lvl="1" indent="-266700">
              <a:lnSpc>
                <a:spcPts val="32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000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动作</a:t>
            </a:r>
            <a:r>
              <a:rPr lang="zh-CN" altLang="en-US" sz="20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：转发、丢弃、修改数据包，或匹配的数据包发送到控制器</a:t>
            </a:r>
            <a:endParaRPr lang="en-US" altLang="zh-CN" sz="2000" dirty="0">
              <a:solidFill>
                <a:srgbClr val="4B4B4B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625475" lvl="1" indent="-266700">
              <a:lnSpc>
                <a:spcPts val="32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000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统计</a:t>
            </a:r>
            <a:r>
              <a:rPr lang="zh-CN" altLang="en-US" sz="20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：按字节或数据包</a:t>
            </a:r>
            <a:endParaRPr lang="en-US" altLang="zh-CN" sz="2000" dirty="0">
              <a:solidFill>
                <a:srgbClr val="4B4B4B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cxnSp>
        <p:nvCxnSpPr>
          <p:cNvPr id="21" name="Straight Connector 20"/>
          <p:cNvCxnSpPr>
            <a:cxnSpLocks noChangeShapeType="1"/>
          </p:cNvCxnSpPr>
          <p:nvPr/>
        </p:nvCxnSpPr>
        <p:spPr bwMode="auto">
          <a:xfrm>
            <a:off x="2433622" y="4577456"/>
            <a:ext cx="1109523" cy="0"/>
          </a:xfrm>
          <a:prstGeom prst="line">
            <a:avLst/>
          </a:prstGeom>
          <a:noFill/>
          <a:ln w="25400">
            <a:solidFill>
              <a:srgbClr val="8E8EE4"/>
            </a:solidFill>
            <a:round/>
            <a:tailEnd type="none" w="lg" len="lg"/>
          </a:ln>
          <a:effectLst>
            <a:outerShdw blurRad="40000" dist="20000" dir="5400000" rotWithShape="0">
              <a:srgbClr val="808080">
                <a:alpha val="37999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3" name="Straight Connector 22"/>
          <p:cNvCxnSpPr>
            <a:cxnSpLocks noChangeShapeType="1"/>
          </p:cNvCxnSpPr>
          <p:nvPr/>
        </p:nvCxnSpPr>
        <p:spPr bwMode="auto">
          <a:xfrm>
            <a:off x="4729621" y="4509531"/>
            <a:ext cx="1271583" cy="0"/>
          </a:xfrm>
          <a:prstGeom prst="line">
            <a:avLst/>
          </a:prstGeom>
          <a:noFill/>
          <a:ln w="25400">
            <a:solidFill>
              <a:srgbClr val="8E8EE4"/>
            </a:solidFill>
            <a:round/>
            <a:tailEnd type="none" w="lg" len="lg"/>
          </a:ln>
          <a:effectLst>
            <a:outerShdw blurRad="40000" dist="20000" dir="5400000" rotWithShape="0">
              <a:srgbClr val="808080">
                <a:alpha val="37999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17766" name="Group 7"/>
          <p:cNvGrpSpPr/>
          <p:nvPr/>
        </p:nvGrpSpPr>
        <p:grpSpPr bwMode="auto">
          <a:xfrm>
            <a:off x="3449484" y="4156769"/>
            <a:ext cx="1281984" cy="701675"/>
            <a:chOff x="1871277" y="1576300"/>
            <a:chExt cx="1128371" cy="437861"/>
          </a:xfrm>
        </p:grpSpPr>
        <p:sp>
          <p:nvSpPr>
            <p:cNvPr id="13" name="Oval 12"/>
            <p:cNvSpPr>
              <a:spLocks noChangeArrowheads="1"/>
            </p:cNvSpPr>
            <p:nvPr/>
          </p:nvSpPr>
          <p:spPr bwMode="auto">
            <a:xfrm flipV="1">
              <a:off x="1874528" y="1694771"/>
              <a:ext cx="1125120" cy="31939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5" name="Rectangle 14"/>
            <p:cNvSpPr/>
            <p:nvPr/>
          </p:nvSpPr>
          <p:spPr bwMode="auto">
            <a:xfrm>
              <a:off x="1871277" y="1739597"/>
              <a:ext cx="1128371" cy="116069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7" name="Oval 16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20" cy="31939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8" name="Freeform 17"/>
            <p:cNvSpPr/>
            <p:nvPr/>
          </p:nvSpPr>
          <p:spPr bwMode="auto">
            <a:xfrm>
              <a:off x="2160686" y="1673158"/>
              <a:ext cx="546301" cy="160896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-1" fmla="*/ 1486231 w 2944854"/>
                <a:gd name="connsiteY0-2" fmla="*/ 727041 h 1316375"/>
                <a:gd name="connsiteX1-3" fmla="*/ 257675 w 2944854"/>
                <a:gd name="connsiteY1-4" fmla="*/ 1302232 h 1316375"/>
                <a:gd name="connsiteX2-5" fmla="*/ 0 w 2944854"/>
                <a:gd name="connsiteY2-6" fmla="*/ 1228607 h 1316375"/>
                <a:gd name="connsiteX3-7" fmla="*/ 911064 w 2944854"/>
                <a:gd name="connsiteY3-8" fmla="*/ 837478 h 1316375"/>
                <a:gd name="connsiteX4-9" fmla="*/ 883456 w 2944854"/>
                <a:gd name="connsiteY4-10" fmla="*/ 450949 h 1316375"/>
                <a:gd name="connsiteX5-11" fmla="*/ 161047 w 2944854"/>
                <a:gd name="connsiteY5-12" fmla="*/ 119640 h 1316375"/>
                <a:gd name="connsiteX6-13" fmla="*/ 404917 w 2944854"/>
                <a:gd name="connsiteY6-14" fmla="*/ 50617 h 1316375"/>
                <a:gd name="connsiteX7-15" fmla="*/ 1477028 w 2944854"/>
                <a:gd name="connsiteY7-16" fmla="*/ 501566 h 1316375"/>
                <a:gd name="connsiteX8-17" fmla="*/ 2572146 w 2944854"/>
                <a:gd name="connsiteY8-18" fmla="*/ 0 h 1316375"/>
                <a:gd name="connsiteX9-19" fmla="*/ 2875834 w 2944854"/>
                <a:gd name="connsiteY9-20" fmla="*/ 96632 h 1316375"/>
                <a:gd name="connsiteX10-21" fmla="*/ 2079803 w 2944854"/>
                <a:gd name="connsiteY10-22" fmla="*/ 432543 h 1316375"/>
                <a:gd name="connsiteX11-23" fmla="*/ 2240850 w 2944854"/>
                <a:gd name="connsiteY11-24" fmla="*/ 920305 h 1316375"/>
                <a:gd name="connsiteX12-25" fmla="*/ 2944854 w 2944854"/>
                <a:gd name="connsiteY12-26" fmla="*/ 1228607 h 1316375"/>
                <a:gd name="connsiteX13-27" fmla="*/ 2756623 w 2944854"/>
                <a:gd name="connsiteY13-28" fmla="*/ 1316375 h 1316375"/>
                <a:gd name="connsiteX14-29" fmla="*/ 1486231 w 2944854"/>
                <a:gd name="connsiteY14-30" fmla="*/ 727041 h 1316375"/>
                <a:gd name="connsiteX0-31" fmla="*/ 1486231 w 3024520"/>
                <a:gd name="connsiteY0-32" fmla="*/ 727041 h 1316375"/>
                <a:gd name="connsiteX1-33" fmla="*/ 257675 w 3024520"/>
                <a:gd name="connsiteY1-34" fmla="*/ 1302232 h 1316375"/>
                <a:gd name="connsiteX2-35" fmla="*/ 0 w 3024520"/>
                <a:gd name="connsiteY2-36" fmla="*/ 1228607 h 1316375"/>
                <a:gd name="connsiteX3-37" fmla="*/ 911064 w 3024520"/>
                <a:gd name="connsiteY3-38" fmla="*/ 837478 h 1316375"/>
                <a:gd name="connsiteX4-39" fmla="*/ 883456 w 3024520"/>
                <a:gd name="connsiteY4-40" fmla="*/ 450949 h 1316375"/>
                <a:gd name="connsiteX5-41" fmla="*/ 161047 w 3024520"/>
                <a:gd name="connsiteY5-42" fmla="*/ 119640 h 1316375"/>
                <a:gd name="connsiteX6-43" fmla="*/ 404917 w 3024520"/>
                <a:gd name="connsiteY6-44" fmla="*/ 50617 h 1316375"/>
                <a:gd name="connsiteX7-45" fmla="*/ 1477028 w 3024520"/>
                <a:gd name="connsiteY7-46" fmla="*/ 501566 h 1316375"/>
                <a:gd name="connsiteX8-47" fmla="*/ 2572146 w 3024520"/>
                <a:gd name="connsiteY8-48" fmla="*/ 0 h 1316375"/>
                <a:gd name="connsiteX9-49" fmla="*/ 2875834 w 3024520"/>
                <a:gd name="connsiteY9-50" fmla="*/ 96632 h 1316375"/>
                <a:gd name="connsiteX10-51" fmla="*/ 2079803 w 3024520"/>
                <a:gd name="connsiteY10-52" fmla="*/ 432543 h 1316375"/>
                <a:gd name="connsiteX11-53" fmla="*/ 2240850 w 3024520"/>
                <a:gd name="connsiteY11-54" fmla="*/ 920305 h 1316375"/>
                <a:gd name="connsiteX12-55" fmla="*/ 3024520 w 3024520"/>
                <a:gd name="connsiteY12-56" fmla="*/ 1228607 h 1316375"/>
                <a:gd name="connsiteX13-57" fmla="*/ 2756623 w 3024520"/>
                <a:gd name="connsiteY13-58" fmla="*/ 1316375 h 1316375"/>
                <a:gd name="connsiteX14-59" fmla="*/ 1486231 w 3024520"/>
                <a:gd name="connsiteY14-60" fmla="*/ 727041 h 1316375"/>
                <a:gd name="connsiteX0-61" fmla="*/ 1537780 w 3076069"/>
                <a:gd name="connsiteY0-62" fmla="*/ 727041 h 1316375"/>
                <a:gd name="connsiteX1-63" fmla="*/ 309224 w 3076069"/>
                <a:gd name="connsiteY1-64" fmla="*/ 1302232 h 1316375"/>
                <a:gd name="connsiteX2-65" fmla="*/ 0 w 3076069"/>
                <a:gd name="connsiteY2-66" fmla="*/ 1228607 h 1316375"/>
                <a:gd name="connsiteX3-67" fmla="*/ 962613 w 3076069"/>
                <a:gd name="connsiteY3-68" fmla="*/ 837478 h 1316375"/>
                <a:gd name="connsiteX4-69" fmla="*/ 935005 w 3076069"/>
                <a:gd name="connsiteY4-70" fmla="*/ 450949 h 1316375"/>
                <a:gd name="connsiteX5-71" fmla="*/ 212596 w 3076069"/>
                <a:gd name="connsiteY5-72" fmla="*/ 119640 h 1316375"/>
                <a:gd name="connsiteX6-73" fmla="*/ 456466 w 3076069"/>
                <a:gd name="connsiteY6-74" fmla="*/ 50617 h 1316375"/>
                <a:gd name="connsiteX7-75" fmla="*/ 1528577 w 3076069"/>
                <a:gd name="connsiteY7-76" fmla="*/ 501566 h 1316375"/>
                <a:gd name="connsiteX8-77" fmla="*/ 2623695 w 3076069"/>
                <a:gd name="connsiteY8-78" fmla="*/ 0 h 1316375"/>
                <a:gd name="connsiteX9-79" fmla="*/ 2927383 w 3076069"/>
                <a:gd name="connsiteY9-80" fmla="*/ 96632 h 1316375"/>
                <a:gd name="connsiteX10-81" fmla="*/ 2131352 w 3076069"/>
                <a:gd name="connsiteY10-82" fmla="*/ 432543 h 1316375"/>
                <a:gd name="connsiteX11-83" fmla="*/ 2292399 w 3076069"/>
                <a:gd name="connsiteY11-84" fmla="*/ 920305 h 1316375"/>
                <a:gd name="connsiteX12-85" fmla="*/ 3076069 w 3076069"/>
                <a:gd name="connsiteY12-86" fmla="*/ 1228607 h 1316375"/>
                <a:gd name="connsiteX13-87" fmla="*/ 2808172 w 3076069"/>
                <a:gd name="connsiteY13-88" fmla="*/ 1316375 h 1316375"/>
                <a:gd name="connsiteX14-89" fmla="*/ 1537780 w 3076069"/>
                <a:gd name="connsiteY14-90" fmla="*/ 727041 h 1316375"/>
                <a:gd name="connsiteX0-91" fmla="*/ 1537780 w 3076069"/>
                <a:gd name="connsiteY0-92" fmla="*/ 727041 h 1321259"/>
                <a:gd name="connsiteX1-93" fmla="*/ 313981 w 3076069"/>
                <a:gd name="connsiteY1-94" fmla="*/ 1321259 h 1321259"/>
                <a:gd name="connsiteX2-95" fmla="*/ 0 w 3076069"/>
                <a:gd name="connsiteY2-96" fmla="*/ 1228607 h 1321259"/>
                <a:gd name="connsiteX3-97" fmla="*/ 962613 w 3076069"/>
                <a:gd name="connsiteY3-98" fmla="*/ 837478 h 1321259"/>
                <a:gd name="connsiteX4-99" fmla="*/ 935005 w 3076069"/>
                <a:gd name="connsiteY4-100" fmla="*/ 450949 h 1321259"/>
                <a:gd name="connsiteX5-101" fmla="*/ 212596 w 3076069"/>
                <a:gd name="connsiteY5-102" fmla="*/ 119640 h 1321259"/>
                <a:gd name="connsiteX6-103" fmla="*/ 456466 w 3076069"/>
                <a:gd name="connsiteY6-104" fmla="*/ 50617 h 1321259"/>
                <a:gd name="connsiteX7-105" fmla="*/ 1528577 w 3076069"/>
                <a:gd name="connsiteY7-106" fmla="*/ 501566 h 1321259"/>
                <a:gd name="connsiteX8-107" fmla="*/ 2623695 w 3076069"/>
                <a:gd name="connsiteY8-108" fmla="*/ 0 h 1321259"/>
                <a:gd name="connsiteX9-109" fmla="*/ 2927383 w 3076069"/>
                <a:gd name="connsiteY9-110" fmla="*/ 96632 h 1321259"/>
                <a:gd name="connsiteX10-111" fmla="*/ 2131352 w 3076069"/>
                <a:gd name="connsiteY10-112" fmla="*/ 432543 h 1321259"/>
                <a:gd name="connsiteX11-113" fmla="*/ 2292399 w 3076069"/>
                <a:gd name="connsiteY11-114" fmla="*/ 920305 h 1321259"/>
                <a:gd name="connsiteX12-115" fmla="*/ 3076069 w 3076069"/>
                <a:gd name="connsiteY12-116" fmla="*/ 1228607 h 1321259"/>
                <a:gd name="connsiteX13-117" fmla="*/ 2808172 w 3076069"/>
                <a:gd name="connsiteY13-118" fmla="*/ 1316375 h 1321259"/>
                <a:gd name="connsiteX14-119" fmla="*/ 1537780 w 3076069"/>
                <a:gd name="connsiteY14-120" fmla="*/ 727041 h 1321259"/>
                <a:gd name="connsiteX0-121" fmla="*/ 1537780 w 3076069"/>
                <a:gd name="connsiteY0-122" fmla="*/ 750825 h 1321259"/>
                <a:gd name="connsiteX1-123" fmla="*/ 313981 w 3076069"/>
                <a:gd name="connsiteY1-124" fmla="*/ 1321259 h 1321259"/>
                <a:gd name="connsiteX2-125" fmla="*/ 0 w 3076069"/>
                <a:gd name="connsiteY2-126" fmla="*/ 1228607 h 1321259"/>
                <a:gd name="connsiteX3-127" fmla="*/ 962613 w 3076069"/>
                <a:gd name="connsiteY3-128" fmla="*/ 837478 h 1321259"/>
                <a:gd name="connsiteX4-129" fmla="*/ 935005 w 3076069"/>
                <a:gd name="connsiteY4-130" fmla="*/ 450949 h 1321259"/>
                <a:gd name="connsiteX5-131" fmla="*/ 212596 w 3076069"/>
                <a:gd name="connsiteY5-132" fmla="*/ 119640 h 1321259"/>
                <a:gd name="connsiteX6-133" fmla="*/ 456466 w 3076069"/>
                <a:gd name="connsiteY6-134" fmla="*/ 50617 h 1321259"/>
                <a:gd name="connsiteX7-135" fmla="*/ 1528577 w 3076069"/>
                <a:gd name="connsiteY7-136" fmla="*/ 501566 h 1321259"/>
                <a:gd name="connsiteX8-137" fmla="*/ 2623695 w 3076069"/>
                <a:gd name="connsiteY8-138" fmla="*/ 0 h 1321259"/>
                <a:gd name="connsiteX9-139" fmla="*/ 2927383 w 3076069"/>
                <a:gd name="connsiteY9-140" fmla="*/ 96632 h 1321259"/>
                <a:gd name="connsiteX10-141" fmla="*/ 2131352 w 3076069"/>
                <a:gd name="connsiteY10-142" fmla="*/ 432543 h 1321259"/>
                <a:gd name="connsiteX11-143" fmla="*/ 2292399 w 3076069"/>
                <a:gd name="connsiteY11-144" fmla="*/ 920305 h 1321259"/>
                <a:gd name="connsiteX12-145" fmla="*/ 3076069 w 3076069"/>
                <a:gd name="connsiteY12-146" fmla="*/ 1228607 h 1321259"/>
                <a:gd name="connsiteX13-147" fmla="*/ 2808172 w 3076069"/>
                <a:gd name="connsiteY13-148" fmla="*/ 1316375 h 1321259"/>
                <a:gd name="connsiteX14-149" fmla="*/ 1537780 w 3076069"/>
                <a:gd name="connsiteY14-150" fmla="*/ 750825 h 132125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" name="Freeform 18"/>
            <p:cNvSpPr/>
            <p:nvPr/>
          </p:nvSpPr>
          <p:spPr bwMode="auto">
            <a:xfrm>
              <a:off x="2103238" y="1633134"/>
              <a:ext cx="661197" cy="111267"/>
            </a:xfrm>
            <a:custGeom>
              <a:avLst/>
              <a:gdLst>
                <a:gd name="T0" fmla="*/ 0 w 3723451"/>
                <a:gd name="T1" fmla="*/ 27221 h 932950"/>
                <a:gd name="T2" fmla="*/ 116342 w 3723451"/>
                <a:gd name="T3" fmla="*/ 321 h 932950"/>
                <a:gd name="T4" fmla="*/ 329542 w 3723451"/>
                <a:gd name="T5" fmla="*/ 62084 h 932950"/>
                <a:gd name="T6" fmla="*/ 532938 w 3723451"/>
                <a:gd name="T7" fmla="*/ 0 h 932950"/>
                <a:gd name="T8" fmla="*/ 661197 w 3723451"/>
                <a:gd name="T9" fmla="*/ 24705 h 932950"/>
                <a:gd name="T10" fmla="*/ 565772 w 3723451"/>
                <a:gd name="T11" fmla="*/ 55085 h 932950"/>
                <a:gd name="T12" fmla="*/ 535050 w 3723451"/>
                <a:gd name="T13" fmla="*/ 46894 h 932950"/>
                <a:gd name="T14" fmla="*/ 333288 w 3723451"/>
                <a:gd name="T15" fmla="*/ 111267 h 932950"/>
                <a:gd name="T16" fmla="*/ 126366 w 3723451"/>
                <a:gd name="T17" fmla="*/ 49262 h 932950"/>
                <a:gd name="T18" fmla="*/ 92910 w 3723451"/>
                <a:gd name="T19" fmla="*/ 55954 h 932950"/>
                <a:gd name="T20" fmla="*/ 0 w 3723451"/>
                <a:gd name="T21" fmla="*/ 27221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20" name="Freeform 19"/>
            <p:cNvSpPr/>
            <p:nvPr/>
          </p:nvSpPr>
          <p:spPr bwMode="auto">
            <a:xfrm>
              <a:off x="2538978" y="1727590"/>
              <a:ext cx="241716" cy="96858"/>
            </a:xfrm>
            <a:custGeom>
              <a:avLst/>
              <a:gdLst>
                <a:gd name="T0" fmla="*/ 0 w 1366596"/>
                <a:gd name="T1" fmla="*/ 0 h 809868"/>
                <a:gd name="T2" fmla="*/ 241716 w 1366596"/>
                <a:gd name="T3" fmla="*/ 74845 h 809868"/>
                <a:gd name="T4" fmla="*/ 153005 w 1366596"/>
                <a:gd name="T5" fmla="*/ 96858 h 809868"/>
                <a:gd name="T6" fmla="*/ 814 w 1366596"/>
                <a:gd name="T7" fmla="*/ 51181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sp>
          <p:nvSpPr>
            <p:cNvPr id="22" name="Freeform 21"/>
            <p:cNvSpPr/>
            <p:nvPr/>
          </p:nvSpPr>
          <p:spPr bwMode="auto">
            <a:xfrm>
              <a:off x="2090231" y="1729992"/>
              <a:ext cx="238465" cy="96858"/>
            </a:xfrm>
            <a:custGeom>
              <a:avLst/>
              <a:gdLst>
                <a:gd name="T0" fmla="*/ 235210 w 1348191"/>
                <a:gd name="T1" fmla="*/ 0 h 791462"/>
                <a:gd name="T2" fmla="*/ 238465 w 1348191"/>
                <a:gd name="T3" fmla="*/ 46740 h 791462"/>
                <a:gd name="T4" fmla="*/ 86271 w 1348191"/>
                <a:gd name="T5" fmla="*/ 96858 h 791462"/>
                <a:gd name="T6" fmla="*/ 0 w 1348191"/>
                <a:gd name="T7" fmla="*/ 74896 h 791462"/>
                <a:gd name="T8" fmla="*/ 235210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/>
            </a:p>
          </p:txBody>
        </p:sp>
        <p:cxnSp>
          <p:nvCxnSpPr>
            <p:cNvPr id="24" name="Straight Connector 23"/>
            <p:cNvCxnSpPr>
              <a:cxnSpLocks noChangeShapeType="1"/>
              <a:endCxn id="17" idx="2"/>
            </p:cNvCxnSpPr>
            <p:nvPr/>
          </p:nvCxnSpPr>
          <p:spPr bwMode="auto">
            <a:xfrm flipH="1" flipV="1">
              <a:off x="1871277" y="1737196"/>
              <a:ext cx="3251" cy="1232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5" name="Straight Connector 24"/>
            <p:cNvCxnSpPr>
              <a:cxnSpLocks noChangeShapeType="1"/>
            </p:cNvCxnSpPr>
            <p:nvPr/>
          </p:nvCxnSpPr>
          <p:spPr bwMode="auto">
            <a:xfrm flipH="1" flipV="1">
              <a:off x="2996397" y="1734795"/>
              <a:ext cx="3251" cy="1232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26" name="Straight Connector 25"/>
          <p:cNvCxnSpPr>
            <a:cxnSpLocks noChangeShapeType="1"/>
          </p:cNvCxnSpPr>
          <p:nvPr/>
        </p:nvCxnSpPr>
        <p:spPr bwMode="auto">
          <a:xfrm>
            <a:off x="4644640" y="4730644"/>
            <a:ext cx="1356564" cy="302905"/>
          </a:xfrm>
          <a:prstGeom prst="line">
            <a:avLst/>
          </a:prstGeom>
          <a:noFill/>
          <a:ln w="25400">
            <a:solidFill>
              <a:srgbClr val="8E8EE4"/>
            </a:solidFill>
            <a:round/>
            <a:tailEnd type="none" w="lg" len="lg"/>
          </a:ln>
          <a:effectLst>
            <a:outerShdw blurRad="40000" dist="20000" dir="5400000" rotWithShape="0">
              <a:srgbClr val="808080">
                <a:alpha val="37999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7" name="Straight Connector 26"/>
          <p:cNvCxnSpPr>
            <a:cxnSpLocks noChangeShapeType="1"/>
          </p:cNvCxnSpPr>
          <p:nvPr/>
        </p:nvCxnSpPr>
        <p:spPr bwMode="auto">
          <a:xfrm flipV="1">
            <a:off x="4604388" y="3973159"/>
            <a:ext cx="1357312" cy="304800"/>
          </a:xfrm>
          <a:prstGeom prst="line">
            <a:avLst/>
          </a:prstGeom>
          <a:noFill/>
          <a:ln w="25400">
            <a:solidFill>
              <a:srgbClr val="8E8EE4"/>
            </a:solidFill>
            <a:round/>
            <a:tailEnd type="none" w="lg" len="lg"/>
          </a:ln>
          <a:effectLst>
            <a:outerShdw blurRad="40000" dist="20000" dir="5400000" rotWithShape="0">
              <a:srgbClr val="808080">
                <a:alpha val="37999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8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4.6 </a:t>
            </a:r>
            <a:r>
              <a:rPr lang="zh-CN" alt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软件定义网络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29" name="Rectangle 27"/>
          <p:cNvSpPr>
            <a:spLocks noChangeArrowheads="1"/>
          </p:cNvSpPr>
          <p:nvPr/>
        </p:nvSpPr>
        <p:spPr bwMode="auto">
          <a:xfrm>
            <a:off x="905933" y="5205557"/>
            <a:ext cx="7153546" cy="101566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rgbClr val="00CC98"/>
            </a:solidFill>
            <a:miter lim="800000"/>
          </a:ln>
          <a:effectLst>
            <a:outerShdw blurRad="40000" dist="20000" dir="5400000" rotWithShape="0">
              <a:srgbClr val="808080">
                <a:alpha val="37999"/>
              </a:srgbClr>
            </a:outerShdw>
          </a:effectLst>
        </p:spPr>
        <p:txBody>
          <a:bodyPr wrap="square">
            <a:spAutoFit/>
          </a:bodyPr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indent="0"/>
            <a:r>
              <a:rPr lang="en-US" altLang="zh-CN" sz="2000" dirty="0">
                <a:solidFill>
                  <a:srgbClr val="000000"/>
                </a:solidFill>
                <a:latin typeface="Times New Roman" panose="02020603050405020304" pitchFamily="18" charset="0"/>
                <a:ea typeface="ヒラギノ角ゴ Pro W3" charset="-128"/>
                <a:cs typeface="Times New Roman" panose="02020603050405020304" pitchFamily="18" charset="0"/>
              </a:rPr>
              <a:t>1. </a:t>
            </a:r>
            <a:r>
              <a:rPr lang="en-US" altLang="zh-CN" sz="2000" dirty="0" err="1">
                <a:solidFill>
                  <a:srgbClr val="000000"/>
                </a:solidFill>
                <a:latin typeface="Times New Roman" panose="02020603050405020304" pitchFamily="18" charset="0"/>
                <a:ea typeface="ヒラギノ角ゴ Pro W3" charset="-128"/>
                <a:cs typeface="Times New Roman" panose="02020603050405020304" pitchFamily="18" charset="0"/>
              </a:rPr>
              <a:t>src</a:t>
            </a:r>
            <a:r>
              <a:rPr lang="en-US" altLang="zh-CN" sz="2000" dirty="0">
                <a:solidFill>
                  <a:srgbClr val="000000"/>
                </a:solidFill>
                <a:latin typeface="Times New Roman" panose="02020603050405020304" pitchFamily="18" charset="0"/>
                <a:ea typeface="ヒラギノ角ゴ Pro W3" charset="-128"/>
                <a:cs typeface="Times New Roman" panose="02020603050405020304" pitchFamily="18" charset="0"/>
              </a:rPr>
              <a:t>=1.2.*.*, dest=3.4.5.*   </a:t>
            </a:r>
            <a:r>
              <a:rPr lang="en-US" altLang="zh-CN" sz="2000" b="1" dirty="0">
                <a:solidFill>
                  <a:srgbClr val="C00000"/>
                </a:solidFill>
                <a:latin typeface="Times New Roman" panose="02020603050405020304" pitchFamily="18" charset="0"/>
                <a:ea typeface="ヒラギノ角ゴ Pro W3" charset="-128"/>
                <a:cs typeface="Times New Roman" panose="02020603050405020304" pitchFamily="18" charset="0"/>
                <a:sym typeface="Wingdings" panose="05000000000000000000" pitchFamily="2" charset="2"/>
              </a:rPr>
              <a:t>→</a:t>
            </a:r>
            <a:r>
              <a:rPr lang="en-US" altLang="zh-CN" sz="2000" dirty="0">
                <a:solidFill>
                  <a:srgbClr val="000000"/>
                </a:solidFill>
                <a:latin typeface="Times New Roman" panose="02020603050405020304" pitchFamily="18" charset="0"/>
                <a:ea typeface="ヒラギノ角ゴ Pro W3" charset="-128"/>
                <a:cs typeface="Times New Roman" panose="02020603050405020304" pitchFamily="18" charset="0"/>
                <a:sym typeface="Wingdings" panose="05000000000000000000" pitchFamily="2" charset="2"/>
              </a:rPr>
              <a:t> drop                        </a:t>
            </a:r>
          </a:p>
          <a:p>
            <a:pPr marL="0" indent="0"/>
            <a:r>
              <a:rPr lang="en-US" altLang="zh-CN" sz="2000" dirty="0">
                <a:solidFill>
                  <a:srgbClr val="000000"/>
                </a:solidFill>
                <a:latin typeface="Times New Roman" panose="02020603050405020304" pitchFamily="18" charset="0"/>
                <a:ea typeface="ヒラギノ角ゴ Pro W3" charset="-128"/>
                <a:cs typeface="Times New Roman" panose="02020603050405020304" pitchFamily="18" charset="0"/>
                <a:sym typeface="Wingdings" panose="05000000000000000000" pitchFamily="2" charset="2"/>
              </a:rPr>
              <a:t>2. </a:t>
            </a:r>
            <a:r>
              <a:rPr lang="en-US" altLang="zh-CN" sz="2000" dirty="0" err="1">
                <a:solidFill>
                  <a:srgbClr val="000000"/>
                </a:solidFill>
                <a:latin typeface="Times New Roman" panose="02020603050405020304" pitchFamily="18" charset="0"/>
                <a:ea typeface="ヒラギノ角ゴ Pro W3" charset="-128"/>
                <a:cs typeface="Times New Roman" panose="02020603050405020304" pitchFamily="18" charset="0"/>
                <a:sym typeface="Wingdings" panose="05000000000000000000" pitchFamily="2" charset="2"/>
              </a:rPr>
              <a:t>src</a:t>
            </a:r>
            <a:r>
              <a:rPr lang="en-US" altLang="zh-CN" sz="2000" dirty="0">
                <a:solidFill>
                  <a:srgbClr val="000000"/>
                </a:solidFill>
                <a:latin typeface="Times New Roman" panose="02020603050405020304" pitchFamily="18" charset="0"/>
                <a:ea typeface="ヒラギノ角ゴ Pro W3" charset="-128"/>
                <a:cs typeface="Times New Roman" panose="02020603050405020304" pitchFamily="18" charset="0"/>
                <a:sym typeface="Wingdings" panose="05000000000000000000" pitchFamily="2" charset="2"/>
              </a:rPr>
              <a:t>=*.*.*.*, dest=3.4.*.*   </a:t>
            </a:r>
            <a:r>
              <a:rPr lang="en-US" altLang="zh-CN" sz="2000" b="1" dirty="0">
                <a:solidFill>
                  <a:srgbClr val="C00000"/>
                </a:solidFill>
                <a:latin typeface="Times New Roman" panose="02020603050405020304" pitchFamily="18" charset="0"/>
                <a:ea typeface="ヒラギノ角ゴ Pro W3" charset="-128"/>
                <a:cs typeface="Times New Roman" panose="02020603050405020304" pitchFamily="18" charset="0"/>
                <a:sym typeface="Wingdings" panose="05000000000000000000" pitchFamily="2" charset="2"/>
              </a:rPr>
              <a:t>→</a:t>
            </a:r>
            <a:r>
              <a:rPr lang="en-US" altLang="zh-CN" sz="2000" dirty="0">
                <a:solidFill>
                  <a:srgbClr val="000000"/>
                </a:solidFill>
                <a:latin typeface="Times New Roman" panose="02020603050405020304" pitchFamily="18" charset="0"/>
                <a:ea typeface="ヒラギノ角ゴ Pro W3" charset="-128"/>
                <a:cs typeface="Times New Roman" panose="02020603050405020304" pitchFamily="18" charset="0"/>
                <a:sym typeface="Wingdings" panose="05000000000000000000" pitchFamily="2" charset="2"/>
              </a:rPr>
              <a:t> forward(2)</a:t>
            </a:r>
          </a:p>
          <a:p>
            <a:r>
              <a:rPr lang="en-US" altLang="zh-CN" sz="2000" dirty="0">
                <a:solidFill>
                  <a:srgbClr val="000000"/>
                </a:solidFill>
                <a:latin typeface="Times New Roman" panose="02020603050405020304" pitchFamily="18" charset="0"/>
                <a:ea typeface="ヒラギノ角ゴ Pro W3" charset="-128"/>
                <a:cs typeface="Times New Roman" panose="02020603050405020304" pitchFamily="18" charset="0"/>
                <a:sym typeface="Wingdings" panose="05000000000000000000" pitchFamily="2" charset="2"/>
              </a:rPr>
              <a:t>3. </a:t>
            </a:r>
            <a:r>
              <a:rPr lang="en-US" altLang="zh-CN" sz="2000" dirty="0" err="1">
                <a:solidFill>
                  <a:srgbClr val="000000"/>
                </a:solidFill>
                <a:latin typeface="Times New Roman" panose="02020603050405020304" pitchFamily="18" charset="0"/>
                <a:ea typeface="ヒラギノ角ゴ Pro W3" charset="-128"/>
                <a:cs typeface="Times New Roman" panose="02020603050405020304" pitchFamily="18" charset="0"/>
                <a:sym typeface="Wingdings" panose="05000000000000000000" pitchFamily="2" charset="2"/>
              </a:rPr>
              <a:t>src</a:t>
            </a:r>
            <a:r>
              <a:rPr lang="en-US" altLang="zh-CN" sz="2000" dirty="0">
                <a:solidFill>
                  <a:srgbClr val="000000"/>
                </a:solidFill>
                <a:latin typeface="Times New Roman" panose="02020603050405020304" pitchFamily="18" charset="0"/>
                <a:ea typeface="ヒラギノ角ゴ Pro W3" charset="-128"/>
                <a:cs typeface="Times New Roman" panose="02020603050405020304" pitchFamily="18" charset="0"/>
                <a:sym typeface="Wingdings" panose="05000000000000000000" pitchFamily="2" charset="2"/>
              </a:rPr>
              <a:t>=10.1.2.3, dest=*.*.*.* </a:t>
            </a:r>
            <a:r>
              <a:rPr lang="en-US" altLang="zh-CN" sz="2000" b="1" dirty="0">
                <a:solidFill>
                  <a:srgbClr val="C00000"/>
                </a:solidFill>
                <a:latin typeface="Times New Roman" panose="02020603050405020304" pitchFamily="18" charset="0"/>
                <a:ea typeface="ヒラギノ角ゴ Pro W3" charset="-128"/>
                <a:cs typeface="Times New Roman" panose="02020603050405020304" pitchFamily="18" charset="0"/>
                <a:sym typeface="Wingdings" panose="05000000000000000000" pitchFamily="2" charset="2"/>
              </a:rPr>
              <a:t>→</a:t>
            </a:r>
            <a:r>
              <a:rPr lang="en-US" altLang="zh-CN" sz="2000" dirty="0">
                <a:solidFill>
                  <a:srgbClr val="000000"/>
                </a:solidFill>
                <a:latin typeface="Times New Roman" panose="02020603050405020304" pitchFamily="18" charset="0"/>
                <a:ea typeface="ヒラギノ角ゴ Pro W3" charset="-128"/>
                <a:cs typeface="Times New Roman" panose="02020603050405020304" pitchFamily="18" charset="0"/>
                <a:sym typeface="Wingdings" panose="05000000000000000000" pitchFamily="2" charset="2"/>
              </a:rPr>
              <a:t> send to controller</a:t>
            </a:r>
            <a:endParaRPr lang="en-US" altLang="zh-CN" sz="2000" dirty="0">
              <a:solidFill>
                <a:srgbClr val="000000"/>
              </a:solidFill>
              <a:latin typeface="Times New Roman" panose="02020603050405020304" pitchFamily="18" charset="0"/>
              <a:ea typeface="ヒラギノ角ゴ Pro W3" charset="-128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Line 34"/>
          <p:cNvSpPr>
            <a:spLocks noChangeShapeType="1"/>
          </p:cNvSpPr>
          <p:nvPr/>
        </p:nvSpPr>
        <p:spPr bwMode="auto">
          <a:xfrm rot="10800000" flipH="1">
            <a:off x="4443414" y="2106798"/>
            <a:ext cx="0" cy="309839"/>
          </a:xfrm>
          <a:prstGeom prst="line">
            <a:avLst/>
          </a:prstGeom>
          <a:noFill/>
          <a:ln w="38100">
            <a:solidFill>
              <a:schemeClr val="tx1"/>
            </a:solidFill>
            <a:prstDash val="sysDot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4291" tIns="32146" rIns="64291" bIns="32146"/>
          <a:lstStyle/>
          <a:p>
            <a:endParaRPr lang="zh-CN" altLang="en-US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17762" name="Title 1"/>
          <p:cNvSpPr>
            <a:spLocks noGrp="1"/>
          </p:cNvSpPr>
          <p:nvPr>
            <p:ph type="title"/>
          </p:nvPr>
        </p:nvSpPr>
        <p:spPr>
          <a:xfrm>
            <a:off x="364331" y="612930"/>
            <a:ext cx="8435975" cy="774828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OpenFlow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流与流表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28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4.6 </a:t>
            </a:r>
            <a:r>
              <a:rPr lang="zh-CN" alt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软件定义网络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82" name="Rectangle 4"/>
          <p:cNvSpPr/>
          <p:nvPr/>
        </p:nvSpPr>
        <p:spPr bwMode="auto">
          <a:xfrm>
            <a:off x="2279650" y="5083016"/>
            <a:ext cx="758825" cy="563401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endParaRPr lang="zh-CN" altLang="zh-CN" sz="16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83" name="Rectangle 5"/>
          <p:cNvSpPr/>
          <p:nvPr/>
        </p:nvSpPr>
        <p:spPr bwMode="auto">
          <a:xfrm>
            <a:off x="2421678" y="5105082"/>
            <a:ext cx="466474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MAC</a:t>
            </a:r>
          </a:p>
          <a:p>
            <a:pPr algn="ctr"/>
            <a:r>
              <a:rPr lang="en-US" altLang="zh-CN" sz="16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Src</a:t>
            </a:r>
            <a:endParaRPr lang="en-US" altLang="zh-CN" sz="16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84" name="Rectangle 6"/>
          <p:cNvSpPr/>
          <p:nvPr/>
        </p:nvSpPr>
        <p:spPr bwMode="auto">
          <a:xfrm>
            <a:off x="3038475" y="5083016"/>
            <a:ext cx="758825" cy="563401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endParaRPr lang="zh-CN" altLang="zh-CN" sz="16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85" name="Rectangle 7"/>
          <p:cNvSpPr/>
          <p:nvPr/>
        </p:nvSpPr>
        <p:spPr bwMode="auto">
          <a:xfrm>
            <a:off x="3165601" y="5115389"/>
            <a:ext cx="466474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MAC</a:t>
            </a:r>
          </a:p>
          <a:p>
            <a:pPr algn="ctr"/>
            <a:r>
              <a:rPr lang="en-US" altLang="zh-CN" sz="16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Dst</a:t>
            </a:r>
            <a:endParaRPr lang="en-US" altLang="zh-CN" sz="16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86" name="Rectangle 8"/>
          <p:cNvSpPr/>
          <p:nvPr/>
        </p:nvSpPr>
        <p:spPr bwMode="auto">
          <a:xfrm>
            <a:off x="3768725" y="5083016"/>
            <a:ext cx="758825" cy="563401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endParaRPr lang="zh-CN" altLang="zh-CN" sz="16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87" name="Rectangle 9"/>
          <p:cNvSpPr/>
          <p:nvPr/>
        </p:nvSpPr>
        <p:spPr bwMode="auto">
          <a:xfrm>
            <a:off x="3958498" y="5105082"/>
            <a:ext cx="407291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Eth</a:t>
            </a:r>
          </a:p>
          <a:p>
            <a:pPr algn="ctr"/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Type</a:t>
            </a:r>
          </a:p>
        </p:txBody>
      </p:sp>
      <p:sp>
        <p:nvSpPr>
          <p:cNvPr id="88" name="Rectangle 10"/>
          <p:cNvSpPr/>
          <p:nvPr/>
        </p:nvSpPr>
        <p:spPr bwMode="auto">
          <a:xfrm>
            <a:off x="1517650" y="5083016"/>
            <a:ext cx="758825" cy="563401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endParaRPr lang="zh-CN" altLang="zh-CN" sz="16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89" name="Rectangle 11"/>
          <p:cNvSpPr/>
          <p:nvPr/>
        </p:nvSpPr>
        <p:spPr bwMode="auto">
          <a:xfrm>
            <a:off x="1632389" y="5105082"/>
            <a:ext cx="567463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VLAN</a:t>
            </a:r>
          </a:p>
          <a:p>
            <a:pPr algn="ctr"/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ID</a:t>
            </a:r>
          </a:p>
        </p:txBody>
      </p:sp>
      <p:sp>
        <p:nvSpPr>
          <p:cNvPr id="90" name="Rectangle 12"/>
          <p:cNvSpPr/>
          <p:nvPr/>
        </p:nvSpPr>
        <p:spPr bwMode="auto">
          <a:xfrm>
            <a:off x="4518025" y="5083016"/>
            <a:ext cx="758825" cy="563401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endParaRPr lang="zh-CN" altLang="zh-CN" sz="16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1" name="Rectangle 13"/>
          <p:cNvSpPr/>
          <p:nvPr/>
        </p:nvSpPr>
        <p:spPr bwMode="auto">
          <a:xfrm>
            <a:off x="4764124" y="5115388"/>
            <a:ext cx="274113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</a:p>
          <a:p>
            <a:pPr algn="ctr"/>
            <a:r>
              <a:rPr lang="en-US" altLang="zh-CN" sz="16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Src</a:t>
            </a:r>
            <a:endParaRPr lang="en-US" altLang="zh-CN" sz="16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2" name="Rectangle 14"/>
          <p:cNvSpPr/>
          <p:nvPr/>
        </p:nvSpPr>
        <p:spPr bwMode="auto">
          <a:xfrm>
            <a:off x="5277625" y="5083016"/>
            <a:ext cx="758825" cy="563401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endParaRPr lang="zh-CN" altLang="zh-CN" sz="16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3" name="Rectangle 15"/>
          <p:cNvSpPr/>
          <p:nvPr/>
        </p:nvSpPr>
        <p:spPr bwMode="auto">
          <a:xfrm>
            <a:off x="5476984" y="5105082"/>
            <a:ext cx="285335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</a:p>
          <a:p>
            <a:pPr algn="ctr"/>
            <a:r>
              <a:rPr lang="en-US" altLang="zh-CN" sz="16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Dst</a:t>
            </a:r>
            <a:endParaRPr lang="en-US" altLang="zh-CN" sz="16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00" name="Rectangle 22"/>
          <p:cNvSpPr/>
          <p:nvPr/>
        </p:nvSpPr>
        <p:spPr bwMode="auto">
          <a:xfrm>
            <a:off x="785813" y="1504234"/>
            <a:ext cx="1446212" cy="595869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18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01" name="Rectangle 23"/>
          <p:cNvSpPr/>
          <p:nvPr/>
        </p:nvSpPr>
        <p:spPr bwMode="auto">
          <a:xfrm>
            <a:off x="1176615" y="1623099"/>
            <a:ext cx="51296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模式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02" name="Rectangle 24"/>
          <p:cNvSpPr/>
          <p:nvPr/>
        </p:nvSpPr>
        <p:spPr bwMode="auto">
          <a:xfrm>
            <a:off x="2232025" y="1504234"/>
            <a:ext cx="1446213" cy="595869"/>
          </a:xfrm>
          <a:prstGeom prst="rect">
            <a:avLst/>
          </a:prstGeom>
          <a:solidFill>
            <a:srgbClr val="CBE97B"/>
          </a:solidFill>
          <a:ln w="12700">
            <a:solidFill>
              <a:srgbClr val="697D3A"/>
            </a:solidFill>
            <a:miter lim="800000"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18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03" name="Rectangle 25"/>
          <p:cNvSpPr/>
          <p:nvPr/>
        </p:nvSpPr>
        <p:spPr bwMode="auto">
          <a:xfrm>
            <a:off x="2676426" y="1641785"/>
            <a:ext cx="51296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动作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04" name="Rectangle 26"/>
          <p:cNvSpPr/>
          <p:nvPr/>
        </p:nvSpPr>
        <p:spPr bwMode="auto">
          <a:xfrm>
            <a:off x="3678238" y="1504234"/>
            <a:ext cx="1447800" cy="595869"/>
          </a:xfrm>
          <a:prstGeom prst="rect">
            <a:avLst/>
          </a:prstGeom>
          <a:solidFill>
            <a:srgbClr val="FA90AB"/>
          </a:solidFill>
          <a:ln w="12700">
            <a:solidFill>
              <a:srgbClr val="800000"/>
            </a:solidFill>
            <a:miter lim="800000"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18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05" name="Rectangle 27"/>
          <p:cNvSpPr/>
          <p:nvPr/>
        </p:nvSpPr>
        <p:spPr bwMode="auto">
          <a:xfrm>
            <a:off x="4171305" y="1633556"/>
            <a:ext cx="51296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统计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06" name="Rectangle 28"/>
          <p:cNvSpPr/>
          <p:nvPr/>
        </p:nvSpPr>
        <p:spPr bwMode="auto">
          <a:xfrm>
            <a:off x="1884364" y="3015376"/>
            <a:ext cx="4286258" cy="1908869"/>
          </a:xfrm>
          <a:prstGeom prst="rect">
            <a:avLst/>
          </a:prstGeom>
          <a:solidFill>
            <a:srgbClr val="CBE97B"/>
          </a:solidFill>
          <a:ln w="12700">
            <a:solidFill>
              <a:srgbClr val="697D3A"/>
            </a:solidFill>
            <a:miter lim="800000"/>
          </a:ln>
        </p:spPr>
        <p:txBody>
          <a:bodyPr lIns="0" tIns="0" rIns="0" bIns="0" anchor="ctr"/>
          <a:lstStyle>
            <a:lvl1pPr marL="357505" indent="-3302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360680" indent="-269875">
              <a:spcBef>
                <a:spcPts val="600"/>
              </a:spcBef>
              <a:buFontTx/>
              <a:buAutoNum type="arabicPeriod"/>
            </a:pP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转发数据包到相应的端口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60680" indent="-269875">
              <a:spcBef>
                <a:spcPts val="600"/>
              </a:spcBef>
              <a:buFontTx/>
              <a:buAutoNum type="arabicPeriod"/>
            </a:pP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封装并转发到控制器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60680" indent="-269875">
              <a:spcBef>
                <a:spcPts val="600"/>
              </a:spcBef>
              <a:buFontTx/>
              <a:buAutoNum type="arabicPeriod"/>
            </a:pP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丢弃数据包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60680" indent="-269875">
              <a:spcBef>
                <a:spcPts val="600"/>
              </a:spcBef>
              <a:buFontTx/>
              <a:buAutoNum type="arabicPeriod"/>
            </a:pP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修改数据包的字段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60680" indent="-269875">
              <a:spcBef>
                <a:spcPts val="600"/>
              </a:spcBef>
              <a:buFontTx/>
              <a:buAutoNum type="arabicPeriod"/>
            </a:pP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……</a:t>
            </a:r>
          </a:p>
        </p:txBody>
      </p:sp>
      <p:sp>
        <p:nvSpPr>
          <p:cNvPr id="107" name="Line 30"/>
          <p:cNvSpPr>
            <a:spLocks noChangeShapeType="1"/>
          </p:cNvSpPr>
          <p:nvPr/>
        </p:nvSpPr>
        <p:spPr bwMode="auto">
          <a:xfrm>
            <a:off x="1475365" y="2109627"/>
            <a:ext cx="0" cy="2973387"/>
          </a:xfrm>
          <a:prstGeom prst="line">
            <a:avLst/>
          </a:prstGeom>
          <a:noFill/>
          <a:ln w="38100">
            <a:solidFill>
              <a:schemeClr val="tx1"/>
            </a:solidFill>
            <a:prstDash val="sysDot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4291" tIns="32146" rIns="64291" bIns="32146"/>
          <a:lstStyle/>
          <a:p>
            <a:endParaRPr lang="zh-CN" altLang="en-US" sz="16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08" name="Line 31"/>
          <p:cNvSpPr>
            <a:spLocks noChangeShapeType="1"/>
          </p:cNvSpPr>
          <p:nvPr/>
        </p:nvSpPr>
        <p:spPr bwMode="auto">
          <a:xfrm flipH="1">
            <a:off x="2924175" y="2106798"/>
            <a:ext cx="0" cy="906581"/>
          </a:xfrm>
          <a:prstGeom prst="line">
            <a:avLst/>
          </a:prstGeom>
          <a:noFill/>
          <a:ln w="38100">
            <a:solidFill>
              <a:schemeClr val="tx1"/>
            </a:solidFill>
            <a:prstDash val="sysDot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4291" tIns="32146" rIns="64291" bIns="32146"/>
          <a:lstStyle/>
          <a:p>
            <a:endParaRPr lang="zh-CN" altLang="en-US" sz="16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09" name="Rectangle 32"/>
          <p:cNvSpPr/>
          <p:nvPr/>
        </p:nvSpPr>
        <p:spPr bwMode="auto">
          <a:xfrm>
            <a:off x="3768725" y="2364619"/>
            <a:ext cx="2255025" cy="384175"/>
          </a:xfrm>
          <a:prstGeom prst="rect">
            <a:avLst/>
          </a:prstGeom>
          <a:solidFill>
            <a:srgbClr val="FA90AB"/>
          </a:solidFill>
          <a:ln w="12700">
            <a:solidFill>
              <a:srgbClr val="800000"/>
            </a:solidFill>
            <a:miter lim="800000"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zh-CN" altLang="zh-CN" sz="18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10" name="Rectangle 33"/>
          <p:cNvSpPr/>
          <p:nvPr/>
        </p:nvSpPr>
        <p:spPr bwMode="auto">
          <a:xfrm>
            <a:off x="3878958" y="2403726"/>
            <a:ext cx="205184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数据包和字节计数</a:t>
            </a:r>
            <a:endParaRPr lang="en-US" altLang="zh-CN" sz="20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12" name="文字方塊 29"/>
          <p:cNvSpPr txBox="1">
            <a:spLocks noChangeArrowheads="1"/>
          </p:cNvSpPr>
          <p:nvPr/>
        </p:nvSpPr>
        <p:spPr bwMode="auto">
          <a:xfrm>
            <a:off x="2584182" y="5987481"/>
            <a:ext cx="87716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zh-CN" altLang="en-US" sz="1800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链路层</a:t>
            </a:r>
            <a:endParaRPr lang="zh-TW" altLang="en-US" sz="1800" dirty="0">
              <a:solidFill>
                <a:srgbClr val="00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113" name="Group 37"/>
          <p:cNvGrpSpPr/>
          <p:nvPr/>
        </p:nvGrpSpPr>
        <p:grpSpPr bwMode="auto">
          <a:xfrm>
            <a:off x="1550988" y="5754528"/>
            <a:ext cx="2917825" cy="234950"/>
            <a:chOff x="1392851" y="2310653"/>
            <a:chExt cx="3302446" cy="234913"/>
          </a:xfrm>
        </p:grpSpPr>
        <p:cxnSp>
          <p:nvCxnSpPr>
            <p:cNvPr id="114" name="Straight Connector 38"/>
            <p:cNvCxnSpPr>
              <a:cxnSpLocks noChangeShapeType="1"/>
            </p:cNvCxnSpPr>
            <p:nvPr/>
          </p:nvCxnSpPr>
          <p:spPr bwMode="auto">
            <a:xfrm>
              <a:off x="1394004" y="2310653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15" name="Straight Connector 39"/>
            <p:cNvCxnSpPr>
              <a:cxnSpLocks noChangeShapeType="1"/>
            </p:cNvCxnSpPr>
            <p:nvPr/>
          </p:nvCxnSpPr>
          <p:spPr bwMode="auto">
            <a:xfrm>
              <a:off x="1392851" y="2427111"/>
              <a:ext cx="33024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16" name="Straight Connector 40"/>
            <p:cNvCxnSpPr>
              <a:cxnSpLocks noChangeShapeType="1"/>
            </p:cNvCxnSpPr>
            <p:nvPr/>
          </p:nvCxnSpPr>
          <p:spPr bwMode="auto">
            <a:xfrm>
              <a:off x="4695297" y="2310653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17" name="Straight Connector 41"/>
            <p:cNvCxnSpPr>
              <a:cxnSpLocks noChangeShapeType="1"/>
            </p:cNvCxnSpPr>
            <p:nvPr/>
          </p:nvCxnSpPr>
          <p:spPr bwMode="auto">
            <a:xfrm>
              <a:off x="3042374" y="2429108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18" name="Group 42"/>
          <p:cNvGrpSpPr/>
          <p:nvPr/>
        </p:nvGrpSpPr>
        <p:grpSpPr bwMode="auto">
          <a:xfrm>
            <a:off x="4564063" y="5756116"/>
            <a:ext cx="2211387" cy="234950"/>
            <a:chOff x="1392851" y="2310653"/>
            <a:chExt cx="3302446" cy="234913"/>
          </a:xfrm>
        </p:grpSpPr>
        <p:cxnSp>
          <p:nvCxnSpPr>
            <p:cNvPr id="119" name="Straight Connector 43"/>
            <p:cNvCxnSpPr>
              <a:cxnSpLocks noChangeShapeType="1"/>
            </p:cNvCxnSpPr>
            <p:nvPr/>
          </p:nvCxnSpPr>
          <p:spPr bwMode="auto">
            <a:xfrm>
              <a:off x="1394004" y="2310653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20" name="Straight Connector 44"/>
            <p:cNvCxnSpPr>
              <a:cxnSpLocks noChangeShapeType="1"/>
            </p:cNvCxnSpPr>
            <p:nvPr/>
          </p:nvCxnSpPr>
          <p:spPr bwMode="auto">
            <a:xfrm>
              <a:off x="1392851" y="2427111"/>
              <a:ext cx="33024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21" name="Straight Connector 45"/>
            <p:cNvCxnSpPr>
              <a:cxnSpLocks noChangeShapeType="1"/>
            </p:cNvCxnSpPr>
            <p:nvPr/>
          </p:nvCxnSpPr>
          <p:spPr bwMode="auto">
            <a:xfrm>
              <a:off x="4695297" y="2310653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22" name="Straight Connector 46"/>
            <p:cNvCxnSpPr>
              <a:cxnSpLocks noChangeShapeType="1"/>
            </p:cNvCxnSpPr>
            <p:nvPr/>
          </p:nvCxnSpPr>
          <p:spPr bwMode="auto">
            <a:xfrm>
              <a:off x="3042374" y="2429108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23" name="Group 47"/>
          <p:cNvGrpSpPr/>
          <p:nvPr/>
        </p:nvGrpSpPr>
        <p:grpSpPr bwMode="auto">
          <a:xfrm>
            <a:off x="6942138" y="5754528"/>
            <a:ext cx="1376362" cy="214313"/>
            <a:chOff x="1392851" y="2310653"/>
            <a:chExt cx="3302446" cy="234913"/>
          </a:xfrm>
        </p:grpSpPr>
        <p:cxnSp>
          <p:nvCxnSpPr>
            <p:cNvPr id="124" name="Straight Connector 48"/>
            <p:cNvCxnSpPr>
              <a:cxnSpLocks noChangeShapeType="1"/>
            </p:cNvCxnSpPr>
            <p:nvPr/>
          </p:nvCxnSpPr>
          <p:spPr bwMode="auto">
            <a:xfrm>
              <a:off x="1394004" y="2310653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25" name="Straight Connector 49"/>
            <p:cNvCxnSpPr>
              <a:cxnSpLocks noChangeShapeType="1"/>
            </p:cNvCxnSpPr>
            <p:nvPr/>
          </p:nvCxnSpPr>
          <p:spPr bwMode="auto">
            <a:xfrm>
              <a:off x="1392851" y="2427111"/>
              <a:ext cx="33024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26" name="Straight Connector 50"/>
            <p:cNvCxnSpPr>
              <a:cxnSpLocks noChangeShapeType="1"/>
            </p:cNvCxnSpPr>
            <p:nvPr/>
          </p:nvCxnSpPr>
          <p:spPr bwMode="auto">
            <a:xfrm>
              <a:off x="4695297" y="2310653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27" name="Straight Connector 51"/>
            <p:cNvCxnSpPr>
              <a:cxnSpLocks noChangeShapeType="1"/>
            </p:cNvCxnSpPr>
            <p:nvPr/>
          </p:nvCxnSpPr>
          <p:spPr bwMode="auto">
            <a:xfrm>
              <a:off x="3042374" y="2429108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128" name="文字方塊 29"/>
          <p:cNvSpPr txBox="1">
            <a:spLocks noChangeArrowheads="1"/>
          </p:cNvSpPr>
          <p:nvPr/>
        </p:nvSpPr>
        <p:spPr bwMode="auto">
          <a:xfrm>
            <a:off x="5230036" y="5968841"/>
            <a:ext cx="87716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zh-CN" altLang="en-US" sz="1800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网络层</a:t>
            </a:r>
            <a:endParaRPr lang="zh-TW" altLang="en-US" sz="1800" dirty="0">
              <a:solidFill>
                <a:srgbClr val="00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29" name="文字方塊 29"/>
          <p:cNvSpPr txBox="1">
            <a:spLocks noChangeArrowheads="1"/>
          </p:cNvSpPr>
          <p:nvPr/>
        </p:nvSpPr>
        <p:spPr bwMode="auto">
          <a:xfrm>
            <a:off x="7027069" y="5970212"/>
            <a:ext cx="126841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zh-CN" altLang="en-US" sz="1800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传输层</a:t>
            </a:r>
            <a:endParaRPr lang="zh-TW" altLang="en-US" sz="1800" dirty="0">
              <a:solidFill>
                <a:srgbClr val="00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4" name="Rectangle 8">
            <a:extLst>
              <a:ext uri="{FF2B5EF4-FFF2-40B4-BE49-F238E27FC236}">
                <a16:creationId xmlns:a16="http://schemas.microsoft.com/office/drawing/2014/main" id="{442992FD-DAFA-444A-A5DC-86059688DB10}"/>
              </a:ext>
            </a:extLst>
          </p:cNvPr>
          <p:cNvSpPr/>
          <p:nvPr/>
        </p:nvSpPr>
        <p:spPr bwMode="auto">
          <a:xfrm>
            <a:off x="6013848" y="5083015"/>
            <a:ext cx="758825" cy="563401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endParaRPr lang="zh-CN" altLang="zh-CN" sz="16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4DA7E6DB-74EE-4579-89FE-38077C739433}"/>
              </a:ext>
            </a:extLst>
          </p:cNvPr>
          <p:cNvSpPr/>
          <p:nvPr/>
        </p:nvSpPr>
        <p:spPr bwMode="auto">
          <a:xfrm>
            <a:off x="6235743" y="5105081"/>
            <a:ext cx="343044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</a:p>
          <a:p>
            <a:pPr algn="ctr"/>
            <a:r>
              <a:rPr lang="en-US" altLang="zh-CN" sz="16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Prot</a:t>
            </a:r>
            <a:endParaRPr lang="en-US" altLang="zh-CN" sz="16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6" name="Rectangle 12">
            <a:extLst>
              <a:ext uri="{FF2B5EF4-FFF2-40B4-BE49-F238E27FC236}">
                <a16:creationId xmlns:a16="http://schemas.microsoft.com/office/drawing/2014/main" id="{83270E52-DC8D-4C4A-BE4C-4B11AF291327}"/>
              </a:ext>
            </a:extLst>
          </p:cNvPr>
          <p:cNvSpPr/>
          <p:nvPr/>
        </p:nvSpPr>
        <p:spPr bwMode="auto">
          <a:xfrm>
            <a:off x="6763148" y="5083015"/>
            <a:ext cx="758825" cy="563401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endParaRPr lang="zh-CN" altLang="zh-CN" sz="16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7" name="Rectangle 13">
            <a:extLst>
              <a:ext uri="{FF2B5EF4-FFF2-40B4-BE49-F238E27FC236}">
                <a16:creationId xmlns:a16="http://schemas.microsoft.com/office/drawing/2014/main" id="{911E1624-101B-4902-86CD-EB017537461F}"/>
              </a:ext>
            </a:extLst>
          </p:cNvPr>
          <p:cNvSpPr/>
          <p:nvPr/>
        </p:nvSpPr>
        <p:spPr bwMode="auto">
          <a:xfrm>
            <a:off x="6923486" y="5115387"/>
            <a:ext cx="445636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TCP</a:t>
            </a:r>
          </a:p>
          <a:p>
            <a:pPr algn="ctr"/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Sport</a:t>
            </a:r>
          </a:p>
        </p:txBody>
      </p:sp>
      <p:sp>
        <p:nvSpPr>
          <p:cNvPr id="58" name="Rectangle 14">
            <a:extLst>
              <a:ext uri="{FF2B5EF4-FFF2-40B4-BE49-F238E27FC236}">
                <a16:creationId xmlns:a16="http://schemas.microsoft.com/office/drawing/2014/main" id="{752CAC80-9B5B-4FCA-9481-63D1483F97AF}"/>
              </a:ext>
            </a:extLst>
          </p:cNvPr>
          <p:cNvSpPr/>
          <p:nvPr/>
        </p:nvSpPr>
        <p:spPr bwMode="auto">
          <a:xfrm>
            <a:off x="7522748" y="5083015"/>
            <a:ext cx="758825" cy="563401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endParaRPr lang="zh-CN" altLang="zh-CN" sz="16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9" name="Rectangle 15">
            <a:extLst>
              <a:ext uri="{FF2B5EF4-FFF2-40B4-BE49-F238E27FC236}">
                <a16:creationId xmlns:a16="http://schemas.microsoft.com/office/drawing/2014/main" id="{4E9ED091-63F2-403F-B79A-4B9655B1E2B7}"/>
              </a:ext>
            </a:extLst>
          </p:cNvPr>
          <p:cNvSpPr/>
          <p:nvPr/>
        </p:nvSpPr>
        <p:spPr bwMode="auto">
          <a:xfrm>
            <a:off x="7625127" y="5105081"/>
            <a:ext cx="479297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TCP</a:t>
            </a:r>
          </a:p>
          <a:p>
            <a:pPr algn="ctr"/>
            <a:r>
              <a:rPr lang="en-US" altLang="zh-CN" sz="16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Dport</a:t>
            </a:r>
            <a:endParaRPr lang="en-US" altLang="zh-CN" sz="16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60" name="Rectangle 10">
            <a:extLst>
              <a:ext uri="{FF2B5EF4-FFF2-40B4-BE49-F238E27FC236}">
                <a16:creationId xmlns:a16="http://schemas.microsoft.com/office/drawing/2014/main" id="{35718703-D28C-4D00-B883-C68A964ECBF8}"/>
              </a:ext>
            </a:extLst>
          </p:cNvPr>
          <p:cNvSpPr/>
          <p:nvPr/>
        </p:nvSpPr>
        <p:spPr bwMode="auto">
          <a:xfrm>
            <a:off x="768350" y="5083015"/>
            <a:ext cx="758825" cy="563401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</a:ln>
        </p:spPr>
        <p:txBody>
          <a:bodyPr lIns="0" tIns="0" rIns="0" bIns="0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endParaRPr lang="zh-CN" altLang="zh-CN" sz="16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61" name="Rectangle 11">
            <a:extLst>
              <a:ext uri="{FF2B5EF4-FFF2-40B4-BE49-F238E27FC236}">
                <a16:creationId xmlns:a16="http://schemas.microsoft.com/office/drawing/2014/main" id="{8875E9C4-1293-40AD-B944-76BF1101E203}"/>
              </a:ext>
            </a:extLst>
          </p:cNvPr>
          <p:cNvSpPr/>
          <p:nvPr/>
        </p:nvSpPr>
        <p:spPr bwMode="auto">
          <a:xfrm>
            <a:off x="881487" y="5105081"/>
            <a:ext cx="570669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Switch</a:t>
            </a:r>
          </a:p>
          <a:p>
            <a:pPr algn="ctr"/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Port</a:t>
            </a: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7" name="Rectangle 2"/>
          <p:cNvSpPr/>
          <p:nvPr/>
        </p:nvSpPr>
        <p:spPr bwMode="auto">
          <a:xfrm>
            <a:off x="580978" y="1415717"/>
            <a:ext cx="277479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342900" indent="-342900"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r>
              <a:rPr lang="zh-CN" altLang="en-US" dirty="0">
                <a:solidFill>
                  <a:srgbClr val="00009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基于目的</a:t>
            </a:r>
            <a:r>
              <a:rPr lang="en-US" altLang="zh-CN" dirty="0">
                <a:solidFill>
                  <a:srgbClr val="00009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dirty="0">
                <a:solidFill>
                  <a:srgbClr val="00009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的转发</a:t>
            </a:r>
            <a:endParaRPr lang="en-US" altLang="zh-CN" dirty="0">
              <a:solidFill>
                <a:srgbClr val="00009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21858" name="Rectangle 3"/>
          <p:cNvSpPr/>
          <p:nvPr/>
        </p:nvSpPr>
        <p:spPr bwMode="auto">
          <a:xfrm>
            <a:off x="596454" y="2514116"/>
            <a:ext cx="6604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grpSp>
        <p:nvGrpSpPr>
          <p:cNvPr id="121859" name="Group 4"/>
          <p:cNvGrpSpPr/>
          <p:nvPr/>
        </p:nvGrpSpPr>
        <p:grpSpPr bwMode="auto">
          <a:xfrm>
            <a:off x="598042" y="1845778"/>
            <a:ext cx="7483475" cy="571500"/>
            <a:chOff x="0" y="0"/>
            <a:chExt cx="6704" cy="512"/>
          </a:xfrm>
        </p:grpSpPr>
        <p:sp>
          <p:nvSpPr>
            <p:cNvPr id="121944" name="Rectangle 5"/>
            <p:cNvSpPr/>
            <p:nvPr/>
          </p:nvSpPr>
          <p:spPr bwMode="auto">
            <a:xfrm>
              <a:off x="0" y="15"/>
              <a:ext cx="592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45" name="Rectangle 6"/>
            <p:cNvSpPr/>
            <p:nvPr/>
          </p:nvSpPr>
          <p:spPr bwMode="auto">
            <a:xfrm>
              <a:off x="3" y="0"/>
              <a:ext cx="589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Switch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Port</a:t>
              </a:r>
            </a:p>
          </p:txBody>
        </p:sp>
        <p:sp>
          <p:nvSpPr>
            <p:cNvPr id="121946" name="Rectangle 7"/>
            <p:cNvSpPr/>
            <p:nvPr/>
          </p:nvSpPr>
          <p:spPr bwMode="auto">
            <a:xfrm>
              <a:off x="592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47" name="Rectangle 8"/>
            <p:cNvSpPr/>
            <p:nvPr/>
          </p:nvSpPr>
          <p:spPr bwMode="auto">
            <a:xfrm>
              <a:off x="588" y="0"/>
              <a:ext cx="589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MAC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src</a:t>
              </a:r>
            </a:p>
          </p:txBody>
        </p:sp>
        <p:sp>
          <p:nvSpPr>
            <p:cNvPr id="121948" name="Rectangle 9"/>
            <p:cNvSpPr/>
            <p:nvPr/>
          </p:nvSpPr>
          <p:spPr bwMode="auto">
            <a:xfrm>
              <a:off x="1185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49" name="Rectangle 10"/>
            <p:cNvSpPr/>
            <p:nvPr/>
          </p:nvSpPr>
          <p:spPr bwMode="auto">
            <a:xfrm>
              <a:off x="1212" y="0"/>
              <a:ext cx="567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MAC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dst</a:t>
              </a:r>
            </a:p>
          </p:txBody>
        </p:sp>
        <p:sp>
          <p:nvSpPr>
            <p:cNvPr id="121950" name="Rectangle 11"/>
            <p:cNvSpPr/>
            <p:nvPr/>
          </p:nvSpPr>
          <p:spPr bwMode="auto">
            <a:xfrm>
              <a:off x="1785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51" name="Rectangle 12"/>
            <p:cNvSpPr/>
            <p:nvPr/>
          </p:nvSpPr>
          <p:spPr bwMode="auto">
            <a:xfrm>
              <a:off x="1783" y="0"/>
              <a:ext cx="590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Eth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type</a:t>
              </a:r>
            </a:p>
          </p:txBody>
        </p:sp>
        <p:sp>
          <p:nvSpPr>
            <p:cNvPr id="121952" name="Rectangle 13"/>
            <p:cNvSpPr/>
            <p:nvPr/>
          </p:nvSpPr>
          <p:spPr bwMode="auto">
            <a:xfrm>
              <a:off x="2378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53" name="Rectangle 14"/>
            <p:cNvSpPr/>
            <p:nvPr/>
          </p:nvSpPr>
          <p:spPr bwMode="auto">
            <a:xfrm>
              <a:off x="2380" y="0"/>
              <a:ext cx="590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VLAN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ID</a:t>
              </a:r>
            </a:p>
          </p:txBody>
        </p:sp>
        <p:sp>
          <p:nvSpPr>
            <p:cNvPr id="121954" name="Rectangle 15"/>
            <p:cNvSpPr/>
            <p:nvPr/>
          </p:nvSpPr>
          <p:spPr bwMode="auto">
            <a:xfrm>
              <a:off x="2971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55" name="Rectangle 16"/>
            <p:cNvSpPr/>
            <p:nvPr/>
          </p:nvSpPr>
          <p:spPr bwMode="auto">
            <a:xfrm>
              <a:off x="2977" y="0"/>
              <a:ext cx="589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IP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Src</a:t>
              </a:r>
            </a:p>
          </p:txBody>
        </p:sp>
        <p:sp>
          <p:nvSpPr>
            <p:cNvPr id="121956" name="Rectangle 17"/>
            <p:cNvSpPr/>
            <p:nvPr/>
          </p:nvSpPr>
          <p:spPr bwMode="auto">
            <a:xfrm>
              <a:off x="3571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57" name="Rectangle 18"/>
            <p:cNvSpPr/>
            <p:nvPr/>
          </p:nvSpPr>
          <p:spPr bwMode="auto">
            <a:xfrm>
              <a:off x="3567" y="0"/>
              <a:ext cx="597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IP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Dst</a:t>
              </a:r>
            </a:p>
          </p:txBody>
        </p:sp>
        <p:sp>
          <p:nvSpPr>
            <p:cNvPr id="121958" name="Rectangle 19"/>
            <p:cNvSpPr/>
            <p:nvPr/>
          </p:nvSpPr>
          <p:spPr bwMode="auto">
            <a:xfrm>
              <a:off x="4164" y="15"/>
              <a:ext cx="592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59" name="Rectangle 20"/>
            <p:cNvSpPr/>
            <p:nvPr/>
          </p:nvSpPr>
          <p:spPr bwMode="auto">
            <a:xfrm>
              <a:off x="4165" y="0"/>
              <a:ext cx="583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IP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Prot</a:t>
              </a:r>
            </a:p>
          </p:txBody>
        </p:sp>
        <p:sp>
          <p:nvSpPr>
            <p:cNvPr id="121960" name="Rectangle 21"/>
            <p:cNvSpPr/>
            <p:nvPr/>
          </p:nvSpPr>
          <p:spPr bwMode="auto">
            <a:xfrm>
              <a:off x="4756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61" name="Rectangle 22"/>
            <p:cNvSpPr/>
            <p:nvPr/>
          </p:nvSpPr>
          <p:spPr bwMode="auto">
            <a:xfrm>
              <a:off x="4760" y="0"/>
              <a:ext cx="596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TCP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sport</a:t>
              </a:r>
            </a:p>
          </p:txBody>
        </p:sp>
        <p:sp>
          <p:nvSpPr>
            <p:cNvPr id="121962" name="Rectangle 23"/>
            <p:cNvSpPr/>
            <p:nvPr/>
          </p:nvSpPr>
          <p:spPr bwMode="auto">
            <a:xfrm>
              <a:off x="5356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63" name="Rectangle 24"/>
            <p:cNvSpPr/>
            <p:nvPr/>
          </p:nvSpPr>
          <p:spPr bwMode="auto">
            <a:xfrm>
              <a:off x="5351" y="0"/>
              <a:ext cx="597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TCP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dport</a:t>
              </a:r>
            </a:p>
          </p:txBody>
        </p:sp>
        <p:sp>
          <p:nvSpPr>
            <p:cNvPr id="121964" name="Rectangle 25"/>
            <p:cNvSpPr/>
            <p:nvPr/>
          </p:nvSpPr>
          <p:spPr bwMode="auto">
            <a:xfrm>
              <a:off x="5956" y="15"/>
              <a:ext cx="748" cy="480"/>
            </a:xfrm>
            <a:prstGeom prst="rect">
              <a:avLst/>
            </a:prstGeom>
            <a:solidFill>
              <a:srgbClr val="CBE97B"/>
            </a:solidFill>
            <a:ln w="12700">
              <a:solidFill>
                <a:srgbClr val="697D3A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65" name="Rectangle 26"/>
            <p:cNvSpPr/>
            <p:nvPr/>
          </p:nvSpPr>
          <p:spPr bwMode="auto">
            <a:xfrm>
              <a:off x="5948" y="111"/>
              <a:ext cx="7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Action</a:t>
              </a:r>
            </a:p>
          </p:txBody>
        </p:sp>
      </p:grpSp>
      <p:sp>
        <p:nvSpPr>
          <p:cNvPr id="121860" name="Rectangle 27"/>
          <p:cNvSpPr/>
          <p:nvPr/>
        </p:nvSpPr>
        <p:spPr bwMode="auto">
          <a:xfrm>
            <a:off x="1256854" y="2514116"/>
            <a:ext cx="6604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sp>
        <p:nvSpPr>
          <p:cNvPr id="121861" name="Rectangle 28"/>
          <p:cNvSpPr/>
          <p:nvPr/>
        </p:nvSpPr>
        <p:spPr bwMode="auto">
          <a:xfrm>
            <a:off x="1685479" y="2514116"/>
            <a:ext cx="1133475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sp>
        <p:nvSpPr>
          <p:cNvPr id="121862" name="Rectangle 29"/>
          <p:cNvSpPr/>
          <p:nvPr/>
        </p:nvSpPr>
        <p:spPr bwMode="auto">
          <a:xfrm>
            <a:off x="2577654" y="2514116"/>
            <a:ext cx="661988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sp>
        <p:nvSpPr>
          <p:cNvPr id="121863" name="Rectangle 30"/>
          <p:cNvSpPr/>
          <p:nvPr/>
        </p:nvSpPr>
        <p:spPr bwMode="auto">
          <a:xfrm>
            <a:off x="3239642" y="2514116"/>
            <a:ext cx="6604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sp>
        <p:nvSpPr>
          <p:cNvPr id="121864" name="Rectangle 31"/>
          <p:cNvSpPr/>
          <p:nvPr/>
        </p:nvSpPr>
        <p:spPr bwMode="auto">
          <a:xfrm>
            <a:off x="3900042" y="2514116"/>
            <a:ext cx="6604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sp>
        <p:nvSpPr>
          <p:cNvPr id="121865" name="Rectangle 32"/>
          <p:cNvSpPr/>
          <p:nvPr/>
        </p:nvSpPr>
        <p:spPr bwMode="auto">
          <a:xfrm>
            <a:off x="4560442" y="2461863"/>
            <a:ext cx="692659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51.6.0.8</a:t>
            </a:r>
          </a:p>
        </p:txBody>
      </p:sp>
      <p:sp>
        <p:nvSpPr>
          <p:cNvPr id="121866" name="Rectangle 33"/>
          <p:cNvSpPr/>
          <p:nvPr/>
        </p:nvSpPr>
        <p:spPr bwMode="auto">
          <a:xfrm>
            <a:off x="5253100" y="2504640"/>
            <a:ext cx="692659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sp>
        <p:nvSpPr>
          <p:cNvPr id="121867" name="Rectangle 34"/>
          <p:cNvSpPr/>
          <p:nvPr/>
        </p:nvSpPr>
        <p:spPr bwMode="auto">
          <a:xfrm>
            <a:off x="5904179" y="2504640"/>
            <a:ext cx="648575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sp>
        <p:nvSpPr>
          <p:cNvPr id="121868" name="Rectangle 35"/>
          <p:cNvSpPr/>
          <p:nvPr/>
        </p:nvSpPr>
        <p:spPr bwMode="auto">
          <a:xfrm>
            <a:off x="6576785" y="2471600"/>
            <a:ext cx="666413" cy="389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sp>
        <p:nvSpPr>
          <p:cNvPr id="121869" name="Rectangle 36"/>
          <p:cNvSpPr/>
          <p:nvPr/>
        </p:nvSpPr>
        <p:spPr bwMode="auto">
          <a:xfrm>
            <a:off x="7243198" y="2395299"/>
            <a:ext cx="834970" cy="4085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port6</a:t>
            </a:r>
          </a:p>
        </p:txBody>
      </p:sp>
      <p:sp>
        <p:nvSpPr>
          <p:cNvPr id="121871" name="Rectangle 1"/>
          <p:cNvSpPr txBox="1">
            <a:spLocks noChangeArrowheads="1"/>
          </p:cNvSpPr>
          <p:nvPr/>
        </p:nvSpPr>
        <p:spPr bwMode="auto">
          <a:xfrm>
            <a:off x="381000" y="592951"/>
            <a:ext cx="5387030" cy="7016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OpenFlow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流与流表：示例</a:t>
            </a:r>
            <a:endParaRPr lang="en-US" altLang="zh-CN" sz="2800" dirty="0">
              <a:solidFill>
                <a:srgbClr val="000099"/>
              </a:solidFill>
              <a:latin typeface="Gill Sans MT" panose="020B0502020104020203" pitchFamily="34" charset="0"/>
            </a:endParaRPr>
          </a:p>
        </p:txBody>
      </p:sp>
      <p:sp>
        <p:nvSpPr>
          <p:cNvPr id="121872" name="Rectangle 2"/>
          <p:cNvSpPr/>
          <p:nvPr/>
        </p:nvSpPr>
        <p:spPr bwMode="auto">
          <a:xfrm>
            <a:off x="2953185" y="2727825"/>
            <a:ext cx="5122863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/>
            <a:r>
              <a:rPr lang="en-US" altLang="zh-CN" sz="2000" i="1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 datagrams destined to IP address  51.6.0.8 should be forwarded to router output port </a:t>
            </a:r>
            <a:r>
              <a:rPr lang="en-US" altLang="zh-CN" sz="2000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6 </a:t>
            </a:r>
          </a:p>
        </p:txBody>
      </p:sp>
      <p:sp>
        <p:nvSpPr>
          <p:cNvPr id="121873" name="Rectangle 73"/>
          <p:cNvSpPr/>
          <p:nvPr/>
        </p:nvSpPr>
        <p:spPr bwMode="auto">
          <a:xfrm>
            <a:off x="598042" y="4284131"/>
            <a:ext cx="660400" cy="322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grpSp>
        <p:nvGrpSpPr>
          <p:cNvPr id="121874" name="Group 74"/>
          <p:cNvGrpSpPr/>
          <p:nvPr/>
        </p:nvGrpSpPr>
        <p:grpSpPr bwMode="auto">
          <a:xfrm>
            <a:off x="599630" y="3617381"/>
            <a:ext cx="7483475" cy="571500"/>
            <a:chOff x="0" y="0"/>
            <a:chExt cx="6704" cy="512"/>
          </a:xfrm>
        </p:grpSpPr>
        <p:sp>
          <p:nvSpPr>
            <p:cNvPr id="121922" name="Rectangle 75"/>
            <p:cNvSpPr/>
            <p:nvPr/>
          </p:nvSpPr>
          <p:spPr bwMode="auto">
            <a:xfrm>
              <a:off x="0" y="15"/>
              <a:ext cx="592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23" name="Rectangle 76"/>
            <p:cNvSpPr/>
            <p:nvPr/>
          </p:nvSpPr>
          <p:spPr bwMode="auto">
            <a:xfrm>
              <a:off x="3" y="0"/>
              <a:ext cx="589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Switch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Port</a:t>
              </a:r>
            </a:p>
          </p:txBody>
        </p:sp>
        <p:sp>
          <p:nvSpPr>
            <p:cNvPr id="121924" name="Rectangle 77"/>
            <p:cNvSpPr/>
            <p:nvPr/>
          </p:nvSpPr>
          <p:spPr bwMode="auto">
            <a:xfrm>
              <a:off x="592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25" name="Rectangle 78"/>
            <p:cNvSpPr/>
            <p:nvPr/>
          </p:nvSpPr>
          <p:spPr bwMode="auto">
            <a:xfrm>
              <a:off x="588" y="0"/>
              <a:ext cx="589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MAC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src</a:t>
              </a:r>
            </a:p>
          </p:txBody>
        </p:sp>
        <p:sp>
          <p:nvSpPr>
            <p:cNvPr id="121926" name="Rectangle 79"/>
            <p:cNvSpPr/>
            <p:nvPr/>
          </p:nvSpPr>
          <p:spPr bwMode="auto">
            <a:xfrm>
              <a:off x="1185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27" name="Rectangle 80"/>
            <p:cNvSpPr/>
            <p:nvPr/>
          </p:nvSpPr>
          <p:spPr bwMode="auto">
            <a:xfrm>
              <a:off x="1212" y="0"/>
              <a:ext cx="567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MAC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dst</a:t>
              </a:r>
            </a:p>
          </p:txBody>
        </p:sp>
        <p:sp>
          <p:nvSpPr>
            <p:cNvPr id="121928" name="Rectangle 81"/>
            <p:cNvSpPr/>
            <p:nvPr/>
          </p:nvSpPr>
          <p:spPr bwMode="auto">
            <a:xfrm>
              <a:off x="1785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29" name="Rectangle 82"/>
            <p:cNvSpPr/>
            <p:nvPr/>
          </p:nvSpPr>
          <p:spPr bwMode="auto">
            <a:xfrm>
              <a:off x="1783" y="0"/>
              <a:ext cx="590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Eth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type</a:t>
              </a:r>
            </a:p>
          </p:txBody>
        </p:sp>
        <p:sp>
          <p:nvSpPr>
            <p:cNvPr id="121930" name="Rectangle 83"/>
            <p:cNvSpPr/>
            <p:nvPr/>
          </p:nvSpPr>
          <p:spPr bwMode="auto">
            <a:xfrm>
              <a:off x="2378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31" name="Rectangle 84"/>
            <p:cNvSpPr/>
            <p:nvPr/>
          </p:nvSpPr>
          <p:spPr bwMode="auto">
            <a:xfrm>
              <a:off x="2380" y="0"/>
              <a:ext cx="590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VLAN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ID</a:t>
              </a:r>
            </a:p>
          </p:txBody>
        </p:sp>
        <p:sp>
          <p:nvSpPr>
            <p:cNvPr id="121932" name="Rectangle 85"/>
            <p:cNvSpPr/>
            <p:nvPr/>
          </p:nvSpPr>
          <p:spPr bwMode="auto">
            <a:xfrm>
              <a:off x="2971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33" name="Rectangle 86"/>
            <p:cNvSpPr/>
            <p:nvPr/>
          </p:nvSpPr>
          <p:spPr bwMode="auto">
            <a:xfrm>
              <a:off x="2977" y="0"/>
              <a:ext cx="589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IP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Src</a:t>
              </a:r>
            </a:p>
          </p:txBody>
        </p:sp>
        <p:sp>
          <p:nvSpPr>
            <p:cNvPr id="121934" name="Rectangle 87"/>
            <p:cNvSpPr/>
            <p:nvPr/>
          </p:nvSpPr>
          <p:spPr bwMode="auto">
            <a:xfrm>
              <a:off x="3571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35" name="Rectangle 88"/>
            <p:cNvSpPr/>
            <p:nvPr/>
          </p:nvSpPr>
          <p:spPr bwMode="auto">
            <a:xfrm>
              <a:off x="3567" y="0"/>
              <a:ext cx="597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IP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Dst</a:t>
              </a:r>
            </a:p>
          </p:txBody>
        </p:sp>
        <p:sp>
          <p:nvSpPr>
            <p:cNvPr id="121936" name="Rectangle 89"/>
            <p:cNvSpPr/>
            <p:nvPr/>
          </p:nvSpPr>
          <p:spPr bwMode="auto">
            <a:xfrm>
              <a:off x="4164" y="15"/>
              <a:ext cx="592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37" name="Rectangle 90"/>
            <p:cNvSpPr/>
            <p:nvPr/>
          </p:nvSpPr>
          <p:spPr bwMode="auto">
            <a:xfrm>
              <a:off x="4165" y="0"/>
              <a:ext cx="583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IP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Prot</a:t>
              </a:r>
            </a:p>
          </p:txBody>
        </p:sp>
        <p:sp>
          <p:nvSpPr>
            <p:cNvPr id="121938" name="Rectangle 91"/>
            <p:cNvSpPr/>
            <p:nvPr/>
          </p:nvSpPr>
          <p:spPr bwMode="auto">
            <a:xfrm>
              <a:off x="4756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39" name="Rectangle 92"/>
            <p:cNvSpPr/>
            <p:nvPr/>
          </p:nvSpPr>
          <p:spPr bwMode="auto">
            <a:xfrm>
              <a:off x="4760" y="0"/>
              <a:ext cx="596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TCP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sport</a:t>
              </a:r>
            </a:p>
          </p:txBody>
        </p:sp>
        <p:sp>
          <p:nvSpPr>
            <p:cNvPr id="121940" name="Rectangle 93"/>
            <p:cNvSpPr/>
            <p:nvPr/>
          </p:nvSpPr>
          <p:spPr bwMode="auto">
            <a:xfrm>
              <a:off x="5356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41" name="Rectangle 94"/>
            <p:cNvSpPr/>
            <p:nvPr/>
          </p:nvSpPr>
          <p:spPr bwMode="auto">
            <a:xfrm>
              <a:off x="5351" y="0"/>
              <a:ext cx="597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TCP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dport</a:t>
              </a:r>
            </a:p>
          </p:txBody>
        </p:sp>
        <p:sp>
          <p:nvSpPr>
            <p:cNvPr id="121942" name="Rectangle 95"/>
            <p:cNvSpPr/>
            <p:nvPr/>
          </p:nvSpPr>
          <p:spPr bwMode="auto">
            <a:xfrm>
              <a:off x="5956" y="12"/>
              <a:ext cx="748" cy="480"/>
            </a:xfrm>
            <a:prstGeom prst="rect">
              <a:avLst/>
            </a:prstGeom>
            <a:solidFill>
              <a:srgbClr val="CBE97B"/>
            </a:solidFill>
            <a:ln w="12700">
              <a:solidFill>
                <a:srgbClr val="697D3A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43" name="Rectangle 96"/>
            <p:cNvSpPr/>
            <p:nvPr/>
          </p:nvSpPr>
          <p:spPr bwMode="auto">
            <a:xfrm>
              <a:off x="5948" y="111"/>
              <a:ext cx="7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Action</a:t>
              </a:r>
            </a:p>
          </p:txBody>
        </p:sp>
      </p:grpSp>
      <p:sp>
        <p:nvSpPr>
          <p:cNvPr id="121875" name="Rectangle 97"/>
          <p:cNvSpPr/>
          <p:nvPr/>
        </p:nvSpPr>
        <p:spPr bwMode="auto">
          <a:xfrm>
            <a:off x="1258442" y="4284131"/>
            <a:ext cx="660400" cy="322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sp>
        <p:nvSpPr>
          <p:cNvPr id="121876" name="Rectangle 98"/>
          <p:cNvSpPr/>
          <p:nvPr/>
        </p:nvSpPr>
        <p:spPr bwMode="auto">
          <a:xfrm>
            <a:off x="1928368" y="4284131"/>
            <a:ext cx="658600" cy="322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sp>
        <p:nvSpPr>
          <p:cNvPr id="121877" name="Rectangle 99"/>
          <p:cNvSpPr/>
          <p:nvPr/>
        </p:nvSpPr>
        <p:spPr bwMode="auto">
          <a:xfrm>
            <a:off x="2579242" y="4284131"/>
            <a:ext cx="661988" cy="322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sp>
        <p:nvSpPr>
          <p:cNvPr id="121878" name="Rectangle 100"/>
          <p:cNvSpPr/>
          <p:nvPr/>
        </p:nvSpPr>
        <p:spPr bwMode="auto">
          <a:xfrm>
            <a:off x="3241230" y="4284131"/>
            <a:ext cx="660400" cy="322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sp>
        <p:nvSpPr>
          <p:cNvPr id="121879" name="Rectangle 101"/>
          <p:cNvSpPr/>
          <p:nvPr/>
        </p:nvSpPr>
        <p:spPr bwMode="auto">
          <a:xfrm>
            <a:off x="3901630" y="4284131"/>
            <a:ext cx="660400" cy="322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sp>
        <p:nvSpPr>
          <p:cNvPr id="121880" name="Rectangle 102"/>
          <p:cNvSpPr/>
          <p:nvPr/>
        </p:nvSpPr>
        <p:spPr bwMode="auto">
          <a:xfrm>
            <a:off x="4562030" y="4284131"/>
            <a:ext cx="660400" cy="322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sp>
        <p:nvSpPr>
          <p:cNvPr id="121881" name="Rectangle 103"/>
          <p:cNvSpPr/>
          <p:nvPr/>
        </p:nvSpPr>
        <p:spPr bwMode="auto">
          <a:xfrm>
            <a:off x="5231955" y="4284131"/>
            <a:ext cx="660400" cy="322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sp>
        <p:nvSpPr>
          <p:cNvPr id="121882" name="Rectangle 104"/>
          <p:cNvSpPr/>
          <p:nvPr/>
        </p:nvSpPr>
        <p:spPr bwMode="auto">
          <a:xfrm>
            <a:off x="5892355" y="4284131"/>
            <a:ext cx="661987" cy="322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sp>
        <p:nvSpPr>
          <p:cNvPr id="121883" name="Rectangle 105"/>
          <p:cNvSpPr/>
          <p:nvPr/>
        </p:nvSpPr>
        <p:spPr bwMode="auto">
          <a:xfrm>
            <a:off x="6552755" y="4246460"/>
            <a:ext cx="660400" cy="322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22</a:t>
            </a:r>
          </a:p>
        </p:txBody>
      </p:sp>
      <p:sp>
        <p:nvSpPr>
          <p:cNvPr id="121884" name="Rectangle 106"/>
          <p:cNvSpPr/>
          <p:nvPr/>
        </p:nvSpPr>
        <p:spPr bwMode="auto">
          <a:xfrm>
            <a:off x="7330397" y="4231491"/>
            <a:ext cx="660400" cy="322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drop</a:t>
            </a:r>
          </a:p>
        </p:txBody>
      </p:sp>
      <p:sp>
        <p:nvSpPr>
          <p:cNvPr id="121885" name="Rectangle 2"/>
          <p:cNvSpPr/>
          <p:nvPr/>
        </p:nvSpPr>
        <p:spPr bwMode="auto">
          <a:xfrm>
            <a:off x="601077" y="3160020"/>
            <a:ext cx="126957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342900" indent="-342900">
              <a:buClr>
                <a:srgbClr val="C00000"/>
              </a:buClr>
              <a:buSzPct val="90000"/>
              <a:buFont typeface="Wingdings" panose="05000000000000000000" pitchFamily="2" charset="2"/>
              <a:buChar char="n"/>
            </a:pPr>
            <a:r>
              <a:rPr lang="zh-CN" altLang="en-US" dirty="0">
                <a:solidFill>
                  <a:srgbClr val="00009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防火墙</a:t>
            </a:r>
            <a:endParaRPr lang="en-US" altLang="zh-CN" dirty="0">
              <a:solidFill>
                <a:srgbClr val="00009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21886" name="Rectangle 2"/>
          <p:cNvSpPr/>
          <p:nvPr/>
        </p:nvSpPr>
        <p:spPr bwMode="auto">
          <a:xfrm>
            <a:off x="1670505" y="4517177"/>
            <a:ext cx="643890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/>
            <a:r>
              <a:rPr lang="en-US" altLang="zh-CN" sz="2000" i="1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do not forward (block) all datagrams destined to TCP  port 22</a:t>
            </a:r>
          </a:p>
        </p:txBody>
      </p:sp>
      <p:sp>
        <p:nvSpPr>
          <p:cNvPr id="121887" name="Rectangle 73"/>
          <p:cNvSpPr/>
          <p:nvPr/>
        </p:nvSpPr>
        <p:spPr bwMode="auto">
          <a:xfrm>
            <a:off x="602979" y="5685569"/>
            <a:ext cx="660400" cy="322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grpSp>
        <p:nvGrpSpPr>
          <p:cNvPr id="121888" name="Group 74"/>
          <p:cNvGrpSpPr/>
          <p:nvPr/>
        </p:nvGrpSpPr>
        <p:grpSpPr bwMode="auto">
          <a:xfrm>
            <a:off x="604567" y="5018819"/>
            <a:ext cx="7483475" cy="571500"/>
            <a:chOff x="0" y="0"/>
            <a:chExt cx="6704" cy="512"/>
          </a:xfrm>
        </p:grpSpPr>
        <p:sp>
          <p:nvSpPr>
            <p:cNvPr id="121900" name="Rectangle 75"/>
            <p:cNvSpPr/>
            <p:nvPr/>
          </p:nvSpPr>
          <p:spPr bwMode="auto">
            <a:xfrm>
              <a:off x="0" y="15"/>
              <a:ext cx="592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01" name="Rectangle 76"/>
            <p:cNvSpPr/>
            <p:nvPr/>
          </p:nvSpPr>
          <p:spPr bwMode="auto">
            <a:xfrm>
              <a:off x="3" y="0"/>
              <a:ext cx="589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Switch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Port</a:t>
              </a:r>
            </a:p>
          </p:txBody>
        </p:sp>
        <p:sp>
          <p:nvSpPr>
            <p:cNvPr id="121902" name="Rectangle 77"/>
            <p:cNvSpPr/>
            <p:nvPr/>
          </p:nvSpPr>
          <p:spPr bwMode="auto">
            <a:xfrm>
              <a:off x="592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03" name="Rectangle 78"/>
            <p:cNvSpPr/>
            <p:nvPr/>
          </p:nvSpPr>
          <p:spPr bwMode="auto">
            <a:xfrm>
              <a:off x="588" y="0"/>
              <a:ext cx="589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MAC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src</a:t>
              </a:r>
            </a:p>
          </p:txBody>
        </p:sp>
        <p:sp>
          <p:nvSpPr>
            <p:cNvPr id="121904" name="Rectangle 79"/>
            <p:cNvSpPr/>
            <p:nvPr/>
          </p:nvSpPr>
          <p:spPr bwMode="auto">
            <a:xfrm>
              <a:off x="1185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05" name="Rectangle 80"/>
            <p:cNvSpPr/>
            <p:nvPr/>
          </p:nvSpPr>
          <p:spPr bwMode="auto">
            <a:xfrm>
              <a:off x="1212" y="0"/>
              <a:ext cx="567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MAC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dst</a:t>
              </a:r>
            </a:p>
          </p:txBody>
        </p:sp>
        <p:sp>
          <p:nvSpPr>
            <p:cNvPr id="121906" name="Rectangle 81"/>
            <p:cNvSpPr/>
            <p:nvPr/>
          </p:nvSpPr>
          <p:spPr bwMode="auto">
            <a:xfrm>
              <a:off x="1785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07" name="Rectangle 82"/>
            <p:cNvSpPr/>
            <p:nvPr/>
          </p:nvSpPr>
          <p:spPr bwMode="auto">
            <a:xfrm>
              <a:off x="1783" y="0"/>
              <a:ext cx="590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Eth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type</a:t>
              </a:r>
            </a:p>
          </p:txBody>
        </p:sp>
        <p:sp>
          <p:nvSpPr>
            <p:cNvPr id="121908" name="Rectangle 83"/>
            <p:cNvSpPr/>
            <p:nvPr/>
          </p:nvSpPr>
          <p:spPr bwMode="auto">
            <a:xfrm>
              <a:off x="2378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09" name="Rectangle 84"/>
            <p:cNvSpPr/>
            <p:nvPr/>
          </p:nvSpPr>
          <p:spPr bwMode="auto">
            <a:xfrm>
              <a:off x="2380" y="0"/>
              <a:ext cx="590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VLAN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ID</a:t>
              </a:r>
            </a:p>
          </p:txBody>
        </p:sp>
        <p:sp>
          <p:nvSpPr>
            <p:cNvPr id="121910" name="Rectangle 85"/>
            <p:cNvSpPr/>
            <p:nvPr/>
          </p:nvSpPr>
          <p:spPr bwMode="auto">
            <a:xfrm>
              <a:off x="2971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11" name="Rectangle 86"/>
            <p:cNvSpPr/>
            <p:nvPr/>
          </p:nvSpPr>
          <p:spPr bwMode="auto">
            <a:xfrm>
              <a:off x="2977" y="0"/>
              <a:ext cx="589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IP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Src</a:t>
              </a:r>
            </a:p>
          </p:txBody>
        </p:sp>
        <p:sp>
          <p:nvSpPr>
            <p:cNvPr id="121912" name="Rectangle 87"/>
            <p:cNvSpPr/>
            <p:nvPr/>
          </p:nvSpPr>
          <p:spPr bwMode="auto">
            <a:xfrm>
              <a:off x="3571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13" name="Rectangle 88"/>
            <p:cNvSpPr/>
            <p:nvPr/>
          </p:nvSpPr>
          <p:spPr bwMode="auto">
            <a:xfrm>
              <a:off x="3567" y="0"/>
              <a:ext cx="597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IP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Dst</a:t>
              </a:r>
            </a:p>
          </p:txBody>
        </p:sp>
        <p:sp>
          <p:nvSpPr>
            <p:cNvPr id="121914" name="Rectangle 89"/>
            <p:cNvSpPr/>
            <p:nvPr/>
          </p:nvSpPr>
          <p:spPr bwMode="auto">
            <a:xfrm>
              <a:off x="4164" y="15"/>
              <a:ext cx="592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15" name="Rectangle 90"/>
            <p:cNvSpPr/>
            <p:nvPr/>
          </p:nvSpPr>
          <p:spPr bwMode="auto">
            <a:xfrm>
              <a:off x="4165" y="0"/>
              <a:ext cx="583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IP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Prot</a:t>
              </a:r>
            </a:p>
          </p:txBody>
        </p:sp>
        <p:sp>
          <p:nvSpPr>
            <p:cNvPr id="121916" name="Rectangle 91"/>
            <p:cNvSpPr/>
            <p:nvPr/>
          </p:nvSpPr>
          <p:spPr bwMode="auto">
            <a:xfrm>
              <a:off x="4756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17" name="Rectangle 92"/>
            <p:cNvSpPr/>
            <p:nvPr/>
          </p:nvSpPr>
          <p:spPr bwMode="auto">
            <a:xfrm>
              <a:off x="4760" y="0"/>
              <a:ext cx="596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TCP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sport</a:t>
              </a:r>
            </a:p>
          </p:txBody>
        </p:sp>
        <p:sp>
          <p:nvSpPr>
            <p:cNvPr id="121918" name="Rectangle 93"/>
            <p:cNvSpPr/>
            <p:nvPr/>
          </p:nvSpPr>
          <p:spPr bwMode="auto">
            <a:xfrm>
              <a:off x="5356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19" name="Rectangle 94"/>
            <p:cNvSpPr/>
            <p:nvPr/>
          </p:nvSpPr>
          <p:spPr bwMode="auto">
            <a:xfrm>
              <a:off x="5351" y="0"/>
              <a:ext cx="597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TCP</a:t>
              </a:r>
            </a:p>
            <a:p>
              <a:pPr algn="ctr"/>
              <a:r>
                <a:rPr lang="en-US" altLang="zh-CN" sz="170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dport</a:t>
              </a:r>
            </a:p>
          </p:txBody>
        </p:sp>
        <p:sp>
          <p:nvSpPr>
            <p:cNvPr id="121920" name="Rectangle 95"/>
            <p:cNvSpPr/>
            <p:nvPr/>
          </p:nvSpPr>
          <p:spPr bwMode="auto">
            <a:xfrm>
              <a:off x="5956" y="23"/>
              <a:ext cx="748" cy="477"/>
            </a:xfrm>
            <a:prstGeom prst="rect">
              <a:avLst/>
            </a:prstGeom>
            <a:solidFill>
              <a:srgbClr val="CBE97B"/>
            </a:solidFill>
            <a:ln w="12700">
              <a:solidFill>
                <a:srgbClr val="697D3A"/>
              </a:solidFill>
              <a:miter lim="800000"/>
            </a:ln>
          </p:spPr>
          <p:txBody>
            <a:bodyPr lIns="0" tIns="0" rIns="0" bIns="0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1921" name="Rectangle 96"/>
            <p:cNvSpPr/>
            <p:nvPr/>
          </p:nvSpPr>
          <p:spPr bwMode="auto">
            <a:xfrm>
              <a:off x="5948" y="111"/>
              <a:ext cx="7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 defTabSz="457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zh-CN" sz="17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Action</a:t>
              </a:r>
            </a:p>
          </p:txBody>
        </p:sp>
      </p:grpSp>
      <p:sp>
        <p:nvSpPr>
          <p:cNvPr id="121889" name="Rectangle 97"/>
          <p:cNvSpPr/>
          <p:nvPr/>
        </p:nvSpPr>
        <p:spPr bwMode="auto">
          <a:xfrm>
            <a:off x="1263379" y="5685569"/>
            <a:ext cx="660400" cy="322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sp>
        <p:nvSpPr>
          <p:cNvPr id="121890" name="Rectangle 98"/>
          <p:cNvSpPr/>
          <p:nvPr/>
        </p:nvSpPr>
        <p:spPr bwMode="auto">
          <a:xfrm>
            <a:off x="1692004" y="5685569"/>
            <a:ext cx="1133475" cy="322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sp>
        <p:nvSpPr>
          <p:cNvPr id="121891" name="Rectangle 99"/>
          <p:cNvSpPr/>
          <p:nvPr/>
        </p:nvSpPr>
        <p:spPr bwMode="auto">
          <a:xfrm>
            <a:off x="2584179" y="5685569"/>
            <a:ext cx="661988" cy="322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sp>
        <p:nvSpPr>
          <p:cNvPr id="121892" name="Rectangle 100"/>
          <p:cNvSpPr/>
          <p:nvPr/>
        </p:nvSpPr>
        <p:spPr bwMode="auto">
          <a:xfrm>
            <a:off x="3246167" y="5685569"/>
            <a:ext cx="660400" cy="322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sp>
        <p:nvSpPr>
          <p:cNvPr id="121893" name="Rectangle 101"/>
          <p:cNvSpPr/>
          <p:nvPr/>
        </p:nvSpPr>
        <p:spPr bwMode="auto">
          <a:xfrm>
            <a:off x="3763121" y="5668107"/>
            <a:ext cx="978513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6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128.119.1.1</a:t>
            </a:r>
          </a:p>
        </p:txBody>
      </p:sp>
      <p:sp>
        <p:nvSpPr>
          <p:cNvPr id="121894" name="Rectangle 102"/>
          <p:cNvSpPr/>
          <p:nvPr/>
        </p:nvSpPr>
        <p:spPr bwMode="auto">
          <a:xfrm>
            <a:off x="4566966" y="5685569"/>
            <a:ext cx="691621" cy="322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sp>
        <p:nvSpPr>
          <p:cNvPr id="121895" name="Rectangle 103"/>
          <p:cNvSpPr/>
          <p:nvPr/>
        </p:nvSpPr>
        <p:spPr bwMode="auto">
          <a:xfrm>
            <a:off x="5236892" y="5685569"/>
            <a:ext cx="660400" cy="322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sp>
        <p:nvSpPr>
          <p:cNvPr id="121896" name="Rectangle 104"/>
          <p:cNvSpPr/>
          <p:nvPr/>
        </p:nvSpPr>
        <p:spPr bwMode="auto">
          <a:xfrm>
            <a:off x="5897292" y="5685569"/>
            <a:ext cx="661987" cy="322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sp>
        <p:nvSpPr>
          <p:cNvPr id="121897" name="Rectangle 105"/>
          <p:cNvSpPr/>
          <p:nvPr/>
        </p:nvSpPr>
        <p:spPr bwMode="auto">
          <a:xfrm>
            <a:off x="6559279" y="5685569"/>
            <a:ext cx="660400" cy="322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</a:p>
        </p:txBody>
      </p:sp>
      <p:sp>
        <p:nvSpPr>
          <p:cNvPr id="121898" name="Rectangle 106"/>
          <p:cNvSpPr/>
          <p:nvPr/>
        </p:nvSpPr>
        <p:spPr bwMode="auto">
          <a:xfrm>
            <a:off x="7335334" y="5588086"/>
            <a:ext cx="660400" cy="322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7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drop</a:t>
            </a:r>
          </a:p>
        </p:txBody>
      </p:sp>
      <p:sp>
        <p:nvSpPr>
          <p:cNvPr id="121899" name="Rectangle 2"/>
          <p:cNvSpPr/>
          <p:nvPr/>
        </p:nvSpPr>
        <p:spPr bwMode="auto">
          <a:xfrm>
            <a:off x="1907092" y="5887127"/>
            <a:ext cx="6184900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/>
            <a:r>
              <a:rPr lang="en-US" altLang="zh-CN" sz="2000" i="1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do not forward (block) all datagrams sent by host 128.119.1.1</a:t>
            </a:r>
          </a:p>
        </p:txBody>
      </p:sp>
      <p:sp>
        <p:nvSpPr>
          <p:cNvPr id="111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4.6 </a:t>
            </a:r>
            <a:r>
              <a:rPr lang="zh-CN" alt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软件定义网络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/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Title 1"/>
          <p:cNvSpPr>
            <a:spLocks noGrp="1"/>
          </p:cNvSpPr>
          <p:nvPr>
            <p:ph type="title"/>
          </p:nvPr>
        </p:nvSpPr>
        <p:spPr>
          <a:xfrm>
            <a:off x="364331" y="635000"/>
            <a:ext cx="8435975" cy="817568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OpenFlow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流与流表：抽象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17763" name="Content Placeholder 2"/>
          <p:cNvSpPr>
            <a:spLocks noGrp="1"/>
          </p:cNvSpPr>
          <p:nvPr>
            <p:ph idx="1"/>
          </p:nvPr>
        </p:nvSpPr>
        <p:spPr>
          <a:xfrm>
            <a:off x="457200" y="1681169"/>
            <a:ext cx="5986500" cy="467659"/>
          </a:xfrm>
        </p:spPr>
        <p:txBody>
          <a:bodyPr>
            <a:noAutofit/>
          </a:bodyPr>
          <a:lstStyle/>
          <a:p>
            <a:pPr marL="342900" indent="-342900">
              <a:lnSpc>
                <a:spcPts val="28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400" b="1" dirty="0">
                <a:solidFill>
                  <a:srgbClr val="CC0000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模式</a:t>
            </a:r>
            <a:r>
              <a:rPr lang="en-US" altLang="zh-CN" sz="2400" b="1" dirty="0">
                <a:solidFill>
                  <a:srgbClr val="CC0000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+</a:t>
            </a:r>
            <a:r>
              <a:rPr lang="zh-CN" altLang="en-US" sz="2400" b="1" dirty="0">
                <a:solidFill>
                  <a:srgbClr val="CC0000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动作：</a:t>
            </a:r>
            <a:r>
              <a:rPr lang="zh-CN" altLang="en-US" sz="24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将不同设备统一起来（抽象）</a:t>
            </a:r>
            <a:endParaRPr lang="en-US" altLang="zh-CN" sz="2400" dirty="0"/>
          </a:p>
        </p:txBody>
      </p:sp>
      <p:sp>
        <p:nvSpPr>
          <p:cNvPr id="28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4.6 </a:t>
            </a:r>
            <a:r>
              <a:rPr lang="zh-CN" alt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软件定义网络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30" name="Content Placeholder 2"/>
          <p:cNvSpPr txBox="1"/>
          <p:nvPr/>
        </p:nvSpPr>
        <p:spPr>
          <a:xfrm>
            <a:off x="457200" y="2404210"/>
            <a:ext cx="3797300" cy="305335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342900">
              <a:lnSpc>
                <a:spcPts val="2800"/>
              </a:lnSpc>
              <a:spcBef>
                <a:spcPts val="600"/>
              </a:spcBef>
              <a:buFont typeface="Arial" panose="020B0604020202020204" pitchFamily="34" charset="0"/>
              <a:buBlip>
                <a:blip r:embed="rId3"/>
              </a:buBlip>
              <a:defRPr/>
            </a:pPr>
            <a:r>
              <a:rPr lang="zh-CN" altLang="en-US" sz="24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路由器</a:t>
            </a:r>
            <a:endParaRPr lang="en-US" altLang="zh-CN" sz="2400" dirty="0">
              <a:solidFill>
                <a:srgbClr val="4B4B4B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625475" lvl="1" indent="-266700">
              <a:lnSpc>
                <a:spcPts val="2800"/>
              </a:lnSpc>
              <a:spcBef>
                <a:spcPts val="600"/>
              </a:spcBef>
              <a:buFont typeface="Arial" panose="020B0604020202020204" pitchFamily="34" charset="0"/>
              <a:buBlip>
                <a:blip r:embed="rId4"/>
              </a:buBlip>
              <a:defRPr/>
            </a:pPr>
            <a:r>
              <a:rPr lang="zh-CN" altLang="en-US" sz="2200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模式</a:t>
            </a:r>
            <a:r>
              <a:rPr lang="en-US" altLang="zh-CN" sz="22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: </a:t>
            </a:r>
            <a:r>
              <a:rPr lang="zh-CN" altLang="en-US" sz="22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最长的目的</a:t>
            </a:r>
            <a:r>
              <a:rPr lang="en-US" altLang="zh-CN" sz="22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sz="22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地址前缀</a:t>
            </a:r>
            <a:endParaRPr lang="en-US" altLang="zh-CN" sz="2200" dirty="0">
              <a:solidFill>
                <a:srgbClr val="4B4B4B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625475" lvl="1" indent="-266700">
              <a:lnSpc>
                <a:spcPts val="2800"/>
              </a:lnSpc>
              <a:spcBef>
                <a:spcPts val="600"/>
              </a:spcBef>
              <a:buFont typeface="Arial" panose="020B0604020202020204" pitchFamily="34" charset="0"/>
              <a:buBlip>
                <a:blip r:embed="rId4"/>
              </a:buBlip>
              <a:defRPr/>
            </a:pPr>
            <a:r>
              <a:rPr lang="zh-CN" altLang="en-US" sz="2200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动作</a:t>
            </a:r>
            <a:r>
              <a:rPr lang="zh-CN" altLang="en-US" sz="22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：转发到出口链路</a:t>
            </a:r>
            <a:endParaRPr lang="en-US" altLang="zh-CN" sz="2200" dirty="0">
              <a:solidFill>
                <a:srgbClr val="4B4B4B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42900" indent="-342900">
              <a:lnSpc>
                <a:spcPts val="28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4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交换机</a:t>
            </a:r>
            <a:endParaRPr lang="en-US" altLang="zh-CN" sz="2400" dirty="0">
              <a:solidFill>
                <a:srgbClr val="4B4B4B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625475" lvl="1" indent="-266700">
              <a:lnSpc>
                <a:spcPts val="2800"/>
              </a:lnSpc>
              <a:spcBef>
                <a:spcPts val="600"/>
              </a:spcBef>
              <a:buFont typeface="Arial" panose="020B0604020202020204" pitchFamily="34" charset="0"/>
              <a:buBlip>
                <a:blip r:embed="rId4"/>
              </a:buBlip>
              <a:defRPr/>
            </a:pPr>
            <a:r>
              <a:rPr lang="zh-CN" altLang="en-US" sz="2200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模式</a:t>
            </a:r>
            <a:r>
              <a:rPr lang="zh-CN" altLang="en-US" sz="22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：目的</a:t>
            </a:r>
            <a:r>
              <a:rPr lang="en-US" altLang="zh-CN" sz="22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MAC</a:t>
            </a:r>
            <a:r>
              <a:rPr lang="zh-CN" altLang="en-US" sz="22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</a:t>
            </a:r>
            <a:endParaRPr lang="en-US" altLang="zh-CN" sz="2200" dirty="0">
              <a:solidFill>
                <a:srgbClr val="4B4B4B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625475" lvl="1" indent="-266700">
              <a:lnSpc>
                <a:spcPts val="2800"/>
              </a:lnSpc>
              <a:spcBef>
                <a:spcPts val="600"/>
              </a:spcBef>
              <a:buFont typeface="Arial" panose="020B0604020202020204" pitchFamily="34" charset="0"/>
              <a:buBlip>
                <a:blip r:embed="rId4"/>
              </a:buBlip>
              <a:defRPr/>
            </a:pPr>
            <a:r>
              <a:rPr lang="zh-CN" altLang="en-US" sz="2200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动作</a:t>
            </a:r>
            <a:r>
              <a:rPr lang="zh-CN" altLang="en-US" sz="22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：转发或洪泛</a:t>
            </a:r>
            <a:endParaRPr lang="en-US" altLang="zh-CN" sz="2200" dirty="0">
              <a:solidFill>
                <a:srgbClr val="4B4B4B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" name="Content Placeholder 2"/>
          <p:cNvSpPr txBox="1"/>
          <p:nvPr/>
        </p:nvSpPr>
        <p:spPr>
          <a:xfrm>
            <a:off x="4404066" y="2399578"/>
            <a:ext cx="4034689" cy="305335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342900">
              <a:lnSpc>
                <a:spcPts val="2800"/>
              </a:lnSpc>
              <a:spcBef>
                <a:spcPts val="600"/>
              </a:spcBef>
              <a:buFont typeface="Arial" panose="020B0604020202020204" pitchFamily="34" charset="0"/>
              <a:buBlip>
                <a:blip r:embed="rId3"/>
              </a:buBlip>
              <a:defRPr/>
            </a:pPr>
            <a:r>
              <a:rPr lang="zh-CN" altLang="en-US" sz="24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防火墙</a:t>
            </a:r>
            <a:endParaRPr lang="en-US" altLang="zh-CN" sz="2400" dirty="0">
              <a:solidFill>
                <a:srgbClr val="4B4B4B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625475" lvl="1" indent="-266700">
              <a:lnSpc>
                <a:spcPts val="2800"/>
              </a:lnSpc>
              <a:spcBef>
                <a:spcPts val="600"/>
              </a:spcBef>
              <a:buFont typeface="Arial" panose="020B0604020202020204" pitchFamily="34" charset="0"/>
              <a:buBlip>
                <a:blip r:embed="rId4"/>
              </a:buBlip>
              <a:defRPr/>
            </a:pPr>
            <a:r>
              <a:rPr lang="zh-CN" altLang="en-US" sz="2200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模式：</a:t>
            </a:r>
            <a:r>
              <a:rPr lang="en-US" altLang="zh-CN" sz="22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IP</a:t>
            </a:r>
            <a:r>
              <a:rPr lang="zh-CN" altLang="en-US" sz="22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地址和</a:t>
            </a:r>
            <a:r>
              <a:rPr lang="en-US" altLang="zh-CN" sz="22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TCP/UDP</a:t>
            </a:r>
            <a:r>
              <a:rPr lang="zh-CN" altLang="en-US" sz="22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端口</a:t>
            </a:r>
            <a:endParaRPr lang="en-US" altLang="zh-CN" sz="2200" dirty="0">
              <a:solidFill>
                <a:srgbClr val="4B4B4B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625475" lvl="1" indent="-266700">
              <a:lnSpc>
                <a:spcPts val="2800"/>
              </a:lnSpc>
              <a:spcBef>
                <a:spcPts val="600"/>
              </a:spcBef>
              <a:buFont typeface="Arial" panose="020B0604020202020204" pitchFamily="34" charset="0"/>
              <a:buBlip>
                <a:blip r:embed="rId4"/>
              </a:buBlip>
              <a:defRPr/>
            </a:pPr>
            <a:r>
              <a:rPr lang="zh-CN" altLang="en-US" sz="2200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动作</a:t>
            </a:r>
            <a:r>
              <a:rPr lang="zh-CN" altLang="en-US" sz="22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：允许或禁止</a:t>
            </a:r>
            <a:endParaRPr lang="en-US" altLang="zh-CN" sz="2200" dirty="0">
              <a:solidFill>
                <a:srgbClr val="4B4B4B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42900" indent="-342900">
              <a:lnSpc>
                <a:spcPts val="28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en-US" altLang="zh-CN" sz="24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NAT</a:t>
            </a:r>
          </a:p>
          <a:p>
            <a:pPr marL="625475" lvl="1" indent="-266700">
              <a:lnSpc>
                <a:spcPts val="2800"/>
              </a:lnSpc>
              <a:spcBef>
                <a:spcPts val="600"/>
              </a:spcBef>
              <a:buFont typeface="Arial" panose="020B0604020202020204" pitchFamily="34" charset="0"/>
              <a:buBlip>
                <a:blip r:embed="rId4"/>
              </a:buBlip>
              <a:defRPr/>
            </a:pPr>
            <a:r>
              <a:rPr lang="zh-CN" altLang="en-US" sz="2200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模式</a:t>
            </a:r>
            <a:r>
              <a:rPr lang="zh-CN" altLang="en-US" sz="22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en-US" altLang="zh-CN" sz="22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sz="22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地址和端口</a:t>
            </a:r>
            <a:endParaRPr lang="en-US" altLang="zh-CN" sz="2200" dirty="0">
              <a:solidFill>
                <a:srgbClr val="4B4B4B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625475" lvl="1" indent="-266700">
              <a:lnSpc>
                <a:spcPts val="2800"/>
              </a:lnSpc>
              <a:spcBef>
                <a:spcPts val="600"/>
              </a:spcBef>
              <a:buFont typeface="Arial" panose="020B0604020202020204" pitchFamily="34" charset="0"/>
              <a:buBlip>
                <a:blip r:embed="rId4"/>
              </a:buBlip>
              <a:defRPr/>
            </a:pPr>
            <a:r>
              <a:rPr lang="zh-CN" altLang="en-US" sz="2200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rPr>
              <a:t>动作</a:t>
            </a:r>
            <a:r>
              <a:rPr lang="zh-CN" altLang="en-US" sz="2200" dirty="0">
                <a:solidFill>
                  <a:srgbClr val="4B4B4B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：修改地址和端口</a:t>
            </a:r>
            <a:endParaRPr lang="en-US" altLang="zh-CN" sz="2200" dirty="0">
              <a:solidFill>
                <a:srgbClr val="4B4B4B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83" name="Rectangle 73"/>
          <p:cNvSpPr>
            <a:spLocks noGrp="1" noChangeArrowheads="1"/>
          </p:cNvSpPr>
          <p:nvPr>
            <p:ph type="title"/>
          </p:nvPr>
        </p:nvSpPr>
        <p:spPr>
          <a:xfrm>
            <a:off x="359153" y="639663"/>
            <a:ext cx="8242464" cy="796925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流量工程</a:t>
            </a:r>
            <a:r>
              <a:rPr 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: 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传统路由中实现困难</a:t>
            </a:r>
            <a:endParaRPr lang="en-US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537758" y="4553580"/>
            <a:ext cx="8055407" cy="9725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300"/>
              </a:lnSpc>
              <a:spcBef>
                <a:spcPts val="600"/>
              </a:spcBef>
            </a:pPr>
            <a:r>
              <a:rPr lang="zh-CN" altLang="en-US" sz="2200" b="1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问题</a:t>
            </a:r>
            <a:r>
              <a:rPr lang="en-US" altLang="zh-CN" sz="2200" b="1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1</a:t>
            </a:r>
            <a:r>
              <a:rPr lang="zh-CN" altLang="en-US" sz="2200" b="1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：</a:t>
            </a:r>
            <a:endParaRPr lang="en-US" altLang="zh-CN" sz="2200" b="1" dirty="0">
              <a:solidFill>
                <a:srgbClr val="C00000"/>
              </a:solidFill>
              <a:latin typeface="楷体" panose="02010609060101010101" pitchFamily="49" charset="-122"/>
              <a:ea typeface="楷体" panose="02010609060101010101" pitchFamily="49" charset="-122"/>
            </a:endParaRPr>
          </a:p>
          <a:p>
            <a:pPr marL="342900" indent="-342900">
              <a:lnSpc>
                <a:spcPts val="33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如何使</a:t>
            </a:r>
            <a:r>
              <a:rPr lang="en-US" altLang="zh-CN" sz="2200" b="1" i="1" dirty="0">
                <a:solidFill>
                  <a:srgbClr val="00B0F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到</a:t>
            </a:r>
            <a:r>
              <a:rPr lang="en-US" altLang="zh-CN" sz="2200" b="1" i="1" dirty="0">
                <a:solidFill>
                  <a:srgbClr val="00B0F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z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的流量经过路径</a:t>
            </a:r>
            <a:r>
              <a:rPr lang="en-US" altLang="zh-CN" sz="2200" b="1" i="1" dirty="0" err="1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uvwz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lang="en-US" altLang="zh-CN" sz="2200" b="1" i="1" dirty="0">
                <a:solidFill>
                  <a:srgbClr val="00B0F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x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到</a:t>
            </a:r>
            <a:r>
              <a:rPr lang="en-US" altLang="zh-CN" sz="2200" b="1" i="1" dirty="0">
                <a:solidFill>
                  <a:srgbClr val="00B0F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z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的流量经过路径</a:t>
            </a:r>
            <a:r>
              <a:rPr lang="en-US" altLang="zh-CN" sz="2200" b="1" i="1" dirty="0" err="1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xwyz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?</a:t>
            </a:r>
          </a:p>
        </p:txBody>
      </p:sp>
      <p:sp>
        <p:nvSpPr>
          <p:cNvPr id="154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4.6 </a:t>
            </a:r>
            <a:r>
              <a:rPr lang="zh-CN" alt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软件定义网络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grpSp>
        <p:nvGrpSpPr>
          <p:cNvPr id="171" name="Group 159"/>
          <p:cNvGrpSpPr/>
          <p:nvPr/>
        </p:nvGrpSpPr>
        <p:grpSpPr>
          <a:xfrm>
            <a:off x="900602" y="1904447"/>
            <a:ext cx="6875191" cy="2404002"/>
            <a:chOff x="943464" y="1363093"/>
            <a:chExt cx="6875191" cy="2404002"/>
          </a:xfrm>
        </p:grpSpPr>
        <p:grpSp>
          <p:nvGrpSpPr>
            <p:cNvPr id="172" name="Group 1612"/>
            <p:cNvGrpSpPr/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383" name="Picture 1613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4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 w="57150">
                <a:noFill/>
                <a:headEnd type="none" w="med" len="med"/>
                <a:tailEnd type="triangle" w="med" len="med"/>
              </a:ln>
            </p:spPr>
          </p:pic>
          <p:sp>
            <p:nvSpPr>
              <p:cNvPr id="384" name="Freeform 1614"/>
              <p:cNvSpPr/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243" name="Freeform 3"/>
            <p:cNvSpPr/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4" name="Freeform 4"/>
            <p:cNvSpPr/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" name="Freeform 35"/>
            <p:cNvSpPr/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" name="Freeform 36"/>
            <p:cNvSpPr/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7" name="Freeform 37"/>
            <p:cNvSpPr/>
            <p:nvPr/>
          </p:nvSpPr>
          <p:spPr bwMode="auto">
            <a:xfrm>
              <a:off x="4017205" y="2298095"/>
              <a:ext cx="1182239" cy="103897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8" name="Freeform 38"/>
            <p:cNvSpPr/>
            <p:nvPr/>
          </p:nvSpPr>
          <p:spPr bwMode="auto">
            <a:xfrm>
              <a:off x="5617663" y="2891845"/>
              <a:ext cx="836439" cy="460668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9" name="Freeform 39"/>
            <p:cNvSpPr/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0" name="Freeform 40"/>
            <p:cNvSpPr/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1" name="Freeform 41"/>
            <p:cNvSpPr/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2" name="Freeform 42"/>
            <p:cNvSpPr/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3" name="Freeform 43"/>
            <p:cNvSpPr/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4" name="Text Box 62"/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sz="1800"/>
                <a:t>2</a:t>
              </a:r>
              <a:endParaRPr lang="en-US"/>
            </a:p>
          </p:txBody>
        </p:sp>
        <p:sp>
          <p:nvSpPr>
            <p:cNvPr id="255" name="Text Box 63"/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sz="1800"/>
                <a:t>2</a:t>
              </a:r>
              <a:endParaRPr lang="en-US"/>
            </a:p>
          </p:txBody>
        </p:sp>
        <p:sp>
          <p:nvSpPr>
            <p:cNvPr id="256" name="Text Box 64"/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sz="1800"/>
                <a:t>1</a:t>
              </a:r>
              <a:endParaRPr lang="en-US"/>
            </a:p>
          </p:txBody>
        </p:sp>
        <p:sp>
          <p:nvSpPr>
            <p:cNvPr id="257" name="Text Box 65"/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sz="1800"/>
                <a:t>3</a:t>
              </a:r>
              <a:endParaRPr lang="en-US"/>
            </a:p>
          </p:txBody>
        </p:sp>
        <p:sp>
          <p:nvSpPr>
            <p:cNvPr id="258" name="Text Box 66"/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sz="1800"/>
                <a:t>1</a:t>
              </a:r>
              <a:endParaRPr lang="en-US"/>
            </a:p>
          </p:txBody>
        </p:sp>
        <p:sp>
          <p:nvSpPr>
            <p:cNvPr id="259" name="Text Box 67"/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sz="1800"/>
                <a:t>1</a:t>
              </a:r>
              <a:endParaRPr lang="en-US"/>
            </a:p>
          </p:txBody>
        </p:sp>
        <p:sp>
          <p:nvSpPr>
            <p:cNvPr id="260" name="Text Box 68"/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sz="1800"/>
                <a:t>2</a:t>
              </a:r>
              <a:endParaRPr lang="en-US"/>
            </a:p>
          </p:txBody>
        </p:sp>
        <p:sp>
          <p:nvSpPr>
            <p:cNvPr id="261" name="Text Box 69"/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sz="1800"/>
                <a:t>5</a:t>
              </a:r>
              <a:endParaRPr lang="en-US"/>
            </a:p>
          </p:txBody>
        </p:sp>
        <p:sp>
          <p:nvSpPr>
            <p:cNvPr id="262" name="Text Box 70"/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sz="1800"/>
                <a:t>3</a:t>
              </a:r>
              <a:endParaRPr lang="en-US"/>
            </a:p>
          </p:txBody>
        </p:sp>
        <p:sp>
          <p:nvSpPr>
            <p:cNvPr id="263" name="Text Box 71"/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sz="1800"/>
                <a:t>5</a:t>
              </a:r>
              <a:endParaRPr lang="en-US"/>
            </a:p>
          </p:txBody>
        </p:sp>
        <p:grpSp>
          <p:nvGrpSpPr>
            <p:cNvPr id="264" name="Group 1507"/>
            <p:cNvGrpSpPr/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351" name="Freeform 1508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" name="Rectangle 1509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53" name="Freeform 1510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" name="Freeform 1511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" name="Rectangle 1512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356" name="Group 1513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81" name="AutoShape 1514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382" name="AutoShape 1515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357" name="Rectangle 1516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358" name="Group 1517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79" name="AutoShape 1518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380" name="AutoShape 1519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359" name="Rectangle 1520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60" name="Rectangle 1521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361" name="Group 1522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77" name="AutoShape 1523"/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378" name="AutoShape 1524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362" name="Freeform 1525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63" name="Group 1526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75" name="AutoShape 1527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376" name="AutoShape 1528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364" name="Rectangle 1529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65" name="Freeform 1530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" name="Freeform 1531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7" name="Oval 1532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68" name="Freeform 1533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" name="AutoShape 1534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70" name="AutoShape 1535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71" name="Oval 1536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72" name="Oval 1537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txBody>
              <a:bodyPr wrap="none" anchor="ctr"/>
              <a:lstStyle/>
              <a:p>
                <a:pPr algn="ctr" eaLnBrk="1" hangingPunct="1"/>
                <a:endParaRPr lang="en-US">
                  <a:solidFill>
                    <a:srgbClr val="FF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3" name="Oval 1538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74" name="Rectangle 1539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cxnSp>
          <p:nvCxnSpPr>
            <p:cNvPr id="265" name="Straight Connector 184"/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66" name="Straight Connector 185"/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267" name="Group 186"/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338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42" name="Oval 261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43" name="Rectangle 262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44" name="Oval 263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45" name="Freeform 264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46" name="Freeform 265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47" name="Freeform 266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48" name="Freeform 267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349" name="Straight Connector 268"/>
                <p:cNvCxnSpPr>
                  <a:endCxn id="34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0" name="Straight Connector 269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9" name="Group 258"/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340" name="Oval 259"/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41" name="TextBox 260"/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400" dirty="0"/>
                    <a:t>v</a:t>
                  </a:r>
                </a:p>
              </p:txBody>
            </p:sp>
          </p:grpSp>
        </p:grpSp>
        <p:grpSp>
          <p:nvGrpSpPr>
            <p:cNvPr id="268" name="Group 187"/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325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29" name="Oval 248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30" name="Rectangle 249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31" name="Oval 250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32" name="Freeform 251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33" name="Freeform 252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34" name="Freeform 253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35" name="Freeform 254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336" name="Straight Connector 255"/>
                <p:cNvCxnSpPr>
                  <a:endCxn id="33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7" name="Straight Connector 256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6" name="Group 245"/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327" name="Oval 246"/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28" name="TextBox 247"/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400" dirty="0"/>
                    <a:t>w</a:t>
                  </a:r>
                </a:p>
              </p:txBody>
            </p:sp>
          </p:grpSp>
        </p:grpSp>
        <p:grpSp>
          <p:nvGrpSpPr>
            <p:cNvPr id="269" name="Group 188"/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312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16" name="Oval 235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17" name="Rectangle 236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18" name="Oval 237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19" name="Freeform 238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20" name="Freeform 239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21" name="Freeform 240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22" name="Freeform 241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323" name="Straight Connector 242"/>
                <p:cNvCxnSpPr>
                  <a:endCxn id="31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4" name="Straight Connector 243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3" name="Group 232"/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14" name="Oval 233"/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15" name="TextBox 234"/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400" dirty="0"/>
                    <a:t>u</a:t>
                  </a:r>
                </a:p>
              </p:txBody>
            </p:sp>
          </p:grpSp>
        </p:grpSp>
        <p:grpSp>
          <p:nvGrpSpPr>
            <p:cNvPr id="270" name="Group 189"/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299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03" name="Oval 222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04" name="Rectangle 223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05" name="Oval 224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06" name="Freeform 225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07" name="Freeform 226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08" name="Freeform 227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09" name="Freeform 228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310" name="Straight Connector 229"/>
                <p:cNvCxnSpPr>
                  <a:endCxn id="30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1" name="Straight Connector 230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0" name="Group 219"/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01" name="Oval 220"/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2" name="TextBox 221"/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400" dirty="0"/>
                    <a:t>z</a:t>
                  </a:r>
                </a:p>
              </p:txBody>
            </p:sp>
          </p:grpSp>
        </p:grpSp>
        <p:grpSp>
          <p:nvGrpSpPr>
            <p:cNvPr id="271" name="Group 190"/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286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90" name="Oval 209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91" name="Rectangle 210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92" name="Oval 211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93" name="Freeform 212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94" name="Freeform 213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95" name="Freeform 214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96" name="Freeform 215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97" name="Straight Connector 216"/>
                <p:cNvCxnSpPr>
                  <a:endCxn id="29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8" name="Straight Connector 217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7" name="Group 206"/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88" name="Oval 207"/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9" name="TextBox 208"/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400" dirty="0"/>
                    <a:t>y</a:t>
                  </a:r>
                </a:p>
              </p:txBody>
            </p:sp>
          </p:grpSp>
        </p:grpSp>
        <p:grpSp>
          <p:nvGrpSpPr>
            <p:cNvPr id="272" name="Group 191"/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273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77" name="Oval 196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78" name="Rectangle 197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79" name="Oval 198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80" name="Freeform 199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81" name="Freeform 200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82" name="Freeform 201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83" name="Freeform 202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84" name="Straight Connector 203"/>
                <p:cNvCxnSpPr>
                  <a:endCxn id="279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5" name="Straight Connector 204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74" name="Group 193"/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75" name="Oval 194"/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6" name="TextBox 195"/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400" dirty="0"/>
                    <a:t>x</a:t>
                  </a:r>
                </a:p>
              </p:txBody>
            </p:sp>
          </p:grpSp>
        </p:grpSp>
      </p:grpSp>
      <p:sp>
        <p:nvSpPr>
          <p:cNvPr id="16" name="任意多边形: 形状 15"/>
          <p:cNvSpPr/>
          <p:nvPr/>
        </p:nvSpPr>
        <p:spPr>
          <a:xfrm>
            <a:off x="1824038" y="2409162"/>
            <a:ext cx="4795837" cy="697286"/>
          </a:xfrm>
          <a:custGeom>
            <a:avLst/>
            <a:gdLst>
              <a:gd name="connsiteX0" fmla="*/ 0 w 4795837"/>
              <a:gd name="connsiteY0" fmla="*/ 640136 h 697286"/>
              <a:gd name="connsiteX1" fmla="*/ 762000 w 4795837"/>
              <a:gd name="connsiteY1" fmla="*/ 644898 h 697286"/>
              <a:gd name="connsiteX2" fmla="*/ 1776412 w 4795837"/>
              <a:gd name="connsiteY2" fmla="*/ 111498 h 697286"/>
              <a:gd name="connsiteX3" fmla="*/ 3390900 w 4795837"/>
              <a:gd name="connsiteY3" fmla="*/ 49586 h 697286"/>
              <a:gd name="connsiteX4" fmla="*/ 4795837 w 4795837"/>
              <a:gd name="connsiteY4" fmla="*/ 697286 h 6972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795837" h="697286">
                <a:moveTo>
                  <a:pt x="0" y="640136"/>
                </a:moveTo>
                <a:cubicBezTo>
                  <a:pt x="232965" y="686570"/>
                  <a:pt x="465931" y="733004"/>
                  <a:pt x="762000" y="644898"/>
                </a:cubicBezTo>
                <a:cubicBezTo>
                  <a:pt x="1058069" y="556792"/>
                  <a:pt x="1338262" y="210717"/>
                  <a:pt x="1776412" y="111498"/>
                </a:cubicBezTo>
                <a:cubicBezTo>
                  <a:pt x="2214562" y="12279"/>
                  <a:pt x="2887663" y="-48045"/>
                  <a:pt x="3390900" y="49586"/>
                </a:cubicBezTo>
                <a:cubicBezTo>
                  <a:pt x="3894137" y="147217"/>
                  <a:pt x="4344987" y="422251"/>
                  <a:pt x="4795837" y="697286"/>
                </a:cubicBezTo>
              </a:path>
            </a:pathLst>
          </a:custGeom>
          <a:noFill/>
          <a:ln w="57150">
            <a:solidFill>
              <a:srgbClr val="00B05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任意多边形: 形状 16"/>
          <p:cNvSpPr/>
          <p:nvPr/>
        </p:nvSpPr>
        <p:spPr>
          <a:xfrm>
            <a:off x="3852863" y="2677816"/>
            <a:ext cx="2810090" cy="1119194"/>
          </a:xfrm>
          <a:custGeom>
            <a:avLst/>
            <a:gdLst>
              <a:gd name="connsiteX0" fmla="*/ 0 w 2810090"/>
              <a:gd name="connsiteY0" fmla="*/ 1119194 h 1119194"/>
              <a:gd name="connsiteX1" fmla="*/ 1338262 w 2810090"/>
              <a:gd name="connsiteY1" fmla="*/ 7 h 1119194"/>
              <a:gd name="connsiteX2" fmla="*/ 1538287 w 2810090"/>
              <a:gd name="connsiteY2" fmla="*/ 1100144 h 1119194"/>
              <a:gd name="connsiteX3" fmla="*/ 2695575 w 2810090"/>
              <a:gd name="connsiteY3" fmla="*/ 595319 h 1119194"/>
              <a:gd name="connsiteX4" fmla="*/ 2705100 w 2810090"/>
              <a:gd name="connsiteY4" fmla="*/ 576269 h 1119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10090" h="1119194">
                <a:moveTo>
                  <a:pt x="0" y="1119194"/>
                </a:moveTo>
                <a:cubicBezTo>
                  <a:pt x="540940" y="561188"/>
                  <a:pt x="1081881" y="3182"/>
                  <a:pt x="1338262" y="7"/>
                </a:cubicBezTo>
                <a:cubicBezTo>
                  <a:pt x="1594643" y="-3168"/>
                  <a:pt x="1312068" y="1000925"/>
                  <a:pt x="1538287" y="1100144"/>
                </a:cubicBezTo>
                <a:lnTo>
                  <a:pt x="2695575" y="595319"/>
                </a:lnTo>
                <a:cubicBezTo>
                  <a:pt x="2890044" y="508006"/>
                  <a:pt x="2797572" y="542137"/>
                  <a:pt x="2705100" y="576269"/>
                </a:cubicBezTo>
              </a:path>
            </a:pathLst>
          </a:custGeom>
          <a:noFill/>
          <a:ln w="57150">
            <a:solidFill>
              <a:schemeClr val="accent4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7" grpId="0" animBg="1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83" name="Rectangle 73"/>
          <p:cNvSpPr>
            <a:spLocks noGrp="1" noChangeArrowheads="1"/>
          </p:cNvSpPr>
          <p:nvPr>
            <p:ph type="title"/>
          </p:nvPr>
        </p:nvSpPr>
        <p:spPr>
          <a:xfrm>
            <a:off x="443750" y="593447"/>
            <a:ext cx="8215080" cy="901779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流量工程</a:t>
            </a:r>
            <a:r>
              <a:rPr 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: 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传统路由中实现困难</a:t>
            </a:r>
            <a:endParaRPr lang="en-US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652061" y="4637343"/>
            <a:ext cx="8006770" cy="9789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300"/>
              </a:lnSpc>
              <a:spcBef>
                <a:spcPts val="600"/>
              </a:spcBef>
            </a:pPr>
            <a:r>
              <a:rPr lang="zh-CN" altLang="en-US" sz="2200" b="1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问题</a:t>
            </a:r>
            <a:r>
              <a:rPr lang="en-US" altLang="zh-CN" sz="2200" b="1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2</a:t>
            </a:r>
            <a:r>
              <a:rPr lang="zh-CN" altLang="en-US" sz="2200" b="1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：</a:t>
            </a:r>
            <a:endParaRPr lang="en-US" altLang="zh-CN" sz="2200" b="1" dirty="0">
              <a:solidFill>
                <a:srgbClr val="C00000"/>
              </a:solidFill>
              <a:latin typeface="楷体" panose="02010609060101010101" pitchFamily="49" charset="-122"/>
              <a:ea typeface="楷体" panose="02010609060101010101" pitchFamily="49" charset="-122"/>
            </a:endParaRPr>
          </a:p>
          <a:p>
            <a:pPr marL="342900" indent="-342900">
              <a:lnSpc>
                <a:spcPts val="33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如何使</a:t>
            </a:r>
            <a:r>
              <a:rPr lang="en-US" altLang="zh-CN" sz="2200" b="1" i="1" dirty="0">
                <a:solidFill>
                  <a:srgbClr val="00B0F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到</a:t>
            </a:r>
            <a:r>
              <a:rPr lang="en-US" altLang="zh-CN" sz="2200" b="1" i="1" dirty="0">
                <a:solidFill>
                  <a:srgbClr val="00B0F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z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的流量经过路径</a:t>
            </a:r>
            <a:r>
              <a:rPr lang="en-US" altLang="zh-CN" sz="2200" b="1" i="1" dirty="0" err="1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uvwz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和</a:t>
            </a:r>
            <a:r>
              <a:rPr lang="en-US" altLang="zh-CN" sz="2200" b="1" i="1" dirty="0" err="1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uxyz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?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（负载均衡）</a:t>
            </a:r>
            <a:endParaRPr lang="en-US" sz="2200" dirty="0"/>
          </a:p>
        </p:txBody>
      </p:sp>
      <p:sp>
        <p:nvSpPr>
          <p:cNvPr id="154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4.6 </a:t>
            </a:r>
            <a:r>
              <a:rPr lang="zh-CN" alt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软件定义网络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grpSp>
        <p:nvGrpSpPr>
          <p:cNvPr id="171" name="Group 159"/>
          <p:cNvGrpSpPr/>
          <p:nvPr/>
        </p:nvGrpSpPr>
        <p:grpSpPr>
          <a:xfrm>
            <a:off x="995363" y="1916686"/>
            <a:ext cx="6875191" cy="2404002"/>
            <a:chOff x="943464" y="1363093"/>
            <a:chExt cx="6875191" cy="2404002"/>
          </a:xfrm>
        </p:grpSpPr>
        <p:grpSp>
          <p:nvGrpSpPr>
            <p:cNvPr id="172" name="Group 1612"/>
            <p:cNvGrpSpPr/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383" name="Picture 1613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4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 w="57150">
                <a:noFill/>
                <a:headEnd type="none" w="med" len="med"/>
                <a:tailEnd type="triangle" w="med" len="med"/>
              </a:ln>
            </p:spPr>
          </p:pic>
          <p:sp>
            <p:nvSpPr>
              <p:cNvPr id="384" name="Freeform 1614"/>
              <p:cNvSpPr/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243" name="Freeform 3"/>
            <p:cNvSpPr/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4" name="Freeform 4"/>
            <p:cNvSpPr/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" name="Freeform 35"/>
            <p:cNvSpPr/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" name="Freeform 36"/>
            <p:cNvSpPr/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7" name="Freeform 37"/>
            <p:cNvSpPr/>
            <p:nvPr/>
          </p:nvSpPr>
          <p:spPr bwMode="auto">
            <a:xfrm>
              <a:off x="4017205" y="2298095"/>
              <a:ext cx="1182239" cy="103897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8" name="Freeform 38"/>
            <p:cNvSpPr/>
            <p:nvPr/>
          </p:nvSpPr>
          <p:spPr bwMode="auto">
            <a:xfrm>
              <a:off x="5617663" y="2891845"/>
              <a:ext cx="836439" cy="460668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9" name="Freeform 39"/>
            <p:cNvSpPr/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0" name="Freeform 40"/>
            <p:cNvSpPr/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1" name="Freeform 41"/>
            <p:cNvSpPr/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2" name="Freeform 42"/>
            <p:cNvSpPr/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3" name="Freeform 43"/>
            <p:cNvSpPr/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4" name="Text Box 62"/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sz="1800"/>
                <a:t>2</a:t>
              </a:r>
              <a:endParaRPr lang="en-US"/>
            </a:p>
          </p:txBody>
        </p:sp>
        <p:sp>
          <p:nvSpPr>
            <p:cNvPr id="255" name="Text Box 63"/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sz="1800"/>
                <a:t>2</a:t>
              </a:r>
              <a:endParaRPr lang="en-US"/>
            </a:p>
          </p:txBody>
        </p:sp>
        <p:sp>
          <p:nvSpPr>
            <p:cNvPr id="256" name="Text Box 64"/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sz="1800"/>
                <a:t>1</a:t>
              </a:r>
              <a:endParaRPr lang="en-US"/>
            </a:p>
          </p:txBody>
        </p:sp>
        <p:sp>
          <p:nvSpPr>
            <p:cNvPr id="257" name="Text Box 65"/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sz="1800"/>
                <a:t>3</a:t>
              </a:r>
              <a:endParaRPr lang="en-US"/>
            </a:p>
          </p:txBody>
        </p:sp>
        <p:sp>
          <p:nvSpPr>
            <p:cNvPr id="258" name="Text Box 66"/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sz="1800"/>
                <a:t>1</a:t>
              </a:r>
              <a:endParaRPr lang="en-US"/>
            </a:p>
          </p:txBody>
        </p:sp>
        <p:sp>
          <p:nvSpPr>
            <p:cNvPr id="259" name="Text Box 67"/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sz="1800"/>
                <a:t>1</a:t>
              </a:r>
              <a:endParaRPr lang="en-US"/>
            </a:p>
          </p:txBody>
        </p:sp>
        <p:sp>
          <p:nvSpPr>
            <p:cNvPr id="260" name="Text Box 68"/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sz="1800"/>
                <a:t>2</a:t>
              </a:r>
              <a:endParaRPr lang="en-US"/>
            </a:p>
          </p:txBody>
        </p:sp>
        <p:sp>
          <p:nvSpPr>
            <p:cNvPr id="261" name="Text Box 69"/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sz="1800"/>
                <a:t>5</a:t>
              </a:r>
              <a:endParaRPr lang="en-US"/>
            </a:p>
          </p:txBody>
        </p:sp>
        <p:sp>
          <p:nvSpPr>
            <p:cNvPr id="262" name="Text Box 70"/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sz="1800"/>
                <a:t>3</a:t>
              </a:r>
              <a:endParaRPr lang="en-US"/>
            </a:p>
          </p:txBody>
        </p:sp>
        <p:sp>
          <p:nvSpPr>
            <p:cNvPr id="263" name="Text Box 71"/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sz="1800"/>
                <a:t>5</a:t>
              </a:r>
              <a:endParaRPr lang="en-US"/>
            </a:p>
          </p:txBody>
        </p:sp>
        <p:grpSp>
          <p:nvGrpSpPr>
            <p:cNvPr id="264" name="Group 1507"/>
            <p:cNvGrpSpPr/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351" name="Freeform 1508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" name="Rectangle 1509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53" name="Freeform 1510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" name="Freeform 1511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" name="Rectangle 1512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356" name="Group 1513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81" name="AutoShape 1514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382" name="AutoShape 1515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357" name="Rectangle 1516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358" name="Group 1517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79" name="AutoShape 1518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380" name="AutoShape 1519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359" name="Rectangle 1520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60" name="Rectangle 1521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361" name="Group 1522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77" name="AutoShape 1523"/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378" name="AutoShape 1524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362" name="Freeform 1525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63" name="Group 1526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75" name="AutoShape 1527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376" name="AutoShape 1528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364" name="Rectangle 1529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65" name="Freeform 1530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" name="Freeform 1531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7" name="Oval 1532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68" name="Freeform 1533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" name="AutoShape 1534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70" name="AutoShape 1535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71" name="Oval 1536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72" name="Oval 1537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txBody>
              <a:bodyPr wrap="none" anchor="ctr"/>
              <a:lstStyle/>
              <a:p>
                <a:pPr algn="ctr" eaLnBrk="1" hangingPunct="1"/>
                <a:endParaRPr lang="en-US">
                  <a:solidFill>
                    <a:srgbClr val="FF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3" name="Oval 1538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74" name="Rectangle 1539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cxnSp>
          <p:nvCxnSpPr>
            <p:cNvPr id="265" name="Straight Connector 184"/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66" name="Straight Connector 185"/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267" name="Group 186"/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338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42" name="Oval 261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43" name="Rectangle 262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44" name="Oval 263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45" name="Freeform 264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46" name="Freeform 265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47" name="Freeform 266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48" name="Freeform 267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349" name="Straight Connector 268"/>
                <p:cNvCxnSpPr>
                  <a:endCxn id="34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0" name="Straight Connector 269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9" name="Group 258"/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340" name="Oval 259"/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41" name="TextBox 260"/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400" dirty="0"/>
                    <a:t>v</a:t>
                  </a:r>
                </a:p>
              </p:txBody>
            </p:sp>
          </p:grpSp>
        </p:grpSp>
        <p:grpSp>
          <p:nvGrpSpPr>
            <p:cNvPr id="268" name="Group 187"/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325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29" name="Oval 248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30" name="Rectangle 249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31" name="Oval 250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32" name="Freeform 251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33" name="Freeform 252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34" name="Freeform 253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35" name="Freeform 254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336" name="Straight Connector 255"/>
                <p:cNvCxnSpPr>
                  <a:endCxn id="33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7" name="Straight Connector 256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6" name="Group 245"/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327" name="Oval 246"/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28" name="TextBox 247"/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400" dirty="0"/>
                    <a:t>w</a:t>
                  </a:r>
                </a:p>
              </p:txBody>
            </p:sp>
          </p:grpSp>
        </p:grpSp>
        <p:grpSp>
          <p:nvGrpSpPr>
            <p:cNvPr id="269" name="Group 188"/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312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16" name="Oval 235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17" name="Rectangle 236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18" name="Oval 237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19" name="Freeform 238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20" name="Freeform 239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21" name="Freeform 240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22" name="Freeform 241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323" name="Straight Connector 242"/>
                <p:cNvCxnSpPr>
                  <a:endCxn id="31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4" name="Straight Connector 243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3" name="Group 232"/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14" name="Oval 233"/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15" name="TextBox 234"/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400" dirty="0"/>
                    <a:t>u</a:t>
                  </a:r>
                </a:p>
              </p:txBody>
            </p:sp>
          </p:grpSp>
        </p:grpSp>
        <p:grpSp>
          <p:nvGrpSpPr>
            <p:cNvPr id="270" name="Group 189"/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299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03" name="Oval 222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04" name="Rectangle 223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05" name="Oval 224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06" name="Freeform 225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07" name="Freeform 226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08" name="Freeform 227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09" name="Freeform 228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310" name="Straight Connector 229"/>
                <p:cNvCxnSpPr>
                  <a:endCxn id="30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1" name="Straight Connector 230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0" name="Group 219"/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01" name="Oval 220"/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2" name="TextBox 221"/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400" dirty="0"/>
                    <a:t>z</a:t>
                  </a:r>
                </a:p>
              </p:txBody>
            </p:sp>
          </p:grpSp>
        </p:grpSp>
        <p:grpSp>
          <p:nvGrpSpPr>
            <p:cNvPr id="271" name="Group 190"/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286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90" name="Oval 209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91" name="Rectangle 210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92" name="Oval 211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93" name="Freeform 212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94" name="Freeform 213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95" name="Freeform 214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96" name="Freeform 215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97" name="Straight Connector 216"/>
                <p:cNvCxnSpPr>
                  <a:endCxn id="29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8" name="Straight Connector 217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7" name="Group 206"/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88" name="Oval 207"/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9" name="TextBox 208"/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400" dirty="0"/>
                    <a:t>y</a:t>
                  </a:r>
                </a:p>
              </p:txBody>
            </p:sp>
          </p:grpSp>
        </p:grpSp>
        <p:grpSp>
          <p:nvGrpSpPr>
            <p:cNvPr id="272" name="Group 191"/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273" name="Group 327"/>
              <p:cNvGrpSpPr/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77" name="Oval 196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78" name="Rectangle 197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79" name="Oval 198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80" name="Freeform 199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-1" fmla="*/ 1486231 w 2944854"/>
                    <a:gd name="connsiteY0-2" fmla="*/ 727041 h 1316375"/>
                    <a:gd name="connsiteX1-3" fmla="*/ 257675 w 2944854"/>
                    <a:gd name="connsiteY1-4" fmla="*/ 1302232 h 1316375"/>
                    <a:gd name="connsiteX2-5" fmla="*/ 0 w 2944854"/>
                    <a:gd name="connsiteY2-6" fmla="*/ 1228607 h 1316375"/>
                    <a:gd name="connsiteX3-7" fmla="*/ 911064 w 2944854"/>
                    <a:gd name="connsiteY3-8" fmla="*/ 837478 h 1316375"/>
                    <a:gd name="connsiteX4-9" fmla="*/ 883456 w 2944854"/>
                    <a:gd name="connsiteY4-10" fmla="*/ 450949 h 1316375"/>
                    <a:gd name="connsiteX5-11" fmla="*/ 161047 w 2944854"/>
                    <a:gd name="connsiteY5-12" fmla="*/ 119640 h 1316375"/>
                    <a:gd name="connsiteX6-13" fmla="*/ 404917 w 2944854"/>
                    <a:gd name="connsiteY6-14" fmla="*/ 50617 h 1316375"/>
                    <a:gd name="connsiteX7-15" fmla="*/ 1477028 w 2944854"/>
                    <a:gd name="connsiteY7-16" fmla="*/ 501566 h 1316375"/>
                    <a:gd name="connsiteX8-17" fmla="*/ 2572146 w 2944854"/>
                    <a:gd name="connsiteY8-18" fmla="*/ 0 h 1316375"/>
                    <a:gd name="connsiteX9-19" fmla="*/ 2875834 w 2944854"/>
                    <a:gd name="connsiteY9-20" fmla="*/ 96632 h 1316375"/>
                    <a:gd name="connsiteX10-21" fmla="*/ 2079803 w 2944854"/>
                    <a:gd name="connsiteY10-22" fmla="*/ 432543 h 1316375"/>
                    <a:gd name="connsiteX11-23" fmla="*/ 2240850 w 2944854"/>
                    <a:gd name="connsiteY11-24" fmla="*/ 920305 h 1316375"/>
                    <a:gd name="connsiteX12-25" fmla="*/ 2944854 w 2944854"/>
                    <a:gd name="connsiteY12-26" fmla="*/ 1228607 h 1316375"/>
                    <a:gd name="connsiteX13-27" fmla="*/ 2756623 w 2944854"/>
                    <a:gd name="connsiteY13-28" fmla="*/ 1316375 h 1316375"/>
                    <a:gd name="connsiteX14-29" fmla="*/ 1486231 w 2944854"/>
                    <a:gd name="connsiteY14-30" fmla="*/ 727041 h 1316375"/>
                    <a:gd name="connsiteX0-31" fmla="*/ 1486231 w 3024520"/>
                    <a:gd name="connsiteY0-32" fmla="*/ 727041 h 1316375"/>
                    <a:gd name="connsiteX1-33" fmla="*/ 257675 w 3024520"/>
                    <a:gd name="connsiteY1-34" fmla="*/ 1302232 h 1316375"/>
                    <a:gd name="connsiteX2-35" fmla="*/ 0 w 3024520"/>
                    <a:gd name="connsiteY2-36" fmla="*/ 1228607 h 1316375"/>
                    <a:gd name="connsiteX3-37" fmla="*/ 911064 w 3024520"/>
                    <a:gd name="connsiteY3-38" fmla="*/ 837478 h 1316375"/>
                    <a:gd name="connsiteX4-39" fmla="*/ 883456 w 3024520"/>
                    <a:gd name="connsiteY4-40" fmla="*/ 450949 h 1316375"/>
                    <a:gd name="connsiteX5-41" fmla="*/ 161047 w 3024520"/>
                    <a:gd name="connsiteY5-42" fmla="*/ 119640 h 1316375"/>
                    <a:gd name="connsiteX6-43" fmla="*/ 404917 w 3024520"/>
                    <a:gd name="connsiteY6-44" fmla="*/ 50617 h 1316375"/>
                    <a:gd name="connsiteX7-45" fmla="*/ 1477028 w 3024520"/>
                    <a:gd name="connsiteY7-46" fmla="*/ 501566 h 1316375"/>
                    <a:gd name="connsiteX8-47" fmla="*/ 2572146 w 3024520"/>
                    <a:gd name="connsiteY8-48" fmla="*/ 0 h 1316375"/>
                    <a:gd name="connsiteX9-49" fmla="*/ 2875834 w 3024520"/>
                    <a:gd name="connsiteY9-50" fmla="*/ 96632 h 1316375"/>
                    <a:gd name="connsiteX10-51" fmla="*/ 2079803 w 3024520"/>
                    <a:gd name="connsiteY10-52" fmla="*/ 432543 h 1316375"/>
                    <a:gd name="connsiteX11-53" fmla="*/ 2240850 w 3024520"/>
                    <a:gd name="connsiteY11-54" fmla="*/ 920305 h 1316375"/>
                    <a:gd name="connsiteX12-55" fmla="*/ 3024520 w 3024520"/>
                    <a:gd name="connsiteY12-56" fmla="*/ 1228607 h 1316375"/>
                    <a:gd name="connsiteX13-57" fmla="*/ 2756623 w 3024520"/>
                    <a:gd name="connsiteY13-58" fmla="*/ 1316375 h 1316375"/>
                    <a:gd name="connsiteX14-59" fmla="*/ 1486231 w 3024520"/>
                    <a:gd name="connsiteY14-60" fmla="*/ 727041 h 1316375"/>
                    <a:gd name="connsiteX0-61" fmla="*/ 1537780 w 3076069"/>
                    <a:gd name="connsiteY0-62" fmla="*/ 727041 h 1316375"/>
                    <a:gd name="connsiteX1-63" fmla="*/ 309224 w 3076069"/>
                    <a:gd name="connsiteY1-64" fmla="*/ 1302232 h 1316375"/>
                    <a:gd name="connsiteX2-65" fmla="*/ 0 w 3076069"/>
                    <a:gd name="connsiteY2-66" fmla="*/ 1228607 h 1316375"/>
                    <a:gd name="connsiteX3-67" fmla="*/ 962613 w 3076069"/>
                    <a:gd name="connsiteY3-68" fmla="*/ 837478 h 1316375"/>
                    <a:gd name="connsiteX4-69" fmla="*/ 935005 w 3076069"/>
                    <a:gd name="connsiteY4-70" fmla="*/ 450949 h 1316375"/>
                    <a:gd name="connsiteX5-71" fmla="*/ 212596 w 3076069"/>
                    <a:gd name="connsiteY5-72" fmla="*/ 119640 h 1316375"/>
                    <a:gd name="connsiteX6-73" fmla="*/ 456466 w 3076069"/>
                    <a:gd name="connsiteY6-74" fmla="*/ 50617 h 1316375"/>
                    <a:gd name="connsiteX7-75" fmla="*/ 1528577 w 3076069"/>
                    <a:gd name="connsiteY7-76" fmla="*/ 501566 h 1316375"/>
                    <a:gd name="connsiteX8-77" fmla="*/ 2623695 w 3076069"/>
                    <a:gd name="connsiteY8-78" fmla="*/ 0 h 1316375"/>
                    <a:gd name="connsiteX9-79" fmla="*/ 2927383 w 3076069"/>
                    <a:gd name="connsiteY9-80" fmla="*/ 96632 h 1316375"/>
                    <a:gd name="connsiteX10-81" fmla="*/ 2131352 w 3076069"/>
                    <a:gd name="connsiteY10-82" fmla="*/ 432543 h 1316375"/>
                    <a:gd name="connsiteX11-83" fmla="*/ 2292399 w 3076069"/>
                    <a:gd name="connsiteY11-84" fmla="*/ 920305 h 1316375"/>
                    <a:gd name="connsiteX12-85" fmla="*/ 3076069 w 3076069"/>
                    <a:gd name="connsiteY12-86" fmla="*/ 1228607 h 1316375"/>
                    <a:gd name="connsiteX13-87" fmla="*/ 2808172 w 3076069"/>
                    <a:gd name="connsiteY13-88" fmla="*/ 1316375 h 1316375"/>
                    <a:gd name="connsiteX14-89" fmla="*/ 1537780 w 3076069"/>
                    <a:gd name="connsiteY14-90" fmla="*/ 727041 h 1316375"/>
                    <a:gd name="connsiteX0-91" fmla="*/ 1537780 w 3076069"/>
                    <a:gd name="connsiteY0-92" fmla="*/ 727041 h 1321259"/>
                    <a:gd name="connsiteX1-93" fmla="*/ 313981 w 3076069"/>
                    <a:gd name="connsiteY1-94" fmla="*/ 1321259 h 1321259"/>
                    <a:gd name="connsiteX2-95" fmla="*/ 0 w 3076069"/>
                    <a:gd name="connsiteY2-96" fmla="*/ 1228607 h 1321259"/>
                    <a:gd name="connsiteX3-97" fmla="*/ 962613 w 3076069"/>
                    <a:gd name="connsiteY3-98" fmla="*/ 837478 h 1321259"/>
                    <a:gd name="connsiteX4-99" fmla="*/ 935005 w 3076069"/>
                    <a:gd name="connsiteY4-100" fmla="*/ 450949 h 1321259"/>
                    <a:gd name="connsiteX5-101" fmla="*/ 212596 w 3076069"/>
                    <a:gd name="connsiteY5-102" fmla="*/ 119640 h 1321259"/>
                    <a:gd name="connsiteX6-103" fmla="*/ 456466 w 3076069"/>
                    <a:gd name="connsiteY6-104" fmla="*/ 50617 h 1321259"/>
                    <a:gd name="connsiteX7-105" fmla="*/ 1528577 w 3076069"/>
                    <a:gd name="connsiteY7-106" fmla="*/ 501566 h 1321259"/>
                    <a:gd name="connsiteX8-107" fmla="*/ 2623695 w 3076069"/>
                    <a:gd name="connsiteY8-108" fmla="*/ 0 h 1321259"/>
                    <a:gd name="connsiteX9-109" fmla="*/ 2927383 w 3076069"/>
                    <a:gd name="connsiteY9-110" fmla="*/ 96632 h 1321259"/>
                    <a:gd name="connsiteX10-111" fmla="*/ 2131352 w 3076069"/>
                    <a:gd name="connsiteY10-112" fmla="*/ 432543 h 1321259"/>
                    <a:gd name="connsiteX11-113" fmla="*/ 2292399 w 3076069"/>
                    <a:gd name="connsiteY11-114" fmla="*/ 920305 h 1321259"/>
                    <a:gd name="connsiteX12-115" fmla="*/ 3076069 w 3076069"/>
                    <a:gd name="connsiteY12-116" fmla="*/ 1228607 h 1321259"/>
                    <a:gd name="connsiteX13-117" fmla="*/ 2808172 w 3076069"/>
                    <a:gd name="connsiteY13-118" fmla="*/ 1316375 h 1321259"/>
                    <a:gd name="connsiteX14-119" fmla="*/ 1537780 w 3076069"/>
                    <a:gd name="connsiteY14-120" fmla="*/ 727041 h 1321259"/>
                    <a:gd name="connsiteX0-121" fmla="*/ 1537780 w 3076069"/>
                    <a:gd name="connsiteY0-122" fmla="*/ 750825 h 1321259"/>
                    <a:gd name="connsiteX1-123" fmla="*/ 313981 w 3076069"/>
                    <a:gd name="connsiteY1-124" fmla="*/ 1321259 h 1321259"/>
                    <a:gd name="connsiteX2-125" fmla="*/ 0 w 3076069"/>
                    <a:gd name="connsiteY2-126" fmla="*/ 1228607 h 1321259"/>
                    <a:gd name="connsiteX3-127" fmla="*/ 962613 w 3076069"/>
                    <a:gd name="connsiteY3-128" fmla="*/ 837478 h 1321259"/>
                    <a:gd name="connsiteX4-129" fmla="*/ 935005 w 3076069"/>
                    <a:gd name="connsiteY4-130" fmla="*/ 450949 h 1321259"/>
                    <a:gd name="connsiteX5-131" fmla="*/ 212596 w 3076069"/>
                    <a:gd name="connsiteY5-132" fmla="*/ 119640 h 1321259"/>
                    <a:gd name="connsiteX6-133" fmla="*/ 456466 w 3076069"/>
                    <a:gd name="connsiteY6-134" fmla="*/ 50617 h 1321259"/>
                    <a:gd name="connsiteX7-135" fmla="*/ 1528577 w 3076069"/>
                    <a:gd name="connsiteY7-136" fmla="*/ 501566 h 1321259"/>
                    <a:gd name="connsiteX8-137" fmla="*/ 2623695 w 3076069"/>
                    <a:gd name="connsiteY8-138" fmla="*/ 0 h 1321259"/>
                    <a:gd name="connsiteX9-139" fmla="*/ 2927383 w 3076069"/>
                    <a:gd name="connsiteY9-140" fmla="*/ 96632 h 1321259"/>
                    <a:gd name="connsiteX10-141" fmla="*/ 2131352 w 3076069"/>
                    <a:gd name="connsiteY10-142" fmla="*/ 432543 h 1321259"/>
                    <a:gd name="connsiteX11-143" fmla="*/ 2292399 w 3076069"/>
                    <a:gd name="connsiteY11-144" fmla="*/ 920305 h 1321259"/>
                    <a:gd name="connsiteX12-145" fmla="*/ 3076069 w 3076069"/>
                    <a:gd name="connsiteY12-146" fmla="*/ 1228607 h 1321259"/>
                    <a:gd name="connsiteX13-147" fmla="*/ 2808172 w 3076069"/>
                    <a:gd name="connsiteY13-148" fmla="*/ 1316375 h 1321259"/>
                    <a:gd name="connsiteX14-149" fmla="*/ 1537780 w 3076069"/>
                    <a:gd name="connsiteY14-150" fmla="*/ 750825 h 1321259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81" name="Freeform 200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-1" fmla="*/ 0 w 3640627"/>
                    <a:gd name="connsiteY0-2" fmla="*/ 242051 h 923747"/>
                    <a:gd name="connsiteX1-3" fmla="*/ 655168 w 3640627"/>
                    <a:gd name="connsiteY1-4" fmla="*/ 16495 h 923747"/>
                    <a:gd name="connsiteX2-5" fmla="*/ 1809765 w 3640627"/>
                    <a:gd name="connsiteY2-6" fmla="*/ 511360 h 923747"/>
                    <a:gd name="connsiteX3-7" fmla="*/ 2964363 w 3640627"/>
                    <a:gd name="connsiteY3-8" fmla="*/ 0 h 923747"/>
                    <a:gd name="connsiteX4-9" fmla="*/ 3640627 w 3640627"/>
                    <a:gd name="connsiteY4-10" fmla="*/ 197946 h 923747"/>
                    <a:gd name="connsiteX5-11" fmla="*/ 3195282 w 3640627"/>
                    <a:gd name="connsiteY5-12" fmla="*/ 461874 h 923747"/>
                    <a:gd name="connsiteX6-13" fmla="*/ 2980857 w 3640627"/>
                    <a:gd name="connsiteY6-14" fmla="*/ 379396 h 923747"/>
                    <a:gd name="connsiteX7-15" fmla="*/ 1826259 w 3640627"/>
                    <a:gd name="connsiteY7-16" fmla="*/ 923747 h 923747"/>
                    <a:gd name="connsiteX8-17" fmla="*/ 671662 w 3640627"/>
                    <a:gd name="connsiteY8-18" fmla="*/ 412387 h 923747"/>
                    <a:gd name="connsiteX9-19" fmla="*/ 523214 w 3640627"/>
                    <a:gd name="connsiteY9-20" fmla="*/ 478369 h 923747"/>
                    <a:gd name="connsiteX10-21" fmla="*/ 0 w 3640627"/>
                    <a:gd name="connsiteY10-22" fmla="*/ 242051 h 923747"/>
                    <a:gd name="connsiteX0-23" fmla="*/ 0 w 3640627"/>
                    <a:gd name="connsiteY0-24" fmla="*/ 242051 h 923747"/>
                    <a:gd name="connsiteX1-25" fmla="*/ 655168 w 3640627"/>
                    <a:gd name="connsiteY1-26" fmla="*/ 16495 h 923747"/>
                    <a:gd name="connsiteX2-27" fmla="*/ 1809765 w 3640627"/>
                    <a:gd name="connsiteY2-28" fmla="*/ 511360 h 923747"/>
                    <a:gd name="connsiteX3-29" fmla="*/ 2964363 w 3640627"/>
                    <a:gd name="connsiteY3-30" fmla="*/ 0 h 923747"/>
                    <a:gd name="connsiteX4-31" fmla="*/ 3640627 w 3640627"/>
                    <a:gd name="connsiteY4-32" fmla="*/ 197946 h 923747"/>
                    <a:gd name="connsiteX5-33" fmla="*/ 3195282 w 3640627"/>
                    <a:gd name="connsiteY5-34" fmla="*/ 461874 h 923747"/>
                    <a:gd name="connsiteX6-35" fmla="*/ 2980857 w 3640627"/>
                    <a:gd name="connsiteY6-36" fmla="*/ 379396 h 923747"/>
                    <a:gd name="connsiteX7-37" fmla="*/ 1826259 w 3640627"/>
                    <a:gd name="connsiteY7-38" fmla="*/ 923747 h 923747"/>
                    <a:gd name="connsiteX8-39" fmla="*/ 671662 w 3640627"/>
                    <a:gd name="connsiteY8-40" fmla="*/ 412387 h 923747"/>
                    <a:gd name="connsiteX9-41" fmla="*/ 523214 w 3640627"/>
                    <a:gd name="connsiteY9-42" fmla="*/ 482971 h 923747"/>
                    <a:gd name="connsiteX10-43" fmla="*/ 0 w 3640627"/>
                    <a:gd name="connsiteY10-44" fmla="*/ 242051 h 923747"/>
                    <a:gd name="connsiteX0-45" fmla="*/ 0 w 3640627"/>
                    <a:gd name="connsiteY0-46" fmla="*/ 242051 h 923747"/>
                    <a:gd name="connsiteX1-47" fmla="*/ 655168 w 3640627"/>
                    <a:gd name="connsiteY1-48" fmla="*/ 16495 h 923747"/>
                    <a:gd name="connsiteX2-49" fmla="*/ 1809765 w 3640627"/>
                    <a:gd name="connsiteY2-50" fmla="*/ 511360 h 923747"/>
                    <a:gd name="connsiteX3-51" fmla="*/ 2964363 w 3640627"/>
                    <a:gd name="connsiteY3-52" fmla="*/ 0 h 923747"/>
                    <a:gd name="connsiteX4-53" fmla="*/ 3640627 w 3640627"/>
                    <a:gd name="connsiteY4-54" fmla="*/ 197946 h 923747"/>
                    <a:gd name="connsiteX5-55" fmla="*/ 3195282 w 3640627"/>
                    <a:gd name="connsiteY5-56" fmla="*/ 461874 h 923747"/>
                    <a:gd name="connsiteX6-57" fmla="*/ 2980857 w 3640627"/>
                    <a:gd name="connsiteY6-58" fmla="*/ 379396 h 923747"/>
                    <a:gd name="connsiteX7-59" fmla="*/ 1826259 w 3640627"/>
                    <a:gd name="connsiteY7-60" fmla="*/ 923747 h 923747"/>
                    <a:gd name="connsiteX8-61" fmla="*/ 690067 w 3640627"/>
                    <a:gd name="connsiteY8-62" fmla="*/ 412387 h 923747"/>
                    <a:gd name="connsiteX9-63" fmla="*/ 523214 w 3640627"/>
                    <a:gd name="connsiteY9-64" fmla="*/ 482971 h 923747"/>
                    <a:gd name="connsiteX10-65" fmla="*/ 0 w 3640627"/>
                    <a:gd name="connsiteY10-66" fmla="*/ 242051 h 923747"/>
                    <a:gd name="connsiteX0-67" fmla="*/ 0 w 3640627"/>
                    <a:gd name="connsiteY0-68" fmla="*/ 242051 h 946755"/>
                    <a:gd name="connsiteX1-69" fmla="*/ 655168 w 3640627"/>
                    <a:gd name="connsiteY1-70" fmla="*/ 16495 h 946755"/>
                    <a:gd name="connsiteX2-71" fmla="*/ 1809765 w 3640627"/>
                    <a:gd name="connsiteY2-72" fmla="*/ 511360 h 946755"/>
                    <a:gd name="connsiteX3-73" fmla="*/ 2964363 w 3640627"/>
                    <a:gd name="connsiteY3-74" fmla="*/ 0 h 946755"/>
                    <a:gd name="connsiteX4-75" fmla="*/ 3640627 w 3640627"/>
                    <a:gd name="connsiteY4-76" fmla="*/ 197946 h 946755"/>
                    <a:gd name="connsiteX5-77" fmla="*/ 3195282 w 3640627"/>
                    <a:gd name="connsiteY5-78" fmla="*/ 461874 h 946755"/>
                    <a:gd name="connsiteX6-79" fmla="*/ 2980857 w 3640627"/>
                    <a:gd name="connsiteY6-80" fmla="*/ 379396 h 946755"/>
                    <a:gd name="connsiteX7-81" fmla="*/ 1876873 w 3640627"/>
                    <a:gd name="connsiteY7-82" fmla="*/ 946755 h 946755"/>
                    <a:gd name="connsiteX8-83" fmla="*/ 690067 w 3640627"/>
                    <a:gd name="connsiteY8-84" fmla="*/ 412387 h 946755"/>
                    <a:gd name="connsiteX9-85" fmla="*/ 523214 w 3640627"/>
                    <a:gd name="connsiteY9-86" fmla="*/ 482971 h 946755"/>
                    <a:gd name="connsiteX10-87" fmla="*/ 0 w 3640627"/>
                    <a:gd name="connsiteY10-88" fmla="*/ 242051 h 946755"/>
                    <a:gd name="connsiteX0-89" fmla="*/ 0 w 3640627"/>
                    <a:gd name="connsiteY0-90" fmla="*/ 242051 h 946755"/>
                    <a:gd name="connsiteX1-91" fmla="*/ 655168 w 3640627"/>
                    <a:gd name="connsiteY1-92" fmla="*/ 16495 h 946755"/>
                    <a:gd name="connsiteX2-93" fmla="*/ 1855778 w 3640627"/>
                    <a:gd name="connsiteY2-94" fmla="*/ 534367 h 946755"/>
                    <a:gd name="connsiteX3-95" fmla="*/ 2964363 w 3640627"/>
                    <a:gd name="connsiteY3-96" fmla="*/ 0 h 946755"/>
                    <a:gd name="connsiteX4-97" fmla="*/ 3640627 w 3640627"/>
                    <a:gd name="connsiteY4-98" fmla="*/ 197946 h 946755"/>
                    <a:gd name="connsiteX5-99" fmla="*/ 3195282 w 3640627"/>
                    <a:gd name="connsiteY5-100" fmla="*/ 461874 h 946755"/>
                    <a:gd name="connsiteX6-101" fmla="*/ 2980857 w 3640627"/>
                    <a:gd name="connsiteY6-102" fmla="*/ 379396 h 946755"/>
                    <a:gd name="connsiteX7-103" fmla="*/ 1876873 w 3640627"/>
                    <a:gd name="connsiteY7-104" fmla="*/ 946755 h 946755"/>
                    <a:gd name="connsiteX8-105" fmla="*/ 690067 w 3640627"/>
                    <a:gd name="connsiteY8-106" fmla="*/ 412387 h 946755"/>
                    <a:gd name="connsiteX9-107" fmla="*/ 523214 w 3640627"/>
                    <a:gd name="connsiteY9-108" fmla="*/ 482971 h 946755"/>
                    <a:gd name="connsiteX10-109" fmla="*/ 0 w 3640627"/>
                    <a:gd name="connsiteY10-110" fmla="*/ 242051 h 946755"/>
                    <a:gd name="connsiteX0-111" fmla="*/ 0 w 3640627"/>
                    <a:gd name="connsiteY0-112" fmla="*/ 242051 h 946755"/>
                    <a:gd name="connsiteX1-113" fmla="*/ 655168 w 3640627"/>
                    <a:gd name="connsiteY1-114" fmla="*/ 16495 h 946755"/>
                    <a:gd name="connsiteX2-115" fmla="*/ 1855778 w 3640627"/>
                    <a:gd name="connsiteY2-116" fmla="*/ 534367 h 946755"/>
                    <a:gd name="connsiteX3-117" fmla="*/ 2964363 w 3640627"/>
                    <a:gd name="connsiteY3-118" fmla="*/ 0 h 946755"/>
                    <a:gd name="connsiteX4-119" fmla="*/ 3640627 w 3640627"/>
                    <a:gd name="connsiteY4-120" fmla="*/ 197946 h 946755"/>
                    <a:gd name="connsiteX5-121" fmla="*/ 3195282 w 3640627"/>
                    <a:gd name="connsiteY5-122" fmla="*/ 461874 h 946755"/>
                    <a:gd name="connsiteX6-123" fmla="*/ 3008465 w 3640627"/>
                    <a:gd name="connsiteY6-124" fmla="*/ 402404 h 946755"/>
                    <a:gd name="connsiteX7-125" fmla="*/ 1876873 w 3640627"/>
                    <a:gd name="connsiteY7-126" fmla="*/ 946755 h 946755"/>
                    <a:gd name="connsiteX8-127" fmla="*/ 690067 w 3640627"/>
                    <a:gd name="connsiteY8-128" fmla="*/ 412387 h 946755"/>
                    <a:gd name="connsiteX9-129" fmla="*/ 523214 w 3640627"/>
                    <a:gd name="connsiteY9-130" fmla="*/ 482971 h 946755"/>
                    <a:gd name="connsiteX10-131" fmla="*/ 0 w 3640627"/>
                    <a:gd name="connsiteY10-132" fmla="*/ 242051 h 946755"/>
                    <a:gd name="connsiteX0-133" fmla="*/ 0 w 3723451"/>
                    <a:gd name="connsiteY0-134" fmla="*/ 242051 h 946755"/>
                    <a:gd name="connsiteX1-135" fmla="*/ 655168 w 3723451"/>
                    <a:gd name="connsiteY1-136" fmla="*/ 16495 h 946755"/>
                    <a:gd name="connsiteX2-137" fmla="*/ 1855778 w 3723451"/>
                    <a:gd name="connsiteY2-138" fmla="*/ 534367 h 946755"/>
                    <a:gd name="connsiteX3-139" fmla="*/ 2964363 w 3723451"/>
                    <a:gd name="connsiteY3-140" fmla="*/ 0 h 946755"/>
                    <a:gd name="connsiteX4-141" fmla="*/ 3723451 w 3723451"/>
                    <a:gd name="connsiteY4-142" fmla="*/ 220954 h 946755"/>
                    <a:gd name="connsiteX5-143" fmla="*/ 3195282 w 3723451"/>
                    <a:gd name="connsiteY5-144" fmla="*/ 461874 h 946755"/>
                    <a:gd name="connsiteX6-145" fmla="*/ 3008465 w 3723451"/>
                    <a:gd name="connsiteY6-146" fmla="*/ 402404 h 946755"/>
                    <a:gd name="connsiteX7-147" fmla="*/ 1876873 w 3723451"/>
                    <a:gd name="connsiteY7-148" fmla="*/ 946755 h 946755"/>
                    <a:gd name="connsiteX8-149" fmla="*/ 690067 w 3723451"/>
                    <a:gd name="connsiteY8-150" fmla="*/ 412387 h 946755"/>
                    <a:gd name="connsiteX9-151" fmla="*/ 523214 w 3723451"/>
                    <a:gd name="connsiteY9-152" fmla="*/ 482971 h 946755"/>
                    <a:gd name="connsiteX10-153" fmla="*/ 0 w 3723451"/>
                    <a:gd name="connsiteY10-154" fmla="*/ 242051 h 946755"/>
                    <a:gd name="connsiteX0-155" fmla="*/ 0 w 3723451"/>
                    <a:gd name="connsiteY0-156" fmla="*/ 228246 h 932950"/>
                    <a:gd name="connsiteX1-157" fmla="*/ 655168 w 3723451"/>
                    <a:gd name="connsiteY1-158" fmla="*/ 2690 h 932950"/>
                    <a:gd name="connsiteX2-159" fmla="*/ 1855778 w 3723451"/>
                    <a:gd name="connsiteY2-160" fmla="*/ 520562 h 932950"/>
                    <a:gd name="connsiteX3-161" fmla="*/ 3001174 w 3723451"/>
                    <a:gd name="connsiteY3-162" fmla="*/ 0 h 932950"/>
                    <a:gd name="connsiteX4-163" fmla="*/ 3723451 w 3723451"/>
                    <a:gd name="connsiteY4-164" fmla="*/ 207149 h 932950"/>
                    <a:gd name="connsiteX5-165" fmla="*/ 3195282 w 3723451"/>
                    <a:gd name="connsiteY5-166" fmla="*/ 448069 h 932950"/>
                    <a:gd name="connsiteX6-167" fmla="*/ 3008465 w 3723451"/>
                    <a:gd name="connsiteY6-168" fmla="*/ 388599 h 932950"/>
                    <a:gd name="connsiteX7-169" fmla="*/ 1876873 w 3723451"/>
                    <a:gd name="connsiteY7-170" fmla="*/ 932950 h 932950"/>
                    <a:gd name="connsiteX8-171" fmla="*/ 690067 w 3723451"/>
                    <a:gd name="connsiteY8-172" fmla="*/ 398582 h 932950"/>
                    <a:gd name="connsiteX9-173" fmla="*/ 523214 w 3723451"/>
                    <a:gd name="connsiteY9-174" fmla="*/ 469166 h 932950"/>
                    <a:gd name="connsiteX10-175" fmla="*/ 0 w 3723451"/>
                    <a:gd name="connsiteY10-176" fmla="*/ 228246 h 932950"/>
                    <a:gd name="connsiteX0-177" fmla="*/ 0 w 3723451"/>
                    <a:gd name="connsiteY0-178" fmla="*/ 228246 h 932950"/>
                    <a:gd name="connsiteX1-179" fmla="*/ 655168 w 3723451"/>
                    <a:gd name="connsiteY1-180" fmla="*/ 2690 h 932950"/>
                    <a:gd name="connsiteX2-181" fmla="*/ 1855778 w 3723451"/>
                    <a:gd name="connsiteY2-182" fmla="*/ 520562 h 932950"/>
                    <a:gd name="connsiteX3-183" fmla="*/ 3001174 w 3723451"/>
                    <a:gd name="connsiteY3-184" fmla="*/ 0 h 932950"/>
                    <a:gd name="connsiteX4-185" fmla="*/ 3723451 w 3723451"/>
                    <a:gd name="connsiteY4-186" fmla="*/ 207149 h 932950"/>
                    <a:gd name="connsiteX5-187" fmla="*/ 3195282 w 3723451"/>
                    <a:gd name="connsiteY5-188" fmla="*/ 448069 h 932950"/>
                    <a:gd name="connsiteX6-189" fmla="*/ 3013067 w 3723451"/>
                    <a:gd name="connsiteY6-190" fmla="*/ 393200 h 932950"/>
                    <a:gd name="connsiteX7-191" fmla="*/ 1876873 w 3723451"/>
                    <a:gd name="connsiteY7-192" fmla="*/ 932950 h 932950"/>
                    <a:gd name="connsiteX8-193" fmla="*/ 690067 w 3723451"/>
                    <a:gd name="connsiteY8-194" fmla="*/ 398582 h 932950"/>
                    <a:gd name="connsiteX9-195" fmla="*/ 523214 w 3723451"/>
                    <a:gd name="connsiteY9-196" fmla="*/ 469166 h 932950"/>
                    <a:gd name="connsiteX10-197" fmla="*/ 0 w 3723451"/>
                    <a:gd name="connsiteY10-198" fmla="*/ 228246 h 932950"/>
                    <a:gd name="connsiteX0-199" fmla="*/ 0 w 3723451"/>
                    <a:gd name="connsiteY0-200" fmla="*/ 228246 h 932950"/>
                    <a:gd name="connsiteX1-201" fmla="*/ 655168 w 3723451"/>
                    <a:gd name="connsiteY1-202" fmla="*/ 2690 h 932950"/>
                    <a:gd name="connsiteX2-203" fmla="*/ 1855778 w 3723451"/>
                    <a:gd name="connsiteY2-204" fmla="*/ 520562 h 932950"/>
                    <a:gd name="connsiteX3-205" fmla="*/ 3001174 w 3723451"/>
                    <a:gd name="connsiteY3-206" fmla="*/ 0 h 932950"/>
                    <a:gd name="connsiteX4-207" fmla="*/ 3723451 w 3723451"/>
                    <a:gd name="connsiteY4-208" fmla="*/ 207149 h 932950"/>
                    <a:gd name="connsiteX5-209" fmla="*/ 3186079 w 3723451"/>
                    <a:gd name="connsiteY5-210" fmla="*/ 461874 h 932950"/>
                    <a:gd name="connsiteX6-211" fmla="*/ 3013067 w 3723451"/>
                    <a:gd name="connsiteY6-212" fmla="*/ 393200 h 932950"/>
                    <a:gd name="connsiteX7-213" fmla="*/ 1876873 w 3723451"/>
                    <a:gd name="connsiteY7-214" fmla="*/ 932950 h 932950"/>
                    <a:gd name="connsiteX8-215" fmla="*/ 690067 w 3723451"/>
                    <a:gd name="connsiteY8-216" fmla="*/ 398582 h 932950"/>
                    <a:gd name="connsiteX9-217" fmla="*/ 523214 w 3723451"/>
                    <a:gd name="connsiteY9-218" fmla="*/ 469166 h 932950"/>
                    <a:gd name="connsiteX10-219" fmla="*/ 0 w 3723451"/>
                    <a:gd name="connsiteY10-220" fmla="*/ 228246 h 932950"/>
                    <a:gd name="connsiteX0-221" fmla="*/ 0 w 3723451"/>
                    <a:gd name="connsiteY0-222" fmla="*/ 228246 h 932950"/>
                    <a:gd name="connsiteX1-223" fmla="*/ 655168 w 3723451"/>
                    <a:gd name="connsiteY1-224" fmla="*/ 2690 h 932950"/>
                    <a:gd name="connsiteX2-225" fmla="*/ 1855778 w 3723451"/>
                    <a:gd name="connsiteY2-226" fmla="*/ 520562 h 932950"/>
                    <a:gd name="connsiteX3-227" fmla="*/ 3001174 w 3723451"/>
                    <a:gd name="connsiteY3-228" fmla="*/ 0 h 932950"/>
                    <a:gd name="connsiteX4-229" fmla="*/ 3723451 w 3723451"/>
                    <a:gd name="connsiteY4-230" fmla="*/ 207149 h 932950"/>
                    <a:gd name="connsiteX5-231" fmla="*/ 3186079 w 3723451"/>
                    <a:gd name="connsiteY5-232" fmla="*/ 461874 h 932950"/>
                    <a:gd name="connsiteX6-233" fmla="*/ 3013067 w 3723451"/>
                    <a:gd name="connsiteY6-234" fmla="*/ 393200 h 932950"/>
                    <a:gd name="connsiteX7-235" fmla="*/ 1876873 w 3723451"/>
                    <a:gd name="connsiteY7-236" fmla="*/ 932950 h 932950"/>
                    <a:gd name="connsiteX8-237" fmla="*/ 711613 w 3723451"/>
                    <a:gd name="connsiteY8-238" fmla="*/ 413055 h 932950"/>
                    <a:gd name="connsiteX9-239" fmla="*/ 523214 w 3723451"/>
                    <a:gd name="connsiteY9-240" fmla="*/ 469166 h 932950"/>
                    <a:gd name="connsiteX10-241" fmla="*/ 0 w 3723451"/>
                    <a:gd name="connsiteY10-242" fmla="*/ 228246 h 932950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82" name="Freeform 201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-1" fmla="*/ 4602 w 1371198"/>
                    <a:gd name="connsiteY0-2" fmla="*/ 0 h 800665"/>
                    <a:gd name="connsiteX1-3" fmla="*/ 1371198 w 1371198"/>
                    <a:gd name="connsiteY1-4" fmla="*/ 625807 h 800665"/>
                    <a:gd name="connsiteX2-5" fmla="*/ 897260 w 1371198"/>
                    <a:gd name="connsiteY2-6" fmla="*/ 800665 h 800665"/>
                    <a:gd name="connsiteX3-7" fmla="*/ 0 w 1371198"/>
                    <a:gd name="connsiteY3-8" fmla="*/ 404934 h 800665"/>
                    <a:gd name="connsiteX4-9" fmla="*/ 4602 w 1371198"/>
                    <a:gd name="connsiteY4-10" fmla="*/ 0 h 800665"/>
                    <a:gd name="connsiteX0-11" fmla="*/ 0 w 1366596"/>
                    <a:gd name="connsiteY0-12" fmla="*/ 0 h 800665"/>
                    <a:gd name="connsiteX1-13" fmla="*/ 1366596 w 1366596"/>
                    <a:gd name="connsiteY1-14" fmla="*/ 625807 h 800665"/>
                    <a:gd name="connsiteX2-15" fmla="*/ 892658 w 1366596"/>
                    <a:gd name="connsiteY2-16" fmla="*/ 800665 h 800665"/>
                    <a:gd name="connsiteX3-17" fmla="*/ 4601 w 1366596"/>
                    <a:gd name="connsiteY3-18" fmla="*/ 427942 h 800665"/>
                    <a:gd name="connsiteX4-19" fmla="*/ 0 w 1366596"/>
                    <a:gd name="connsiteY4-20" fmla="*/ 0 h 800665"/>
                    <a:gd name="connsiteX0-21" fmla="*/ 0 w 1366596"/>
                    <a:gd name="connsiteY0-22" fmla="*/ 0 h 800665"/>
                    <a:gd name="connsiteX1-23" fmla="*/ 1366596 w 1366596"/>
                    <a:gd name="connsiteY1-24" fmla="*/ 625807 h 800665"/>
                    <a:gd name="connsiteX2-25" fmla="*/ 892658 w 1366596"/>
                    <a:gd name="connsiteY2-26" fmla="*/ 800665 h 800665"/>
                    <a:gd name="connsiteX3-27" fmla="*/ 4601 w 1366596"/>
                    <a:gd name="connsiteY3-28" fmla="*/ 427942 h 800665"/>
                    <a:gd name="connsiteX4-29" fmla="*/ 0 w 1366596"/>
                    <a:gd name="connsiteY4-30" fmla="*/ 0 h 800665"/>
                    <a:gd name="connsiteX0-31" fmla="*/ 0 w 1366596"/>
                    <a:gd name="connsiteY0-32" fmla="*/ 0 h 800665"/>
                    <a:gd name="connsiteX1-33" fmla="*/ 1366596 w 1366596"/>
                    <a:gd name="connsiteY1-34" fmla="*/ 625807 h 800665"/>
                    <a:gd name="connsiteX2-35" fmla="*/ 892658 w 1366596"/>
                    <a:gd name="connsiteY2-36" fmla="*/ 800665 h 800665"/>
                    <a:gd name="connsiteX3-37" fmla="*/ 4601 w 1366596"/>
                    <a:gd name="connsiteY3-38" fmla="*/ 427942 h 800665"/>
                    <a:gd name="connsiteX4-39" fmla="*/ 0 w 1366596"/>
                    <a:gd name="connsiteY4-40" fmla="*/ 0 h 800665"/>
                    <a:gd name="connsiteX0-41" fmla="*/ 0 w 1366596"/>
                    <a:gd name="connsiteY0-42" fmla="*/ 0 h 809868"/>
                    <a:gd name="connsiteX1-43" fmla="*/ 1366596 w 1366596"/>
                    <a:gd name="connsiteY1-44" fmla="*/ 625807 h 809868"/>
                    <a:gd name="connsiteX2-45" fmla="*/ 865050 w 1366596"/>
                    <a:gd name="connsiteY2-46" fmla="*/ 809868 h 809868"/>
                    <a:gd name="connsiteX3-47" fmla="*/ 4601 w 1366596"/>
                    <a:gd name="connsiteY3-48" fmla="*/ 427942 h 809868"/>
                    <a:gd name="connsiteX4-49" fmla="*/ 0 w 1366596"/>
                    <a:gd name="connsiteY4-50" fmla="*/ 0 h 809868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83" name="Freeform 202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-1" fmla="*/ 1329786 w 1348191"/>
                    <a:gd name="connsiteY0-2" fmla="*/ 0 h 791462"/>
                    <a:gd name="connsiteX1-3" fmla="*/ 1348191 w 1348191"/>
                    <a:gd name="connsiteY1-4" fmla="*/ 381926 h 791462"/>
                    <a:gd name="connsiteX2-5" fmla="*/ 487742 w 1348191"/>
                    <a:gd name="connsiteY2-6" fmla="*/ 791462 h 791462"/>
                    <a:gd name="connsiteX3-7" fmla="*/ 0 w 1348191"/>
                    <a:gd name="connsiteY3-8" fmla="*/ 612002 h 791462"/>
                    <a:gd name="connsiteX4-9" fmla="*/ 1329786 w 1348191"/>
                    <a:gd name="connsiteY4-10" fmla="*/ 0 h 791462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84" name="Straight Connector 203"/>
                <p:cNvCxnSpPr>
                  <a:endCxn id="279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5" name="Straight Connector 204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74" name="Group 193"/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75" name="Oval 194"/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6" name="TextBox 195"/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400" dirty="0"/>
                    <a:t>x</a:t>
                  </a:r>
                </a:p>
              </p:txBody>
            </p:sp>
          </p:grpSp>
        </p:grpSp>
      </p:grpSp>
      <p:grpSp>
        <p:nvGrpSpPr>
          <p:cNvPr id="385" name="Group 156"/>
          <p:cNvGrpSpPr/>
          <p:nvPr/>
        </p:nvGrpSpPr>
        <p:grpSpPr>
          <a:xfrm>
            <a:off x="1918954" y="2622641"/>
            <a:ext cx="1838752" cy="1207922"/>
            <a:chOff x="1800839" y="2199110"/>
            <a:chExt cx="1838752" cy="1207922"/>
          </a:xfrm>
        </p:grpSpPr>
        <p:sp>
          <p:nvSpPr>
            <p:cNvPr id="386" name="Freeform 157"/>
            <p:cNvSpPr/>
            <p:nvPr/>
          </p:nvSpPr>
          <p:spPr>
            <a:xfrm>
              <a:off x="1800839" y="2199110"/>
              <a:ext cx="1838752" cy="549777"/>
            </a:xfrm>
            <a:custGeom>
              <a:avLst/>
              <a:gdLst>
                <a:gd name="connsiteX0" fmla="*/ 0 w 1876665"/>
                <a:gd name="connsiteY0" fmla="*/ 739356 h 739356"/>
                <a:gd name="connsiteX1" fmla="*/ 985723 w 1876665"/>
                <a:gd name="connsiteY1" fmla="*/ 720399 h 739356"/>
                <a:gd name="connsiteX2" fmla="*/ 1876665 w 1876665"/>
                <a:gd name="connsiteY2" fmla="*/ 0 h 739356"/>
                <a:gd name="connsiteX0-1" fmla="*/ 0 w 1876665"/>
                <a:gd name="connsiteY0-2" fmla="*/ 739356 h 739356"/>
                <a:gd name="connsiteX1-3" fmla="*/ 818495 w 1876665"/>
                <a:gd name="connsiteY1-4" fmla="*/ 720399 h 739356"/>
                <a:gd name="connsiteX2-5" fmla="*/ 1876665 w 1876665"/>
                <a:gd name="connsiteY2-6" fmla="*/ 0 h 739356"/>
                <a:gd name="connsiteX0-7" fmla="*/ 0 w 1802341"/>
                <a:gd name="connsiteY0-8" fmla="*/ 630627 h 630627"/>
                <a:gd name="connsiteX1-9" fmla="*/ 818495 w 1802341"/>
                <a:gd name="connsiteY1-10" fmla="*/ 611670 h 630627"/>
                <a:gd name="connsiteX2-11" fmla="*/ 1802341 w 1802341"/>
                <a:gd name="connsiteY2-12" fmla="*/ 0 h 630627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</a:cxnLst>
              <a:rect l="l" t="t" r="r" b="b"/>
              <a:pathLst>
                <a:path w="1802341" h="630627">
                  <a:moveTo>
                    <a:pt x="0" y="630627"/>
                  </a:moveTo>
                  <a:lnTo>
                    <a:pt x="818495" y="611670"/>
                  </a:lnTo>
                  <a:lnTo>
                    <a:pt x="1802341" y="0"/>
                  </a:lnTo>
                </a:path>
              </a:pathLst>
            </a:custGeom>
            <a:ln w="50800" cmpd="sng">
              <a:solidFill>
                <a:srgbClr val="CC0000"/>
              </a:solidFill>
              <a:tailEnd type="triangle"/>
            </a:ln>
          </p:spPr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Freeform 158"/>
            <p:cNvSpPr/>
            <p:nvPr/>
          </p:nvSpPr>
          <p:spPr>
            <a:xfrm flipV="1">
              <a:off x="1801588" y="2749626"/>
              <a:ext cx="1741891" cy="657406"/>
            </a:xfrm>
            <a:custGeom>
              <a:avLst/>
              <a:gdLst>
                <a:gd name="connsiteX0" fmla="*/ 0 w 1876665"/>
                <a:gd name="connsiteY0" fmla="*/ 739356 h 739356"/>
                <a:gd name="connsiteX1" fmla="*/ 985723 w 1876665"/>
                <a:gd name="connsiteY1" fmla="*/ 720399 h 739356"/>
                <a:gd name="connsiteX2" fmla="*/ 1876665 w 1876665"/>
                <a:gd name="connsiteY2" fmla="*/ 0 h 739356"/>
                <a:gd name="connsiteX0-1" fmla="*/ 0 w 1876665"/>
                <a:gd name="connsiteY0-2" fmla="*/ 739356 h 739356"/>
                <a:gd name="connsiteX1-3" fmla="*/ 818495 w 1876665"/>
                <a:gd name="connsiteY1-4" fmla="*/ 720399 h 739356"/>
                <a:gd name="connsiteX2-5" fmla="*/ 1876665 w 1876665"/>
                <a:gd name="connsiteY2-6" fmla="*/ 0 h 739356"/>
                <a:gd name="connsiteX0-7" fmla="*/ 0 w 1802341"/>
                <a:gd name="connsiteY0-8" fmla="*/ 630627 h 630627"/>
                <a:gd name="connsiteX1-9" fmla="*/ 818495 w 1802341"/>
                <a:gd name="connsiteY1-10" fmla="*/ 611670 h 630627"/>
                <a:gd name="connsiteX2-11" fmla="*/ 1802341 w 1802341"/>
                <a:gd name="connsiteY2-12" fmla="*/ 0 h 630627"/>
                <a:gd name="connsiteX0-13" fmla="*/ 0 w 1707398"/>
                <a:gd name="connsiteY0-14" fmla="*/ 754084 h 754084"/>
                <a:gd name="connsiteX1-15" fmla="*/ 818495 w 1707398"/>
                <a:gd name="connsiteY1-16" fmla="*/ 735127 h 754084"/>
                <a:gd name="connsiteX2-17" fmla="*/ 1707398 w 1707398"/>
                <a:gd name="connsiteY2-18" fmla="*/ 0 h 75408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</a:cxnLst>
              <a:rect l="l" t="t" r="r" b="b"/>
              <a:pathLst>
                <a:path w="1707398" h="754084">
                  <a:moveTo>
                    <a:pt x="0" y="754084"/>
                  </a:moveTo>
                  <a:lnTo>
                    <a:pt x="818495" y="735127"/>
                  </a:lnTo>
                  <a:lnTo>
                    <a:pt x="1707398" y="0"/>
                  </a:lnTo>
                </a:path>
              </a:pathLst>
            </a:custGeom>
            <a:ln w="50800" cmpd="sng">
              <a:solidFill>
                <a:srgbClr val="CC0000"/>
              </a:solidFill>
              <a:tailEnd type="triangle"/>
            </a:ln>
          </p:spPr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/>
          <p:cNvGrpSpPr/>
          <p:nvPr/>
        </p:nvGrpSpPr>
        <p:grpSpPr bwMode="auto">
          <a:xfrm>
            <a:off x="484762" y="1362012"/>
            <a:ext cx="2997200" cy="1262063"/>
            <a:chOff x="637575" y="1263648"/>
            <a:chExt cx="2998252" cy="1261939"/>
          </a:xfrm>
        </p:grpSpPr>
        <p:sp>
          <p:nvSpPr>
            <p:cNvPr id="197" name="Freeform 196"/>
            <p:cNvSpPr/>
            <p:nvPr/>
          </p:nvSpPr>
          <p:spPr>
            <a:xfrm flipV="1">
              <a:off x="678864" y="2160498"/>
              <a:ext cx="2956963" cy="365089"/>
            </a:xfrm>
            <a:custGeom>
              <a:avLst/>
              <a:gdLst>
                <a:gd name="connsiteX0" fmla="*/ 0 w 3026833"/>
                <a:gd name="connsiteY0" fmla="*/ 846667 h 846667"/>
                <a:gd name="connsiteX1" fmla="*/ 2222500 w 3026833"/>
                <a:gd name="connsiteY1" fmla="*/ 613833 h 846667"/>
                <a:gd name="connsiteX2" fmla="*/ 3026833 w 3026833"/>
                <a:gd name="connsiteY2" fmla="*/ 0 h 846667"/>
                <a:gd name="connsiteX3" fmla="*/ 2751667 w 3026833"/>
                <a:gd name="connsiteY3" fmla="*/ 423333 h 846667"/>
                <a:gd name="connsiteX4" fmla="*/ 2730500 w 3026833"/>
                <a:gd name="connsiteY4" fmla="*/ 825500 h 846667"/>
                <a:gd name="connsiteX5" fmla="*/ 0 w 3026833"/>
                <a:gd name="connsiteY5" fmla="*/ 846667 h 846667"/>
                <a:gd name="connsiteX0-1" fmla="*/ 0 w 3026833"/>
                <a:gd name="connsiteY0-2" fmla="*/ 846667 h 846667"/>
                <a:gd name="connsiteX1-3" fmla="*/ 2222500 w 3026833"/>
                <a:gd name="connsiteY1-4" fmla="*/ 613833 h 846667"/>
                <a:gd name="connsiteX2-5" fmla="*/ 3026833 w 3026833"/>
                <a:gd name="connsiteY2-6" fmla="*/ 0 h 846667"/>
                <a:gd name="connsiteX3-7" fmla="*/ 2751667 w 3026833"/>
                <a:gd name="connsiteY3-8" fmla="*/ 423333 h 846667"/>
                <a:gd name="connsiteX4-9" fmla="*/ 2744304 w 3026833"/>
                <a:gd name="connsiteY4-10" fmla="*/ 839304 h 846667"/>
                <a:gd name="connsiteX5-11" fmla="*/ 0 w 3026833"/>
                <a:gd name="connsiteY5-12" fmla="*/ 846667 h 846667"/>
                <a:gd name="connsiteX0-13" fmla="*/ 0 w 3042275"/>
                <a:gd name="connsiteY0-14" fmla="*/ 848898 h 848898"/>
                <a:gd name="connsiteX1-15" fmla="*/ 2222500 w 3042275"/>
                <a:gd name="connsiteY1-16" fmla="*/ 616064 h 848898"/>
                <a:gd name="connsiteX2-17" fmla="*/ 3026833 w 3042275"/>
                <a:gd name="connsiteY2-18" fmla="*/ 2231 h 848898"/>
                <a:gd name="connsiteX3-19" fmla="*/ 2751667 w 3042275"/>
                <a:gd name="connsiteY3-20" fmla="*/ 425564 h 848898"/>
                <a:gd name="connsiteX4-21" fmla="*/ 2744304 w 3042275"/>
                <a:gd name="connsiteY4-22" fmla="*/ 841535 h 848898"/>
                <a:gd name="connsiteX5-23" fmla="*/ 0 w 3042275"/>
                <a:gd name="connsiteY5-24" fmla="*/ 848898 h 848898"/>
                <a:gd name="connsiteX0-25" fmla="*/ 0 w 3042275"/>
                <a:gd name="connsiteY0-26" fmla="*/ 848898 h 848898"/>
                <a:gd name="connsiteX1-27" fmla="*/ 2222500 w 3042275"/>
                <a:gd name="connsiteY1-28" fmla="*/ 616064 h 848898"/>
                <a:gd name="connsiteX2-29" fmla="*/ 3026833 w 3042275"/>
                <a:gd name="connsiteY2-30" fmla="*/ 2231 h 848898"/>
                <a:gd name="connsiteX3-31" fmla="*/ 2751667 w 3042275"/>
                <a:gd name="connsiteY3-32" fmla="*/ 425564 h 848898"/>
                <a:gd name="connsiteX4-33" fmla="*/ 2744304 w 3042275"/>
                <a:gd name="connsiteY4-34" fmla="*/ 841535 h 848898"/>
                <a:gd name="connsiteX5-35" fmla="*/ 0 w 3042275"/>
                <a:gd name="connsiteY5-36" fmla="*/ 848898 h 848898"/>
                <a:gd name="connsiteX0-37" fmla="*/ 3038 w 3045313"/>
                <a:gd name="connsiteY0-38" fmla="*/ 848898 h 848898"/>
                <a:gd name="connsiteX1-39" fmla="*/ 2225538 w 3045313"/>
                <a:gd name="connsiteY1-40" fmla="*/ 616064 h 848898"/>
                <a:gd name="connsiteX2-41" fmla="*/ 3029871 w 3045313"/>
                <a:gd name="connsiteY2-42" fmla="*/ 2231 h 848898"/>
                <a:gd name="connsiteX3-43" fmla="*/ 2754705 w 3045313"/>
                <a:gd name="connsiteY3-44" fmla="*/ 425564 h 848898"/>
                <a:gd name="connsiteX4-45" fmla="*/ 2747342 w 3045313"/>
                <a:gd name="connsiteY4-46" fmla="*/ 841535 h 848898"/>
                <a:gd name="connsiteX5-47" fmla="*/ 3038 w 3045313"/>
                <a:gd name="connsiteY5-48" fmla="*/ 848898 h 848898"/>
                <a:gd name="connsiteX0-49" fmla="*/ 2799 w 3045074"/>
                <a:gd name="connsiteY0-50" fmla="*/ 848898 h 848898"/>
                <a:gd name="connsiteX1-51" fmla="*/ 2225299 w 3045074"/>
                <a:gd name="connsiteY1-52" fmla="*/ 616064 h 848898"/>
                <a:gd name="connsiteX2-53" fmla="*/ 3029632 w 3045074"/>
                <a:gd name="connsiteY2-54" fmla="*/ 2231 h 848898"/>
                <a:gd name="connsiteX3-55" fmla="*/ 2754466 w 3045074"/>
                <a:gd name="connsiteY3-56" fmla="*/ 425564 h 848898"/>
                <a:gd name="connsiteX4-57" fmla="*/ 2747103 w 3045074"/>
                <a:gd name="connsiteY4-58" fmla="*/ 841535 h 848898"/>
                <a:gd name="connsiteX5-59" fmla="*/ 2799 w 3045074"/>
                <a:gd name="connsiteY5-60" fmla="*/ 848898 h 848898"/>
                <a:gd name="connsiteX0-61" fmla="*/ 2799 w 3045074"/>
                <a:gd name="connsiteY0-62" fmla="*/ 848898 h 848898"/>
                <a:gd name="connsiteX1-63" fmla="*/ 2225299 w 3045074"/>
                <a:gd name="connsiteY1-64" fmla="*/ 616064 h 848898"/>
                <a:gd name="connsiteX2-65" fmla="*/ 3029632 w 3045074"/>
                <a:gd name="connsiteY2-66" fmla="*/ 2231 h 848898"/>
                <a:gd name="connsiteX3-67" fmla="*/ 2754466 w 3045074"/>
                <a:gd name="connsiteY3-68" fmla="*/ 425564 h 848898"/>
                <a:gd name="connsiteX4-69" fmla="*/ 2747103 w 3045074"/>
                <a:gd name="connsiteY4-70" fmla="*/ 841535 h 848898"/>
                <a:gd name="connsiteX5-71" fmla="*/ 2799 w 3045074"/>
                <a:gd name="connsiteY5-72" fmla="*/ 848898 h 848898"/>
                <a:gd name="connsiteX0-73" fmla="*/ 3018 w 2975668"/>
                <a:gd name="connsiteY0-74" fmla="*/ 443744 h 443744"/>
                <a:gd name="connsiteX1-75" fmla="*/ 2225518 w 2975668"/>
                <a:gd name="connsiteY1-76" fmla="*/ 210910 h 443744"/>
                <a:gd name="connsiteX2-77" fmla="*/ 2957279 w 2975668"/>
                <a:gd name="connsiteY2-78" fmla="*/ 79158 h 443744"/>
                <a:gd name="connsiteX3-79" fmla="*/ 2754685 w 2975668"/>
                <a:gd name="connsiteY3-80" fmla="*/ 20410 h 443744"/>
                <a:gd name="connsiteX4-81" fmla="*/ 2747322 w 2975668"/>
                <a:gd name="connsiteY4-82" fmla="*/ 436381 h 443744"/>
                <a:gd name="connsiteX5-83" fmla="*/ 3018 w 2975668"/>
                <a:gd name="connsiteY5-84" fmla="*/ 443744 h 443744"/>
                <a:gd name="connsiteX0-85" fmla="*/ 3018 w 2957279"/>
                <a:gd name="connsiteY0-86" fmla="*/ 454405 h 454405"/>
                <a:gd name="connsiteX1-87" fmla="*/ 2225518 w 2957279"/>
                <a:gd name="connsiteY1-88" fmla="*/ 221571 h 454405"/>
                <a:gd name="connsiteX2-89" fmla="*/ 2957279 w 2957279"/>
                <a:gd name="connsiteY2-90" fmla="*/ 89819 h 454405"/>
                <a:gd name="connsiteX3-91" fmla="*/ 2754685 w 2957279"/>
                <a:gd name="connsiteY3-92" fmla="*/ 31071 h 454405"/>
                <a:gd name="connsiteX4-93" fmla="*/ 2747322 w 2957279"/>
                <a:gd name="connsiteY4-94" fmla="*/ 447042 h 454405"/>
                <a:gd name="connsiteX5-95" fmla="*/ 3018 w 2957279"/>
                <a:gd name="connsiteY5-96" fmla="*/ 454405 h 454405"/>
                <a:gd name="connsiteX0-97" fmla="*/ 3018 w 2957279"/>
                <a:gd name="connsiteY0-98" fmla="*/ 496161 h 496161"/>
                <a:gd name="connsiteX1-99" fmla="*/ 2225518 w 2957279"/>
                <a:gd name="connsiteY1-100" fmla="*/ 263327 h 496161"/>
                <a:gd name="connsiteX2-101" fmla="*/ 2957279 w 2957279"/>
                <a:gd name="connsiteY2-102" fmla="*/ 131575 h 496161"/>
                <a:gd name="connsiteX3-103" fmla="*/ 2754685 w 2957279"/>
                <a:gd name="connsiteY3-104" fmla="*/ 72827 h 496161"/>
                <a:gd name="connsiteX4-105" fmla="*/ 2747322 w 2957279"/>
                <a:gd name="connsiteY4-106" fmla="*/ 488798 h 496161"/>
                <a:gd name="connsiteX5-107" fmla="*/ 3018 w 2957279"/>
                <a:gd name="connsiteY5-108" fmla="*/ 496161 h 496161"/>
                <a:gd name="connsiteX0-109" fmla="*/ 3018 w 2957279"/>
                <a:gd name="connsiteY0-110" fmla="*/ 496161 h 496161"/>
                <a:gd name="connsiteX1-111" fmla="*/ 2225518 w 2957279"/>
                <a:gd name="connsiteY1-112" fmla="*/ 263327 h 496161"/>
                <a:gd name="connsiteX2-113" fmla="*/ 2957279 w 2957279"/>
                <a:gd name="connsiteY2-114" fmla="*/ 131575 h 496161"/>
                <a:gd name="connsiteX3-115" fmla="*/ 2780603 w 2957279"/>
                <a:gd name="connsiteY3-116" fmla="*/ 269807 h 496161"/>
                <a:gd name="connsiteX4-117" fmla="*/ 2747322 w 2957279"/>
                <a:gd name="connsiteY4-118" fmla="*/ 488798 h 496161"/>
                <a:gd name="connsiteX5-119" fmla="*/ 3018 w 2957279"/>
                <a:gd name="connsiteY5-120" fmla="*/ 496161 h 496161"/>
                <a:gd name="connsiteX0-121" fmla="*/ 3018 w 2957279"/>
                <a:gd name="connsiteY0-122" fmla="*/ 496161 h 496161"/>
                <a:gd name="connsiteX1-123" fmla="*/ 2225518 w 2957279"/>
                <a:gd name="connsiteY1-124" fmla="*/ 263327 h 496161"/>
                <a:gd name="connsiteX2-125" fmla="*/ 2957279 w 2957279"/>
                <a:gd name="connsiteY2-126" fmla="*/ 131575 h 496161"/>
                <a:gd name="connsiteX3-127" fmla="*/ 2780603 w 2957279"/>
                <a:gd name="connsiteY3-128" fmla="*/ 269807 h 496161"/>
                <a:gd name="connsiteX4-129" fmla="*/ 2747322 w 2957279"/>
                <a:gd name="connsiteY4-130" fmla="*/ 488798 h 496161"/>
                <a:gd name="connsiteX5-131" fmla="*/ 3018 w 2957279"/>
                <a:gd name="connsiteY5-132" fmla="*/ 496161 h 496161"/>
                <a:gd name="connsiteX0-133" fmla="*/ 3018 w 2957279"/>
                <a:gd name="connsiteY0-134" fmla="*/ 364586 h 364586"/>
                <a:gd name="connsiteX1-135" fmla="*/ 2225518 w 2957279"/>
                <a:gd name="connsiteY1-136" fmla="*/ 131752 h 364586"/>
                <a:gd name="connsiteX2-137" fmla="*/ 2957279 w 2957279"/>
                <a:gd name="connsiteY2-138" fmla="*/ 0 h 364586"/>
                <a:gd name="connsiteX3-139" fmla="*/ 2780603 w 2957279"/>
                <a:gd name="connsiteY3-140" fmla="*/ 138232 h 364586"/>
                <a:gd name="connsiteX4-141" fmla="*/ 2747322 w 2957279"/>
                <a:gd name="connsiteY4-142" fmla="*/ 357223 h 364586"/>
                <a:gd name="connsiteX5-143" fmla="*/ 3018 w 2957279"/>
                <a:gd name="connsiteY5-144" fmla="*/ 364586 h 36458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2957279" h="364586">
                  <a:moveTo>
                    <a:pt x="3018" y="364586"/>
                  </a:moveTo>
                  <a:cubicBezTo>
                    <a:pt x="-83949" y="327008"/>
                    <a:pt x="1733141" y="192516"/>
                    <a:pt x="2225518" y="131752"/>
                  </a:cubicBezTo>
                  <a:cubicBezTo>
                    <a:pt x="2717895" y="70988"/>
                    <a:pt x="2402554" y="114689"/>
                    <a:pt x="2957279" y="0"/>
                  </a:cubicBezTo>
                  <a:cubicBezTo>
                    <a:pt x="2832942" y="71922"/>
                    <a:pt x="2815596" y="78695"/>
                    <a:pt x="2780603" y="138232"/>
                  </a:cubicBezTo>
                  <a:cubicBezTo>
                    <a:pt x="2745610" y="197769"/>
                    <a:pt x="2727394" y="213043"/>
                    <a:pt x="2747322" y="357223"/>
                  </a:cubicBezTo>
                  <a:lnTo>
                    <a:pt x="3018" y="364586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0"/>
              <a:tileRect/>
            </a:gradFill>
          </p:spPr>
          <p:txBody>
            <a:bodyPr wrap="none"/>
            <a:lstStyle/>
            <a:p>
              <a:pPr>
                <a:defRPr/>
              </a:pPr>
              <a:endParaRPr lang="en-US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125075" name="Group 188"/>
            <p:cNvGrpSpPr/>
            <p:nvPr/>
          </p:nvGrpSpPr>
          <p:grpSpPr bwMode="auto">
            <a:xfrm>
              <a:off x="637575" y="1263648"/>
              <a:ext cx="2794000" cy="915898"/>
              <a:chOff x="-994833" y="4042832"/>
              <a:chExt cx="2794000" cy="915898"/>
            </a:xfrm>
          </p:grpSpPr>
          <p:sp>
            <p:nvSpPr>
              <p:cNvPr id="190" name="Rectangle 189"/>
              <p:cNvSpPr/>
              <p:nvPr/>
            </p:nvSpPr>
            <p:spPr bwMode="auto">
              <a:xfrm>
                <a:off x="-977364" y="4042832"/>
                <a:ext cx="2775924" cy="91589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 cap="flat" cmpd="sng" algn="ctr">
                <a:solidFill>
                  <a:schemeClr val="accent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5077" name="TextBox 190"/>
              <p:cNvSpPr txBox="1">
                <a:spLocks noChangeArrowheads="1"/>
              </p:cNvSpPr>
              <p:nvPr/>
            </p:nvSpPr>
            <p:spPr bwMode="auto">
              <a:xfrm>
                <a:off x="-931177" y="4360336"/>
                <a:ext cx="1581822" cy="5847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IP </a:t>
                </a:r>
                <a:r>
                  <a:rPr lang="en-US" altLang="zh-CN" sz="1600" dirty="0" err="1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Src</a:t>
                </a:r>
                <a:r>
                  <a:rPr lang="en-US" altLang="zh-CN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 = 10.3.*.*</a:t>
                </a:r>
              </a:p>
              <a:p>
                <a:r>
                  <a:rPr lang="en-US" altLang="zh-CN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IP </a:t>
                </a:r>
                <a:r>
                  <a:rPr lang="en-US" altLang="zh-CN" sz="1600" dirty="0" err="1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Dst</a:t>
                </a:r>
                <a:r>
                  <a:rPr lang="en-US" altLang="zh-CN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 = 10.2.*.*</a:t>
                </a:r>
              </a:p>
            </p:txBody>
          </p:sp>
          <p:sp>
            <p:nvSpPr>
              <p:cNvPr id="125078" name="TextBox 191"/>
              <p:cNvSpPr txBox="1">
                <a:spLocks noChangeArrowheads="1"/>
              </p:cNvSpPr>
              <p:nvPr/>
            </p:nvSpPr>
            <p:spPr bwMode="auto">
              <a:xfrm>
                <a:off x="718763" y="4491568"/>
                <a:ext cx="1076314" cy="3385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forward(3)</a:t>
                </a:r>
              </a:p>
            </p:txBody>
          </p:sp>
          <p:cxnSp>
            <p:nvCxnSpPr>
              <p:cNvPr id="125079" name="Straight Connector 192"/>
              <p:cNvCxnSpPr>
                <a:cxnSpLocks noChangeShapeType="1"/>
              </p:cNvCxnSpPr>
              <p:nvPr/>
            </p:nvCxnSpPr>
            <p:spPr bwMode="auto">
              <a:xfrm>
                <a:off x="-994833" y="4402666"/>
                <a:ext cx="2794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080" name="TextBox 193"/>
              <p:cNvSpPr txBox="1">
                <a:spLocks noChangeArrowheads="1"/>
              </p:cNvSpPr>
              <p:nvPr/>
            </p:nvSpPr>
            <p:spPr bwMode="auto">
              <a:xfrm>
                <a:off x="-504570" y="4051958"/>
                <a:ext cx="697872" cy="3385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match</a:t>
                </a:r>
              </a:p>
            </p:txBody>
          </p:sp>
          <p:sp>
            <p:nvSpPr>
              <p:cNvPr id="125081" name="TextBox 194"/>
              <p:cNvSpPr txBox="1">
                <a:spLocks noChangeArrowheads="1"/>
              </p:cNvSpPr>
              <p:nvPr/>
            </p:nvSpPr>
            <p:spPr bwMode="auto">
              <a:xfrm>
                <a:off x="875396" y="4055535"/>
                <a:ext cx="688250" cy="3385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action</a:t>
                </a:r>
              </a:p>
            </p:txBody>
          </p:sp>
          <p:cxnSp>
            <p:nvCxnSpPr>
              <p:cNvPr id="125082" name="Straight Connector 195"/>
              <p:cNvCxnSpPr>
                <a:cxnSpLocks noChangeShapeType="1"/>
              </p:cNvCxnSpPr>
              <p:nvPr/>
            </p:nvCxnSpPr>
            <p:spPr bwMode="auto">
              <a:xfrm>
                <a:off x="738264" y="4049182"/>
                <a:ext cx="1" cy="9048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77" name="Group 76"/>
          <p:cNvGrpSpPr/>
          <p:nvPr/>
        </p:nvGrpSpPr>
        <p:grpSpPr bwMode="auto">
          <a:xfrm>
            <a:off x="5723547" y="4382293"/>
            <a:ext cx="2894013" cy="2022290"/>
            <a:chOff x="5956617" y="4509743"/>
            <a:chExt cx="2893901" cy="2021942"/>
          </a:xfrm>
        </p:grpSpPr>
        <p:sp>
          <p:nvSpPr>
            <p:cNvPr id="208" name="Freeform 207"/>
            <p:cNvSpPr/>
            <p:nvPr/>
          </p:nvSpPr>
          <p:spPr>
            <a:xfrm flipH="1">
              <a:off x="5956617" y="4509743"/>
              <a:ext cx="2838340" cy="630129"/>
            </a:xfrm>
            <a:custGeom>
              <a:avLst/>
              <a:gdLst>
                <a:gd name="connsiteX0" fmla="*/ 0 w 3026833"/>
                <a:gd name="connsiteY0" fmla="*/ 846667 h 846667"/>
                <a:gd name="connsiteX1" fmla="*/ 2222500 w 3026833"/>
                <a:gd name="connsiteY1" fmla="*/ 613833 h 846667"/>
                <a:gd name="connsiteX2" fmla="*/ 3026833 w 3026833"/>
                <a:gd name="connsiteY2" fmla="*/ 0 h 846667"/>
                <a:gd name="connsiteX3" fmla="*/ 2751667 w 3026833"/>
                <a:gd name="connsiteY3" fmla="*/ 423333 h 846667"/>
                <a:gd name="connsiteX4" fmla="*/ 2730500 w 3026833"/>
                <a:gd name="connsiteY4" fmla="*/ 825500 h 846667"/>
                <a:gd name="connsiteX5" fmla="*/ 0 w 3026833"/>
                <a:gd name="connsiteY5" fmla="*/ 846667 h 846667"/>
                <a:gd name="connsiteX0-1" fmla="*/ 0 w 3026833"/>
                <a:gd name="connsiteY0-2" fmla="*/ 846667 h 846667"/>
                <a:gd name="connsiteX1-3" fmla="*/ 2222500 w 3026833"/>
                <a:gd name="connsiteY1-4" fmla="*/ 613833 h 846667"/>
                <a:gd name="connsiteX2-5" fmla="*/ 3026833 w 3026833"/>
                <a:gd name="connsiteY2-6" fmla="*/ 0 h 846667"/>
                <a:gd name="connsiteX3-7" fmla="*/ 2751667 w 3026833"/>
                <a:gd name="connsiteY3-8" fmla="*/ 423333 h 846667"/>
                <a:gd name="connsiteX4-9" fmla="*/ 2744304 w 3026833"/>
                <a:gd name="connsiteY4-10" fmla="*/ 839304 h 846667"/>
                <a:gd name="connsiteX5-11" fmla="*/ 0 w 3026833"/>
                <a:gd name="connsiteY5-12" fmla="*/ 846667 h 846667"/>
                <a:gd name="connsiteX0-13" fmla="*/ 0 w 3042275"/>
                <a:gd name="connsiteY0-14" fmla="*/ 848898 h 848898"/>
                <a:gd name="connsiteX1-15" fmla="*/ 2222500 w 3042275"/>
                <a:gd name="connsiteY1-16" fmla="*/ 616064 h 848898"/>
                <a:gd name="connsiteX2-17" fmla="*/ 3026833 w 3042275"/>
                <a:gd name="connsiteY2-18" fmla="*/ 2231 h 848898"/>
                <a:gd name="connsiteX3-19" fmla="*/ 2751667 w 3042275"/>
                <a:gd name="connsiteY3-20" fmla="*/ 425564 h 848898"/>
                <a:gd name="connsiteX4-21" fmla="*/ 2744304 w 3042275"/>
                <a:gd name="connsiteY4-22" fmla="*/ 841535 h 848898"/>
                <a:gd name="connsiteX5-23" fmla="*/ 0 w 3042275"/>
                <a:gd name="connsiteY5-24" fmla="*/ 848898 h 848898"/>
                <a:gd name="connsiteX0-25" fmla="*/ 0 w 3042275"/>
                <a:gd name="connsiteY0-26" fmla="*/ 848898 h 848898"/>
                <a:gd name="connsiteX1-27" fmla="*/ 2222500 w 3042275"/>
                <a:gd name="connsiteY1-28" fmla="*/ 616064 h 848898"/>
                <a:gd name="connsiteX2-29" fmla="*/ 3026833 w 3042275"/>
                <a:gd name="connsiteY2-30" fmla="*/ 2231 h 848898"/>
                <a:gd name="connsiteX3-31" fmla="*/ 2751667 w 3042275"/>
                <a:gd name="connsiteY3-32" fmla="*/ 425564 h 848898"/>
                <a:gd name="connsiteX4-33" fmla="*/ 2744304 w 3042275"/>
                <a:gd name="connsiteY4-34" fmla="*/ 841535 h 848898"/>
                <a:gd name="connsiteX5-35" fmla="*/ 0 w 3042275"/>
                <a:gd name="connsiteY5-36" fmla="*/ 848898 h 848898"/>
                <a:gd name="connsiteX0-37" fmla="*/ 3038 w 3045313"/>
                <a:gd name="connsiteY0-38" fmla="*/ 848898 h 848898"/>
                <a:gd name="connsiteX1-39" fmla="*/ 2225538 w 3045313"/>
                <a:gd name="connsiteY1-40" fmla="*/ 616064 h 848898"/>
                <a:gd name="connsiteX2-41" fmla="*/ 3029871 w 3045313"/>
                <a:gd name="connsiteY2-42" fmla="*/ 2231 h 848898"/>
                <a:gd name="connsiteX3-43" fmla="*/ 2754705 w 3045313"/>
                <a:gd name="connsiteY3-44" fmla="*/ 425564 h 848898"/>
                <a:gd name="connsiteX4-45" fmla="*/ 2747342 w 3045313"/>
                <a:gd name="connsiteY4-46" fmla="*/ 841535 h 848898"/>
                <a:gd name="connsiteX5-47" fmla="*/ 3038 w 3045313"/>
                <a:gd name="connsiteY5-48" fmla="*/ 848898 h 848898"/>
                <a:gd name="connsiteX0-49" fmla="*/ 2799 w 3045074"/>
                <a:gd name="connsiteY0-50" fmla="*/ 848898 h 848898"/>
                <a:gd name="connsiteX1-51" fmla="*/ 2225299 w 3045074"/>
                <a:gd name="connsiteY1-52" fmla="*/ 616064 h 848898"/>
                <a:gd name="connsiteX2-53" fmla="*/ 3029632 w 3045074"/>
                <a:gd name="connsiteY2-54" fmla="*/ 2231 h 848898"/>
                <a:gd name="connsiteX3-55" fmla="*/ 2754466 w 3045074"/>
                <a:gd name="connsiteY3-56" fmla="*/ 425564 h 848898"/>
                <a:gd name="connsiteX4-57" fmla="*/ 2747103 w 3045074"/>
                <a:gd name="connsiteY4-58" fmla="*/ 841535 h 848898"/>
                <a:gd name="connsiteX5-59" fmla="*/ 2799 w 3045074"/>
                <a:gd name="connsiteY5-60" fmla="*/ 848898 h 848898"/>
                <a:gd name="connsiteX0-61" fmla="*/ 2799 w 3045074"/>
                <a:gd name="connsiteY0-62" fmla="*/ 848898 h 848898"/>
                <a:gd name="connsiteX1-63" fmla="*/ 2225299 w 3045074"/>
                <a:gd name="connsiteY1-64" fmla="*/ 616064 h 848898"/>
                <a:gd name="connsiteX2-65" fmla="*/ 3029632 w 3045074"/>
                <a:gd name="connsiteY2-66" fmla="*/ 2231 h 848898"/>
                <a:gd name="connsiteX3-67" fmla="*/ 2754466 w 3045074"/>
                <a:gd name="connsiteY3-68" fmla="*/ 425564 h 848898"/>
                <a:gd name="connsiteX4-69" fmla="*/ 2747103 w 3045074"/>
                <a:gd name="connsiteY4-70" fmla="*/ 841535 h 848898"/>
                <a:gd name="connsiteX5-71" fmla="*/ 2799 w 3045074"/>
                <a:gd name="connsiteY5-72" fmla="*/ 848898 h 848898"/>
                <a:gd name="connsiteX0-73" fmla="*/ 2979 w 2839117"/>
                <a:gd name="connsiteY0-74" fmla="*/ 630630 h 630630"/>
                <a:gd name="connsiteX1-75" fmla="*/ 2225479 w 2839117"/>
                <a:gd name="connsiteY1-76" fmla="*/ 397796 h 630630"/>
                <a:gd name="connsiteX2-77" fmla="*/ 2808948 w 2839117"/>
                <a:gd name="connsiteY2-78" fmla="*/ 4836 h 630630"/>
                <a:gd name="connsiteX3-79" fmla="*/ 2754646 w 2839117"/>
                <a:gd name="connsiteY3-80" fmla="*/ 207296 h 630630"/>
                <a:gd name="connsiteX4-81" fmla="*/ 2747283 w 2839117"/>
                <a:gd name="connsiteY4-82" fmla="*/ 623267 h 630630"/>
                <a:gd name="connsiteX5-83" fmla="*/ 2979 w 2839117"/>
                <a:gd name="connsiteY5-84" fmla="*/ 630630 h 630630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2839117" h="630630">
                  <a:moveTo>
                    <a:pt x="2979" y="630630"/>
                  </a:moveTo>
                  <a:cubicBezTo>
                    <a:pt x="-83988" y="593052"/>
                    <a:pt x="1757818" y="502095"/>
                    <a:pt x="2225479" y="397796"/>
                  </a:cubicBezTo>
                  <a:cubicBezTo>
                    <a:pt x="2693140" y="293497"/>
                    <a:pt x="2720754" y="36586"/>
                    <a:pt x="2808948" y="4836"/>
                  </a:cubicBezTo>
                  <a:cubicBezTo>
                    <a:pt x="2897142" y="-26914"/>
                    <a:pt x="2764923" y="104224"/>
                    <a:pt x="2754646" y="207296"/>
                  </a:cubicBezTo>
                  <a:cubicBezTo>
                    <a:pt x="2744369" y="310368"/>
                    <a:pt x="2727355" y="479087"/>
                    <a:pt x="2747283" y="623267"/>
                  </a:cubicBezTo>
                  <a:lnTo>
                    <a:pt x="2979" y="63063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0"/>
              <a:tileRect/>
            </a:gradFill>
          </p:spPr>
          <p:txBody>
            <a:bodyPr wrap="none"/>
            <a:lstStyle/>
            <a:p>
              <a:pPr>
                <a:defRPr/>
              </a:pPr>
              <a:endParaRPr lang="en-US">
                <a:latin typeface="Times New Roman" panose="02020603050405020304" pitchFamily="18" charset="0"/>
                <a:ea typeface="MS PGothic" panose="020B0600070205080204" pitchFamily="34" charset="-128"/>
                <a:cs typeface="Times New Roman" panose="02020603050405020304" pitchFamily="18" charset="0"/>
              </a:endParaRPr>
            </a:p>
          </p:txBody>
        </p:sp>
        <p:grpSp>
          <p:nvGrpSpPr>
            <p:cNvPr id="125064" name="Group 197"/>
            <p:cNvGrpSpPr/>
            <p:nvPr/>
          </p:nvGrpSpPr>
          <p:grpSpPr bwMode="auto">
            <a:xfrm>
              <a:off x="6031592" y="5136697"/>
              <a:ext cx="2818926" cy="1394988"/>
              <a:chOff x="-999973" y="4042381"/>
              <a:chExt cx="2818926" cy="1394988"/>
            </a:xfrm>
          </p:grpSpPr>
          <p:sp>
            <p:nvSpPr>
              <p:cNvPr id="199" name="Rectangle 198"/>
              <p:cNvSpPr/>
              <p:nvPr/>
            </p:nvSpPr>
            <p:spPr bwMode="auto">
              <a:xfrm>
                <a:off x="-978114" y="4042381"/>
                <a:ext cx="2778018" cy="1344382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 cap="flat" cmpd="sng" algn="ctr">
                <a:solidFill>
                  <a:schemeClr val="accent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Times New Roman" panose="02020603050405020304" pitchFamily="18" charset="0"/>
                  <a:ea typeface="MS PGothic" panose="020B0600070205080204" pitchFamily="34" charset="-128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5066" name="TextBox 199"/>
              <p:cNvSpPr txBox="1">
                <a:spLocks noChangeArrowheads="1"/>
              </p:cNvSpPr>
              <p:nvPr/>
            </p:nvSpPr>
            <p:spPr bwMode="auto">
              <a:xfrm>
                <a:off x="-999973" y="4360336"/>
                <a:ext cx="1581206" cy="10770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ingress port = 2</a:t>
                </a:r>
              </a:p>
              <a:p>
                <a:r>
                  <a:rPr lang="en-US" altLang="zh-CN" sz="16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IP </a:t>
                </a:r>
                <a:r>
                  <a:rPr lang="en-US" altLang="zh-CN" sz="16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Dst</a:t>
                </a:r>
                <a:r>
                  <a:rPr lang="en-US" altLang="zh-CN" sz="16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= 10.2.0.3</a:t>
                </a:r>
              </a:p>
              <a:p>
                <a:r>
                  <a:rPr lang="en-US" altLang="zh-CN" sz="16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ingress port = 2</a:t>
                </a:r>
              </a:p>
              <a:p>
                <a:r>
                  <a:rPr lang="en-US" altLang="zh-CN" sz="16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IP </a:t>
                </a:r>
                <a:r>
                  <a:rPr lang="en-US" altLang="zh-CN" sz="16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Dst</a:t>
                </a:r>
                <a:r>
                  <a:rPr lang="en-US" altLang="zh-CN" sz="16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= 10.2.0.4</a:t>
                </a:r>
              </a:p>
            </p:txBody>
          </p:sp>
          <p:sp>
            <p:nvSpPr>
              <p:cNvPr id="125067" name="TextBox 200"/>
              <p:cNvSpPr txBox="1">
                <a:spLocks noChangeArrowheads="1"/>
              </p:cNvSpPr>
              <p:nvPr/>
            </p:nvSpPr>
            <p:spPr bwMode="auto">
              <a:xfrm>
                <a:off x="671327" y="4474229"/>
                <a:ext cx="1075894" cy="33849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forward(3)</a:t>
                </a:r>
              </a:p>
            </p:txBody>
          </p:sp>
          <p:cxnSp>
            <p:nvCxnSpPr>
              <p:cNvPr id="125068" name="Straight Connector 201"/>
              <p:cNvCxnSpPr>
                <a:cxnSpLocks noChangeShapeType="1"/>
              </p:cNvCxnSpPr>
              <p:nvPr/>
            </p:nvCxnSpPr>
            <p:spPr bwMode="auto">
              <a:xfrm>
                <a:off x="-994833" y="4402666"/>
                <a:ext cx="2794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069" name="TextBox 202"/>
              <p:cNvSpPr txBox="1">
                <a:spLocks noChangeArrowheads="1"/>
              </p:cNvSpPr>
              <p:nvPr/>
            </p:nvSpPr>
            <p:spPr bwMode="auto">
              <a:xfrm>
                <a:off x="-674004" y="4051301"/>
                <a:ext cx="687982" cy="33849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match</a:t>
                </a:r>
              </a:p>
            </p:txBody>
          </p:sp>
          <p:sp>
            <p:nvSpPr>
              <p:cNvPr id="125070" name="TextBox 203"/>
              <p:cNvSpPr txBox="1">
                <a:spLocks noChangeArrowheads="1"/>
              </p:cNvSpPr>
              <p:nvPr/>
            </p:nvSpPr>
            <p:spPr bwMode="auto">
              <a:xfrm>
                <a:off x="875396" y="4055535"/>
                <a:ext cx="687982" cy="33849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action</a:t>
                </a:r>
              </a:p>
            </p:txBody>
          </p:sp>
          <p:cxnSp>
            <p:nvCxnSpPr>
              <p:cNvPr id="125071" name="Straight Connector 204"/>
              <p:cNvCxnSpPr>
                <a:cxnSpLocks noChangeShapeType="1"/>
              </p:cNvCxnSpPr>
              <p:nvPr/>
            </p:nvCxnSpPr>
            <p:spPr bwMode="auto">
              <a:xfrm>
                <a:off x="660503" y="4042833"/>
                <a:ext cx="4690" cy="134946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25072" name="Straight Connector 205"/>
              <p:cNvCxnSpPr>
                <a:cxnSpLocks noChangeShapeType="1"/>
              </p:cNvCxnSpPr>
              <p:nvPr/>
            </p:nvCxnSpPr>
            <p:spPr bwMode="auto">
              <a:xfrm>
                <a:off x="-975047" y="4896787"/>
                <a:ext cx="2794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073" name="TextBox 206"/>
              <p:cNvSpPr txBox="1">
                <a:spLocks noChangeArrowheads="1"/>
              </p:cNvSpPr>
              <p:nvPr/>
            </p:nvSpPr>
            <p:spPr bwMode="auto">
              <a:xfrm>
                <a:off x="670712" y="4973448"/>
                <a:ext cx="1075894" cy="33849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forward(4)</a:t>
                </a:r>
              </a:p>
            </p:txBody>
          </p:sp>
        </p:grpSp>
      </p:grpSp>
      <p:grpSp>
        <p:nvGrpSpPr>
          <p:cNvPr id="68" name="Group 67"/>
          <p:cNvGrpSpPr/>
          <p:nvPr/>
        </p:nvGrpSpPr>
        <p:grpSpPr bwMode="auto">
          <a:xfrm>
            <a:off x="519231" y="4345780"/>
            <a:ext cx="3089275" cy="2001837"/>
            <a:chOff x="587526" y="4569769"/>
            <a:chExt cx="3089750" cy="2002482"/>
          </a:xfrm>
        </p:grpSpPr>
        <p:sp>
          <p:nvSpPr>
            <p:cNvPr id="52" name="Freeform 51"/>
            <p:cNvSpPr/>
            <p:nvPr/>
          </p:nvSpPr>
          <p:spPr>
            <a:xfrm>
              <a:off x="631983" y="4569769"/>
              <a:ext cx="3045293" cy="849586"/>
            </a:xfrm>
            <a:custGeom>
              <a:avLst/>
              <a:gdLst>
                <a:gd name="connsiteX0" fmla="*/ 0 w 3026833"/>
                <a:gd name="connsiteY0" fmla="*/ 846667 h 846667"/>
                <a:gd name="connsiteX1" fmla="*/ 2222500 w 3026833"/>
                <a:gd name="connsiteY1" fmla="*/ 613833 h 846667"/>
                <a:gd name="connsiteX2" fmla="*/ 3026833 w 3026833"/>
                <a:gd name="connsiteY2" fmla="*/ 0 h 846667"/>
                <a:gd name="connsiteX3" fmla="*/ 2751667 w 3026833"/>
                <a:gd name="connsiteY3" fmla="*/ 423333 h 846667"/>
                <a:gd name="connsiteX4" fmla="*/ 2730500 w 3026833"/>
                <a:gd name="connsiteY4" fmla="*/ 825500 h 846667"/>
                <a:gd name="connsiteX5" fmla="*/ 0 w 3026833"/>
                <a:gd name="connsiteY5" fmla="*/ 846667 h 846667"/>
                <a:gd name="connsiteX0-1" fmla="*/ 0 w 3026833"/>
                <a:gd name="connsiteY0-2" fmla="*/ 846667 h 846667"/>
                <a:gd name="connsiteX1-3" fmla="*/ 2222500 w 3026833"/>
                <a:gd name="connsiteY1-4" fmla="*/ 613833 h 846667"/>
                <a:gd name="connsiteX2-5" fmla="*/ 3026833 w 3026833"/>
                <a:gd name="connsiteY2-6" fmla="*/ 0 h 846667"/>
                <a:gd name="connsiteX3-7" fmla="*/ 2751667 w 3026833"/>
                <a:gd name="connsiteY3-8" fmla="*/ 423333 h 846667"/>
                <a:gd name="connsiteX4-9" fmla="*/ 2744304 w 3026833"/>
                <a:gd name="connsiteY4-10" fmla="*/ 839304 h 846667"/>
                <a:gd name="connsiteX5-11" fmla="*/ 0 w 3026833"/>
                <a:gd name="connsiteY5-12" fmla="*/ 846667 h 846667"/>
                <a:gd name="connsiteX0-13" fmla="*/ 0 w 3042275"/>
                <a:gd name="connsiteY0-14" fmla="*/ 848898 h 848898"/>
                <a:gd name="connsiteX1-15" fmla="*/ 2222500 w 3042275"/>
                <a:gd name="connsiteY1-16" fmla="*/ 616064 h 848898"/>
                <a:gd name="connsiteX2-17" fmla="*/ 3026833 w 3042275"/>
                <a:gd name="connsiteY2-18" fmla="*/ 2231 h 848898"/>
                <a:gd name="connsiteX3-19" fmla="*/ 2751667 w 3042275"/>
                <a:gd name="connsiteY3-20" fmla="*/ 425564 h 848898"/>
                <a:gd name="connsiteX4-21" fmla="*/ 2744304 w 3042275"/>
                <a:gd name="connsiteY4-22" fmla="*/ 841535 h 848898"/>
                <a:gd name="connsiteX5-23" fmla="*/ 0 w 3042275"/>
                <a:gd name="connsiteY5-24" fmla="*/ 848898 h 848898"/>
                <a:gd name="connsiteX0-25" fmla="*/ 0 w 3042275"/>
                <a:gd name="connsiteY0-26" fmla="*/ 848898 h 848898"/>
                <a:gd name="connsiteX1-27" fmla="*/ 2222500 w 3042275"/>
                <a:gd name="connsiteY1-28" fmla="*/ 616064 h 848898"/>
                <a:gd name="connsiteX2-29" fmla="*/ 3026833 w 3042275"/>
                <a:gd name="connsiteY2-30" fmla="*/ 2231 h 848898"/>
                <a:gd name="connsiteX3-31" fmla="*/ 2751667 w 3042275"/>
                <a:gd name="connsiteY3-32" fmla="*/ 425564 h 848898"/>
                <a:gd name="connsiteX4-33" fmla="*/ 2744304 w 3042275"/>
                <a:gd name="connsiteY4-34" fmla="*/ 841535 h 848898"/>
                <a:gd name="connsiteX5-35" fmla="*/ 0 w 3042275"/>
                <a:gd name="connsiteY5-36" fmla="*/ 848898 h 848898"/>
                <a:gd name="connsiteX0-37" fmla="*/ 3038 w 3045313"/>
                <a:gd name="connsiteY0-38" fmla="*/ 848898 h 848898"/>
                <a:gd name="connsiteX1-39" fmla="*/ 2225538 w 3045313"/>
                <a:gd name="connsiteY1-40" fmla="*/ 616064 h 848898"/>
                <a:gd name="connsiteX2-41" fmla="*/ 3029871 w 3045313"/>
                <a:gd name="connsiteY2-42" fmla="*/ 2231 h 848898"/>
                <a:gd name="connsiteX3-43" fmla="*/ 2754705 w 3045313"/>
                <a:gd name="connsiteY3-44" fmla="*/ 425564 h 848898"/>
                <a:gd name="connsiteX4-45" fmla="*/ 2747342 w 3045313"/>
                <a:gd name="connsiteY4-46" fmla="*/ 841535 h 848898"/>
                <a:gd name="connsiteX5-47" fmla="*/ 3038 w 3045313"/>
                <a:gd name="connsiteY5-48" fmla="*/ 848898 h 848898"/>
                <a:gd name="connsiteX0-49" fmla="*/ 2799 w 3045074"/>
                <a:gd name="connsiteY0-50" fmla="*/ 848898 h 848898"/>
                <a:gd name="connsiteX1-51" fmla="*/ 2225299 w 3045074"/>
                <a:gd name="connsiteY1-52" fmla="*/ 616064 h 848898"/>
                <a:gd name="connsiteX2-53" fmla="*/ 3029632 w 3045074"/>
                <a:gd name="connsiteY2-54" fmla="*/ 2231 h 848898"/>
                <a:gd name="connsiteX3-55" fmla="*/ 2754466 w 3045074"/>
                <a:gd name="connsiteY3-56" fmla="*/ 425564 h 848898"/>
                <a:gd name="connsiteX4-57" fmla="*/ 2747103 w 3045074"/>
                <a:gd name="connsiteY4-58" fmla="*/ 841535 h 848898"/>
                <a:gd name="connsiteX5-59" fmla="*/ 2799 w 3045074"/>
                <a:gd name="connsiteY5-60" fmla="*/ 848898 h 848898"/>
                <a:gd name="connsiteX0-61" fmla="*/ 2799 w 3045074"/>
                <a:gd name="connsiteY0-62" fmla="*/ 848898 h 848898"/>
                <a:gd name="connsiteX1-63" fmla="*/ 2225299 w 3045074"/>
                <a:gd name="connsiteY1-64" fmla="*/ 616064 h 848898"/>
                <a:gd name="connsiteX2-65" fmla="*/ 3029632 w 3045074"/>
                <a:gd name="connsiteY2-66" fmla="*/ 2231 h 848898"/>
                <a:gd name="connsiteX3-67" fmla="*/ 2754466 w 3045074"/>
                <a:gd name="connsiteY3-68" fmla="*/ 425564 h 848898"/>
                <a:gd name="connsiteX4-69" fmla="*/ 2747103 w 3045074"/>
                <a:gd name="connsiteY4-70" fmla="*/ 841535 h 848898"/>
                <a:gd name="connsiteX5-71" fmla="*/ 2799 w 3045074"/>
                <a:gd name="connsiteY5-72" fmla="*/ 848898 h 848898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3045074" h="848898">
                  <a:moveTo>
                    <a:pt x="2799" y="848898"/>
                  </a:moveTo>
                  <a:cubicBezTo>
                    <a:pt x="-84168" y="811320"/>
                    <a:pt x="1881874" y="743370"/>
                    <a:pt x="2225299" y="616064"/>
                  </a:cubicBezTo>
                  <a:cubicBezTo>
                    <a:pt x="2568724" y="488758"/>
                    <a:pt x="2941438" y="33981"/>
                    <a:pt x="3029632" y="2231"/>
                  </a:cubicBezTo>
                  <a:cubicBezTo>
                    <a:pt x="3117826" y="-29519"/>
                    <a:pt x="2801554" y="285680"/>
                    <a:pt x="2754466" y="425564"/>
                  </a:cubicBezTo>
                  <a:cubicBezTo>
                    <a:pt x="2707378" y="565448"/>
                    <a:pt x="2727175" y="697355"/>
                    <a:pt x="2747103" y="841535"/>
                  </a:cubicBezTo>
                  <a:lnTo>
                    <a:pt x="2799" y="848898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0"/>
              <a:tileRect/>
            </a:gradFill>
          </p:spPr>
          <p:txBody>
            <a:bodyPr wrap="none"/>
            <a:lstStyle/>
            <a:p>
              <a:pPr>
                <a:defRPr/>
              </a:pPr>
              <a:endParaRPr lang="en-US">
                <a:latin typeface="Times New Roman" panose="02020603050405020304" pitchFamily="18" charset="0"/>
                <a:ea typeface="MS PGothic" panose="020B0600070205080204" pitchFamily="34" charset="-128"/>
                <a:cs typeface="Times New Roman" panose="02020603050405020304" pitchFamily="18" charset="0"/>
              </a:endParaRPr>
            </a:p>
          </p:txBody>
        </p:sp>
        <p:grpSp>
          <p:nvGrpSpPr>
            <p:cNvPr id="125055" name="Group 50"/>
            <p:cNvGrpSpPr/>
            <p:nvPr/>
          </p:nvGrpSpPr>
          <p:grpSpPr bwMode="auto">
            <a:xfrm>
              <a:off x="587526" y="5408084"/>
              <a:ext cx="2799193" cy="1164167"/>
              <a:chOff x="-999973" y="4042833"/>
              <a:chExt cx="2799193" cy="1164167"/>
            </a:xfrm>
          </p:grpSpPr>
          <p:sp>
            <p:nvSpPr>
              <p:cNvPr id="11" name="Rectangle 10"/>
              <p:cNvSpPr/>
              <p:nvPr/>
            </p:nvSpPr>
            <p:spPr bwMode="auto">
              <a:xfrm>
                <a:off x="-977745" y="4042988"/>
                <a:ext cx="2776965" cy="1164012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 cap="flat" cmpd="sng" algn="ctr">
                <a:solidFill>
                  <a:schemeClr val="accent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Times New Roman" panose="02020603050405020304" pitchFamily="18" charset="0"/>
                  <a:ea typeface="MS PGothic" panose="020B0600070205080204" pitchFamily="34" charset="-128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5057" name="TextBox 8"/>
              <p:cNvSpPr txBox="1">
                <a:spLocks noChangeArrowheads="1"/>
              </p:cNvSpPr>
              <p:nvPr/>
            </p:nvSpPr>
            <p:spPr bwMode="auto">
              <a:xfrm>
                <a:off x="-999973" y="4360336"/>
                <a:ext cx="1581510" cy="831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ingress port = 1</a:t>
                </a:r>
              </a:p>
              <a:p>
                <a:r>
                  <a:rPr lang="en-US" altLang="zh-CN" sz="160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IP Src = 10.3.*.*</a:t>
                </a:r>
              </a:p>
              <a:p>
                <a:r>
                  <a:rPr lang="en-US" altLang="zh-CN" sz="160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IP Dst = 10.2.*.*</a:t>
                </a:r>
              </a:p>
            </p:txBody>
          </p:sp>
          <p:sp>
            <p:nvSpPr>
              <p:cNvPr id="125058" name="TextBox 183"/>
              <p:cNvSpPr txBox="1">
                <a:spLocks noChangeArrowheads="1"/>
              </p:cNvSpPr>
              <p:nvPr/>
            </p:nvSpPr>
            <p:spPr bwMode="auto">
              <a:xfrm>
                <a:off x="676427" y="4576235"/>
                <a:ext cx="1076101" cy="3386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forward(4)</a:t>
                </a:r>
              </a:p>
            </p:txBody>
          </p:sp>
          <p:cxnSp>
            <p:nvCxnSpPr>
              <p:cNvPr id="125059" name="Straight Connector 14"/>
              <p:cNvCxnSpPr>
                <a:cxnSpLocks noChangeShapeType="1"/>
              </p:cNvCxnSpPr>
              <p:nvPr/>
            </p:nvCxnSpPr>
            <p:spPr bwMode="auto">
              <a:xfrm>
                <a:off x="-994833" y="4402666"/>
                <a:ext cx="2794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060" name="TextBox 185"/>
              <p:cNvSpPr txBox="1">
                <a:spLocks noChangeArrowheads="1"/>
              </p:cNvSpPr>
              <p:nvPr/>
            </p:nvSpPr>
            <p:spPr bwMode="auto">
              <a:xfrm>
                <a:off x="-674004" y="4051301"/>
                <a:ext cx="688115" cy="3386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match</a:t>
                </a:r>
              </a:p>
            </p:txBody>
          </p:sp>
          <p:sp>
            <p:nvSpPr>
              <p:cNvPr id="125061" name="TextBox 186"/>
              <p:cNvSpPr txBox="1">
                <a:spLocks noChangeArrowheads="1"/>
              </p:cNvSpPr>
              <p:nvPr/>
            </p:nvSpPr>
            <p:spPr bwMode="auto">
              <a:xfrm>
                <a:off x="875396" y="4055535"/>
                <a:ext cx="688115" cy="3386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action</a:t>
                </a:r>
              </a:p>
            </p:txBody>
          </p:sp>
          <p:cxnSp>
            <p:nvCxnSpPr>
              <p:cNvPr id="125062" name="Straight Connector 187"/>
              <p:cNvCxnSpPr>
                <a:cxnSpLocks noChangeShapeType="1"/>
              </p:cNvCxnSpPr>
              <p:nvPr/>
            </p:nvCxnSpPr>
            <p:spPr bwMode="auto">
              <a:xfrm>
                <a:off x="634998" y="4042833"/>
                <a:ext cx="0" cy="116416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cxnSp>
        <p:nvCxnSpPr>
          <p:cNvPr id="124934" name="Straight Connector 13"/>
          <p:cNvCxnSpPr>
            <a:cxnSpLocks noChangeShapeType="1"/>
          </p:cNvCxnSpPr>
          <p:nvPr/>
        </p:nvCxnSpPr>
        <p:spPr bwMode="auto">
          <a:xfrm>
            <a:off x="3581683" y="2534443"/>
            <a:ext cx="2157412" cy="184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24935" name="Straight Connector 11"/>
          <p:cNvCxnSpPr>
            <a:cxnSpLocks noChangeShapeType="1"/>
          </p:cNvCxnSpPr>
          <p:nvPr/>
        </p:nvCxnSpPr>
        <p:spPr bwMode="auto">
          <a:xfrm>
            <a:off x="3861083" y="4469606"/>
            <a:ext cx="2046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24936" name="Straight Connector 6"/>
          <p:cNvCxnSpPr>
            <a:cxnSpLocks noChangeShapeType="1"/>
          </p:cNvCxnSpPr>
          <p:nvPr/>
        </p:nvCxnSpPr>
        <p:spPr bwMode="auto">
          <a:xfrm>
            <a:off x="3662645" y="2663031"/>
            <a:ext cx="0" cy="157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24937" name="Straight Connector 64"/>
          <p:cNvCxnSpPr>
            <a:cxnSpLocks noChangeShapeType="1"/>
          </p:cNvCxnSpPr>
          <p:nvPr/>
        </p:nvCxnSpPr>
        <p:spPr bwMode="auto">
          <a:xfrm flipH="1">
            <a:off x="3783295" y="3126581"/>
            <a:ext cx="1477963" cy="1311275"/>
          </a:xfrm>
          <a:prstGeom prst="line">
            <a:avLst/>
          </a:prstGeom>
          <a:noFill/>
          <a:ln w="12700">
            <a:solidFill>
              <a:srgbClr val="CC0000">
                <a:alpha val="50195"/>
              </a:srgbClr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8" name="Straight Connector 57"/>
          <p:cNvCxnSpPr/>
          <p:nvPr/>
        </p:nvCxnSpPr>
        <p:spPr>
          <a:xfrm flipH="1" flipV="1">
            <a:off x="3730908" y="4539456"/>
            <a:ext cx="6350" cy="657225"/>
          </a:xfrm>
          <a:prstGeom prst="line">
            <a:avLst/>
          </a:prstGeom>
          <a:ln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/>
          <p:cNvCxnSpPr/>
          <p:nvPr/>
        </p:nvCxnSpPr>
        <p:spPr>
          <a:xfrm>
            <a:off x="2775233" y="4496593"/>
            <a:ext cx="531812" cy="0"/>
          </a:xfrm>
          <a:prstGeom prst="line">
            <a:avLst/>
          </a:prstGeom>
          <a:ln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24940" name="Group 44"/>
          <p:cNvGrpSpPr/>
          <p:nvPr/>
        </p:nvGrpSpPr>
        <p:grpSpPr bwMode="auto">
          <a:xfrm>
            <a:off x="2176745" y="4015581"/>
            <a:ext cx="757238" cy="628650"/>
            <a:chOff x="-44" y="1473"/>
            <a:chExt cx="981" cy="1105"/>
          </a:xfrm>
        </p:grpSpPr>
        <p:pic>
          <p:nvPicPr>
            <p:cNvPr id="125052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5053" name="Freeform 46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prstDash val="solid"/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24941" name="Group 44"/>
          <p:cNvGrpSpPr/>
          <p:nvPr/>
        </p:nvGrpSpPr>
        <p:grpSpPr bwMode="auto">
          <a:xfrm>
            <a:off x="3240370" y="4864893"/>
            <a:ext cx="757238" cy="628650"/>
            <a:chOff x="188" y="1473"/>
            <a:chExt cx="981" cy="1105"/>
          </a:xfrm>
        </p:grpSpPr>
        <p:pic>
          <p:nvPicPr>
            <p:cNvPr id="125050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88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5051" name="Freeform 46"/>
            <p:cNvSpPr/>
            <p:nvPr/>
          </p:nvSpPr>
          <p:spPr bwMode="auto">
            <a:xfrm flipH="1">
              <a:off x="598" y="1587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prstDash val="solid"/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124942" name="TextBox 9"/>
          <p:cNvSpPr txBox="1">
            <a:spLocks noChangeArrowheads="1"/>
          </p:cNvSpPr>
          <p:nvPr/>
        </p:nvSpPr>
        <p:spPr bwMode="auto">
          <a:xfrm>
            <a:off x="2353847" y="4520406"/>
            <a:ext cx="768159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Host h1</a:t>
            </a:r>
          </a:p>
          <a:p>
            <a:pPr algn="ctr"/>
            <a:r>
              <a:rPr lang="en-US" altLang="zh-CN" sz="1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10.1.0.1</a:t>
            </a:r>
          </a:p>
        </p:txBody>
      </p:sp>
      <p:sp>
        <p:nvSpPr>
          <p:cNvPr id="124943" name="TextBox 58"/>
          <p:cNvSpPr txBox="1">
            <a:spLocks noChangeArrowheads="1"/>
          </p:cNvSpPr>
          <p:nvPr/>
        </p:nvSpPr>
        <p:spPr bwMode="auto">
          <a:xfrm>
            <a:off x="3922995" y="4922043"/>
            <a:ext cx="768159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Host h2</a:t>
            </a:r>
          </a:p>
          <a:p>
            <a:r>
              <a:rPr lang="en-US" altLang="zh-CN" sz="1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10.1.0.2</a:t>
            </a:r>
          </a:p>
        </p:txBody>
      </p:sp>
      <p:cxnSp>
        <p:nvCxnSpPr>
          <p:cNvPr id="66" name="Straight Connector 65"/>
          <p:cNvCxnSpPr/>
          <p:nvPr/>
        </p:nvCxnSpPr>
        <p:spPr>
          <a:xfrm flipV="1">
            <a:off x="5429533" y="4541043"/>
            <a:ext cx="306387" cy="490538"/>
          </a:xfrm>
          <a:prstGeom prst="line">
            <a:avLst/>
          </a:prstGeom>
          <a:ln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Straight Connector 66"/>
          <p:cNvCxnSpPr/>
          <p:nvPr/>
        </p:nvCxnSpPr>
        <p:spPr>
          <a:xfrm>
            <a:off x="6183595" y="4420393"/>
            <a:ext cx="531813" cy="0"/>
          </a:xfrm>
          <a:prstGeom prst="line">
            <a:avLst/>
          </a:prstGeom>
          <a:ln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24946" name="Group 44"/>
          <p:cNvGrpSpPr/>
          <p:nvPr/>
        </p:nvGrpSpPr>
        <p:grpSpPr bwMode="auto">
          <a:xfrm>
            <a:off x="6389970" y="4193381"/>
            <a:ext cx="757238" cy="628650"/>
            <a:chOff x="-44" y="1473"/>
            <a:chExt cx="981" cy="1105"/>
          </a:xfrm>
        </p:grpSpPr>
        <p:pic>
          <p:nvPicPr>
            <p:cNvPr id="125048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5049" name="Freeform 46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prstDash val="solid"/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24947" name="Group 44"/>
          <p:cNvGrpSpPr/>
          <p:nvPr/>
        </p:nvGrpSpPr>
        <p:grpSpPr bwMode="auto">
          <a:xfrm>
            <a:off x="4912008" y="4807743"/>
            <a:ext cx="757237" cy="628650"/>
            <a:chOff x="-44" y="1473"/>
            <a:chExt cx="981" cy="1105"/>
          </a:xfrm>
        </p:grpSpPr>
        <p:pic>
          <p:nvPicPr>
            <p:cNvPr id="125046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5047" name="Freeform 46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prstDash val="solid"/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124948" name="TextBox 70"/>
          <p:cNvSpPr txBox="1">
            <a:spLocks noChangeArrowheads="1"/>
          </p:cNvSpPr>
          <p:nvPr/>
        </p:nvSpPr>
        <p:spPr bwMode="auto">
          <a:xfrm>
            <a:off x="7148795" y="4221956"/>
            <a:ext cx="853119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600" b="1" i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Host h4</a:t>
            </a:r>
          </a:p>
          <a:p>
            <a:r>
              <a:rPr lang="en-US" altLang="zh-CN" sz="1400" b="1" dirty="0">
                <a:solidFill>
                  <a:srgbClr val="00B0F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10.2.0.4</a:t>
            </a:r>
          </a:p>
        </p:txBody>
      </p:sp>
      <p:sp>
        <p:nvSpPr>
          <p:cNvPr id="124949" name="TextBox 71"/>
          <p:cNvSpPr txBox="1">
            <a:spLocks noChangeArrowheads="1"/>
          </p:cNvSpPr>
          <p:nvPr/>
        </p:nvSpPr>
        <p:spPr bwMode="auto">
          <a:xfrm>
            <a:off x="4802470" y="5361781"/>
            <a:ext cx="853119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600" b="1" i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Host h3</a:t>
            </a:r>
          </a:p>
          <a:p>
            <a:r>
              <a:rPr lang="en-US" altLang="zh-CN" sz="1400" b="1" dirty="0">
                <a:solidFill>
                  <a:srgbClr val="00B0F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10.2.0.3</a:t>
            </a:r>
          </a:p>
        </p:txBody>
      </p:sp>
      <p:cxnSp>
        <p:nvCxnSpPr>
          <p:cNvPr id="78" name="Straight Connector 77"/>
          <p:cNvCxnSpPr/>
          <p:nvPr/>
        </p:nvCxnSpPr>
        <p:spPr>
          <a:xfrm>
            <a:off x="2786345" y="2653506"/>
            <a:ext cx="706438" cy="0"/>
          </a:xfrm>
          <a:prstGeom prst="line">
            <a:avLst/>
          </a:prstGeom>
          <a:ln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Straight Connector 78"/>
          <p:cNvCxnSpPr/>
          <p:nvPr/>
        </p:nvCxnSpPr>
        <p:spPr>
          <a:xfrm flipV="1">
            <a:off x="3764245" y="1986756"/>
            <a:ext cx="0" cy="474662"/>
          </a:xfrm>
          <a:prstGeom prst="line">
            <a:avLst/>
          </a:prstGeom>
          <a:ln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24952" name="Group 44"/>
          <p:cNvGrpSpPr/>
          <p:nvPr/>
        </p:nvGrpSpPr>
        <p:grpSpPr bwMode="auto">
          <a:xfrm>
            <a:off x="3283233" y="1594643"/>
            <a:ext cx="757237" cy="628650"/>
            <a:chOff x="-44" y="1473"/>
            <a:chExt cx="981" cy="1105"/>
          </a:xfrm>
        </p:grpSpPr>
        <p:pic>
          <p:nvPicPr>
            <p:cNvPr id="125044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5045" name="Freeform 46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prstDash val="solid"/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24953" name="Group 44"/>
          <p:cNvGrpSpPr/>
          <p:nvPr/>
        </p:nvGrpSpPr>
        <p:grpSpPr bwMode="auto">
          <a:xfrm>
            <a:off x="2229133" y="2428081"/>
            <a:ext cx="757237" cy="628650"/>
            <a:chOff x="-44" y="1473"/>
            <a:chExt cx="981" cy="1105"/>
          </a:xfrm>
        </p:grpSpPr>
        <p:pic>
          <p:nvPicPr>
            <p:cNvPr id="125042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5043" name="Freeform 46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prstDash val="solid"/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124954" name="TextBox 83"/>
          <p:cNvSpPr txBox="1">
            <a:spLocks noChangeArrowheads="1"/>
          </p:cNvSpPr>
          <p:nvPr/>
        </p:nvSpPr>
        <p:spPr bwMode="auto">
          <a:xfrm>
            <a:off x="2318033" y="2931318"/>
            <a:ext cx="855491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600" b="1" i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Host h5</a:t>
            </a:r>
          </a:p>
          <a:p>
            <a:pPr algn="ctr"/>
            <a:r>
              <a:rPr lang="en-US" altLang="zh-CN" sz="1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10.3.0.5</a:t>
            </a:r>
          </a:p>
        </p:txBody>
      </p:sp>
      <p:sp>
        <p:nvSpPr>
          <p:cNvPr id="124955" name="TextBox 92"/>
          <p:cNvSpPr txBox="1">
            <a:spLocks noChangeArrowheads="1"/>
          </p:cNvSpPr>
          <p:nvPr/>
        </p:nvSpPr>
        <p:spPr bwMode="auto">
          <a:xfrm>
            <a:off x="3726145" y="3921918"/>
            <a:ext cx="38985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s1</a:t>
            </a:r>
          </a:p>
        </p:txBody>
      </p:sp>
      <p:sp>
        <p:nvSpPr>
          <p:cNvPr id="124956" name="TextBox 93"/>
          <p:cNvSpPr txBox="1">
            <a:spLocks noChangeArrowheads="1"/>
          </p:cNvSpPr>
          <p:nvPr/>
        </p:nvSpPr>
        <p:spPr bwMode="auto">
          <a:xfrm>
            <a:off x="5886733" y="3948906"/>
            <a:ext cx="38985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s2</a:t>
            </a:r>
          </a:p>
        </p:txBody>
      </p:sp>
      <p:sp>
        <p:nvSpPr>
          <p:cNvPr id="124957" name="TextBox 94"/>
          <p:cNvSpPr txBox="1">
            <a:spLocks noChangeArrowheads="1"/>
          </p:cNvSpPr>
          <p:nvPr/>
        </p:nvSpPr>
        <p:spPr bwMode="auto">
          <a:xfrm>
            <a:off x="3943633" y="2140743"/>
            <a:ext cx="38985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8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s3</a:t>
            </a:r>
          </a:p>
        </p:txBody>
      </p:sp>
      <p:cxnSp>
        <p:nvCxnSpPr>
          <p:cNvPr id="124958" name="Straight Connector 99"/>
          <p:cNvCxnSpPr>
            <a:cxnSpLocks noChangeShapeType="1"/>
            <a:stCxn id="124963" idx="0"/>
          </p:cNvCxnSpPr>
          <p:nvPr/>
        </p:nvCxnSpPr>
        <p:spPr bwMode="auto">
          <a:xfrm>
            <a:off x="4063325" y="2659856"/>
            <a:ext cx="1112208" cy="403225"/>
          </a:xfrm>
          <a:prstGeom prst="line">
            <a:avLst/>
          </a:prstGeom>
          <a:noFill/>
          <a:ln w="12700">
            <a:solidFill>
              <a:srgbClr val="CC0000">
                <a:alpha val="50195"/>
              </a:srgbClr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24959" name="Straight Connector 102"/>
          <p:cNvCxnSpPr>
            <a:cxnSpLocks noChangeShapeType="1"/>
            <a:endCxn id="167" idx="4"/>
          </p:cNvCxnSpPr>
          <p:nvPr/>
        </p:nvCxnSpPr>
        <p:spPr bwMode="auto">
          <a:xfrm>
            <a:off x="5261258" y="3126581"/>
            <a:ext cx="520700" cy="1108075"/>
          </a:xfrm>
          <a:prstGeom prst="line">
            <a:avLst/>
          </a:prstGeom>
          <a:noFill/>
          <a:ln w="12700">
            <a:solidFill>
              <a:srgbClr val="CC0000">
                <a:alpha val="50195"/>
              </a:srgbClr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24960" name="TextBox 108"/>
          <p:cNvSpPr txBox="1">
            <a:spLocks noChangeArrowheads="1"/>
          </p:cNvSpPr>
          <p:nvPr/>
        </p:nvSpPr>
        <p:spPr bwMode="auto">
          <a:xfrm>
            <a:off x="3554695" y="2145506"/>
            <a:ext cx="271463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</a:p>
        </p:txBody>
      </p:sp>
      <p:sp>
        <p:nvSpPr>
          <p:cNvPr id="124961" name="TextBox 109"/>
          <p:cNvSpPr txBox="1">
            <a:spLocks noChangeArrowheads="1"/>
          </p:cNvSpPr>
          <p:nvPr/>
        </p:nvSpPr>
        <p:spPr bwMode="auto">
          <a:xfrm>
            <a:off x="3143119" y="2395848"/>
            <a:ext cx="2616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</a:p>
        </p:txBody>
      </p:sp>
      <p:sp>
        <p:nvSpPr>
          <p:cNvPr id="124962" name="TextBox 110"/>
          <p:cNvSpPr txBox="1">
            <a:spLocks noChangeArrowheads="1"/>
          </p:cNvSpPr>
          <p:nvPr/>
        </p:nvSpPr>
        <p:spPr bwMode="auto">
          <a:xfrm>
            <a:off x="3454683" y="2723356"/>
            <a:ext cx="269875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</a:p>
        </p:txBody>
      </p:sp>
      <p:sp>
        <p:nvSpPr>
          <p:cNvPr id="124963" name="TextBox 111"/>
          <p:cNvSpPr txBox="1">
            <a:spLocks noChangeArrowheads="1"/>
          </p:cNvSpPr>
          <p:nvPr/>
        </p:nvSpPr>
        <p:spPr bwMode="auto">
          <a:xfrm>
            <a:off x="3932520" y="2659856"/>
            <a:ext cx="2616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4</a:t>
            </a:r>
          </a:p>
        </p:txBody>
      </p:sp>
      <p:sp>
        <p:nvSpPr>
          <p:cNvPr id="124964" name="TextBox 112"/>
          <p:cNvSpPr txBox="1">
            <a:spLocks noChangeArrowheads="1"/>
          </p:cNvSpPr>
          <p:nvPr/>
        </p:nvSpPr>
        <p:spPr bwMode="auto">
          <a:xfrm>
            <a:off x="3457858" y="3979068"/>
            <a:ext cx="26987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</a:p>
        </p:txBody>
      </p:sp>
      <p:sp>
        <p:nvSpPr>
          <p:cNvPr id="124965" name="TextBox 113"/>
          <p:cNvSpPr txBox="1">
            <a:spLocks noChangeArrowheads="1"/>
          </p:cNvSpPr>
          <p:nvPr/>
        </p:nvSpPr>
        <p:spPr bwMode="auto">
          <a:xfrm>
            <a:off x="3100670" y="4248943"/>
            <a:ext cx="2616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</a:p>
        </p:txBody>
      </p:sp>
      <p:sp>
        <p:nvSpPr>
          <p:cNvPr id="124966" name="TextBox 114"/>
          <p:cNvSpPr txBox="1">
            <a:spLocks noChangeArrowheads="1"/>
          </p:cNvSpPr>
          <p:nvPr/>
        </p:nvSpPr>
        <p:spPr bwMode="auto">
          <a:xfrm>
            <a:off x="3483258" y="4596606"/>
            <a:ext cx="26987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</a:p>
        </p:txBody>
      </p:sp>
      <p:sp>
        <p:nvSpPr>
          <p:cNvPr id="124967" name="TextBox 115"/>
          <p:cNvSpPr txBox="1">
            <a:spLocks noChangeArrowheads="1"/>
          </p:cNvSpPr>
          <p:nvPr/>
        </p:nvSpPr>
        <p:spPr bwMode="auto">
          <a:xfrm>
            <a:off x="3991258" y="4409281"/>
            <a:ext cx="2616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4</a:t>
            </a:r>
          </a:p>
        </p:txBody>
      </p:sp>
      <p:sp>
        <p:nvSpPr>
          <p:cNvPr id="124968" name="TextBox 117"/>
          <p:cNvSpPr txBox="1">
            <a:spLocks noChangeArrowheads="1"/>
          </p:cNvSpPr>
          <p:nvPr/>
        </p:nvSpPr>
        <p:spPr bwMode="auto">
          <a:xfrm>
            <a:off x="5248558" y="4061618"/>
            <a:ext cx="269875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</a:p>
        </p:txBody>
      </p:sp>
      <p:sp>
        <p:nvSpPr>
          <p:cNvPr id="124969" name="TextBox 118"/>
          <p:cNvSpPr txBox="1">
            <a:spLocks noChangeArrowheads="1"/>
          </p:cNvSpPr>
          <p:nvPr/>
        </p:nvSpPr>
        <p:spPr bwMode="auto">
          <a:xfrm>
            <a:off x="5219983" y="4409281"/>
            <a:ext cx="2616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</a:p>
        </p:txBody>
      </p:sp>
      <p:sp>
        <p:nvSpPr>
          <p:cNvPr id="124970" name="TextBox 119"/>
          <p:cNvSpPr txBox="1">
            <a:spLocks noChangeArrowheads="1"/>
          </p:cNvSpPr>
          <p:nvPr/>
        </p:nvSpPr>
        <p:spPr bwMode="auto">
          <a:xfrm>
            <a:off x="5586695" y="4614068"/>
            <a:ext cx="269875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</a:p>
        </p:txBody>
      </p:sp>
      <p:sp>
        <p:nvSpPr>
          <p:cNvPr id="124971" name="TextBox 120"/>
          <p:cNvSpPr txBox="1">
            <a:spLocks noChangeArrowheads="1"/>
          </p:cNvSpPr>
          <p:nvPr/>
        </p:nvSpPr>
        <p:spPr bwMode="auto">
          <a:xfrm>
            <a:off x="6145495" y="4366418"/>
            <a:ext cx="2616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4</a:t>
            </a:r>
          </a:p>
        </p:txBody>
      </p:sp>
      <p:sp>
        <p:nvSpPr>
          <p:cNvPr id="124972" name="TextBox 150"/>
          <p:cNvSpPr txBox="1">
            <a:spLocks noChangeArrowheads="1"/>
          </p:cNvSpPr>
          <p:nvPr/>
        </p:nvSpPr>
        <p:spPr bwMode="auto">
          <a:xfrm>
            <a:off x="4011895" y="1612106"/>
            <a:ext cx="855491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600" b="1" i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Host h6</a:t>
            </a:r>
          </a:p>
          <a:p>
            <a:pPr algn="ctr"/>
            <a:r>
              <a:rPr lang="en-US" altLang="zh-CN" sz="1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10.3.0.6</a:t>
            </a:r>
          </a:p>
        </p:txBody>
      </p:sp>
      <p:grpSp>
        <p:nvGrpSpPr>
          <p:cNvPr id="124973" name="Group 7"/>
          <p:cNvGrpSpPr/>
          <p:nvPr/>
        </p:nvGrpSpPr>
        <p:grpSpPr bwMode="auto">
          <a:xfrm>
            <a:off x="3332445" y="4229893"/>
            <a:ext cx="700088" cy="398463"/>
            <a:chOff x="1871277" y="1576300"/>
            <a:chExt cx="1128371" cy="437861"/>
          </a:xfrm>
        </p:grpSpPr>
        <p:sp>
          <p:nvSpPr>
            <p:cNvPr id="155" name="Oval 154"/>
            <p:cNvSpPr>
              <a:spLocks noChangeArrowheads="1"/>
            </p:cNvSpPr>
            <p:nvPr/>
          </p:nvSpPr>
          <p:spPr bwMode="auto">
            <a:xfrm flipV="1">
              <a:off x="1873836" y="1694924"/>
              <a:ext cx="1125812" cy="31923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56" name="Rectangle 155"/>
            <p:cNvSpPr/>
            <p:nvPr/>
          </p:nvSpPr>
          <p:spPr bwMode="auto">
            <a:xfrm>
              <a:off x="1871277" y="1740280"/>
              <a:ext cx="1128371" cy="11513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57" name="Oval 156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812" cy="31923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58" name="Freeform 157"/>
            <p:cNvSpPr/>
            <p:nvPr/>
          </p:nvSpPr>
          <p:spPr bwMode="auto">
            <a:xfrm>
              <a:off x="2160407" y="1673990"/>
              <a:ext cx="547554" cy="16049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-1" fmla="*/ 1486231 w 2944854"/>
                <a:gd name="connsiteY0-2" fmla="*/ 727041 h 1316375"/>
                <a:gd name="connsiteX1-3" fmla="*/ 257675 w 2944854"/>
                <a:gd name="connsiteY1-4" fmla="*/ 1302232 h 1316375"/>
                <a:gd name="connsiteX2-5" fmla="*/ 0 w 2944854"/>
                <a:gd name="connsiteY2-6" fmla="*/ 1228607 h 1316375"/>
                <a:gd name="connsiteX3-7" fmla="*/ 911064 w 2944854"/>
                <a:gd name="connsiteY3-8" fmla="*/ 837478 h 1316375"/>
                <a:gd name="connsiteX4-9" fmla="*/ 883456 w 2944854"/>
                <a:gd name="connsiteY4-10" fmla="*/ 450949 h 1316375"/>
                <a:gd name="connsiteX5-11" fmla="*/ 161047 w 2944854"/>
                <a:gd name="connsiteY5-12" fmla="*/ 119640 h 1316375"/>
                <a:gd name="connsiteX6-13" fmla="*/ 404917 w 2944854"/>
                <a:gd name="connsiteY6-14" fmla="*/ 50617 h 1316375"/>
                <a:gd name="connsiteX7-15" fmla="*/ 1477028 w 2944854"/>
                <a:gd name="connsiteY7-16" fmla="*/ 501566 h 1316375"/>
                <a:gd name="connsiteX8-17" fmla="*/ 2572146 w 2944854"/>
                <a:gd name="connsiteY8-18" fmla="*/ 0 h 1316375"/>
                <a:gd name="connsiteX9-19" fmla="*/ 2875834 w 2944854"/>
                <a:gd name="connsiteY9-20" fmla="*/ 96632 h 1316375"/>
                <a:gd name="connsiteX10-21" fmla="*/ 2079803 w 2944854"/>
                <a:gd name="connsiteY10-22" fmla="*/ 432543 h 1316375"/>
                <a:gd name="connsiteX11-23" fmla="*/ 2240850 w 2944854"/>
                <a:gd name="connsiteY11-24" fmla="*/ 920305 h 1316375"/>
                <a:gd name="connsiteX12-25" fmla="*/ 2944854 w 2944854"/>
                <a:gd name="connsiteY12-26" fmla="*/ 1228607 h 1316375"/>
                <a:gd name="connsiteX13-27" fmla="*/ 2756623 w 2944854"/>
                <a:gd name="connsiteY13-28" fmla="*/ 1316375 h 1316375"/>
                <a:gd name="connsiteX14-29" fmla="*/ 1486231 w 2944854"/>
                <a:gd name="connsiteY14-30" fmla="*/ 727041 h 1316375"/>
                <a:gd name="connsiteX0-31" fmla="*/ 1486231 w 3024520"/>
                <a:gd name="connsiteY0-32" fmla="*/ 727041 h 1316375"/>
                <a:gd name="connsiteX1-33" fmla="*/ 257675 w 3024520"/>
                <a:gd name="connsiteY1-34" fmla="*/ 1302232 h 1316375"/>
                <a:gd name="connsiteX2-35" fmla="*/ 0 w 3024520"/>
                <a:gd name="connsiteY2-36" fmla="*/ 1228607 h 1316375"/>
                <a:gd name="connsiteX3-37" fmla="*/ 911064 w 3024520"/>
                <a:gd name="connsiteY3-38" fmla="*/ 837478 h 1316375"/>
                <a:gd name="connsiteX4-39" fmla="*/ 883456 w 3024520"/>
                <a:gd name="connsiteY4-40" fmla="*/ 450949 h 1316375"/>
                <a:gd name="connsiteX5-41" fmla="*/ 161047 w 3024520"/>
                <a:gd name="connsiteY5-42" fmla="*/ 119640 h 1316375"/>
                <a:gd name="connsiteX6-43" fmla="*/ 404917 w 3024520"/>
                <a:gd name="connsiteY6-44" fmla="*/ 50617 h 1316375"/>
                <a:gd name="connsiteX7-45" fmla="*/ 1477028 w 3024520"/>
                <a:gd name="connsiteY7-46" fmla="*/ 501566 h 1316375"/>
                <a:gd name="connsiteX8-47" fmla="*/ 2572146 w 3024520"/>
                <a:gd name="connsiteY8-48" fmla="*/ 0 h 1316375"/>
                <a:gd name="connsiteX9-49" fmla="*/ 2875834 w 3024520"/>
                <a:gd name="connsiteY9-50" fmla="*/ 96632 h 1316375"/>
                <a:gd name="connsiteX10-51" fmla="*/ 2079803 w 3024520"/>
                <a:gd name="connsiteY10-52" fmla="*/ 432543 h 1316375"/>
                <a:gd name="connsiteX11-53" fmla="*/ 2240850 w 3024520"/>
                <a:gd name="connsiteY11-54" fmla="*/ 920305 h 1316375"/>
                <a:gd name="connsiteX12-55" fmla="*/ 3024520 w 3024520"/>
                <a:gd name="connsiteY12-56" fmla="*/ 1228607 h 1316375"/>
                <a:gd name="connsiteX13-57" fmla="*/ 2756623 w 3024520"/>
                <a:gd name="connsiteY13-58" fmla="*/ 1316375 h 1316375"/>
                <a:gd name="connsiteX14-59" fmla="*/ 1486231 w 3024520"/>
                <a:gd name="connsiteY14-60" fmla="*/ 727041 h 1316375"/>
                <a:gd name="connsiteX0-61" fmla="*/ 1537780 w 3076069"/>
                <a:gd name="connsiteY0-62" fmla="*/ 727041 h 1316375"/>
                <a:gd name="connsiteX1-63" fmla="*/ 309224 w 3076069"/>
                <a:gd name="connsiteY1-64" fmla="*/ 1302232 h 1316375"/>
                <a:gd name="connsiteX2-65" fmla="*/ 0 w 3076069"/>
                <a:gd name="connsiteY2-66" fmla="*/ 1228607 h 1316375"/>
                <a:gd name="connsiteX3-67" fmla="*/ 962613 w 3076069"/>
                <a:gd name="connsiteY3-68" fmla="*/ 837478 h 1316375"/>
                <a:gd name="connsiteX4-69" fmla="*/ 935005 w 3076069"/>
                <a:gd name="connsiteY4-70" fmla="*/ 450949 h 1316375"/>
                <a:gd name="connsiteX5-71" fmla="*/ 212596 w 3076069"/>
                <a:gd name="connsiteY5-72" fmla="*/ 119640 h 1316375"/>
                <a:gd name="connsiteX6-73" fmla="*/ 456466 w 3076069"/>
                <a:gd name="connsiteY6-74" fmla="*/ 50617 h 1316375"/>
                <a:gd name="connsiteX7-75" fmla="*/ 1528577 w 3076069"/>
                <a:gd name="connsiteY7-76" fmla="*/ 501566 h 1316375"/>
                <a:gd name="connsiteX8-77" fmla="*/ 2623695 w 3076069"/>
                <a:gd name="connsiteY8-78" fmla="*/ 0 h 1316375"/>
                <a:gd name="connsiteX9-79" fmla="*/ 2927383 w 3076069"/>
                <a:gd name="connsiteY9-80" fmla="*/ 96632 h 1316375"/>
                <a:gd name="connsiteX10-81" fmla="*/ 2131352 w 3076069"/>
                <a:gd name="connsiteY10-82" fmla="*/ 432543 h 1316375"/>
                <a:gd name="connsiteX11-83" fmla="*/ 2292399 w 3076069"/>
                <a:gd name="connsiteY11-84" fmla="*/ 920305 h 1316375"/>
                <a:gd name="connsiteX12-85" fmla="*/ 3076069 w 3076069"/>
                <a:gd name="connsiteY12-86" fmla="*/ 1228607 h 1316375"/>
                <a:gd name="connsiteX13-87" fmla="*/ 2808172 w 3076069"/>
                <a:gd name="connsiteY13-88" fmla="*/ 1316375 h 1316375"/>
                <a:gd name="connsiteX14-89" fmla="*/ 1537780 w 3076069"/>
                <a:gd name="connsiteY14-90" fmla="*/ 727041 h 1316375"/>
                <a:gd name="connsiteX0-91" fmla="*/ 1537780 w 3076069"/>
                <a:gd name="connsiteY0-92" fmla="*/ 727041 h 1321259"/>
                <a:gd name="connsiteX1-93" fmla="*/ 313981 w 3076069"/>
                <a:gd name="connsiteY1-94" fmla="*/ 1321259 h 1321259"/>
                <a:gd name="connsiteX2-95" fmla="*/ 0 w 3076069"/>
                <a:gd name="connsiteY2-96" fmla="*/ 1228607 h 1321259"/>
                <a:gd name="connsiteX3-97" fmla="*/ 962613 w 3076069"/>
                <a:gd name="connsiteY3-98" fmla="*/ 837478 h 1321259"/>
                <a:gd name="connsiteX4-99" fmla="*/ 935005 w 3076069"/>
                <a:gd name="connsiteY4-100" fmla="*/ 450949 h 1321259"/>
                <a:gd name="connsiteX5-101" fmla="*/ 212596 w 3076069"/>
                <a:gd name="connsiteY5-102" fmla="*/ 119640 h 1321259"/>
                <a:gd name="connsiteX6-103" fmla="*/ 456466 w 3076069"/>
                <a:gd name="connsiteY6-104" fmla="*/ 50617 h 1321259"/>
                <a:gd name="connsiteX7-105" fmla="*/ 1528577 w 3076069"/>
                <a:gd name="connsiteY7-106" fmla="*/ 501566 h 1321259"/>
                <a:gd name="connsiteX8-107" fmla="*/ 2623695 w 3076069"/>
                <a:gd name="connsiteY8-108" fmla="*/ 0 h 1321259"/>
                <a:gd name="connsiteX9-109" fmla="*/ 2927383 w 3076069"/>
                <a:gd name="connsiteY9-110" fmla="*/ 96632 h 1321259"/>
                <a:gd name="connsiteX10-111" fmla="*/ 2131352 w 3076069"/>
                <a:gd name="connsiteY10-112" fmla="*/ 432543 h 1321259"/>
                <a:gd name="connsiteX11-113" fmla="*/ 2292399 w 3076069"/>
                <a:gd name="connsiteY11-114" fmla="*/ 920305 h 1321259"/>
                <a:gd name="connsiteX12-115" fmla="*/ 3076069 w 3076069"/>
                <a:gd name="connsiteY12-116" fmla="*/ 1228607 h 1321259"/>
                <a:gd name="connsiteX13-117" fmla="*/ 2808172 w 3076069"/>
                <a:gd name="connsiteY13-118" fmla="*/ 1316375 h 1321259"/>
                <a:gd name="connsiteX14-119" fmla="*/ 1537780 w 3076069"/>
                <a:gd name="connsiteY14-120" fmla="*/ 727041 h 1321259"/>
                <a:gd name="connsiteX0-121" fmla="*/ 1537780 w 3076069"/>
                <a:gd name="connsiteY0-122" fmla="*/ 750825 h 1321259"/>
                <a:gd name="connsiteX1-123" fmla="*/ 313981 w 3076069"/>
                <a:gd name="connsiteY1-124" fmla="*/ 1321259 h 1321259"/>
                <a:gd name="connsiteX2-125" fmla="*/ 0 w 3076069"/>
                <a:gd name="connsiteY2-126" fmla="*/ 1228607 h 1321259"/>
                <a:gd name="connsiteX3-127" fmla="*/ 962613 w 3076069"/>
                <a:gd name="connsiteY3-128" fmla="*/ 837478 h 1321259"/>
                <a:gd name="connsiteX4-129" fmla="*/ 935005 w 3076069"/>
                <a:gd name="connsiteY4-130" fmla="*/ 450949 h 1321259"/>
                <a:gd name="connsiteX5-131" fmla="*/ 212596 w 3076069"/>
                <a:gd name="connsiteY5-132" fmla="*/ 119640 h 1321259"/>
                <a:gd name="connsiteX6-133" fmla="*/ 456466 w 3076069"/>
                <a:gd name="connsiteY6-134" fmla="*/ 50617 h 1321259"/>
                <a:gd name="connsiteX7-135" fmla="*/ 1528577 w 3076069"/>
                <a:gd name="connsiteY7-136" fmla="*/ 501566 h 1321259"/>
                <a:gd name="connsiteX8-137" fmla="*/ 2623695 w 3076069"/>
                <a:gd name="connsiteY8-138" fmla="*/ 0 h 1321259"/>
                <a:gd name="connsiteX9-139" fmla="*/ 2927383 w 3076069"/>
                <a:gd name="connsiteY9-140" fmla="*/ 96632 h 1321259"/>
                <a:gd name="connsiteX10-141" fmla="*/ 2131352 w 3076069"/>
                <a:gd name="connsiteY10-142" fmla="*/ 432543 h 1321259"/>
                <a:gd name="connsiteX11-143" fmla="*/ 2292399 w 3076069"/>
                <a:gd name="connsiteY11-144" fmla="*/ 920305 h 1321259"/>
                <a:gd name="connsiteX12-145" fmla="*/ 3076069 w 3076069"/>
                <a:gd name="connsiteY12-146" fmla="*/ 1228607 h 1321259"/>
                <a:gd name="connsiteX13-147" fmla="*/ 2808172 w 3076069"/>
                <a:gd name="connsiteY13-148" fmla="*/ 1316375 h 1321259"/>
                <a:gd name="connsiteX14-149" fmla="*/ 1537780 w 3076069"/>
                <a:gd name="connsiteY14-150" fmla="*/ 750825 h 132125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59" name="Freeform 158"/>
            <p:cNvSpPr/>
            <p:nvPr/>
          </p:nvSpPr>
          <p:spPr bwMode="auto">
            <a:xfrm>
              <a:off x="2104116" y="1633868"/>
              <a:ext cx="660135" cy="109901"/>
            </a:xfrm>
            <a:custGeom>
              <a:avLst/>
              <a:gdLst>
                <a:gd name="T0" fmla="*/ 0 w 3723451"/>
                <a:gd name="T1" fmla="*/ 26887 h 932950"/>
                <a:gd name="T2" fmla="*/ 116156 w 3723451"/>
                <a:gd name="T3" fmla="*/ 317 h 932950"/>
                <a:gd name="T4" fmla="*/ 329013 w 3723451"/>
                <a:gd name="T5" fmla="*/ 61322 h 932950"/>
                <a:gd name="T6" fmla="*/ 532082 w 3723451"/>
                <a:gd name="T7" fmla="*/ 0 h 932950"/>
                <a:gd name="T8" fmla="*/ 660135 w 3723451"/>
                <a:gd name="T9" fmla="*/ 24402 h 932950"/>
                <a:gd name="T10" fmla="*/ 564864 w 3723451"/>
                <a:gd name="T11" fmla="*/ 54409 h 932950"/>
                <a:gd name="T12" fmla="*/ 534190 w 3723451"/>
                <a:gd name="T13" fmla="*/ 46319 h 932950"/>
                <a:gd name="T14" fmla="*/ 332753 w 3723451"/>
                <a:gd name="T15" fmla="*/ 109901 h 932950"/>
                <a:gd name="T16" fmla="*/ 126163 w 3723451"/>
                <a:gd name="T17" fmla="*/ 48658 h 932950"/>
                <a:gd name="T18" fmla="*/ 92761 w 3723451"/>
                <a:gd name="T19" fmla="*/ 55267 h 932950"/>
                <a:gd name="T20" fmla="*/ 0 w 3723451"/>
                <a:gd name="T21" fmla="*/ 26887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60" name="Freeform 159"/>
            <p:cNvSpPr/>
            <p:nvPr/>
          </p:nvSpPr>
          <p:spPr bwMode="auto">
            <a:xfrm>
              <a:off x="2539089" y="1728069"/>
              <a:ext cx="240514" cy="95945"/>
            </a:xfrm>
            <a:custGeom>
              <a:avLst/>
              <a:gdLst>
                <a:gd name="T0" fmla="*/ 0 w 1366596"/>
                <a:gd name="T1" fmla="*/ 0 h 809868"/>
                <a:gd name="T2" fmla="*/ 240514 w 1366596"/>
                <a:gd name="T3" fmla="*/ 74139 h 809868"/>
                <a:gd name="T4" fmla="*/ 152244 w 1366596"/>
                <a:gd name="T5" fmla="*/ 95945 h 809868"/>
                <a:gd name="T6" fmla="*/ 810 w 1366596"/>
                <a:gd name="T7" fmla="*/ 50698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61" name="Freeform 160"/>
            <p:cNvSpPr/>
            <p:nvPr/>
          </p:nvSpPr>
          <p:spPr bwMode="auto">
            <a:xfrm>
              <a:off x="2091322" y="1729813"/>
              <a:ext cx="237956" cy="97690"/>
            </a:xfrm>
            <a:custGeom>
              <a:avLst/>
              <a:gdLst>
                <a:gd name="T0" fmla="*/ 234708 w 1348191"/>
                <a:gd name="T1" fmla="*/ 0 h 791462"/>
                <a:gd name="T2" fmla="*/ 237956 w 1348191"/>
                <a:gd name="T3" fmla="*/ 47141 h 791462"/>
                <a:gd name="T4" fmla="*/ 86087 w 1348191"/>
                <a:gd name="T5" fmla="*/ 97690 h 791462"/>
                <a:gd name="T6" fmla="*/ 0 w 1348191"/>
                <a:gd name="T7" fmla="*/ 75539 h 791462"/>
                <a:gd name="T8" fmla="*/ 234708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162" name="Straight Connector 161"/>
            <p:cNvCxnSpPr>
              <a:cxnSpLocks noChangeShapeType="1"/>
              <a:endCxn id="157" idx="2"/>
            </p:cNvCxnSpPr>
            <p:nvPr/>
          </p:nvCxnSpPr>
          <p:spPr bwMode="auto">
            <a:xfrm flipH="1" flipV="1">
              <a:off x="1871277" y="1736791"/>
              <a:ext cx="2559" cy="123857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63" name="Straight Connector 162"/>
            <p:cNvCxnSpPr>
              <a:cxnSpLocks noChangeShapeType="1"/>
            </p:cNvCxnSpPr>
            <p:nvPr/>
          </p:nvCxnSpPr>
          <p:spPr bwMode="auto">
            <a:xfrm flipH="1" flipV="1">
              <a:off x="2997089" y="1735047"/>
              <a:ext cx="2559" cy="12211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24974" name="Group 7"/>
          <p:cNvGrpSpPr/>
          <p:nvPr/>
        </p:nvGrpSpPr>
        <p:grpSpPr bwMode="auto">
          <a:xfrm>
            <a:off x="5432708" y="4234656"/>
            <a:ext cx="700087" cy="398462"/>
            <a:chOff x="1871277" y="1576300"/>
            <a:chExt cx="1128371" cy="437861"/>
          </a:xfrm>
        </p:grpSpPr>
        <p:sp>
          <p:nvSpPr>
            <p:cNvPr id="165" name="Oval 164"/>
            <p:cNvSpPr>
              <a:spLocks noChangeArrowheads="1"/>
            </p:cNvSpPr>
            <p:nvPr/>
          </p:nvSpPr>
          <p:spPr bwMode="auto">
            <a:xfrm flipV="1">
              <a:off x="1873835" y="1694924"/>
              <a:ext cx="1125813" cy="31923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66" name="Rectangle 165"/>
            <p:cNvSpPr/>
            <p:nvPr/>
          </p:nvSpPr>
          <p:spPr bwMode="auto">
            <a:xfrm>
              <a:off x="1871277" y="1740280"/>
              <a:ext cx="1128371" cy="11513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67" name="Oval 166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813" cy="31923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68" name="Freeform 167"/>
            <p:cNvSpPr/>
            <p:nvPr/>
          </p:nvSpPr>
          <p:spPr bwMode="auto">
            <a:xfrm>
              <a:off x="2160405" y="1673990"/>
              <a:ext cx="547555" cy="16049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-1" fmla="*/ 1486231 w 2944854"/>
                <a:gd name="connsiteY0-2" fmla="*/ 727041 h 1316375"/>
                <a:gd name="connsiteX1-3" fmla="*/ 257675 w 2944854"/>
                <a:gd name="connsiteY1-4" fmla="*/ 1302232 h 1316375"/>
                <a:gd name="connsiteX2-5" fmla="*/ 0 w 2944854"/>
                <a:gd name="connsiteY2-6" fmla="*/ 1228607 h 1316375"/>
                <a:gd name="connsiteX3-7" fmla="*/ 911064 w 2944854"/>
                <a:gd name="connsiteY3-8" fmla="*/ 837478 h 1316375"/>
                <a:gd name="connsiteX4-9" fmla="*/ 883456 w 2944854"/>
                <a:gd name="connsiteY4-10" fmla="*/ 450949 h 1316375"/>
                <a:gd name="connsiteX5-11" fmla="*/ 161047 w 2944854"/>
                <a:gd name="connsiteY5-12" fmla="*/ 119640 h 1316375"/>
                <a:gd name="connsiteX6-13" fmla="*/ 404917 w 2944854"/>
                <a:gd name="connsiteY6-14" fmla="*/ 50617 h 1316375"/>
                <a:gd name="connsiteX7-15" fmla="*/ 1477028 w 2944854"/>
                <a:gd name="connsiteY7-16" fmla="*/ 501566 h 1316375"/>
                <a:gd name="connsiteX8-17" fmla="*/ 2572146 w 2944854"/>
                <a:gd name="connsiteY8-18" fmla="*/ 0 h 1316375"/>
                <a:gd name="connsiteX9-19" fmla="*/ 2875834 w 2944854"/>
                <a:gd name="connsiteY9-20" fmla="*/ 96632 h 1316375"/>
                <a:gd name="connsiteX10-21" fmla="*/ 2079803 w 2944854"/>
                <a:gd name="connsiteY10-22" fmla="*/ 432543 h 1316375"/>
                <a:gd name="connsiteX11-23" fmla="*/ 2240850 w 2944854"/>
                <a:gd name="connsiteY11-24" fmla="*/ 920305 h 1316375"/>
                <a:gd name="connsiteX12-25" fmla="*/ 2944854 w 2944854"/>
                <a:gd name="connsiteY12-26" fmla="*/ 1228607 h 1316375"/>
                <a:gd name="connsiteX13-27" fmla="*/ 2756623 w 2944854"/>
                <a:gd name="connsiteY13-28" fmla="*/ 1316375 h 1316375"/>
                <a:gd name="connsiteX14-29" fmla="*/ 1486231 w 2944854"/>
                <a:gd name="connsiteY14-30" fmla="*/ 727041 h 1316375"/>
                <a:gd name="connsiteX0-31" fmla="*/ 1486231 w 3024520"/>
                <a:gd name="connsiteY0-32" fmla="*/ 727041 h 1316375"/>
                <a:gd name="connsiteX1-33" fmla="*/ 257675 w 3024520"/>
                <a:gd name="connsiteY1-34" fmla="*/ 1302232 h 1316375"/>
                <a:gd name="connsiteX2-35" fmla="*/ 0 w 3024520"/>
                <a:gd name="connsiteY2-36" fmla="*/ 1228607 h 1316375"/>
                <a:gd name="connsiteX3-37" fmla="*/ 911064 w 3024520"/>
                <a:gd name="connsiteY3-38" fmla="*/ 837478 h 1316375"/>
                <a:gd name="connsiteX4-39" fmla="*/ 883456 w 3024520"/>
                <a:gd name="connsiteY4-40" fmla="*/ 450949 h 1316375"/>
                <a:gd name="connsiteX5-41" fmla="*/ 161047 w 3024520"/>
                <a:gd name="connsiteY5-42" fmla="*/ 119640 h 1316375"/>
                <a:gd name="connsiteX6-43" fmla="*/ 404917 w 3024520"/>
                <a:gd name="connsiteY6-44" fmla="*/ 50617 h 1316375"/>
                <a:gd name="connsiteX7-45" fmla="*/ 1477028 w 3024520"/>
                <a:gd name="connsiteY7-46" fmla="*/ 501566 h 1316375"/>
                <a:gd name="connsiteX8-47" fmla="*/ 2572146 w 3024520"/>
                <a:gd name="connsiteY8-48" fmla="*/ 0 h 1316375"/>
                <a:gd name="connsiteX9-49" fmla="*/ 2875834 w 3024520"/>
                <a:gd name="connsiteY9-50" fmla="*/ 96632 h 1316375"/>
                <a:gd name="connsiteX10-51" fmla="*/ 2079803 w 3024520"/>
                <a:gd name="connsiteY10-52" fmla="*/ 432543 h 1316375"/>
                <a:gd name="connsiteX11-53" fmla="*/ 2240850 w 3024520"/>
                <a:gd name="connsiteY11-54" fmla="*/ 920305 h 1316375"/>
                <a:gd name="connsiteX12-55" fmla="*/ 3024520 w 3024520"/>
                <a:gd name="connsiteY12-56" fmla="*/ 1228607 h 1316375"/>
                <a:gd name="connsiteX13-57" fmla="*/ 2756623 w 3024520"/>
                <a:gd name="connsiteY13-58" fmla="*/ 1316375 h 1316375"/>
                <a:gd name="connsiteX14-59" fmla="*/ 1486231 w 3024520"/>
                <a:gd name="connsiteY14-60" fmla="*/ 727041 h 1316375"/>
                <a:gd name="connsiteX0-61" fmla="*/ 1537780 w 3076069"/>
                <a:gd name="connsiteY0-62" fmla="*/ 727041 h 1316375"/>
                <a:gd name="connsiteX1-63" fmla="*/ 309224 w 3076069"/>
                <a:gd name="connsiteY1-64" fmla="*/ 1302232 h 1316375"/>
                <a:gd name="connsiteX2-65" fmla="*/ 0 w 3076069"/>
                <a:gd name="connsiteY2-66" fmla="*/ 1228607 h 1316375"/>
                <a:gd name="connsiteX3-67" fmla="*/ 962613 w 3076069"/>
                <a:gd name="connsiteY3-68" fmla="*/ 837478 h 1316375"/>
                <a:gd name="connsiteX4-69" fmla="*/ 935005 w 3076069"/>
                <a:gd name="connsiteY4-70" fmla="*/ 450949 h 1316375"/>
                <a:gd name="connsiteX5-71" fmla="*/ 212596 w 3076069"/>
                <a:gd name="connsiteY5-72" fmla="*/ 119640 h 1316375"/>
                <a:gd name="connsiteX6-73" fmla="*/ 456466 w 3076069"/>
                <a:gd name="connsiteY6-74" fmla="*/ 50617 h 1316375"/>
                <a:gd name="connsiteX7-75" fmla="*/ 1528577 w 3076069"/>
                <a:gd name="connsiteY7-76" fmla="*/ 501566 h 1316375"/>
                <a:gd name="connsiteX8-77" fmla="*/ 2623695 w 3076069"/>
                <a:gd name="connsiteY8-78" fmla="*/ 0 h 1316375"/>
                <a:gd name="connsiteX9-79" fmla="*/ 2927383 w 3076069"/>
                <a:gd name="connsiteY9-80" fmla="*/ 96632 h 1316375"/>
                <a:gd name="connsiteX10-81" fmla="*/ 2131352 w 3076069"/>
                <a:gd name="connsiteY10-82" fmla="*/ 432543 h 1316375"/>
                <a:gd name="connsiteX11-83" fmla="*/ 2292399 w 3076069"/>
                <a:gd name="connsiteY11-84" fmla="*/ 920305 h 1316375"/>
                <a:gd name="connsiteX12-85" fmla="*/ 3076069 w 3076069"/>
                <a:gd name="connsiteY12-86" fmla="*/ 1228607 h 1316375"/>
                <a:gd name="connsiteX13-87" fmla="*/ 2808172 w 3076069"/>
                <a:gd name="connsiteY13-88" fmla="*/ 1316375 h 1316375"/>
                <a:gd name="connsiteX14-89" fmla="*/ 1537780 w 3076069"/>
                <a:gd name="connsiteY14-90" fmla="*/ 727041 h 1316375"/>
                <a:gd name="connsiteX0-91" fmla="*/ 1537780 w 3076069"/>
                <a:gd name="connsiteY0-92" fmla="*/ 727041 h 1321259"/>
                <a:gd name="connsiteX1-93" fmla="*/ 313981 w 3076069"/>
                <a:gd name="connsiteY1-94" fmla="*/ 1321259 h 1321259"/>
                <a:gd name="connsiteX2-95" fmla="*/ 0 w 3076069"/>
                <a:gd name="connsiteY2-96" fmla="*/ 1228607 h 1321259"/>
                <a:gd name="connsiteX3-97" fmla="*/ 962613 w 3076069"/>
                <a:gd name="connsiteY3-98" fmla="*/ 837478 h 1321259"/>
                <a:gd name="connsiteX4-99" fmla="*/ 935005 w 3076069"/>
                <a:gd name="connsiteY4-100" fmla="*/ 450949 h 1321259"/>
                <a:gd name="connsiteX5-101" fmla="*/ 212596 w 3076069"/>
                <a:gd name="connsiteY5-102" fmla="*/ 119640 h 1321259"/>
                <a:gd name="connsiteX6-103" fmla="*/ 456466 w 3076069"/>
                <a:gd name="connsiteY6-104" fmla="*/ 50617 h 1321259"/>
                <a:gd name="connsiteX7-105" fmla="*/ 1528577 w 3076069"/>
                <a:gd name="connsiteY7-106" fmla="*/ 501566 h 1321259"/>
                <a:gd name="connsiteX8-107" fmla="*/ 2623695 w 3076069"/>
                <a:gd name="connsiteY8-108" fmla="*/ 0 h 1321259"/>
                <a:gd name="connsiteX9-109" fmla="*/ 2927383 w 3076069"/>
                <a:gd name="connsiteY9-110" fmla="*/ 96632 h 1321259"/>
                <a:gd name="connsiteX10-111" fmla="*/ 2131352 w 3076069"/>
                <a:gd name="connsiteY10-112" fmla="*/ 432543 h 1321259"/>
                <a:gd name="connsiteX11-113" fmla="*/ 2292399 w 3076069"/>
                <a:gd name="connsiteY11-114" fmla="*/ 920305 h 1321259"/>
                <a:gd name="connsiteX12-115" fmla="*/ 3076069 w 3076069"/>
                <a:gd name="connsiteY12-116" fmla="*/ 1228607 h 1321259"/>
                <a:gd name="connsiteX13-117" fmla="*/ 2808172 w 3076069"/>
                <a:gd name="connsiteY13-118" fmla="*/ 1316375 h 1321259"/>
                <a:gd name="connsiteX14-119" fmla="*/ 1537780 w 3076069"/>
                <a:gd name="connsiteY14-120" fmla="*/ 727041 h 1321259"/>
                <a:gd name="connsiteX0-121" fmla="*/ 1537780 w 3076069"/>
                <a:gd name="connsiteY0-122" fmla="*/ 750825 h 1321259"/>
                <a:gd name="connsiteX1-123" fmla="*/ 313981 w 3076069"/>
                <a:gd name="connsiteY1-124" fmla="*/ 1321259 h 1321259"/>
                <a:gd name="connsiteX2-125" fmla="*/ 0 w 3076069"/>
                <a:gd name="connsiteY2-126" fmla="*/ 1228607 h 1321259"/>
                <a:gd name="connsiteX3-127" fmla="*/ 962613 w 3076069"/>
                <a:gd name="connsiteY3-128" fmla="*/ 837478 h 1321259"/>
                <a:gd name="connsiteX4-129" fmla="*/ 935005 w 3076069"/>
                <a:gd name="connsiteY4-130" fmla="*/ 450949 h 1321259"/>
                <a:gd name="connsiteX5-131" fmla="*/ 212596 w 3076069"/>
                <a:gd name="connsiteY5-132" fmla="*/ 119640 h 1321259"/>
                <a:gd name="connsiteX6-133" fmla="*/ 456466 w 3076069"/>
                <a:gd name="connsiteY6-134" fmla="*/ 50617 h 1321259"/>
                <a:gd name="connsiteX7-135" fmla="*/ 1528577 w 3076069"/>
                <a:gd name="connsiteY7-136" fmla="*/ 501566 h 1321259"/>
                <a:gd name="connsiteX8-137" fmla="*/ 2623695 w 3076069"/>
                <a:gd name="connsiteY8-138" fmla="*/ 0 h 1321259"/>
                <a:gd name="connsiteX9-139" fmla="*/ 2927383 w 3076069"/>
                <a:gd name="connsiteY9-140" fmla="*/ 96632 h 1321259"/>
                <a:gd name="connsiteX10-141" fmla="*/ 2131352 w 3076069"/>
                <a:gd name="connsiteY10-142" fmla="*/ 432543 h 1321259"/>
                <a:gd name="connsiteX11-143" fmla="*/ 2292399 w 3076069"/>
                <a:gd name="connsiteY11-144" fmla="*/ 920305 h 1321259"/>
                <a:gd name="connsiteX12-145" fmla="*/ 3076069 w 3076069"/>
                <a:gd name="connsiteY12-146" fmla="*/ 1228607 h 1321259"/>
                <a:gd name="connsiteX13-147" fmla="*/ 2808172 w 3076069"/>
                <a:gd name="connsiteY13-148" fmla="*/ 1316375 h 1321259"/>
                <a:gd name="connsiteX14-149" fmla="*/ 1537780 w 3076069"/>
                <a:gd name="connsiteY14-150" fmla="*/ 750825 h 132125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69" name="Freeform 168"/>
            <p:cNvSpPr/>
            <p:nvPr/>
          </p:nvSpPr>
          <p:spPr bwMode="auto">
            <a:xfrm>
              <a:off x="2104115" y="1633867"/>
              <a:ext cx="660136" cy="109902"/>
            </a:xfrm>
            <a:custGeom>
              <a:avLst/>
              <a:gdLst>
                <a:gd name="T0" fmla="*/ 0 w 3723451"/>
                <a:gd name="T1" fmla="*/ 26887 h 932950"/>
                <a:gd name="T2" fmla="*/ 116156 w 3723451"/>
                <a:gd name="T3" fmla="*/ 317 h 932950"/>
                <a:gd name="T4" fmla="*/ 329014 w 3723451"/>
                <a:gd name="T5" fmla="*/ 61322 h 932950"/>
                <a:gd name="T6" fmla="*/ 532082 w 3723451"/>
                <a:gd name="T7" fmla="*/ 0 h 932950"/>
                <a:gd name="T8" fmla="*/ 660136 w 3723451"/>
                <a:gd name="T9" fmla="*/ 24402 h 932950"/>
                <a:gd name="T10" fmla="*/ 564865 w 3723451"/>
                <a:gd name="T11" fmla="*/ 54409 h 932950"/>
                <a:gd name="T12" fmla="*/ 534191 w 3723451"/>
                <a:gd name="T13" fmla="*/ 46319 h 932950"/>
                <a:gd name="T14" fmla="*/ 332754 w 3723451"/>
                <a:gd name="T15" fmla="*/ 109902 h 932950"/>
                <a:gd name="T16" fmla="*/ 126163 w 3723451"/>
                <a:gd name="T17" fmla="*/ 48658 h 932950"/>
                <a:gd name="T18" fmla="*/ 92761 w 3723451"/>
                <a:gd name="T19" fmla="*/ 55268 h 932950"/>
                <a:gd name="T20" fmla="*/ 0 w 3723451"/>
                <a:gd name="T21" fmla="*/ 26887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70" name="Freeform 169"/>
            <p:cNvSpPr/>
            <p:nvPr/>
          </p:nvSpPr>
          <p:spPr bwMode="auto">
            <a:xfrm>
              <a:off x="2539088" y="1728068"/>
              <a:ext cx="240515" cy="95946"/>
            </a:xfrm>
            <a:custGeom>
              <a:avLst/>
              <a:gdLst>
                <a:gd name="T0" fmla="*/ 0 w 1366596"/>
                <a:gd name="T1" fmla="*/ 0 h 809868"/>
                <a:gd name="T2" fmla="*/ 240515 w 1366596"/>
                <a:gd name="T3" fmla="*/ 74140 h 809868"/>
                <a:gd name="T4" fmla="*/ 152245 w 1366596"/>
                <a:gd name="T5" fmla="*/ 95946 h 809868"/>
                <a:gd name="T6" fmla="*/ 810 w 1366596"/>
                <a:gd name="T7" fmla="*/ 506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71" name="Freeform 170"/>
            <p:cNvSpPr/>
            <p:nvPr/>
          </p:nvSpPr>
          <p:spPr bwMode="auto">
            <a:xfrm>
              <a:off x="2091322" y="1729813"/>
              <a:ext cx="237955" cy="97690"/>
            </a:xfrm>
            <a:custGeom>
              <a:avLst/>
              <a:gdLst>
                <a:gd name="T0" fmla="*/ 234707 w 1348191"/>
                <a:gd name="T1" fmla="*/ 0 h 791462"/>
                <a:gd name="T2" fmla="*/ 237955 w 1348191"/>
                <a:gd name="T3" fmla="*/ 47141 h 791462"/>
                <a:gd name="T4" fmla="*/ 86086 w 1348191"/>
                <a:gd name="T5" fmla="*/ 97690 h 791462"/>
                <a:gd name="T6" fmla="*/ 0 w 1348191"/>
                <a:gd name="T7" fmla="*/ 75539 h 791462"/>
                <a:gd name="T8" fmla="*/ 234707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172" name="Straight Connector 171"/>
            <p:cNvCxnSpPr>
              <a:cxnSpLocks noChangeShapeType="1"/>
              <a:endCxn id="167" idx="2"/>
            </p:cNvCxnSpPr>
            <p:nvPr/>
          </p:nvCxnSpPr>
          <p:spPr bwMode="auto">
            <a:xfrm flipH="1" flipV="1">
              <a:off x="1871277" y="1736791"/>
              <a:ext cx="2558" cy="123857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73" name="Straight Connector 172"/>
            <p:cNvCxnSpPr>
              <a:cxnSpLocks noChangeShapeType="1"/>
            </p:cNvCxnSpPr>
            <p:nvPr/>
          </p:nvCxnSpPr>
          <p:spPr bwMode="auto">
            <a:xfrm flipH="1" flipV="1">
              <a:off x="2997090" y="1735046"/>
              <a:ext cx="2558" cy="12211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24975" name="Group 7"/>
          <p:cNvGrpSpPr/>
          <p:nvPr/>
        </p:nvGrpSpPr>
        <p:grpSpPr bwMode="auto">
          <a:xfrm>
            <a:off x="3383245" y="2375693"/>
            <a:ext cx="700088" cy="398463"/>
            <a:chOff x="1871277" y="1576300"/>
            <a:chExt cx="1128371" cy="437861"/>
          </a:xfrm>
        </p:grpSpPr>
        <p:sp>
          <p:nvSpPr>
            <p:cNvPr id="175" name="Oval 174"/>
            <p:cNvSpPr>
              <a:spLocks noChangeArrowheads="1"/>
            </p:cNvSpPr>
            <p:nvPr/>
          </p:nvSpPr>
          <p:spPr bwMode="auto">
            <a:xfrm flipV="1">
              <a:off x="1873836" y="1694924"/>
              <a:ext cx="1125812" cy="31923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76" name="Rectangle 175"/>
            <p:cNvSpPr/>
            <p:nvPr/>
          </p:nvSpPr>
          <p:spPr bwMode="auto">
            <a:xfrm>
              <a:off x="1871277" y="1740280"/>
              <a:ext cx="1128371" cy="11513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77" name="Oval 176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812" cy="31923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78" name="Freeform 177"/>
            <p:cNvSpPr/>
            <p:nvPr/>
          </p:nvSpPr>
          <p:spPr bwMode="auto">
            <a:xfrm>
              <a:off x="2160407" y="1673990"/>
              <a:ext cx="547554" cy="16049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-1" fmla="*/ 1486231 w 2944854"/>
                <a:gd name="connsiteY0-2" fmla="*/ 727041 h 1316375"/>
                <a:gd name="connsiteX1-3" fmla="*/ 257675 w 2944854"/>
                <a:gd name="connsiteY1-4" fmla="*/ 1302232 h 1316375"/>
                <a:gd name="connsiteX2-5" fmla="*/ 0 w 2944854"/>
                <a:gd name="connsiteY2-6" fmla="*/ 1228607 h 1316375"/>
                <a:gd name="connsiteX3-7" fmla="*/ 911064 w 2944854"/>
                <a:gd name="connsiteY3-8" fmla="*/ 837478 h 1316375"/>
                <a:gd name="connsiteX4-9" fmla="*/ 883456 w 2944854"/>
                <a:gd name="connsiteY4-10" fmla="*/ 450949 h 1316375"/>
                <a:gd name="connsiteX5-11" fmla="*/ 161047 w 2944854"/>
                <a:gd name="connsiteY5-12" fmla="*/ 119640 h 1316375"/>
                <a:gd name="connsiteX6-13" fmla="*/ 404917 w 2944854"/>
                <a:gd name="connsiteY6-14" fmla="*/ 50617 h 1316375"/>
                <a:gd name="connsiteX7-15" fmla="*/ 1477028 w 2944854"/>
                <a:gd name="connsiteY7-16" fmla="*/ 501566 h 1316375"/>
                <a:gd name="connsiteX8-17" fmla="*/ 2572146 w 2944854"/>
                <a:gd name="connsiteY8-18" fmla="*/ 0 h 1316375"/>
                <a:gd name="connsiteX9-19" fmla="*/ 2875834 w 2944854"/>
                <a:gd name="connsiteY9-20" fmla="*/ 96632 h 1316375"/>
                <a:gd name="connsiteX10-21" fmla="*/ 2079803 w 2944854"/>
                <a:gd name="connsiteY10-22" fmla="*/ 432543 h 1316375"/>
                <a:gd name="connsiteX11-23" fmla="*/ 2240850 w 2944854"/>
                <a:gd name="connsiteY11-24" fmla="*/ 920305 h 1316375"/>
                <a:gd name="connsiteX12-25" fmla="*/ 2944854 w 2944854"/>
                <a:gd name="connsiteY12-26" fmla="*/ 1228607 h 1316375"/>
                <a:gd name="connsiteX13-27" fmla="*/ 2756623 w 2944854"/>
                <a:gd name="connsiteY13-28" fmla="*/ 1316375 h 1316375"/>
                <a:gd name="connsiteX14-29" fmla="*/ 1486231 w 2944854"/>
                <a:gd name="connsiteY14-30" fmla="*/ 727041 h 1316375"/>
                <a:gd name="connsiteX0-31" fmla="*/ 1486231 w 3024520"/>
                <a:gd name="connsiteY0-32" fmla="*/ 727041 h 1316375"/>
                <a:gd name="connsiteX1-33" fmla="*/ 257675 w 3024520"/>
                <a:gd name="connsiteY1-34" fmla="*/ 1302232 h 1316375"/>
                <a:gd name="connsiteX2-35" fmla="*/ 0 w 3024520"/>
                <a:gd name="connsiteY2-36" fmla="*/ 1228607 h 1316375"/>
                <a:gd name="connsiteX3-37" fmla="*/ 911064 w 3024520"/>
                <a:gd name="connsiteY3-38" fmla="*/ 837478 h 1316375"/>
                <a:gd name="connsiteX4-39" fmla="*/ 883456 w 3024520"/>
                <a:gd name="connsiteY4-40" fmla="*/ 450949 h 1316375"/>
                <a:gd name="connsiteX5-41" fmla="*/ 161047 w 3024520"/>
                <a:gd name="connsiteY5-42" fmla="*/ 119640 h 1316375"/>
                <a:gd name="connsiteX6-43" fmla="*/ 404917 w 3024520"/>
                <a:gd name="connsiteY6-44" fmla="*/ 50617 h 1316375"/>
                <a:gd name="connsiteX7-45" fmla="*/ 1477028 w 3024520"/>
                <a:gd name="connsiteY7-46" fmla="*/ 501566 h 1316375"/>
                <a:gd name="connsiteX8-47" fmla="*/ 2572146 w 3024520"/>
                <a:gd name="connsiteY8-48" fmla="*/ 0 h 1316375"/>
                <a:gd name="connsiteX9-49" fmla="*/ 2875834 w 3024520"/>
                <a:gd name="connsiteY9-50" fmla="*/ 96632 h 1316375"/>
                <a:gd name="connsiteX10-51" fmla="*/ 2079803 w 3024520"/>
                <a:gd name="connsiteY10-52" fmla="*/ 432543 h 1316375"/>
                <a:gd name="connsiteX11-53" fmla="*/ 2240850 w 3024520"/>
                <a:gd name="connsiteY11-54" fmla="*/ 920305 h 1316375"/>
                <a:gd name="connsiteX12-55" fmla="*/ 3024520 w 3024520"/>
                <a:gd name="connsiteY12-56" fmla="*/ 1228607 h 1316375"/>
                <a:gd name="connsiteX13-57" fmla="*/ 2756623 w 3024520"/>
                <a:gd name="connsiteY13-58" fmla="*/ 1316375 h 1316375"/>
                <a:gd name="connsiteX14-59" fmla="*/ 1486231 w 3024520"/>
                <a:gd name="connsiteY14-60" fmla="*/ 727041 h 1316375"/>
                <a:gd name="connsiteX0-61" fmla="*/ 1537780 w 3076069"/>
                <a:gd name="connsiteY0-62" fmla="*/ 727041 h 1316375"/>
                <a:gd name="connsiteX1-63" fmla="*/ 309224 w 3076069"/>
                <a:gd name="connsiteY1-64" fmla="*/ 1302232 h 1316375"/>
                <a:gd name="connsiteX2-65" fmla="*/ 0 w 3076069"/>
                <a:gd name="connsiteY2-66" fmla="*/ 1228607 h 1316375"/>
                <a:gd name="connsiteX3-67" fmla="*/ 962613 w 3076069"/>
                <a:gd name="connsiteY3-68" fmla="*/ 837478 h 1316375"/>
                <a:gd name="connsiteX4-69" fmla="*/ 935005 w 3076069"/>
                <a:gd name="connsiteY4-70" fmla="*/ 450949 h 1316375"/>
                <a:gd name="connsiteX5-71" fmla="*/ 212596 w 3076069"/>
                <a:gd name="connsiteY5-72" fmla="*/ 119640 h 1316375"/>
                <a:gd name="connsiteX6-73" fmla="*/ 456466 w 3076069"/>
                <a:gd name="connsiteY6-74" fmla="*/ 50617 h 1316375"/>
                <a:gd name="connsiteX7-75" fmla="*/ 1528577 w 3076069"/>
                <a:gd name="connsiteY7-76" fmla="*/ 501566 h 1316375"/>
                <a:gd name="connsiteX8-77" fmla="*/ 2623695 w 3076069"/>
                <a:gd name="connsiteY8-78" fmla="*/ 0 h 1316375"/>
                <a:gd name="connsiteX9-79" fmla="*/ 2927383 w 3076069"/>
                <a:gd name="connsiteY9-80" fmla="*/ 96632 h 1316375"/>
                <a:gd name="connsiteX10-81" fmla="*/ 2131352 w 3076069"/>
                <a:gd name="connsiteY10-82" fmla="*/ 432543 h 1316375"/>
                <a:gd name="connsiteX11-83" fmla="*/ 2292399 w 3076069"/>
                <a:gd name="connsiteY11-84" fmla="*/ 920305 h 1316375"/>
                <a:gd name="connsiteX12-85" fmla="*/ 3076069 w 3076069"/>
                <a:gd name="connsiteY12-86" fmla="*/ 1228607 h 1316375"/>
                <a:gd name="connsiteX13-87" fmla="*/ 2808172 w 3076069"/>
                <a:gd name="connsiteY13-88" fmla="*/ 1316375 h 1316375"/>
                <a:gd name="connsiteX14-89" fmla="*/ 1537780 w 3076069"/>
                <a:gd name="connsiteY14-90" fmla="*/ 727041 h 1316375"/>
                <a:gd name="connsiteX0-91" fmla="*/ 1537780 w 3076069"/>
                <a:gd name="connsiteY0-92" fmla="*/ 727041 h 1321259"/>
                <a:gd name="connsiteX1-93" fmla="*/ 313981 w 3076069"/>
                <a:gd name="connsiteY1-94" fmla="*/ 1321259 h 1321259"/>
                <a:gd name="connsiteX2-95" fmla="*/ 0 w 3076069"/>
                <a:gd name="connsiteY2-96" fmla="*/ 1228607 h 1321259"/>
                <a:gd name="connsiteX3-97" fmla="*/ 962613 w 3076069"/>
                <a:gd name="connsiteY3-98" fmla="*/ 837478 h 1321259"/>
                <a:gd name="connsiteX4-99" fmla="*/ 935005 w 3076069"/>
                <a:gd name="connsiteY4-100" fmla="*/ 450949 h 1321259"/>
                <a:gd name="connsiteX5-101" fmla="*/ 212596 w 3076069"/>
                <a:gd name="connsiteY5-102" fmla="*/ 119640 h 1321259"/>
                <a:gd name="connsiteX6-103" fmla="*/ 456466 w 3076069"/>
                <a:gd name="connsiteY6-104" fmla="*/ 50617 h 1321259"/>
                <a:gd name="connsiteX7-105" fmla="*/ 1528577 w 3076069"/>
                <a:gd name="connsiteY7-106" fmla="*/ 501566 h 1321259"/>
                <a:gd name="connsiteX8-107" fmla="*/ 2623695 w 3076069"/>
                <a:gd name="connsiteY8-108" fmla="*/ 0 h 1321259"/>
                <a:gd name="connsiteX9-109" fmla="*/ 2927383 w 3076069"/>
                <a:gd name="connsiteY9-110" fmla="*/ 96632 h 1321259"/>
                <a:gd name="connsiteX10-111" fmla="*/ 2131352 w 3076069"/>
                <a:gd name="connsiteY10-112" fmla="*/ 432543 h 1321259"/>
                <a:gd name="connsiteX11-113" fmla="*/ 2292399 w 3076069"/>
                <a:gd name="connsiteY11-114" fmla="*/ 920305 h 1321259"/>
                <a:gd name="connsiteX12-115" fmla="*/ 3076069 w 3076069"/>
                <a:gd name="connsiteY12-116" fmla="*/ 1228607 h 1321259"/>
                <a:gd name="connsiteX13-117" fmla="*/ 2808172 w 3076069"/>
                <a:gd name="connsiteY13-118" fmla="*/ 1316375 h 1321259"/>
                <a:gd name="connsiteX14-119" fmla="*/ 1537780 w 3076069"/>
                <a:gd name="connsiteY14-120" fmla="*/ 727041 h 1321259"/>
                <a:gd name="connsiteX0-121" fmla="*/ 1537780 w 3076069"/>
                <a:gd name="connsiteY0-122" fmla="*/ 750825 h 1321259"/>
                <a:gd name="connsiteX1-123" fmla="*/ 313981 w 3076069"/>
                <a:gd name="connsiteY1-124" fmla="*/ 1321259 h 1321259"/>
                <a:gd name="connsiteX2-125" fmla="*/ 0 w 3076069"/>
                <a:gd name="connsiteY2-126" fmla="*/ 1228607 h 1321259"/>
                <a:gd name="connsiteX3-127" fmla="*/ 962613 w 3076069"/>
                <a:gd name="connsiteY3-128" fmla="*/ 837478 h 1321259"/>
                <a:gd name="connsiteX4-129" fmla="*/ 935005 w 3076069"/>
                <a:gd name="connsiteY4-130" fmla="*/ 450949 h 1321259"/>
                <a:gd name="connsiteX5-131" fmla="*/ 212596 w 3076069"/>
                <a:gd name="connsiteY5-132" fmla="*/ 119640 h 1321259"/>
                <a:gd name="connsiteX6-133" fmla="*/ 456466 w 3076069"/>
                <a:gd name="connsiteY6-134" fmla="*/ 50617 h 1321259"/>
                <a:gd name="connsiteX7-135" fmla="*/ 1528577 w 3076069"/>
                <a:gd name="connsiteY7-136" fmla="*/ 501566 h 1321259"/>
                <a:gd name="connsiteX8-137" fmla="*/ 2623695 w 3076069"/>
                <a:gd name="connsiteY8-138" fmla="*/ 0 h 1321259"/>
                <a:gd name="connsiteX9-139" fmla="*/ 2927383 w 3076069"/>
                <a:gd name="connsiteY9-140" fmla="*/ 96632 h 1321259"/>
                <a:gd name="connsiteX10-141" fmla="*/ 2131352 w 3076069"/>
                <a:gd name="connsiteY10-142" fmla="*/ 432543 h 1321259"/>
                <a:gd name="connsiteX11-143" fmla="*/ 2292399 w 3076069"/>
                <a:gd name="connsiteY11-144" fmla="*/ 920305 h 1321259"/>
                <a:gd name="connsiteX12-145" fmla="*/ 3076069 w 3076069"/>
                <a:gd name="connsiteY12-146" fmla="*/ 1228607 h 1321259"/>
                <a:gd name="connsiteX13-147" fmla="*/ 2808172 w 3076069"/>
                <a:gd name="connsiteY13-148" fmla="*/ 1316375 h 1321259"/>
                <a:gd name="connsiteX14-149" fmla="*/ 1537780 w 3076069"/>
                <a:gd name="connsiteY14-150" fmla="*/ 750825 h 132125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79" name="Freeform 178"/>
            <p:cNvSpPr/>
            <p:nvPr/>
          </p:nvSpPr>
          <p:spPr bwMode="auto">
            <a:xfrm>
              <a:off x="2104116" y="1633868"/>
              <a:ext cx="660135" cy="109901"/>
            </a:xfrm>
            <a:custGeom>
              <a:avLst/>
              <a:gdLst>
                <a:gd name="T0" fmla="*/ 0 w 3723451"/>
                <a:gd name="T1" fmla="*/ 26887 h 932950"/>
                <a:gd name="T2" fmla="*/ 116156 w 3723451"/>
                <a:gd name="T3" fmla="*/ 317 h 932950"/>
                <a:gd name="T4" fmla="*/ 329013 w 3723451"/>
                <a:gd name="T5" fmla="*/ 61322 h 932950"/>
                <a:gd name="T6" fmla="*/ 532082 w 3723451"/>
                <a:gd name="T7" fmla="*/ 0 h 932950"/>
                <a:gd name="T8" fmla="*/ 660135 w 3723451"/>
                <a:gd name="T9" fmla="*/ 24402 h 932950"/>
                <a:gd name="T10" fmla="*/ 564864 w 3723451"/>
                <a:gd name="T11" fmla="*/ 54409 h 932950"/>
                <a:gd name="T12" fmla="*/ 534190 w 3723451"/>
                <a:gd name="T13" fmla="*/ 46319 h 932950"/>
                <a:gd name="T14" fmla="*/ 332753 w 3723451"/>
                <a:gd name="T15" fmla="*/ 109901 h 932950"/>
                <a:gd name="T16" fmla="*/ 126163 w 3723451"/>
                <a:gd name="T17" fmla="*/ 48658 h 932950"/>
                <a:gd name="T18" fmla="*/ 92761 w 3723451"/>
                <a:gd name="T19" fmla="*/ 55267 h 932950"/>
                <a:gd name="T20" fmla="*/ 0 w 3723451"/>
                <a:gd name="T21" fmla="*/ 26887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80" name="Freeform 179"/>
            <p:cNvSpPr/>
            <p:nvPr/>
          </p:nvSpPr>
          <p:spPr bwMode="auto">
            <a:xfrm>
              <a:off x="2539089" y="1728069"/>
              <a:ext cx="240514" cy="95945"/>
            </a:xfrm>
            <a:custGeom>
              <a:avLst/>
              <a:gdLst>
                <a:gd name="T0" fmla="*/ 0 w 1366596"/>
                <a:gd name="T1" fmla="*/ 0 h 809868"/>
                <a:gd name="T2" fmla="*/ 240514 w 1366596"/>
                <a:gd name="T3" fmla="*/ 74139 h 809868"/>
                <a:gd name="T4" fmla="*/ 152244 w 1366596"/>
                <a:gd name="T5" fmla="*/ 95945 h 809868"/>
                <a:gd name="T6" fmla="*/ 810 w 1366596"/>
                <a:gd name="T7" fmla="*/ 50698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81" name="Freeform 180"/>
            <p:cNvSpPr/>
            <p:nvPr/>
          </p:nvSpPr>
          <p:spPr bwMode="auto">
            <a:xfrm>
              <a:off x="2091322" y="1729813"/>
              <a:ext cx="237956" cy="97690"/>
            </a:xfrm>
            <a:custGeom>
              <a:avLst/>
              <a:gdLst>
                <a:gd name="T0" fmla="*/ 234708 w 1348191"/>
                <a:gd name="T1" fmla="*/ 0 h 791462"/>
                <a:gd name="T2" fmla="*/ 237956 w 1348191"/>
                <a:gd name="T3" fmla="*/ 47141 h 791462"/>
                <a:gd name="T4" fmla="*/ 86087 w 1348191"/>
                <a:gd name="T5" fmla="*/ 97690 h 791462"/>
                <a:gd name="T6" fmla="*/ 0 w 1348191"/>
                <a:gd name="T7" fmla="*/ 75539 h 791462"/>
                <a:gd name="T8" fmla="*/ 234708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182" name="Straight Connector 181"/>
            <p:cNvCxnSpPr>
              <a:cxnSpLocks noChangeShapeType="1"/>
              <a:endCxn id="177" idx="2"/>
            </p:cNvCxnSpPr>
            <p:nvPr/>
          </p:nvCxnSpPr>
          <p:spPr bwMode="auto">
            <a:xfrm flipH="1" flipV="1">
              <a:off x="1871277" y="1736791"/>
              <a:ext cx="2559" cy="123857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83" name="Straight Connector 182"/>
            <p:cNvCxnSpPr>
              <a:cxnSpLocks noChangeShapeType="1"/>
            </p:cNvCxnSpPr>
            <p:nvPr/>
          </p:nvCxnSpPr>
          <p:spPr bwMode="auto">
            <a:xfrm flipH="1" flipV="1">
              <a:off x="2997089" y="1735047"/>
              <a:ext cx="2559" cy="12211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24976" name="Group 88"/>
          <p:cNvGrpSpPr/>
          <p:nvPr/>
        </p:nvGrpSpPr>
        <p:grpSpPr bwMode="auto">
          <a:xfrm>
            <a:off x="4792945" y="1775003"/>
            <a:ext cx="1270000" cy="1482725"/>
            <a:chOff x="5383742" y="1604574"/>
            <a:chExt cx="1270000" cy="1481667"/>
          </a:xfrm>
        </p:grpSpPr>
        <p:grpSp>
          <p:nvGrpSpPr>
            <p:cNvPr id="124978" name="Group 79"/>
            <p:cNvGrpSpPr/>
            <p:nvPr/>
          </p:nvGrpSpPr>
          <p:grpSpPr bwMode="auto">
            <a:xfrm>
              <a:off x="5440087" y="1742411"/>
              <a:ext cx="1039824" cy="1163369"/>
              <a:chOff x="5440087" y="1742411"/>
              <a:chExt cx="1039824" cy="1163369"/>
            </a:xfrm>
          </p:grpSpPr>
          <p:grpSp>
            <p:nvGrpSpPr>
              <p:cNvPr id="124980" name="Group 950"/>
              <p:cNvGrpSpPr/>
              <p:nvPr/>
            </p:nvGrpSpPr>
            <p:grpSpPr bwMode="auto">
              <a:xfrm>
                <a:off x="5838397" y="2273382"/>
                <a:ext cx="350328" cy="632398"/>
                <a:chOff x="4140" y="429"/>
                <a:chExt cx="1425" cy="2396"/>
              </a:xfrm>
            </p:grpSpPr>
            <p:sp>
              <p:nvSpPr>
                <p:cNvPr id="124983" name="Freeform 951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4984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4985" name="Freeform 953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4986" name="Freeform 954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4987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124988" name="Group 956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25013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endParaRPr lang="zh-CN" altLang="zh-CN" sz="1800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25014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endParaRPr lang="zh-CN" altLang="zh-CN" sz="1800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124989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124990" name="Group 960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25011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endParaRPr lang="zh-CN" altLang="zh-CN" sz="1800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25012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endParaRPr lang="zh-CN" altLang="zh-CN" sz="1800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124991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4992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124993" name="Group 965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25009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endParaRPr lang="zh-CN" altLang="zh-CN" sz="1800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25010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endParaRPr lang="zh-CN" altLang="zh-CN" sz="1800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124994" name="Freeform 968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124995" name="Group 969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25007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endParaRPr lang="zh-CN" altLang="zh-CN" sz="1800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25008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endParaRPr lang="zh-CN" altLang="zh-CN" sz="1800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124996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4997" name="Freeform 973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4998" name="Freeform 974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4999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5000" name="Freeform 976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5001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5002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5003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5004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 eaLnBrk="1" hangingPunct="1"/>
                  <a:endParaRPr lang="zh-CN" altLang="zh-CN" sz="1800">
                    <a:solidFill>
                      <a:srgbClr val="FF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5005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5006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</p:grpSp>
          <p:pic>
            <p:nvPicPr>
              <p:cNvPr id="124981" name="Picture 4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40087" y="1742411"/>
                <a:ext cx="1039824" cy="3097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4982" name="TextBox 149"/>
              <p:cNvSpPr txBox="1">
                <a:spLocks noChangeArrowheads="1"/>
              </p:cNvSpPr>
              <p:nvPr/>
            </p:nvSpPr>
            <p:spPr bwMode="auto">
              <a:xfrm>
                <a:off x="5694774" y="1998565"/>
                <a:ext cx="723275" cy="30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zh-CN" altLang="en-US" sz="14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控制器</a:t>
                </a:r>
                <a:endParaRPr lang="en-US" altLang="zh-CN" sz="18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124979" name="Rectangle 82"/>
            <p:cNvSpPr>
              <a:spLocks noChangeArrowheads="1"/>
            </p:cNvSpPr>
            <p:nvPr/>
          </p:nvSpPr>
          <p:spPr bwMode="auto">
            <a:xfrm>
              <a:off x="5383742" y="1604574"/>
              <a:ext cx="1270000" cy="1481667"/>
            </a:xfrm>
            <a:prstGeom prst="rect">
              <a:avLst/>
            </a:prstGeom>
            <a:solidFill>
              <a:schemeClr val="bg1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124977" name="TextBox 211"/>
          <p:cNvSpPr txBox="1">
            <a:spLocks noChangeArrowheads="1"/>
          </p:cNvSpPr>
          <p:nvPr/>
        </p:nvSpPr>
        <p:spPr bwMode="auto">
          <a:xfrm>
            <a:off x="5748337" y="729933"/>
            <a:ext cx="3300413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传统路由从主机</a:t>
            </a:r>
            <a:r>
              <a:rPr lang="en-US" altLang="zh-CN" sz="2000" b="1" i="1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h5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和</a:t>
            </a:r>
            <a:r>
              <a:rPr lang="en-US" altLang="zh-CN" sz="2000" b="1" i="1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h6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来的数据包应该通过</a:t>
            </a:r>
            <a:r>
              <a:rPr lang="en-US" altLang="zh-CN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s1-s2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发送到主机</a:t>
            </a:r>
            <a:r>
              <a:rPr lang="en-US" altLang="zh-CN" sz="2000" b="1" i="1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h3</a:t>
            </a:r>
            <a:r>
              <a:rPr lang="zh-CN" altLang="en-US" sz="2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或</a:t>
            </a:r>
            <a:r>
              <a:rPr lang="en-US" altLang="zh-CN" sz="2000" b="1" i="1" dirty="0">
                <a:solidFill>
                  <a:srgbClr val="2A09B7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h4</a:t>
            </a:r>
          </a:p>
        </p:txBody>
      </p:sp>
      <p:sp>
        <p:nvSpPr>
          <p:cNvPr id="164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4.6 </a:t>
            </a:r>
            <a:r>
              <a:rPr lang="zh-CN" alt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软件定义网络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74" name="Title 1"/>
          <p:cNvSpPr>
            <a:spLocks noGrp="1"/>
          </p:cNvSpPr>
          <p:nvPr>
            <p:ph type="title"/>
          </p:nvPr>
        </p:nvSpPr>
        <p:spPr>
          <a:xfrm>
            <a:off x="457200" y="601704"/>
            <a:ext cx="4801784" cy="653819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OpenFlow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示例</a:t>
            </a:r>
            <a:endParaRPr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" name="Group 76"/>
          <p:cNvGrpSpPr/>
          <p:nvPr/>
        </p:nvGrpSpPr>
        <p:grpSpPr bwMode="auto">
          <a:xfrm>
            <a:off x="4667121" y="4234006"/>
            <a:ext cx="4005227" cy="2022290"/>
            <a:chOff x="5956617" y="4509743"/>
            <a:chExt cx="2886258" cy="2021942"/>
          </a:xfrm>
        </p:grpSpPr>
        <p:sp>
          <p:nvSpPr>
            <p:cNvPr id="138" name="Freeform 207"/>
            <p:cNvSpPr/>
            <p:nvPr/>
          </p:nvSpPr>
          <p:spPr>
            <a:xfrm flipH="1">
              <a:off x="5956617" y="4509743"/>
              <a:ext cx="2838340" cy="630129"/>
            </a:xfrm>
            <a:custGeom>
              <a:avLst/>
              <a:gdLst>
                <a:gd name="connsiteX0" fmla="*/ 0 w 3026833"/>
                <a:gd name="connsiteY0" fmla="*/ 846667 h 846667"/>
                <a:gd name="connsiteX1" fmla="*/ 2222500 w 3026833"/>
                <a:gd name="connsiteY1" fmla="*/ 613833 h 846667"/>
                <a:gd name="connsiteX2" fmla="*/ 3026833 w 3026833"/>
                <a:gd name="connsiteY2" fmla="*/ 0 h 846667"/>
                <a:gd name="connsiteX3" fmla="*/ 2751667 w 3026833"/>
                <a:gd name="connsiteY3" fmla="*/ 423333 h 846667"/>
                <a:gd name="connsiteX4" fmla="*/ 2730500 w 3026833"/>
                <a:gd name="connsiteY4" fmla="*/ 825500 h 846667"/>
                <a:gd name="connsiteX5" fmla="*/ 0 w 3026833"/>
                <a:gd name="connsiteY5" fmla="*/ 846667 h 846667"/>
                <a:gd name="connsiteX0-1" fmla="*/ 0 w 3026833"/>
                <a:gd name="connsiteY0-2" fmla="*/ 846667 h 846667"/>
                <a:gd name="connsiteX1-3" fmla="*/ 2222500 w 3026833"/>
                <a:gd name="connsiteY1-4" fmla="*/ 613833 h 846667"/>
                <a:gd name="connsiteX2-5" fmla="*/ 3026833 w 3026833"/>
                <a:gd name="connsiteY2-6" fmla="*/ 0 h 846667"/>
                <a:gd name="connsiteX3-7" fmla="*/ 2751667 w 3026833"/>
                <a:gd name="connsiteY3-8" fmla="*/ 423333 h 846667"/>
                <a:gd name="connsiteX4-9" fmla="*/ 2744304 w 3026833"/>
                <a:gd name="connsiteY4-10" fmla="*/ 839304 h 846667"/>
                <a:gd name="connsiteX5-11" fmla="*/ 0 w 3026833"/>
                <a:gd name="connsiteY5-12" fmla="*/ 846667 h 846667"/>
                <a:gd name="connsiteX0-13" fmla="*/ 0 w 3042275"/>
                <a:gd name="connsiteY0-14" fmla="*/ 848898 h 848898"/>
                <a:gd name="connsiteX1-15" fmla="*/ 2222500 w 3042275"/>
                <a:gd name="connsiteY1-16" fmla="*/ 616064 h 848898"/>
                <a:gd name="connsiteX2-17" fmla="*/ 3026833 w 3042275"/>
                <a:gd name="connsiteY2-18" fmla="*/ 2231 h 848898"/>
                <a:gd name="connsiteX3-19" fmla="*/ 2751667 w 3042275"/>
                <a:gd name="connsiteY3-20" fmla="*/ 425564 h 848898"/>
                <a:gd name="connsiteX4-21" fmla="*/ 2744304 w 3042275"/>
                <a:gd name="connsiteY4-22" fmla="*/ 841535 h 848898"/>
                <a:gd name="connsiteX5-23" fmla="*/ 0 w 3042275"/>
                <a:gd name="connsiteY5-24" fmla="*/ 848898 h 848898"/>
                <a:gd name="connsiteX0-25" fmla="*/ 0 w 3042275"/>
                <a:gd name="connsiteY0-26" fmla="*/ 848898 h 848898"/>
                <a:gd name="connsiteX1-27" fmla="*/ 2222500 w 3042275"/>
                <a:gd name="connsiteY1-28" fmla="*/ 616064 h 848898"/>
                <a:gd name="connsiteX2-29" fmla="*/ 3026833 w 3042275"/>
                <a:gd name="connsiteY2-30" fmla="*/ 2231 h 848898"/>
                <a:gd name="connsiteX3-31" fmla="*/ 2751667 w 3042275"/>
                <a:gd name="connsiteY3-32" fmla="*/ 425564 h 848898"/>
                <a:gd name="connsiteX4-33" fmla="*/ 2744304 w 3042275"/>
                <a:gd name="connsiteY4-34" fmla="*/ 841535 h 848898"/>
                <a:gd name="connsiteX5-35" fmla="*/ 0 w 3042275"/>
                <a:gd name="connsiteY5-36" fmla="*/ 848898 h 848898"/>
                <a:gd name="connsiteX0-37" fmla="*/ 3038 w 3045313"/>
                <a:gd name="connsiteY0-38" fmla="*/ 848898 h 848898"/>
                <a:gd name="connsiteX1-39" fmla="*/ 2225538 w 3045313"/>
                <a:gd name="connsiteY1-40" fmla="*/ 616064 h 848898"/>
                <a:gd name="connsiteX2-41" fmla="*/ 3029871 w 3045313"/>
                <a:gd name="connsiteY2-42" fmla="*/ 2231 h 848898"/>
                <a:gd name="connsiteX3-43" fmla="*/ 2754705 w 3045313"/>
                <a:gd name="connsiteY3-44" fmla="*/ 425564 h 848898"/>
                <a:gd name="connsiteX4-45" fmla="*/ 2747342 w 3045313"/>
                <a:gd name="connsiteY4-46" fmla="*/ 841535 h 848898"/>
                <a:gd name="connsiteX5-47" fmla="*/ 3038 w 3045313"/>
                <a:gd name="connsiteY5-48" fmla="*/ 848898 h 848898"/>
                <a:gd name="connsiteX0-49" fmla="*/ 2799 w 3045074"/>
                <a:gd name="connsiteY0-50" fmla="*/ 848898 h 848898"/>
                <a:gd name="connsiteX1-51" fmla="*/ 2225299 w 3045074"/>
                <a:gd name="connsiteY1-52" fmla="*/ 616064 h 848898"/>
                <a:gd name="connsiteX2-53" fmla="*/ 3029632 w 3045074"/>
                <a:gd name="connsiteY2-54" fmla="*/ 2231 h 848898"/>
                <a:gd name="connsiteX3-55" fmla="*/ 2754466 w 3045074"/>
                <a:gd name="connsiteY3-56" fmla="*/ 425564 h 848898"/>
                <a:gd name="connsiteX4-57" fmla="*/ 2747103 w 3045074"/>
                <a:gd name="connsiteY4-58" fmla="*/ 841535 h 848898"/>
                <a:gd name="connsiteX5-59" fmla="*/ 2799 w 3045074"/>
                <a:gd name="connsiteY5-60" fmla="*/ 848898 h 848898"/>
                <a:gd name="connsiteX0-61" fmla="*/ 2799 w 3045074"/>
                <a:gd name="connsiteY0-62" fmla="*/ 848898 h 848898"/>
                <a:gd name="connsiteX1-63" fmla="*/ 2225299 w 3045074"/>
                <a:gd name="connsiteY1-64" fmla="*/ 616064 h 848898"/>
                <a:gd name="connsiteX2-65" fmla="*/ 3029632 w 3045074"/>
                <a:gd name="connsiteY2-66" fmla="*/ 2231 h 848898"/>
                <a:gd name="connsiteX3-67" fmla="*/ 2754466 w 3045074"/>
                <a:gd name="connsiteY3-68" fmla="*/ 425564 h 848898"/>
                <a:gd name="connsiteX4-69" fmla="*/ 2747103 w 3045074"/>
                <a:gd name="connsiteY4-70" fmla="*/ 841535 h 848898"/>
                <a:gd name="connsiteX5-71" fmla="*/ 2799 w 3045074"/>
                <a:gd name="connsiteY5-72" fmla="*/ 848898 h 848898"/>
                <a:gd name="connsiteX0-73" fmla="*/ 2979 w 2839117"/>
                <a:gd name="connsiteY0-74" fmla="*/ 630630 h 630630"/>
                <a:gd name="connsiteX1-75" fmla="*/ 2225479 w 2839117"/>
                <a:gd name="connsiteY1-76" fmla="*/ 397796 h 630630"/>
                <a:gd name="connsiteX2-77" fmla="*/ 2808948 w 2839117"/>
                <a:gd name="connsiteY2-78" fmla="*/ 4836 h 630630"/>
                <a:gd name="connsiteX3-79" fmla="*/ 2754646 w 2839117"/>
                <a:gd name="connsiteY3-80" fmla="*/ 207296 h 630630"/>
                <a:gd name="connsiteX4-81" fmla="*/ 2747283 w 2839117"/>
                <a:gd name="connsiteY4-82" fmla="*/ 623267 h 630630"/>
                <a:gd name="connsiteX5-83" fmla="*/ 2979 w 2839117"/>
                <a:gd name="connsiteY5-84" fmla="*/ 630630 h 630630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2839117" h="630630">
                  <a:moveTo>
                    <a:pt x="2979" y="630630"/>
                  </a:moveTo>
                  <a:cubicBezTo>
                    <a:pt x="-83988" y="593052"/>
                    <a:pt x="1757818" y="502095"/>
                    <a:pt x="2225479" y="397796"/>
                  </a:cubicBezTo>
                  <a:cubicBezTo>
                    <a:pt x="2693140" y="293497"/>
                    <a:pt x="2720754" y="36586"/>
                    <a:pt x="2808948" y="4836"/>
                  </a:cubicBezTo>
                  <a:cubicBezTo>
                    <a:pt x="2897142" y="-26914"/>
                    <a:pt x="2764923" y="104224"/>
                    <a:pt x="2754646" y="207296"/>
                  </a:cubicBezTo>
                  <a:cubicBezTo>
                    <a:pt x="2744369" y="310368"/>
                    <a:pt x="2727355" y="479087"/>
                    <a:pt x="2747283" y="623267"/>
                  </a:cubicBezTo>
                  <a:lnTo>
                    <a:pt x="2979" y="63063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0"/>
              <a:tileRect/>
            </a:gradFill>
          </p:spPr>
          <p:txBody>
            <a:bodyPr wrap="none"/>
            <a:lstStyle/>
            <a:p>
              <a:pPr>
                <a:defRPr/>
              </a:pPr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139" name="Group 197"/>
            <p:cNvGrpSpPr/>
            <p:nvPr/>
          </p:nvGrpSpPr>
          <p:grpSpPr bwMode="auto">
            <a:xfrm>
              <a:off x="6031592" y="5110300"/>
              <a:ext cx="2811283" cy="1421385"/>
              <a:chOff x="-999973" y="4015984"/>
              <a:chExt cx="2811283" cy="1421385"/>
            </a:xfrm>
          </p:grpSpPr>
          <p:sp>
            <p:nvSpPr>
              <p:cNvPr id="140" name="Rectangle 198"/>
              <p:cNvSpPr/>
              <p:nvPr/>
            </p:nvSpPr>
            <p:spPr bwMode="auto">
              <a:xfrm>
                <a:off x="-978114" y="4042381"/>
                <a:ext cx="2778018" cy="1344382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 cap="flat" cmpd="sng" algn="ctr">
                <a:solidFill>
                  <a:schemeClr val="accent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" name="TextBox 199"/>
              <p:cNvSpPr txBox="1">
                <a:spLocks noChangeArrowheads="1"/>
              </p:cNvSpPr>
              <p:nvPr/>
            </p:nvSpPr>
            <p:spPr bwMode="auto">
              <a:xfrm>
                <a:off x="-999973" y="4360336"/>
                <a:ext cx="1162231" cy="10770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ingress port = 3</a:t>
                </a:r>
              </a:p>
              <a:p>
                <a:r>
                  <a:rPr lang="en-US" altLang="zh-CN" sz="1600" b="1" dirty="0">
                    <a:solidFill>
                      <a:srgbClr val="C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IP </a:t>
                </a:r>
                <a:r>
                  <a:rPr lang="en-US" altLang="zh-CN" sz="1600" b="1" dirty="0" err="1">
                    <a:solidFill>
                      <a:srgbClr val="C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Dst</a:t>
                </a:r>
                <a:r>
                  <a:rPr lang="en-US" altLang="zh-CN" sz="1600" b="1" dirty="0">
                    <a:solidFill>
                      <a:srgbClr val="C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 = 10.1.</a:t>
                </a:r>
                <a:r>
                  <a:rPr lang="zh-CN" altLang="en-US" sz="1600" b="1" dirty="0">
                    <a:solidFill>
                      <a:srgbClr val="C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*</a:t>
                </a:r>
                <a:r>
                  <a:rPr lang="en-US" altLang="zh-CN" sz="1600" b="1" dirty="0">
                    <a:solidFill>
                      <a:srgbClr val="C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.</a:t>
                </a:r>
                <a:r>
                  <a:rPr lang="zh-CN" altLang="en-US" sz="1600" b="1" dirty="0">
                    <a:solidFill>
                      <a:srgbClr val="C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*</a:t>
                </a:r>
                <a:endParaRPr lang="en-US" altLang="zh-CN" sz="1600" b="1" dirty="0">
                  <a:solidFill>
                    <a:srgbClr val="C0000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  <a:p>
                <a:r>
                  <a:rPr lang="en-US" altLang="zh-CN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ingress port = 4</a:t>
                </a:r>
              </a:p>
              <a:p>
                <a:r>
                  <a:rPr lang="en-US" altLang="zh-CN" sz="1600" b="1" dirty="0">
                    <a:solidFill>
                      <a:srgbClr val="C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IP </a:t>
                </a:r>
                <a:r>
                  <a:rPr lang="en-US" altLang="zh-CN" sz="1600" b="1" dirty="0" err="1">
                    <a:solidFill>
                      <a:srgbClr val="C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Dst</a:t>
                </a:r>
                <a:r>
                  <a:rPr lang="en-US" altLang="zh-CN" sz="1600" b="1" dirty="0">
                    <a:solidFill>
                      <a:srgbClr val="C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 = 10.1.</a:t>
                </a:r>
                <a:r>
                  <a:rPr lang="zh-CN" altLang="en-US" sz="1600" b="1" dirty="0">
                    <a:solidFill>
                      <a:srgbClr val="C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*</a:t>
                </a:r>
                <a:r>
                  <a:rPr lang="en-US" altLang="zh-CN" sz="1600" b="1" dirty="0">
                    <a:solidFill>
                      <a:srgbClr val="C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.</a:t>
                </a:r>
                <a:r>
                  <a:rPr lang="zh-CN" altLang="en-US" sz="1600" b="1" dirty="0">
                    <a:solidFill>
                      <a:srgbClr val="C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*</a:t>
                </a:r>
                <a:endParaRPr lang="en-US" altLang="zh-CN" sz="1600" b="1" dirty="0">
                  <a:solidFill>
                    <a:srgbClr val="C0000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" name="TextBox 200"/>
              <p:cNvSpPr txBox="1">
                <a:spLocks noChangeArrowheads="1"/>
              </p:cNvSpPr>
              <p:nvPr/>
            </p:nvSpPr>
            <p:spPr bwMode="auto">
              <a:xfrm>
                <a:off x="895762" y="4478377"/>
                <a:ext cx="915548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forward(2)</a:t>
                </a:r>
              </a:p>
            </p:txBody>
          </p:sp>
          <p:cxnSp>
            <p:nvCxnSpPr>
              <p:cNvPr id="143" name="Straight Connector 201"/>
              <p:cNvCxnSpPr>
                <a:cxnSpLocks noChangeShapeType="1"/>
              </p:cNvCxnSpPr>
              <p:nvPr/>
            </p:nvCxnSpPr>
            <p:spPr bwMode="auto">
              <a:xfrm>
                <a:off x="-994833" y="4402666"/>
                <a:ext cx="2794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4" name="TextBox 202"/>
              <p:cNvSpPr txBox="1">
                <a:spLocks noChangeArrowheads="1"/>
              </p:cNvSpPr>
              <p:nvPr/>
            </p:nvSpPr>
            <p:spPr bwMode="auto">
              <a:xfrm>
                <a:off x="-674004" y="4051301"/>
                <a:ext cx="502726" cy="33849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match</a:t>
                </a:r>
              </a:p>
            </p:txBody>
          </p:sp>
          <p:sp>
            <p:nvSpPr>
              <p:cNvPr id="145" name="TextBox 203"/>
              <p:cNvSpPr txBox="1">
                <a:spLocks noChangeArrowheads="1"/>
              </p:cNvSpPr>
              <p:nvPr/>
            </p:nvSpPr>
            <p:spPr bwMode="auto">
              <a:xfrm>
                <a:off x="1002154" y="4015984"/>
                <a:ext cx="495795" cy="33849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action</a:t>
                </a:r>
              </a:p>
            </p:txBody>
          </p:sp>
          <p:cxnSp>
            <p:nvCxnSpPr>
              <p:cNvPr id="146" name="Straight Connector 204"/>
              <p:cNvCxnSpPr>
                <a:cxnSpLocks noChangeShapeType="1"/>
              </p:cNvCxnSpPr>
              <p:nvPr/>
            </p:nvCxnSpPr>
            <p:spPr bwMode="auto">
              <a:xfrm>
                <a:off x="878073" y="4042833"/>
                <a:ext cx="4690" cy="134946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7" name="Straight Connector 205"/>
              <p:cNvCxnSpPr>
                <a:cxnSpLocks noChangeShapeType="1"/>
              </p:cNvCxnSpPr>
              <p:nvPr/>
            </p:nvCxnSpPr>
            <p:spPr bwMode="auto">
              <a:xfrm>
                <a:off x="-987479" y="4896787"/>
                <a:ext cx="2794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8" name="TextBox 206"/>
              <p:cNvSpPr txBox="1">
                <a:spLocks noChangeArrowheads="1"/>
              </p:cNvSpPr>
              <p:nvPr/>
            </p:nvSpPr>
            <p:spPr bwMode="auto">
              <a:xfrm>
                <a:off x="895762" y="4973448"/>
                <a:ext cx="894566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zh-CN" sz="16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forward(1)</a:t>
                </a:r>
              </a:p>
            </p:txBody>
          </p:sp>
        </p:grpSp>
      </p:grpSp>
      <p:sp>
        <p:nvSpPr>
          <p:cNvPr id="4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4.6 </a:t>
            </a:r>
            <a:r>
              <a:rPr lang="zh-CN" alt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软件定义网络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cxnSp>
        <p:nvCxnSpPr>
          <p:cNvPr id="19" name="Straight Connector 13"/>
          <p:cNvCxnSpPr>
            <a:cxnSpLocks noChangeShapeType="1"/>
          </p:cNvCxnSpPr>
          <p:nvPr/>
        </p:nvCxnSpPr>
        <p:spPr bwMode="auto">
          <a:xfrm>
            <a:off x="2521006" y="2438543"/>
            <a:ext cx="2157412" cy="184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0" name="Straight Connector 11"/>
          <p:cNvCxnSpPr>
            <a:cxnSpLocks noChangeShapeType="1"/>
          </p:cNvCxnSpPr>
          <p:nvPr/>
        </p:nvCxnSpPr>
        <p:spPr bwMode="auto">
          <a:xfrm>
            <a:off x="2800406" y="4373706"/>
            <a:ext cx="2046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1" name="Straight Connector 6"/>
          <p:cNvCxnSpPr>
            <a:cxnSpLocks noChangeShapeType="1"/>
          </p:cNvCxnSpPr>
          <p:nvPr/>
        </p:nvCxnSpPr>
        <p:spPr bwMode="auto">
          <a:xfrm>
            <a:off x="2601968" y="2567131"/>
            <a:ext cx="0" cy="157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2" name="Straight Connector 64"/>
          <p:cNvCxnSpPr>
            <a:cxnSpLocks noChangeShapeType="1"/>
          </p:cNvCxnSpPr>
          <p:nvPr/>
        </p:nvCxnSpPr>
        <p:spPr bwMode="auto">
          <a:xfrm flipH="1">
            <a:off x="2722618" y="3030681"/>
            <a:ext cx="1477963" cy="1311275"/>
          </a:xfrm>
          <a:prstGeom prst="line">
            <a:avLst/>
          </a:prstGeom>
          <a:noFill/>
          <a:ln w="12700">
            <a:solidFill>
              <a:srgbClr val="CC0000">
                <a:alpha val="50195"/>
              </a:srgbClr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3" name="Straight Connector 57"/>
          <p:cNvCxnSpPr/>
          <p:nvPr/>
        </p:nvCxnSpPr>
        <p:spPr>
          <a:xfrm flipH="1" flipV="1">
            <a:off x="2670231" y="4443556"/>
            <a:ext cx="6350" cy="657225"/>
          </a:xfrm>
          <a:prstGeom prst="line">
            <a:avLst/>
          </a:prstGeom>
          <a:ln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7"/>
          <p:cNvCxnSpPr/>
          <p:nvPr/>
        </p:nvCxnSpPr>
        <p:spPr>
          <a:xfrm>
            <a:off x="1714556" y="4400693"/>
            <a:ext cx="531812" cy="0"/>
          </a:xfrm>
          <a:prstGeom prst="line">
            <a:avLst/>
          </a:prstGeom>
          <a:ln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5" name="Group 44"/>
          <p:cNvGrpSpPr/>
          <p:nvPr/>
        </p:nvGrpSpPr>
        <p:grpSpPr bwMode="auto">
          <a:xfrm>
            <a:off x="1116068" y="3919681"/>
            <a:ext cx="757238" cy="628650"/>
            <a:chOff x="-44" y="1473"/>
            <a:chExt cx="981" cy="1105"/>
          </a:xfrm>
        </p:grpSpPr>
        <p:pic>
          <p:nvPicPr>
            <p:cNvPr id="26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" name="Freeform 46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prstDash val="solid"/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28" name="Group 44"/>
          <p:cNvGrpSpPr/>
          <p:nvPr/>
        </p:nvGrpSpPr>
        <p:grpSpPr bwMode="auto">
          <a:xfrm>
            <a:off x="2179693" y="4768993"/>
            <a:ext cx="757238" cy="628650"/>
            <a:chOff x="188" y="1473"/>
            <a:chExt cx="981" cy="1105"/>
          </a:xfrm>
        </p:grpSpPr>
        <p:pic>
          <p:nvPicPr>
            <p:cNvPr id="29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88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" name="Freeform 46"/>
            <p:cNvSpPr/>
            <p:nvPr/>
          </p:nvSpPr>
          <p:spPr bwMode="auto">
            <a:xfrm flipH="1">
              <a:off x="598" y="1587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prstDash val="solid"/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31" name="TextBox 9"/>
          <p:cNvSpPr txBox="1">
            <a:spLocks noChangeArrowheads="1"/>
          </p:cNvSpPr>
          <p:nvPr/>
        </p:nvSpPr>
        <p:spPr bwMode="auto">
          <a:xfrm>
            <a:off x="1250690" y="4424506"/>
            <a:ext cx="853119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600" b="1" i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Host h1</a:t>
            </a:r>
          </a:p>
          <a:p>
            <a:pPr algn="ctr"/>
            <a:r>
              <a:rPr lang="en-US" altLang="zh-CN" sz="1400" b="1" dirty="0">
                <a:solidFill>
                  <a:srgbClr val="00B0F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10.1.0.1</a:t>
            </a:r>
          </a:p>
        </p:txBody>
      </p:sp>
      <p:sp>
        <p:nvSpPr>
          <p:cNvPr id="32" name="TextBox 58"/>
          <p:cNvSpPr txBox="1">
            <a:spLocks noChangeArrowheads="1"/>
          </p:cNvSpPr>
          <p:nvPr/>
        </p:nvSpPr>
        <p:spPr bwMode="auto">
          <a:xfrm>
            <a:off x="2862318" y="4826143"/>
            <a:ext cx="768159" cy="8002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Host h2</a:t>
            </a:r>
          </a:p>
          <a:p>
            <a:r>
              <a:rPr lang="en-US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10.1.0.2</a:t>
            </a:r>
          </a:p>
          <a:p>
            <a:endParaRPr lang="en-US" altLang="zh-CN" sz="18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cxnSp>
        <p:nvCxnSpPr>
          <p:cNvPr id="33" name="Straight Connector 65"/>
          <p:cNvCxnSpPr/>
          <p:nvPr/>
        </p:nvCxnSpPr>
        <p:spPr>
          <a:xfrm flipV="1">
            <a:off x="4368856" y="4445143"/>
            <a:ext cx="306387" cy="490538"/>
          </a:xfrm>
          <a:prstGeom prst="line">
            <a:avLst/>
          </a:prstGeom>
          <a:ln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66"/>
          <p:cNvCxnSpPr/>
          <p:nvPr/>
        </p:nvCxnSpPr>
        <p:spPr>
          <a:xfrm>
            <a:off x="5122918" y="4324493"/>
            <a:ext cx="531813" cy="0"/>
          </a:xfrm>
          <a:prstGeom prst="line">
            <a:avLst/>
          </a:prstGeom>
          <a:ln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5" name="Group 44"/>
          <p:cNvGrpSpPr/>
          <p:nvPr/>
        </p:nvGrpSpPr>
        <p:grpSpPr bwMode="auto">
          <a:xfrm>
            <a:off x="5329293" y="4097481"/>
            <a:ext cx="757238" cy="628650"/>
            <a:chOff x="-44" y="1473"/>
            <a:chExt cx="981" cy="1105"/>
          </a:xfrm>
        </p:grpSpPr>
        <p:pic>
          <p:nvPicPr>
            <p:cNvPr id="36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" name="Freeform 46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prstDash val="solid"/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38" name="Group 44"/>
          <p:cNvGrpSpPr/>
          <p:nvPr/>
        </p:nvGrpSpPr>
        <p:grpSpPr bwMode="auto">
          <a:xfrm>
            <a:off x="3851331" y="4711843"/>
            <a:ext cx="757237" cy="628650"/>
            <a:chOff x="-44" y="1473"/>
            <a:chExt cx="981" cy="1105"/>
          </a:xfrm>
        </p:grpSpPr>
        <p:pic>
          <p:nvPicPr>
            <p:cNvPr id="39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" name="Freeform 46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prstDash val="solid"/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41" name="TextBox 70"/>
          <p:cNvSpPr txBox="1">
            <a:spLocks noChangeArrowheads="1"/>
          </p:cNvSpPr>
          <p:nvPr/>
        </p:nvSpPr>
        <p:spPr bwMode="auto">
          <a:xfrm>
            <a:off x="6088118" y="4126056"/>
            <a:ext cx="768159" cy="8002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Host h4</a:t>
            </a:r>
          </a:p>
          <a:p>
            <a:r>
              <a:rPr lang="en-US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10.2.0.4</a:t>
            </a:r>
          </a:p>
          <a:p>
            <a:endParaRPr lang="en-US" altLang="zh-CN" sz="18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cxnSp>
        <p:nvCxnSpPr>
          <p:cNvPr id="42" name="Straight Connector 77"/>
          <p:cNvCxnSpPr/>
          <p:nvPr/>
        </p:nvCxnSpPr>
        <p:spPr>
          <a:xfrm>
            <a:off x="1725668" y="2557606"/>
            <a:ext cx="706438" cy="0"/>
          </a:xfrm>
          <a:prstGeom prst="line">
            <a:avLst/>
          </a:prstGeom>
          <a:ln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78"/>
          <p:cNvCxnSpPr/>
          <p:nvPr/>
        </p:nvCxnSpPr>
        <p:spPr>
          <a:xfrm flipV="1">
            <a:off x="2703568" y="1890856"/>
            <a:ext cx="0" cy="474662"/>
          </a:xfrm>
          <a:prstGeom prst="line">
            <a:avLst/>
          </a:prstGeom>
          <a:ln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44" name="Group 44"/>
          <p:cNvGrpSpPr/>
          <p:nvPr/>
        </p:nvGrpSpPr>
        <p:grpSpPr bwMode="auto">
          <a:xfrm>
            <a:off x="2222556" y="1498743"/>
            <a:ext cx="757237" cy="628650"/>
            <a:chOff x="-44" y="1473"/>
            <a:chExt cx="981" cy="1105"/>
          </a:xfrm>
        </p:grpSpPr>
        <p:pic>
          <p:nvPicPr>
            <p:cNvPr id="45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" name="Freeform 46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prstDash val="solid"/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7" name="Group 44"/>
          <p:cNvGrpSpPr/>
          <p:nvPr/>
        </p:nvGrpSpPr>
        <p:grpSpPr bwMode="auto">
          <a:xfrm>
            <a:off x="1168456" y="2332181"/>
            <a:ext cx="757237" cy="628650"/>
            <a:chOff x="-44" y="1473"/>
            <a:chExt cx="981" cy="1105"/>
          </a:xfrm>
        </p:grpSpPr>
        <p:pic>
          <p:nvPicPr>
            <p:cNvPr id="48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" name="Freeform 46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prstDash val="solid"/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50" name="TextBox 83"/>
          <p:cNvSpPr txBox="1">
            <a:spLocks noChangeArrowheads="1"/>
          </p:cNvSpPr>
          <p:nvPr/>
        </p:nvSpPr>
        <p:spPr bwMode="auto">
          <a:xfrm>
            <a:off x="1289995" y="2835418"/>
            <a:ext cx="768159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Host h5</a:t>
            </a:r>
          </a:p>
          <a:p>
            <a:pPr algn="ctr"/>
            <a:r>
              <a:rPr lang="en-US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10.3.0.5</a:t>
            </a:r>
          </a:p>
        </p:txBody>
      </p:sp>
      <p:sp>
        <p:nvSpPr>
          <p:cNvPr id="51" name="TextBox 92"/>
          <p:cNvSpPr txBox="1">
            <a:spLocks noChangeArrowheads="1"/>
          </p:cNvSpPr>
          <p:nvPr/>
        </p:nvSpPr>
        <p:spPr bwMode="auto">
          <a:xfrm>
            <a:off x="2665468" y="3826018"/>
            <a:ext cx="38985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s1</a:t>
            </a:r>
          </a:p>
        </p:txBody>
      </p:sp>
      <p:sp>
        <p:nvSpPr>
          <p:cNvPr id="52" name="TextBox 93"/>
          <p:cNvSpPr txBox="1">
            <a:spLocks noChangeArrowheads="1"/>
          </p:cNvSpPr>
          <p:nvPr/>
        </p:nvSpPr>
        <p:spPr bwMode="auto">
          <a:xfrm>
            <a:off x="4826056" y="3853006"/>
            <a:ext cx="38985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s2</a:t>
            </a:r>
          </a:p>
        </p:txBody>
      </p:sp>
      <p:sp>
        <p:nvSpPr>
          <p:cNvPr id="53" name="TextBox 94"/>
          <p:cNvSpPr txBox="1">
            <a:spLocks noChangeArrowheads="1"/>
          </p:cNvSpPr>
          <p:nvPr/>
        </p:nvSpPr>
        <p:spPr bwMode="auto">
          <a:xfrm>
            <a:off x="2882956" y="2044843"/>
            <a:ext cx="38985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s3</a:t>
            </a:r>
          </a:p>
        </p:txBody>
      </p:sp>
      <p:cxnSp>
        <p:nvCxnSpPr>
          <p:cNvPr id="54" name="Straight Connector 99"/>
          <p:cNvCxnSpPr>
            <a:cxnSpLocks noChangeShapeType="1"/>
            <a:stCxn id="59" idx="0"/>
          </p:cNvCxnSpPr>
          <p:nvPr/>
        </p:nvCxnSpPr>
        <p:spPr bwMode="auto">
          <a:xfrm>
            <a:off x="3002648" y="2563956"/>
            <a:ext cx="1112208" cy="403225"/>
          </a:xfrm>
          <a:prstGeom prst="line">
            <a:avLst/>
          </a:prstGeom>
          <a:noFill/>
          <a:ln w="12700">
            <a:solidFill>
              <a:srgbClr val="CC0000">
                <a:alpha val="50195"/>
              </a:srgbClr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5" name="Straight Connector 102"/>
          <p:cNvCxnSpPr>
            <a:cxnSpLocks noChangeShapeType="1"/>
            <a:endCxn id="82" idx="4"/>
          </p:cNvCxnSpPr>
          <p:nvPr/>
        </p:nvCxnSpPr>
        <p:spPr bwMode="auto">
          <a:xfrm>
            <a:off x="4200581" y="3030681"/>
            <a:ext cx="520700" cy="1108075"/>
          </a:xfrm>
          <a:prstGeom prst="line">
            <a:avLst/>
          </a:prstGeom>
          <a:noFill/>
          <a:ln w="12700">
            <a:solidFill>
              <a:srgbClr val="CC0000">
                <a:alpha val="50195"/>
              </a:srgbClr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56" name="TextBox 108"/>
          <p:cNvSpPr txBox="1">
            <a:spLocks noChangeArrowheads="1"/>
          </p:cNvSpPr>
          <p:nvPr/>
        </p:nvSpPr>
        <p:spPr bwMode="auto">
          <a:xfrm>
            <a:off x="2494018" y="2049606"/>
            <a:ext cx="271463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</a:p>
        </p:txBody>
      </p:sp>
      <p:sp>
        <p:nvSpPr>
          <p:cNvPr id="57" name="TextBox 109"/>
          <p:cNvSpPr txBox="1">
            <a:spLocks noChangeArrowheads="1"/>
          </p:cNvSpPr>
          <p:nvPr/>
        </p:nvSpPr>
        <p:spPr bwMode="auto">
          <a:xfrm>
            <a:off x="2025706" y="2295668"/>
            <a:ext cx="2616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</a:p>
        </p:txBody>
      </p:sp>
      <p:sp>
        <p:nvSpPr>
          <p:cNvPr id="58" name="TextBox 110"/>
          <p:cNvSpPr txBox="1">
            <a:spLocks noChangeArrowheads="1"/>
          </p:cNvSpPr>
          <p:nvPr/>
        </p:nvSpPr>
        <p:spPr bwMode="auto">
          <a:xfrm>
            <a:off x="2394006" y="2627456"/>
            <a:ext cx="269875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</a:p>
        </p:txBody>
      </p:sp>
      <p:sp>
        <p:nvSpPr>
          <p:cNvPr id="59" name="TextBox 111"/>
          <p:cNvSpPr txBox="1">
            <a:spLocks noChangeArrowheads="1"/>
          </p:cNvSpPr>
          <p:nvPr/>
        </p:nvSpPr>
        <p:spPr bwMode="auto">
          <a:xfrm>
            <a:off x="2871843" y="2563956"/>
            <a:ext cx="2616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4</a:t>
            </a:r>
          </a:p>
        </p:txBody>
      </p:sp>
      <p:sp>
        <p:nvSpPr>
          <p:cNvPr id="60" name="TextBox 112"/>
          <p:cNvSpPr txBox="1">
            <a:spLocks noChangeArrowheads="1"/>
          </p:cNvSpPr>
          <p:nvPr/>
        </p:nvSpPr>
        <p:spPr bwMode="auto">
          <a:xfrm>
            <a:off x="2397181" y="3883168"/>
            <a:ext cx="26987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</a:p>
        </p:txBody>
      </p:sp>
      <p:sp>
        <p:nvSpPr>
          <p:cNvPr id="61" name="TextBox 113"/>
          <p:cNvSpPr txBox="1">
            <a:spLocks noChangeArrowheads="1"/>
          </p:cNvSpPr>
          <p:nvPr/>
        </p:nvSpPr>
        <p:spPr bwMode="auto">
          <a:xfrm>
            <a:off x="2039993" y="4153043"/>
            <a:ext cx="2616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</a:p>
        </p:txBody>
      </p:sp>
      <p:sp>
        <p:nvSpPr>
          <p:cNvPr id="62" name="TextBox 114"/>
          <p:cNvSpPr txBox="1">
            <a:spLocks noChangeArrowheads="1"/>
          </p:cNvSpPr>
          <p:nvPr/>
        </p:nvSpPr>
        <p:spPr bwMode="auto">
          <a:xfrm>
            <a:off x="2422581" y="4500706"/>
            <a:ext cx="26987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</a:p>
        </p:txBody>
      </p:sp>
      <p:sp>
        <p:nvSpPr>
          <p:cNvPr id="63" name="TextBox 115"/>
          <p:cNvSpPr txBox="1">
            <a:spLocks noChangeArrowheads="1"/>
          </p:cNvSpPr>
          <p:nvPr/>
        </p:nvSpPr>
        <p:spPr bwMode="auto">
          <a:xfrm>
            <a:off x="2930581" y="4313381"/>
            <a:ext cx="2616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4</a:t>
            </a:r>
          </a:p>
        </p:txBody>
      </p:sp>
      <p:sp>
        <p:nvSpPr>
          <p:cNvPr id="64" name="TextBox 117"/>
          <p:cNvSpPr txBox="1">
            <a:spLocks noChangeArrowheads="1"/>
          </p:cNvSpPr>
          <p:nvPr/>
        </p:nvSpPr>
        <p:spPr bwMode="auto">
          <a:xfrm>
            <a:off x="4187881" y="3965718"/>
            <a:ext cx="269875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</a:p>
        </p:txBody>
      </p:sp>
      <p:sp>
        <p:nvSpPr>
          <p:cNvPr id="65" name="TextBox 118"/>
          <p:cNvSpPr txBox="1">
            <a:spLocks noChangeArrowheads="1"/>
          </p:cNvSpPr>
          <p:nvPr/>
        </p:nvSpPr>
        <p:spPr bwMode="auto">
          <a:xfrm>
            <a:off x="4159306" y="4313381"/>
            <a:ext cx="2616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</a:p>
        </p:txBody>
      </p:sp>
      <p:sp>
        <p:nvSpPr>
          <p:cNvPr id="66" name="TextBox 119"/>
          <p:cNvSpPr txBox="1">
            <a:spLocks noChangeArrowheads="1"/>
          </p:cNvSpPr>
          <p:nvPr/>
        </p:nvSpPr>
        <p:spPr bwMode="auto">
          <a:xfrm>
            <a:off x="4526018" y="4518168"/>
            <a:ext cx="269875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</a:p>
        </p:txBody>
      </p:sp>
      <p:sp>
        <p:nvSpPr>
          <p:cNvPr id="67" name="TextBox 120"/>
          <p:cNvSpPr txBox="1">
            <a:spLocks noChangeArrowheads="1"/>
          </p:cNvSpPr>
          <p:nvPr/>
        </p:nvSpPr>
        <p:spPr bwMode="auto">
          <a:xfrm>
            <a:off x="5084818" y="4270518"/>
            <a:ext cx="2616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12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4</a:t>
            </a:r>
          </a:p>
        </p:txBody>
      </p:sp>
      <p:sp>
        <p:nvSpPr>
          <p:cNvPr id="68" name="TextBox 150"/>
          <p:cNvSpPr txBox="1">
            <a:spLocks noChangeArrowheads="1"/>
          </p:cNvSpPr>
          <p:nvPr/>
        </p:nvSpPr>
        <p:spPr bwMode="auto">
          <a:xfrm>
            <a:off x="2984651" y="1516206"/>
            <a:ext cx="768159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Host h6</a:t>
            </a:r>
          </a:p>
          <a:p>
            <a:pPr algn="ctr"/>
            <a:r>
              <a:rPr lang="en-US" altLang="zh-CN" sz="14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10.3.0.6</a:t>
            </a:r>
          </a:p>
        </p:txBody>
      </p:sp>
      <p:grpSp>
        <p:nvGrpSpPr>
          <p:cNvPr id="69" name="Group 7"/>
          <p:cNvGrpSpPr/>
          <p:nvPr/>
        </p:nvGrpSpPr>
        <p:grpSpPr bwMode="auto">
          <a:xfrm>
            <a:off x="2271768" y="4133993"/>
            <a:ext cx="700088" cy="398463"/>
            <a:chOff x="1871277" y="1576300"/>
            <a:chExt cx="1128371" cy="437861"/>
          </a:xfrm>
        </p:grpSpPr>
        <p:sp>
          <p:nvSpPr>
            <p:cNvPr id="70" name="Oval 154"/>
            <p:cNvSpPr>
              <a:spLocks noChangeArrowheads="1"/>
            </p:cNvSpPr>
            <p:nvPr/>
          </p:nvSpPr>
          <p:spPr bwMode="auto">
            <a:xfrm flipV="1">
              <a:off x="1873836" y="1694924"/>
              <a:ext cx="1125812" cy="31923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71" name="Rectangle 155"/>
            <p:cNvSpPr/>
            <p:nvPr/>
          </p:nvSpPr>
          <p:spPr bwMode="auto">
            <a:xfrm>
              <a:off x="1871277" y="1740280"/>
              <a:ext cx="1128371" cy="11513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72" name="Oval 156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812" cy="31923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73" name="Freeform 157"/>
            <p:cNvSpPr/>
            <p:nvPr/>
          </p:nvSpPr>
          <p:spPr bwMode="auto">
            <a:xfrm>
              <a:off x="2160407" y="1673990"/>
              <a:ext cx="547554" cy="16049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-1" fmla="*/ 1486231 w 2944854"/>
                <a:gd name="connsiteY0-2" fmla="*/ 727041 h 1316375"/>
                <a:gd name="connsiteX1-3" fmla="*/ 257675 w 2944854"/>
                <a:gd name="connsiteY1-4" fmla="*/ 1302232 h 1316375"/>
                <a:gd name="connsiteX2-5" fmla="*/ 0 w 2944854"/>
                <a:gd name="connsiteY2-6" fmla="*/ 1228607 h 1316375"/>
                <a:gd name="connsiteX3-7" fmla="*/ 911064 w 2944854"/>
                <a:gd name="connsiteY3-8" fmla="*/ 837478 h 1316375"/>
                <a:gd name="connsiteX4-9" fmla="*/ 883456 w 2944854"/>
                <a:gd name="connsiteY4-10" fmla="*/ 450949 h 1316375"/>
                <a:gd name="connsiteX5-11" fmla="*/ 161047 w 2944854"/>
                <a:gd name="connsiteY5-12" fmla="*/ 119640 h 1316375"/>
                <a:gd name="connsiteX6-13" fmla="*/ 404917 w 2944854"/>
                <a:gd name="connsiteY6-14" fmla="*/ 50617 h 1316375"/>
                <a:gd name="connsiteX7-15" fmla="*/ 1477028 w 2944854"/>
                <a:gd name="connsiteY7-16" fmla="*/ 501566 h 1316375"/>
                <a:gd name="connsiteX8-17" fmla="*/ 2572146 w 2944854"/>
                <a:gd name="connsiteY8-18" fmla="*/ 0 h 1316375"/>
                <a:gd name="connsiteX9-19" fmla="*/ 2875834 w 2944854"/>
                <a:gd name="connsiteY9-20" fmla="*/ 96632 h 1316375"/>
                <a:gd name="connsiteX10-21" fmla="*/ 2079803 w 2944854"/>
                <a:gd name="connsiteY10-22" fmla="*/ 432543 h 1316375"/>
                <a:gd name="connsiteX11-23" fmla="*/ 2240850 w 2944854"/>
                <a:gd name="connsiteY11-24" fmla="*/ 920305 h 1316375"/>
                <a:gd name="connsiteX12-25" fmla="*/ 2944854 w 2944854"/>
                <a:gd name="connsiteY12-26" fmla="*/ 1228607 h 1316375"/>
                <a:gd name="connsiteX13-27" fmla="*/ 2756623 w 2944854"/>
                <a:gd name="connsiteY13-28" fmla="*/ 1316375 h 1316375"/>
                <a:gd name="connsiteX14-29" fmla="*/ 1486231 w 2944854"/>
                <a:gd name="connsiteY14-30" fmla="*/ 727041 h 1316375"/>
                <a:gd name="connsiteX0-31" fmla="*/ 1486231 w 3024520"/>
                <a:gd name="connsiteY0-32" fmla="*/ 727041 h 1316375"/>
                <a:gd name="connsiteX1-33" fmla="*/ 257675 w 3024520"/>
                <a:gd name="connsiteY1-34" fmla="*/ 1302232 h 1316375"/>
                <a:gd name="connsiteX2-35" fmla="*/ 0 w 3024520"/>
                <a:gd name="connsiteY2-36" fmla="*/ 1228607 h 1316375"/>
                <a:gd name="connsiteX3-37" fmla="*/ 911064 w 3024520"/>
                <a:gd name="connsiteY3-38" fmla="*/ 837478 h 1316375"/>
                <a:gd name="connsiteX4-39" fmla="*/ 883456 w 3024520"/>
                <a:gd name="connsiteY4-40" fmla="*/ 450949 h 1316375"/>
                <a:gd name="connsiteX5-41" fmla="*/ 161047 w 3024520"/>
                <a:gd name="connsiteY5-42" fmla="*/ 119640 h 1316375"/>
                <a:gd name="connsiteX6-43" fmla="*/ 404917 w 3024520"/>
                <a:gd name="connsiteY6-44" fmla="*/ 50617 h 1316375"/>
                <a:gd name="connsiteX7-45" fmla="*/ 1477028 w 3024520"/>
                <a:gd name="connsiteY7-46" fmla="*/ 501566 h 1316375"/>
                <a:gd name="connsiteX8-47" fmla="*/ 2572146 w 3024520"/>
                <a:gd name="connsiteY8-48" fmla="*/ 0 h 1316375"/>
                <a:gd name="connsiteX9-49" fmla="*/ 2875834 w 3024520"/>
                <a:gd name="connsiteY9-50" fmla="*/ 96632 h 1316375"/>
                <a:gd name="connsiteX10-51" fmla="*/ 2079803 w 3024520"/>
                <a:gd name="connsiteY10-52" fmla="*/ 432543 h 1316375"/>
                <a:gd name="connsiteX11-53" fmla="*/ 2240850 w 3024520"/>
                <a:gd name="connsiteY11-54" fmla="*/ 920305 h 1316375"/>
                <a:gd name="connsiteX12-55" fmla="*/ 3024520 w 3024520"/>
                <a:gd name="connsiteY12-56" fmla="*/ 1228607 h 1316375"/>
                <a:gd name="connsiteX13-57" fmla="*/ 2756623 w 3024520"/>
                <a:gd name="connsiteY13-58" fmla="*/ 1316375 h 1316375"/>
                <a:gd name="connsiteX14-59" fmla="*/ 1486231 w 3024520"/>
                <a:gd name="connsiteY14-60" fmla="*/ 727041 h 1316375"/>
                <a:gd name="connsiteX0-61" fmla="*/ 1537780 w 3076069"/>
                <a:gd name="connsiteY0-62" fmla="*/ 727041 h 1316375"/>
                <a:gd name="connsiteX1-63" fmla="*/ 309224 w 3076069"/>
                <a:gd name="connsiteY1-64" fmla="*/ 1302232 h 1316375"/>
                <a:gd name="connsiteX2-65" fmla="*/ 0 w 3076069"/>
                <a:gd name="connsiteY2-66" fmla="*/ 1228607 h 1316375"/>
                <a:gd name="connsiteX3-67" fmla="*/ 962613 w 3076069"/>
                <a:gd name="connsiteY3-68" fmla="*/ 837478 h 1316375"/>
                <a:gd name="connsiteX4-69" fmla="*/ 935005 w 3076069"/>
                <a:gd name="connsiteY4-70" fmla="*/ 450949 h 1316375"/>
                <a:gd name="connsiteX5-71" fmla="*/ 212596 w 3076069"/>
                <a:gd name="connsiteY5-72" fmla="*/ 119640 h 1316375"/>
                <a:gd name="connsiteX6-73" fmla="*/ 456466 w 3076069"/>
                <a:gd name="connsiteY6-74" fmla="*/ 50617 h 1316375"/>
                <a:gd name="connsiteX7-75" fmla="*/ 1528577 w 3076069"/>
                <a:gd name="connsiteY7-76" fmla="*/ 501566 h 1316375"/>
                <a:gd name="connsiteX8-77" fmla="*/ 2623695 w 3076069"/>
                <a:gd name="connsiteY8-78" fmla="*/ 0 h 1316375"/>
                <a:gd name="connsiteX9-79" fmla="*/ 2927383 w 3076069"/>
                <a:gd name="connsiteY9-80" fmla="*/ 96632 h 1316375"/>
                <a:gd name="connsiteX10-81" fmla="*/ 2131352 w 3076069"/>
                <a:gd name="connsiteY10-82" fmla="*/ 432543 h 1316375"/>
                <a:gd name="connsiteX11-83" fmla="*/ 2292399 w 3076069"/>
                <a:gd name="connsiteY11-84" fmla="*/ 920305 h 1316375"/>
                <a:gd name="connsiteX12-85" fmla="*/ 3076069 w 3076069"/>
                <a:gd name="connsiteY12-86" fmla="*/ 1228607 h 1316375"/>
                <a:gd name="connsiteX13-87" fmla="*/ 2808172 w 3076069"/>
                <a:gd name="connsiteY13-88" fmla="*/ 1316375 h 1316375"/>
                <a:gd name="connsiteX14-89" fmla="*/ 1537780 w 3076069"/>
                <a:gd name="connsiteY14-90" fmla="*/ 727041 h 1316375"/>
                <a:gd name="connsiteX0-91" fmla="*/ 1537780 w 3076069"/>
                <a:gd name="connsiteY0-92" fmla="*/ 727041 h 1321259"/>
                <a:gd name="connsiteX1-93" fmla="*/ 313981 w 3076069"/>
                <a:gd name="connsiteY1-94" fmla="*/ 1321259 h 1321259"/>
                <a:gd name="connsiteX2-95" fmla="*/ 0 w 3076069"/>
                <a:gd name="connsiteY2-96" fmla="*/ 1228607 h 1321259"/>
                <a:gd name="connsiteX3-97" fmla="*/ 962613 w 3076069"/>
                <a:gd name="connsiteY3-98" fmla="*/ 837478 h 1321259"/>
                <a:gd name="connsiteX4-99" fmla="*/ 935005 w 3076069"/>
                <a:gd name="connsiteY4-100" fmla="*/ 450949 h 1321259"/>
                <a:gd name="connsiteX5-101" fmla="*/ 212596 w 3076069"/>
                <a:gd name="connsiteY5-102" fmla="*/ 119640 h 1321259"/>
                <a:gd name="connsiteX6-103" fmla="*/ 456466 w 3076069"/>
                <a:gd name="connsiteY6-104" fmla="*/ 50617 h 1321259"/>
                <a:gd name="connsiteX7-105" fmla="*/ 1528577 w 3076069"/>
                <a:gd name="connsiteY7-106" fmla="*/ 501566 h 1321259"/>
                <a:gd name="connsiteX8-107" fmla="*/ 2623695 w 3076069"/>
                <a:gd name="connsiteY8-108" fmla="*/ 0 h 1321259"/>
                <a:gd name="connsiteX9-109" fmla="*/ 2927383 w 3076069"/>
                <a:gd name="connsiteY9-110" fmla="*/ 96632 h 1321259"/>
                <a:gd name="connsiteX10-111" fmla="*/ 2131352 w 3076069"/>
                <a:gd name="connsiteY10-112" fmla="*/ 432543 h 1321259"/>
                <a:gd name="connsiteX11-113" fmla="*/ 2292399 w 3076069"/>
                <a:gd name="connsiteY11-114" fmla="*/ 920305 h 1321259"/>
                <a:gd name="connsiteX12-115" fmla="*/ 3076069 w 3076069"/>
                <a:gd name="connsiteY12-116" fmla="*/ 1228607 h 1321259"/>
                <a:gd name="connsiteX13-117" fmla="*/ 2808172 w 3076069"/>
                <a:gd name="connsiteY13-118" fmla="*/ 1316375 h 1321259"/>
                <a:gd name="connsiteX14-119" fmla="*/ 1537780 w 3076069"/>
                <a:gd name="connsiteY14-120" fmla="*/ 727041 h 1321259"/>
                <a:gd name="connsiteX0-121" fmla="*/ 1537780 w 3076069"/>
                <a:gd name="connsiteY0-122" fmla="*/ 750825 h 1321259"/>
                <a:gd name="connsiteX1-123" fmla="*/ 313981 w 3076069"/>
                <a:gd name="connsiteY1-124" fmla="*/ 1321259 h 1321259"/>
                <a:gd name="connsiteX2-125" fmla="*/ 0 w 3076069"/>
                <a:gd name="connsiteY2-126" fmla="*/ 1228607 h 1321259"/>
                <a:gd name="connsiteX3-127" fmla="*/ 962613 w 3076069"/>
                <a:gd name="connsiteY3-128" fmla="*/ 837478 h 1321259"/>
                <a:gd name="connsiteX4-129" fmla="*/ 935005 w 3076069"/>
                <a:gd name="connsiteY4-130" fmla="*/ 450949 h 1321259"/>
                <a:gd name="connsiteX5-131" fmla="*/ 212596 w 3076069"/>
                <a:gd name="connsiteY5-132" fmla="*/ 119640 h 1321259"/>
                <a:gd name="connsiteX6-133" fmla="*/ 456466 w 3076069"/>
                <a:gd name="connsiteY6-134" fmla="*/ 50617 h 1321259"/>
                <a:gd name="connsiteX7-135" fmla="*/ 1528577 w 3076069"/>
                <a:gd name="connsiteY7-136" fmla="*/ 501566 h 1321259"/>
                <a:gd name="connsiteX8-137" fmla="*/ 2623695 w 3076069"/>
                <a:gd name="connsiteY8-138" fmla="*/ 0 h 1321259"/>
                <a:gd name="connsiteX9-139" fmla="*/ 2927383 w 3076069"/>
                <a:gd name="connsiteY9-140" fmla="*/ 96632 h 1321259"/>
                <a:gd name="connsiteX10-141" fmla="*/ 2131352 w 3076069"/>
                <a:gd name="connsiteY10-142" fmla="*/ 432543 h 1321259"/>
                <a:gd name="connsiteX11-143" fmla="*/ 2292399 w 3076069"/>
                <a:gd name="connsiteY11-144" fmla="*/ 920305 h 1321259"/>
                <a:gd name="connsiteX12-145" fmla="*/ 3076069 w 3076069"/>
                <a:gd name="connsiteY12-146" fmla="*/ 1228607 h 1321259"/>
                <a:gd name="connsiteX13-147" fmla="*/ 2808172 w 3076069"/>
                <a:gd name="connsiteY13-148" fmla="*/ 1316375 h 1321259"/>
                <a:gd name="connsiteX14-149" fmla="*/ 1537780 w 3076069"/>
                <a:gd name="connsiteY14-150" fmla="*/ 750825 h 132125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74" name="Freeform 158"/>
            <p:cNvSpPr/>
            <p:nvPr/>
          </p:nvSpPr>
          <p:spPr bwMode="auto">
            <a:xfrm>
              <a:off x="2104116" y="1633868"/>
              <a:ext cx="660135" cy="109901"/>
            </a:xfrm>
            <a:custGeom>
              <a:avLst/>
              <a:gdLst>
                <a:gd name="T0" fmla="*/ 0 w 3723451"/>
                <a:gd name="T1" fmla="*/ 26887 h 932950"/>
                <a:gd name="T2" fmla="*/ 116156 w 3723451"/>
                <a:gd name="T3" fmla="*/ 317 h 932950"/>
                <a:gd name="T4" fmla="*/ 329013 w 3723451"/>
                <a:gd name="T5" fmla="*/ 61322 h 932950"/>
                <a:gd name="T6" fmla="*/ 532082 w 3723451"/>
                <a:gd name="T7" fmla="*/ 0 h 932950"/>
                <a:gd name="T8" fmla="*/ 660135 w 3723451"/>
                <a:gd name="T9" fmla="*/ 24402 h 932950"/>
                <a:gd name="T10" fmla="*/ 564864 w 3723451"/>
                <a:gd name="T11" fmla="*/ 54409 h 932950"/>
                <a:gd name="T12" fmla="*/ 534190 w 3723451"/>
                <a:gd name="T13" fmla="*/ 46319 h 932950"/>
                <a:gd name="T14" fmla="*/ 332753 w 3723451"/>
                <a:gd name="T15" fmla="*/ 109901 h 932950"/>
                <a:gd name="T16" fmla="*/ 126163 w 3723451"/>
                <a:gd name="T17" fmla="*/ 48658 h 932950"/>
                <a:gd name="T18" fmla="*/ 92761 w 3723451"/>
                <a:gd name="T19" fmla="*/ 55267 h 932950"/>
                <a:gd name="T20" fmla="*/ 0 w 3723451"/>
                <a:gd name="T21" fmla="*/ 26887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75" name="Freeform 159"/>
            <p:cNvSpPr/>
            <p:nvPr/>
          </p:nvSpPr>
          <p:spPr bwMode="auto">
            <a:xfrm>
              <a:off x="2539089" y="1728069"/>
              <a:ext cx="240514" cy="95945"/>
            </a:xfrm>
            <a:custGeom>
              <a:avLst/>
              <a:gdLst>
                <a:gd name="T0" fmla="*/ 0 w 1366596"/>
                <a:gd name="T1" fmla="*/ 0 h 809868"/>
                <a:gd name="T2" fmla="*/ 240514 w 1366596"/>
                <a:gd name="T3" fmla="*/ 74139 h 809868"/>
                <a:gd name="T4" fmla="*/ 152244 w 1366596"/>
                <a:gd name="T5" fmla="*/ 95945 h 809868"/>
                <a:gd name="T6" fmla="*/ 810 w 1366596"/>
                <a:gd name="T7" fmla="*/ 50698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76" name="Freeform 160"/>
            <p:cNvSpPr/>
            <p:nvPr/>
          </p:nvSpPr>
          <p:spPr bwMode="auto">
            <a:xfrm>
              <a:off x="2091322" y="1729813"/>
              <a:ext cx="237956" cy="97690"/>
            </a:xfrm>
            <a:custGeom>
              <a:avLst/>
              <a:gdLst>
                <a:gd name="T0" fmla="*/ 234708 w 1348191"/>
                <a:gd name="T1" fmla="*/ 0 h 791462"/>
                <a:gd name="T2" fmla="*/ 237956 w 1348191"/>
                <a:gd name="T3" fmla="*/ 47141 h 791462"/>
                <a:gd name="T4" fmla="*/ 86087 w 1348191"/>
                <a:gd name="T5" fmla="*/ 97690 h 791462"/>
                <a:gd name="T6" fmla="*/ 0 w 1348191"/>
                <a:gd name="T7" fmla="*/ 75539 h 791462"/>
                <a:gd name="T8" fmla="*/ 234708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77" name="Straight Connector 161"/>
            <p:cNvCxnSpPr>
              <a:cxnSpLocks noChangeShapeType="1"/>
              <a:endCxn id="72" idx="2"/>
            </p:cNvCxnSpPr>
            <p:nvPr/>
          </p:nvCxnSpPr>
          <p:spPr bwMode="auto">
            <a:xfrm flipH="1" flipV="1">
              <a:off x="1871277" y="1736791"/>
              <a:ext cx="2559" cy="123857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" name="Straight Connector 162"/>
            <p:cNvCxnSpPr>
              <a:cxnSpLocks noChangeShapeType="1"/>
            </p:cNvCxnSpPr>
            <p:nvPr/>
          </p:nvCxnSpPr>
          <p:spPr bwMode="auto">
            <a:xfrm flipH="1" flipV="1">
              <a:off x="2997089" y="1735047"/>
              <a:ext cx="2559" cy="12211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79" name="Group 7"/>
          <p:cNvGrpSpPr/>
          <p:nvPr/>
        </p:nvGrpSpPr>
        <p:grpSpPr bwMode="auto">
          <a:xfrm>
            <a:off x="4372031" y="4138756"/>
            <a:ext cx="700087" cy="398462"/>
            <a:chOff x="1871277" y="1576300"/>
            <a:chExt cx="1128371" cy="437861"/>
          </a:xfrm>
        </p:grpSpPr>
        <p:sp>
          <p:nvSpPr>
            <p:cNvPr id="80" name="Oval 164"/>
            <p:cNvSpPr>
              <a:spLocks noChangeArrowheads="1"/>
            </p:cNvSpPr>
            <p:nvPr/>
          </p:nvSpPr>
          <p:spPr bwMode="auto">
            <a:xfrm flipV="1">
              <a:off x="1873835" y="1694924"/>
              <a:ext cx="1125813" cy="31923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81" name="Rectangle 165"/>
            <p:cNvSpPr/>
            <p:nvPr/>
          </p:nvSpPr>
          <p:spPr bwMode="auto">
            <a:xfrm>
              <a:off x="1871277" y="1740280"/>
              <a:ext cx="1128371" cy="11513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82" name="Oval 166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813" cy="31923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83" name="Freeform 167"/>
            <p:cNvSpPr/>
            <p:nvPr/>
          </p:nvSpPr>
          <p:spPr bwMode="auto">
            <a:xfrm>
              <a:off x="2160405" y="1673990"/>
              <a:ext cx="547555" cy="16049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-1" fmla="*/ 1486231 w 2944854"/>
                <a:gd name="connsiteY0-2" fmla="*/ 727041 h 1316375"/>
                <a:gd name="connsiteX1-3" fmla="*/ 257675 w 2944854"/>
                <a:gd name="connsiteY1-4" fmla="*/ 1302232 h 1316375"/>
                <a:gd name="connsiteX2-5" fmla="*/ 0 w 2944854"/>
                <a:gd name="connsiteY2-6" fmla="*/ 1228607 h 1316375"/>
                <a:gd name="connsiteX3-7" fmla="*/ 911064 w 2944854"/>
                <a:gd name="connsiteY3-8" fmla="*/ 837478 h 1316375"/>
                <a:gd name="connsiteX4-9" fmla="*/ 883456 w 2944854"/>
                <a:gd name="connsiteY4-10" fmla="*/ 450949 h 1316375"/>
                <a:gd name="connsiteX5-11" fmla="*/ 161047 w 2944854"/>
                <a:gd name="connsiteY5-12" fmla="*/ 119640 h 1316375"/>
                <a:gd name="connsiteX6-13" fmla="*/ 404917 w 2944854"/>
                <a:gd name="connsiteY6-14" fmla="*/ 50617 h 1316375"/>
                <a:gd name="connsiteX7-15" fmla="*/ 1477028 w 2944854"/>
                <a:gd name="connsiteY7-16" fmla="*/ 501566 h 1316375"/>
                <a:gd name="connsiteX8-17" fmla="*/ 2572146 w 2944854"/>
                <a:gd name="connsiteY8-18" fmla="*/ 0 h 1316375"/>
                <a:gd name="connsiteX9-19" fmla="*/ 2875834 w 2944854"/>
                <a:gd name="connsiteY9-20" fmla="*/ 96632 h 1316375"/>
                <a:gd name="connsiteX10-21" fmla="*/ 2079803 w 2944854"/>
                <a:gd name="connsiteY10-22" fmla="*/ 432543 h 1316375"/>
                <a:gd name="connsiteX11-23" fmla="*/ 2240850 w 2944854"/>
                <a:gd name="connsiteY11-24" fmla="*/ 920305 h 1316375"/>
                <a:gd name="connsiteX12-25" fmla="*/ 2944854 w 2944854"/>
                <a:gd name="connsiteY12-26" fmla="*/ 1228607 h 1316375"/>
                <a:gd name="connsiteX13-27" fmla="*/ 2756623 w 2944854"/>
                <a:gd name="connsiteY13-28" fmla="*/ 1316375 h 1316375"/>
                <a:gd name="connsiteX14-29" fmla="*/ 1486231 w 2944854"/>
                <a:gd name="connsiteY14-30" fmla="*/ 727041 h 1316375"/>
                <a:gd name="connsiteX0-31" fmla="*/ 1486231 w 3024520"/>
                <a:gd name="connsiteY0-32" fmla="*/ 727041 h 1316375"/>
                <a:gd name="connsiteX1-33" fmla="*/ 257675 w 3024520"/>
                <a:gd name="connsiteY1-34" fmla="*/ 1302232 h 1316375"/>
                <a:gd name="connsiteX2-35" fmla="*/ 0 w 3024520"/>
                <a:gd name="connsiteY2-36" fmla="*/ 1228607 h 1316375"/>
                <a:gd name="connsiteX3-37" fmla="*/ 911064 w 3024520"/>
                <a:gd name="connsiteY3-38" fmla="*/ 837478 h 1316375"/>
                <a:gd name="connsiteX4-39" fmla="*/ 883456 w 3024520"/>
                <a:gd name="connsiteY4-40" fmla="*/ 450949 h 1316375"/>
                <a:gd name="connsiteX5-41" fmla="*/ 161047 w 3024520"/>
                <a:gd name="connsiteY5-42" fmla="*/ 119640 h 1316375"/>
                <a:gd name="connsiteX6-43" fmla="*/ 404917 w 3024520"/>
                <a:gd name="connsiteY6-44" fmla="*/ 50617 h 1316375"/>
                <a:gd name="connsiteX7-45" fmla="*/ 1477028 w 3024520"/>
                <a:gd name="connsiteY7-46" fmla="*/ 501566 h 1316375"/>
                <a:gd name="connsiteX8-47" fmla="*/ 2572146 w 3024520"/>
                <a:gd name="connsiteY8-48" fmla="*/ 0 h 1316375"/>
                <a:gd name="connsiteX9-49" fmla="*/ 2875834 w 3024520"/>
                <a:gd name="connsiteY9-50" fmla="*/ 96632 h 1316375"/>
                <a:gd name="connsiteX10-51" fmla="*/ 2079803 w 3024520"/>
                <a:gd name="connsiteY10-52" fmla="*/ 432543 h 1316375"/>
                <a:gd name="connsiteX11-53" fmla="*/ 2240850 w 3024520"/>
                <a:gd name="connsiteY11-54" fmla="*/ 920305 h 1316375"/>
                <a:gd name="connsiteX12-55" fmla="*/ 3024520 w 3024520"/>
                <a:gd name="connsiteY12-56" fmla="*/ 1228607 h 1316375"/>
                <a:gd name="connsiteX13-57" fmla="*/ 2756623 w 3024520"/>
                <a:gd name="connsiteY13-58" fmla="*/ 1316375 h 1316375"/>
                <a:gd name="connsiteX14-59" fmla="*/ 1486231 w 3024520"/>
                <a:gd name="connsiteY14-60" fmla="*/ 727041 h 1316375"/>
                <a:gd name="connsiteX0-61" fmla="*/ 1537780 w 3076069"/>
                <a:gd name="connsiteY0-62" fmla="*/ 727041 h 1316375"/>
                <a:gd name="connsiteX1-63" fmla="*/ 309224 w 3076069"/>
                <a:gd name="connsiteY1-64" fmla="*/ 1302232 h 1316375"/>
                <a:gd name="connsiteX2-65" fmla="*/ 0 w 3076069"/>
                <a:gd name="connsiteY2-66" fmla="*/ 1228607 h 1316375"/>
                <a:gd name="connsiteX3-67" fmla="*/ 962613 w 3076069"/>
                <a:gd name="connsiteY3-68" fmla="*/ 837478 h 1316375"/>
                <a:gd name="connsiteX4-69" fmla="*/ 935005 w 3076069"/>
                <a:gd name="connsiteY4-70" fmla="*/ 450949 h 1316375"/>
                <a:gd name="connsiteX5-71" fmla="*/ 212596 w 3076069"/>
                <a:gd name="connsiteY5-72" fmla="*/ 119640 h 1316375"/>
                <a:gd name="connsiteX6-73" fmla="*/ 456466 w 3076069"/>
                <a:gd name="connsiteY6-74" fmla="*/ 50617 h 1316375"/>
                <a:gd name="connsiteX7-75" fmla="*/ 1528577 w 3076069"/>
                <a:gd name="connsiteY7-76" fmla="*/ 501566 h 1316375"/>
                <a:gd name="connsiteX8-77" fmla="*/ 2623695 w 3076069"/>
                <a:gd name="connsiteY8-78" fmla="*/ 0 h 1316375"/>
                <a:gd name="connsiteX9-79" fmla="*/ 2927383 w 3076069"/>
                <a:gd name="connsiteY9-80" fmla="*/ 96632 h 1316375"/>
                <a:gd name="connsiteX10-81" fmla="*/ 2131352 w 3076069"/>
                <a:gd name="connsiteY10-82" fmla="*/ 432543 h 1316375"/>
                <a:gd name="connsiteX11-83" fmla="*/ 2292399 w 3076069"/>
                <a:gd name="connsiteY11-84" fmla="*/ 920305 h 1316375"/>
                <a:gd name="connsiteX12-85" fmla="*/ 3076069 w 3076069"/>
                <a:gd name="connsiteY12-86" fmla="*/ 1228607 h 1316375"/>
                <a:gd name="connsiteX13-87" fmla="*/ 2808172 w 3076069"/>
                <a:gd name="connsiteY13-88" fmla="*/ 1316375 h 1316375"/>
                <a:gd name="connsiteX14-89" fmla="*/ 1537780 w 3076069"/>
                <a:gd name="connsiteY14-90" fmla="*/ 727041 h 1316375"/>
                <a:gd name="connsiteX0-91" fmla="*/ 1537780 w 3076069"/>
                <a:gd name="connsiteY0-92" fmla="*/ 727041 h 1321259"/>
                <a:gd name="connsiteX1-93" fmla="*/ 313981 w 3076069"/>
                <a:gd name="connsiteY1-94" fmla="*/ 1321259 h 1321259"/>
                <a:gd name="connsiteX2-95" fmla="*/ 0 w 3076069"/>
                <a:gd name="connsiteY2-96" fmla="*/ 1228607 h 1321259"/>
                <a:gd name="connsiteX3-97" fmla="*/ 962613 w 3076069"/>
                <a:gd name="connsiteY3-98" fmla="*/ 837478 h 1321259"/>
                <a:gd name="connsiteX4-99" fmla="*/ 935005 w 3076069"/>
                <a:gd name="connsiteY4-100" fmla="*/ 450949 h 1321259"/>
                <a:gd name="connsiteX5-101" fmla="*/ 212596 w 3076069"/>
                <a:gd name="connsiteY5-102" fmla="*/ 119640 h 1321259"/>
                <a:gd name="connsiteX6-103" fmla="*/ 456466 w 3076069"/>
                <a:gd name="connsiteY6-104" fmla="*/ 50617 h 1321259"/>
                <a:gd name="connsiteX7-105" fmla="*/ 1528577 w 3076069"/>
                <a:gd name="connsiteY7-106" fmla="*/ 501566 h 1321259"/>
                <a:gd name="connsiteX8-107" fmla="*/ 2623695 w 3076069"/>
                <a:gd name="connsiteY8-108" fmla="*/ 0 h 1321259"/>
                <a:gd name="connsiteX9-109" fmla="*/ 2927383 w 3076069"/>
                <a:gd name="connsiteY9-110" fmla="*/ 96632 h 1321259"/>
                <a:gd name="connsiteX10-111" fmla="*/ 2131352 w 3076069"/>
                <a:gd name="connsiteY10-112" fmla="*/ 432543 h 1321259"/>
                <a:gd name="connsiteX11-113" fmla="*/ 2292399 w 3076069"/>
                <a:gd name="connsiteY11-114" fmla="*/ 920305 h 1321259"/>
                <a:gd name="connsiteX12-115" fmla="*/ 3076069 w 3076069"/>
                <a:gd name="connsiteY12-116" fmla="*/ 1228607 h 1321259"/>
                <a:gd name="connsiteX13-117" fmla="*/ 2808172 w 3076069"/>
                <a:gd name="connsiteY13-118" fmla="*/ 1316375 h 1321259"/>
                <a:gd name="connsiteX14-119" fmla="*/ 1537780 w 3076069"/>
                <a:gd name="connsiteY14-120" fmla="*/ 727041 h 1321259"/>
                <a:gd name="connsiteX0-121" fmla="*/ 1537780 w 3076069"/>
                <a:gd name="connsiteY0-122" fmla="*/ 750825 h 1321259"/>
                <a:gd name="connsiteX1-123" fmla="*/ 313981 w 3076069"/>
                <a:gd name="connsiteY1-124" fmla="*/ 1321259 h 1321259"/>
                <a:gd name="connsiteX2-125" fmla="*/ 0 w 3076069"/>
                <a:gd name="connsiteY2-126" fmla="*/ 1228607 h 1321259"/>
                <a:gd name="connsiteX3-127" fmla="*/ 962613 w 3076069"/>
                <a:gd name="connsiteY3-128" fmla="*/ 837478 h 1321259"/>
                <a:gd name="connsiteX4-129" fmla="*/ 935005 w 3076069"/>
                <a:gd name="connsiteY4-130" fmla="*/ 450949 h 1321259"/>
                <a:gd name="connsiteX5-131" fmla="*/ 212596 w 3076069"/>
                <a:gd name="connsiteY5-132" fmla="*/ 119640 h 1321259"/>
                <a:gd name="connsiteX6-133" fmla="*/ 456466 w 3076069"/>
                <a:gd name="connsiteY6-134" fmla="*/ 50617 h 1321259"/>
                <a:gd name="connsiteX7-135" fmla="*/ 1528577 w 3076069"/>
                <a:gd name="connsiteY7-136" fmla="*/ 501566 h 1321259"/>
                <a:gd name="connsiteX8-137" fmla="*/ 2623695 w 3076069"/>
                <a:gd name="connsiteY8-138" fmla="*/ 0 h 1321259"/>
                <a:gd name="connsiteX9-139" fmla="*/ 2927383 w 3076069"/>
                <a:gd name="connsiteY9-140" fmla="*/ 96632 h 1321259"/>
                <a:gd name="connsiteX10-141" fmla="*/ 2131352 w 3076069"/>
                <a:gd name="connsiteY10-142" fmla="*/ 432543 h 1321259"/>
                <a:gd name="connsiteX11-143" fmla="*/ 2292399 w 3076069"/>
                <a:gd name="connsiteY11-144" fmla="*/ 920305 h 1321259"/>
                <a:gd name="connsiteX12-145" fmla="*/ 3076069 w 3076069"/>
                <a:gd name="connsiteY12-146" fmla="*/ 1228607 h 1321259"/>
                <a:gd name="connsiteX13-147" fmla="*/ 2808172 w 3076069"/>
                <a:gd name="connsiteY13-148" fmla="*/ 1316375 h 1321259"/>
                <a:gd name="connsiteX14-149" fmla="*/ 1537780 w 3076069"/>
                <a:gd name="connsiteY14-150" fmla="*/ 750825 h 132125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84" name="Freeform 168"/>
            <p:cNvSpPr/>
            <p:nvPr/>
          </p:nvSpPr>
          <p:spPr bwMode="auto">
            <a:xfrm>
              <a:off x="2104115" y="1633867"/>
              <a:ext cx="660136" cy="109902"/>
            </a:xfrm>
            <a:custGeom>
              <a:avLst/>
              <a:gdLst>
                <a:gd name="T0" fmla="*/ 0 w 3723451"/>
                <a:gd name="T1" fmla="*/ 26887 h 932950"/>
                <a:gd name="T2" fmla="*/ 116156 w 3723451"/>
                <a:gd name="T3" fmla="*/ 317 h 932950"/>
                <a:gd name="T4" fmla="*/ 329014 w 3723451"/>
                <a:gd name="T5" fmla="*/ 61322 h 932950"/>
                <a:gd name="T6" fmla="*/ 532082 w 3723451"/>
                <a:gd name="T7" fmla="*/ 0 h 932950"/>
                <a:gd name="T8" fmla="*/ 660136 w 3723451"/>
                <a:gd name="T9" fmla="*/ 24402 h 932950"/>
                <a:gd name="T10" fmla="*/ 564865 w 3723451"/>
                <a:gd name="T11" fmla="*/ 54409 h 932950"/>
                <a:gd name="T12" fmla="*/ 534191 w 3723451"/>
                <a:gd name="T13" fmla="*/ 46319 h 932950"/>
                <a:gd name="T14" fmla="*/ 332754 w 3723451"/>
                <a:gd name="T15" fmla="*/ 109902 h 932950"/>
                <a:gd name="T16" fmla="*/ 126163 w 3723451"/>
                <a:gd name="T17" fmla="*/ 48658 h 932950"/>
                <a:gd name="T18" fmla="*/ 92761 w 3723451"/>
                <a:gd name="T19" fmla="*/ 55268 h 932950"/>
                <a:gd name="T20" fmla="*/ 0 w 3723451"/>
                <a:gd name="T21" fmla="*/ 26887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85" name="Freeform 169"/>
            <p:cNvSpPr/>
            <p:nvPr/>
          </p:nvSpPr>
          <p:spPr bwMode="auto">
            <a:xfrm>
              <a:off x="2539088" y="1728068"/>
              <a:ext cx="240515" cy="95946"/>
            </a:xfrm>
            <a:custGeom>
              <a:avLst/>
              <a:gdLst>
                <a:gd name="T0" fmla="*/ 0 w 1366596"/>
                <a:gd name="T1" fmla="*/ 0 h 809868"/>
                <a:gd name="T2" fmla="*/ 240515 w 1366596"/>
                <a:gd name="T3" fmla="*/ 74140 h 809868"/>
                <a:gd name="T4" fmla="*/ 152245 w 1366596"/>
                <a:gd name="T5" fmla="*/ 95946 h 809868"/>
                <a:gd name="T6" fmla="*/ 810 w 1366596"/>
                <a:gd name="T7" fmla="*/ 506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86" name="Freeform 170"/>
            <p:cNvSpPr/>
            <p:nvPr/>
          </p:nvSpPr>
          <p:spPr bwMode="auto">
            <a:xfrm>
              <a:off x="2091322" y="1729813"/>
              <a:ext cx="237955" cy="97690"/>
            </a:xfrm>
            <a:custGeom>
              <a:avLst/>
              <a:gdLst>
                <a:gd name="T0" fmla="*/ 234707 w 1348191"/>
                <a:gd name="T1" fmla="*/ 0 h 791462"/>
                <a:gd name="T2" fmla="*/ 237955 w 1348191"/>
                <a:gd name="T3" fmla="*/ 47141 h 791462"/>
                <a:gd name="T4" fmla="*/ 86086 w 1348191"/>
                <a:gd name="T5" fmla="*/ 97690 h 791462"/>
                <a:gd name="T6" fmla="*/ 0 w 1348191"/>
                <a:gd name="T7" fmla="*/ 75539 h 791462"/>
                <a:gd name="T8" fmla="*/ 234707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87" name="Straight Connector 171"/>
            <p:cNvCxnSpPr>
              <a:cxnSpLocks noChangeShapeType="1"/>
              <a:endCxn id="82" idx="2"/>
            </p:cNvCxnSpPr>
            <p:nvPr/>
          </p:nvCxnSpPr>
          <p:spPr bwMode="auto">
            <a:xfrm flipH="1" flipV="1">
              <a:off x="1871277" y="1736791"/>
              <a:ext cx="2558" cy="123857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8" name="Straight Connector 172"/>
            <p:cNvCxnSpPr>
              <a:cxnSpLocks noChangeShapeType="1"/>
            </p:cNvCxnSpPr>
            <p:nvPr/>
          </p:nvCxnSpPr>
          <p:spPr bwMode="auto">
            <a:xfrm flipH="1" flipV="1">
              <a:off x="2997090" y="1735046"/>
              <a:ext cx="2558" cy="12211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9" name="Group 7"/>
          <p:cNvGrpSpPr/>
          <p:nvPr/>
        </p:nvGrpSpPr>
        <p:grpSpPr bwMode="auto">
          <a:xfrm>
            <a:off x="2322568" y="2279793"/>
            <a:ext cx="700088" cy="398463"/>
            <a:chOff x="1871277" y="1576300"/>
            <a:chExt cx="1128371" cy="437861"/>
          </a:xfrm>
        </p:grpSpPr>
        <p:sp>
          <p:nvSpPr>
            <p:cNvPr id="90" name="Oval 174"/>
            <p:cNvSpPr>
              <a:spLocks noChangeArrowheads="1"/>
            </p:cNvSpPr>
            <p:nvPr/>
          </p:nvSpPr>
          <p:spPr bwMode="auto">
            <a:xfrm flipV="1">
              <a:off x="1873836" y="1694924"/>
              <a:ext cx="1125812" cy="31923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1" name="Rectangle 175"/>
            <p:cNvSpPr/>
            <p:nvPr/>
          </p:nvSpPr>
          <p:spPr bwMode="auto">
            <a:xfrm>
              <a:off x="1871277" y="1740280"/>
              <a:ext cx="1128371" cy="11513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2" name="Oval 176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812" cy="31923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zh-CN" altLang="zh-CN" sz="1800">
                <a:solidFill>
                  <a:srgbClr val="FFFF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3" name="Freeform 177"/>
            <p:cNvSpPr/>
            <p:nvPr/>
          </p:nvSpPr>
          <p:spPr bwMode="auto">
            <a:xfrm>
              <a:off x="2160407" y="1673990"/>
              <a:ext cx="547554" cy="16049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-1" fmla="*/ 1486231 w 2944854"/>
                <a:gd name="connsiteY0-2" fmla="*/ 727041 h 1316375"/>
                <a:gd name="connsiteX1-3" fmla="*/ 257675 w 2944854"/>
                <a:gd name="connsiteY1-4" fmla="*/ 1302232 h 1316375"/>
                <a:gd name="connsiteX2-5" fmla="*/ 0 w 2944854"/>
                <a:gd name="connsiteY2-6" fmla="*/ 1228607 h 1316375"/>
                <a:gd name="connsiteX3-7" fmla="*/ 911064 w 2944854"/>
                <a:gd name="connsiteY3-8" fmla="*/ 837478 h 1316375"/>
                <a:gd name="connsiteX4-9" fmla="*/ 883456 w 2944854"/>
                <a:gd name="connsiteY4-10" fmla="*/ 450949 h 1316375"/>
                <a:gd name="connsiteX5-11" fmla="*/ 161047 w 2944854"/>
                <a:gd name="connsiteY5-12" fmla="*/ 119640 h 1316375"/>
                <a:gd name="connsiteX6-13" fmla="*/ 404917 w 2944854"/>
                <a:gd name="connsiteY6-14" fmla="*/ 50617 h 1316375"/>
                <a:gd name="connsiteX7-15" fmla="*/ 1477028 w 2944854"/>
                <a:gd name="connsiteY7-16" fmla="*/ 501566 h 1316375"/>
                <a:gd name="connsiteX8-17" fmla="*/ 2572146 w 2944854"/>
                <a:gd name="connsiteY8-18" fmla="*/ 0 h 1316375"/>
                <a:gd name="connsiteX9-19" fmla="*/ 2875834 w 2944854"/>
                <a:gd name="connsiteY9-20" fmla="*/ 96632 h 1316375"/>
                <a:gd name="connsiteX10-21" fmla="*/ 2079803 w 2944854"/>
                <a:gd name="connsiteY10-22" fmla="*/ 432543 h 1316375"/>
                <a:gd name="connsiteX11-23" fmla="*/ 2240850 w 2944854"/>
                <a:gd name="connsiteY11-24" fmla="*/ 920305 h 1316375"/>
                <a:gd name="connsiteX12-25" fmla="*/ 2944854 w 2944854"/>
                <a:gd name="connsiteY12-26" fmla="*/ 1228607 h 1316375"/>
                <a:gd name="connsiteX13-27" fmla="*/ 2756623 w 2944854"/>
                <a:gd name="connsiteY13-28" fmla="*/ 1316375 h 1316375"/>
                <a:gd name="connsiteX14-29" fmla="*/ 1486231 w 2944854"/>
                <a:gd name="connsiteY14-30" fmla="*/ 727041 h 1316375"/>
                <a:gd name="connsiteX0-31" fmla="*/ 1486231 w 3024520"/>
                <a:gd name="connsiteY0-32" fmla="*/ 727041 h 1316375"/>
                <a:gd name="connsiteX1-33" fmla="*/ 257675 w 3024520"/>
                <a:gd name="connsiteY1-34" fmla="*/ 1302232 h 1316375"/>
                <a:gd name="connsiteX2-35" fmla="*/ 0 w 3024520"/>
                <a:gd name="connsiteY2-36" fmla="*/ 1228607 h 1316375"/>
                <a:gd name="connsiteX3-37" fmla="*/ 911064 w 3024520"/>
                <a:gd name="connsiteY3-38" fmla="*/ 837478 h 1316375"/>
                <a:gd name="connsiteX4-39" fmla="*/ 883456 w 3024520"/>
                <a:gd name="connsiteY4-40" fmla="*/ 450949 h 1316375"/>
                <a:gd name="connsiteX5-41" fmla="*/ 161047 w 3024520"/>
                <a:gd name="connsiteY5-42" fmla="*/ 119640 h 1316375"/>
                <a:gd name="connsiteX6-43" fmla="*/ 404917 w 3024520"/>
                <a:gd name="connsiteY6-44" fmla="*/ 50617 h 1316375"/>
                <a:gd name="connsiteX7-45" fmla="*/ 1477028 w 3024520"/>
                <a:gd name="connsiteY7-46" fmla="*/ 501566 h 1316375"/>
                <a:gd name="connsiteX8-47" fmla="*/ 2572146 w 3024520"/>
                <a:gd name="connsiteY8-48" fmla="*/ 0 h 1316375"/>
                <a:gd name="connsiteX9-49" fmla="*/ 2875834 w 3024520"/>
                <a:gd name="connsiteY9-50" fmla="*/ 96632 h 1316375"/>
                <a:gd name="connsiteX10-51" fmla="*/ 2079803 w 3024520"/>
                <a:gd name="connsiteY10-52" fmla="*/ 432543 h 1316375"/>
                <a:gd name="connsiteX11-53" fmla="*/ 2240850 w 3024520"/>
                <a:gd name="connsiteY11-54" fmla="*/ 920305 h 1316375"/>
                <a:gd name="connsiteX12-55" fmla="*/ 3024520 w 3024520"/>
                <a:gd name="connsiteY12-56" fmla="*/ 1228607 h 1316375"/>
                <a:gd name="connsiteX13-57" fmla="*/ 2756623 w 3024520"/>
                <a:gd name="connsiteY13-58" fmla="*/ 1316375 h 1316375"/>
                <a:gd name="connsiteX14-59" fmla="*/ 1486231 w 3024520"/>
                <a:gd name="connsiteY14-60" fmla="*/ 727041 h 1316375"/>
                <a:gd name="connsiteX0-61" fmla="*/ 1537780 w 3076069"/>
                <a:gd name="connsiteY0-62" fmla="*/ 727041 h 1316375"/>
                <a:gd name="connsiteX1-63" fmla="*/ 309224 w 3076069"/>
                <a:gd name="connsiteY1-64" fmla="*/ 1302232 h 1316375"/>
                <a:gd name="connsiteX2-65" fmla="*/ 0 w 3076069"/>
                <a:gd name="connsiteY2-66" fmla="*/ 1228607 h 1316375"/>
                <a:gd name="connsiteX3-67" fmla="*/ 962613 w 3076069"/>
                <a:gd name="connsiteY3-68" fmla="*/ 837478 h 1316375"/>
                <a:gd name="connsiteX4-69" fmla="*/ 935005 w 3076069"/>
                <a:gd name="connsiteY4-70" fmla="*/ 450949 h 1316375"/>
                <a:gd name="connsiteX5-71" fmla="*/ 212596 w 3076069"/>
                <a:gd name="connsiteY5-72" fmla="*/ 119640 h 1316375"/>
                <a:gd name="connsiteX6-73" fmla="*/ 456466 w 3076069"/>
                <a:gd name="connsiteY6-74" fmla="*/ 50617 h 1316375"/>
                <a:gd name="connsiteX7-75" fmla="*/ 1528577 w 3076069"/>
                <a:gd name="connsiteY7-76" fmla="*/ 501566 h 1316375"/>
                <a:gd name="connsiteX8-77" fmla="*/ 2623695 w 3076069"/>
                <a:gd name="connsiteY8-78" fmla="*/ 0 h 1316375"/>
                <a:gd name="connsiteX9-79" fmla="*/ 2927383 w 3076069"/>
                <a:gd name="connsiteY9-80" fmla="*/ 96632 h 1316375"/>
                <a:gd name="connsiteX10-81" fmla="*/ 2131352 w 3076069"/>
                <a:gd name="connsiteY10-82" fmla="*/ 432543 h 1316375"/>
                <a:gd name="connsiteX11-83" fmla="*/ 2292399 w 3076069"/>
                <a:gd name="connsiteY11-84" fmla="*/ 920305 h 1316375"/>
                <a:gd name="connsiteX12-85" fmla="*/ 3076069 w 3076069"/>
                <a:gd name="connsiteY12-86" fmla="*/ 1228607 h 1316375"/>
                <a:gd name="connsiteX13-87" fmla="*/ 2808172 w 3076069"/>
                <a:gd name="connsiteY13-88" fmla="*/ 1316375 h 1316375"/>
                <a:gd name="connsiteX14-89" fmla="*/ 1537780 w 3076069"/>
                <a:gd name="connsiteY14-90" fmla="*/ 727041 h 1316375"/>
                <a:gd name="connsiteX0-91" fmla="*/ 1537780 w 3076069"/>
                <a:gd name="connsiteY0-92" fmla="*/ 727041 h 1321259"/>
                <a:gd name="connsiteX1-93" fmla="*/ 313981 w 3076069"/>
                <a:gd name="connsiteY1-94" fmla="*/ 1321259 h 1321259"/>
                <a:gd name="connsiteX2-95" fmla="*/ 0 w 3076069"/>
                <a:gd name="connsiteY2-96" fmla="*/ 1228607 h 1321259"/>
                <a:gd name="connsiteX3-97" fmla="*/ 962613 w 3076069"/>
                <a:gd name="connsiteY3-98" fmla="*/ 837478 h 1321259"/>
                <a:gd name="connsiteX4-99" fmla="*/ 935005 w 3076069"/>
                <a:gd name="connsiteY4-100" fmla="*/ 450949 h 1321259"/>
                <a:gd name="connsiteX5-101" fmla="*/ 212596 w 3076069"/>
                <a:gd name="connsiteY5-102" fmla="*/ 119640 h 1321259"/>
                <a:gd name="connsiteX6-103" fmla="*/ 456466 w 3076069"/>
                <a:gd name="connsiteY6-104" fmla="*/ 50617 h 1321259"/>
                <a:gd name="connsiteX7-105" fmla="*/ 1528577 w 3076069"/>
                <a:gd name="connsiteY7-106" fmla="*/ 501566 h 1321259"/>
                <a:gd name="connsiteX8-107" fmla="*/ 2623695 w 3076069"/>
                <a:gd name="connsiteY8-108" fmla="*/ 0 h 1321259"/>
                <a:gd name="connsiteX9-109" fmla="*/ 2927383 w 3076069"/>
                <a:gd name="connsiteY9-110" fmla="*/ 96632 h 1321259"/>
                <a:gd name="connsiteX10-111" fmla="*/ 2131352 w 3076069"/>
                <a:gd name="connsiteY10-112" fmla="*/ 432543 h 1321259"/>
                <a:gd name="connsiteX11-113" fmla="*/ 2292399 w 3076069"/>
                <a:gd name="connsiteY11-114" fmla="*/ 920305 h 1321259"/>
                <a:gd name="connsiteX12-115" fmla="*/ 3076069 w 3076069"/>
                <a:gd name="connsiteY12-116" fmla="*/ 1228607 h 1321259"/>
                <a:gd name="connsiteX13-117" fmla="*/ 2808172 w 3076069"/>
                <a:gd name="connsiteY13-118" fmla="*/ 1316375 h 1321259"/>
                <a:gd name="connsiteX14-119" fmla="*/ 1537780 w 3076069"/>
                <a:gd name="connsiteY14-120" fmla="*/ 727041 h 1321259"/>
                <a:gd name="connsiteX0-121" fmla="*/ 1537780 w 3076069"/>
                <a:gd name="connsiteY0-122" fmla="*/ 750825 h 1321259"/>
                <a:gd name="connsiteX1-123" fmla="*/ 313981 w 3076069"/>
                <a:gd name="connsiteY1-124" fmla="*/ 1321259 h 1321259"/>
                <a:gd name="connsiteX2-125" fmla="*/ 0 w 3076069"/>
                <a:gd name="connsiteY2-126" fmla="*/ 1228607 h 1321259"/>
                <a:gd name="connsiteX3-127" fmla="*/ 962613 w 3076069"/>
                <a:gd name="connsiteY3-128" fmla="*/ 837478 h 1321259"/>
                <a:gd name="connsiteX4-129" fmla="*/ 935005 w 3076069"/>
                <a:gd name="connsiteY4-130" fmla="*/ 450949 h 1321259"/>
                <a:gd name="connsiteX5-131" fmla="*/ 212596 w 3076069"/>
                <a:gd name="connsiteY5-132" fmla="*/ 119640 h 1321259"/>
                <a:gd name="connsiteX6-133" fmla="*/ 456466 w 3076069"/>
                <a:gd name="connsiteY6-134" fmla="*/ 50617 h 1321259"/>
                <a:gd name="connsiteX7-135" fmla="*/ 1528577 w 3076069"/>
                <a:gd name="connsiteY7-136" fmla="*/ 501566 h 1321259"/>
                <a:gd name="connsiteX8-137" fmla="*/ 2623695 w 3076069"/>
                <a:gd name="connsiteY8-138" fmla="*/ 0 h 1321259"/>
                <a:gd name="connsiteX9-139" fmla="*/ 2927383 w 3076069"/>
                <a:gd name="connsiteY9-140" fmla="*/ 96632 h 1321259"/>
                <a:gd name="connsiteX10-141" fmla="*/ 2131352 w 3076069"/>
                <a:gd name="connsiteY10-142" fmla="*/ 432543 h 1321259"/>
                <a:gd name="connsiteX11-143" fmla="*/ 2292399 w 3076069"/>
                <a:gd name="connsiteY11-144" fmla="*/ 920305 h 1321259"/>
                <a:gd name="connsiteX12-145" fmla="*/ 3076069 w 3076069"/>
                <a:gd name="connsiteY12-146" fmla="*/ 1228607 h 1321259"/>
                <a:gd name="connsiteX13-147" fmla="*/ 2808172 w 3076069"/>
                <a:gd name="connsiteY13-148" fmla="*/ 1316375 h 1321259"/>
                <a:gd name="connsiteX14-149" fmla="*/ 1537780 w 3076069"/>
                <a:gd name="connsiteY14-150" fmla="*/ 750825 h 132125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4" name="Freeform 178"/>
            <p:cNvSpPr/>
            <p:nvPr/>
          </p:nvSpPr>
          <p:spPr bwMode="auto">
            <a:xfrm>
              <a:off x="2104116" y="1633868"/>
              <a:ext cx="660135" cy="109901"/>
            </a:xfrm>
            <a:custGeom>
              <a:avLst/>
              <a:gdLst>
                <a:gd name="T0" fmla="*/ 0 w 3723451"/>
                <a:gd name="T1" fmla="*/ 26887 h 932950"/>
                <a:gd name="T2" fmla="*/ 116156 w 3723451"/>
                <a:gd name="T3" fmla="*/ 317 h 932950"/>
                <a:gd name="T4" fmla="*/ 329013 w 3723451"/>
                <a:gd name="T5" fmla="*/ 61322 h 932950"/>
                <a:gd name="T6" fmla="*/ 532082 w 3723451"/>
                <a:gd name="T7" fmla="*/ 0 h 932950"/>
                <a:gd name="T8" fmla="*/ 660135 w 3723451"/>
                <a:gd name="T9" fmla="*/ 24402 h 932950"/>
                <a:gd name="T10" fmla="*/ 564864 w 3723451"/>
                <a:gd name="T11" fmla="*/ 54409 h 932950"/>
                <a:gd name="T12" fmla="*/ 534190 w 3723451"/>
                <a:gd name="T13" fmla="*/ 46319 h 932950"/>
                <a:gd name="T14" fmla="*/ 332753 w 3723451"/>
                <a:gd name="T15" fmla="*/ 109901 h 932950"/>
                <a:gd name="T16" fmla="*/ 126163 w 3723451"/>
                <a:gd name="T17" fmla="*/ 48658 h 932950"/>
                <a:gd name="T18" fmla="*/ 92761 w 3723451"/>
                <a:gd name="T19" fmla="*/ 55267 h 932950"/>
                <a:gd name="T20" fmla="*/ 0 w 3723451"/>
                <a:gd name="T21" fmla="*/ 26887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5" name="Freeform 179"/>
            <p:cNvSpPr/>
            <p:nvPr/>
          </p:nvSpPr>
          <p:spPr bwMode="auto">
            <a:xfrm>
              <a:off x="2539089" y="1728069"/>
              <a:ext cx="240514" cy="95945"/>
            </a:xfrm>
            <a:custGeom>
              <a:avLst/>
              <a:gdLst>
                <a:gd name="T0" fmla="*/ 0 w 1366596"/>
                <a:gd name="T1" fmla="*/ 0 h 809868"/>
                <a:gd name="T2" fmla="*/ 240514 w 1366596"/>
                <a:gd name="T3" fmla="*/ 74139 h 809868"/>
                <a:gd name="T4" fmla="*/ 152244 w 1366596"/>
                <a:gd name="T5" fmla="*/ 95945 h 809868"/>
                <a:gd name="T6" fmla="*/ 810 w 1366596"/>
                <a:gd name="T7" fmla="*/ 50698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6" name="Freeform 180"/>
            <p:cNvSpPr/>
            <p:nvPr/>
          </p:nvSpPr>
          <p:spPr bwMode="auto">
            <a:xfrm>
              <a:off x="2091322" y="1729813"/>
              <a:ext cx="237956" cy="97690"/>
            </a:xfrm>
            <a:custGeom>
              <a:avLst/>
              <a:gdLst>
                <a:gd name="T0" fmla="*/ 234708 w 1348191"/>
                <a:gd name="T1" fmla="*/ 0 h 791462"/>
                <a:gd name="T2" fmla="*/ 237956 w 1348191"/>
                <a:gd name="T3" fmla="*/ 47141 h 791462"/>
                <a:gd name="T4" fmla="*/ 86087 w 1348191"/>
                <a:gd name="T5" fmla="*/ 97690 h 791462"/>
                <a:gd name="T6" fmla="*/ 0 w 1348191"/>
                <a:gd name="T7" fmla="*/ 75539 h 791462"/>
                <a:gd name="T8" fmla="*/ 234708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97" name="Straight Connector 181"/>
            <p:cNvCxnSpPr>
              <a:cxnSpLocks noChangeShapeType="1"/>
              <a:endCxn id="92" idx="2"/>
            </p:cNvCxnSpPr>
            <p:nvPr/>
          </p:nvCxnSpPr>
          <p:spPr bwMode="auto">
            <a:xfrm flipH="1" flipV="1">
              <a:off x="1871277" y="1736791"/>
              <a:ext cx="2559" cy="123857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8" name="Straight Connector 182"/>
            <p:cNvCxnSpPr>
              <a:cxnSpLocks noChangeShapeType="1"/>
            </p:cNvCxnSpPr>
            <p:nvPr/>
          </p:nvCxnSpPr>
          <p:spPr bwMode="auto">
            <a:xfrm flipH="1" flipV="1">
              <a:off x="2997089" y="1735047"/>
              <a:ext cx="2559" cy="12211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99" name="Group 88"/>
          <p:cNvGrpSpPr/>
          <p:nvPr/>
        </p:nvGrpSpPr>
        <p:grpSpPr bwMode="auto">
          <a:xfrm>
            <a:off x="3798138" y="1756466"/>
            <a:ext cx="1270000" cy="1482725"/>
            <a:chOff x="5440087" y="1605497"/>
            <a:chExt cx="1270000" cy="1481667"/>
          </a:xfrm>
        </p:grpSpPr>
        <p:grpSp>
          <p:nvGrpSpPr>
            <p:cNvPr id="100" name="Group 79"/>
            <p:cNvGrpSpPr/>
            <p:nvPr/>
          </p:nvGrpSpPr>
          <p:grpSpPr bwMode="auto">
            <a:xfrm>
              <a:off x="5440087" y="1742411"/>
              <a:ext cx="1039824" cy="1163369"/>
              <a:chOff x="5440087" y="1742411"/>
              <a:chExt cx="1039824" cy="1163369"/>
            </a:xfrm>
          </p:grpSpPr>
          <p:grpSp>
            <p:nvGrpSpPr>
              <p:cNvPr id="102" name="Group 950"/>
              <p:cNvGrpSpPr/>
              <p:nvPr/>
            </p:nvGrpSpPr>
            <p:grpSpPr bwMode="auto">
              <a:xfrm>
                <a:off x="5838397" y="2273382"/>
                <a:ext cx="350328" cy="632398"/>
                <a:chOff x="4140" y="429"/>
                <a:chExt cx="1425" cy="2396"/>
              </a:xfrm>
            </p:grpSpPr>
            <p:sp>
              <p:nvSpPr>
                <p:cNvPr id="105" name="Freeform 951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6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7" name="Freeform 953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8" name="Freeform 954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9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110" name="Group 956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35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endParaRPr lang="zh-CN" altLang="zh-CN" sz="1800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36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endParaRPr lang="zh-CN" altLang="zh-CN" sz="1800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111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112" name="Group 960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33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endParaRPr lang="zh-CN" altLang="zh-CN" sz="1800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34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endParaRPr lang="zh-CN" altLang="zh-CN" sz="1800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113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4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115" name="Group 965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31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endParaRPr lang="zh-CN" altLang="zh-CN" sz="1800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32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endParaRPr lang="zh-CN" altLang="zh-CN" sz="1800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116" name="Freeform 968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117" name="Group 969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29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endParaRPr lang="zh-CN" altLang="zh-CN" sz="1800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30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endParaRPr lang="zh-CN" altLang="zh-CN" sz="1800"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118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9" name="Freeform 973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0" name="Freeform 974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1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2" name="Freeform 976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3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4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5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6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 eaLnBrk="1" hangingPunct="1"/>
                  <a:endParaRPr lang="zh-CN" altLang="zh-CN" sz="1800">
                    <a:solidFill>
                      <a:srgbClr val="FF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7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8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zh-CN" altLang="zh-CN" sz="180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</p:grpSp>
          <p:pic>
            <p:nvPicPr>
              <p:cNvPr id="103" name="Picture 4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40087" y="1742411"/>
                <a:ext cx="1039824" cy="3097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4" name="TextBox 149"/>
              <p:cNvSpPr txBox="1">
                <a:spLocks noChangeArrowheads="1"/>
              </p:cNvSpPr>
              <p:nvPr/>
            </p:nvSpPr>
            <p:spPr bwMode="auto">
              <a:xfrm>
                <a:off x="5664560" y="1995338"/>
                <a:ext cx="723275" cy="30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zh-CN" altLang="en-US" sz="1400" dirty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控制器</a:t>
                </a:r>
                <a:endParaRPr lang="en-US" altLang="zh-CN" sz="1800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101" name="Rectangle 82"/>
            <p:cNvSpPr>
              <a:spLocks noChangeArrowheads="1"/>
            </p:cNvSpPr>
            <p:nvPr/>
          </p:nvSpPr>
          <p:spPr bwMode="auto">
            <a:xfrm>
              <a:off x="5440087" y="1605497"/>
              <a:ext cx="1270000" cy="1481667"/>
            </a:xfrm>
            <a:prstGeom prst="rect">
              <a:avLst/>
            </a:prstGeom>
            <a:solidFill>
              <a:schemeClr val="bg1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zh-CN" altLang="zh-CN" sz="180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150" name="Title 1"/>
          <p:cNvSpPr>
            <a:spLocks noGrp="1"/>
          </p:cNvSpPr>
          <p:nvPr>
            <p:ph type="title"/>
          </p:nvPr>
        </p:nvSpPr>
        <p:spPr>
          <a:xfrm>
            <a:off x="457199" y="601704"/>
            <a:ext cx="7713677" cy="768671"/>
          </a:xfrm>
        </p:spPr>
        <p:txBody>
          <a:bodyPr>
            <a:normAutofit/>
          </a:bodyPr>
          <a:lstStyle/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OpenFlow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示例：负载均衡</a:t>
            </a:r>
            <a:endParaRPr lang="en-US" altLang="zh-CN" sz="2800" dirty="0">
              <a:solidFill>
                <a:srgbClr val="000099"/>
              </a:solidFill>
              <a:latin typeface="Gill Sans MT" panose="020B0502020104020203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" name="Rectangle 73"/>
          <p:cNvSpPr txBox="1">
            <a:spLocks noChangeArrowheads="1"/>
          </p:cNvSpPr>
          <p:nvPr/>
        </p:nvSpPr>
        <p:spPr>
          <a:xfrm>
            <a:off x="469900" y="665982"/>
            <a:ext cx="8560781" cy="79692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SDN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控制器与仿真环境</a:t>
            </a:r>
            <a:endParaRPr lang="en-US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51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4.6 </a:t>
            </a:r>
            <a:r>
              <a:rPr lang="zh-CN" alt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软件定义网络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2" name="Content Placeholder 2"/>
          <p:cNvSpPr txBox="1"/>
          <p:nvPr/>
        </p:nvSpPr>
        <p:spPr>
          <a:xfrm>
            <a:off x="484104" y="1672138"/>
            <a:ext cx="8175792" cy="3932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342900">
              <a:lnSpc>
                <a:spcPts val="32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SDN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仿真环境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625475" lvl="1" indent="-266700">
              <a:lnSpc>
                <a:spcPts val="32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Mininet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：构建虚拟交换机（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Open </a:t>
            </a:r>
            <a:r>
              <a:rPr lang="en-US" altLang="zh-CN" sz="22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vSwitch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OVS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）及其网络拓扑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625475" lvl="1" indent="-266700">
              <a:lnSpc>
                <a:spcPts val="32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编程语言：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Python</a:t>
            </a:r>
          </a:p>
          <a:p>
            <a:pPr marL="342900" indent="-342900">
              <a:lnSpc>
                <a:spcPts val="3200"/>
              </a:lnSpc>
              <a:spcBef>
                <a:spcPts val="1800"/>
              </a:spcBef>
              <a:buBlip>
                <a:blip r:embed="rId3"/>
              </a:buBlip>
              <a:defRPr/>
            </a:pP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SDN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控制器</a:t>
            </a:r>
            <a:endParaRPr lang="en-US" altLang="zh-CN" sz="2200" dirty="0">
              <a:solidFill>
                <a:srgbClr val="4B4B4B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625475" lvl="1" indent="-266700">
              <a:lnSpc>
                <a:spcPts val="32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开源控制器：</a:t>
            </a:r>
            <a:r>
              <a:rPr lang="en-US" altLang="zh-CN" sz="220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ONOS</a:t>
            </a:r>
            <a:r>
              <a:rPr lang="zh-CN" altLang="en-US" sz="220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Floodlight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sz="2200" dirty="0" err="1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OpenDaylight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等</a:t>
            </a:r>
            <a:endParaRPr lang="en-US" altLang="zh-CN" sz="2200" dirty="0">
              <a:solidFill>
                <a:srgbClr val="C0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625475" lvl="1" indent="-266700">
              <a:lnSpc>
                <a:spcPts val="3200"/>
              </a:lnSpc>
              <a:spcBef>
                <a:spcPts val="600"/>
              </a:spcBef>
              <a:buFont typeface="Arial" panose="020B0604020202020204" pitchFamily="34" charset="0"/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商用控制器：华为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Agile Controller-DCN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、思科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Application Policy Infrastructure Controller-APIC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等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" name="Rectangle 73"/>
          <p:cNvSpPr txBox="1">
            <a:spLocks noChangeArrowheads="1"/>
          </p:cNvSpPr>
          <p:nvPr/>
        </p:nvSpPr>
        <p:spPr>
          <a:xfrm>
            <a:off x="465656" y="636157"/>
            <a:ext cx="8379631" cy="79692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SDN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控制器与仿真环境</a:t>
            </a:r>
            <a:endParaRPr lang="en-US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51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4.6 </a:t>
            </a:r>
            <a:r>
              <a:rPr lang="zh-CN" alt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软件定义网络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5656" y="1676400"/>
            <a:ext cx="8212687" cy="4146980"/>
          </a:xfrm>
          <a:prstGeom prst="rect">
            <a:avLst/>
          </a:prstGeom>
        </p:spPr>
      </p:pic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" name="Rectangle 73"/>
          <p:cNvSpPr txBox="1">
            <a:spLocks noChangeArrowheads="1"/>
          </p:cNvSpPr>
          <p:nvPr/>
        </p:nvSpPr>
        <p:spPr>
          <a:xfrm>
            <a:off x="401471" y="635000"/>
            <a:ext cx="8546577" cy="779516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SDN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适用环境及问题</a:t>
            </a:r>
            <a:endParaRPr lang="en-US" sz="2800" b="1" dirty="0"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51" name="标题 1"/>
          <p:cNvSpPr txBox="1"/>
          <p:nvPr/>
        </p:nvSpPr>
        <p:spPr>
          <a:xfrm>
            <a:off x="995363" y="32661"/>
            <a:ext cx="706411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4.6 </a:t>
            </a:r>
            <a:r>
              <a:rPr lang="zh-CN" alt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软件定义网络</a:t>
            </a:r>
            <a:endParaRPr lang="zh-CN" altLang="en-US" sz="31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2" name="Content Placeholder 2"/>
          <p:cNvSpPr txBox="1"/>
          <p:nvPr/>
        </p:nvSpPr>
        <p:spPr>
          <a:xfrm>
            <a:off x="439525" y="1659784"/>
            <a:ext cx="8175792" cy="371945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342900">
              <a:lnSpc>
                <a:spcPts val="3200"/>
              </a:lnSpc>
              <a:spcBef>
                <a:spcPts val="600"/>
              </a:spcBef>
              <a:buBlip>
                <a:blip r:embed="rId3"/>
              </a:buBlip>
              <a:defRPr/>
            </a:pP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SDN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适用环境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625475" lvl="1" indent="-266700">
              <a:lnSpc>
                <a:spcPts val="32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数据中心网络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625475" lvl="1" indent="-266700">
              <a:lnSpc>
                <a:spcPts val="32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运营商网络、校园网、园区网等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625475" lvl="1" indent="-266700">
              <a:lnSpc>
                <a:spcPts val="3200"/>
              </a:lnSpc>
              <a:spcBef>
                <a:spcPts val="600"/>
              </a:spcBef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要求：规模限制、独立可控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42900" indent="-342900">
              <a:lnSpc>
                <a:spcPts val="3200"/>
              </a:lnSpc>
              <a:spcBef>
                <a:spcPts val="1800"/>
              </a:spcBef>
              <a:buBlip>
                <a:blip r:embed="rId3"/>
              </a:buBlip>
              <a:defRPr/>
            </a:pP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SDN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问题</a:t>
            </a:r>
            <a:endParaRPr lang="en-US" altLang="zh-CN" sz="2200" dirty="0">
              <a:solidFill>
                <a:srgbClr val="4B4B4B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625475" lvl="1" indent="-266700">
              <a:lnSpc>
                <a:spcPts val="3200"/>
              </a:lnSpc>
              <a:spcBef>
                <a:spcPts val="600"/>
              </a:spcBef>
              <a:buFont typeface="Arial" panose="020B0604020202020204" pitchFamily="34" charset="0"/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控制平面的集中实现：单点失效、性能瓶颈等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625475" lvl="1" indent="-266700">
              <a:lnSpc>
                <a:spcPts val="3200"/>
              </a:lnSpc>
              <a:spcBef>
                <a:spcPts val="600"/>
              </a:spcBef>
              <a:buFont typeface="Arial" panose="020B0604020202020204" pitchFamily="34" charset="0"/>
              <a:buBlip>
                <a:blip r:embed="rId4"/>
              </a:buBlip>
              <a:defRPr/>
            </a:pP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考虑控制平面的分布实现，但是需控制器之间协同</a:t>
            </a:r>
            <a:endParaRPr lang="en-US" altLang="zh-CN" sz="22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857249" y="5624512"/>
            <a:ext cx="6000751" cy="46166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r>
              <a:rPr lang="zh-CN" altLang="en-US" sz="2400" dirty="0">
                <a:solidFill>
                  <a:srgbClr val="C0000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考虑：分布式路由算法与</a:t>
            </a:r>
            <a:r>
              <a:rPr lang="en-US" altLang="zh-CN" sz="2400" dirty="0">
                <a:solidFill>
                  <a:srgbClr val="C0000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SDN</a:t>
            </a:r>
            <a:r>
              <a:rPr lang="zh-CN" altLang="en-US" sz="2400" dirty="0">
                <a:solidFill>
                  <a:srgbClr val="C0000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的联系与区别</a:t>
            </a: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23930" y="1085850"/>
            <a:ext cx="8096140" cy="4895850"/>
          </a:xfrm>
        </p:spPr>
        <p:txBody>
          <a:bodyPr>
            <a:noAutofit/>
          </a:bodyPr>
          <a:lstStyle/>
          <a:p>
            <a:pPr marL="358775" indent="-358775">
              <a:lnSpc>
                <a:spcPts val="3200"/>
              </a:lnSpc>
              <a:spcBef>
                <a:spcPts val="600"/>
              </a:spcBef>
              <a:buClr>
                <a:srgbClr val="C00000"/>
              </a:buClr>
              <a:buFont typeface="Wingdings" panose="05000000000000000000" pitchFamily="2" charset="2"/>
              <a:buChar char="n"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网络层功能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58775" indent="-358775">
              <a:lnSpc>
                <a:spcPts val="3200"/>
              </a:lnSpc>
              <a:spcBef>
                <a:spcPts val="600"/>
              </a:spcBef>
              <a:buClr>
                <a:srgbClr val="C00000"/>
              </a:buClr>
              <a:buFont typeface="Wingdings" panose="05000000000000000000" pitchFamily="2" charset="2"/>
              <a:buChar char="n"/>
            </a:pP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协议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08355" lvl="1" indent="-351155">
              <a:lnSpc>
                <a:spcPts val="3200"/>
              </a:lnSpc>
              <a:spcBef>
                <a:spcPts val="600"/>
              </a:spcBef>
              <a:buFontTx/>
              <a:buBlip>
                <a:blip r:embed="rId3"/>
              </a:buBlip>
            </a:pP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IPv4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数据包格式与</a:t>
            </a: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IPv4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</a:t>
            </a:r>
          </a:p>
          <a:p>
            <a:pPr marL="808355" lvl="1" indent="-351155">
              <a:lnSpc>
                <a:spcPts val="3200"/>
              </a:lnSpc>
              <a:spcBef>
                <a:spcPts val="600"/>
              </a:spcBef>
              <a:buFontTx/>
              <a:buBlip>
                <a:blip r:embed="rId3"/>
              </a:buBlip>
            </a:pP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IPv4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数据包转发</a:t>
            </a:r>
          </a:p>
          <a:p>
            <a:pPr marL="808355" lvl="1" indent="-351155">
              <a:lnSpc>
                <a:spcPts val="3200"/>
              </a:lnSpc>
              <a:spcBef>
                <a:spcPts val="600"/>
              </a:spcBef>
              <a:buFontTx/>
              <a:buBlip>
                <a:blip r:embed="rId3"/>
              </a:buBlip>
            </a:pP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IPv4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地址问题及解决策略</a:t>
            </a:r>
          </a:p>
          <a:p>
            <a:pPr marL="808355" lvl="1" indent="-351155">
              <a:lnSpc>
                <a:spcPts val="3200"/>
              </a:lnSpc>
              <a:spcBef>
                <a:spcPts val="600"/>
              </a:spcBef>
              <a:buFontTx/>
              <a:buBlip>
                <a:blip r:embed="rId3"/>
              </a:buBlip>
            </a:pPr>
            <a:r>
              <a:rPr lang="en-US" altLang="zh-CN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IPv6</a:t>
            </a:r>
            <a:r>
              <a:rPr lang="zh-CN" altLang="en-US" sz="22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基础</a:t>
            </a:r>
          </a:p>
          <a:p>
            <a:pPr marL="358775" indent="-358775">
              <a:lnSpc>
                <a:spcPts val="3200"/>
              </a:lnSpc>
              <a:spcBef>
                <a:spcPts val="600"/>
              </a:spcBef>
              <a:buClr>
                <a:srgbClr val="C00000"/>
              </a:buClr>
              <a:buFont typeface="Wingdings" panose="05000000000000000000" pitchFamily="2" charset="2"/>
              <a:buChar char="n"/>
            </a:pP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ICMP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协议</a:t>
            </a:r>
            <a:endParaRPr lang="en-US" altLang="zh-CN" sz="2400" dirty="0"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58775" indent="-358775">
              <a:lnSpc>
                <a:spcPts val="3200"/>
              </a:lnSpc>
              <a:spcBef>
                <a:spcPts val="600"/>
              </a:spcBef>
              <a:buClr>
                <a:srgbClr val="C00000"/>
              </a:buClr>
              <a:buFont typeface="Wingdings" panose="05000000000000000000" pitchFamily="2" charset="2"/>
              <a:buChar char="n"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路由算法：链路状态算法、距离向量算法</a:t>
            </a:r>
          </a:p>
          <a:p>
            <a:pPr marL="358775" indent="-358775">
              <a:lnSpc>
                <a:spcPts val="3200"/>
              </a:lnSpc>
              <a:spcBef>
                <a:spcPts val="600"/>
              </a:spcBef>
              <a:buClr>
                <a:srgbClr val="C00000"/>
              </a:buClr>
              <a:buFont typeface="Wingdings" panose="05000000000000000000" pitchFamily="2" charset="2"/>
              <a:buChar char="n"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互联网路由协议：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RIP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OSPF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BGP </a:t>
            </a:r>
          </a:p>
          <a:p>
            <a:pPr marL="358775" indent="-358775">
              <a:lnSpc>
                <a:spcPts val="3200"/>
              </a:lnSpc>
              <a:spcBef>
                <a:spcPts val="600"/>
              </a:spcBef>
              <a:buClr>
                <a:srgbClr val="C00000"/>
              </a:buClr>
              <a:buFont typeface="Wingdings" panose="05000000000000000000" pitchFamily="2" charset="2"/>
              <a:buChar char="n"/>
            </a:pP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软件定义网络：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SDN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体系结构、</a:t>
            </a: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OpenFlow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协议</a:t>
            </a:r>
            <a:endParaRPr lang="en-US" altLang="zh-CN" sz="2400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" name="标题 1"/>
          <p:cNvSpPr txBox="1"/>
          <p:nvPr/>
        </p:nvSpPr>
        <p:spPr>
          <a:xfrm>
            <a:off x="707367" y="32661"/>
            <a:ext cx="7565366" cy="512990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0000"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总  结</a:t>
            </a: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副标题 2"/>
          <p:cNvSpPr txBox="1"/>
          <p:nvPr/>
        </p:nvSpPr>
        <p:spPr>
          <a:xfrm>
            <a:off x="1222860" y="3925823"/>
            <a:ext cx="6709028" cy="110869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sz="2800" dirty="0">
                <a:solidFill>
                  <a:schemeClr val="accent5">
                    <a:lumMod val="75000"/>
                  </a:schemeClr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吴英</a:t>
            </a:r>
            <a:endParaRPr lang="en-US" altLang="zh-CN" sz="2800" dirty="0">
              <a:solidFill>
                <a:schemeClr val="accent5">
                  <a:lumMod val="75000"/>
                </a:schemeClr>
              </a:solidFill>
              <a:latin typeface="楷体" panose="02010609060101010101" pitchFamily="49" charset="-122"/>
              <a:ea typeface="楷体" panose="02010609060101010101" pitchFamily="49" charset="-122"/>
            </a:endParaRPr>
          </a:p>
          <a:p>
            <a:r>
              <a:rPr lang="en-US" altLang="zh-CN" sz="2800" dirty="0">
                <a:solidFill>
                  <a:schemeClr val="accent5">
                    <a:lumMod val="75000"/>
                  </a:schemeClr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wuying@nankai.edu.cn </a:t>
            </a:r>
          </a:p>
          <a:p>
            <a:endParaRPr lang="en-US" altLang="zh-CN" dirty="0">
              <a:solidFill>
                <a:schemeClr val="accent5">
                  <a:lumMod val="75000"/>
                </a:schemeClr>
              </a:solidFill>
              <a:latin typeface="楷体" panose="02010609060101010101" pitchFamily="49" charset="-122"/>
              <a:ea typeface="楷体" panose="02010609060101010101" pitchFamily="49" charset="-122"/>
            </a:endParaRPr>
          </a:p>
        </p:txBody>
      </p:sp>
      <p:sp>
        <p:nvSpPr>
          <p:cNvPr id="2" name="标题 1"/>
          <p:cNvSpPr txBox="1"/>
          <p:nvPr/>
        </p:nvSpPr>
        <p:spPr>
          <a:xfrm rot="10800000" flipH="1" flipV="1">
            <a:off x="1056736" y="1317523"/>
            <a:ext cx="7030527" cy="229091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ts val="3800"/>
              </a:lnSpc>
              <a:spcBef>
                <a:spcPts val="600"/>
              </a:spcBef>
              <a:spcAft>
                <a:spcPts val="1200"/>
              </a:spcAft>
            </a:pPr>
            <a:r>
              <a:rPr lang="en-US" altLang="zh-CN" sz="6600" b="1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Thank You!</a:t>
            </a:r>
            <a:endParaRPr lang="en-US" altLang="zh-CN" sz="4800" b="1" dirty="0">
              <a:solidFill>
                <a:srgbClr val="C00000"/>
              </a:solidFill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主题​​">
  <a:themeElements>
    <a:clrScheme name="Office 主题​​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主题​​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​​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2284</TotalTime>
  <Words>15390</Words>
  <Application>Microsoft Office PowerPoint</Application>
  <PresentationFormat>全屏显示(4:3)</PresentationFormat>
  <Paragraphs>2825</Paragraphs>
  <Slides>128</Slides>
  <Notes>128</Notes>
  <HiddenSlides>0</HiddenSlides>
  <MMClips>0</MMClips>
  <ScaleCrop>false</ScaleCrop>
  <HeadingPairs>
    <vt:vector size="8" baseType="variant">
      <vt:variant>
        <vt:lpstr>已用的字体</vt:lpstr>
      </vt:variant>
      <vt:variant>
        <vt:i4>18</vt:i4>
      </vt:variant>
      <vt:variant>
        <vt:lpstr>主题</vt:lpstr>
      </vt:variant>
      <vt:variant>
        <vt:i4>1</vt:i4>
      </vt:variant>
      <vt:variant>
        <vt:lpstr>嵌入 OLE 服务器</vt:lpstr>
      </vt:variant>
      <vt:variant>
        <vt:i4>3</vt:i4>
      </vt:variant>
      <vt:variant>
        <vt:lpstr>幻灯片标题</vt:lpstr>
      </vt:variant>
      <vt:variant>
        <vt:i4>128</vt:i4>
      </vt:variant>
    </vt:vector>
  </HeadingPairs>
  <TitlesOfParts>
    <vt:vector size="150" baseType="lpstr">
      <vt:lpstr>Arial Unicode MS</vt:lpstr>
      <vt:lpstr>PingFang SC</vt:lpstr>
      <vt:lpstr>等线</vt:lpstr>
      <vt:lpstr>黑体</vt:lpstr>
      <vt:lpstr>楷体</vt:lpstr>
      <vt:lpstr>楷体_GB2312</vt:lpstr>
      <vt:lpstr>宋体</vt:lpstr>
      <vt:lpstr>微软雅黑</vt:lpstr>
      <vt:lpstr>Arial</vt:lpstr>
      <vt:lpstr>Calibri</vt:lpstr>
      <vt:lpstr>Calibri Light</vt:lpstr>
      <vt:lpstr>Comic Sans MS</vt:lpstr>
      <vt:lpstr>Gill Sans MT</vt:lpstr>
      <vt:lpstr>Symbol</vt:lpstr>
      <vt:lpstr>Tahoma</vt:lpstr>
      <vt:lpstr>Times New Roman</vt:lpstr>
      <vt:lpstr>Verdana</vt:lpstr>
      <vt:lpstr>Wingdings</vt:lpstr>
      <vt:lpstr>Office 主题​​</vt:lpstr>
      <vt:lpstr>Clip</vt:lpstr>
      <vt:lpstr>ClipArt</vt:lpstr>
      <vt:lpstr>Visio</vt:lpstr>
      <vt:lpstr>PowerPoint 演示文稿</vt:lpstr>
      <vt:lpstr>PowerPoint 演示文稿</vt:lpstr>
      <vt:lpstr>回顾: TCP/IP体系结构</vt:lpstr>
      <vt:lpstr>网络层功能部署</vt:lpstr>
      <vt:lpstr>网络层关键功能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DHCP工作模式</vt:lpstr>
      <vt:lpstr>DHCP工作模式</vt:lpstr>
      <vt:lpstr>DHCP工作模式</vt:lpstr>
      <vt:lpstr>DHCP工作模式</vt:lpstr>
      <vt:lpstr>IPv4数据包转发</vt:lpstr>
      <vt:lpstr>IPv4数据包转发</vt:lpstr>
      <vt:lpstr>IPv4数据包转发</vt:lpstr>
      <vt:lpstr>IPv4数据包转发</vt:lpstr>
      <vt:lpstr>IP数据包分片与重组</vt:lpstr>
      <vt:lpstr>IP数据包分片与重组</vt:lpstr>
      <vt:lpstr>路由器转发IP数据包过程：总结</vt:lpstr>
      <vt:lpstr>路由器转发IP数据包：示例</vt:lpstr>
      <vt:lpstr>路由器内部结构</vt:lpstr>
      <vt:lpstr>按类划分IP地址存在的问题</vt:lpstr>
      <vt:lpstr>无类地址划分（CIDR）</vt:lpstr>
      <vt:lpstr>CIDR示例</vt:lpstr>
      <vt:lpstr>CIDR路由聚合</vt:lpstr>
      <vt:lpstr>CIDR路由聚合</vt:lpstr>
      <vt:lpstr>最长匹配原则</vt:lpstr>
      <vt:lpstr>CIDR地址聚合</vt:lpstr>
      <vt:lpstr>地址分配示例</vt:lpstr>
      <vt:lpstr>私有IP地址与NAT</vt:lpstr>
      <vt:lpstr>网络地址转换（NAT）</vt:lpstr>
      <vt:lpstr>网络地址转换（NAT）</vt:lpstr>
      <vt:lpstr>网络地址转换（NAT）</vt:lpstr>
      <vt:lpstr>网络地址转换（NAT）</vt:lpstr>
      <vt:lpstr>网络地址转换（NAT）</vt:lpstr>
      <vt:lpstr>网络地址转换（NAT）</vt:lpstr>
      <vt:lpstr>网络地址转换（NAT）</vt:lpstr>
      <vt:lpstr>IPv4局限性</vt:lpstr>
      <vt:lpstr>IPv4改进措施</vt:lpstr>
      <vt:lpstr>IPv6互联网的优势</vt:lpstr>
      <vt:lpstr>IPv6数据包格式（RFC 2460）</vt:lpstr>
      <vt:lpstr>IPv6扩展头</vt:lpstr>
      <vt:lpstr>IPv6地址表示方法</vt:lpstr>
      <vt:lpstr>PowerPoint 演示文稿</vt:lpstr>
      <vt:lpstr>ICMP: 互联网控制消息协议</vt:lpstr>
      <vt:lpstr>ICMP示例：Traceroute</vt:lpstr>
      <vt:lpstr>路由算法概述</vt:lpstr>
      <vt:lpstr>路由算法概述</vt:lpstr>
      <vt:lpstr>路由算法概述</vt:lpstr>
      <vt:lpstr>链路状态算法</vt:lpstr>
      <vt:lpstr>Dijkstra算法</vt:lpstr>
      <vt:lpstr>Dijkstra算法示例</vt:lpstr>
      <vt:lpstr>Bellman-Ford算法</vt:lpstr>
      <vt:lpstr>距离向量算法</vt:lpstr>
      <vt:lpstr>距离向量算法</vt:lpstr>
      <vt:lpstr>距离向量算法</vt:lpstr>
      <vt:lpstr>PowerPoint 演示文稿</vt:lpstr>
      <vt:lpstr>PowerPoint 演示文稿</vt:lpstr>
      <vt:lpstr>距离向量算法-链路代价改变示例</vt:lpstr>
      <vt:lpstr>PowerPoint 演示文稿</vt:lpstr>
      <vt:lpstr>PowerPoint 演示文稿</vt:lpstr>
      <vt:lpstr>距离向量算法-毒性逆转</vt:lpstr>
      <vt:lpstr>PowerPoint 演示文稿</vt:lpstr>
      <vt:lpstr>互联网的层次化路由</vt:lpstr>
      <vt:lpstr>互联网的层次化路由</vt:lpstr>
      <vt:lpstr>互联网的层次化路由</vt:lpstr>
      <vt:lpstr>互联网的层次化路由</vt:lpstr>
      <vt:lpstr>RIP协议概述</vt:lpstr>
      <vt:lpstr>RIP示例</vt:lpstr>
      <vt:lpstr>RIP示例</vt:lpstr>
      <vt:lpstr>RIP示例</vt:lpstr>
      <vt:lpstr>RIP报文</vt:lpstr>
      <vt:lpstr>RIP链路失效与恢复</vt:lpstr>
      <vt:lpstr>RIP报文处理过程</vt:lpstr>
      <vt:lpstr>RIP协议的实现</vt:lpstr>
      <vt:lpstr>OSPF协议概述</vt:lpstr>
      <vt:lpstr>OSPF的几个概念</vt:lpstr>
      <vt:lpstr>OSPF报文</vt:lpstr>
      <vt:lpstr>OSPF的三张表</vt:lpstr>
      <vt:lpstr>OSPF工作过程</vt:lpstr>
      <vt:lpstr>OSPF分发示例（洪泛）</vt:lpstr>
      <vt:lpstr>PowerPoint 演示文稿</vt:lpstr>
      <vt:lpstr>OSPF-区域的概念</vt:lpstr>
      <vt:lpstr>OSPF报文结构</vt:lpstr>
      <vt:lpstr>OSPF报文结构</vt:lpstr>
      <vt:lpstr>自治域间路由协议: BGP</vt:lpstr>
      <vt:lpstr>eBGP/iBGP连接</vt:lpstr>
      <vt:lpstr>BGP基本思想</vt:lpstr>
      <vt:lpstr>BGP路径通告</vt:lpstr>
      <vt:lpstr>BGP路径通告</vt:lpstr>
      <vt:lpstr>BGP报文</vt:lpstr>
      <vt:lpstr>Update报文格式</vt:lpstr>
      <vt:lpstr>Update报文格式</vt:lpstr>
      <vt:lpstr>Update报文格式</vt:lpstr>
      <vt:lpstr>BGP和OSPF的转发表设置</vt:lpstr>
      <vt:lpstr>BGP和OSPF的转发表设置</vt:lpstr>
      <vt:lpstr>BGP基于策略的路由控制</vt:lpstr>
      <vt:lpstr>SDN基本概念</vt:lpstr>
      <vt:lpstr>SDN基本概念</vt:lpstr>
      <vt:lpstr>SDN核心思想</vt:lpstr>
      <vt:lpstr>SDN核心思想</vt:lpstr>
      <vt:lpstr>PowerPoint 演示文稿</vt:lpstr>
      <vt:lpstr>PowerPoint 演示文稿</vt:lpstr>
      <vt:lpstr>PowerPoint 演示文稿</vt:lpstr>
      <vt:lpstr>PowerPoint 演示文稿</vt:lpstr>
      <vt:lpstr>OpenFlow流与流表</vt:lpstr>
      <vt:lpstr>OpenFlow流与流表</vt:lpstr>
      <vt:lpstr>OpenFlow流与流表</vt:lpstr>
      <vt:lpstr>PowerPoint 演示文稿</vt:lpstr>
      <vt:lpstr>OpenFlow流与流表：抽象</vt:lpstr>
      <vt:lpstr>流量工程: 传统路由中实现困难</vt:lpstr>
      <vt:lpstr>流量工程: 传统路由中实现困难</vt:lpstr>
      <vt:lpstr>OpenFlow示例</vt:lpstr>
      <vt:lpstr>OpenFlow示例：负载均衡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x</dc:creator>
  <cp:lastModifiedBy>user</cp:lastModifiedBy>
  <cp:revision>1360</cp:revision>
  <cp:lastPrinted>2025-12-16T14:13:25Z</cp:lastPrinted>
  <dcterms:created xsi:type="dcterms:W3CDTF">2019-06-10T02:39:00Z</dcterms:created>
  <dcterms:modified xsi:type="dcterms:W3CDTF">2025-12-17T00:33:20Z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C4817DE0AE7F4A0B8EFF360653CB9CAC_12</vt:lpwstr>
  </property>
  <property fmtid="{D5CDD505-2E9C-101B-9397-08002B2CF9AE}" pid="3" name="KSOProductBuildVer">
    <vt:lpwstr>2052-12.1.0.18912</vt:lpwstr>
  </property>
</Properties>
</file>