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heme/themeOverride2.xml" ContentType="application/vnd.openxmlformats-officedocument.themeOverr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959" r:id="rId3"/>
    <p:sldId id="1585" r:id="rId4"/>
    <p:sldId id="1649" r:id="rId5"/>
    <p:sldId id="1647" r:id="rId6"/>
    <p:sldId id="1779" r:id="rId7"/>
    <p:sldId id="1785" r:id="rId8"/>
    <p:sldId id="1467" r:id="rId9"/>
    <p:sldId id="1670" r:id="rId10"/>
    <p:sldId id="1689" r:id="rId11"/>
    <p:sldId id="1672" r:id="rId12"/>
    <p:sldId id="1659" r:id="rId13"/>
    <p:sldId id="1660" r:id="rId14"/>
    <p:sldId id="1661" r:id="rId15"/>
    <p:sldId id="1662" r:id="rId16"/>
    <p:sldId id="1663" r:id="rId17"/>
    <p:sldId id="1664" r:id="rId18"/>
    <p:sldId id="1665" r:id="rId19"/>
    <p:sldId id="1666" r:id="rId20"/>
    <p:sldId id="1652" r:id="rId21"/>
    <p:sldId id="1674" r:id="rId22"/>
    <p:sldId id="1786" r:id="rId23"/>
    <p:sldId id="1695" r:id="rId24"/>
    <p:sldId id="1653" r:id="rId25"/>
    <p:sldId id="1693" r:id="rId26"/>
    <p:sldId id="1775" r:id="rId27"/>
    <p:sldId id="1781" r:id="rId28"/>
    <p:sldId id="1782" r:id="rId29"/>
    <p:sldId id="1717" r:id="rId30"/>
    <p:sldId id="1718" r:id="rId31"/>
    <p:sldId id="1719" r:id="rId32"/>
    <p:sldId id="1783" r:id="rId33"/>
    <p:sldId id="1767" r:id="rId34"/>
    <p:sldId id="1768" r:id="rId35"/>
    <p:sldId id="1769" r:id="rId36"/>
    <p:sldId id="813" r:id="rId37"/>
    <p:sldId id="1313" r:id="rId38"/>
    <p:sldId id="1169" r:id="rId39"/>
    <p:sldId id="970" r:id="rId40"/>
    <p:sldId id="1166" r:id="rId41"/>
    <p:sldId id="1325" r:id="rId42"/>
    <p:sldId id="1316" r:id="rId43"/>
    <p:sldId id="1326" r:id="rId44"/>
    <p:sldId id="1317" r:id="rId45"/>
    <p:sldId id="1327" r:id="rId46"/>
    <p:sldId id="1328" r:id="rId47"/>
    <p:sldId id="1329" r:id="rId48"/>
    <p:sldId id="1331" r:id="rId49"/>
    <p:sldId id="1333" r:id="rId50"/>
    <p:sldId id="1332" r:id="rId51"/>
    <p:sldId id="1334" r:id="rId52"/>
    <p:sldId id="1784" r:id="rId53"/>
    <p:sldId id="982" r:id="rId54"/>
    <p:sldId id="1298" r:id="rId55"/>
    <p:sldId id="1302" r:id="rId56"/>
    <p:sldId id="1303" r:id="rId57"/>
    <p:sldId id="1306" r:id="rId58"/>
    <p:sldId id="1278" r:id="rId59"/>
    <p:sldId id="1279" r:id="rId60"/>
    <p:sldId id="1756" r:id="rId61"/>
    <p:sldId id="1770" r:id="rId6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09B7"/>
    <a:srgbClr val="66CCFF"/>
    <a:srgbClr val="CCFFFF"/>
    <a:srgbClr val="5F8EF7"/>
    <a:srgbClr val="DFD1E1"/>
    <a:srgbClr val="CBB5CF"/>
    <a:srgbClr val="49702E"/>
    <a:srgbClr val="7E0C6E"/>
    <a:srgbClr val="7F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60" autoAdjust="0"/>
    <p:restoredTop sz="85125" autoAdjust="0"/>
  </p:normalViewPr>
  <p:slideViewPr>
    <p:cSldViewPr snapToGrid="0">
      <p:cViewPr varScale="1">
        <p:scale>
          <a:sx n="77" d="100"/>
          <a:sy n="77" d="100"/>
        </p:scale>
        <p:origin x="13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106BB4-2C65-4E2B-839D-4CED5A4305D5}" type="datetimeFigureOut">
              <a:rPr lang="zh-CN" altLang="en-US" smtClean="0"/>
              <a:t>2025/12/24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75FF09-559A-413E-B23E-0DFCD03CDBD8}" type="slidenum">
              <a:rPr lang="zh-CN" altLang="en-US" smtClean="0"/>
              <a:t>‹#›</a:t>
            </a:fld>
            <a:endParaRPr lang="zh-CN" altLang="en-US"/>
          </a:p>
        </p:txBody>
      </p:sp>
    </p:spTree>
    <p:extLst>
      <p:ext uri="{BB962C8B-B14F-4D97-AF65-F5344CB8AC3E}">
        <p14:creationId xmlns:p14="http://schemas.microsoft.com/office/powerpoint/2010/main" val="2983345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a:t>
            </a:fld>
            <a:endParaRPr lang="zh-CN" altLang="en-US"/>
          </a:p>
        </p:txBody>
      </p:sp>
    </p:spTree>
    <p:extLst>
      <p:ext uri="{BB962C8B-B14F-4D97-AF65-F5344CB8AC3E}">
        <p14:creationId xmlns:p14="http://schemas.microsoft.com/office/powerpoint/2010/main" val="1849417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a:t>
            </a:fld>
            <a:endParaRPr lang="zh-CN" altLang="en-US"/>
          </a:p>
        </p:txBody>
      </p:sp>
    </p:spTree>
    <p:extLst>
      <p:ext uri="{BB962C8B-B14F-4D97-AF65-F5344CB8AC3E}">
        <p14:creationId xmlns:p14="http://schemas.microsoft.com/office/powerpoint/2010/main" val="2340808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3</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应用层：借助传输层提供的服务，实现应用进程之间的交互（</a:t>
            </a:r>
            <a:r>
              <a:rPr lang="en-US" altLang="zh-CN" dirty="0">
                <a:latin typeface="Times New Roman" panose="02020603050405020304" pitchFamily="18" charset="0"/>
                <a:ea typeface="宋体" panose="02010600030101010101" pitchFamily="2" charset="-122"/>
                <a:cs typeface="Times New Roman" panose="02020603050405020304" pitchFamily="18" charset="0"/>
              </a:rPr>
              <a:t>HTTP</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FTP</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SMTP/POP</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DNS</a:t>
            </a:r>
            <a:r>
              <a:rPr lang="zh-CN" altLang="en-US" dirty="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传输层：借助网络层提供的服务，端到端之间实现可靠通信、复用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分用等功能</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网络层：屏蔽接口层的差异，向下支持丰富的接口类型；向上层提供一致的编址和不可靠通信服务，通过路由器参与实现主机到主机的数据包转发</a:t>
            </a:r>
            <a:endParaRPr lang="en-US" altLang="zh-CN" b="1"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zh-CN" altLang="zh-CN" dirty="0"/>
          </a:p>
        </p:txBody>
      </p:sp>
    </p:spTree>
    <p:extLst>
      <p:ext uri="{BB962C8B-B14F-4D97-AF65-F5344CB8AC3E}">
        <p14:creationId xmlns:p14="http://schemas.microsoft.com/office/powerpoint/2010/main" val="2569135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四个物理网络</a:t>
            </a:r>
            <a:endParaRPr lang="en-US" altLang="zh-CN" dirty="0"/>
          </a:p>
          <a:p>
            <a:r>
              <a:rPr lang="zh-CN" altLang="en-US" dirty="0"/>
              <a:t>位于同一物理网络中的节点（主机或路由器）称为相邻结点</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a:t>
            </a:fld>
            <a:endParaRPr lang="zh-CN" altLang="en-US"/>
          </a:p>
        </p:txBody>
      </p:sp>
    </p:spTree>
    <p:extLst>
      <p:ext uri="{BB962C8B-B14F-4D97-AF65-F5344CB8AC3E}">
        <p14:creationId xmlns:p14="http://schemas.microsoft.com/office/powerpoint/2010/main" val="1454685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5</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89486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6</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403961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7</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1749993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0BC2129-B5F4-40AF-A940-69D34E504EA1}" type="slidenum">
              <a:rPr lang="en-US" altLang="zh-CN" smtClean="0"/>
              <a:pPr/>
              <a:t>8</a:t>
            </a:fld>
            <a:endParaRPr lang="en-US" altLang="zh-CN"/>
          </a:p>
        </p:txBody>
      </p:sp>
      <p:sp>
        <p:nvSpPr>
          <p:cNvPr id="116739" name="Rectangle 2"/>
          <p:cNvSpPr>
            <a:spLocks noGrp="1" noRot="1" noChangeAspect="1" noChangeArrowheads="1" noTextEdit="1"/>
          </p:cNvSpPr>
          <p:nvPr>
            <p:ph type="sldImg"/>
          </p:nvPr>
        </p:nvSpPr>
        <p:spPr>
          <a:xfrm>
            <a:off x="992188" y="768350"/>
            <a:ext cx="5114925" cy="3836988"/>
          </a:xfrm>
          <a:ln/>
        </p:spPr>
      </p:sp>
      <p:sp>
        <p:nvSpPr>
          <p:cNvPr id="116740" name="Rectangle 3"/>
          <p:cNvSpPr>
            <a:spLocks noGrp="1" noChangeArrowheads="1"/>
          </p:cNvSpPr>
          <p:nvPr>
            <p:ph type="body" idx="1"/>
          </p:nvPr>
        </p:nvSpPr>
        <p:spPr>
          <a:noFill/>
          <a:ln/>
        </p:spPr>
        <p:txBody>
          <a:bodyPr/>
          <a:lstStyle/>
          <a:p>
            <a:pPr eaLnBrk="1" hangingPunct="1"/>
            <a:r>
              <a:rPr lang="zh-CN" altLang="en-US" dirty="0"/>
              <a:t>不同网络技术有不同的应用范围，不同网络技术采用不同的结构与方法</a:t>
            </a:r>
            <a:endParaRPr lang="en-US" altLang="zh-CN" dirty="0"/>
          </a:p>
          <a:p>
            <a:pPr eaLnBrk="1" hangingPunct="1"/>
            <a:r>
              <a:rPr lang="zh-CN" altLang="en-US" dirty="0"/>
              <a:t>接口层协议主要有：局域网（</a:t>
            </a:r>
            <a:r>
              <a:rPr lang="en-US" altLang="zh-CN" dirty="0"/>
              <a:t>Ethernet</a:t>
            </a:r>
            <a:r>
              <a:rPr lang="zh-CN" altLang="en-US" dirty="0"/>
              <a:t>、</a:t>
            </a:r>
            <a:r>
              <a:rPr lang="en-US" altLang="zh-CN" dirty="0"/>
              <a:t>Wi-Fi</a:t>
            </a:r>
            <a:r>
              <a:rPr lang="zh-CN" altLang="en-US" dirty="0"/>
              <a:t>、</a:t>
            </a:r>
            <a:r>
              <a:rPr lang="en-US" altLang="zh-CN" dirty="0"/>
              <a:t>Token Ring</a:t>
            </a:r>
            <a:r>
              <a:rPr lang="zh-CN" altLang="en-US" dirty="0"/>
              <a:t>、</a:t>
            </a:r>
            <a:r>
              <a:rPr lang="en-US" altLang="zh-CN" dirty="0"/>
              <a:t>Token Bus</a:t>
            </a:r>
            <a:r>
              <a:rPr lang="zh-CN" altLang="en-US" dirty="0"/>
              <a:t>）、城域网（</a:t>
            </a:r>
            <a:r>
              <a:rPr lang="en-US" altLang="zh-CN" dirty="0"/>
              <a:t>FDDI</a:t>
            </a:r>
            <a:r>
              <a:rPr lang="zh-CN" altLang="en-US" dirty="0"/>
              <a:t>、</a:t>
            </a:r>
            <a:r>
              <a:rPr lang="en-US" altLang="zh-CN" dirty="0"/>
              <a:t>MPLS</a:t>
            </a:r>
            <a:r>
              <a:rPr lang="zh-CN" altLang="en-US" dirty="0"/>
              <a:t>）、广域网（</a:t>
            </a:r>
            <a:r>
              <a:rPr lang="en-US" altLang="zh-CN" dirty="0"/>
              <a:t>ATM</a:t>
            </a:r>
            <a:r>
              <a:rPr lang="zh-CN" altLang="en-US" dirty="0"/>
              <a:t>、</a:t>
            </a:r>
            <a:r>
              <a:rPr lang="en-US" altLang="zh-CN" dirty="0"/>
              <a:t>X.25</a:t>
            </a:r>
            <a:r>
              <a:rPr lang="zh-CN" altLang="en-US" dirty="0"/>
              <a:t>、</a:t>
            </a:r>
            <a:r>
              <a:rPr lang="en-US" altLang="zh-CN" dirty="0"/>
              <a:t>FR</a:t>
            </a:r>
            <a:r>
              <a:rPr lang="zh-CN" altLang="en-US" dirty="0"/>
              <a:t>、</a:t>
            </a:r>
            <a:r>
              <a:rPr lang="en-US" altLang="zh-CN" dirty="0"/>
              <a:t>PPP</a:t>
            </a:r>
            <a:r>
              <a:rPr lang="zh-CN" altLang="en-US" dirty="0"/>
              <a:t>、</a:t>
            </a:r>
            <a:r>
              <a:rPr lang="en-US" altLang="zh-CN" dirty="0"/>
              <a:t>SLIP</a:t>
            </a:r>
            <a:r>
              <a:rPr lang="zh-CN" altLang="en-US" dirty="0"/>
              <a:t>、</a:t>
            </a:r>
            <a:r>
              <a:rPr lang="en-US" altLang="zh-CN" dirty="0"/>
              <a:t>HDLC</a:t>
            </a:r>
            <a:r>
              <a:rPr lang="zh-CN" altLang="en-US" dirty="0"/>
              <a:t>）</a:t>
            </a:r>
          </a:p>
          <a:p>
            <a:pPr eaLnBrk="1" hangingPunct="1"/>
            <a:endParaRPr lang="en-US" altLang="zh-CN" dirty="0"/>
          </a:p>
        </p:txBody>
      </p:sp>
    </p:spTree>
    <p:extLst>
      <p:ext uri="{BB962C8B-B14F-4D97-AF65-F5344CB8AC3E}">
        <p14:creationId xmlns:p14="http://schemas.microsoft.com/office/powerpoint/2010/main" val="2639782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链路层</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复用的上层协议是</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IPX</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AppleTalk</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等</a:t>
            </a:r>
            <a:endParaRPr lang="zh-CN"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9</a:t>
            </a:fld>
            <a:endParaRPr lang="zh-CN" altLang="en-US"/>
          </a:p>
        </p:txBody>
      </p:sp>
    </p:spTree>
    <p:extLst>
      <p:ext uri="{BB962C8B-B14F-4D97-AF65-F5344CB8AC3E}">
        <p14:creationId xmlns:p14="http://schemas.microsoft.com/office/powerpoint/2010/main" val="2770938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0BC2129-B5F4-40AF-A940-69D34E504EA1}" type="slidenum">
              <a:rPr lang="en-US" altLang="zh-CN" smtClean="0"/>
              <a:pPr/>
              <a:t>10</a:t>
            </a:fld>
            <a:endParaRPr lang="en-US" altLang="zh-CN"/>
          </a:p>
        </p:txBody>
      </p:sp>
      <p:sp>
        <p:nvSpPr>
          <p:cNvPr id="116739" name="Rectangle 2"/>
          <p:cNvSpPr>
            <a:spLocks noGrp="1" noRot="1" noChangeAspect="1" noChangeArrowheads="1" noTextEdit="1"/>
          </p:cNvSpPr>
          <p:nvPr>
            <p:ph type="sldImg"/>
          </p:nvPr>
        </p:nvSpPr>
        <p:spPr>
          <a:xfrm>
            <a:off x="992188" y="768350"/>
            <a:ext cx="5114925" cy="3836988"/>
          </a:xfrm>
          <a:ln/>
        </p:spPr>
      </p:sp>
      <p:sp>
        <p:nvSpPr>
          <p:cNvPr id="116740" name="Rectangle 3"/>
          <p:cNvSpPr>
            <a:spLocks noGrp="1" noChangeArrowheads="1"/>
          </p:cNvSpPr>
          <p:nvPr>
            <p:ph type="body" idx="1"/>
          </p:nvPr>
        </p:nvSpPr>
        <p:spPr>
          <a:noFill/>
          <a:ln/>
        </p:spPr>
        <p:txBody>
          <a:bodyPr/>
          <a:lstStyle/>
          <a:p>
            <a:pPr eaLnBrk="1" hangingPunct="1"/>
            <a:endParaRPr lang="en-US" altLang="zh-CN" dirty="0"/>
          </a:p>
        </p:txBody>
      </p:sp>
    </p:spTree>
    <p:extLst>
      <p:ext uri="{BB962C8B-B14F-4D97-AF65-F5344CB8AC3E}">
        <p14:creationId xmlns:p14="http://schemas.microsoft.com/office/powerpoint/2010/main" val="2986209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Times New Roman" panose="02020603050405020304" pitchFamily="18" charset="0"/>
                <a:ea typeface="宋体" panose="02010600030101010101" pitchFamily="2" charset="-122"/>
                <a:cs typeface="Times New Roman" panose="02020603050405020304" pitchFamily="18" charset="0"/>
              </a:rPr>
              <a:t>EPROM</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是可擦写式只读存储器</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12</a:t>
            </a:fld>
            <a:endParaRPr lang="zh-CN" altLang="en-US"/>
          </a:p>
        </p:txBody>
      </p:sp>
    </p:spTree>
    <p:extLst>
      <p:ext uri="{BB962C8B-B14F-4D97-AF65-F5344CB8AC3E}">
        <p14:creationId xmlns:p14="http://schemas.microsoft.com/office/powerpoint/2010/main" val="2127093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391FA07E-7E97-4DF7-973D-A9F3166D0AA5}" type="slidenum">
              <a:rPr lang="en-US" altLang="zh-CN" smtClean="0"/>
              <a:pPr/>
              <a:t>13</a:t>
            </a:fld>
            <a:endParaRPr lang="en-US" altLang="zh-CN"/>
          </a:p>
        </p:txBody>
      </p:sp>
      <p:sp>
        <p:nvSpPr>
          <p:cNvPr id="129027" name="Rectangle 2"/>
          <p:cNvSpPr>
            <a:spLocks noGrp="1" noRot="1" noChangeAspect="1" noChangeArrowheads="1" noTextEdit="1"/>
          </p:cNvSpPr>
          <p:nvPr>
            <p:ph type="sldImg"/>
          </p:nvPr>
        </p:nvSpPr>
        <p:spPr>
          <a:xfrm>
            <a:off x="992188" y="768350"/>
            <a:ext cx="5114925" cy="3836988"/>
          </a:xfrm>
          <a:ln/>
        </p:spPr>
      </p:sp>
      <p:sp>
        <p:nvSpPr>
          <p:cNvPr id="129028"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4209613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IP</a:t>
            </a:r>
            <a:r>
              <a:rPr lang="zh-CN" altLang="en-US" b="0" i="0" dirty="0">
                <a:solidFill>
                  <a:srgbClr val="333333"/>
                </a:solidFill>
                <a:effectLst/>
                <a:latin typeface="PingFang SC"/>
              </a:rPr>
              <a:t>地址用于网络层的寻址，而数据在物理网络中传输需依赖</a:t>
            </a:r>
            <a:r>
              <a:rPr lang="en-US" altLang="zh-CN" b="0" i="0" dirty="0">
                <a:solidFill>
                  <a:srgbClr val="333333"/>
                </a:solidFill>
                <a:effectLst/>
                <a:latin typeface="PingFang SC"/>
              </a:rPr>
              <a:t>MAC</a:t>
            </a:r>
            <a:r>
              <a:rPr lang="zh-CN" altLang="en-US" b="0" i="0" dirty="0">
                <a:solidFill>
                  <a:srgbClr val="333333"/>
                </a:solidFill>
                <a:effectLst/>
                <a:latin typeface="PingFang SC"/>
              </a:rPr>
              <a:t>地址。</a:t>
            </a:r>
            <a:r>
              <a:rPr lang="en-US" altLang="zh-CN" b="0" i="0" dirty="0">
                <a:solidFill>
                  <a:srgbClr val="333333"/>
                </a:solidFill>
                <a:effectLst/>
                <a:latin typeface="PingFang SC"/>
              </a:rPr>
              <a:t>ARP</a:t>
            </a:r>
            <a:r>
              <a:rPr lang="zh-CN" altLang="en-US" b="0" i="0" dirty="0">
                <a:solidFill>
                  <a:srgbClr val="333333"/>
                </a:solidFill>
                <a:effectLst/>
                <a:latin typeface="PingFang SC"/>
              </a:rPr>
              <a:t>通过动态映射</a:t>
            </a:r>
            <a:r>
              <a:rPr lang="en-US" altLang="zh-CN" b="0" i="0" dirty="0">
                <a:solidFill>
                  <a:srgbClr val="333333"/>
                </a:solidFill>
                <a:effectLst/>
                <a:latin typeface="PingFang SC"/>
              </a:rPr>
              <a:t>IP</a:t>
            </a:r>
            <a:r>
              <a:rPr lang="zh-CN" altLang="en-US" b="0" i="0" dirty="0">
                <a:solidFill>
                  <a:srgbClr val="333333"/>
                </a:solidFill>
                <a:effectLst/>
                <a:latin typeface="PingFang SC"/>
              </a:rPr>
              <a:t>与</a:t>
            </a:r>
            <a:r>
              <a:rPr lang="en-US" altLang="zh-CN" b="0" i="0" dirty="0">
                <a:solidFill>
                  <a:srgbClr val="333333"/>
                </a:solidFill>
                <a:effectLst/>
                <a:latin typeface="PingFang SC"/>
              </a:rPr>
              <a:t>MAC</a:t>
            </a:r>
            <a:r>
              <a:rPr lang="zh-CN" altLang="en-US" b="0" i="0" dirty="0">
                <a:solidFill>
                  <a:srgbClr val="333333"/>
                </a:solidFill>
                <a:effectLst/>
                <a:latin typeface="PingFang SC"/>
              </a:rPr>
              <a:t>地址，实现数据链路层的封装‌。例如，当主机</a:t>
            </a:r>
            <a:r>
              <a:rPr lang="en-US" altLang="zh-CN" b="0" i="0" dirty="0">
                <a:solidFill>
                  <a:srgbClr val="333333"/>
                </a:solidFill>
                <a:effectLst/>
                <a:latin typeface="PingFang SC"/>
              </a:rPr>
              <a:t>A</a:t>
            </a:r>
            <a:r>
              <a:rPr lang="zh-CN" altLang="en-US" b="0" i="0" dirty="0">
                <a:solidFill>
                  <a:srgbClr val="333333"/>
                </a:solidFill>
                <a:effectLst/>
                <a:latin typeface="PingFang SC"/>
              </a:rPr>
              <a:t>向主机</a:t>
            </a:r>
            <a:r>
              <a:rPr lang="en-US" altLang="zh-CN" b="0" i="0" dirty="0">
                <a:solidFill>
                  <a:srgbClr val="333333"/>
                </a:solidFill>
                <a:effectLst/>
                <a:latin typeface="PingFang SC"/>
              </a:rPr>
              <a:t>B</a:t>
            </a:r>
            <a:r>
              <a:rPr lang="zh-CN" altLang="en-US" b="0" i="0" dirty="0">
                <a:solidFill>
                  <a:srgbClr val="333333"/>
                </a:solidFill>
                <a:effectLst/>
                <a:latin typeface="PingFang SC"/>
              </a:rPr>
              <a:t>发送数据时，需先通过</a:t>
            </a:r>
            <a:r>
              <a:rPr lang="en-US" altLang="zh-CN" b="0" i="0" dirty="0">
                <a:solidFill>
                  <a:srgbClr val="333333"/>
                </a:solidFill>
                <a:effectLst/>
                <a:latin typeface="PingFang SC"/>
              </a:rPr>
              <a:t>ARP</a:t>
            </a:r>
            <a:r>
              <a:rPr lang="zh-CN" altLang="en-US" b="0" i="0" dirty="0">
                <a:solidFill>
                  <a:srgbClr val="333333"/>
                </a:solidFill>
                <a:effectLst/>
                <a:latin typeface="PingFang SC"/>
              </a:rPr>
              <a:t>获取</a:t>
            </a:r>
            <a:r>
              <a:rPr lang="en-US" altLang="zh-CN" b="0" i="0" dirty="0">
                <a:solidFill>
                  <a:srgbClr val="333333"/>
                </a:solidFill>
                <a:effectLst/>
                <a:latin typeface="PingFang SC"/>
              </a:rPr>
              <a:t>B</a:t>
            </a:r>
            <a:r>
              <a:rPr lang="zh-CN" altLang="en-US" b="0" i="0" dirty="0">
                <a:solidFill>
                  <a:srgbClr val="333333"/>
                </a:solidFill>
                <a:effectLst/>
                <a:latin typeface="PingFang SC"/>
              </a:rPr>
              <a:t>的</a:t>
            </a:r>
            <a:r>
              <a:rPr lang="en-US" altLang="zh-CN" b="0" i="0" dirty="0">
                <a:solidFill>
                  <a:srgbClr val="333333"/>
                </a:solidFill>
                <a:effectLst/>
                <a:latin typeface="PingFang SC"/>
              </a:rPr>
              <a:t>MAC</a:t>
            </a:r>
            <a:r>
              <a:rPr lang="zh-CN" altLang="en-US" b="0" i="0" dirty="0">
                <a:solidFill>
                  <a:srgbClr val="333333"/>
                </a:solidFill>
                <a:effectLst/>
                <a:latin typeface="PingFang SC"/>
              </a:rPr>
              <a:t>地址才能构建数据帧</a:t>
            </a:r>
            <a:endParaRPr lang="en-US" altLang="zh-CN" b="0" i="0" dirty="0">
              <a:solidFill>
                <a:srgbClr val="333333"/>
              </a:solidFill>
              <a:effectLst/>
              <a:latin typeface="PingFang SC"/>
            </a:endParaRPr>
          </a:p>
          <a:p>
            <a:r>
              <a:rPr lang="en-US" altLang="zh-CN" b="0" i="0" dirty="0">
                <a:solidFill>
                  <a:srgbClr val="333333"/>
                </a:solidFill>
                <a:effectLst/>
                <a:latin typeface="PingFang SC"/>
              </a:rPr>
              <a:t>ARP</a:t>
            </a:r>
            <a:r>
              <a:rPr lang="zh-CN" altLang="en-US" b="0" i="0" dirty="0">
                <a:solidFill>
                  <a:srgbClr val="333333"/>
                </a:solidFill>
                <a:effectLst/>
                <a:latin typeface="PingFang SC"/>
              </a:rPr>
              <a:t>通过广播请求和单播响应的机制，快速建立</a:t>
            </a:r>
            <a:r>
              <a:rPr lang="en-US" altLang="zh-CN" b="0" i="0" dirty="0">
                <a:solidFill>
                  <a:srgbClr val="333333"/>
                </a:solidFill>
                <a:effectLst/>
                <a:latin typeface="PingFang SC"/>
              </a:rPr>
              <a:t>IP-MAC</a:t>
            </a:r>
            <a:r>
              <a:rPr lang="zh-CN" altLang="en-US" b="0" i="0" dirty="0">
                <a:solidFill>
                  <a:srgbClr val="333333"/>
                </a:solidFill>
                <a:effectLst/>
                <a:latin typeface="PingFang SC"/>
              </a:rPr>
              <a:t>映射表，避免每次通信都需要广播查询‌</a:t>
            </a:r>
            <a:endParaRPr lang="en-US" altLang="zh-CN" b="0" i="0" dirty="0">
              <a:solidFill>
                <a:srgbClr val="333333"/>
              </a:solidFill>
              <a:effectLst/>
              <a:latin typeface="PingFang SC"/>
            </a:endParaRPr>
          </a:p>
          <a:p>
            <a:r>
              <a:rPr lang="en-US" altLang="zh-CN" b="0" i="0" dirty="0">
                <a:solidFill>
                  <a:srgbClr val="333333"/>
                </a:solidFill>
                <a:effectLst/>
                <a:latin typeface="PingFang SC"/>
              </a:rPr>
              <a:t>ARP</a:t>
            </a:r>
            <a:r>
              <a:rPr lang="zh-CN" altLang="en-US" b="0" i="0" dirty="0">
                <a:solidFill>
                  <a:srgbClr val="333333"/>
                </a:solidFill>
                <a:effectLst/>
                <a:latin typeface="PingFang SC"/>
              </a:rPr>
              <a:t>仅适用于</a:t>
            </a:r>
            <a:r>
              <a:rPr lang="en-US" altLang="zh-CN" b="0" i="0" dirty="0">
                <a:solidFill>
                  <a:srgbClr val="333333"/>
                </a:solidFill>
                <a:effectLst/>
                <a:latin typeface="PingFang SC"/>
              </a:rPr>
              <a:t>IPv4</a:t>
            </a:r>
            <a:r>
              <a:rPr lang="zh-CN" altLang="en-US" b="0" i="0" dirty="0">
                <a:solidFill>
                  <a:srgbClr val="333333"/>
                </a:solidFill>
                <a:effectLst/>
                <a:latin typeface="PingFang SC"/>
              </a:rPr>
              <a:t>，</a:t>
            </a:r>
            <a:r>
              <a:rPr lang="en-US" altLang="zh-CN" b="0" i="0" dirty="0">
                <a:solidFill>
                  <a:srgbClr val="333333"/>
                </a:solidFill>
                <a:effectLst/>
                <a:latin typeface="PingFang SC"/>
              </a:rPr>
              <a:t>IPv6</a:t>
            </a:r>
            <a:r>
              <a:rPr lang="zh-CN" altLang="en-US" b="0" i="0" dirty="0">
                <a:solidFill>
                  <a:srgbClr val="333333"/>
                </a:solidFill>
                <a:effectLst/>
                <a:latin typeface="PingFang SC"/>
              </a:rPr>
              <a:t>中由邻居发现协议（</a:t>
            </a:r>
            <a:r>
              <a:rPr lang="en-US" altLang="zh-CN" b="0" i="0" dirty="0">
                <a:solidFill>
                  <a:srgbClr val="333333"/>
                </a:solidFill>
                <a:effectLst/>
                <a:latin typeface="PingFang SC"/>
              </a:rPr>
              <a:t>NDP</a:t>
            </a:r>
            <a:r>
              <a:rPr lang="zh-CN" altLang="en-US" b="0" i="0" dirty="0">
                <a:solidFill>
                  <a:srgbClr val="333333"/>
                </a:solidFill>
                <a:effectLst/>
                <a:latin typeface="PingFang SC"/>
              </a:rPr>
              <a:t>）代替</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15</a:t>
            </a:fld>
            <a:endParaRPr lang="zh-CN" altLang="en-US"/>
          </a:p>
        </p:txBody>
      </p:sp>
    </p:spTree>
    <p:extLst>
      <p:ext uri="{BB962C8B-B14F-4D97-AF65-F5344CB8AC3E}">
        <p14:creationId xmlns:p14="http://schemas.microsoft.com/office/powerpoint/2010/main" val="3357645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ARP</a:t>
            </a:r>
            <a:r>
              <a:rPr lang="zh-CN" altLang="en-US" b="0" i="0" dirty="0">
                <a:solidFill>
                  <a:srgbClr val="333333"/>
                </a:solidFill>
                <a:effectLst/>
                <a:latin typeface="PingFang SC"/>
              </a:rPr>
              <a:t>的优化策略主要围绕提升网络性能、增强安全性和减少资源消耗展开</a:t>
            </a:r>
            <a:endParaRPr lang="en-US" altLang="zh-CN" b="0" i="0" dirty="0">
              <a:solidFill>
                <a:srgbClr val="333333"/>
              </a:solidFill>
              <a:effectLst/>
              <a:latin typeface="PingFang SC"/>
            </a:endParaRPr>
          </a:p>
          <a:p>
            <a:pPr algn="l">
              <a:buFont typeface="Arial" panose="020B0604020202020204" pitchFamily="34" charset="0"/>
              <a:buNone/>
            </a:pPr>
            <a:r>
              <a:rPr lang="zh-CN" altLang="en-US" b="0" i="0" dirty="0">
                <a:solidFill>
                  <a:srgbClr val="333333"/>
                </a:solidFill>
                <a:effectLst/>
                <a:latin typeface="PingFang SC"/>
              </a:rPr>
              <a:t>调整</a:t>
            </a:r>
            <a:r>
              <a:rPr lang="en-US" altLang="zh-CN" b="0" i="0" dirty="0">
                <a:solidFill>
                  <a:srgbClr val="333333"/>
                </a:solidFill>
                <a:effectLst/>
                <a:latin typeface="PingFang SC"/>
              </a:rPr>
              <a:t>ARP</a:t>
            </a:r>
            <a:r>
              <a:rPr lang="zh-CN" altLang="en-US" b="0" i="0" dirty="0">
                <a:solidFill>
                  <a:srgbClr val="333333"/>
                </a:solidFill>
                <a:effectLst/>
                <a:latin typeface="PingFang SC"/>
              </a:rPr>
              <a:t>缓存参数：</a:t>
            </a:r>
            <a:r>
              <a:rPr lang="en-US" altLang="zh-CN" b="0" i="0" dirty="0">
                <a:solidFill>
                  <a:srgbClr val="333333"/>
                </a:solidFill>
                <a:effectLst/>
                <a:latin typeface="PingFang SC"/>
              </a:rPr>
              <a:t>1.</a:t>
            </a:r>
            <a:r>
              <a:rPr lang="zh-CN" altLang="en-US" b="1" i="0" dirty="0">
                <a:solidFill>
                  <a:srgbClr val="333333"/>
                </a:solidFill>
                <a:effectLst/>
                <a:latin typeface="PingFang SC"/>
              </a:rPr>
              <a:t>增加</a:t>
            </a:r>
            <a:r>
              <a:rPr lang="en-US" altLang="zh-CN" b="1" i="0" dirty="0">
                <a:solidFill>
                  <a:srgbClr val="333333"/>
                </a:solidFill>
                <a:effectLst/>
                <a:latin typeface="PingFang SC"/>
              </a:rPr>
              <a:t>ARP</a:t>
            </a:r>
            <a:r>
              <a:rPr lang="zh-CN" altLang="en-US" b="1" i="0" dirty="0">
                <a:solidFill>
                  <a:srgbClr val="333333"/>
                </a:solidFill>
                <a:effectLst/>
                <a:latin typeface="PingFang SC"/>
              </a:rPr>
              <a:t>表容量</a:t>
            </a:r>
            <a:r>
              <a:rPr lang="zh-CN" altLang="en-US" b="0" i="0" dirty="0">
                <a:solidFill>
                  <a:srgbClr val="333333"/>
                </a:solidFill>
                <a:effectLst/>
                <a:latin typeface="PingFang SC"/>
              </a:rPr>
              <a:t>‌，通过调整内核参数扩大</a:t>
            </a:r>
            <a:r>
              <a:rPr lang="en-US" altLang="zh-CN" b="0" i="0" dirty="0">
                <a:solidFill>
                  <a:srgbClr val="333333"/>
                </a:solidFill>
                <a:effectLst/>
                <a:latin typeface="PingFang SC"/>
              </a:rPr>
              <a:t>ARP</a:t>
            </a:r>
            <a:r>
              <a:rPr lang="zh-CN" altLang="en-US" b="0" i="0" dirty="0">
                <a:solidFill>
                  <a:srgbClr val="333333"/>
                </a:solidFill>
                <a:effectLst/>
                <a:latin typeface="PingFang SC"/>
              </a:rPr>
              <a:t>表空间，缓解表满导致的性能下降问题；</a:t>
            </a:r>
            <a:r>
              <a:rPr lang="en-US" altLang="zh-CN" b="0" i="0" dirty="0">
                <a:solidFill>
                  <a:srgbClr val="333333"/>
                </a:solidFill>
                <a:effectLst/>
                <a:latin typeface="PingFang SC"/>
              </a:rPr>
              <a:t>2.</a:t>
            </a:r>
            <a:r>
              <a:rPr lang="zh-CN" altLang="en-US" b="1" i="0" dirty="0">
                <a:solidFill>
                  <a:srgbClr val="333333"/>
                </a:solidFill>
                <a:effectLst/>
                <a:latin typeface="PingFang SC"/>
              </a:rPr>
              <a:t>缩短</a:t>
            </a:r>
            <a:r>
              <a:rPr lang="zh-CN" altLang="en-US" b="1" i="0">
                <a:solidFill>
                  <a:srgbClr val="333333"/>
                </a:solidFill>
                <a:effectLst/>
                <a:latin typeface="PingFang SC"/>
              </a:rPr>
              <a:t>缓存超时</a:t>
            </a:r>
            <a:r>
              <a:rPr lang="zh-CN" altLang="en-US" b="0" i="0">
                <a:solidFill>
                  <a:srgbClr val="333333"/>
                </a:solidFill>
                <a:effectLst/>
                <a:latin typeface="PingFang SC"/>
              </a:rPr>
              <a:t>，减少</a:t>
            </a:r>
            <a:r>
              <a:rPr lang="zh-CN" altLang="en-US" b="0" i="0" dirty="0">
                <a:solidFill>
                  <a:srgbClr val="333333"/>
                </a:solidFill>
                <a:effectLst/>
                <a:latin typeface="PingFang SC"/>
              </a:rPr>
              <a:t>部分参数值，加速无效条目回收‌</a:t>
            </a:r>
            <a:br>
              <a:rPr lang="zh-CN" altLang="en-US" b="0" i="0" dirty="0">
                <a:solidFill>
                  <a:srgbClr val="333333"/>
                </a:solidFill>
                <a:effectLst/>
                <a:latin typeface="PingFang SC"/>
              </a:rPr>
            </a:br>
            <a:endParaRPr lang="zh-CN" altLang="en-US"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16</a:t>
            </a:fld>
            <a:endParaRPr lang="zh-CN" altLang="en-US"/>
          </a:p>
        </p:txBody>
      </p:sp>
    </p:spTree>
    <p:extLst>
      <p:ext uri="{BB962C8B-B14F-4D97-AF65-F5344CB8AC3E}">
        <p14:creationId xmlns:p14="http://schemas.microsoft.com/office/powerpoint/2010/main" val="1266872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0BC2129-B5F4-40AF-A940-69D34E504EA1}" type="slidenum">
              <a:rPr lang="en-US" altLang="zh-CN" smtClean="0"/>
              <a:pPr/>
              <a:t>20</a:t>
            </a:fld>
            <a:endParaRPr lang="en-US" altLang="zh-CN"/>
          </a:p>
        </p:txBody>
      </p:sp>
      <p:sp>
        <p:nvSpPr>
          <p:cNvPr id="116739" name="Rectangle 2"/>
          <p:cNvSpPr>
            <a:spLocks noGrp="1" noRot="1" noChangeAspect="1" noChangeArrowheads="1" noTextEdit="1"/>
          </p:cNvSpPr>
          <p:nvPr>
            <p:ph type="sldImg"/>
          </p:nvPr>
        </p:nvSpPr>
        <p:spPr>
          <a:xfrm>
            <a:off x="992188" y="768350"/>
            <a:ext cx="5114925" cy="3836988"/>
          </a:xfrm>
          <a:ln/>
        </p:spPr>
      </p:sp>
      <p:sp>
        <p:nvSpPr>
          <p:cNvPr id="116740" name="Rectangle 3"/>
          <p:cNvSpPr>
            <a:spLocks noGrp="1" noChangeArrowheads="1"/>
          </p:cNvSpPr>
          <p:nvPr>
            <p:ph type="body" idx="1"/>
          </p:nvPr>
        </p:nvSpPr>
        <p:spPr>
          <a:noFill/>
          <a:ln/>
        </p:spPr>
        <p:txBody>
          <a:bodyPr/>
          <a:lstStyle/>
          <a:p>
            <a:r>
              <a:rPr lang="en-US" altLang="zh-CN" b="0" dirty="0">
                <a:effectLst/>
                <a:latin typeface="PingFang SC"/>
              </a:rPr>
              <a:t>1.</a:t>
            </a:r>
            <a:r>
              <a:rPr lang="zh-CN" altLang="en-US" b="1" dirty="0">
                <a:effectLst/>
                <a:latin typeface="PingFang SC"/>
              </a:rPr>
              <a:t>接收数据帧‌</a:t>
            </a:r>
            <a:r>
              <a:rPr lang="zh-CN" altLang="en-US" b="0" dirty="0">
                <a:effectLst/>
                <a:latin typeface="PingFang SC"/>
              </a:rPr>
              <a:t>：</a:t>
            </a:r>
            <a:r>
              <a:rPr lang="zh-CN" altLang="en-US" b="0" dirty="0">
                <a:solidFill>
                  <a:srgbClr val="333333"/>
                </a:solidFill>
                <a:effectLst/>
                <a:latin typeface="PingFang SC"/>
              </a:rPr>
              <a:t>接收端将接收到的完整数据帧（包含原始数据和附加的</a:t>
            </a:r>
            <a:r>
              <a:rPr lang="en-US" altLang="zh-CN" b="0" dirty="0">
                <a:solidFill>
                  <a:srgbClr val="333333"/>
                </a:solidFill>
                <a:effectLst/>
                <a:latin typeface="PingFang SC"/>
              </a:rPr>
              <a:t>CRC</a:t>
            </a:r>
            <a:r>
              <a:rPr lang="zh-CN" altLang="en-US" b="0" dirty="0">
                <a:solidFill>
                  <a:srgbClr val="333333"/>
                </a:solidFill>
                <a:effectLst/>
                <a:latin typeface="PingFang SC"/>
              </a:rPr>
              <a:t>校验码）作为被除数‌</a:t>
            </a:r>
          </a:p>
          <a:p>
            <a:r>
              <a:rPr lang="en-US" altLang="zh-CN" b="0" dirty="0">
                <a:effectLst/>
                <a:latin typeface="PingFang SC"/>
              </a:rPr>
              <a:t>2.‌</a:t>
            </a:r>
            <a:r>
              <a:rPr lang="zh-CN" altLang="en-US" b="1" dirty="0">
                <a:effectLst/>
                <a:latin typeface="PingFang SC"/>
              </a:rPr>
              <a:t>选择生成多项式‌</a:t>
            </a:r>
            <a:r>
              <a:rPr lang="zh-CN" altLang="en-US" b="0" dirty="0">
                <a:effectLst/>
                <a:latin typeface="PingFang SC"/>
              </a:rPr>
              <a:t>：</a:t>
            </a:r>
            <a:r>
              <a:rPr lang="zh-CN" altLang="en-US" b="0" dirty="0">
                <a:solidFill>
                  <a:srgbClr val="333333"/>
                </a:solidFill>
                <a:effectLst/>
                <a:latin typeface="PingFang SC"/>
              </a:rPr>
              <a:t>使用与发送端相同的生成多项式作为除数</a:t>
            </a:r>
            <a:endParaRPr lang="en-US" altLang="zh-CN" b="0" dirty="0">
              <a:solidFill>
                <a:srgbClr val="333333"/>
              </a:solidFill>
              <a:effectLst/>
              <a:latin typeface="PingFang SC"/>
            </a:endParaRPr>
          </a:p>
          <a:p>
            <a:r>
              <a:rPr lang="en-US" altLang="zh-CN" b="0" dirty="0">
                <a:effectLst/>
                <a:latin typeface="PingFang SC"/>
              </a:rPr>
              <a:t>3.</a:t>
            </a:r>
            <a:r>
              <a:rPr lang="zh-CN" altLang="en-US" b="1" dirty="0">
                <a:effectLst/>
                <a:latin typeface="PingFang SC"/>
              </a:rPr>
              <a:t>执行模</a:t>
            </a:r>
            <a:r>
              <a:rPr lang="en-US" altLang="zh-CN" b="1" dirty="0">
                <a:effectLst/>
                <a:latin typeface="PingFang SC"/>
              </a:rPr>
              <a:t>2</a:t>
            </a:r>
            <a:r>
              <a:rPr lang="zh-CN" altLang="en-US" b="1" dirty="0">
                <a:effectLst/>
                <a:latin typeface="PingFang SC"/>
              </a:rPr>
              <a:t>除法‌</a:t>
            </a:r>
            <a:r>
              <a:rPr lang="zh-CN" altLang="en-US" b="0" dirty="0">
                <a:effectLst/>
                <a:latin typeface="PingFang SC"/>
              </a:rPr>
              <a:t>：</a:t>
            </a:r>
            <a:r>
              <a:rPr lang="zh-CN" altLang="en-US" dirty="0">
                <a:effectLst/>
              </a:rPr>
              <a:t>将数据帧左移</a:t>
            </a:r>
            <a:r>
              <a:rPr lang="en-US" altLang="zh-CN" dirty="0">
                <a:effectLst/>
              </a:rPr>
              <a:t>n</a:t>
            </a:r>
            <a:r>
              <a:rPr lang="zh-CN" altLang="en-US" dirty="0">
                <a:effectLst/>
              </a:rPr>
              <a:t>位（</a:t>
            </a:r>
            <a:r>
              <a:rPr lang="en-US" altLang="zh-CN" dirty="0">
                <a:effectLst/>
              </a:rPr>
              <a:t>n</a:t>
            </a:r>
            <a:r>
              <a:rPr lang="zh-CN" altLang="en-US" dirty="0">
                <a:effectLst/>
              </a:rPr>
              <a:t>为生成多项式位数减</a:t>
            </a:r>
            <a:r>
              <a:rPr lang="en-US" altLang="zh-CN" dirty="0">
                <a:effectLst/>
              </a:rPr>
              <a:t>1</a:t>
            </a:r>
            <a:r>
              <a:rPr lang="zh-CN" altLang="en-US" dirty="0">
                <a:effectLst/>
              </a:rPr>
              <a:t>），相当于补</a:t>
            </a:r>
            <a:r>
              <a:rPr lang="en-US" altLang="zh-CN" dirty="0">
                <a:effectLst/>
              </a:rPr>
              <a:t>n</a:t>
            </a:r>
            <a:r>
              <a:rPr lang="zh-CN" altLang="en-US" dirty="0">
                <a:effectLst/>
              </a:rPr>
              <a:t>个</a:t>
            </a:r>
            <a:r>
              <a:rPr lang="en-US" altLang="zh-CN" dirty="0">
                <a:effectLst/>
              </a:rPr>
              <a:t>0‌</a:t>
            </a:r>
            <a:r>
              <a:rPr lang="zh-CN" altLang="en-US" dirty="0">
                <a:effectLst/>
              </a:rPr>
              <a:t>；用生成多项式对应的二进制序列逐位异或，直到处理完所有位‌</a:t>
            </a:r>
          </a:p>
          <a:p>
            <a:r>
              <a:rPr lang="en-US" altLang="zh-CN" b="0" dirty="0">
                <a:effectLst/>
                <a:latin typeface="PingFang SC"/>
              </a:rPr>
              <a:t>4.</a:t>
            </a:r>
            <a:r>
              <a:rPr lang="zh-CN" altLang="en-US" b="1" dirty="0">
                <a:effectLst/>
                <a:latin typeface="PingFang SC"/>
              </a:rPr>
              <a:t>验证余数‌</a:t>
            </a:r>
            <a:r>
              <a:rPr lang="zh-CN" altLang="en-US" b="0" dirty="0">
                <a:effectLst/>
                <a:latin typeface="PingFang SC"/>
              </a:rPr>
              <a:t>：若余数为</a:t>
            </a:r>
            <a:r>
              <a:rPr lang="en-US" altLang="zh-CN" b="0" dirty="0">
                <a:effectLst/>
                <a:latin typeface="PingFang SC"/>
              </a:rPr>
              <a:t>0</a:t>
            </a:r>
            <a:r>
              <a:rPr lang="zh-CN" altLang="en-US" dirty="0">
                <a:effectLst/>
              </a:rPr>
              <a:t>‌，说明数据传输未出错；否则，</a:t>
            </a:r>
            <a:r>
              <a:rPr lang="zh-CN" altLang="en-US" b="0" i="0" dirty="0">
                <a:solidFill>
                  <a:srgbClr val="333333"/>
                </a:solidFill>
                <a:effectLst/>
                <a:latin typeface="PingFang SC"/>
              </a:rPr>
              <a:t>传输出错‌</a:t>
            </a:r>
            <a:endParaRPr lang="en-US" altLang="zh-CN" dirty="0"/>
          </a:p>
        </p:txBody>
      </p:sp>
    </p:spTree>
    <p:extLst>
      <p:ext uri="{BB962C8B-B14F-4D97-AF65-F5344CB8AC3E}">
        <p14:creationId xmlns:p14="http://schemas.microsoft.com/office/powerpoint/2010/main" val="666434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21</a:t>
            </a:fld>
            <a:endParaRPr lang="zh-CN" altLang="en-US"/>
          </a:p>
        </p:txBody>
      </p:sp>
    </p:spTree>
    <p:extLst>
      <p:ext uri="{BB962C8B-B14F-4D97-AF65-F5344CB8AC3E}">
        <p14:creationId xmlns:p14="http://schemas.microsoft.com/office/powerpoint/2010/main" val="2789576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0BC2129-B5F4-40AF-A940-69D34E504EA1}" type="slidenum">
              <a:rPr lang="en-US" altLang="zh-CN" smtClean="0"/>
              <a:pPr/>
              <a:t>22</a:t>
            </a:fld>
            <a:endParaRPr lang="en-US" altLang="zh-CN"/>
          </a:p>
        </p:txBody>
      </p:sp>
      <p:sp>
        <p:nvSpPr>
          <p:cNvPr id="116739" name="Rectangle 2"/>
          <p:cNvSpPr>
            <a:spLocks noGrp="1" noRot="1" noChangeAspect="1" noChangeArrowheads="1" noTextEdit="1"/>
          </p:cNvSpPr>
          <p:nvPr>
            <p:ph type="sldImg"/>
          </p:nvPr>
        </p:nvSpPr>
        <p:spPr>
          <a:xfrm>
            <a:off x="992188" y="768350"/>
            <a:ext cx="5114925" cy="3836988"/>
          </a:xfrm>
          <a:ln/>
        </p:spPr>
      </p:sp>
      <p:sp>
        <p:nvSpPr>
          <p:cNvPr id="116740" name="Rectangle 3"/>
          <p:cNvSpPr>
            <a:spLocks noGrp="1" noChangeArrowheads="1"/>
          </p:cNvSpPr>
          <p:nvPr>
            <p:ph type="body" idx="1"/>
          </p:nvPr>
        </p:nvSpPr>
        <p:spPr>
          <a:noFill/>
          <a:ln/>
        </p:spPr>
        <p:txBody>
          <a:bodyPr/>
          <a:lstStyle/>
          <a:p>
            <a:pPr eaLnBrk="1" hangingPunct="1"/>
            <a:endParaRPr lang="en-US" altLang="zh-CN" dirty="0"/>
          </a:p>
        </p:txBody>
      </p:sp>
    </p:spTree>
    <p:extLst>
      <p:ext uri="{BB962C8B-B14F-4D97-AF65-F5344CB8AC3E}">
        <p14:creationId xmlns:p14="http://schemas.microsoft.com/office/powerpoint/2010/main" val="4121184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0BC2129-B5F4-40AF-A940-69D34E504EA1}" type="slidenum">
              <a:rPr lang="en-US" altLang="zh-CN" smtClean="0"/>
              <a:pPr/>
              <a:t>23</a:t>
            </a:fld>
            <a:endParaRPr lang="en-US" altLang="zh-CN"/>
          </a:p>
        </p:txBody>
      </p:sp>
      <p:sp>
        <p:nvSpPr>
          <p:cNvPr id="116739" name="Rectangle 2"/>
          <p:cNvSpPr>
            <a:spLocks noGrp="1" noRot="1" noChangeAspect="1" noChangeArrowheads="1" noTextEdit="1"/>
          </p:cNvSpPr>
          <p:nvPr>
            <p:ph type="sldImg"/>
          </p:nvPr>
        </p:nvSpPr>
        <p:spPr>
          <a:xfrm>
            <a:off x="992188" y="768350"/>
            <a:ext cx="5114925" cy="3836988"/>
          </a:xfrm>
          <a:ln/>
        </p:spPr>
      </p:sp>
      <p:sp>
        <p:nvSpPr>
          <p:cNvPr id="116740" name="Rectangle 3"/>
          <p:cNvSpPr>
            <a:spLocks noGrp="1" noChangeArrowheads="1"/>
          </p:cNvSpPr>
          <p:nvPr>
            <p:ph type="body" idx="1"/>
          </p:nvPr>
        </p:nvSpPr>
        <p:spPr>
          <a:noFill/>
          <a:ln/>
        </p:spPr>
        <p:txBody>
          <a:bodyPr/>
          <a:lstStyle/>
          <a:p>
            <a:pPr eaLnBrk="1" hangingPunct="1"/>
            <a:endParaRPr lang="en-US" altLang="zh-CN" dirty="0"/>
          </a:p>
        </p:txBody>
      </p:sp>
    </p:spTree>
    <p:extLst>
      <p:ext uri="{BB962C8B-B14F-4D97-AF65-F5344CB8AC3E}">
        <p14:creationId xmlns:p14="http://schemas.microsoft.com/office/powerpoint/2010/main" val="2788366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20BC2129-B5F4-40AF-A940-69D34E504EA1}" type="slidenum">
              <a:rPr lang="en-US" altLang="zh-CN" smtClean="0"/>
              <a:pPr/>
              <a:t>24</a:t>
            </a:fld>
            <a:endParaRPr lang="en-US" altLang="zh-CN"/>
          </a:p>
        </p:txBody>
      </p:sp>
      <p:sp>
        <p:nvSpPr>
          <p:cNvPr id="116739" name="Rectangle 2"/>
          <p:cNvSpPr>
            <a:spLocks noGrp="1" noRot="1" noChangeAspect="1" noChangeArrowheads="1" noTextEdit="1"/>
          </p:cNvSpPr>
          <p:nvPr>
            <p:ph type="sldImg"/>
          </p:nvPr>
        </p:nvSpPr>
        <p:spPr>
          <a:xfrm>
            <a:off x="992188" y="768350"/>
            <a:ext cx="5114925" cy="3836988"/>
          </a:xfrm>
          <a:ln/>
        </p:spPr>
      </p:sp>
      <p:sp>
        <p:nvSpPr>
          <p:cNvPr id="116740" name="Rectangle 3"/>
          <p:cNvSpPr>
            <a:spLocks noGrp="1" noChangeArrowheads="1"/>
          </p:cNvSpPr>
          <p:nvPr>
            <p:ph type="body" idx="1"/>
          </p:nvPr>
        </p:nvSpPr>
        <p:spPr>
          <a:noFill/>
          <a:ln/>
        </p:spPr>
        <p:txBody>
          <a:bodyPr/>
          <a:lstStyle/>
          <a:p>
            <a:pPr eaLnBrk="1" hangingPunct="1"/>
            <a:endParaRPr lang="en-US" altLang="zh-CN" dirty="0"/>
          </a:p>
        </p:txBody>
      </p:sp>
    </p:spTree>
    <p:extLst>
      <p:ext uri="{BB962C8B-B14F-4D97-AF65-F5344CB8AC3E}">
        <p14:creationId xmlns:p14="http://schemas.microsoft.com/office/powerpoint/2010/main" val="2547224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r>
              <a:rPr lang="zh-CN" altLang="en-US" b="1" i="0" dirty="0">
                <a:solidFill>
                  <a:srgbClr val="333333"/>
                </a:solidFill>
                <a:effectLst/>
                <a:latin typeface="PingFang SC"/>
              </a:rPr>
              <a:t>前导码</a:t>
            </a:r>
            <a:r>
              <a:rPr lang="zh-CN" altLang="en-US" b="0" i="0" dirty="0">
                <a:solidFill>
                  <a:srgbClr val="333333"/>
                </a:solidFill>
                <a:effectLst/>
                <a:latin typeface="PingFang SC"/>
              </a:rPr>
              <a:t>‌：用于‌实现接收设备的时钟同步‌，确保接收方在接收帧数据前完成物理层电路的稳定状态调整</a:t>
            </a:r>
          </a:p>
          <a:p>
            <a:r>
              <a:rPr lang="zh-CN" altLang="en-US" b="0" i="0" dirty="0">
                <a:solidFill>
                  <a:srgbClr val="333333"/>
                </a:solidFill>
                <a:effectLst/>
                <a:latin typeface="PingFang SC"/>
              </a:rPr>
              <a:t>‌</a:t>
            </a:r>
            <a:r>
              <a:rPr lang="zh-CN" altLang="en-US" b="1" i="0" dirty="0">
                <a:solidFill>
                  <a:srgbClr val="333333"/>
                </a:solidFill>
                <a:effectLst/>
                <a:latin typeface="PingFang SC"/>
              </a:rPr>
              <a:t>帧前定界符（</a:t>
            </a:r>
            <a:r>
              <a:rPr lang="en-US" altLang="zh-CN" b="1" i="0" dirty="0">
                <a:solidFill>
                  <a:srgbClr val="333333"/>
                </a:solidFill>
                <a:effectLst/>
                <a:latin typeface="PingFang SC"/>
              </a:rPr>
              <a:t>SFD</a:t>
            </a:r>
            <a:r>
              <a:rPr lang="zh-CN" altLang="en-US" b="1" i="0" dirty="0">
                <a:solidFill>
                  <a:srgbClr val="333333"/>
                </a:solidFill>
                <a:effectLst/>
                <a:latin typeface="PingFang SC"/>
              </a:rPr>
              <a:t>）：</a:t>
            </a:r>
            <a:r>
              <a:rPr lang="zh-CN" altLang="en-US" b="0" i="0" dirty="0">
                <a:solidFill>
                  <a:srgbClr val="333333"/>
                </a:solidFill>
                <a:effectLst/>
                <a:latin typeface="PingFang SC"/>
              </a:rPr>
              <a:t>用于‌标识帧的开始‌，其末尾的“</a:t>
            </a:r>
            <a:r>
              <a:rPr lang="en-US" altLang="zh-CN" b="0" i="0" dirty="0">
                <a:solidFill>
                  <a:srgbClr val="333333"/>
                </a:solidFill>
                <a:effectLst/>
                <a:latin typeface="PingFang SC"/>
              </a:rPr>
              <a:t>11”</a:t>
            </a:r>
            <a:r>
              <a:rPr lang="zh-CN" altLang="en-US" b="0" i="0" dirty="0">
                <a:solidFill>
                  <a:srgbClr val="333333"/>
                </a:solidFill>
                <a:effectLst/>
                <a:latin typeface="PingFang SC"/>
              </a:rPr>
              <a:t>比特序列标志着后续数据为帧的实际内容（如目的地址字段）</a:t>
            </a:r>
            <a:endParaRPr lang="en-US" altLang="zh-CN" b="0" i="0" dirty="0">
              <a:solidFill>
                <a:srgbClr val="333333"/>
              </a:solidFill>
              <a:effectLst/>
              <a:latin typeface="PingFang SC"/>
            </a:endParaRPr>
          </a:p>
          <a:p>
            <a:r>
              <a:rPr lang="zh-CN" altLang="en-US" b="0" i="0" dirty="0">
                <a:solidFill>
                  <a:srgbClr val="333333"/>
                </a:solidFill>
                <a:effectLst/>
                <a:latin typeface="PingFang SC"/>
              </a:rPr>
              <a:t>前导码和帧前定界符共同作用，确保接收设备能准确识别帧的起始位置并完成同步，但两者均不属于帧的正式数据‌‌</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25</a:t>
            </a:fld>
            <a:endParaRPr lang="zh-CN" altLang="en-US"/>
          </a:p>
        </p:txBody>
      </p:sp>
    </p:spTree>
    <p:extLst>
      <p:ext uri="{BB962C8B-B14F-4D97-AF65-F5344CB8AC3E}">
        <p14:creationId xmlns:p14="http://schemas.microsoft.com/office/powerpoint/2010/main" val="214668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F4433DD6-D70A-8E47-B310-554B6E789C8D}" type="slidenum">
              <a:rPr lang="en-US" i="0" smtClean="0">
                <a:latin typeface="Times New Roman" charset="0"/>
              </a:rPr>
              <a:pPr>
                <a:defRPr/>
              </a:pPr>
              <a:t>26</a:t>
            </a:fld>
            <a:endParaRPr lang="en-US" i="0" dirty="0">
              <a:latin typeface="Times New Roman"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dirty="0">
              <a:latin typeface="Times New Roman" charset="0"/>
              <a:cs typeface="+mn-cs"/>
            </a:endParaRPr>
          </a:p>
        </p:txBody>
      </p:sp>
    </p:spTree>
    <p:extLst>
      <p:ext uri="{BB962C8B-B14F-4D97-AF65-F5344CB8AC3E}">
        <p14:creationId xmlns:p14="http://schemas.microsoft.com/office/powerpoint/2010/main" val="3227498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a:defRPr i="1">
                <a:solidFill>
                  <a:schemeClr val="tx1"/>
                </a:solidFill>
                <a:latin typeface="Comic Sans MS" charset="0"/>
                <a:ea typeface="ＭＳ Ｐゴシック" charset="0"/>
              </a:defRPr>
            </a:lvl1pPr>
            <a:lvl2pPr marL="742950" indent="-285750" defTabSz="966788">
              <a:defRPr i="1">
                <a:solidFill>
                  <a:schemeClr val="tx1"/>
                </a:solidFill>
                <a:latin typeface="Comic Sans MS" charset="0"/>
                <a:ea typeface="ＭＳ Ｐゴシック" charset="0"/>
              </a:defRPr>
            </a:lvl2pPr>
            <a:lvl3pPr marL="1143000" indent="-228600" defTabSz="966788">
              <a:defRPr i="1">
                <a:solidFill>
                  <a:schemeClr val="tx1"/>
                </a:solidFill>
                <a:latin typeface="Comic Sans MS" charset="0"/>
                <a:ea typeface="ＭＳ Ｐゴシック" charset="0"/>
              </a:defRPr>
            </a:lvl3pPr>
            <a:lvl4pPr marL="1600200" indent="-228600" defTabSz="966788">
              <a:defRPr i="1">
                <a:solidFill>
                  <a:schemeClr val="tx1"/>
                </a:solidFill>
                <a:latin typeface="Comic Sans MS" charset="0"/>
                <a:ea typeface="ＭＳ Ｐゴシック" charset="0"/>
              </a:defRPr>
            </a:lvl4pPr>
            <a:lvl5pPr marL="2057400" indent="-228600" defTabSz="966788">
              <a:defRPr i="1">
                <a:solidFill>
                  <a:schemeClr val="tx1"/>
                </a:solidFill>
                <a:latin typeface="Comic Sans MS" charset="0"/>
                <a:ea typeface="ＭＳ Ｐゴシック" charset="0"/>
              </a:defRPr>
            </a:lvl5pPr>
            <a:lvl6pPr marL="2514600" indent="-228600" defTabSz="966788" eaLnBrk="0" fontAlgn="base" hangingPunct="0">
              <a:spcBef>
                <a:spcPct val="0"/>
              </a:spcBef>
              <a:spcAft>
                <a:spcPct val="0"/>
              </a:spcAft>
              <a:defRPr i="1">
                <a:solidFill>
                  <a:schemeClr val="tx1"/>
                </a:solidFill>
                <a:latin typeface="Comic Sans MS" charset="0"/>
                <a:ea typeface="ＭＳ Ｐゴシック" charset="0"/>
              </a:defRPr>
            </a:lvl6pPr>
            <a:lvl7pPr marL="2971800" indent="-228600" defTabSz="966788" eaLnBrk="0" fontAlgn="base" hangingPunct="0">
              <a:spcBef>
                <a:spcPct val="0"/>
              </a:spcBef>
              <a:spcAft>
                <a:spcPct val="0"/>
              </a:spcAft>
              <a:defRPr i="1">
                <a:solidFill>
                  <a:schemeClr val="tx1"/>
                </a:solidFill>
                <a:latin typeface="Comic Sans MS" charset="0"/>
                <a:ea typeface="ＭＳ Ｐゴシック" charset="0"/>
              </a:defRPr>
            </a:lvl7pPr>
            <a:lvl8pPr marL="3429000" indent="-228600" defTabSz="966788" eaLnBrk="0" fontAlgn="base" hangingPunct="0">
              <a:spcBef>
                <a:spcPct val="0"/>
              </a:spcBef>
              <a:spcAft>
                <a:spcPct val="0"/>
              </a:spcAft>
              <a:defRPr i="1">
                <a:solidFill>
                  <a:schemeClr val="tx1"/>
                </a:solidFill>
                <a:latin typeface="Comic Sans MS" charset="0"/>
                <a:ea typeface="ＭＳ Ｐゴシック" charset="0"/>
              </a:defRPr>
            </a:lvl8pPr>
            <a:lvl9pPr marL="3886200" indent="-228600" defTabSz="966788" eaLnBrk="0" fontAlgn="base" hangingPunct="0">
              <a:spcBef>
                <a:spcPct val="0"/>
              </a:spcBef>
              <a:spcAft>
                <a:spcPct val="0"/>
              </a:spcAft>
              <a:defRPr i="1">
                <a:solidFill>
                  <a:schemeClr val="tx1"/>
                </a:solidFill>
                <a:latin typeface="Comic Sans MS" charset="0"/>
                <a:ea typeface="ＭＳ Ｐゴシック" charset="0"/>
              </a:defRPr>
            </a:lvl9pPr>
          </a:lstStyle>
          <a:p>
            <a:pPr>
              <a:defRPr/>
            </a:pPr>
            <a:fld id="{F4433DD6-D70A-8E47-B310-554B6E789C8D}" type="slidenum">
              <a:rPr lang="en-US" i="0" smtClean="0">
                <a:latin typeface="Times New Roman" charset="0"/>
              </a:rPr>
              <a:pPr>
                <a:defRPr/>
              </a:pPr>
              <a:t>27</a:t>
            </a:fld>
            <a:endParaRPr lang="en-US" i="0" dirty="0">
              <a:latin typeface="Times New Roman"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r>
              <a:rPr lang="zh-CN" altLang="en-US" b="0" i="0" dirty="0">
                <a:solidFill>
                  <a:srgbClr val="333333"/>
                </a:solidFill>
                <a:effectLst/>
                <a:latin typeface="PingFang SC"/>
              </a:rPr>
              <a:t>交换机通过‌数据链路层‌的</a:t>
            </a:r>
            <a:r>
              <a:rPr lang="en-US" altLang="zh-CN" b="0" i="0" dirty="0">
                <a:solidFill>
                  <a:srgbClr val="333333"/>
                </a:solidFill>
                <a:effectLst/>
                <a:latin typeface="PingFang SC"/>
              </a:rPr>
              <a:t>MAC</a:t>
            </a:r>
            <a:r>
              <a:rPr lang="zh-CN" altLang="en-US" b="0" i="0" dirty="0">
                <a:solidFill>
                  <a:srgbClr val="333333"/>
                </a:solidFill>
                <a:effectLst/>
                <a:latin typeface="PingFang SC"/>
              </a:rPr>
              <a:t>地址学习功能自动获取交换表信息‌</a:t>
            </a:r>
            <a:br>
              <a:rPr lang="zh-CN" altLang="en-US" b="0" i="0" dirty="0">
                <a:solidFill>
                  <a:srgbClr val="333333"/>
                </a:solidFill>
                <a:effectLst/>
                <a:latin typeface="PingFang SC"/>
              </a:rPr>
            </a:br>
            <a:r>
              <a:rPr lang="zh-CN" altLang="en-US" b="0" i="0" dirty="0">
                <a:solidFill>
                  <a:srgbClr val="333333"/>
                </a:solidFill>
                <a:effectLst/>
                <a:latin typeface="PingFang SC"/>
              </a:rPr>
              <a:t>路由器通过‌网络层‌的路由协议（</a:t>
            </a:r>
            <a:r>
              <a:rPr lang="en-US" altLang="zh-CN" b="0" i="0" dirty="0">
                <a:solidFill>
                  <a:srgbClr val="333333"/>
                </a:solidFill>
                <a:effectLst/>
                <a:latin typeface="PingFang SC"/>
              </a:rPr>
              <a:t>RIP</a:t>
            </a:r>
            <a:r>
              <a:rPr lang="zh-CN" altLang="en-US" b="0" i="0" dirty="0">
                <a:solidFill>
                  <a:srgbClr val="333333"/>
                </a:solidFill>
                <a:effectLst/>
                <a:latin typeface="PingFang SC"/>
              </a:rPr>
              <a:t>、</a:t>
            </a:r>
            <a:r>
              <a:rPr lang="en-US" altLang="zh-CN" b="0" i="0" dirty="0">
                <a:solidFill>
                  <a:srgbClr val="333333"/>
                </a:solidFill>
                <a:effectLst/>
                <a:latin typeface="PingFang SC"/>
              </a:rPr>
              <a:t>OSPF</a:t>
            </a:r>
            <a:r>
              <a:rPr lang="zh-CN" altLang="en-US" b="0" i="0" dirty="0">
                <a:solidFill>
                  <a:srgbClr val="333333"/>
                </a:solidFill>
                <a:effectLst/>
                <a:latin typeface="PingFang SC"/>
              </a:rPr>
              <a:t>）动态获取路由表信息‌</a:t>
            </a:r>
            <a:endParaRPr lang="en-US" dirty="0">
              <a:latin typeface="Times New Roman" charset="0"/>
              <a:cs typeface="+mn-cs"/>
            </a:endParaRPr>
          </a:p>
        </p:txBody>
      </p:sp>
    </p:spTree>
    <p:extLst>
      <p:ext uri="{BB962C8B-B14F-4D97-AF65-F5344CB8AC3E}">
        <p14:creationId xmlns:p14="http://schemas.microsoft.com/office/powerpoint/2010/main" val="7907734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25FB4F21-4D66-4475-BDA9-194E90126E0F}" type="slidenum">
              <a:rPr lang="en-US" altLang="zh-CN" smtClean="0"/>
              <a:pPr/>
              <a:t>28</a:t>
            </a:fld>
            <a:endParaRPr lang="en-US" altLang="zh-CN"/>
          </a:p>
        </p:txBody>
      </p:sp>
      <p:sp>
        <p:nvSpPr>
          <p:cNvPr id="147459" name="Rectangle 2"/>
          <p:cNvSpPr>
            <a:spLocks noGrp="1" noRot="1" noChangeAspect="1" noChangeArrowheads="1" noTextEdit="1"/>
          </p:cNvSpPr>
          <p:nvPr>
            <p:ph type="sldImg"/>
          </p:nvPr>
        </p:nvSpPr>
        <p:spPr>
          <a:xfrm>
            <a:off x="992188" y="768350"/>
            <a:ext cx="5114925" cy="3836988"/>
          </a:xfrm>
          <a:ln/>
        </p:spPr>
      </p:sp>
      <p:sp>
        <p:nvSpPr>
          <p:cNvPr id="147460"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0035627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09EAE5C8-3BBB-4EE6-A15C-67073E732E92}" type="slidenum">
              <a:rPr lang="en-US" altLang="zh-CN" smtClean="0"/>
              <a:pPr/>
              <a:t>29</a:t>
            </a:fld>
            <a:endParaRPr lang="en-US" altLang="zh-CN"/>
          </a:p>
        </p:txBody>
      </p:sp>
      <p:sp>
        <p:nvSpPr>
          <p:cNvPr id="148483" name="Rectangle 2"/>
          <p:cNvSpPr>
            <a:spLocks noGrp="1" noRot="1" noChangeAspect="1" noChangeArrowheads="1" noTextEdit="1"/>
          </p:cNvSpPr>
          <p:nvPr>
            <p:ph type="sldImg"/>
          </p:nvPr>
        </p:nvSpPr>
        <p:spPr>
          <a:xfrm>
            <a:off x="992188" y="768350"/>
            <a:ext cx="5114925" cy="3836988"/>
          </a:xfrm>
          <a:ln/>
        </p:spPr>
      </p:sp>
      <p:sp>
        <p:nvSpPr>
          <p:cNvPr id="148484" name="Rectangle 3"/>
          <p:cNvSpPr>
            <a:spLocks noGrp="1" noChangeArrowheads="1"/>
          </p:cNvSpPr>
          <p:nvPr>
            <p:ph type="body" idx="1"/>
          </p:nvPr>
        </p:nvSpPr>
        <p:spPr>
          <a:noFill/>
          <a:ln/>
        </p:spPr>
        <p:txBody>
          <a:bodyPr/>
          <a:lstStyle/>
          <a:p>
            <a:r>
              <a:rPr lang="zh-CN" altLang="en-US" dirty="0"/>
              <a:t>当交换机接收到一个帧时，查找自己的地址映射表。如果找到目的</a:t>
            </a:r>
            <a:r>
              <a:rPr lang="en-US" altLang="zh-CN" dirty="0"/>
              <a:t>MAC</a:t>
            </a:r>
            <a:r>
              <a:rPr lang="zh-CN" altLang="en-US" dirty="0"/>
              <a:t>地址的映射关系，则向相应的接口转发该帧（单播）；否则，基于源</a:t>
            </a:r>
            <a:r>
              <a:rPr lang="en-US" altLang="zh-CN" dirty="0"/>
              <a:t>MAC</a:t>
            </a:r>
            <a:r>
              <a:rPr lang="zh-CN" altLang="en-US" dirty="0"/>
              <a:t>地址、到达的接口生成一条映射关系，并向其他所有接口转发该帧（广播）</a:t>
            </a:r>
            <a:endParaRPr lang="zh-CN" altLang="zh-CN" dirty="0"/>
          </a:p>
        </p:txBody>
      </p:sp>
    </p:spTree>
    <p:extLst>
      <p:ext uri="{BB962C8B-B14F-4D97-AF65-F5344CB8AC3E}">
        <p14:creationId xmlns:p14="http://schemas.microsoft.com/office/powerpoint/2010/main" val="1198736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3FBC50A2-C126-49C8-8094-27E94811E401}" type="slidenum">
              <a:rPr lang="en-US" altLang="zh-CN" smtClean="0"/>
              <a:pPr/>
              <a:t>30</a:t>
            </a:fld>
            <a:endParaRPr lang="en-US" altLang="zh-CN"/>
          </a:p>
        </p:txBody>
      </p:sp>
      <p:sp>
        <p:nvSpPr>
          <p:cNvPr id="149507" name="Rectangle 2"/>
          <p:cNvSpPr>
            <a:spLocks noGrp="1" noRot="1" noChangeAspect="1" noChangeArrowheads="1" noTextEdit="1"/>
          </p:cNvSpPr>
          <p:nvPr>
            <p:ph type="sldImg"/>
          </p:nvPr>
        </p:nvSpPr>
        <p:spPr>
          <a:xfrm>
            <a:off x="992188" y="768350"/>
            <a:ext cx="5114925" cy="3836988"/>
          </a:xfrm>
          <a:ln/>
        </p:spPr>
      </p:sp>
      <p:sp>
        <p:nvSpPr>
          <p:cNvPr id="149508" name="Rectangle 3"/>
          <p:cNvSpPr>
            <a:spLocks noGrp="1" noChangeArrowheads="1"/>
          </p:cNvSpPr>
          <p:nvPr>
            <p:ph type="body" idx="1"/>
          </p:nvPr>
        </p:nvSpPr>
        <p:spPr>
          <a:noFill/>
          <a:ln/>
        </p:spPr>
        <p:txBody>
          <a:bodyPr/>
          <a:lstStyle/>
          <a:p>
            <a:r>
              <a:rPr lang="zh-CN" altLang="en-US" b="0" i="0" dirty="0">
                <a:solidFill>
                  <a:srgbClr val="333333"/>
                </a:solidFill>
                <a:effectLst/>
                <a:latin typeface="PingFang SC"/>
              </a:rPr>
              <a:t>交换机中可能出现数据帧整帧丢失的情况。具体原因：</a:t>
            </a:r>
            <a:r>
              <a:rPr lang="en-US" altLang="zh-CN" b="0" i="0" dirty="0">
                <a:solidFill>
                  <a:srgbClr val="333333"/>
                </a:solidFill>
                <a:effectLst/>
                <a:latin typeface="PingFang SC"/>
              </a:rPr>
              <a:t>1.</a:t>
            </a:r>
            <a:r>
              <a:rPr lang="zh-CN" altLang="en-US" b="0" i="0" dirty="0">
                <a:solidFill>
                  <a:srgbClr val="333333"/>
                </a:solidFill>
                <a:effectLst/>
                <a:latin typeface="PingFang SC"/>
              </a:rPr>
              <a:t>当交换机收到一个单播帧，其目的</a:t>
            </a:r>
            <a:r>
              <a:rPr lang="en-US" altLang="zh-CN" b="0" i="0" dirty="0">
                <a:solidFill>
                  <a:srgbClr val="333333"/>
                </a:solidFill>
                <a:effectLst/>
                <a:latin typeface="PingFang SC"/>
              </a:rPr>
              <a:t>MAC</a:t>
            </a:r>
            <a:r>
              <a:rPr lang="zh-CN" altLang="en-US" b="0" i="0" dirty="0">
                <a:solidFill>
                  <a:srgbClr val="333333"/>
                </a:solidFill>
                <a:effectLst/>
                <a:latin typeface="PingFang SC"/>
              </a:rPr>
              <a:t>地址在</a:t>
            </a:r>
            <a:r>
              <a:rPr lang="en-US" altLang="zh-CN" b="0" i="0" dirty="0">
                <a:solidFill>
                  <a:srgbClr val="333333"/>
                </a:solidFill>
                <a:effectLst/>
                <a:latin typeface="PingFang SC"/>
              </a:rPr>
              <a:t>MAC</a:t>
            </a:r>
            <a:r>
              <a:rPr lang="zh-CN" altLang="en-US" b="0" i="0" dirty="0">
                <a:solidFill>
                  <a:srgbClr val="333333"/>
                </a:solidFill>
                <a:effectLst/>
                <a:latin typeface="PingFang SC"/>
              </a:rPr>
              <a:t>地址表中存在，但对应的输出端口与数据帧的输入端口相同时，则丢弃该帧‌；</a:t>
            </a:r>
            <a:r>
              <a:rPr lang="en-US" altLang="zh-CN" b="0" i="0" dirty="0">
                <a:solidFill>
                  <a:srgbClr val="333333"/>
                </a:solidFill>
                <a:effectLst/>
                <a:latin typeface="PingFang SC"/>
              </a:rPr>
              <a:t>2.</a:t>
            </a:r>
            <a:r>
              <a:rPr lang="zh-CN" altLang="en-US" b="0" i="0" dirty="0">
                <a:solidFill>
                  <a:srgbClr val="333333"/>
                </a:solidFill>
                <a:effectLst/>
                <a:latin typeface="PingFang SC"/>
              </a:rPr>
              <a:t> 如果交换机检测到</a:t>
            </a:r>
            <a:r>
              <a:rPr lang="en-US" altLang="zh-CN" b="0" i="0" dirty="0">
                <a:solidFill>
                  <a:srgbClr val="333333"/>
                </a:solidFill>
                <a:effectLst/>
                <a:latin typeface="PingFang SC"/>
              </a:rPr>
              <a:t>CRC</a:t>
            </a:r>
            <a:r>
              <a:rPr lang="zh-CN" altLang="en-US" b="0" i="0" dirty="0">
                <a:solidFill>
                  <a:srgbClr val="333333"/>
                </a:solidFill>
                <a:effectLst/>
                <a:latin typeface="PingFang SC"/>
              </a:rPr>
              <a:t>校验错误，即帧存在错误，则丢弃该帧‌；</a:t>
            </a:r>
            <a:r>
              <a:rPr lang="en-US" altLang="zh-CN" b="0" i="0" dirty="0">
                <a:solidFill>
                  <a:srgbClr val="333333"/>
                </a:solidFill>
                <a:effectLst/>
                <a:latin typeface="PingFang SC"/>
              </a:rPr>
              <a:t>3.</a:t>
            </a:r>
            <a:r>
              <a:rPr lang="zh-CN" altLang="en-US" b="0" i="0" dirty="0">
                <a:solidFill>
                  <a:srgbClr val="333333"/>
                </a:solidFill>
                <a:effectLst/>
                <a:latin typeface="PingFang SC"/>
              </a:rPr>
              <a:t>如果交换机配置访问控制列表（</a:t>
            </a:r>
            <a:r>
              <a:rPr lang="en-US" altLang="zh-CN" b="0" i="0" dirty="0">
                <a:solidFill>
                  <a:srgbClr val="333333"/>
                </a:solidFill>
                <a:effectLst/>
                <a:latin typeface="PingFang SC"/>
              </a:rPr>
              <a:t>ACL</a:t>
            </a:r>
            <a:r>
              <a:rPr lang="zh-CN" altLang="en-US" b="0" i="0" dirty="0">
                <a:solidFill>
                  <a:srgbClr val="333333"/>
                </a:solidFill>
                <a:effectLst/>
                <a:latin typeface="PingFang SC"/>
              </a:rPr>
              <a:t>）或其他安全策略，某些帧可能被丢弃‌；</a:t>
            </a:r>
            <a:r>
              <a:rPr lang="en-US" altLang="zh-CN" b="0" i="0" dirty="0">
                <a:solidFill>
                  <a:srgbClr val="333333"/>
                </a:solidFill>
                <a:effectLst/>
                <a:latin typeface="PingFang SC"/>
              </a:rPr>
              <a:t>4.</a:t>
            </a:r>
            <a:r>
              <a:rPr lang="zh-CN" altLang="en-US" b="0" i="0" dirty="0">
                <a:solidFill>
                  <a:srgbClr val="333333"/>
                </a:solidFill>
                <a:effectLst/>
                <a:latin typeface="PingFang SC"/>
              </a:rPr>
              <a:t>当交换机接收、处理和转发速度跟不上帧到达速度时，缓冲区可能溢出，导致该帧被丢弃</a:t>
            </a:r>
            <a:br>
              <a:rPr lang="zh-CN" altLang="en-US" b="0" i="0" dirty="0">
                <a:solidFill>
                  <a:srgbClr val="333333"/>
                </a:solidFill>
                <a:effectLst/>
                <a:latin typeface="PingFang SC"/>
              </a:rPr>
            </a:br>
            <a:br>
              <a:rPr lang="zh-CN" altLang="en-US" b="0" i="0" dirty="0">
                <a:solidFill>
                  <a:srgbClr val="333333"/>
                </a:solidFill>
                <a:effectLst/>
                <a:latin typeface="PingFang SC"/>
              </a:rPr>
            </a:br>
            <a:endParaRPr lang="zh-CN" altLang="zh-CN" dirty="0"/>
          </a:p>
        </p:txBody>
      </p:sp>
    </p:spTree>
    <p:extLst>
      <p:ext uri="{BB962C8B-B14F-4D97-AF65-F5344CB8AC3E}">
        <p14:creationId xmlns:p14="http://schemas.microsoft.com/office/powerpoint/2010/main" val="2678096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E57771B0-C035-4A93-B56C-AEBAB7C66227}" type="slidenum">
              <a:rPr lang="en-US" altLang="zh-CN" smtClean="0"/>
              <a:pPr/>
              <a:t>31</a:t>
            </a:fld>
            <a:endParaRPr lang="en-US" altLang="zh-CN"/>
          </a:p>
        </p:txBody>
      </p:sp>
      <p:sp>
        <p:nvSpPr>
          <p:cNvPr id="150531" name="Rectangle 2"/>
          <p:cNvSpPr>
            <a:spLocks noGrp="1" noRot="1" noChangeAspect="1" noChangeArrowheads="1" noTextEdit="1"/>
          </p:cNvSpPr>
          <p:nvPr>
            <p:ph type="sldImg"/>
          </p:nvPr>
        </p:nvSpPr>
        <p:spPr>
          <a:xfrm>
            <a:off x="992188" y="768350"/>
            <a:ext cx="5114925" cy="3836988"/>
          </a:xfrm>
          <a:ln/>
        </p:spPr>
      </p:sp>
      <p:sp>
        <p:nvSpPr>
          <p:cNvPr id="150532" name="Rectangle 3"/>
          <p:cNvSpPr>
            <a:spLocks noGrp="1" noChangeArrowheads="1"/>
          </p:cNvSpPr>
          <p:nvPr>
            <p:ph type="body" idx="1"/>
          </p:nvPr>
        </p:nvSpPr>
        <p:spPr>
          <a:noFill/>
          <a:ln/>
        </p:spPr>
        <p:txBody>
          <a:bodyPr/>
          <a:lstStyle/>
          <a:p>
            <a:r>
              <a:rPr lang="en-US" altLang="zh-CN" dirty="0"/>
              <a:t>1.</a:t>
            </a:r>
            <a:r>
              <a:rPr lang="zh-CN" altLang="en-US" dirty="0"/>
              <a:t>主机</a:t>
            </a:r>
            <a:r>
              <a:rPr lang="en-US" altLang="zh-CN" dirty="0"/>
              <a:t>A</a:t>
            </a:r>
            <a:r>
              <a:rPr lang="zh-CN" altLang="en-US" dirty="0"/>
              <a:t>向</a:t>
            </a:r>
            <a:r>
              <a:rPr lang="en-US" altLang="zh-CN" dirty="0"/>
              <a:t>G</a:t>
            </a:r>
            <a:r>
              <a:rPr lang="zh-CN" altLang="en-US" dirty="0"/>
              <a:t>发送一个数据帧；</a:t>
            </a:r>
            <a:r>
              <a:rPr lang="en-US" altLang="zh-CN" dirty="0"/>
              <a:t>2.</a:t>
            </a:r>
            <a:r>
              <a:rPr lang="zh-CN" altLang="en-US" dirty="0"/>
              <a:t>交换机</a:t>
            </a:r>
            <a:r>
              <a:rPr lang="en-US" altLang="zh-CN" dirty="0"/>
              <a:t>S1</a:t>
            </a:r>
            <a:r>
              <a:rPr lang="zh-CN" altLang="en-US" dirty="0"/>
              <a:t>收到</a:t>
            </a:r>
            <a:r>
              <a:rPr lang="en-US" altLang="zh-CN" dirty="0"/>
              <a:t>A</a:t>
            </a:r>
            <a:r>
              <a:rPr lang="zh-CN" altLang="en-US" dirty="0"/>
              <a:t>发送的数据帧，学习到</a:t>
            </a:r>
            <a:r>
              <a:rPr lang="en-US" altLang="zh-CN" dirty="0"/>
              <a:t>A</a:t>
            </a:r>
            <a:r>
              <a:rPr lang="zh-CN" altLang="en-US" dirty="0"/>
              <a:t>的映射关系，向所有接口广播该帧；</a:t>
            </a:r>
            <a:r>
              <a:rPr lang="en-US" altLang="zh-CN" dirty="0"/>
              <a:t>3.</a:t>
            </a:r>
            <a:r>
              <a:rPr lang="zh-CN" altLang="en-US" dirty="0"/>
              <a:t>交换机</a:t>
            </a:r>
            <a:r>
              <a:rPr lang="en-US" altLang="zh-CN" dirty="0"/>
              <a:t>S4</a:t>
            </a:r>
            <a:r>
              <a:rPr lang="zh-CN" altLang="en-US" dirty="0"/>
              <a:t>收到</a:t>
            </a:r>
            <a:r>
              <a:rPr lang="en-US" altLang="zh-CN" dirty="0"/>
              <a:t>S1</a:t>
            </a:r>
            <a:r>
              <a:rPr lang="zh-CN" altLang="en-US" dirty="0"/>
              <a:t>发送的数据帧，学习到</a:t>
            </a:r>
            <a:r>
              <a:rPr lang="en-US" altLang="zh-CN" dirty="0"/>
              <a:t>A</a:t>
            </a:r>
            <a:r>
              <a:rPr lang="zh-CN" altLang="en-US" dirty="0"/>
              <a:t>的映射关系，向所有接口广播该帧；</a:t>
            </a:r>
            <a:r>
              <a:rPr lang="en-US" altLang="zh-CN" dirty="0"/>
              <a:t>4.</a:t>
            </a:r>
            <a:r>
              <a:rPr lang="zh-CN" altLang="en-US" dirty="0"/>
              <a:t>交换机</a:t>
            </a:r>
            <a:r>
              <a:rPr lang="en-US" altLang="zh-CN" dirty="0"/>
              <a:t>S2</a:t>
            </a:r>
            <a:r>
              <a:rPr lang="zh-CN" altLang="en-US" dirty="0"/>
              <a:t>收到</a:t>
            </a:r>
            <a:r>
              <a:rPr lang="en-US" altLang="zh-CN" dirty="0"/>
              <a:t>S4</a:t>
            </a:r>
            <a:r>
              <a:rPr lang="zh-CN" altLang="en-US" dirty="0"/>
              <a:t>发送的数据帧，学习到</a:t>
            </a:r>
            <a:r>
              <a:rPr lang="en-US" altLang="zh-CN" dirty="0"/>
              <a:t>A</a:t>
            </a:r>
            <a:r>
              <a:rPr lang="zh-CN" altLang="en-US" dirty="0"/>
              <a:t>的映射关系，向所有接口广播该帧；</a:t>
            </a:r>
            <a:r>
              <a:rPr lang="en-US" altLang="zh-CN" dirty="0"/>
              <a:t>5.</a:t>
            </a:r>
            <a:r>
              <a:rPr lang="zh-CN" altLang="en-US" dirty="0"/>
              <a:t>交换机</a:t>
            </a:r>
            <a:r>
              <a:rPr lang="en-US" altLang="zh-CN" dirty="0"/>
              <a:t>S3</a:t>
            </a:r>
            <a:r>
              <a:rPr lang="zh-CN" altLang="en-US" dirty="0"/>
              <a:t>收到</a:t>
            </a:r>
            <a:r>
              <a:rPr lang="en-US" altLang="zh-CN" dirty="0"/>
              <a:t>S4</a:t>
            </a:r>
            <a:r>
              <a:rPr lang="zh-CN" altLang="en-US" dirty="0"/>
              <a:t>发送的数据帧，学习到</a:t>
            </a:r>
            <a:r>
              <a:rPr lang="en-US" altLang="zh-CN" dirty="0"/>
              <a:t>A</a:t>
            </a:r>
            <a:r>
              <a:rPr lang="zh-CN" altLang="en-US" dirty="0"/>
              <a:t>的映射关系，向所有接口广播该帧；</a:t>
            </a:r>
            <a:r>
              <a:rPr lang="en-US" altLang="zh-CN" dirty="0"/>
              <a:t>6.</a:t>
            </a:r>
            <a:r>
              <a:rPr lang="zh-CN" altLang="en-US" dirty="0"/>
              <a:t>主机</a:t>
            </a:r>
            <a:r>
              <a:rPr lang="en-US" altLang="zh-CN" dirty="0"/>
              <a:t>G</a:t>
            </a:r>
            <a:r>
              <a:rPr lang="zh-CN" altLang="en-US" dirty="0"/>
              <a:t>收到</a:t>
            </a:r>
            <a:r>
              <a:rPr lang="en-US" altLang="zh-CN" dirty="0"/>
              <a:t>S3</a:t>
            </a:r>
            <a:r>
              <a:rPr lang="zh-CN" altLang="en-US" dirty="0"/>
              <a:t>发送的数据帧，学习到</a:t>
            </a:r>
            <a:r>
              <a:rPr lang="en-US" altLang="zh-CN" dirty="0"/>
              <a:t>A</a:t>
            </a:r>
            <a:r>
              <a:rPr lang="zh-CN" altLang="en-US" dirty="0"/>
              <a:t>的映射关系，向</a:t>
            </a:r>
            <a:r>
              <a:rPr lang="en-US" altLang="zh-CN" dirty="0"/>
              <a:t>A</a:t>
            </a:r>
            <a:r>
              <a:rPr lang="zh-CN" altLang="en-US" dirty="0"/>
              <a:t>返回一个响应帧；</a:t>
            </a:r>
            <a:r>
              <a:rPr lang="en-US" altLang="zh-CN" dirty="0"/>
              <a:t>7.</a:t>
            </a:r>
            <a:r>
              <a:rPr lang="zh-CN" altLang="en-US" dirty="0"/>
              <a:t>交换机</a:t>
            </a:r>
            <a:r>
              <a:rPr lang="en-US" altLang="zh-CN" dirty="0"/>
              <a:t>S3</a:t>
            </a:r>
            <a:r>
              <a:rPr lang="zh-CN" altLang="en-US" dirty="0"/>
              <a:t>收到</a:t>
            </a:r>
            <a:r>
              <a:rPr lang="en-US" altLang="zh-CN" dirty="0"/>
              <a:t>G</a:t>
            </a:r>
            <a:r>
              <a:rPr lang="zh-CN" altLang="en-US" dirty="0"/>
              <a:t>发送的响应帧，学习到</a:t>
            </a:r>
            <a:r>
              <a:rPr lang="en-US" altLang="zh-CN" dirty="0"/>
              <a:t>G</a:t>
            </a:r>
            <a:r>
              <a:rPr lang="zh-CN" altLang="en-US" dirty="0"/>
              <a:t>的映射关系，向相应接口单播该帧；</a:t>
            </a:r>
            <a:r>
              <a:rPr lang="en-US" altLang="zh-CN" dirty="0"/>
              <a:t>8.</a:t>
            </a:r>
            <a:r>
              <a:rPr lang="zh-CN" altLang="en-US" dirty="0"/>
              <a:t>交换机</a:t>
            </a:r>
            <a:r>
              <a:rPr lang="en-US" altLang="zh-CN" dirty="0"/>
              <a:t>S4</a:t>
            </a:r>
            <a:r>
              <a:rPr lang="zh-CN" altLang="en-US" dirty="0"/>
              <a:t>收到</a:t>
            </a:r>
            <a:r>
              <a:rPr lang="en-US" altLang="zh-CN" dirty="0"/>
              <a:t>S3</a:t>
            </a:r>
            <a:r>
              <a:rPr lang="zh-CN" altLang="en-US" dirty="0"/>
              <a:t>发送的响应帧，学习到</a:t>
            </a:r>
            <a:r>
              <a:rPr lang="en-US" altLang="zh-CN" dirty="0"/>
              <a:t>G</a:t>
            </a:r>
            <a:r>
              <a:rPr lang="zh-CN" altLang="en-US" dirty="0"/>
              <a:t>的映射关系，向相应接口单播该帧；</a:t>
            </a:r>
            <a:r>
              <a:rPr lang="en-US" altLang="zh-CN" dirty="0"/>
              <a:t>9.</a:t>
            </a:r>
            <a:r>
              <a:rPr lang="zh-CN" altLang="en-US" dirty="0"/>
              <a:t>交换机</a:t>
            </a:r>
            <a:r>
              <a:rPr lang="en-US" altLang="zh-CN" dirty="0"/>
              <a:t>S1</a:t>
            </a:r>
            <a:r>
              <a:rPr lang="zh-CN" altLang="en-US" dirty="0"/>
              <a:t>收到</a:t>
            </a:r>
            <a:r>
              <a:rPr lang="en-US" altLang="zh-CN" dirty="0"/>
              <a:t>S4</a:t>
            </a:r>
            <a:r>
              <a:rPr lang="zh-CN" altLang="en-US" dirty="0"/>
              <a:t>发送的响应帧，学习到</a:t>
            </a:r>
            <a:r>
              <a:rPr lang="en-US" altLang="zh-CN" dirty="0"/>
              <a:t>G</a:t>
            </a:r>
            <a:r>
              <a:rPr lang="zh-CN" altLang="en-US" dirty="0"/>
              <a:t>的映射关系，向相应接口单播该帧；</a:t>
            </a:r>
            <a:r>
              <a:rPr lang="en-US" altLang="zh-CN" dirty="0"/>
              <a:t>9.</a:t>
            </a:r>
            <a:r>
              <a:rPr lang="zh-CN" altLang="en-US" dirty="0"/>
              <a:t>主机</a:t>
            </a:r>
            <a:r>
              <a:rPr lang="en-US" altLang="zh-CN" dirty="0"/>
              <a:t>A</a:t>
            </a:r>
            <a:r>
              <a:rPr lang="zh-CN" altLang="en-US" dirty="0"/>
              <a:t>收到</a:t>
            </a:r>
            <a:r>
              <a:rPr lang="en-US" altLang="zh-CN" dirty="0"/>
              <a:t>G</a:t>
            </a:r>
            <a:r>
              <a:rPr lang="zh-CN" altLang="en-US" dirty="0"/>
              <a:t>返回的响应帧</a:t>
            </a:r>
            <a:endParaRPr lang="zh-CN" altLang="zh-CN" dirty="0"/>
          </a:p>
        </p:txBody>
      </p:sp>
    </p:spTree>
    <p:extLst>
      <p:ext uri="{BB962C8B-B14F-4D97-AF65-F5344CB8AC3E}">
        <p14:creationId xmlns:p14="http://schemas.microsoft.com/office/powerpoint/2010/main" val="7438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E57771B0-C035-4A93-B56C-AEBAB7C66227}" type="slidenum">
              <a:rPr lang="en-US" altLang="zh-CN" smtClean="0"/>
              <a:pPr/>
              <a:t>32</a:t>
            </a:fld>
            <a:endParaRPr lang="en-US" altLang="zh-CN"/>
          </a:p>
        </p:txBody>
      </p:sp>
      <p:sp>
        <p:nvSpPr>
          <p:cNvPr id="150531" name="Rectangle 2"/>
          <p:cNvSpPr>
            <a:spLocks noGrp="1" noRot="1" noChangeAspect="1" noChangeArrowheads="1" noTextEdit="1"/>
          </p:cNvSpPr>
          <p:nvPr>
            <p:ph type="sldImg"/>
          </p:nvPr>
        </p:nvSpPr>
        <p:spPr>
          <a:xfrm>
            <a:off x="992188" y="768350"/>
            <a:ext cx="5114925" cy="3836988"/>
          </a:xfrm>
          <a:ln/>
        </p:spPr>
      </p:sp>
      <p:sp>
        <p:nvSpPr>
          <p:cNvPr id="150532" name="Rectangle 3"/>
          <p:cNvSpPr>
            <a:spLocks noGrp="1" noChangeArrowheads="1"/>
          </p:cNvSpPr>
          <p:nvPr>
            <p:ph type="body" idx="1"/>
          </p:nvPr>
        </p:nvSpPr>
        <p:spPr>
          <a:noFill/>
          <a:ln/>
        </p:spPr>
        <p:txBody>
          <a:bodyPr/>
          <a:lstStyle/>
          <a:p>
            <a:r>
              <a:rPr lang="zh-CN" altLang="en-US" b="0" dirty="0">
                <a:solidFill>
                  <a:srgbClr val="333333"/>
                </a:solidFill>
                <a:effectLst/>
                <a:latin typeface="PingFang SC"/>
              </a:rPr>
              <a:t>交换机存在环路的问题：</a:t>
            </a:r>
            <a:r>
              <a:rPr lang="en-US" altLang="zh-CN" b="0" dirty="0">
                <a:solidFill>
                  <a:srgbClr val="333333"/>
                </a:solidFill>
                <a:effectLst/>
                <a:latin typeface="PingFang SC"/>
              </a:rPr>
              <a:t>1.</a:t>
            </a:r>
            <a:r>
              <a:rPr lang="zh-CN" altLang="en-US" b="1" dirty="0">
                <a:effectLst/>
                <a:latin typeface="PingFang SC"/>
              </a:rPr>
              <a:t>广播风暴</a:t>
            </a:r>
            <a:r>
              <a:rPr lang="zh-CN" altLang="en-US" dirty="0">
                <a:effectLst/>
              </a:rPr>
              <a:t>，数据帧在环路中不断循环复制，导致网络带宽被大量占用；</a:t>
            </a:r>
            <a:r>
              <a:rPr lang="en-US" altLang="zh-CN" b="0" dirty="0">
                <a:solidFill>
                  <a:srgbClr val="333333"/>
                </a:solidFill>
                <a:effectLst/>
                <a:latin typeface="PingFang SC"/>
              </a:rPr>
              <a:t>2.</a:t>
            </a:r>
            <a:r>
              <a:rPr lang="en-US" altLang="zh-CN" b="1" dirty="0">
                <a:effectLst/>
                <a:latin typeface="PingFang SC"/>
              </a:rPr>
              <a:t>MAC</a:t>
            </a:r>
            <a:r>
              <a:rPr lang="zh-CN" altLang="en-US" b="1" dirty="0">
                <a:effectLst/>
                <a:latin typeface="PingFang SC"/>
              </a:rPr>
              <a:t>地址表震荡</a:t>
            </a:r>
            <a:r>
              <a:rPr lang="zh-CN" altLang="en-US" dirty="0">
                <a:effectLst/>
              </a:rPr>
              <a:t>‌，交换机的</a:t>
            </a:r>
            <a:r>
              <a:rPr lang="en-US" altLang="zh-CN" dirty="0">
                <a:effectLst/>
              </a:rPr>
              <a:t>MAC</a:t>
            </a:r>
            <a:r>
              <a:rPr lang="zh-CN" altLang="en-US" dirty="0">
                <a:effectLst/>
              </a:rPr>
              <a:t>地址表项频繁变化，导致数据转发错误；</a:t>
            </a:r>
            <a:r>
              <a:rPr lang="en-US" altLang="zh-CN" dirty="0">
                <a:effectLst/>
              </a:rPr>
              <a:t>3.</a:t>
            </a:r>
            <a:r>
              <a:rPr lang="zh-CN" altLang="en-US" b="0" i="0" dirty="0">
                <a:solidFill>
                  <a:srgbClr val="333333"/>
                </a:solidFill>
                <a:effectLst/>
                <a:latin typeface="PingFang SC"/>
              </a:rPr>
              <a:t>‌</a:t>
            </a:r>
            <a:r>
              <a:rPr lang="zh-CN" altLang="en-US" b="1" i="0" dirty="0">
                <a:solidFill>
                  <a:srgbClr val="333333"/>
                </a:solidFill>
                <a:effectLst/>
                <a:latin typeface="PingFang SC"/>
              </a:rPr>
              <a:t>重复帧</a:t>
            </a:r>
            <a:r>
              <a:rPr lang="zh-CN" altLang="en-US" b="0" i="0" dirty="0">
                <a:solidFill>
                  <a:srgbClr val="333333"/>
                </a:solidFill>
                <a:effectLst/>
                <a:latin typeface="PingFang SC"/>
              </a:rPr>
              <a:t>‌，同一数据帧被多次发送给接收方，影响通信质量‌</a:t>
            </a:r>
            <a:br>
              <a:rPr lang="zh-CN" altLang="en-US" b="0" i="0" dirty="0">
                <a:solidFill>
                  <a:srgbClr val="333333"/>
                </a:solidFill>
                <a:effectLst/>
                <a:latin typeface="PingFang SC"/>
              </a:rPr>
            </a:br>
            <a:r>
              <a:rPr lang="zh-CN" altLang="en-US" b="1" i="0" dirty="0">
                <a:solidFill>
                  <a:srgbClr val="333333"/>
                </a:solidFill>
                <a:effectLst/>
                <a:latin typeface="PingFang SC"/>
              </a:rPr>
              <a:t>生成树协议（</a:t>
            </a:r>
            <a:r>
              <a:rPr lang="en-US" altLang="zh-CN" b="1" i="0" dirty="0">
                <a:solidFill>
                  <a:srgbClr val="333333"/>
                </a:solidFill>
                <a:effectLst/>
                <a:latin typeface="PingFang SC"/>
              </a:rPr>
              <a:t>STP</a:t>
            </a:r>
            <a:r>
              <a:rPr lang="zh-CN" altLang="en-US" b="1" i="0" dirty="0">
                <a:solidFill>
                  <a:srgbClr val="333333"/>
                </a:solidFill>
                <a:effectLst/>
                <a:latin typeface="PingFang SC"/>
              </a:rPr>
              <a:t>）</a:t>
            </a:r>
            <a:r>
              <a:rPr lang="zh-CN" altLang="en-US" b="0" i="0" dirty="0">
                <a:solidFill>
                  <a:srgbClr val="333333"/>
                </a:solidFill>
                <a:effectLst/>
                <a:latin typeface="PingFang SC"/>
              </a:rPr>
              <a:t>是解决环路问题的常见方法‌：通过选举根节点、根端口和指定端口，自动阻塞冗余链路中的特定端口，将环形网络修剪成无环路的树形结构‌；通过发送桥协议数据单元（</a:t>
            </a:r>
            <a:r>
              <a:rPr lang="en-US" altLang="zh-CN" b="0" i="0" dirty="0">
                <a:solidFill>
                  <a:srgbClr val="333333"/>
                </a:solidFill>
                <a:effectLst/>
                <a:latin typeface="PingFang SC"/>
              </a:rPr>
              <a:t>BPDU</a:t>
            </a:r>
            <a:r>
              <a:rPr lang="zh-CN" altLang="en-US" b="0" i="0" dirty="0">
                <a:solidFill>
                  <a:srgbClr val="333333"/>
                </a:solidFill>
                <a:effectLst/>
                <a:latin typeface="PingFang SC"/>
              </a:rPr>
              <a:t>）维护网络拓扑信息‌</a:t>
            </a:r>
            <a:endParaRPr lang="zh-CN" altLang="zh-CN" dirty="0"/>
          </a:p>
        </p:txBody>
      </p:sp>
    </p:spTree>
    <p:extLst>
      <p:ext uri="{BB962C8B-B14F-4D97-AF65-F5344CB8AC3E}">
        <p14:creationId xmlns:p14="http://schemas.microsoft.com/office/powerpoint/2010/main" val="18784372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常用于企业网络，按部门或功能划分</a:t>
            </a:r>
            <a:r>
              <a:rPr lang="en-US" altLang="zh-CN" b="0" i="0" dirty="0">
                <a:solidFill>
                  <a:srgbClr val="333333"/>
                </a:solidFill>
                <a:effectLst/>
                <a:latin typeface="PingFang SC"/>
              </a:rPr>
              <a:t>VLAN</a:t>
            </a:r>
            <a:r>
              <a:rPr lang="zh-CN" altLang="en-US" b="0" i="0" dirty="0">
                <a:solidFill>
                  <a:srgbClr val="333333"/>
                </a:solidFill>
                <a:effectLst/>
                <a:latin typeface="PingFang SC"/>
              </a:rPr>
              <a:t>，减少广播流量并优化管理‌</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33</a:t>
            </a:fld>
            <a:endParaRPr lang="zh-CN" altLang="en-US"/>
          </a:p>
        </p:txBody>
      </p:sp>
    </p:spTree>
    <p:extLst>
      <p:ext uri="{BB962C8B-B14F-4D97-AF65-F5344CB8AC3E}">
        <p14:creationId xmlns:p14="http://schemas.microsoft.com/office/powerpoint/2010/main" val="371055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虚拟局域网（</a:t>
            </a:r>
            <a:r>
              <a:rPr lang="en-US" altLang="zh-CN" b="0" i="0" dirty="0">
                <a:solidFill>
                  <a:srgbClr val="333333"/>
                </a:solidFill>
                <a:effectLst/>
                <a:latin typeface="PingFang SC"/>
              </a:rPr>
              <a:t>VLAN</a:t>
            </a:r>
            <a:r>
              <a:rPr lang="zh-CN" altLang="en-US" b="0" i="0" dirty="0">
                <a:solidFill>
                  <a:srgbClr val="333333"/>
                </a:solidFill>
                <a:effectLst/>
                <a:latin typeface="PingFang SC"/>
              </a:rPr>
              <a:t>）是一种将物理上分散的局域网设备逻辑划分为一个或多个独立广播域的技术‌。其核心特点是通过软件配置实现逻辑分组，使同一</a:t>
            </a:r>
            <a:r>
              <a:rPr lang="en-US" altLang="zh-CN" b="0" i="0" dirty="0">
                <a:solidFill>
                  <a:srgbClr val="333333"/>
                </a:solidFill>
                <a:effectLst/>
                <a:latin typeface="PingFang SC"/>
              </a:rPr>
              <a:t>VLAN</a:t>
            </a:r>
            <a:r>
              <a:rPr lang="zh-CN" altLang="en-US" b="0" i="0" dirty="0">
                <a:solidFill>
                  <a:srgbClr val="333333"/>
                </a:solidFill>
                <a:effectLst/>
                <a:latin typeface="PingFang SC"/>
              </a:rPr>
              <a:t>内的设备如同处于同一物理网段，而无需考虑实际物理位置‌</a:t>
            </a:r>
            <a:br>
              <a:rPr lang="zh-CN" altLang="en-US" b="0" i="0" dirty="0">
                <a:solidFill>
                  <a:srgbClr val="333333"/>
                </a:solidFill>
                <a:effectLst/>
                <a:latin typeface="PingFang SC"/>
              </a:rPr>
            </a:br>
            <a:r>
              <a:rPr lang="en-US" altLang="zh-CN" b="0" i="0" dirty="0">
                <a:solidFill>
                  <a:srgbClr val="333333"/>
                </a:solidFill>
                <a:effectLst/>
                <a:latin typeface="PingFang SC"/>
              </a:rPr>
              <a:t>VLAN</a:t>
            </a:r>
            <a:r>
              <a:rPr lang="zh-CN" altLang="en-US" b="0" i="0" dirty="0">
                <a:solidFill>
                  <a:srgbClr val="333333"/>
                </a:solidFill>
                <a:effectLst/>
                <a:latin typeface="PingFang SC"/>
              </a:rPr>
              <a:t>划分方式包括基于端口、</a:t>
            </a:r>
            <a:r>
              <a:rPr lang="en-US" altLang="zh-CN" b="0" i="0" dirty="0">
                <a:solidFill>
                  <a:srgbClr val="333333"/>
                </a:solidFill>
                <a:effectLst/>
                <a:latin typeface="PingFang SC"/>
              </a:rPr>
              <a:t>MAC</a:t>
            </a:r>
            <a:r>
              <a:rPr lang="zh-CN" altLang="en-US" b="0" i="0" dirty="0">
                <a:solidFill>
                  <a:srgbClr val="333333"/>
                </a:solidFill>
                <a:effectLst/>
                <a:latin typeface="PingFang SC"/>
              </a:rPr>
              <a:t>地址或协议类型，例如将同一交换机上的不同端口分配给不同</a:t>
            </a:r>
            <a:r>
              <a:rPr lang="en-US" altLang="zh-CN" b="0" i="0" dirty="0">
                <a:solidFill>
                  <a:srgbClr val="333333"/>
                </a:solidFill>
                <a:effectLst/>
                <a:latin typeface="PingFang SC"/>
              </a:rPr>
              <a:t>VLAN</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常用于企业网络，按部门或功能划分</a:t>
            </a:r>
            <a:r>
              <a:rPr lang="en-US" altLang="zh-CN" b="0" i="0" dirty="0">
                <a:solidFill>
                  <a:srgbClr val="333333"/>
                </a:solidFill>
                <a:effectLst/>
                <a:latin typeface="PingFang SC"/>
              </a:rPr>
              <a:t>VLAN</a:t>
            </a:r>
            <a:r>
              <a:rPr lang="zh-CN" altLang="en-US" b="0" i="0" dirty="0">
                <a:solidFill>
                  <a:srgbClr val="333333"/>
                </a:solidFill>
                <a:effectLst/>
                <a:latin typeface="PingFang SC"/>
              </a:rPr>
              <a:t>，减少广播流量并优化管理‌</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34</a:t>
            </a:fld>
            <a:endParaRPr lang="zh-CN" altLang="en-US"/>
          </a:p>
        </p:txBody>
      </p:sp>
    </p:spTree>
    <p:extLst>
      <p:ext uri="{BB962C8B-B14F-4D97-AF65-F5344CB8AC3E}">
        <p14:creationId xmlns:p14="http://schemas.microsoft.com/office/powerpoint/2010/main" val="2587432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VLAN</a:t>
            </a:r>
            <a:r>
              <a:rPr lang="zh-CN" altLang="en-US" b="0" i="0" dirty="0">
                <a:solidFill>
                  <a:srgbClr val="333333"/>
                </a:solidFill>
                <a:effectLst/>
                <a:latin typeface="PingFang SC"/>
              </a:rPr>
              <a:t>通过</a:t>
            </a:r>
            <a:r>
              <a:rPr lang="en-US" altLang="zh-CN" b="0" i="0" dirty="0">
                <a:solidFill>
                  <a:srgbClr val="333333"/>
                </a:solidFill>
                <a:effectLst/>
                <a:latin typeface="PingFang SC"/>
              </a:rPr>
              <a:t>VLAN ID</a:t>
            </a:r>
            <a:r>
              <a:rPr lang="zh-CN" altLang="en-US" b="0" i="0" dirty="0">
                <a:solidFill>
                  <a:srgbClr val="333333"/>
                </a:solidFill>
                <a:effectLst/>
                <a:latin typeface="PingFang SC"/>
              </a:rPr>
              <a:t>和</a:t>
            </a:r>
            <a:r>
              <a:rPr lang="en-US" altLang="zh-CN" b="0" i="0" dirty="0">
                <a:solidFill>
                  <a:srgbClr val="333333"/>
                </a:solidFill>
                <a:effectLst/>
                <a:latin typeface="PingFang SC"/>
              </a:rPr>
              <a:t>VLAN</a:t>
            </a:r>
            <a:r>
              <a:rPr lang="zh-CN" altLang="en-US" b="0" i="0" dirty="0">
                <a:solidFill>
                  <a:srgbClr val="333333"/>
                </a:solidFill>
                <a:effectLst/>
                <a:latin typeface="PingFang SC"/>
              </a:rPr>
              <a:t>标签（</a:t>
            </a:r>
            <a:r>
              <a:rPr lang="en-US" altLang="zh-CN" b="0" i="0" dirty="0">
                <a:solidFill>
                  <a:srgbClr val="333333"/>
                </a:solidFill>
                <a:effectLst/>
                <a:latin typeface="PingFang SC"/>
              </a:rPr>
              <a:t>Tag</a:t>
            </a:r>
            <a:r>
              <a:rPr lang="zh-CN" altLang="en-US" b="0" i="0" dirty="0">
                <a:solidFill>
                  <a:srgbClr val="333333"/>
                </a:solidFill>
                <a:effectLst/>
                <a:latin typeface="PingFang SC"/>
              </a:rPr>
              <a:t>）标识数据帧，不同</a:t>
            </a:r>
            <a:r>
              <a:rPr lang="en-US" altLang="zh-CN" b="0" i="0" dirty="0">
                <a:solidFill>
                  <a:srgbClr val="333333"/>
                </a:solidFill>
                <a:effectLst/>
                <a:latin typeface="PingFang SC"/>
              </a:rPr>
              <a:t>VLAN</a:t>
            </a:r>
            <a:r>
              <a:rPr lang="zh-CN" altLang="en-US" b="0" i="0" dirty="0">
                <a:solidFill>
                  <a:srgbClr val="333333"/>
                </a:solidFill>
                <a:effectLst/>
                <a:latin typeface="PingFang SC"/>
              </a:rPr>
              <a:t>之间通信需通过路由器或三层交换机实现，从而隔离广播域，并提升网络安全性‌</a:t>
            </a:r>
            <a:endParaRPr lang="en-US" altLang="zh-CN" b="0" i="0" dirty="0">
              <a:solidFill>
                <a:srgbClr val="333333"/>
              </a:solidFill>
              <a:effectLst/>
              <a:latin typeface="PingFang SC"/>
            </a:endParaRPr>
          </a:p>
          <a:p>
            <a:r>
              <a:rPr lang="zh-CN" altLang="en-US" b="0" i="0" dirty="0">
                <a:solidFill>
                  <a:srgbClr val="333333"/>
                </a:solidFill>
                <a:effectLst/>
                <a:latin typeface="PingFang SC"/>
              </a:rPr>
              <a:t>三层交换技术是一种结合了二层交换和三层路由功能的网络技术，能够在数据链路层或网络层进行数据帧或数据包的检测，并根据</a:t>
            </a:r>
            <a:r>
              <a:rPr lang="en-US" altLang="zh-CN" b="0" i="0" dirty="0">
                <a:solidFill>
                  <a:srgbClr val="333333"/>
                </a:solidFill>
                <a:effectLst/>
                <a:latin typeface="PingFang SC"/>
              </a:rPr>
              <a:t>MAC</a:t>
            </a:r>
            <a:r>
              <a:rPr lang="zh-CN" altLang="en-US" b="0" i="0" dirty="0">
                <a:solidFill>
                  <a:srgbClr val="333333"/>
                </a:solidFill>
                <a:effectLst/>
                <a:latin typeface="PingFang SC"/>
              </a:rPr>
              <a:t>地址或</a:t>
            </a:r>
            <a:r>
              <a:rPr lang="en-US" altLang="zh-CN" b="0" i="0" dirty="0">
                <a:solidFill>
                  <a:srgbClr val="333333"/>
                </a:solidFill>
                <a:effectLst/>
                <a:latin typeface="PingFang SC"/>
              </a:rPr>
              <a:t>IP</a:t>
            </a:r>
            <a:r>
              <a:rPr lang="zh-CN" altLang="en-US" b="0" i="0" dirty="0">
                <a:solidFill>
                  <a:srgbClr val="333333"/>
                </a:solidFill>
                <a:effectLst/>
                <a:latin typeface="PingFang SC"/>
              </a:rPr>
              <a:t>地址实现报文的高速转发‌。三层交换机机检查</a:t>
            </a:r>
            <a:r>
              <a:rPr lang="en-US" altLang="zh-CN" b="0" i="0" dirty="0">
                <a:solidFill>
                  <a:srgbClr val="333333"/>
                </a:solidFill>
                <a:effectLst/>
                <a:latin typeface="PingFang SC"/>
              </a:rPr>
              <a:t>IP</a:t>
            </a:r>
            <a:r>
              <a:rPr lang="zh-CN" altLang="en-US" b="0" i="0" dirty="0">
                <a:solidFill>
                  <a:srgbClr val="333333"/>
                </a:solidFill>
                <a:effectLst/>
                <a:latin typeface="PingFang SC"/>
              </a:rPr>
              <a:t>地址，并基于“一次路由、多次交换”的机制，首次通信时进行路由决策，后续相同流量的数据则直接通过硬件快速转发。例如，发送方先判断目标</a:t>
            </a:r>
            <a:r>
              <a:rPr lang="en-US" altLang="zh-CN" b="0" i="0" dirty="0">
                <a:solidFill>
                  <a:srgbClr val="333333"/>
                </a:solidFill>
                <a:effectLst/>
                <a:latin typeface="PingFang SC"/>
              </a:rPr>
              <a:t>IP</a:t>
            </a:r>
            <a:r>
              <a:rPr lang="zh-CN" altLang="en-US" b="0" i="0" dirty="0">
                <a:solidFill>
                  <a:srgbClr val="333333"/>
                </a:solidFill>
                <a:effectLst/>
                <a:latin typeface="PingFang SC"/>
              </a:rPr>
              <a:t>是否在同一子网，若跨子网则通过三层交换机路由</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35</a:t>
            </a:fld>
            <a:endParaRPr lang="zh-CN" altLang="en-US"/>
          </a:p>
        </p:txBody>
      </p:sp>
    </p:spTree>
    <p:extLst>
      <p:ext uri="{BB962C8B-B14F-4D97-AF65-F5344CB8AC3E}">
        <p14:creationId xmlns:p14="http://schemas.microsoft.com/office/powerpoint/2010/main" val="14636013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ChangeArrowheads="1"/>
          </p:cNvSpPr>
          <p:nvPr/>
        </p:nvSpPr>
        <p:spPr bwMode="auto">
          <a:xfrm>
            <a:off x="4143375" y="9525"/>
            <a:ext cx="31718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x-none" altLang="x-none">
              <a:solidFill>
                <a:srgbClr val="000000"/>
              </a:solidFill>
            </a:endParaRPr>
          </a:p>
        </p:txBody>
      </p:sp>
      <p:sp>
        <p:nvSpPr>
          <p:cNvPr id="111618" name="Rectangle 3"/>
          <p:cNvSpPr>
            <a:spLocks noChangeArrowheads="1"/>
          </p:cNvSpPr>
          <p:nvPr/>
        </p:nvSpPr>
        <p:spPr bwMode="auto">
          <a:xfrm>
            <a:off x="4143375" y="9140825"/>
            <a:ext cx="31718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057" tIns="0" rIns="20057" bIns="0" anchor="b"/>
          <a:lstStyle>
            <a:lvl1pPr algn="ctr" defTabSz="849313">
              <a:defRPr sz="500">
                <a:solidFill>
                  <a:schemeClr val="tx1"/>
                </a:solidFill>
                <a:latin typeface="Times New Roman" charset="0"/>
                <a:ea typeface="ＭＳ Ｐゴシック" charset="-128"/>
              </a:defRPr>
            </a:lvl1pPr>
            <a:lvl2pPr algn="ctr" defTabSz="849313">
              <a:defRPr sz="500">
                <a:solidFill>
                  <a:schemeClr val="tx1"/>
                </a:solidFill>
                <a:latin typeface="Times New Roman" charset="0"/>
                <a:ea typeface="ＭＳ Ｐゴシック" charset="-128"/>
              </a:defRPr>
            </a:lvl2pPr>
            <a:lvl3pPr algn="ctr" defTabSz="849313">
              <a:defRPr sz="500">
                <a:solidFill>
                  <a:schemeClr val="tx1"/>
                </a:solidFill>
                <a:latin typeface="Times New Roman" charset="0"/>
                <a:ea typeface="ＭＳ Ｐゴシック" charset="-128"/>
              </a:defRPr>
            </a:lvl3pPr>
            <a:lvl4pPr algn="ctr" defTabSz="849313">
              <a:defRPr sz="500">
                <a:solidFill>
                  <a:schemeClr val="tx1"/>
                </a:solidFill>
                <a:latin typeface="Times New Roman" charset="0"/>
                <a:ea typeface="ＭＳ Ｐゴシック" charset="-128"/>
              </a:defRPr>
            </a:lvl4pPr>
            <a:lvl5pPr algn="ctr" defTabSz="849313">
              <a:defRPr sz="500">
                <a:solidFill>
                  <a:schemeClr val="tx1"/>
                </a:solidFill>
                <a:latin typeface="Times New Roman" charset="0"/>
                <a:ea typeface="ＭＳ Ｐゴシック" charset="-128"/>
              </a:defRPr>
            </a:lvl5pPr>
            <a:lvl6pPr marL="22828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6pPr>
            <a:lvl7pPr marL="27400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7pPr>
            <a:lvl8pPr marL="31972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8pPr>
            <a:lvl9pPr marL="36544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9pPr>
          </a:lstStyle>
          <a:p>
            <a:pPr algn="r"/>
            <a:r>
              <a:rPr lang="de-DE" altLang="x-none" sz="1100" i="1">
                <a:solidFill>
                  <a:srgbClr val="000000"/>
                </a:solidFill>
              </a:rPr>
              <a:t>9</a:t>
            </a:r>
          </a:p>
        </p:txBody>
      </p:sp>
      <p:sp>
        <p:nvSpPr>
          <p:cNvPr id="111619" name="Rectangle 4"/>
          <p:cNvSpPr>
            <a:spLocks noChangeArrowheads="1"/>
          </p:cNvSpPr>
          <p:nvPr/>
        </p:nvSpPr>
        <p:spPr bwMode="auto">
          <a:xfrm>
            <a:off x="0" y="9140825"/>
            <a:ext cx="31702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x-none" altLang="x-none">
              <a:solidFill>
                <a:srgbClr val="000000"/>
              </a:solidFill>
            </a:endParaRPr>
          </a:p>
        </p:txBody>
      </p:sp>
      <p:sp>
        <p:nvSpPr>
          <p:cNvPr id="111620" name="Rectangle 5"/>
          <p:cNvSpPr>
            <a:spLocks noChangeArrowheads="1"/>
          </p:cNvSpPr>
          <p:nvPr/>
        </p:nvSpPr>
        <p:spPr bwMode="auto">
          <a:xfrm>
            <a:off x="0" y="9525"/>
            <a:ext cx="31702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x-none" altLang="x-none">
              <a:solidFill>
                <a:srgbClr val="000000"/>
              </a:solidFill>
            </a:endParaRPr>
          </a:p>
        </p:txBody>
      </p:sp>
      <p:sp>
        <p:nvSpPr>
          <p:cNvPr id="111621" name="Rectangle 6"/>
          <p:cNvSpPr>
            <a:spLocks noGrp="1" noRot="1" noChangeAspect="1" noChangeArrowheads="1" noTextEdit="1"/>
          </p:cNvSpPr>
          <p:nvPr>
            <p:ph type="sldImg"/>
          </p:nvPr>
        </p:nvSpPr>
        <p:spPr>
          <a:xfrm>
            <a:off x="1268413" y="728663"/>
            <a:ext cx="4776787" cy="3584575"/>
          </a:xfrm>
          <a:ln cap="flat"/>
        </p:spPr>
      </p:sp>
      <p:sp>
        <p:nvSpPr>
          <p:cNvPr id="111622" name="Rectangle 7"/>
          <p:cNvSpPr>
            <a:spLocks noGrp="1" noChangeArrowheads="1"/>
          </p:cNvSpPr>
          <p:nvPr>
            <p:ph type="body" idx="1"/>
          </p:nvPr>
        </p:nvSpPr>
        <p:spPr>
          <a:xfrm>
            <a:off x="55563" y="4746625"/>
            <a:ext cx="6856412" cy="45862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103634" tIns="51817" rIns="103634" bIns="51817"/>
          <a:lstStyle/>
          <a:p>
            <a:pPr defTabSz="914400"/>
            <a:endParaRPr lang="x-none" altLang="x-none" dirty="0">
              <a:ea typeface="ＭＳ Ｐゴシック" charset="-128"/>
            </a:endParaRPr>
          </a:p>
        </p:txBody>
      </p:sp>
    </p:spTree>
    <p:extLst>
      <p:ext uri="{BB962C8B-B14F-4D97-AF65-F5344CB8AC3E}">
        <p14:creationId xmlns:p14="http://schemas.microsoft.com/office/powerpoint/2010/main" val="2171346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ChangeArrowheads="1"/>
          </p:cNvSpPr>
          <p:nvPr/>
        </p:nvSpPr>
        <p:spPr bwMode="auto">
          <a:xfrm>
            <a:off x="4143375" y="9525"/>
            <a:ext cx="31718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x-none" altLang="x-none">
              <a:solidFill>
                <a:srgbClr val="000000"/>
              </a:solidFill>
            </a:endParaRPr>
          </a:p>
        </p:txBody>
      </p:sp>
      <p:sp>
        <p:nvSpPr>
          <p:cNvPr id="111618" name="Rectangle 3"/>
          <p:cNvSpPr>
            <a:spLocks noChangeArrowheads="1"/>
          </p:cNvSpPr>
          <p:nvPr/>
        </p:nvSpPr>
        <p:spPr bwMode="auto">
          <a:xfrm>
            <a:off x="4143375" y="9140825"/>
            <a:ext cx="31718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057" tIns="0" rIns="20057" bIns="0" anchor="b"/>
          <a:lstStyle>
            <a:lvl1pPr algn="ctr" defTabSz="849313">
              <a:defRPr sz="500">
                <a:solidFill>
                  <a:schemeClr val="tx1"/>
                </a:solidFill>
                <a:latin typeface="Times New Roman" charset="0"/>
                <a:ea typeface="ＭＳ Ｐゴシック" charset="-128"/>
              </a:defRPr>
            </a:lvl1pPr>
            <a:lvl2pPr algn="ctr" defTabSz="849313">
              <a:defRPr sz="500">
                <a:solidFill>
                  <a:schemeClr val="tx1"/>
                </a:solidFill>
                <a:latin typeface="Times New Roman" charset="0"/>
                <a:ea typeface="ＭＳ Ｐゴシック" charset="-128"/>
              </a:defRPr>
            </a:lvl2pPr>
            <a:lvl3pPr algn="ctr" defTabSz="849313">
              <a:defRPr sz="500">
                <a:solidFill>
                  <a:schemeClr val="tx1"/>
                </a:solidFill>
                <a:latin typeface="Times New Roman" charset="0"/>
                <a:ea typeface="ＭＳ Ｐゴシック" charset="-128"/>
              </a:defRPr>
            </a:lvl3pPr>
            <a:lvl4pPr algn="ctr" defTabSz="849313">
              <a:defRPr sz="500">
                <a:solidFill>
                  <a:schemeClr val="tx1"/>
                </a:solidFill>
                <a:latin typeface="Times New Roman" charset="0"/>
                <a:ea typeface="ＭＳ Ｐゴシック" charset="-128"/>
              </a:defRPr>
            </a:lvl4pPr>
            <a:lvl5pPr algn="ctr" defTabSz="849313">
              <a:defRPr sz="500">
                <a:solidFill>
                  <a:schemeClr val="tx1"/>
                </a:solidFill>
                <a:latin typeface="Times New Roman" charset="0"/>
                <a:ea typeface="ＭＳ Ｐゴシック" charset="-128"/>
              </a:defRPr>
            </a:lvl5pPr>
            <a:lvl6pPr marL="22828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6pPr>
            <a:lvl7pPr marL="27400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7pPr>
            <a:lvl8pPr marL="31972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8pPr>
            <a:lvl9pPr marL="3654425" indent="3175" algn="ctr" defTabSz="849313" eaLnBrk="0" fontAlgn="base" hangingPunct="0">
              <a:spcBef>
                <a:spcPct val="0"/>
              </a:spcBef>
              <a:spcAft>
                <a:spcPct val="0"/>
              </a:spcAft>
              <a:defRPr sz="500">
                <a:solidFill>
                  <a:schemeClr val="tx1"/>
                </a:solidFill>
                <a:latin typeface="Times New Roman" charset="0"/>
                <a:ea typeface="ＭＳ Ｐゴシック" charset="-128"/>
              </a:defRPr>
            </a:lvl9pPr>
          </a:lstStyle>
          <a:p>
            <a:pPr algn="r"/>
            <a:r>
              <a:rPr lang="de-DE" altLang="x-none" sz="1100" i="1">
                <a:solidFill>
                  <a:srgbClr val="000000"/>
                </a:solidFill>
              </a:rPr>
              <a:t>9</a:t>
            </a:r>
          </a:p>
        </p:txBody>
      </p:sp>
      <p:sp>
        <p:nvSpPr>
          <p:cNvPr id="111619" name="Rectangle 4"/>
          <p:cNvSpPr>
            <a:spLocks noChangeArrowheads="1"/>
          </p:cNvSpPr>
          <p:nvPr/>
        </p:nvSpPr>
        <p:spPr bwMode="auto">
          <a:xfrm>
            <a:off x="0" y="9140825"/>
            <a:ext cx="31702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x-none" altLang="x-none">
              <a:solidFill>
                <a:srgbClr val="000000"/>
              </a:solidFill>
            </a:endParaRPr>
          </a:p>
        </p:txBody>
      </p:sp>
      <p:sp>
        <p:nvSpPr>
          <p:cNvPr id="111620" name="Rectangle 5"/>
          <p:cNvSpPr>
            <a:spLocks noChangeArrowheads="1"/>
          </p:cNvSpPr>
          <p:nvPr/>
        </p:nvSpPr>
        <p:spPr bwMode="auto">
          <a:xfrm>
            <a:off x="0" y="9525"/>
            <a:ext cx="31702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x-none" altLang="x-none">
              <a:solidFill>
                <a:srgbClr val="000000"/>
              </a:solidFill>
            </a:endParaRPr>
          </a:p>
        </p:txBody>
      </p:sp>
      <p:sp>
        <p:nvSpPr>
          <p:cNvPr id="111621" name="Rectangle 6"/>
          <p:cNvSpPr>
            <a:spLocks noGrp="1" noRot="1" noChangeAspect="1" noChangeArrowheads="1" noTextEdit="1"/>
          </p:cNvSpPr>
          <p:nvPr>
            <p:ph type="sldImg"/>
          </p:nvPr>
        </p:nvSpPr>
        <p:spPr>
          <a:xfrm>
            <a:off x="1268413" y="728663"/>
            <a:ext cx="4776787" cy="3584575"/>
          </a:xfrm>
          <a:ln cap="flat"/>
        </p:spPr>
      </p:sp>
      <p:sp>
        <p:nvSpPr>
          <p:cNvPr id="111622" name="Rectangle 7"/>
          <p:cNvSpPr>
            <a:spLocks noGrp="1" noChangeArrowheads="1"/>
          </p:cNvSpPr>
          <p:nvPr>
            <p:ph type="body" idx="1"/>
          </p:nvPr>
        </p:nvSpPr>
        <p:spPr>
          <a:xfrm>
            <a:off x="55563" y="4746625"/>
            <a:ext cx="6856412" cy="45862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103634" tIns="51817" rIns="103634" bIns="51817"/>
          <a:lstStyle/>
          <a:p>
            <a:pPr defTabSz="914400"/>
            <a:endParaRPr lang="x-none" altLang="x-none" dirty="0">
              <a:ea typeface="ＭＳ Ｐゴシック" charset="-128"/>
            </a:endParaRPr>
          </a:p>
        </p:txBody>
      </p:sp>
    </p:spTree>
    <p:extLst>
      <p:ext uri="{BB962C8B-B14F-4D97-AF65-F5344CB8AC3E}">
        <p14:creationId xmlns:p14="http://schemas.microsoft.com/office/powerpoint/2010/main" val="3126068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Wi-Fi 4/5/6/7</a:t>
            </a:r>
            <a:r>
              <a:rPr lang="zh-CN" altLang="en-US" b="0" i="0" dirty="0">
                <a:solidFill>
                  <a:srgbClr val="333333"/>
                </a:solidFill>
                <a:effectLst/>
                <a:latin typeface="PingFang SC"/>
              </a:rPr>
              <a:t>是无线网络技术的不同代际标准，分别对应</a:t>
            </a:r>
            <a:r>
              <a:rPr lang="en-US" altLang="zh-CN" b="0" i="0" dirty="0">
                <a:solidFill>
                  <a:srgbClr val="333333"/>
                </a:solidFill>
                <a:effectLst/>
                <a:latin typeface="PingFang SC"/>
              </a:rPr>
              <a:t>IEEE 802.11ac</a:t>
            </a:r>
            <a:r>
              <a:rPr lang="zh-CN" altLang="en-US" b="0" i="0" dirty="0">
                <a:solidFill>
                  <a:srgbClr val="333333"/>
                </a:solidFill>
                <a:effectLst/>
                <a:latin typeface="PingFang SC"/>
              </a:rPr>
              <a:t>、</a:t>
            </a:r>
            <a:r>
              <a:rPr lang="en-US" altLang="zh-CN" b="0" i="0" dirty="0">
                <a:solidFill>
                  <a:srgbClr val="333333"/>
                </a:solidFill>
                <a:effectLst/>
                <a:latin typeface="PingFang SC"/>
              </a:rPr>
              <a:t>802.11ax</a:t>
            </a:r>
            <a:r>
              <a:rPr lang="zh-CN" altLang="en-US" b="0" i="0" dirty="0">
                <a:solidFill>
                  <a:srgbClr val="333333"/>
                </a:solidFill>
                <a:effectLst/>
                <a:latin typeface="PingFang SC"/>
              </a:rPr>
              <a:t>和</a:t>
            </a:r>
            <a:r>
              <a:rPr lang="en-US" altLang="zh-CN" b="0" i="0" dirty="0">
                <a:solidFill>
                  <a:srgbClr val="333333"/>
                </a:solidFill>
                <a:effectLst/>
                <a:latin typeface="PingFang SC"/>
              </a:rPr>
              <a:t>802.11be</a:t>
            </a:r>
            <a:r>
              <a:rPr lang="zh-CN" altLang="en-US" b="0" i="0" dirty="0">
                <a:solidFill>
                  <a:srgbClr val="333333"/>
                </a:solidFill>
                <a:effectLst/>
                <a:latin typeface="PingFang SC"/>
              </a:rPr>
              <a:t>协议。它们在频段支持、传输速率、多设备优化等方面存在显著差异‌</a:t>
            </a:r>
            <a:endParaRPr lang="zh-CN" altLang="en-US" dirty="0"/>
          </a:p>
        </p:txBody>
      </p:sp>
    </p:spTree>
    <p:extLst>
      <p:ext uri="{BB962C8B-B14F-4D97-AF65-F5344CB8AC3E}">
        <p14:creationId xmlns:p14="http://schemas.microsoft.com/office/powerpoint/2010/main" val="834064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33143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130254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b="1" i="0" dirty="0">
                <a:solidFill>
                  <a:srgbClr val="333333"/>
                </a:solidFill>
                <a:effectLst/>
                <a:latin typeface="PingFang SC"/>
              </a:rPr>
              <a:t>载波监听</a:t>
            </a:r>
            <a:r>
              <a:rPr lang="zh-CN" altLang="en-US" b="0" i="0" dirty="0">
                <a:solidFill>
                  <a:srgbClr val="333333"/>
                </a:solidFill>
                <a:effectLst/>
                <a:latin typeface="PingFang SC"/>
              </a:rPr>
              <a:t>‌：节点发送数据前持续监听信道。若信道空闲时长达到‌</a:t>
            </a:r>
            <a:r>
              <a:rPr lang="en-US" altLang="zh-CN" b="1" i="0" dirty="0">
                <a:solidFill>
                  <a:srgbClr val="333333"/>
                </a:solidFill>
                <a:effectLst/>
                <a:latin typeface="PingFang SC"/>
              </a:rPr>
              <a:t>DIFS</a:t>
            </a:r>
            <a:r>
              <a:rPr lang="zh-CN" altLang="en-US" b="0" i="0" dirty="0">
                <a:solidFill>
                  <a:srgbClr val="333333"/>
                </a:solidFill>
                <a:effectLst/>
                <a:latin typeface="PingFang SC"/>
              </a:rPr>
              <a:t>‌（分布式帧间间隔），则准备发送；若信道忙，则启动退避流程‌</a:t>
            </a:r>
          </a:p>
          <a:p>
            <a:r>
              <a:rPr lang="zh-CN" altLang="en-US" b="0" i="0" dirty="0">
                <a:solidFill>
                  <a:srgbClr val="333333"/>
                </a:solidFill>
                <a:effectLst/>
                <a:latin typeface="PingFang SC"/>
              </a:rPr>
              <a:t>‌</a:t>
            </a:r>
            <a:r>
              <a:rPr lang="zh-CN" altLang="en-US" b="1" i="0" dirty="0">
                <a:solidFill>
                  <a:srgbClr val="333333"/>
                </a:solidFill>
                <a:effectLst/>
                <a:latin typeface="PingFang SC"/>
              </a:rPr>
              <a:t>退避机制</a:t>
            </a:r>
            <a:r>
              <a:rPr lang="zh-CN" altLang="en-US" b="0" i="0" dirty="0">
                <a:solidFill>
                  <a:srgbClr val="333333"/>
                </a:solidFill>
                <a:effectLst/>
                <a:latin typeface="PingFang SC"/>
              </a:rPr>
              <a:t>‌：信道由忙转闲时，节点需继续等待‌</a:t>
            </a:r>
            <a:r>
              <a:rPr lang="en-US" altLang="zh-CN" b="1" i="0" dirty="0">
                <a:solidFill>
                  <a:srgbClr val="333333"/>
                </a:solidFill>
                <a:effectLst/>
                <a:latin typeface="PingFang SC"/>
              </a:rPr>
              <a:t>DIFS + </a:t>
            </a:r>
            <a:r>
              <a:rPr lang="zh-CN" altLang="en-US" b="1" i="0" dirty="0">
                <a:solidFill>
                  <a:srgbClr val="333333"/>
                </a:solidFill>
                <a:effectLst/>
                <a:latin typeface="PingFang SC"/>
              </a:rPr>
              <a:t>退避时间</a:t>
            </a:r>
            <a:r>
              <a:rPr lang="zh-CN" altLang="en-US" b="0" i="0" dirty="0">
                <a:solidFill>
                  <a:srgbClr val="333333"/>
                </a:solidFill>
                <a:effectLst/>
                <a:latin typeface="PingFang SC"/>
              </a:rPr>
              <a:t>‌，以避免冲突‌</a:t>
            </a:r>
            <a:br>
              <a:rPr lang="zh-CN" altLang="en-US" b="0" i="0" dirty="0">
                <a:solidFill>
                  <a:srgbClr val="333333"/>
                </a:solidFill>
                <a:effectLst/>
                <a:latin typeface="PingFang SC"/>
              </a:rPr>
            </a:br>
            <a:r>
              <a:rPr lang="zh-CN" altLang="en-US" b="1" dirty="0">
                <a:effectLst/>
                <a:latin typeface="PingFang SC"/>
              </a:rPr>
              <a:t>计算‌退避时间：</a:t>
            </a:r>
            <a:r>
              <a:rPr lang="en-US" altLang="zh-CN" b="0" dirty="0">
                <a:effectLst/>
                <a:latin typeface="PingFang SC"/>
              </a:rPr>
              <a:t>1.</a:t>
            </a:r>
            <a:r>
              <a:rPr lang="zh-CN" altLang="en-US" b="1" dirty="0">
                <a:effectLst/>
                <a:latin typeface="PingFang SC"/>
              </a:rPr>
              <a:t>竞争窗口（</a:t>
            </a:r>
            <a:r>
              <a:rPr lang="en-US" altLang="zh-CN" b="1" dirty="0">
                <a:effectLst/>
                <a:latin typeface="PingFang SC"/>
              </a:rPr>
              <a:t>CW</a:t>
            </a:r>
            <a:r>
              <a:rPr lang="zh-CN" altLang="en-US" b="1" dirty="0">
                <a:effectLst/>
                <a:latin typeface="PingFang SC"/>
              </a:rPr>
              <a:t>）</a:t>
            </a:r>
            <a:r>
              <a:rPr lang="zh-CN" altLang="en-US" dirty="0">
                <a:effectLst/>
              </a:rPr>
              <a:t>，取值范围为‌</a:t>
            </a:r>
            <a:r>
              <a:rPr lang="en-US" altLang="zh-CN" b="1" dirty="0" err="1">
                <a:effectLst/>
                <a:latin typeface="PingFang SC"/>
              </a:rPr>
              <a:t>CWmin</a:t>
            </a:r>
            <a:r>
              <a:rPr lang="zh-CN" altLang="en-US" dirty="0">
                <a:effectLst/>
              </a:rPr>
              <a:t>‌到‌</a:t>
            </a:r>
            <a:r>
              <a:rPr lang="en-US" altLang="zh-CN" b="1" dirty="0" err="1">
                <a:effectLst/>
                <a:latin typeface="PingFang SC"/>
              </a:rPr>
              <a:t>CWmax</a:t>
            </a:r>
            <a:r>
              <a:rPr lang="zh-CN" altLang="en-US" dirty="0">
                <a:effectLst/>
              </a:rPr>
              <a:t>‌（如</a:t>
            </a:r>
            <a:r>
              <a:rPr lang="en-US" altLang="zh-CN" dirty="0">
                <a:effectLst/>
              </a:rPr>
              <a:t>802.11</a:t>
            </a:r>
            <a:r>
              <a:rPr lang="zh-CN" altLang="en-US" dirty="0">
                <a:effectLst/>
              </a:rPr>
              <a:t>中</a:t>
            </a:r>
            <a:r>
              <a:rPr lang="en-US" altLang="zh-CN" dirty="0" err="1">
                <a:effectLst/>
              </a:rPr>
              <a:t>CWmin</a:t>
            </a:r>
            <a:r>
              <a:rPr lang="en-US" altLang="zh-CN" dirty="0">
                <a:effectLst/>
              </a:rPr>
              <a:t>=15</a:t>
            </a:r>
            <a:r>
              <a:rPr lang="zh-CN" altLang="en-US" dirty="0">
                <a:effectLst/>
              </a:rPr>
              <a:t>，</a:t>
            </a:r>
            <a:r>
              <a:rPr lang="en-US" altLang="zh-CN" dirty="0" err="1">
                <a:effectLst/>
              </a:rPr>
              <a:t>CWmax</a:t>
            </a:r>
            <a:r>
              <a:rPr lang="en-US" altLang="zh-CN" dirty="0">
                <a:effectLst/>
              </a:rPr>
              <a:t>=1023</a:t>
            </a:r>
            <a:r>
              <a:rPr lang="zh-CN" altLang="en-US" dirty="0">
                <a:effectLst/>
              </a:rPr>
              <a:t>），初始值为</a:t>
            </a:r>
            <a:r>
              <a:rPr lang="en-US" altLang="zh-CN" dirty="0" err="1">
                <a:effectLst/>
              </a:rPr>
              <a:t>CWmin</a:t>
            </a:r>
            <a:r>
              <a:rPr lang="en-US" altLang="zh-CN" dirty="0">
                <a:effectLst/>
              </a:rPr>
              <a:t>‌</a:t>
            </a:r>
            <a:r>
              <a:rPr lang="zh-CN" altLang="en-US" dirty="0">
                <a:solidFill>
                  <a:srgbClr val="333333"/>
                </a:solidFill>
                <a:effectLst/>
              </a:rPr>
              <a:t>；</a:t>
            </a:r>
            <a:r>
              <a:rPr lang="en-US" altLang="zh-CN" b="0" dirty="0">
                <a:effectLst/>
                <a:latin typeface="PingFang SC"/>
              </a:rPr>
              <a:t>2.</a:t>
            </a:r>
            <a:r>
              <a:rPr lang="zh-CN" altLang="en-US" b="1" dirty="0">
                <a:effectLst/>
                <a:latin typeface="PingFang SC"/>
              </a:rPr>
              <a:t>退避计数器</a:t>
            </a:r>
            <a:r>
              <a:rPr lang="zh-CN" altLang="en-US" dirty="0">
                <a:effectLst/>
              </a:rPr>
              <a:t>，随机选择</a:t>
            </a:r>
            <a:r>
              <a:rPr lang="en-US" altLang="zh-CN" dirty="0">
                <a:effectLst/>
              </a:rPr>
              <a:t>[0, CW]</a:t>
            </a:r>
            <a:r>
              <a:rPr lang="zh-CN" altLang="en-US" dirty="0">
                <a:effectLst/>
              </a:rPr>
              <a:t>内的整数，乘以固定时隙时间（如</a:t>
            </a:r>
            <a:r>
              <a:rPr lang="en-US" altLang="zh-CN" dirty="0">
                <a:effectLst/>
              </a:rPr>
              <a:t>9μs</a:t>
            </a:r>
            <a:r>
              <a:rPr lang="zh-CN" altLang="en-US" dirty="0">
                <a:effectLst/>
              </a:rPr>
              <a:t>），得到退避时间‌</a:t>
            </a:r>
            <a:r>
              <a:rPr lang="zh-CN" altLang="en-US" dirty="0">
                <a:solidFill>
                  <a:srgbClr val="333333"/>
                </a:solidFill>
                <a:effectLst/>
              </a:rPr>
              <a:t>；</a:t>
            </a:r>
            <a:r>
              <a:rPr lang="zh-CN" altLang="en-US" b="0" i="0" dirty="0">
                <a:solidFill>
                  <a:srgbClr val="333333"/>
                </a:solidFill>
                <a:effectLst/>
                <a:latin typeface="PingFang SC"/>
              </a:rPr>
              <a:t>‌</a:t>
            </a:r>
            <a:r>
              <a:rPr lang="en-US" altLang="zh-CN" b="0" i="0" dirty="0">
                <a:solidFill>
                  <a:srgbClr val="333333"/>
                </a:solidFill>
                <a:effectLst/>
                <a:latin typeface="PingFang SC"/>
              </a:rPr>
              <a:t>3.</a:t>
            </a:r>
            <a:r>
              <a:rPr lang="zh-CN" altLang="en-US" b="1" i="0" dirty="0">
                <a:solidFill>
                  <a:srgbClr val="333333"/>
                </a:solidFill>
                <a:effectLst/>
                <a:latin typeface="PingFang SC"/>
              </a:rPr>
              <a:t>窗口调整</a:t>
            </a:r>
            <a:r>
              <a:rPr lang="zh-CN" altLang="en-US" b="0" i="0" dirty="0">
                <a:solidFill>
                  <a:srgbClr val="333333"/>
                </a:solidFill>
                <a:effectLst/>
                <a:latin typeface="PingFang SC"/>
              </a:rPr>
              <a:t>，每次传输失败（如未收到</a:t>
            </a:r>
            <a:r>
              <a:rPr lang="en-US" altLang="zh-CN" b="0" i="0" dirty="0">
                <a:solidFill>
                  <a:srgbClr val="333333"/>
                </a:solidFill>
                <a:effectLst/>
                <a:latin typeface="PingFang SC"/>
              </a:rPr>
              <a:t>ACK</a:t>
            </a:r>
            <a:r>
              <a:rPr lang="zh-CN" altLang="en-US" b="0" i="0" dirty="0">
                <a:solidFill>
                  <a:srgbClr val="333333"/>
                </a:solidFill>
                <a:effectLst/>
                <a:latin typeface="PingFang SC"/>
              </a:rPr>
              <a:t>），</a:t>
            </a:r>
            <a:r>
              <a:rPr lang="en-US" altLang="zh-CN" b="0" i="0" dirty="0">
                <a:solidFill>
                  <a:srgbClr val="333333"/>
                </a:solidFill>
                <a:effectLst/>
                <a:latin typeface="PingFang SC"/>
              </a:rPr>
              <a:t>CW</a:t>
            </a:r>
            <a:r>
              <a:rPr lang="zh-CN" altLang="en-US" b="0" i="0" dirty="0">
                <a:solidFill>
                  <a:srgbClr val="333333"/>
                </a:solidFill>
                <a:effectLst/>
                <a:latin typeface="PingFang SC"/>
              </a:rPr>
              <a:t>翻倍（</a:t>
            </a:r>
            <a:r>
              <a:rPr lang="en-US" altLang="zh-CN" b="0" i="0" dirty="0">
                <a:solidFill>
                  <a:srgbClr val="333333"/>
                </a:solidFill>
                <a:effectLst/>
                <a:latin typeface="PingFang SC"/>
              </a:rPr>
              <a:t>+1</a:t>
            </a:r>
            <a:r>
              <a:rPr lang="zh-CN" altLang="en-US" b="0" i="0" dirty="0">
                <a:solidFill>
                  <a:srgbClr val="333333"/>
                </a:solidFill>
                <a:effectLst/>
                <a:latin typeface="PingFang SC"/>
              </a:rPr>
              <a:t>后指数增长），直到达到</a:t>
            </a:r>
            <a:r>
              <a:rPr lang="en-US" altLang="zh-CN" b="0" i="0" dirty="0" err="1">
                <a:solidFill>
                  <a:srgbClr val="333333"/>
                </a:solidFill>
                <a:effectLst/>
                <a:latin typeface="PingFang SC"/>
              </a:rPr>
              <a:t>CWmax</a:t>
            </a:r>
            <a:r>
              <a:rPr lang="zh-CN" altLang="en-US" b="0" i="0" dirty="0">
                <a:solidFill>
                  <a:srgbClr val="333333"/>
                </a:solidFill>
                <a:effectLst/>
                <a:latin typeface="PingFang SC"/>
              </a:rPr>
              <a:t>；成功传输后重置为</a:t>
            </a:r>
            <a:r>
              <a:rPr lang="en-US" altLang="zh-CN" b="0" i="0" dirty="0" err="1">
                <a:solidFill>
                  <a:srgbClr val="333333"/>
                </a:solidFill>
                <a:effectLst/>
                <a:latin typeface="PingFang SC"/>
              </a:rPr>
              <a:t>CWmin</a:t>
            </a:r>
            <a:r>
              <a:rPr lang="en-US" altLang="zh-CN" b="0" i="0" dirty="0">
                <a:solidFill>
                  <a:srgbClr val="333333"/>
                </a:solidFill>
                <a:effectLst/>
                <a:latin typeface="PingFang SC"/>
              </a:rPr>
              <a:t>‌</a:t>
            </a:r>
          </a:p>
          <a:p>
            <a:pPr algn="l"/>
            <a:r>
              <a:rPr lang="zh-CN" altLang="en-US" b="1" i="0" dirty="0">
                <a:solidFill>
                  <a:srgbClr val="333333"/>
                </a:solidFill>
                <a:effectLst/>
                <a:latin typeface="PingFang SC"/>
              </a:rPr>
              <a:t>退避过程细节：‌</a:t>
            </a:r>
            <a:r>
              <a:rPr lang="en-US" altLang="zh-CN" b="0" i="0" dirty="0">
                <a:solidFill>
                  <a:srgbClr val="333333"/>
                </a:solidFill>
                <a:effectLst/>
                <a:latin typeface="PingFang SC"/>
              </a:rPr>
              <a:t>1.</a:t>
            </a:r>
            <a:r>
              <a:rPr lang="zh-CN" altLang="en-US" b="1" i="0" dirty="0">
                <a:solidFill>
                  <a:srgbClr val="333333"/>
                </a:solidFill>
                <a:effectLst/>
                <a:latin typeface="PingFang SC"/>
              </a:rPr>
              <a:t>回退计时器</a:t>
            </a:r>
            <a:r>
              <a:rPr lang="zh-CN" altLang="en-US" b="0" i="0" dirty="0">
                <a:solidFill>
                  <a:srgbClr val="333333"/>
                </a:solidFill>
                <a:effectLst/>
                <a:latin typeface="PingFang SC"/>
              </a:rPr>
              <a:t>‌，每个站点有一个回退计时器，记录时间片个数。当介质忙时，取随机数放入计时器；介质空闲后开始倒计时，每经过一个时间片减一；</a:t>
            </a:r>
            <a:r>
              <a:rPr lang="en-US" altLang="zh-CN" b="0" i="0" dirty="0">
                <a:solidFill>
                  <a:srgbClr val="333333"/>
                </a:solidFill>
                <a:effectLst/>
                <a:latin typeface="PingFang SC"/>
              </a:rPr>
              <a:t>2.</a:t>
            </a:r>
            <a:r>
              <a:rPr lang="zh-CN" altLang="en-US" b="0" i="0" dirty="0">
                <a:solidFill>
                  <a:srgbClr val="333333"/>
                </a:solidFill>
                <a:effectLst/>
                <a:latin typeface="PingFang SC"/>
              </a:rPr>
              <a:t>‌</a:t>
            </a:r>
            <a:r>
              <a:rPr lang="zh-CN" altLang="en-US" b="1" i="0" dirty="0">
                <a:solidFill>
                  <a:srgbClr val="333333"/>
                </a:solidFill>
                <a:effectLst/>
                <a:latin typeface="PingFang SC"/>
              </a:rPr>
              <a:t>计时规则</a:t>
            </a:r>
            <a:r>
              <a:rPr lang="zh-CN" altLang="en-US" b="0" i="0" dirty="0">
                <a:solidFill>
                  <a:srgbClr val="333333"/>
                </a:solidFill>
                <a:effectLst/>
                <a:latin typeface="PingFang SC"/>
              </a:rPr>
              <a:t>，若计时器未到期而介质变忙，则停止计时但不清零，待下次竞争时继续倒计时</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41</a:t>
            </a:fld>
            <a:endParaRPr lang="zh-CN" altLang="en-US"/>
          </a:p>
        </p:txBody>
      </p:sp>
    </p:spTree>
    <p:extLst>
      <p:ext uri="{BB962C8B-B14F-4D97-AF65-F5344CB8AC3E}">
        <p14:creationId xmlns:p14="http://schemas.microsoft.com/office/powerpoint/2010/main" val="2248769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二进制指数退避是指通过基于竞争窗口（</a:t>
            </a:r>
            <a:r>
              <a:rPr lang="en-US" altLang="zh-CN" b="0" i="0" dirty="0">
                <a:solidFill>
                  <a:srgbClr val="333333"/>
                </a:solidFill>
                <a:effectLst/>
                <a:latin typeface="PingFang SC"/>
              </a:rPr>
              <a:t>CW</a:t>
            </a:r>
            <a:r>
              <a:rPr lang="zh-CN" altLang="en-US" b="0" i="0" dirty="0">
                <a:solidFill>
                  <a:srgbClr val="333333"/>
                </a:solidFill>
                <a:effectLst/>
                <a:latin typeface="PingFang SC"/>
              </a:rPr>
              <a:t>）计算随机退避时间的过程</a:t>
            </a:r>
            <a:endParaRPr lang="zh-CN" altLang="en-US" sz="12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42</a:t>
            </a:fld>
            <a:endParaRPr lang="zh-CN" altLang="en-US"/>
          </a:p>
        </p:txBody>
      </p:sp>
    </p:spTree>
    <p:extLst>
      <p:ext uri="{BB962C8B-B14F-4D97-AF65-F5344CB8AC3E}">
        <p14:creationId xmlns:p14="http://schemas.microsoft.com/office/powerpoint/2010/main" val="38266867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棕色块为信道忙状态（信道上有帧在传输）</a:t>
            </a:r>
            <a:endParaRPr lang="en-US" altLang="zh-CN" dirty="0"/>
          </a:p>
          <a:p>
            <a:r>
              <a:rPr lang="zh-CN" altLang="en-US" dirty="0"/>
              <a:t>蓝色块为计算出的随机退避时间。例如，站点</a:t>
            </a:r>
            <a:r>
              <a:rPr lang="en-US" altLang="zh-CN" dirty="0"/>
              <a:t>2</a:t>
            </a:r>
            <a:r>
              <a:rPr lang="zh-CN" altLang="en-US" dirty="0"/>
              <a:t>的退避时间先到期，且信道空闲，则开始传输；站点</a:t>
            </a:r>
            <a:r>
              <a:rPr lang="en-US" altLang="zh-CN" dirty="0"/>
              <a:t>4</a:t>
            </a:r>
            <a:r>
              <a:rPr lang="zh-CN" altLang="en-US" dirty="0"/>
              <a:t>与</a:t>
            </a:r>
            <a:r>
              <a:rPr lang="en-US" altLang="zh-CN" dirty="0"/>
              <a:t>5</a:t>
            </a:r>
            <a:r>
              <a:rPr lang="zh-CN" altLang="en-US" dirty="0"/>
              <a:t>的退避时间同时到期，且信道空闲，则分别开始传输，这种情况出现冲突（目的站点发现帧出错，不返回</a:t>
            </a:r>
            <a:r>
              <a:rPr lang="en-US" altLang="zh-CN" dirty="0"/>
              <a:t>ACK</a:t>
            </a:r>
            <a:r>
              <a:rPr lang="zh-CN" altLang="en-US" dirty="0"/>
              <a:t>）</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43</a:t>
            </a:fld>
            <a:endParaRPr lang="zh-CN" altLang="en-US"/>
          </a:p>
        </p:txBody>
      </p:sp>
    </p:spTree>
    <p:extLst>
      <p:ext uri="{BB962C8B-B14F-4D97-AF65-F5344CB8AC3E}">
        <p14:creationId xmlns:p14="http://schemas.microsoft.com/office/powerpoint/2010/main" val="1480120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无线局域网采用</a:t>
            </a:r>
            <a:r>
              <a:rPr lang="en-US" altLang="zh-CN" b="0" i="0" dirty="0">
                <a:solidFill>
                  <a:srgbClr val="333333"/>
                </a:solidFill>
                <a:effectLst/>
                <a:latin typeface="PingFang SC"/>
              </a:rPr>
              <a:t>CSMA/CA</a:t>
            </a:r>
            <a:r>
              <a:rPr lang="zh-CN" altLang="en-US" b="0" i="0" dirty="0">
                <a:solidFill>
                  <a:srgbClr val="333333"/>
                </a:solidFill>
                <a:effectLst/>
                <a:latin typeface="PingFang SC"/>
              </a:rPr>
              <a:t>协议，其核心目标是‌</a:t>
            </a:r>
            <a:r>
              <a:rPr lang="zh-CN" altLang="en-US" b="1" i="0" dirty="0">
                <a:solidFill>
                  <a:srgbClr val="333333"/>
                </a:solidFill>
                <a:effectLst/>
                <a:latin typeface="PingFang SC"/>
              </a:rPr>
              <a:t>避免冲突</a:t>
            </a:r>
            <a:r>
              <a:rPr lang="zh-CN" altLang="en-US" b="0" i="0" dirty="0">
                <a:solidFill>
                  <a:srgbClr val="333333"/>
                </a:solidFill>
                <a:effectLst/>
                <a:latin typeface="PingFang SC"/>
              </a:rPr>
              <a:t>‌而非检测冲突‌。停等机制通过确认机制达到上述目标‌：每发送一个数据帧后，必须等待接收方返回</a:t>
            </a:r>
            <a:r>
              <a:rPr lang="en-US" altLang="zh-CN" b="0" i="0" dirty="0">
                <a:solidFill>
                  <a:srgbClr val="333333"/>
                </a:solidFill>
                <a:effectLst/>
                <a:latin typeface="PingFang SC"/>
              </a:rPr>
              <a:t>ACK</a:t>
            </a:r>
            <a:r>
              <a:rPr lang="zh-CN" altLang="en-US" b="0" i="0" dirty="0">
                <a:solidFill>
                  <a:srgbClr val="333333"/>
                </a:solidFill>
                <a:effectLst/>
                <a:latin typeface="PingFang SC"/>
              </a:rPr>
              <a:t>帧，若超时未收到则触发重传‌。这种机制确保数据传输的可靠性，更适合无线信道的高误码率环境</a:t>
            </a:r>
            <a:endParaRPr lang="en-US" altLang="zh-CN" b="0" i="0" dirty="0">
              <a:solidFill>
                <a:srgbClr val="333333"/>
              </a:solidFill>
              <a:effectLst/>
              <a:latin typeface="PingFang SC"/>
            </a:endParaRPr>
          </a:p>
          <a:p>
            <a:r>
              <a:rPr lang="zh-CN" altLang="en-US" b="0" i="0" dirty="0">
                <a:solidFill>
                  <a:srgbClr val="333333"/>
                </a:solidFill>
                <a:effectLst/>
                <a:latin typeface="PingFang SC"/>
              </a:rPr>
              <a:t>停等机制无需维护复杂的流水线状态（如序列号、重传队列等），降低了无线终端的处理负担，更适合资源受限的移动设备‌</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46</a:t>
            </a:fld>
            <a:endParaRPr lang="zh-CN" altLang="en-US"/>
          </a:p>
        </p:txBody>
      </p:sp>
    </p:spTree>
    <p:extLst>
      <p:ext uri="{BB962C8B-B14F-4D97-AF65-F5344CB8AC3E}">
        <p14:creationId xmlns:p14="http://schemas.microsoft.com/office/powerpoint/2010/main" val="8198586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隐藏终端问题是无线网络中的一种典型现象，指由于信号覆盖限制，两个发送节点无法感知到对方的存在，但能同时与同一接收节点通信，从而导致数据冲突的现象‌。这种现象在</a:t>
            </a:r>
            <a:r>
              <a:rPr lang="en-US" altLang="zh-CN" b="0" i="0" dirty="0">
                <a:solidFill>
                  <a:srgbClr val="333333"/>
                </a:solidFill>
                <a:effectLst/>
                <a:latin typeface="PingFang SC"/>
              </a:rPr>
              <a:t>Ad Hoc</a:t>
            </a:r>
            <a:r>
              <a:rPr lang="zh-CN" altLang="en-US" b="0" i="0" dirty="0">
                <a:solidFill>
                  <a:srgbClr val="333333"/>
                </a:solidFill>
                <a:effectLst/>
                <a:latin typeface="PingFang SC"/>
              </a:rPr>
              <a:t>和大型无线单元（室外环境）更突出‌</a:t>
            </a:r>
            <a:br>
              <a:rPr lang="zh-CN" altLang="en-US" b="0" i="0" dirty="0">
                <a:solidFill>
                  <a:srgbClr val="333333"/>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48</a:t>
            </a:fld>
            <a:endParaRPr lang="zh-CN" altLang="en-US"/>
          </a:p>
        </p:txBody>
      </p:sp>
    </p:spTree>
    <p:extLst>
      <p:ext uri="{BB962C8B-B14F-4D97-AF65-F5344CB8AC3E}">
        <p14:creationId xmlns:p14="http://schemas.microsoft.com/office/powerpoint/2010/main" val="14692047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隐藏终端</a:t>
            </a:r>
            <a:r>
              <a:rPr lang="zh-CN" altLang="en-US" dirty="0"/>
              <a:t>：</a:t>
            </a:r>
            <a:r>
              <a:rPr lang="en-US" altLang="zh-CN" dirty="0"/>
              <a:t>C</a:t>
            </a:r>
            <a:r>
              <a:rPr lang="zh-CN" altLang="en-US" dirty="0"/>
              <a:t>希望向</a:t>
            </a:r>
            <a:r>
              <a:rPr lang="en-US" altLang="zh-CN" dirty="0"/>
              <a:t>B</a:t>
            </a:r>
            <a:r>
              <a:rPr lang="zh-CN" altLang="en-US" dirty="0"/>
              <a:t>发送数据，监听发现信道空闲，则开始发送数据；在</a:t>
            </a:r>
            <a:r>
              <a:rPr lang="en-US" altLang="zh-CN" dirty="0"/>
              <a:t>C</a:t>
            </a:r>
            <a:r>
              <a:rPr lang="zh-CN" altLang="en-US" dirty="0"/>
              <a:t>发送过程中，</a:t>
            </a:r>
            <a:r>
              <a:rPr lang="en-US" altLang="zh-CN" dirty="0"/>
              <a:t>A</a:t>
            </a:r>
            <a:r>
              <a:rPr lang="zh-CN" altLang="en-US" dirty="0"/>
              <a:t>希望向</a:t>
            </a:r>
            <a:r>
              <a:rPr lang="en-US" altLang="zh-CN" dirty="0"/>
              <a:t>B</a:t>
            </a:r>
            <a:r>
              <a:rPr lang="zh-CN" altLang="en-US" dirty="0"/>
              <a:t>发送数据，监听发现信道空闲，则开始发送数据。</a:t>
            </a:r>
            <a:r>
              <a:rPr lang="en-US" altLang="zh-CN" dirty="0"/>
              <a:t>A</a:t>
            </a:r>
            <a:r>
              <a:rPr lang="zh-CN" altLang="en-US" dirty="0"/>
              <a:t>和</a:t>
            </a:r>
            <a:r>
              <a:rPr lang="en-US" altLang="zh-CN" dirty="0"/>
              <a:t>C</a:t>
            </a:r>
            <a:r>
              <a:rPr lang="zh-CN" altLang="en-US" dirty="0"/>
              <a:t>都不知道对方的存在，这种情况将出现冲突，因此</a:t>
            </a:r>
            <a:r>
              <a:rPr lang="en-US" altLang="zh-CN" dirty="0"/>
              <a:t>A</a:t>
            </a:r>
            <a:r>
              <a:rPr lang="zh-CN" altLang="en-US" dirty="0"/>
              <a:t>和</a:t>
            </a:r>
            <a:r>
              <a:rPr lang="en-US" altLang="zh-CN" dirty="0"/>
              <a:t>C</a:t>
            </a:r>
            <a:r>
              <a:rPr lang="zh-CN" altLang="en-US" dirty="0"/>
              <a:t>互为对方的隐藏终端</a:t>
            </a:r>
            <a:endParaRPr lang="en-US" altLang="zh-CN" dirty="0"/>
          </a:p>
          <a:p>
            <a:r>
              <a:rPr lang="zh-CN" altLang="en-US" b="1" i="0" dirty="0">
                <a:solidFill>
                  <a:srgbClr val="333333"/>
                </a:solidFill>
                <a:effectLst/>
                <a:latin typeface="PingFang SC"/>
              </a:rPr>
              <a:t>冲突避免</a:t>
            </a:r>
            <a:r>
              <a:rPr lang="zh-CN" altLang="en-US" b="0" i="0" dirty="0">
                <a:solidFill>
                  <a:srgbClr val="333333"/>
                </a:solidFill>
                <a:effectLst/>
                <a:latin typeface="PingFang SC"/>
              </a:rPr>
              <a:t>‌：在</a:t>
            </a:r>
            <a:r>
              <a:rPr lang="en-US" altLang="zh-CN" b="0" i="0" dirty="0">
                <a:solidFill>
                  <a:srgbClr val="333333"/>
                </a:solidFill>
                <a:effectLst/>
                <a:latin typeface="PingFang SC"/>
              </a:rPr>
              <a:t>CSMA/CA</a:t>
            </a:r>
            <a:r>
              <a:rPr lang="zh-CN" altLang="en-US" b="0" i="0" dirty="0">
                <a:solidFill>
                  <a:srgbClr val="333333"/>
                </a:solidFill>
                <a:effectLst/>
                <a:latin typeface="PingFang SC"/>
              </a:rPr>
              <a:t>协议中，</a:t>
            </a:r>
            <a:r>
              <a:rPr lang="en-US" altLang="zh-CN" b="0" i="0" dirty="0">
                <a:solidFill>
                  <a:srgbClr val="333333"/>
                </a:solidFill>
                <a:effectLst/>
                <a:latin typeface="PingFang SC"/>
              </a:rPr>
              <a:t>NAV</a:t>
            </a:r>
            <a:r>
              <a:rPr lang="zh-CN" altLang="en-US" b="0" i="0" dirty="0">
                <a:solidFill>
                  <a:srgbClr val="333333"/>
                </a:solidFill>
                <a:effectLst/>
                <a:latin typeface="PingFang SC"/>
              </a:rPr>
              <a:t>与</a:t>
            </a:r>
            <a:r>
              <a:rPr lang="en-US" altLang="zh-CN" b="0" i="0" dirty="0">
                <a:solidFill>
                  <a:srgbClr val="333333"/>
                </a:solidFill>
                <a:effectLst/>
                <a:latin typeface="PingFang SC"/>
              </a:rPr>
              <a:t>RTS/CTS</a:t>
            </a:r>
            <a:r>
              <a:rPr lang="zh-CN" altLang="en-US" b="0" i="0" dirty="0">
                <a:solidFill>
                  <a:srgbClr val="333333"/>
                </a:solidFill>
                <a:effectLst/>
                <a:latin typeface="PingFang SC"/>
              </a:rPr>
              <a:t>机制结合，清空传输区域并预约信道使用时间，减少隐藏节点导致的冲突。例如，</a:t>
            </a:r>
            <a:r>
              <a:rPr lang="en-US" altLang="zh-CN" dirty="0"/>
              <a:t>A</a:t>
            </a:r>
            <a:r>
              <a:rPr lang="zh-CN" altLang="en-US" dirty="0"/>
              <a:t>或</a:t>
            </a:r>
            <a:r>
              <a:rPr lang="en-US" altLang="zh-CN" dirty="0"/>
              <a:t>C</a:t>
            </a:r>
            <a:r>
              <a:rPr lang="zh-CN" altLang="en-US" dirty="0"/>
              <a:t>向</a:t>
            </a:r>
            <a:r>
              <a:rPr lang="en-US" altLang="zh-CN" dirty="0"/>
              <a:t>B</a:t>
            </a:r>
            <a:r>
              <a:rPr lang="zh-CN" altLang="en-US" dirty="0"/>
              <a:t>发送</a:t>
            </a:r>
            <a:r>
              <a:rPr lang="en-US" altLang="zh-CN" dirty="0"/>
              <a:t>RTS</a:t>
            </a:r>
            <a:r>
              <a:rPr lang="zh-CN" altLang="en-US" dirty="0"/>
              <a:t>帧，预约信道使用权，</a:t>
            </a:r>
            <a:r>
              <a:rPr lang="en-US" altLang="zh-CN" dirty="0"/>
              <a:t>B</a:t>
            </a:r>
            <a:r>
              <a:rPr lang="zh-CN" altLang="en-US" dirty="0"/>
              <a:t>向</a:t>
            </a:r>
            <a:r>
              <a:rPr lang="en-US" altLang="zh-CN" dirty="0"/>
              <a:t>A</a:t>
            </a:r>
            <a:r>
              <a:rPr lang="zh-CN" altLang="en-US" dirty="0"/>
              <a:t>或</a:t>
            </a:r>
            <a:r>
              <a:rPr lang="en-US" altLang="zh-CN" dirty="0"/>
              <a:t>C</a:t>
            </a:r>
            <a:r>
              <a:rPr lang="zh-CN" altLang="en-US" dirty="0"/>
              <a:t>返回</a:t>
            </a:r>
            <a:r>
              <a:rPr lang="en-US" altLang="zh-CN" dirty="0"/>
              <a:t>CTS</a:t>
            </a:r>
            <a:r>
              <a:rPr lang="zh-CN" altLang="en-US" dirty="0"/>
              <a:t>帧</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49</a:t>
            </a:fld>
            <a:endParaRPr lang="zh-CN" altLang="en-US"/>
          </a:p>
        </p:txBody>
      </p:sp>
    </p:spTree>
    <p:extLst>
      <p:ext uri="{BB962C8B-B14F-4D97-AF65-F5344CB8AC3E}">
        <p14:creationId xmlns:p14="http://schemas.microsoft.com/office/powerpoint/2010/main" val="3171607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PingFang SC"/>
              </a:rPr>
              <a:t>虚拟载波监听</a:t>
            </a:r>
            <a:r>
              <a:rPr lang="zh-CN" altLang="en-US" b="0" i="0" dirty="0">
                <a:solidFill>
                  <a:srgbClr val="333333"/>
                </a:solidFill>
                <a:effectLst/>
                <a:latin typeface="PingFang SC"/>
              </a:rPr>
              <a:t>‌：</a:t>
            </a:r>
            <a:r>
              <a:rPr lang="en-US" altLang="zh-CN" b="0" i="0" dirty="0">
                <a:solidFill>
                  <a:srgbClr val="333333"/>
                </a:solidFill>
                <a:effectLst/>
                <a:latin typeface="PingFang SC"/>
              </a:rPr>
              <a:t>NAV</a:t>
            </a:r>
            <a:r>
              <a:rPr lang="zh-CN" altLang="en-US" b="0" i="0" dirty="0">
                <a:solidFill>
                  <a:srgbClr val="333333"/>
                </a:solidFill>
                <a:effectLst/>
                <a:latin typeface="PingFang SC"/>
              </a:rPr>
              <a:t>相当于一个计数器，数值非零时表示信道忙碌，为零时表示空闲‌。该机制通过帧中的</a:t>
            </a:r>
            <a:r>
              <a:rPr lang="en-US" altLang="zh-CN" dirty="0"/>
              <a:t>Duration</a:t>
            </a:r>
            <a:r>
              <a:rPr lang="zh-CN" altLang="en-US" b="0" i="0" dirty="0">
                <a:solidFill>
                  <a:srgbClr val="333333"/>
                </a:solidFill>
                <a:effectLst/>
                <a:latin typeface="PingFang SC"/>
              </a:rPr>
              <a:t>字段传递占用时间，其他站点根据</a:t>
            </a:r>
            <a:r>
              <a:rPr lang="en-US" altLang="zh-CN" b="0" i="0" dirty="0">
                <a:solidFill>
                  <a:srgbClr val="333333"/>
                </a:solidFill>
                <a:effectLst/>
                <a:latin typeface="PingFang SC"/>
              </a:rPr>
              <a:t>NAV</a:t>
            </a:r>
            <a:r>
              <a:rPr lang="zh-CN" altLang="en-US" b="0" i="0" dirty="0">
                <a:solidFill>
                  <a:srgbClr val="333333"/>
                </a:solidFill>
                <a:effectLst/>
                <a:latin typeface="PingFang SC"/>
              </a:rPr>
              <a:t>值延迟访问信道‌‌</a:t>
            </a:r>
            <a:endParaRPr lang="en-US" altLang="zh-CN" b="0" i="0" dirty="0">
              <a:solidFill>
                <a:srgbClr val="333333"/>
              </a:solidFill>
              <a:effectLst/>
              <a:latin typeface="PingFang SC"/>
            </a:endParaRPr>
          </a:p>
          <a:p>
            <a:r>
              <a:rPr lang="en-US" altLang="zh-CN" b="1" dirty="0">
                <a:effectLst/>
                <a:latin typeface="PingFang SC"/>
              </a:rPr>
              <a:t>NAV</a:t>
            </a:r>
            <a:r>
              <a:rPr lang="zh-CN" altLang="en-US" b="1" dirty="0">
                <a:effectLst/>
                <a:latin typeface="PingFang SC"/>
              </a:rPr>
              <a:t>（</a:t>
            </a:r>
            <a:r>
              <a:rPr lang="en-US" altLang="zh-CN" b="1" dirty="0">
                <a:effectLst/>
                <a:latin typeface="PingFang SC"/>
              </a:rPr>
              <a:t>RTS</a:t>
            </a:r>
            <a:r>
              <a:rPr lang="zh-CN" altLang="en-US" b="1" dirty="0">
                <a:effectLst/>
                <a:latin typeface="PingFang SC"/>
              </a:rPr>
              <a:t>）‌</a:t>
            </a:r>
            <a:r>
              <a:rPr lang="zh-CN" altLang="en-US" b="0" dirty="0">
                <a:effectLst/>
                <a:latin typeface="PingFang SC"/>
              </a:rPr>
              <a:t>：</a:t>
            </a:r>
            <a:r>
              <a:rPr lang="en-US" altLang="zh-CN" dirty="0">
                <a:effectLst/>
              </a:rPr>
              <a:t>RTS</a:t>
            </a:r>
            <a:r>
              <a:rPr lang="zh-CN" altLang="en-US" dirty="0">
                <a:effectLst/>
              </a:rPr>
              <a:t>帧的</a:t>
            </a:r>
            <a:r>
              <a:rPr lang="en-US" altLang="zh-CN" dirty="0">
                <a:effectLst/>
              </a:rPr>
              <a:t>Duration</a:t>
            </a:r>
            <a:r>
              <a:rPr lang="zh-CN" altLang="en-US" dirty="0">
                <a:effectLst/>
              </a:rPr>
              <a:t>字段预测‌</a:t>
            </a:r>
            <a:r>
              <a:rPr lang="zh-CN" altLang="en-US" b="0" dirty="0">
                <a:effectLst/>
                <a:latin typeface="PingFang SC"/>
              </a:rPr>
              <a:t>数据帧</a:t>
            </a:r>
            <a:r>
              <a:rPr lang="zh-CN" altLang="en-US" dirty="0">
                <a:effectLst/>
              </a:rPr>
              <a:t>传输时间，通知周围站点在指定时间内保持信道空闲。</a:t>
            </a:r>
            <a:r>
              <a:rPr lang="zh-CN" altLang="en-US" b="0" i="0" dirty="0">
                <a:solidFill>
                  <a:srgbClr val="333333"/>
                </a:solidFill>
                <a:effectLst/>
                <a:latin typeface="PingFang SC"/>
              </a:rPr>
              <a:t>仅覆盖</a:t>
            </a:r>
            <a:r>
              <a:rPr lang="en-US" altLang="zh-CN" b="0" i="0" dirty="0">
                <a:solidFill>
                  <a:srgbClr val="333333"/>
                </a:solidFill>
                <a:effectLst/>
                <a:latin typeface="PingFang SC"/>
              </a:rPr>
              <a:t>RTS</a:t>
            </a:r>
            <a:r>
              <a:rPr lang="zh-CN" altLang="en-US" b="0" i="0" dirty="0">
                <a:solidFill>
                  <a:srgbClr val="333333"/>
                </a:solidFill>
                <a:effectLst/>
                <a:latin typeface="PingFang SC"/>
              </a:rPr>
              <a:t>帧到</a:t>
            </a:r>
            <a:r>
              <a:rPr lang="en-US" altLang="zh-CN" b="0" i="0" dirty="0">
                <a:solidFill>
                  <a:srgbClr val="333333"/>
                </a:solidFill>
                <a:effectLst/>
                <a:latin typeface="PingFang SC"/>
              </a:rPr>
              <a:t>CTS</a:t>
            </a:r>
            <a:r>
              <a:rPr lang="zh-CN" altLang="en-US" b="0" i="0" dirty="0">
                <a:solidFill>
                  <a:srgbClr val="333333"/>
                </a:solidFill>
                <a:effectLst/>
                <a:latin typeface="PingFang SC"/>
              </a:rPr>
              <a:t>帧的间隔，未完全预约整个数据传输周期‌</a:t>
            </a:r>
            <a:endParaRPr lang="en-US" altLang="zh-CN" dirty="0">
              <a:effectLst/>
            </a:endParaRPr>
          </a:p>
          <a:p>
            <a:pPr algn="l"/>
            <a:r>
              <a:rPr lang="en-US" altLang="zh-CN" b="1" i="0" dirty="0">
                <a:solidFill>
                  <a:srgbClr val="333333"/>
                </a:solidFill>
                <a:effectLst/>
                <a:latin typeface="PingFang SC"/>
              </a:rPr>
              <a:t>NAV</a:t>
            </a:r>
            <a:r>
              <a:rPr lang="zh-CN" altLang="en-US" b="1" i="0" dirty="0">
                <a:solidFill>
                  <a:srgbClr val="333333"/>
                </a:solidFill>
                <a:effectLst/>
                <a:latin typeface="PingFang SC"/>
              </a:rPr>
              <a:t>（</a:t>
            </a:r>
            <a:r>
              <a:rPr lang="en-US" altLang="zh-CN" b="1" i="0" dirty="0">
                <a:solidFill>
                  <a:srgbClr val="333333"/>
                </a:solidFill>
                <a:effectLst/>
                <a:latin typeface="PingFang SC"/>
              </a:rPr>
              <a:t>CTS</a:t>
            </a:r>
            <a:r>
              <a:rPr lang="zh-CN" altLang="en-US" b="1" i="0" dirty="0">
                <a:solidFill>
                  <a:srgbClr val="333333"/>
                </a:solidFill>
                <a:effectLst/>
                <a:latin typeface="PingFang SC"/>
              </a:rPr>
              <a:t>）</a:t>
            </a:r>
            <a:r>
              <a:rPr lang="zh-CN" altLang="en-US" b="0" i="0" dirty="0">
                <a:solidFill>
                  <a:srgbClr val="333333"/>
                </a:solidFill>
                <a:effectLst/>
                <a:latin typeface="PingFang SC"/>
              </a:rPr>
              <a:t>：</a:t>
            </a:r>
            <a:r>
              <a:rPr lang="en-US" altLang="zh-CN" b="0" i="0" dirty="0">
                <a:solidFill>
                  <a:srgbClr val="333333"/>
                </a:solidFill>
                <a:effectLst/>
                <a:latin typeface="PingFang SC"/>
              </a:rPr>
              <a:t>CTS</a:t>
            </a:r>
            <a:r>
              <a:rPr lang="zh-CN" altLang="en-US" b="0" i="0" dirty="0">
                <a:solidFill>
                  <a:srgbClr val="333333"/>
                </a:solidFill>
                <a:effectLst/>
                <a:latin typeface="PingFang SC"/>
              </a:rPr>
              <a:t>帧的</a:t>
            </a:r>
            <a:r>
              <a:rPr lang="en-US" altLang="zh-CN" b="0" i="0" dirty="0">
                <a:solidFill>
                  <a:srgbClr val="333333"/>
                </a:solidFill>
                <a:effectLst/>
                <a:latin typeface="PingFang SC"/>
              </a:rPr>
              <a:t>Duration</a:t>
            </a:r>
            <a:r>
              <a:rPr lang="zh-CN" altLang="en-US" b="0" i="0" dirty="0">
                <a:solidFill>
                  <a:srgbClr val="333333"/>
                </a:solidFill>
                <a:effectLst/>
                <a:latin typeface="PingFang SC"/>
              </a:rPr>
              <a:t>字段二次确认信道占用时间，解决部分隐藏终端收不到</a:t>
            </a:r>
            <a:r>
              <a:rPr lang="en-US" altLang="zh-CN" b="0" i="0" dirty="0">
                <a:solidFill>
                  <a:srgbClr val="333333"/>
                </a:solidFill>
                <a:effectLst/>
                <a:latin typeface="PingFang SC"/>
              </a:rPr>
              <a:t>RTS</a:t>
            </a:r>
            <a:r>
              <a:rPr lang="zh-CN" altLang="en-US" b="0" i="0" dirty="0">
                <a:solidFill>
                  <a:srgbClr val="333333"/>
                </a:solidFill>
                <a:effectLst/>
                <a:latin typeface="PingFang SC"/>
              </a:rPr>
              <a:t>的问题，并扩展</a:t>
            </a:r>
            <a:r>
              <a:rPr lang="en-US" altLang="zh-CN" b="0" i="0" dirty="0">
                <a:solidFill>
                  <a:srgbClr val="333333"/>
                </a:solidFill>
                <a:effectLst/>
                <a:latin typeface="PingFang SC"/>
              </a:rPr>
              <a:t>NAV</a:t>
            </a:r>
            <a:r>
              <a:rPr lang="zh-CN" altLang="en-US" b="0" i="0" dirty="0">
                <a:solidFill>
                  <a:srgbClr val="333333"/>
                </a:solidFill>
                <a:effectLst/>
                <a:latin typeface="PingFang SC"/>
              </a:rPr>
              <a:t>覆盖范围至‌整个数据传输周期‌（包括数据帧和</a:t>
            </a:r>
            <a:r>
              <a:rPr lang="en-US" altLang="zh-CN" b="0" i="0" dirty="0">
                <a:solidFill>
                  <a:srgbClr val="333333"/>
                </a:solidFill>
                <a:effectLst/>
                <a:latin typeface="PingFang SC"/>
              </a:rPr>
              <a:t>ACK</a:t>
            </a:r>
            <a:r>
              <a:rPr lang="zh-CN" altLang="en-US" b="0" i="0" dirty="0">
                <a:solidFill>
                  <a:srgbClr val="333333"/>
                </a:solidFill>
                <a:effectLst/>
                <a:latin typeface="PingFang SC"/>
              </a:rPr>
              <a:t>）‌</a:t>
            </a:r>
            <a:br>
              <a:rPr lang="zh-CN" altLang="en-US" b="0" i="0" dirty="0">
                <a:solidFill>
                  <a:srgbClr val="333333"/>
                </a:solidFill>
                <a:effectLst/>
                <a:latin typeface="PingFang SC"/>
              </a:rPr>
            </a:br>
            <a:r>
              <a:rPr lang="en-US" altLang="zh-CN" b="1" i="0" dirty="0">
                <a:solidFill>
                  <a:srgbClr val="333333"/>
                </a:solidFill>
                <a:effectLst/>
                <a:latin typeface="PingFang SC"/>
              </a:rPr>
              <a:t>NAV</a:t>
            </a:r>
            <a:r>
              <a:rPr lang="zh-CN" altLang="en-US" b="1" i="0" dirty="0">
                <a:solidFill>
                  <a:srgbClr val="333333"/>
                </a:solidFill>
                <a:effectLst/>
                <a:latin typeface="PingFang SC"/>
              </a:rPr>
              <a:t>（数据）</a:t>
            </a:r>
            <a:r>
              <a:rPr lang="zh-CN" altLang="en-US" b="0" i="0" dirty="0">
                <a:solidFill>
                  <a:srgbClr val="333333"/>
                </a:solidFill>
                <a:effectLst/>
                <a:latin typeface="PingFang SC"/>
              </a:rPr>
              <a:t>‌：数据帧的</a:t>
            </a:r>
            <a:r>
              <a:rPr lang="en-US" altLang="zh-CN" b="0" i="0" dirty="0">
                <a:solidFill>
                  <a:srgbClr val="333333"/>
                </a:solidFill>
                <a:effectLst/>
                <a:latin typeface="PingFang SC"/>
              </a:rPr>
              <a:t>Duration</a:t>
            </a:r>
            <a:r>
              <a:rPr lang="zh-CN" altLang="en-US" b="0" i="0" dirty="0">
                <a:solidFill>
                  <a:srgbClr val="333333"/>
                </a:solidFill>
                <a:effectLst/>
                <a:latin typeface="PingFang SC"/>
              </a:rPr>
              <a:t>字段进一步细化信道占用时间，与</a:t>
            </a:r>
            <a:r>
              <a:rPr lang="en-US" altLang="zh-CN" b="0" i="0" dirty="0">
                <a:solidFill>
                  <a:srgbClr val="333333"/>
                </a:solidFill>
                <a:effectLst/>
                <a:latin typeface="PingFang SC"/>
              </a:rPr>
              <a:t>RTS/CTS</a:t>
            </a:r>
            <a:r>
              <a:rPr lang="zh-CN" altLang="en-US" b="0" i="0" dirty="0">
                <a:solidFill>
                  <a:srgbClr val="333333"/>
                </a:solidFill>
                <a:effectLst/>
                <a:latin typeface="PingFang SC"/>
              </a:rPr>
              <a:t>共同保障数据传输的准确性‌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50</a:t>
            </a:fld>
            <a:endParaRPr lang="zh-CN" altLang="en-US"/>
          </a:p>
        </p:txBody>
      </p:sp>
    </p:spTree>
    <p:extLst>
      <p:ext uri="{BB962C8B-B14F-4D97-AF65-F5344CB8AC3E}">
        <p14:creationId xmlns:p14="http://schemas.microsoft.com/office/powerpoint/2010/main" val="13187903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en-US" altLang="zh-CN" b="1" i="0" dirty="0">
                <a:solidFill>
                  <a:srgbClr val="333333"/>
                </a:solidFill>
                <a:effectLst/>
                <a:latin typeface="PingFang SC"/>
              </a:rPr>
              <a:t>Address</a:t>
            </a:r>
            <a:r>
              <a:rPr lang="zh-CN" altLang="en-US" b="1" i="0" dirty="0">
                <a:solidFill>
                  <a:srgbClr val="333333"/>
                </a:solidFill>
                <a:effectLst/>
                <a:latin typeface="PingFang SC"/>
              </a:rPr>
              <a:t>（地址）</a:t>
            </a:r>
            <a:r>
              <a:rPr lang="zh-CN" altLang="en-US" b="0" i="0" dirty="0">
                <a:solidFill>
                  <a:srgbClr val="333333"/>
                </a:solidFill>
                <a:effectLst/>
                <a:latin typeface="PingFang SC"/>
              </a:rPr>
              <a:t>‌：最多</a:t>
            </a:r>
            <a:r>
              <a:rPr lang="en-US" altLang="zh-CN" b="0" i="0" dirty="0">
                <a:solidFill>
                  <a:srgbClr val="333333"/>
                </a:solidFill>
                <a:effectLst/>
                <a:latin typeface="PingFang SC"/>
              </a:rPr>
              <a:t>4</a:t>
            </a:r>
            <a:r>
              <a:rPr lang="zh-CN" altLang="en-US" b="0" i="0" dirty="0">
                <a:solidFill>
                  <a:srgbClr val="333333"/>
                </a:solidFill>
                <a:effectLst/>
                <a:latin typeface="PingFang SC"/>
              </a:rPr>
              <a:t>个</a:t>
            </a:r>
            <a:r>
              <a:rPr lang="en-US" altLang="zh-CN" b="0" i="0" dirty="0">
                <a:solidFill>
                  <a:srgbClr val="333333"/>
                </a:solidFill>
                <a:effectLst/>
                <a:latin typeface="PingFang SC"/>
              </a:rPr>
              <a:t>MAC</a:t>
            </a:r>
            <a:r>
              <a:rPr lang="zh-CN" altLang="en-US" b="0" i="0" dirty="0">
                <a:solidFill>
                  <a:srgbClr val="333333"/>
                </a:solidFill>
                <a:effectLst/>
                <a:latin typeface="PingFang SC"/>
              </a:rPr>
              <a:t>地址，用途因帧类型而异。‌</a:t>
            </a:r>
            <a:r>
              <a:rPr lang="en-US" altLang="zh-CN" b="1" i="0" dirty="0">
                <a:solidFill>
                  <a:srgbClr val="333333"/>
                </a:solidFill>
                <a:effectLst/>
                <a:latin typeface="PingFang SC"/>
              </a:rPr>
              <a:t>Address1</a:t>
            </a:r>
            <a:r>
              <a:rPr lang="en-US" altLang="zh-CN" b="0" i="0" dirty="0">
                <a:solidFill>
                  <a:srgbClr val="333333"/>
                </a:solidFill>
                <a:effectLst/>
                <a:latin typeface="PingFang SC"/>
              </a:rPr>
              <a:t>‌</a:t>
            </a:r>
            <a:r>
              <a:rPr lang="zh-CN" altLang="en-US" b="0" i="0" dirty="0">
                <a:solidFill>
                  <a:srgbClr val="333333"/>
                </a:solidFill>
                <a:effectLst/>
                <a:latin typeface="PingFang SC"/>
              </a:rPr>
              <a:t>：接收方地址（如目标</a:t>
            </a:r>
            <a:r>
              <a:rPr lang="en-US" altLang="zh-CN" b="0" i="0" dirty="0">
                <a:solidFill>
                  <a:srgbClr val="333333"/>
                </a:solidFill>
                <a:effectLst/>
                <a:latin typeface="PingFang SC"/>
              </a:rPr>
              <a:t>AP</a:t>
            </a:r>
            <a:r>
              <a:rPr lang="zh-CN" altLang="en-US" b="0" i="0" dirty="0">
                <a:solidFill>
                  <a:srgbClr val="333333"/>
                </a:solidFill>
                <a:effectLst/>
                <a:latin typeface="PingFang SC"/>
              </a:rPr>
              <a:t>或</a:t>
            </a:r>
            <a:r>
              <a:rPr lang="en-US" altLang="zh-CN" b="0" i="0" dirty="0">
                <a:solidFill>
                  <a:srgbClr val="333333"/>
                </a:solidFill>
                <a:effectLst/>
                <a:latin typeface="PingFang SC"/>
              </a:rPr>
              <a:t>STA</a:t>
            </a:r>
            <a:r>
              <a:rPr lang="zh-CN" altLang="en-US" b="0" i="0" dirty="0">
                <a:solidFill>
                  <a:srgbClr val="333333"/>
                </a:solidFill>
                <a:effectLst/>
                <a:latin typeface="PingFang SC"/>
              </a:rPr>
              <a:t>）；</a:t>
            </a:r>
            <a:r>
              <a:rPr lang="en-US" altLang="zh-CN" b="1" i="0" dirty="0">
                <a:solidFill>
                  <a:srgbClr val="333333"/>
                </a:solidFill>
                <a:effectLst/>
                <a:latin typeface="PingFang SC"/>
              </a:rPr>
              <a:t>Address2</a:t>
            </a:r>
            <a:r>
              <a:rPr lang="en-US" altLang="zh-CN" b="0" i="0" dirty="0">
                <a:solidFill>
                  <a:srgbClr val="333333"/>
                </a:solidFill>
                <a:effectLst/>
                <a:latin typeface="PingFang SC"/>
              </a:rPr>
              <a:t>‌</a:t>
            </a:r>
            <a:r>
              <a:rPr lang="zh-CN" altLang="en-US" b="0" i="0" dirty="0">
                <a:solidFill>
                  <a:srgbClr val="333333"/>
                </a:solidFill>
                <a:effectLst/>
                <a:latin typeface="PingFang SC"/>
              </a:rPr>
              <a:t>：发送方地址‌；</a:t>
            </a:r>
            <a:r>
              <a:rPr lang="en-US" altLang="zh-CN" b="1" i="0" dirty="0">
                <a:solidFill>
                  <a:srgbClr val="333333"/>
                </a:solidFill>
                <a:effectLst/>
                <a:latin typeface="PingFang SC"/>
              </a:rPr>
              <a:t>Address3</a:t>
            </a:r>
            <a:r>
              <a:rPr lang="en-US" altLang="zh-CN" b="0" i="0" dirty="0">
                <a:solidFill>
                  <a:srgbClr val="333333"/>
                </a:solidFill>
                <a:effectLst/>
                <a:latin typeface="PingFang SC"/>
              </a:rPr>
              <a:t>‌</a:t>
            </a:r>
            <a:r>
              <a:rPr lang="zh-CN" altLang="en-US" b="0" i="0" dirty="0">
                <a:solidFill>
                  <a:srgbClr val="333333"/>
                </a:solidFill>
                <a:effectLst/>
                <a:latin typeface="PingFang SC"/>
              </a:rPr>
              <a:t>：过滤地址（如</a:t>
            </a:r>
            <a:r>
              <a:rPr lang="en-US" altLang="zh-CN" b="0" i="0" dirty="0">
                <a:solidFill>
                  <a:srgbClr val="333333"/>
                </a:solidFill>
                <a:effectLst/>
                <a:latin typeface="PingFang SC"/>
              </a:rPr>
              <a:t>BSSID</a:t>
            </a:r>
            <a:r>
              <a:rPr lang="zh-CN" altLang="en-US" b="0" i="0" dirty="0">
                <a:solidFill>
                  <a:srgbClr val="333333"/>
                </a:solidFill>
                <a:effectLst/>
                <a:latin typeface="PingFang SC"/>
              </a:rPr>
              <a:t>或中继地址）‌；</a:t>
            </a:r>
            <a:r>
              <a:rPr lang="en-US" altLang="zh-CN" b="1" i="0" dirty="0">
                <a:solidFill>
                  <a:srgbClr val="333333"/>
                </a:solidFill>
                <a:effectLst/>
                <a:latin typeface="PingFang SC"/>
              </a:rPr>
              <a:t>Address4</a:t>
            </a:r>
            <a:r>
              <a:rPr lang="en-US" altLang="zh-CN" b="0" i="0" dirty="0">
                <a:solidFill>
                  <a:srgbClr val="333333"/>
                </a:solidFill>
                <a:effectLst/>
                <a:latin typeface="PingFang SC"/>
              </a:rPr>
              <a:t>‌</a:t>
            </a:r>
            <a:r>
              <a:rPr lang="zh-CN" altLang="en-US" b="0" i="0" dirty="0">
                <a:solidFill>
                  <a:srgbClr val="333333"/>
                </a:solidFill>
                <a:effectLst/>
                <a:latin typeface="PingFang SC"/>
              </a:rPr>
              <a:t>：用于</a:t>
            </a:r>
            <a:r>
              <a:rPr lang="en-US" altLang="zh-CN" b="0" i="0" dirty="0">
                <a:solidFill>
                  <a:srgbClr val="333333"/>
                </a:solidFill>
                <a:effectLst/>
                <a:latin typeface="PingFang SC"/>
              </a:rPr>
              <a:t>WDS</a:t>
            </a:r>
            <a:r>
              <a:rPr lang="zh-CN" altLang="en-US" b="0" i="0" dirty="0">
                <a:solidFill>
                  <a:srgbClr val="333333"/>
                </a:solidFill>
                <a:effectLst/>
                <a:latin typeface="PingFang SC"/>
              </a:rPr>
              <a:t>或</a:t>
            </a:r>
            <a:r>
              <a:rPr lang="en-US" altLang="zh-CN" b="0" i="0" dirty="0">
                <a:solidFill>
                  <a:srgbClr val="333333"/>
                </a:solidFill>
                <a:effectLst/>
                <a:latin typeface="PingFang SC"/>
              </a:rPr>
              <a:t>QoS</a:t>
            </a:r>
            <a:r>
              <a:rPr lang="zh-CN" altLang="en-US" b="0" i="0" dirty="0">
                <a:solidFill>
                  <a:srgbClr val="333333"/>
                </a:solidFill>
                <a:effectLst/>
                <a:latin typeface="PingFang SC"/>
              </a:rPr>
              <a:t>场景‌</a:t>
            </a:r>
          </a:p>
          <a:p>
            <a:pPr algn="l">
              <a:buFont typeface="+mj-lt"/>
              <a:buNone/>
            </a:pPr>
            <a:r>
              <a:rPr lang="en-US" altLang="zh-CN" b="1" i="0" dirty="0">
                <a:solidFill>
                  <a:srgbClr val="333333"/>
                </a:solidFill>
                <a:effectLst/>
                <a:latin typeface="PingFang SC"/>
              </a:rPr>
              <a:t>Frame Type</a:t>
            </a:r>
            <a:r>
              <a:rPr lang="zh-CN" altLang="en-US" b="1" i="0" dirty="0">
                <a:solidFill>
                  <a:srgbClr val="333333"/>
                </a:solidFill>
                <a:effectLst/>
                <a:latin typeface="PingFang SC"/>
              </a:rPr>
              <a:t>（帧类型）</a:t>
            </a:r>
            <a:r>
              <a:rPr lang="zh-CN" altLang="en-US" b="0" i="0" dirty="0">
                <a:solidFill>
                  <a:srgbClr val="333333"/>
                </a:solidFill>
                <a:effectLst/>
                <a:latin typeface="PingFang SC"/>
              </a:rPr>
              <a:t>‌：</a:t>
            </a:r>
            <a:r>
              <a:rPr lang="en-US" altLang="zh-CN" b="0" i="0" dirty="0">
                <a:solidFill>
                  <a:srgbClr val="333333"/>
                </a:solidFill>
                <a:effectLst/>
                <a:latin typeface="PingFang SC"/>
              </a:rPr>
              <a:t>802.11</a:t>
            </a:r>
            <a:r>
              <a:rPr lang="zh-CN" altLang="en-US" b="0" i="0" dirty="0">
                <a:solidFill>
                  <a:srgbClr val="333333"/>
                </a:solidFill>
                <a:effectLst/>
                <a:latin typeface="PingFang SC"/>
              </a:rPr>
              <a:t>帧分为三类。</a:t>
            </a:r>
            <a:r>
              <a:rPr lang="zh-CN" altLang="en-US" b="1" i="0" dirty="0">
                <a:solidFill>
                  <a:srgbClr val="333333"/>
                </a:solidFill>
                <a:effectLst/>
                <a:latin typeface="PingFang SC"/>
              </a:rPr>
              <a:t>数据帧</a:t>
            </a:r>
            <a:r>
              <a:rPr lang="zh-CN" altLang="en-US" b="0" i="0" dirty="0">
                <a:solidFill>
                  <a:srgbClr val="333333"/>
                </a:solidFill>
                <a:effectLst/>
                <a:latin typeface="PingFang SC"/>
              </a:rPr>
              <a:t>‌（</a:t>
            </a:r>
            <a:r>
              <a:rPr lang="en-US" altLang="zh-CN" b="0" i="0" dirty="0">
                <a:solidFill>
                  <a:srgbClr val="333333"/>
                </a:solidFill>
                <a:effectLst/>
                <a:latin typeface="PingFang SC"/>
              </a:rPr>
              <a:t>Type=10</a:t>
            </a:r>
            <a:r>
              <a:rPr lang="zh-CN" altLang="en-US" b="0" i="0" dirty="0">
                <a:solidFill>
                  <a:srgbClr val="333333"/>
                </a:solidFill>
                <a:effectLst/>
                <a:latin typeface="PingFang SC"/>
              </a:rPr>
              <a:t>）：传输用户数据，支持分片和重传机制‌；</a:t>
            </a:r>
            <a:r>
              <a:rPr lang="zh-CN" altLang="en-US" b="1" i="0" dirty="0">
                <a:solidFill>
                  <a:srgbClr val="333333"/>
                </a:solidFill>
                <a:effectLst/>
                <a:latin typeface="PingFang SC"/>
              </a:rPr>
              <a:t>管理帧</a:t>
            </a:r>
            <a:r>
              <a:rPr lang="zh-CN" altLang="en-US" b="0" i="0" dirty="0">
                <a:solidFill>
                  <a:srgbClr val="333333"/>
                </a:solidFill>
                <a:effectLst/>
                <a:latin typeface="PingFang SC"/>
              </a:rPr>
              <a:t>‌（</a:t>
            </a:r>
            <a:r>
              <a:rPr lang="en-US" altLang="zh-CN" b="0" i="0" dirty="0">
                <a:solidFill>
                  <a:srgbClr val="333333"/>
                </a:solidFill>
                <a:effectLst/>
                <a:latin typeface="PingFang SC"/>
              </a:rPr>
              <a:t>Type=00</a:t>
            </a:r>
            <a:r>
              <a:rPr lang="zh-CN" altLang="en-US" b="0" i="0" dirty="0">
                <a:solidFill>
                  <a:srgbClr val="333333"/>
                </a:solidFill>
                <a:effectLst/>
                <a:latin typeface="PingFang SC"/>
              </a:rPr>
              <a:t>）：用于网络管理，如信标帧、关联</a:t>
            </a:r>
            <a:r>
              <a:rPr lang="en-US" altLang="zh-CN" b="0" i="0" dirty="0">
                <a:solidFill>
                  <a:srgbClr val="333333"/>
                </a:solidFill>
                <a:effectLst/>
                <a:latin typeface="PingFang SC"/>
              </a:rPr>
              <a:t>/</a:t>
            </a:r>
            <a:r>
              <a:rPr lang="zh-CN" altLang="en-US" b="0" i="0" dirty="0">
                <a:solidFill>
                  <a:srgbClr val="333333"/>
                </a:solidFill>
                <a:effectLst/>
                <a:latin typeface="PingFang SC"/>
              </a:rPr>
              <a:t>认证请求</a:t>
            </a:r>
            <a:r>
              <a:rPr lang="en-US" altLang="zh-CN" b="0" i="0" dirty="0">
                <a:solidFill>
                  <a:srgbClr val="333333"/>
                </a:solidFill>
                <a:effectLst/>
                <a:latin typeface="PingFang SC"/>
              </a:rPr>
              <a:t>/</a:t>
            </a:r>
            <a:r>
              <a:rPr lang="zh-CN" altLang="en-US" b="0" i="0" dirty="0">
                <a:solidFill>
                  <a:srgbClr val="333333"/>
                </a:solidFill>
                <a:effectLst/>
                <a:latin typeface="PingFang SC"/>
              </a:rPr>
              <a:t>应答帧；‌</a:t>
            </a:r>
            <a:r>
              <a:rPr lang="zh-CN" altLang="en-US" b="1" i="0" dirty="0">
                <a:solidFill>
                  <a:srgbClr val="333333"/>
                </a:solidFill>
                <a:effectLst/>
                <a:latin typeface="PingFang SC"/>
              </a:rPr>
              <a:t>控制帧</a:t>
            </a:r>
            <a:r>
              <a:rPr lang="zh-CN" altLang="en-US" b="0" i="0" dirty="0">
                <a:solidFill>
                  <a:srgbClr val="333333"/>
                </a:solidFill>
                <a:effectLst/>
                <a:latin typeface="PingFang SC"/>
              </a:rPr>
              <a:t>‌（</a:t>
            </a:r>
            <a:r>
              <a:rPr lang="en-US" altLang="zh-CN" b="0" i="0" dirty="0">
                <a:solidFill>
                  <a:srgbClr val="333333"/>
                </a:solidFill>
                <a:effectLst/>
                <a:latin typeface="PingFang SC"/>
              </a:rPr>
              <a:t>Type=01</a:t>
            </a:r>
            <a:r>
              <a:rPr lang="zh-CN" altLang="en-US" b="0" i="0" dirty="0">
                <a:solidFill>
                  <a:srgbClr val="333333"/>
                </a:solidFill>
                <a:effectLst/>
                <a:latin typeface="PingFang SC"/>
              </a:rPr>
              <a:t>）：辅助数据传输，包括</a:t>
            </a:r>
            <a:r>
              <a:rPr lang="en-US" altLang="zh-CN" b="0" i="0" dirty="0">
                <a:solidFill>
                  <a:srgbClr val="333333"/>
                </a:solidFill>
                <a:effectLst/>
                <a:latin typeface="PingFang SC"/>
              </a:rPr>
              <a:t>ACK</a:t>
            </a:r>
            <a:r>
              <a:rPr lang="zh-CN" altLang="en-US" b="0" i="0" dirty="0">
                <a:solidFill>
                  <a:srgbClr val="333333"/>
                </a:solidFill>
                <a:effectLst/>
                <a:latin typeface="PingFang SC"/>
              </a:rPr>
              <a:t>、</a:t>
            </a:r>
            <a:r>
              <a:rPr lang="en-US" altLang="zh-CN" b="0" i="0" dirty="0">
                <a:solidFill>
                  <a:srgbClr val="333333"/>
                </a:solidFill>
                <a:effectLst/>
                <a:latin typeface="PingFang SC"/>
              </a:rPr>
              <a:t>RTS</a:t>
            </a:r>
            <a:r>
              <a:rPr lang="zh-CN" altLang="en-US" b="0" i="0" dirty="0">
                <a:solidFill>
                  <a:srgbClr val="333333"/>
                </a:solidFill>
                <a:effectLst/>
                <a:latin typeface="PingFang SC"/>
              </a:rPr>
              <a:t>、</a:t>
            </a:r>
            <a:r>
              <a:rPr lang="en-US" altLang="zh-CN" b="0" i="0" dirty="0">
                <a:solidFill>
                  <a:srgbClr val="333333"/>
                </a:solidFill>
                <a:effectLst/>
                <a:latin typeface="PingFang SC"/>
              </a:rPr>
              <a:t>CTS</a:t>
            </a:r>
            <a:r>
              <a:rPr lang="zh-CN" altLang="en-US" b="0" i="0" dirty="0">
                <a:solidFill>
                  <a:srgbClr val="333333"/>
                </a:solidFill>
                <a:effectLst/>
                <a:latin typeface="PingFang SC"/>
              </a:rPr>
              <a:t>等，用于避免冲突和确认接收‌</a:t>
            </a:r>
            <a:br>
              <a:rPr lang="zh-CN" altLang="en-US" b="0" i="0" dirty="0">
                <a:solidFill>
                  <a:srgbClr val="333333"/>
                </a:solidFill>
                <a:effectLst/>
                <a:latin typeface="PingFang SC"/>
              </a:rPr>
            </a:br>
            <a:r>
              <a:rPr lang="zh-CN" altLang="en-US" b="0" i="0" dirty="0">
                <a:solidFill>
                  <a:srgbClr val="333333"/>
                </a:solidFill>
                <a:effectLst/>
                <a:latin typeface="PingFang SC"/>
              </a:rPr>
              <a:t>‌</a:t>
            </a:r>
            <a:r>
              <a:rPr lang="en-US" altLang="zh-CN" b="1" i="0" dirty="0">
                <a:solidFill>
                  <a:srgbClr val="333333"/>
                </a:solidFill>
                <a:effectLst/>
                <a:latin typeface="PingFang SC"/>
              </a:rPr>
              <a:t>To DS/From DS</a:t>
            </a:r>
            <a:r>
              <a:rPr lang="en-US" altLang="zh-CN" b="0" i="0" dirty="0">
                <a:solidFill>
                  <a:srgbClr val="333333"/>
                </a:solidFill>
                <a:effectLst/>
                <a:latin typeface="PingFang SC"/>
              </a:rPr>
              <a:t>‌</a:t>
            </a:r>
            <a:r>
              <a:rPr lang="zh-CN" altLang="en-US" b="1" i="0" dirty="0">
                <a:solidFill>
                  <a:srgbClr val="333333"/>
                </a:solidFill>
                <a:effectLst/>
                <a:latin typeface="PingFang SC"/>
              </a:rPr>
              <a:t>（扩展服务集）</a:t>
            </a:r>
            <a:r>
              <a:rPr lang="zh-CN" altLang="en-US" b="0" i="0" dirty="0">
                <a:solidFill>
                  <a:srgbClr val="333333"/>
                </a:solidFill>
                <a:effectLst/>
                <a:latin typeface="PingFang SC"/>
              </a:rPr>
              <a:t>：标识帧是否经过</a:t>
            </a:r>
            <a:r>
              <a:rPr lang="en-US" altLang="zh-CN" b="0" i="0" dirty="0">
                <a:solidFill>
                  <a:srgbClr val="333333"/>
                </a:solidFill>
                <a:effectLst/>
                <a:latin typeface="PingFang SC"/>
              </a:rPr>
              <a:t>AP</a:t>
            </a:r>
            <a:r>
              <a:rPr lang="zh-CN" altLang="en-US" b="0" i="0" dirty="0">
                <a:solidFill>
                  <a:srgbClr val="333333"/>
                </a:solidFill>
                <a:effectLst/>
                <a:latin typeface="PingFang SC"/>
              </a:rPr>
              <a:t>转发</a:t>
            </a:r>
            <a:endParaRPr lang="en-US" altLang="zh-CN" b="0" i="0" dirty="0">
              <a:solidFill>
                <a:srgbClr val="333333"/>
              </a:solidFill>
              <a:effectLst/>
              <a:latin typeface="PingFang SC"/>
            </a:endParaRPr>
          </a:p>
          <a:p>
            <a:pPr algn="l">
              <a:buFont typeface="+mj-lt"/>
              <a:buNone/>
            </a:pPr>
            <a:r>
              <a:rPr lang="en-US" altLang="zh-CN" b="1" i="0" dirty="0">
                <a:solidFill>
                  <a:srgbClr val="333333"/>
                </a:solidFill>
                <a:effectLst/>
                <a:latin typeface="PingFang SC"/>
              </a:rPr>
              <a:t>Duration</a:t>
            </a:r>
            <a:r>
              <a:rPr lang="zh-CN" altLang="en-US" b="1" i="0" dirty="0">
                <a:solidFill>
                  <a:srgbClr val="333333"/>
                </a:solidFill>
                <a:effectLst/>
                <a:latin typeface="PingFang SC"/>
              </a:rPr>
              <a:t>（时段）</a:t>
            </a:r>
            <a:r>
              <a:rPr lang="zh-CN" altLang="en-US" b="0" i="0" dirty="0">
                <a:solidFill>
                  <a:srgbClr val="333333"/>
                </a:solidFill>
                <a:effectLst/>
                <a:latin typeface="PingFang SC"/>
              </a:rPr>
              <a:t>：根据第</a:t>
            </a:r>
            <a:r>
              <a:rPr lang="en-US" altLang="zh-CN" b="0" i="0" dirty="0">
                <a:solidFill>
                  <a:srgbClr val="333333"/>
                </a:solidFill>
                <a:effectLst/>
                <a:latin typeface="PingFang SC"/>
              </a:rPr>
              <a:t>14-15</a:t>
            </a:r>
            <a:r>
              <a:rPr lang="zh-CN" altLang="en-US" b="0" i="0" dirty="0">
                <a:solidFill>
                  <a:srgbClr val="333333"/>
                </a:solidFill>
                <a:effectLst/>
                <a:latin typeface="PingFang SC"/>
              </a:rPr>
              <a:t>位取值，可表示传输时间、</a:t>
            </a:r>
            <a:r>
              <a:rPr lang="en-US" altLang="zh-CN" b="0" i="0" dirty="0">
                <a:solidFill>
                  <a:srgbClr val="333333"/>
                </a:solidFill>
                <a:effectLst/>
                <a:latin typeface="PingFang SC"/>
              </a:rPr>
              <a:t>NAV</a:t>
            </a:r>
            <a:r>
              <a:rPr lang="zh-CN" altLang="en-US" b="0" i="0" dirty="0">
                <a:solidFill>
                  <a:srgbClr val="333333"/>
                </a:solidFill>
                <a:effectLst/>
                <a:latin typeface="PingFang SC"/>
              </a:rPr>
              <a:t>计时或休眠标识符‌</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52</a:t>
            </a:fld>
            <a:endParaRPr lang="zh-CN" altLang="en-US"/>
          </a:p>
        </p:txBody>
      </p:sp>
    </p:spTree>
    <p:extLst>
      <p:ext uri="{BB962C8B-B14F-4D97-AF65-F5344CB8AC3E}">
        <p14:creationId xmlns:p14="http://schemas.microsoft.com/office/powerpoint/2010/main" val="42176976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b="1" i="0" dirty="0">
                <a:solidFill>
                  <a:srgbClr val="333333"/>
                </a:solidFill>
                <a:effectLst/>
                <a:latin typeface="PingFang SC"/>
              </a:rPr>
              <a:t>SSID</a:t>
            </a:r>
            <a:r>
              <a:rPr lang="zh-CN" altLang="en-US" b="1" i="0" dirty="0">
                <a:solidFill>
                  <a:srgbClr val="333333"/>
                </a:solidFill>
                <a:effectLst/>
                <a:latin typeface="PingFang SC"/>
              </a:rPr>
              <a:t>（</a:t>
            </a:r>
            <a:r>
              <a:rPr lang="en-US" altLang="zh-CN" b="1" i="0" dirty="0">
                <a:solidFill>
                  <a:srgbClr val="333333"/>
                </a:solidFill>
                <a:effectLst/>
                <a:latin typeface="PingFang SC"/>
              </a:rPr>
              <a:t>Service Set Identifier</a:t>
            </a:r>
            <a:r>
              <a:rPr lang="zh-CN" altLang="en-US" b="1" i="0" dirty="0">
                <a:solidFill>
                  <a:srgbClr val="333333"/>
                </a:solidFill>
                <a:effectLst/>
                <a:latin typeface="PingFang SC"/>
              </a:rPr>
              <a:t>）</a:t>
            </a:r>
            <a:r>
              <a:rPr lang="en-US" altLang="zh-CN" b="0" i="0" dirty="0">
                <a:solidFill>
                  <a:srgbClr val="333333"/>
                </a:solidFill>
                <a:effectLst/>
                <a:latin typeface="PingFang SC"/>
              </a:rPr>
              <a:t>‌</a:t>
            </a:r>
            <a:r>
              <a:rPr lang="zh-CN" altLang="en-US" b="0" i="0" dirty="0">
                <a:solidFill>
                  <a:srgbClr val="333333"/>
                </a:solidFill>
                <a:effectLst/>
                <a:latin typeface="PingFang SC"/>
              </a:rPr>
              <a:t>：服务集标识符，是用户可见的无线网络名称（如“</a:t>
            </a:r>
            <a:r>
              <a:rPr lang="en-US" altLang="zh-CN" b="0" i="0" dirty="0">
                <a:solidFill>
                  <a:srgbClr val="333333"/>
                </a:solidFill>
                <a:effectLst/>
                <a:latin typeface="PingFang SC"/>
              </a:rPr>
              <a:t>Home”</a:t>
            </a:r>
            <a:r>
              <a:rPr lang="zh-CN" altLang="en-US" b="0" i="0" dirty="0">
                <a:solidFill>
                  <a:srgbClr val="333333"/>
                </a:solidFill>
                <a:effectLst/>
                <a:latin typeface="PingFang SC"/>
              </a:rPr>
              <a:t>），用于逻辑上区分不同网络‌。用户通过</a:t>
            </a:r>
            <a:r>
              <a:rPr lang="en-US" altLang="zh-CN" b="0" i="0" dirty="0">
                <a:solidFill>
                  <a:srgbClr val="333333"/>
                </a:solidFill>
                <a:effectLst/>
                <a:latin typeface="PingFang SC"/>
              </a:rPr>
              <a:t>SSID</a:t>
            </a:r>
            <a:r>
              <a:rPr lang="zh-CN" altLang="en-US" b="0" i="0" dirty="0">
                <a:solidFill>
                  <a:srgbClr val="333333"/>
                </a:solidFill>
                <a:effectLst/>
                <a:latin typeface="PingFang SC"/>
              </a:rPr>
              <a:t>选择要连接的</a:t>
            </a:r>
            <a:r>
              <a:rPr lang="en-US" altLang="zh-CN" b="0" i="0" dirty="0">
                <a:solidFill>
                  <a:srgbClr val="333333"/>
                </a:solidFill>
                <a:effectLst/>
                <a:latin typeface="PingFang SC"/>
              </a:rPr>
              <a:t>Wi-Fi</a:t>
            </a:r>
            <a:r>
              <a:rPr lang="zh-CN" altLang="en-US" b="0" i="0" dirty="0">
                <a:solidFill>
                  <a:srgbClr val="333333"/>
                </a:solidFill>
                <a:effectLst/>
                <a:latin typeface="PingFang SC"/>
              </a:rPr>
              <a:t>网络‌</a:t>
            </a:r>
            <a:r>
              <a:rPr lang="zh-CN" altLang="en-US" b="0" i="0" dirty="0">
                <a:solidFill>
                  <a:schemeClr val="tx1"/>
                </a:solidFill>
                <a:effectLst/>
                <a:latin typeface="+mn-lt"/>
              </a:rPr>
              <a:t>；</a:t>
            </a:r>
            <a:r>
              <a:rPr lang="zh-CN" altLang="en-US" b="0" i="0" dirty="0">
                <a:solidFill>
                  <a:srgbClr val="333333"/>
                </a:solidFill>
                <a:effectLst/>
                <a:latin typeface="PingFang SC"/>
              </a:rPr>
              <a:t>同一扩展服务集（</a:t>
            </a:r>
            <a:r>
              <a:rPr lang="en-US" altLang="zh-CN" b="0" i="0" dirty="0">
                <a:solidFill>
                  <a:srgbClr val="333333"/>
                </a:solidFill>
                <a:effectLst/>
                <a:latin typeface="PingFang SC"/>
              </a:rPr>
              <a:t>ESS</a:t>
            </a:r>
            <a:r>
              <a:rPr lang="zh-CN" altLang="en-US" b="0" i="0" dirty="0">
                <a:solidFill>
                  <a:srgbClr val="333333"/>
                </a:solidFill>
                <a:effectLst/>
                <a:latin typeface="PingFang SC"/>
              </a:rPr>
              <a:t>）中的多个</a:t>
            </a:r>
            <a:r>
              <a:rPr lang="en-US" altLang="zh-CN" b="0" i="0" dirty="0">
                <a:solidFill>
                  <a:srgbClr val="333333"/>
                </a:solidFill>
                <a:effectLst/>
                <a:latin typeface="PingFang SC"/>
              </a:rPr>
              <a:t>AP</a:t>
            </a:r>
            <a:r>
              <a:rPr lang="zh-CN" altLang="en-US" b="0" i="0" dirty="0">
                <a:solidFill>
                  <a:srgbClr val="333333"/>
                </a:solidFill>
                <a:effectLst/>
                <a:latin typeface="PingFang SC"/>
              </a:rPr>
              <a:t>可共享同一</a:t>
            </a:r>
            <a:r>
              <a:rPr lang="en-US" altLang="zh-CN" b="0" i="0" dirty="0">
                <a:solidFill>
                  <a:srgbClr val="333333"/>
                </a:solidFill>
                <a:effectLst/>
                <a:latin typeface="PingFang SC"/>
              </a:rPr>
              <a:t>SSID</a:t>
            </a:r>
            <a:r>
              <a:rPr lang="zh-CN" altLang="en-US" b="0" i="0" dirty="0">
                <a:solidFill>
                  <a:srgbClr val="333333"/>
                </a:solidFill>
                <a:effectLst/>
                <a:latin typeface="PingFang SC"/>
              </a:rPr>
              <a:t>，实现无缝漫游‌</a:t>
            </a:r>
          </a:p>
          <a:p>
            <a:r>
              <a:rPr lang="zh-CN" altLang="en-US" b="0" i="0" dirty="0">
                <a:solidFill>
                  <a:srgbClr val="333333"/>
                </a:solidFill>
                <a:effectLst/>
                <a:latin typeface="PingFang SC"/>
              </a:rPr>
              <a:t>‌</a:t>
            </a:r>
            <a:r>
              <a:rPr lang="en-US" altLang="zh-CN" b="1" i="0" dirty="0">
                <a:solidFill>
                  <a:srgbClr val="333333"/>
                </a:solidFill>
                <a:effectLst/>
                <a:latin typeface="PingFang SC"/>
              </a:rPr>
              <a:t>BSSID</a:t>
            </a:r>
            <a:r>
              <a:rPr lang="zh-CN" altLang="en-US" b="1" i="0" dirty="0">
                <a:solidFill>
                  <a:srgbClr val="333333"/>
                </a:solidFill>
                <a:effectLst/>
                <a:latin typeface="PingFang SC"/>
              </a:rPr>
              <a:t>（</a:t>
            </a:r>
            <a:r>
              <a:rPr lang="en-US" altLang="zh-CN" b="1" i="0" dirty="0">
                <a:solidFill>
                  <a:srgbClr val="333333"/>
                </a:solidFill>
                <a:effectLst/>
                <a:latin typeface="PingFang SC"/>
              </a:rPr>
              <a:t>Basic Service Set Identifier</a:t>
            </a:r>
            <a:r>
              <a:rPr lang="zh-CN" altLang="en-US" b="1" i="0" dirty="0">
                <a:solidFill>
                  <a:srgbClr val="333333"/>
                </a:solidFill>
                <a:effectLst/>
                <a:latin typeface="PingFang SC"/>
              </a:rPr>
              <a:t>）</a:t>
            </a:r>
            <a:r>
              <a:rPr lang="en-US" altLang="zh-CN" b="0" i="0" dirty="0">
                <a:solidFill>
                  <a:srgbClr val="333333"/>
                </a:solidFill>
                <a:effectLst/>
                <a:latin typeface="PingFang SC"/>
              </a:rPr>
              <a:t>‌</a:t>
            </a:r>
            <a:r>
              <a:rPr lang="zh-CN" altLang="en-US" b="0" i="0" dirty="0">
                <a:solidFill>
                  <a:srgbClr val="333333"/>
                </a:solidFill>
                <a:effectLst/>
                <a:latin typeface="PingFang SC"/>
              </a:rPr>
              <a:t>：基本服务集标识符，是</a:t>
            </a:r>
            <a:r>
              <a:rPr lang="en-US" altLang="zh-CN" b="0" i="0" dirty="0">
                <a:solidFill>
                  <a:srgbClr val="333333"/>
                </a:solidFill>
                <a:effectLst/>
                <a:latin typeface="PingFang SC"/>
              </a:rPr>
              <a:t>AP</a:t>
            </a:r>
            <a:r>
              <a:rPr lang="zh-CN" altLang="en-US" b="0" i="0" dirty="0">
                <a:solidFill>
                  <a:srgbClr val="333333"/>
                </a:solidFill>
                <a:effectLst/>
                <a:latin typeface="PingFang SC"/>
              </a:rPr>
              <a:t>的</a:t>
            </a:r>
            <a:r>
              <a:rPr lang="en-US" altLang="zh-CN" b="0" i="0" dirty="0">
                <a:solidFill>
                  <a:srgbClr val="333333"/>
                </a:solidFill>
                <a:effectLst/>
                <a:latin typeface="PingFang SC"/>
              </a:rPr>
              <a:t>MAC</a:t>
            </a:r>
            <a:r>
              <a:rPr lang="zh-CN" altLang="en-US" b="0" i="0" dirty="0">
                <a:solidFill>
                  <a:srgbClr val="333333"/>
                </a:solidFill>
                <a:effectLst/>
                <a:latin typeface="PingFang SC"/>
              </a:rPr>
              <a:t>地址（如</a:t>
            </a:r>
            <a:r>
              <a:rPr lang="en-US" altLang="zh-CN" b="0" i="0" dirty="0">
                <a:solidFill>
                  <a:srgbClr val="333333"/>
                </a:solidFill>
                <a:effectLst/>
                <a:latin typeface="PingFang SC"/>
              </a:rPr>
              <a:t>00:1A:2B:3C:4D:5E</a:t>
            </a:r>
            <a:r>
              <a:rPr lang="zh-CN" altLang="en-US" b="0" i="0" dirty="0">
                <a:solidFill>
                  <a:srgbClr val="333333"/>
                </a:solidFill>
                <a:effectLst/>
                <a:latin typeface="PingFang SC"/>
              </a:rPr>
              <a:t>），用于唯一标识一个物理接入点（</a:t>
            </a:r>
            <a:r>
              <a:rPr lang="en-US" altLang="zh-CN" b="0" i="0" dirty="0">
                <a:solidFill>
                  <a:srgbClr val="333333"/>
                </a:solidFill>
                <a:effectLst/>
                <a:latin typeface="PingFang SC"/>
              </a:rPr>
              <a:t>BSS</a:t>
            </a:r>
            <a:r>
              <a:rPr lang="zh-CN" altLang="en-US" b="0" i="0" dirty="0">
                <a:solidFill>
                  <a:srgbClr val="333333"/>
                </a:solidFill>
                <a:effectLst/>
                <a:latin typeface="PingFang SC"/>
              </a:rPr>
              <a:t>）‌。</a:t>
            </a:r>
            <a:r>
              <a:rPr lang="en-US" altLang="zh-CN" b="0" i="0" dirty="0">
                <a:solidFill>
                  <a:srgbClr val="333333"/>
                </a:solidFill>
                <a:effectLst/>
                <a:latin typeface="PingFang SC"/>
              </a:rPr>
              <a:t>BSSID</a:t>
            </a:r>
            <a:r>
              <a:rPr lang="zh-CN" altLang="en-US" b="0" i="0" dirty="0">
                <a:solidFill>
                  <a:srgbClr val="333333"/>
                </a:solidFill>
                <a:effectLst/>
                <a:latin typeface="PingFang SC"/>
              </a:rPr>
              <a:t>用于设备与特定</a:t>
            </a:r>
            <a:r>
              <a:rPr lang="en-US" altLang="zh-CN" b="0" i="0" dirty="0">
                <a:solidFill>
                  <a:srgbClr val="333333"/>
                </a:solidFill>
                <a:effectLst/>
                <a:latin typeface="PingFang SC"/>
              </a:rPr>
              <a:t>AP</a:t>
            </a:r>
            <a:r>
              <a:rPr lang="zh-CN" altLang="en-US" b="0" i="0" dirty="0">
                <a:solidFill>
                  <a:srgbClr val="333333"/>
                </a:solidFill>
                <a:effectLst/>
                <a:latin typeface="PingFang SC"/>
              </a:rPr>
              <a:t>的底层通信，确保数据帧精准路由‌；在漫游过程中，设备通过</a:t>
            </a:r>
            <a:r>
              <a:rPr lang="en-US" altLang="zh-CN" b="0" i="0" dirty="0">
                <a:solidFill>
                  <a:srgbClr val="333333"/>
                </a:solidFill>
                <a:effectLst/>
                <a:latin typeface="PingFang SC"/>
              </a:rPr>
              <a:t>BSSID</a:t>
            </a:r>
            <a:r>
              <a:rPr lang="zh-CN" altLang="en-US" b="0" i="0" dirty="0">
                <a:solidFill>
                  <a:srgbClr val="333333"/>
                </a:solidFill>
                <a:effectLst/>
                <a:latin typeface="PingFang SC"/>
              </a:rPr>
              <a:t>识别并切换至不同</a:t>
            </a:r>
            <a:r>
              <a:rPr lang="en-US" altLang="zh-CN" b="0" i="0" dirty="0">
                <a:solidFill>
                  <a:srgbClr val="333333"/>
                </a:solidFill>
                <a:effectLst/>
                <a:latin typeface="PingFang SC"/>
              </a:rPr>
              <a:t>AP‌</a:t>
            </a:r>
            <a:br>
              <a:rPr lang="en-US" altLang="zh-CN" b="0" i="0" dirty="0">
                <a:solidFill>
                  <a:srgbClr val="333333"/>
                </a:solidFill>
                <a:effectLst/>
                <a:latin typeface="PingFang SC"/>
              </a:rPr>
            </a:br>
            <a:br>
              <a:rPr lang="zh-CN" altLang="en-US" b="0" i="0" dirty="0">
                <a:solidFill>
                  <a:srgbClr val="333333"/>
                </a:solidFill>
                <a:effectLst/>
                <a:latin typeface="PingFang SC"/>
              </a:rPr>
            </a:br>
            <a:endParaRPr lang="en-US" altLang="zh-CN"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53</a:t>
            </a:fld>
            <a:endParaRPr lang="zh-CN" altLang="en-US"/>
          </a:p>
        </p:txBody>
      </p:sp>
    </p:spTree>
    <p:extLst>
      <p:ext uri="{BB962C8B-B14F-4D97-AF65-F5344CB8AC3E}">
        <p14:creationId xmlns:p14="http://schemas.microsoft.com/office/powerpoint/2010/main" val="35390544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993775" y="800100"/>
            <a:ext cx="5110163" cy="3833813"/>
          </a:xfrm>
          <a:ln cap="flat"/>
        </p:spPr>
      </p:sp>
      <p:sp>
        <p:nvSpPr>
          <p:cNvPr id="123907" name="Rectangle 3"/>
          <p:cNvSpPr>
            <a:spLocks noGrp="1" noChangeArrowheads="1"/>
          </p:cNvSpPr>
          <p:nvPr>
            <p:ph type="body" idx="1"/>
          </p:nvPr>
        </p:nvSpPr>
        <p:spPr>
          <a:xfrm>
            <a:off x="947738" y="4891088"/>
            <a:ext cx="5202237" cy="4548187"/>
          </a:xfrm>
          <a:noFill/>
          <a:ln w="9525"/>
        </p:spPr>
        <p:txBody>
          <a:bodyPr lIns="92069" tIns="46035" rIns="92069" bIns="46035"/>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3600" b="1" i="0" dirty="0">
                <a:solidFill>
                  <a:srgbClr val="333333"/>
                </a:solidFill>
                <a:effectLst/>
                <a:latin typeface="PingFang SC"/>
              </a:rPr>
              <a:t>网桥学习表（</a:t>
            </a:r>
            <a:r>
              <a:rPr lang="en-US" altLang="zh-CN" sz="3600" b="1" i="0" dirty="0">
                <a:solidFill>
                  <a:srgbClr val="333333"/>
                </a:solidFill>
                <a:effectLst/>
                <a:latin typeface="PingFang SC"/>
              </a:rPr>
              <a:t>Bridge Learn Table</a:t>
            </a:r>
            <a:r>
              <a:rPr lang="zh-CN" altLang="en-US" sz="3600" b="1" i="0" dirty="0">
                <a:solidFill>
                  <a:srgbClr val="333333"/>
                </a:solidFill>
                <a:effectLst/>
                <a:latin typeface="PingFang SC"/>
              </a:rPr>
              <a:t>）</a:t>
            </a:r>
            <a:r>
              <a:rPr lang="zh-CN" altLang="en-US" sz="2400" b="0" i="0" dirty="0">
                <a:solidFill>
                  <a:srgbClr val="333333"/>
                </a:solidFill>
                <a:effectLst/>
                <a:latin typeface="PingFang SC"/>
              </a:rPr>
              <a:t>：又称为</a:t>
            </a:r>
            <a:r>
              <a:rPr lang="en-US" altLang="zh-CN" sz="2400" b="0" i="0" dirty="0">
                <a:solidFill>
                  <a:srgbClr val="333333"/>
                </a:solidFill>
                <a:effectLst/>
                <a:latin typeface="PingFang SC"/>
              </a:rPr>
              <a:t>MAC</a:t>
            </a:r>
            <a:r>
              <a:rPr lang="zh-CN" altLang="en-US" sz="2400" b="0" i="0" dirty="0">
                <a:solidFill>
                  <a:srgbClr val="333333"/>
                </a:solidFill>
                <a:effectLst/>
                <a:latin typeface="PingFang SC"/>
              </a:rPr>
              <a:t>地址映射表，</a:t>
            </a:r>
            <a:r>
              <a:rPr lang="en-US" altLang="zh-CN" sz="4800" b="0" i="0" dirty="0">
                <a:solidFill>
                  <a:srgbClr val="333333"/>
                </a:solidFill>
                <a:effectLst/>
                <a:latin typeface="PingFang SC"/>
              </a:rPr>
              <a:t>AP</a:t>
            </a:r>
            <a:r>
              <a:rPr lang="zh-CN" altLang="en-US" sz="4800" b="0" i="0" dirty="0">
                <a:solidFill>
                  <a:srgbClr val="333333"/>
                </a:solidFill>
                <a:effectLst/>
                <a:latin typeface="PingFang SC"/>
              </a:rPr>
              <a:t>通过监听</a:t>
            </a:r>
            <a:r>
              <a:rPr lang="en-US" altLang="zh-CN" sz="4800" b="0" i="0" dirty="0">
                <a:solidFill>
                  <a:srgbClr val="333333"/>
                </a:solidFill>
                <a:effectLst/>
                <a:latin typeface="PingFang SC"/>
              </a:rPr>
              <a:t>BSS</a:t>
            </a:r>
            <a:r>
              <a:rPr lang="zh-CN" altLang="en-US" sz="4800" b="0" i="0" dirty="0">
                <a:solidFill>
                  <a:srgbClr val="333333"/>
                </a:solidFill>
                <a:effectLst/>
                <a:latin typeface="PingFang SC"/>
              </a:rPr>
              <a:t>内的</a:t>
            </a:r>
            <a:r>
              <a:rPr lang="en-US" altLang="zh-CN" sz="4800" b="0" i="0" dirty="0">
                <a:solidFill>
                  <a:srgbClr val="333333"/>
                </a:solidFill>
                <a:effectLst/>
                <a:latin typeface="PingFang SC"/>
              </a:rPr>
              <a:t>STA</a:t>
            </a:r>
            <a:r>
              <a:rPr lang="zh-CN" altLang="en-US" sz="4800" b="0" i="0" dirty="0">
                <a:solidFill>
                  <a:srgbClr val="333333"/>
                </a:solidFill>
                <a:effectLst/>
                <a:latin typeface="PingFang SC"/>
              </a:rPr>
              <a:t>通信，学习并记录每个</a:t>
            </a:r>
            <a:r>
              <a:rPr lang="en-US" altLang="zh-CN" sz="4800" b="0" i="0" dirty="0">
                <a:solidFill>
                  <a:srgbClr val="333333"/>
                </a:solidFill>
                <a:effectLst/>
                <a:latin typeface="PingFang SC"/>
              </a:rPr>
              <a:t>STA</a:t>
            </a:r>
            <a:r>
              <a:rPr lang="zh-CN" altLang="en-US" sz="4800" b="0" i="0" dirty="0">
                <a:solidFill>
                  <a:srgbClr val="333333"/>
                </a:solidFill>
                <a:effectLst/>
                <a:latin typeface="PingFang SC"/>
              </a:rPr>
              <a:t>的</a:t>
            </a:r>
            <a:r>
              <a:rPr lang="en-US" altLang="zh-CN" sz="4800" b="0" i="0" dirty="0">
                <a:solidFill>
                  <a:srgbClr val="333333"/>
                </a:solidFill>
                <a:effectLst/>
                <a:latin typeface="PingFang SC"/>
              </a:rPr>
              <a:t>MAC</a:t>
            </a:r>
            <a:r>
              <a:rPr lang="zh-CN" altLang="en-US" sz="4800" b="0" i="0" dirty="0">
                <a:solidFill>
                  <a:srgbClr val="333333"/>
                </a:solidFill>
                <a:effectLst/>
                <a:latin typeface="PingFang SC"/>
              </a:rPr>
              <a:t>地址与对应端口的映射关系</a:t>
            </a:r>
            <a:endParaRPr lang="en-US" altLang="zh-CN" sz="4800" b="0" i="0" dirty="0">
              <a:solidFill>
                <a:srgbClr val="333333"/>
              </a:solidFill>
              <a:effectLst/>
              <a:latin typeface="PingFang SC"/>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i="0" dirty="0">
                <a:solidFill>
                  <a:srgbClr val="333333"/>
                </a:solidFill>
                <a:effectLst/>
                <a:latin typeface="PingFang SC"/>
              </a:rPr>
              <a:t>关联表（</a:t>
            </a:r>
            <a:r>
              <a:rPr lang="en-US" altLang="zh-CN" sz="4800" b="1" i="0" dirty="0">
                <a:solidFill>
                  <a:srgbClr val="333333"/>
                </a:solidFill>
                <a:effectLst/>
                <a:latin typeface="PingFang SC"/>
              </a:rPr>
              <a:t>Association Table</a:t>
            </a:r>
            <a:r>
              <a:rPr lang="zh-CN" altLang="en-US" sz="4800" b="1" i="0" dirty="0">
                <a:solidFill>
                  <a:srgbClr val="333333"/>
                </a:solidFill>
                <a:effectLst/>
                <a:latin typeface="PingFang SC"/>
              </a:rPr>
              <a:t>）</a:t>
            </a:r>
            <a:r>
              <a:rPr lang="zh-CN" altLang="en-US" sz="3600" b="0" i="0" dirty="0">
                <a:solidFill>
                  <a:srgbClr val="333333"/>
                </a:solidFill>
                <a:effectLst/>
                <a:latin typeface="PingFang SC"/>
              </a:rPr>
              <a:t>：</a:t>
            </a:r>
            <a:r>
              <a:rPr lang="zh-CN" altLang="en-US" sz="6600" b="0" i="0" dirty="0">
                <a:solidFill>
                  <a:srgbClr val="333333"/>
                </a:solidFill>
                <a:effectLst/>
                <a:latin typeface="PingFang SC"/>
              </a:rPr>
              <a:t>记录已关联的</a:t>
            </a:r>
            <a:r>
              <a:rPr lang="en-US" altLang="zh-CN" sz="6600" b="0" i="0" dirty="0">
                <a:solidFill>
                  <a:srgbClr val="333333"/>
                </a:solidFill>
                <a:effectLst/>
                <a:latin typeface="PingFang SC"/>
              </a:rPr>
              <a:t>STA</a:t>
            </a:r>
            <a:r>
              <a:rPr lang="zh-CN" altLang="en-US" sz="6600" b="0" i="0" dirty="0">
                <a:solidFill>
                  <a:srgbClr val="333333"/>
                </a:solidFill>
                <a:effectLst/>
                <a:latin typeface="PingFang SC"/>
              </a:rPr>
              <a:t>信息，包括</a:t>
            </a:r>
            <a:r>
              <a:rPr lang="en-US" altLang="zh-CN" sz="6600" b="0" i="0" dirty="0">
                <a:solidFill>
                  <a:srgbClr val="333333"/>
                </a:solidFill>
                <a:effectLst/>
                <a:latin typeface="PingFang SC"/>
              </a:rPr>
              <a:t>MAC</a:t>
            </a:r>
            <a:r>
              <a:rPr lang="zh-CN" altLang="en-US" sz="6600" b="0" i="0" dirty="0">
                <a:solidFill>
                  <a:srgbClr val="333333"/>
                </a:solidFill>
                <a:effectLst/>
                <a:latin typeface="PingFang SC"/>
              </a:rPr>
              <a:t>地址、关联的</a:t>
            </a:r>
            <a:r>
              <a:rPr lang="en-US" altLang="zh-CN" sz="6600" b="0" i="0" dirty="0">
                <a:solidFill>
                  <a:srgbClr val="333333"/>
                </a:solidFill>
                <a:effectLst/>
                <a:latin typeface="PingFang SC"/>
              </a:rPr>
              <a:t>AP</a:t>
            </a:r>
            <a:r>
              <a:rPr lang="zh-CN" altLang="en-US" sz="6600" b="0" i="0" dirty="0">
                <a:solidFill>
                  <a:srgbClr val="333333"/>
                </a:solidFill>
                <a:effectLst/>
                <a:latin typeface="PingFang SC"/>
              </a:rPr>
              <a:t>及安全参数‌。</a:t>
            </a:r>
            <a:r>
              <a:rPr lang="en-US" altLang="zh-CN" sz="6600" b="0" i="0" dirty="0">
                <a:solidFill>
                  <a:srgbClr val="333333"/>
                </a:solidFill>
                <a:effectLst/>
                <a:latin typeface="PingFang SC"/>
              </a:rPr>
              <a:t>AP</a:t>
            </a:r>
            <a:r>
              <a:rPr lang="zh-CN" altLang="en-US" sz="6600" b="0" i="0" dirty="0">
                <a:solidFill>
                  <a:srgbClr val="333333"/>
                </a:solidFill>
                <a:effectLst/>
                <a:latin typeface="PingFang SC"/>
              </a:rPr>
              <a:t>通过关联表验证</a:t>
            </a:r>
            <a:r>
              <a:rPr lang="en-US" altLang="zh-CN" sz="6600" b="0" i="0" dirty="0">
                <a:solidFill>
                  <a:srgbClr val="333333"/>
                </a:solidFill>
                <a:effectLst/>
                <a:latin typeface="PingFang SC"/>
              </a:rPr>
              <a:t>STA</a:t>
            </a:r>
            <a:r>
              <a:rPr lang="zh-CN" altLang="en-US" sz="6600" b="0" i="0" dirty="0">
                <a:solidFill>
                  <a:srgbClr val="333333"/>
                </a:solidFill>
                <a:effectLst/>
                <a:latin typeface="PingFang SC"/>
              </a:rPr>
              <a:t>的合法性，并为其分配资源（如</a:t>
            </a:r>
            <a:r>
              <a:rPr lang="en-US" altLang="zh-CN" sz="6600" b="0" i="0" dirty="0">
                <a:solidFill>
                  <a:srgbClr val="333333"/>
                </a:solidFill>
                <a:effectLst/>
                <a:latin typeface="PingFang SC"/>
              </a:rPr>
              <a:t>IP</a:t>
            </a:r>
            <a:r>
              <a:rPr lang="zh-CN" altLang="en-US" sz="6600" b="0" i="0" dirty="0">
                <a:solidFill>
                  <a:srgbClr val="333333"/>
                </a:solidFill>
                <a:effectLst/>
                <a:latin typeface="PingFang SC"/>
              </a:rPr>
              <a:t>地址、带宽）‌</a:t>
            </a:r>
            <a:endParaRPr lang="en-US" altLang="zh-CN" sz="6600" b="0" i="0" dirty="0">
              <a:solidFill>
                <a:srgbClr val="333333"/>
              </a:solidFill>
              <a:effectLst/>
              <a:latin typeface="PingFang SC"/>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6600" b="1" i="0" dirty="0">
                <a:solidFill>
                  <a:srgbClr val="333333"/>
                </a:solidFill>
                <a:effectLst/>
                <a:latin typeface="PingFang SC"/>
              </a:rPr>
              <a:t>BSS</a:t>
            </a:r>
            <a:r>
              <a:rPr lang="zh-CN" altLang="en-US" sz="6600" b="1" i="0" dirty="0">
                <a:solidFill>
                  <a:srgbClr val="333333"/>
                </a:solidFill>
                <a:effectLst/>
                <a:latin typeface="PingFang SC"/>
              </a:rPr>
              <a:t>内部传输</a:t>
            </a:r>
            <a:r>
              <a:rPr lang="zh-CN" altLang="en-US" sz="6600" b="0" i="0" dirty="0">
                <a:solidFill>
                  <a:srgbClr val="333333"/>
                </a:solidFill>
                <a:effectLst/>
                <a:latin typeface="PingFang SC"/>
              </a:rPr>
              <a:t>：</a:t>
            </a:r>
            <a:r>
              <a:rPr lang="en-US" altLang="zh-CN" sz="6600" b="0" i="0" dirty="0">
                <a:solidFill>
                  <a:srgbClr val="333333"/>
                </a:solidFill>
                <a:effectLst/>
                <a:latin typeface="PingFang SC"/>
              </a:rPr>
              <a:t>AP</a:t>
            </a:r>
            <a:r>
              <a:rPr lang="zh-CN" altLang="en-US" sz="6600" b="0" i="0" dirty="0">
                <a:solidFill>
                  <a:srgbClr val="333333"/>
                </a:solidFill>
                <a:effectLst/>
                <a:latin typeface="PingFang SC"/>
              </a:rPr>
              <a:t>查找</a:t>
            </a:r>
            <a:r>
              <a:rPr lang="en-US" altLang="zh-CN" sz="6600" b="0" i="0" dirty="0">
                <a:solidFill>
                  <a:srgbClr val="333333"/>
                </a:solidFill>
                <a:effectLst/>
                <a:latin typeface="PingFang SC"/>
              </a:rPr>
              <a:t>MAC</a:t>
            </a:r>
            <a:r>
              <a:rPr lang="zh-CN" altLang="en-US" sz="6600" b="0" i="0" dirty="0">
                <a:solidFill>
                  <a:srgbClr val="333333"/>
                </a:solidFill>
                <a:effectLst/>
                <a:latin typeface="PingFang SC"/>
              </a:rPr>
              <a:t>地址映射表，根据目标</a:t>
            </a:r>
            <a:r>
              <a:rPr lang="en-US" altLang="zh-CN" sz="6600" b="0" i="0" dirty="0">
                <a:solidFill>
                  <a:srgbClr val="333333"/>
                </a:solidFill>
                <a:effectLst/>
                <a:latin typeface="PingFang SC"/>
              </a:rPr>
              <a:t>MAC</a:t>
            </a:r>
            <a:r>
              <a:rPr lang="zh-CN" altLang="en-US" sz="6600" b="0" i="0" dirty="0">
                <a:solidFill>
                  <a:srgbClr val="333333"/>
                </a:solidFill>
                <a:effectLst/>
                <a:latin typeface="PingFang SC"/>
              </a:rPr>
              <a:t>地址快速定位目标</a:t>
            </a:r>
            <a:r>
              <a:rPr lang="en-US" altLang="zh-CN" sz="6600" b="0" i="0" dirty="0">
                <a:solidFill>
                  <a:srgbClr val="333333"/>
                </a:solidFill>
                <a:effectLst/>
                <a:latin typeface="PingFang SC"/>
              </a:rPr>
              <a:t>STA</a:t>
            </a:r>
            <a:r>
              <a:rPr lang="zh-CN" altLang="en-US" sz="6600" b="0" i="0" dirty="0">
                <a:solidFill>
                  <a:srgbClr val="333333"/>
                </a:solidFill>
                <a:effectLst/>
                <a:latin typeface="PingFang SC"/>
              </a:rPr>
              <a:t>，避免广播</a:t>
            </a:r>
            <a:endParaRPr lang="en-US" altLang="zh-CN" sz="6600" b="0" i="0" dirty="0">
              <a:solidFill>
                <a:srgbClr val="333333"/>
              </a:solidFill>
              <a:effectLst/>
              <a:latin typeface="PingFang SC"/>
            </a:endParaRPr>
          </a:p>
        </p:txBody>
      </p:sp>
    </p:spTree>
    <p:extLst>
      <p:ext uri="{BB962C8B-B14F-4D97-AF65-F5344CB8AC3E}">
        <p14:creationId xmlns:p14="http://schemas.microsoft.com/office/powerpoint/2010/main" val="1249792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993775" y="800100"/>
            <a:ext cx="5110163" cy="3833813"/>
          </a:xfrm>
          <a:ln cap="flat"/>
        </p:spPr>
      </p:sp>
      <p:sp>
        <p:nvSpPr>
          <p:cNvPr id="124931" name="Rectangle 3"/>
          <p:cNvSpPr>
            <a:spLocks noGrp="1" noChangeArrowheads="1"/>
          </p:cNvSpPr>
          <p:nvPr>
            <p:ph type="body" idx="1"/>
          </p:nvPr>
        </p:nvSpPr>
        <p:spPr>
          <a:xfrm>
            <a:off x="947738" y="4891088"/>
            <a:ext cx="5202237" cy="4548187"/>
          </a:xfrm>
          <a:noFill/>
          <a:ln w="9525"/>
        </p:spPr>
        <p:txBody>
          <a:bodyPr lIns="92069" tIns="46035" rIns="92069" bIns="46035"/>
          <a:lstStyle/>
          <a:p>
            <a:pPr>
              <a:spcBef>
                <a:spcPct val="0"/>
              </a:spcBef>
            </a:pPr>
            <a:r>
              <a:rPr lang="zh-CN" altLang="en-US" sz="3600" b="1" i="0" dirty="0">
                <a:solidFill>
                  <a:srgbClr val="333333"/>
                </a:solidFill>
                <a:effectLst/>
                <a:latin typeface="PingFang SC"/>
              </a:rPr>
              <a:t>不同</a:t>
            </a:r>
            <a:r>
              <a:rPr lang="en-US" altLang="zh-CN" sz="3600" b="1" i="0" dirty="0">
                <a:solidFill>
                  <a:srgbClr val="333333"/>
                </a:solidFill>
                <a:effectLst/>
                <a:latin typeface="PingFang SC"/>
              </a:rPr>
              <a:t>BSS</a:t>
            </a:r>
            <a:r>
              <a:rPr lang="zh-CN" altLang="en-US" sz="3600" b="1" i="0" dirty="0">
                <a:solidFill>
                  <a:srgbClr val="333333"/>
                </a:solidFill>
                <a:effectLst/>
                <a:latin typeface="PingFang SC"/>
              </a:rPr>
              <a:t>之间传输</a:t>
            </a:r>
            <a:r>
              <a:rPr lang="zh-CN" altLang="en-US" sz="3600" b="0" i="0" dirty="0">
                <a:solidFill>
                  <a:srgbClr val="333333"/>
                </a:solidFill>
                <a:effectLst/>
                <a:latin typeface="PingFang SC"/>
              </a:rPr>
              <a:t>‌：源</a:t>
            </a:r>
            <a:r>
              <a:rPr lang="en-US" altLang="zh-CN" sz="3600" b="0" i="0" dirty="0">
                <a:solidFill>
                  <a:srgbClr val="333333"/>
                </a:solidFill>
                <a:effectLst/>
                <a:latin typeface="PingFang SC"/>
              </a:rPr>
              <a:t>AP</a:t>
            </a:r>
            <a:r>
              <a:rPr lang="zh-CN" altLang="en-US" sz="3600" b="0" i="0" dirty="0">
                <a:solidFill>
                  <a:srgbClr val="333333"/>
                </a:solidFill>
                <a:effectLst/>
                <a:latin typeface="PingFang SC"/>
              </a:rPr>
              <a:t>通过</a:t>
            </a:r>
            <a:r>
              <a:rPr lang="en-US" altLang="zh-CN" sz="3600" b="0" i="0" dirty="0">
                <a:solidFill>
                  <a:srgbClr val="333333"/>
                </a:solidFill>
                <a:effectLst/>
                <a:latin typeface="PingFang SC"/>
              </a:rPr>
              <a:t>DS</a:t>
            </a:r>
            <a:r>
              <a:rPr lang="zh-CN" altLang="en-US" sz="3600" b="0" i="0" dirty="0">
                <a:solidFill>
                  <a:srgbClr val="333333"/>
                </a:solidFill>
                <a:effectLst/>
                <a:latin typeface="PingFang SC"/>
              </a:rPr>
              <a:t>将数据帧路由至目标</a:t>
            </a:r>
            <a:r>
              <a:rPr lang="en-US" altLang="zh-CN" sz="3600" b="0" i="0" dirty="0">
                <a:solidFill>
                  <a:srgbClr val="333333"/>
                </a:solidFill>
                <a:effectLst/>
                <a:latin typeface="PingFang SC"/>
              </a:rPr>
              <a:t>AP</a:t>
            </a:r>
            <a:r>
              <a:rPr lang="zh-CN" altLang="en-US" sz="3600" b="0" i="0" dirty="0">
                <a:solidFill>
                  <a:srgbClr val="333333"/>
                </a:solidFill>
                <a:effectLst/>
                <a:latin typeface="PingFang SC"/>
              </a:rPr>
              <a:t>，后者通过关联表确认目标</a:t>
            </a:r>
            <a:r>
              <a:rPr lang="en-US" altLang="zh-CN" sz="3600" b="0" i="0" dirty="0">
                <a:solidFill>
                  <a:srgbClr val="333333"/>
                </a:solidFill>
                <a:effectLst/>
                <a:latin typeface="PingFang SC"/>
              </a:rPr>
              <a:t>STA</a:t>
            </a:r>
            <a:r>
              <a:rPr lang="zh-CN" altLang="en-US" sz="3600" b="0" i="0" dirty="0">
                <a:solidFill>
                  <a:srgbClr val="333333"/>
                </a:solidFill>
                <a:effectLst/>
                <a:latin typeface="PingFang SC"/>
              </a:rPr>
              <a:t>的合法性后投递</a:t>
            </a:r>
            <a:endParaRPr lang="en-US" altLang="zh-CN" sz="3600" b="0" i="0" dirty="0">
              <a:solidFill>
                <a:srgbClr val="333333"/>
              </a:solidFill>
              <a:effectLst/>
              <a:latin typeface="PingFang SC"/>
            </a:endParaRPr>
          </a:p>
          <a:p>
            <a:pPr>
              <a:spcBef>
                <a:spcPct val="0"/>
              </a:spcBef>
            </a:pPr>
            <a:r>
              <a:rPr lang="zh-CN" altLang="en-US" sz="3600" b="1" i="0" dirty="0">
                <a:solidFill>
                  <a:srgbClr val="333333"/>
                </a:solidFill>
                <a:effectLst/>
                <a:latin typeface="PingFang SC"/>
              </a:rPr>
              <a:t>地址字段规则</a:t>
            </a:r>
            <a:r>
              <a:rPr lang="zh-CN" altLang="en-US" sz="3600" b="0" i="0" dirty="0">
                <a:solidFill>
                  <a:srgbClr val="333333"/>
                </a:solidFill>
                <a:effectLst/>
                <a:latin typeface="PingFang SC"/>
              </a:rPr>
              <a:t>‌：帧头中的</a:t>
            </a:r>
            <a:r>
              <a:rPr lang="en-US" altLang="zh-CN" sz="3600" b="0" i="0" dirty="0">
                <a:solidFill>
                  <a:srgbClr val="333333"/>
                </a:solidFill>
                <a:effectLst/>
                <a:latin typeface="PingFang SC"/>
              </a:rPr>
              <a:t>To DS/From DS</a:t>
            </a:r>
            <a:r>
              <a:rPr lang="zh-CN" altLang="en-US" sz="3600" b="0" i="0" dirty="0">
                <a:solidFill>
                  <a:srgbClr val="333333"/>
                </a:solidFill>
                <a:effectLst/>
                <a:latin typeface="PingFang SC"/>
              </a:rPr>
              <a:t>字段指示数据流向，如</a:t>
            </a:r>
            <a:r>
              <a:rPr lang="en-US" altLang="zh-CN" sz="3600" b="0" i="0" dirty="0">
                <a:solidFill>
                  <a:srgbClr val="333333"/>
                </a:solidFill>
                <a:effectLst/>
                <a:latin typeface="PingFang SC"/>
              </a:rPr>
              <a:t>To DS=1</a:t>
            </a:r>
            <a:r>
              <a:rPr lang="zh-CN" altLang="en-US" sz="3600" b="0" i="0" dirty="0">
                <a:solidFill>
                  <a:srgbClr val="333333"/>
                </a:solidFill>
                <a:effectLst/>
                <a:latin typeface="PingFang SC"/>
              </a:rPr>
              <a:t>表示数据帧从</a:t>
            </a:r>
            <a:r>
              <a:rPr lang="en-US" altLang="zh-CN" sz="3600" b="0" i="0" dirty="0">
                <a:solidFill>
                  <a:srgbClr val="333333"/>
                </a:solidFill>
                <a:effectLst/>
                <a:latin typeface="PingFang SC"/>
              </a:rPr>
              <a:t>BSS</a:t>
            </a:r>
            <a:r>
              <a:rPr lang="zh-CN" altLang="en-US" sz="3600" b="0" i="0" dirty="0">
                <a:solidFill>
                  <a:srgbClr val="333333"/>
                </a:solidFill>
                <a:effectLst/>
                <a:latin typeface="PingFang SC"/>
              </a:rPr>
              <a:t>发往</a:t>
            </a:r>
            <a:r>
              <a:rPr lang="en-US" altLang="zh-CN" sz="3600" b="0" i="0" dirty="0">
                <a:solidFill>
                  <a:srgbClr val="333333"/>
                </a:solidFill>
                <a:effectLst/>
                <a:latin typeface="PingFang SC"/>
              </a:rPr>
              <a:t>DS</a:t>
            </a:r>
            <a:endParaRPr lang="zh-CN" altLang="en-US" sz="2400" dirty="0"/>
          </a:p>
        </p:txBody>
      </p:sp>
    </p:spTree>
    <p:extLst>
      <p:ext uri="{BB962C8B-B14F-4D97-AF65-F5344CB8AC3E}">
        <p14:creationId xmlns:p14="http://schemas.microsoft.com/office/powerpoint/2010/main" val="30197390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5C0E898E-1401-4DDB-B865-CE6AAD04AEFC}" type="slidenum">
              <a:rPr lang="en-US" altLang="zh-CN" smtClean="0"/>
              <a:pPr/>
              <a:t>61</a:t>
            </a:fld>
            <a:endParaRPr lang="en-US" altLang="zh-CN"/>
          </a:p>
        </p:txBody>
      </p:sp>
      <p:sp>
        <p:nvSpPr>
          <p:cNvPr id="189443" name="Rectangle 2"/>
          <p:cNvSpPr>
            <a:spLocks noGrp="1" noRot="1" noChangeAspect="1" noChangeArrowheads="1" noTextEdit="1"/>
          </p:cNvSpPr>
          <p:nvPr>
            <p:ph type="sldImg"/>
          </p:nvPr>
        </p:nvSpPr>
        <p:spPr>
          <a:xfrm>
            <a:off x="992188" y="768350"/>
            <a:ext cx="5114925" cy="3836988"/>
          </a:xfrm>
          <a:ln/>
        </p:spPr>
      </p:sp>
      <p:sp>
        <p:nvSpPr>
          <p:cNvPr id="189444" name="Rectangle 3"/>
          <p:cNvSpPr>
            <a:spLocks noGrp="1" noChangeArrowheads="1"/>
          </p:cNvSpPr>
          <p:nvPr>
            <p:ph type="body" idx="1"/>
          </p:nvPr>
        </p:nvSpPr>
        <p:spPr>
          <a:noFill/>
          <a:ln/>
        </p:spPr>
        <p:txBody>
          <a:bodyPr/>
          <a:lstStyle/>
          <a:p>
            <a:pPr eaLnBrk="1" hangingPunct="1"/>
            <a:endParaRPr lang="zh-CN" altLang="zh-CN" dirty="0"/>
          </a:p>
        </p:txBody>
      </p:sp>
    </p:spTree>
    <p:extLst>
      <p:ext uri="{BB962C8B-B14F-4D97-AF65-F5344CB8AC3E}">
        <p14:creationId xmlns:p14="http://schemas.microsoft.com/office/powerpoint/2010/main" val="12715280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7" name="矩形 6"/>
          <p:cNvSpPr/>
          <p:nvPr userDrawn="1"/>
        </p:nvSpPr>
        <p:spPr>
          <a:xfrm>
            <a:off x="0" y="0"/>
            <a:ext cx="9144000" cy="578581"/>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8481761" y="26197"/>
            <a:ext cx="548949" cy="520015"/>
            <a:chOff x="2603366" y="22110"/>
            <a:chExt cx="879202" cy="892290"/>
          </a:xfrm>
        </p:grpSpPr>
        <p:sp>
          <p:nvSpPr>
            <p:cNvPr id="9" name="椭圆 8"/>
            <p:cNvSpPr/>
            <p:nvPr/>
          </p:nvSpPr>
          <p:spPr>
            <a:xfrm>
              <a:off x="2603366" y="22110"/>
              <a:ext cx="879201" cy="89229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https://gss0.bdstatic.com/94o3dSag_xI4khGkpoWK1HF6hhy/baike/c0%3Dbaike150%2C5%2C5%2C150%2C50/sign=c622cca4b5014a9095334eefc81e5277/562c11dfa9ec8a13bb1224f6fb03918fa0ecc09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flipV="1">
              <a:off x="2603367" y="22110"/>
              <a:ext cx="879201" cy="89229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userDrawn="1"/>
        </p:nvSpPr>
        <p:spPr>
          <a:xfrm>
            <a:off x="471949" y="1368"/>
            <a:ext cx="7256206" cy="646331"/>
          </a:xfrm>
          <a:prstGeom prst="rect">
            <a:avLst/>
          </a:prstGeom>
          <a:noFill/>
        </p:spPr>
        <p:txBody>
          <a:bodyPr wrap="square" rtlCol="0">
            <a:spAutoFit/>
          </a:bodyPr>
          <a:lstStyle/>
          <a:p>
            <a:endParaRPr lang="zh-CN" altLang="en-US" sz="3600" b="1" dirty="0">
              <a:solidFill>
                <a:schemeClr val="bg1"/>
              </a:solidFill>
            </a:endParaRPr>
          </a:p>
        </p:txBody>
      </p:sp>
      <p:sp>
        <p:nvSpPr>
          <p:cNvPr id="12" name="矩形 11"/>
          <p:cNvSpPr/>
          <p:nvPr userDrawn="1"/>
        </p:nvSpPr>
        <p:spPr>
          <a:xfrm>
            <a:off x="0" y="6604937"/>
            <a:ext cx="9144000" cy="253064"/>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日期占位符 8"/>
          <p:cNvSpPr txBox="1">
            <a:spLocks/>
          </p:cNvSpPr>
          <p:nvPr userDrawn="1"/>
        </p:nvSpPr>
        <p:spPr>
          <a:xfrm>
            <a:off x="471949" y="6604936"/>
            <a:ext cx="2057400" cy="240926"/>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0FA613-B9E4-4FBF-8914-673569737EED}" type="datetime1">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2025/12/24</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灯片编号占位符 10"/>
          <p:cNvSpPr txBox="1">
            <a:spLocks/>
          </p:cNvSpPr>
          <p:nvPr userDrawn="1"/>
        </p:nvSpPr>
        <p:spPr>
          <a:xfrm>
            <a:off x="7086600" y="6599473"/>
            <a:ext cx="2057400" cy="25852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C4720-E5E3-47C1-B89A-421EF3B8B01B}" type="slidenum">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Subtitle 2">
            <a:extLst>
              <a:ext uri="{FF2B5EF4-FFF2-40B4-BE49-F238E27FC236}">
                <a16:creationId xmlns:a16="http://schemas.microsoft.com/office/drawing/2014/main" id="{80B28F47-0014-4EFB-9109-AE5A4681AFC7}"/>
              </a:ext>
            </a:extLst>
          </p:cNvPr>
          <p:cNvSpPr txBox="1">
            <a:spLocks/>
          </p:cNvSpPr>
          <p:nvPr userDrawn="1"/>
        </p:nvSpPr>
        <p:spPr>
          <a:xfrm>
            <a:off x="2464025" y="6587335"/>
            <a:ext cx="4094570" cy="2585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计算机网络与信息安全研究室</a:t>
            </a:r>
            <a:endParaRPr 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39968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161925" y="4110038"/>
            <a:ext cx="2057400" cy="648109"/>
          </a:xfrm>
        </p:spPr>
        <p:txBody>
          <a:bodyPr/>
          <a:lstStyle>
            <a:lvl1pPr>
              <a:defRPr>
                <a:solidFill>
                  <a:schemeClr val="bg1"/>
                </a:solidFill>
              </a:defRPr>
            </a:lvl1pPr>
          </a:lstStyle>
          <a:p>
            <a:fld id="{BC354859-E1D3-43E9-846F-9A4943AFBB76}" type="datetime1">
              <a:rPr lang="zh-CN" altLang="en-US" smtClean="0"/>
              <a:pPr/>
              <a:t>2025/12/24</a:t>
            </a:fld>
            <a:endParaRPr lang="zh-CN" altLang="en-US"/>
          </a:p>
        </p:txBody>
      </p:sp>
    </p:spTree>
    <p:extLst>
      <p:ext uri="{BB962C8B-B14F-4D97-AF65-F5344CB8AC3E}">
        <p14:creationId xmlns:p14="http://schemas.microsoft.com/office/powerpoint/2010/main" val="3166282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AFD4703D-3EED-46BA-BDF5-5BFE3A841366}"/>
              </a:ext>
            </a:extLst>
          </p:cNvPr>
          <p:cNvSpPr>
            <a:spLocks noGrp="1" noChangeArrowheads="1"/>
          </p:cNvSpPr>
          <p:nvPr>
            <p:ph type="sldNum" sz="quarter" idx="10"/>
          </p:nvPr>
        </p:nvSpPr>
        <p:spPr>
          <a:ln/>
        </p:spPr>
        <p:txBody>
          <a:bodyPr/>
          <a:lstStyle>
            <a:lvl1pPr>
              <a:defRPr/>
            </a:lvl1pPr>
          </a:lstStyle>
          <a:p>
            <a:pPr>
              <a:defRPr/>
            </a:pPr>
            <a:fld id="{9647BEC4-D745-4FF9-A540-36485FCF2A2D}" type="slidenum">
              <a:rPr lang="en-US" altLang="zh-CN"/>
              <a:pPr>
                <a:defRPr/>
              </a:pPr>
              <a:t>‹#›</a:t>
            </a:fld>
            <a:endParaRPr lang="en-US" altLang="zh-CN"/>
          </a:p>
        </p:txBody>
      </p:sp>
    </p:spTree>
    <p:extLst>
      <p:ext uri="{BB962C8B-B14F-4D97-AF65-F5344CB8AC3E}">
        <p14:creationId xmlns:p14="http://schemas.microsoft.com/office/powerpoint/2010/main" val="362098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609600"/>
            <a:ext cx="8569325" cy="803275"/>
          </a:xfrm>
        </p:spPr>
        <p:txBody>
          <a:bodyPr/>
          <a:lstStyle/>
          <a:p>
            <a:r>
              <a:rPr lang="zh-CN" altLang="en-US"/>
              <a:t>单击此处编辑母版标题样式</a:t>
            </a:r>
          </a:p>
        </p:txBody>
      </p:sp>
      <p:sp>
        <p:nvSpPr>
          <p:cNvPr id="3" name="文本占位符 2"/>
          <p:cNvSpPr>
            <a:spLocks noGrp="1"/>
          </p:cNvSpPr>
          <p:nvPr>
            <p:ph type="body" sz="half" idx="1"/>
          </p:nvPr>
        </p:nvSpPr>
        <p:spPr>
          <a:xfrm>
            <a:off x="323850" y="1628775"/>
            <a:ext cx="4208463" cy="4467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4713" y="1628775"/>
            <a:ext cx="4208462" cy="44672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2">
            <a:extLst>
              <a:ext uri="{FF2B5EF4-FFF2-40B4-BE49-F238E27FC236}">
                <a16:creationId xmlns:a16="http://schemas.microsoft.com/office/drawing/2014/main" id="{A7DCDD8E-F390-4D8D-8BD6-413713187C71}"/>
              </a:ext>
            </a:extLst>
          </p:cNvPr>
          <p:cNvSpPr>
            <a:spLocks noGrp="1" noChangeArrowheads="1"/>
          </p:cNvSpPr>
          <p:nvPr>
            <p:ph type="sldNum" sz="quarter" idx="10"/>
          </p:nvPr>
        </p:nvSpPr>
        <p:spPr>
          <a:ln/>
        </p:spPr>
        <p:txBody>
          <a:bodyPr/>
          <a:lstStyle>
            <a:lvl1pPr>
              <a:defRPr/>
            </a:lvl1pPr>
          </a:lstStyle>
          <a:p>
            <a:pPr>
              <a:defRPr/>
            </a:pPr>
            <a:fld id="{75E0F722-D8EF-4059-A29F-A80431172481}" type="slidenum">
              <a:rPr lang="en-US" altLang="zh-CN"/>
              <a:pPr>
                <a:defRPr/>
              </a:pPr>
              <a:t>‹#›</a:t>
            </a:fld>
            <a:endParaRPr lang="en-US" altLang="zh-CN"/>
          </a:p>
        </p:txBody>
      </p:sp>
    </p:spTree>
    <p:extLst>
      <p:ext uri="{BB962C8B-B14F-4D97-AF65-F5344CB8AC3E}">
        <p14:creationId xmlns:p14="http://schemas.microsoft.com/office/powerpoint/2010/main" val="4220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1628775"/>
            <a:ext cx="4208463" cy="4467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4713" y="1628775"/>
            <a:ext cx="4208462" cy="4467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2">
            <a:extLst>
              <a:ext uri="{FF2B5EF4-FFF2-40B4-BE49-F238E27FC236}">
                <a16:creationId xmlns:a16="http://schemas.microsoft.com/office/drawing/2014/main" id="{C67C8103-21E6-446A-9CEC-C8D3D49E4E4E}"/>
              </a:ext>
            </a:extLst>
          </p:cNvPr>
          <p:cNvSpPr>
            <a:spLocks noGrp="1" noChangeArrowheads="1"/>
          </p:cNvSpPr>
          <p:nvPr>
            <p:ph type="sldNum" sz="quarter" idx="10"/>
          </p:nvPr>
        </p:nvSpPr>
        <p:spPr>
          <a:ln/>
        </p:spPr>
        <p:txBody>
          <a:bodyPr/>
          <a:lstStyle>
            <a:lvl1pPr>
              <a:defRPr/>
            </a:lvl1pPr>
          </a:lstStyle>
          <a:p>
            <a:pPr>
              <a:defRPr/>
            </a:pPr>
            <a:fld id="{4E1F7E0A-5E79-486D-BEFA-661F9440F7F0}" type="slidenum">
              <a:rPr lang="en-US" altLang="zh-CN"/>
              <a:pPr>
                <a:defRPr/>
              </a:pPr>
              <a:t>‹#›</a:t>
            </a:fld>
            <a:endParaRPr lang="en-US" altLang="zh-CN"/>
          </a:p>
        </p:txBody>
      </p:sp>
    </p:spTree>
    <p:extLst>
      <p:ext uri="{BB962C8B-B14F-4D97-AF65-F5344CB8AC3E}">
        <p14:creationId xmlns:p14="http://schemas.microsoft.com/office/powerpoint/2010/main" val="370622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2660" y="228178"/>
            <a:ext cx="7772718" cy="1144056"/>
          </a:xfrm>
        </p:spPr>
        <p:txBody>
          <a:bodyPr/>
          <a:lstStyle/>
          <a:p>
            <a:r>
              <a:rPr lang="en-US"/>
              <a:t>Click to edit Master title style</a:t>
            </a:r>
          </a:p>
        </p:txBody>
      </p:sp>
      <p:sp>
        <p:nvSpPr>
          <p:cNvPr id="3" name="Chart Placeholder 2"/>
          <p:cNvSpPr>
            <a:spLocks noGrp="1"/>
          </p:cNvSpPr>
          <p:nvPr>
            <p:ph type="chart" sz="half" idx="1"/>
          </p:nvPr>
        </p:nvSpPr>
        <p:spPr>
          <a:xfrm>
            <a:off x="532672" y="1600415"/>
            <a:ext cx="3809472" cy="4647531"/>
          </a:xfrm>
        </p:spPr>
        <p:txBody>
          <a:bodyPr/>
          <a:lstStyle/>
          <a:p>
            <a:pPr lvl="0"/>
            <a:endParaRPr lang="en-US" noProof="0"/>
          </a:p>
        </p:txBody>
      </p:sp>
      <p:sp>
        <p:nvSpPr>
          <p:cNvPr id="4" name="Text Placeholder 3"/>
          <p:cNvSpPr>
            <a:spLocks noGrp="1"/>
          </p:cNvSpPr>
          <p:nvPr>
            <p:ph type="body" sz="half" idx="2"/>
          </p:nvPr>
        </p:nvSpPr>
        <p:spPr>
          <a:xfrm>
            <a:off x="4494332" y="1600415"/>
            <a:ext cx="3811057" cy="46475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dt" sz="half" idx="10"/>
          </p:nvPr>
        </p:nvSpPr>
        <p:spPr/>
        <p:txBody>
          <a:bodyPr/>
          <a:lstStyle>
            <a:lvl1pPr>
              <a:defRPr smtClean="0"/>
            </a:lvl1pPr>
          </a:lstStyle>
          <a:p>
            <a:pPr>
              <a:defRPr/>
            </a:pPr>
            <a:fld id="{1F6875C0-F6B9-7C45-BDDA-C6952285A5A4}" type="datetime1">
              <a:rPr lang="en-US" altLang="x-none"/>
              <a:pPr>
                <a:defRPr/>
              </a:pPr>
              <a:t>12/24/2025</a:t>
            </a:fld>
            <a:endParaRPr lang="en-US" altLang="x-none"/>
          </a:p>
        </p:txBody>
      </p:sp>
      <p:sp>
        <p:nvSpPr>
          <p:cNvPr id="7" name="Rectangle 12"/>
          <p:cNvSpPr>
            <a:spLocks noGrp="1" noChangeArrowheads="1"/>
          </p:cNvSpPr>
          <p:nvPr>
            <p:ph type="sldNum" sz="quarter" idx="12"/>
          </p:nvPr>
        </p:nvSpPr>
        <p:spPr/>
        <p:txBody>
          <a:bodyPr/>
          <a:lstStyle>
            <a:lvl1pPr>
              <a:defRPr smtClean="0"/>
            </a:lvl1pPr>
          </a:lstStyle>
          <a:p>
            <a:pPr>
              <a:defRPr/>
            </a:pPr>
            <a:fld id="{62CDF298-4F7A-6A4B-934E-780816758383}" type="slidenum">
              <a:rPr lang="en-US" altLang="x-none"/>
              <a:pPr>
                <a:defRPr/>
              </a:pPr>
              <a:t>‹#›</a:t>
            </a:fld>
            <a:endParaRPr lang="en-US" altLang="x-none"/>
          </a:p>
        </p:txBody>
      </p:sp>
    </p:spTree>
    <p:extLst>
      <p:ext uri="{BB962C8B-B14F-4D97-AF65-F5344CB8AC3E}">
        <p14:creationId xmlns:p14="http://schemas.microsoft.com/office/powerpoint/2010/main" val="207967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8FAA85-7752-4E72-9050-47523BB43BAD}" type="datetime1">
              <a:rPr lang="zh-CN" altLang="en-US" smtClean="0"/>
              <a:t>2025/12/24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5C4720-E5E3-47C1-B89A-421EF3B8B01B}" type="slidenum">
              <a:rPr lang="zh-CN" altLang="en-US" smtClean="0"/>
              <a:t>‹#›</a:t>
            </a:fld>
            <a:endParaRPr lang="zh-CN" altLang="en-US"/>
          </a:p>
        </p:txBody>
      </p:sp>
      <p:sp>
        <p:nvSpPr>
          <p:cNvPr id="7" name="矩形 6">
            <a:extLst>
              <a:ext uri="{FF2B5EF4-FFF2-40B4-BE49-F238E27FC236}">
                <a16:creationId xmlns:a16="http://schemas.microsoft.com/office/drawing/2014/main" id="{4DE615AC-9BB3-40DC-8932-B96B1180BF08}"/>
              </a:ext>
            </a:extLst>
          </p:cNvPr>
          <p:cNvSpPr/>
          <p:nvPr userDrawn="1"/>
        </p:nvSpPr>
        <p:spPr>
          <a:xfrm>
            <a:off x="0" y="0"/>
            <a:ext cx="9144000" cy="578581"/>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E541CC01-681B-4A72-A12A-6B48AD55992E}"/>
              </a:ext>
            </a:extLst>
          </p:cNvPr>
          <p:cNvGrpSpPr/>
          <p:nvPr userDrawn="1"/>
        </p:nvGrpSpPr>
        <p:grpSpPr>
          <a:xfrm>
            <a:off x="8481761" y="26197"/>
            <a:ext cx="548949" cy="520015"/>
            <a:chOff x="2603366" y="22110"/>
            <a:chExt cx="879202" cy="892290"/>
          </a:xfrm>
        </p:grpSpPr>
        <p:sp>
          <p:nvSpPr>
            <p:cNvPr id="9" name="椭圆 8">
              <a:extLst>
                <a:ext uri="{FF2B5EF4-FFF2-40B4-BE49-F238E27FC236}">
                  <a16:creationId xmlns:a16="http://schemas.microsoft.com/office/drawing/2014/main" id="{72DC98C9-5C6B-43CE-B4FE-0E636EFB74EB}"/>
                </a:ext>
              </a:extLst>
            </p:cNvPr>
            <p:cNvSpPr/>
            <p:nvPr/>
          </p:nvSpPr>
          <p:spPr>
            <a:xfrm>
              <a:off x="2603366" y="22110"/>
              <a:ext cx="879201" cy="89229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https://gss0.bdstatic.com/94o3dSag_xI4khGkpoWK1HF6hhy/baike/c0%3Dbaike150%2C5%2C5%2C150%2C50/sign=c622cca4b5014a9095334eefc81e5277/562c11dfa9ec8a13bb1224f6fb03918fa0ecc098.jpg">
              <a:extLst>
                <a:ext uri="{FF2B5EF4-FFF2-40B4-BE49-F238E27FC236}">
                  <a16:creationId xmlns:a16="http://schemas.microsoft.com/office/drawing/2014/main" id="{2338FB51-A6EB-43BC-BFF8-865309829E5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10800000" flipH="1" flipV="1">
              <a:off x="2603367" y="22110"/>
              <a:ext cx="879201" cy="89229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a:extLst>
              <a:ext uri="{FF2B5EF4-FFF2-40B4-BE49-F238E27FC236}">
                <a16:creationId xmlns:a16="http://schemas.microsoft.com/office/drawing/2014/main" id="{D9A13220-393A-4901-B964-C462684A07D4}"/>
              </a:ext>
            </a:extLst>
          </p:cNvPr>
          <p:cNvSpPr txBox="1"/>
          <p:nvPr userDrawn="1"/>
        </p:nvSpPr>
        <p:spPr>
          <a:xfrm>
            <a:off x="471949" y="1368"/>
            <a:ext cx="7256206" cy="646331"/>
          </a:xfrm>
          <a:prstGeom prst="rect">
            <a:avLst/>
          </a:prstGeom>
          <a:noFill/>
        </p:spPr>
        <p:txBody>
          <a:bodyPr wrap="square" rtlCol="0">
            <a:spAutoFit/>
          </a:bodyPr>
          <a:lstStyle/>
          <a:p>
            <a:endParaRPr lang="zh-CN" altLang="en-US" sz="3600" b="1" dirty="0">
              <a:solidFill>
                <a:schemeClr val="bg1"/>
              </a:solidFill>
            </a:endParaRPr>
          </a:p>
        </p:txBody>
      </p:sp>
      <p:sp>
        <p:nvSpPr>
          <p:cNvPr id="12" name="矩形 11">
            <a:extLst>
              <a:ext uri="{FF2B5EF4-FFF2-40B4-BE49-F238E27FC236}">
                <a16:creationId xmlns:a16="http://schemas.microsoft.com/office/drawing/2014/main" id="{3B05C098-4A3F-45C8-AD5A-1B0CC9D82C44}"/>
              </a:ext>
            </a:extLst>
          </p:cNvPr>
          <p:cNvSpPr/>
          <p:nvPr userDrawn="1"/>
        </p:nvSpPr>
        <p:spPr>
          <a:xfrm>
            <a:off x="0" y="6604937"/>
            <a:ext cx="9144000" cy="253064"/>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日期占位符 8">
            <a:extLst>
              <a:ext uri="{FF2B5EF4-FFF2-40B4-BE49-F238E27FC236}">
                <a16:creationId xmlns:a16="http://schemas.microsoft.com/office/drawing/2014/main" id="{EE61AAFC-D5F5-4AF9-8132-E49A3363102A}"/>
              </a:ext>
            </a:extLst>
          </p:cNvPr>
          <p:cNvSpPr txBox="1">
            <a:spLocks/>
          </p:cNvSpPr>
          <p:nvPr userDrawn="1"/>
        </p:nvSpPr>
        <p:spPr>
          <a:xfrm>
            <a:off x="471949" y="6604936"/>
            <a:ext cx="2057400" cy="240926"/>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0FA613-B9E4-4FBF-8914-673569737EED}" type="datetime1">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2025/12/24</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灯片编号占位符 10">
            <a:extLst>
              <a:ext uri="{FF2B5EF4-FFF2-40B4-BE49-F238E27FC236}">
                <a16:creationId xmlns:a16="http://schemas.microsoft.com/office/drawing/2014/main" id="{F7ECEEA5-AD0B-4EEF-AD12-7A05EFA7AF0D}"/>
              </a:ext>
            </a:extLst>
          </p:cNvPr>
          <p:cNvSpPr txBox="1">
            <a:spLocks/>
          </p:cNvSpPr>
          <p:nvPr userDrawn="1"/>
        </p:nvSpPr>
        <p:spPr>
          <a:xfrm>
            <a:off x="7086600" y="6599473"/>
            <a:ext cx="2057400" cy="25852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C4720-E5E3-47C1-B89A-421EF3B8B01B}" type="slidenum">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Subtitle 2">
            <a:extLst>
              <a:ext uri="{FF2B5EF4-FFF2-40B4-BE49-F238E27FC236}">
                <a16:creationId xmlns:a16="http://schemas.microsoft.com/office/drawing/2014/main" id="{8B58D73D-AE44-4628-B15C-06575F9F730D}"/>
              </a:ext>
            </a:extLst>
          </p:cNvPr>
          <p:cNvSpPr txBox="1">
            <a:spLocks/>
          </p:cNvSpPr>
          <p:nvPr userDrawn="1"/>
        </p:nvSpPr>
        <p:spPr>
          <a:xfrm>
            <a:off x="2464025" y="6587335"/>
            <a:ext cx="4094570" cy="2585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计算机网络与信息安全研究室</a:t>
            </a:r>
            <a:endParaRPr 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167694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68"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gif"/><Relationship Id="rId5" Type="http://schemas.openxmlformats.org/officeDocument/2006/relationships/image" Target="../media/image14.gif"/><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21.wmf"/><Relationship Id="rId18" Type="http://schemas.openxmlformats.org/officeDocument/2006/relationships/oleObject" Target="../embeddings/oleObject9.bin"/><Relationship Id="rId26" Type="http://schemas.openxmlformats.org/officeDocument/2006/relationships/oleObject" Target="../embeddings/oleObject15.bin"/><Relationship Id="rId3" Type="http://schemas.openxmlformats.org/officeDocument/2006/relationships/image" Target="../media/image14.gif"/><Relationship Id="rId21" Type="http://schemas.openxmlformats.org/officeDocument/2006/relationships/oleObject" Target="../embeddings/oleObject10.bin"/><Relationship Id="rId7" Type="http://schemas.openxmlformats.org/officeDocument/2006/relationships/oleObject" Target="../embeddings/oleObject2.bin"/><Relationship Id="rId12" Type="http://schemas.openxmlformats.org/officeDocument/2006/relationships/oleObject" Target="../embeddings/oleObject6.bin"/><Relationship Id="rId17" Type="http://schemas.openxmlformats.org/officeDocument/2006/relationships/image" Target="../media/image23.wmf"/><Relationship Id="rId25" Type="http://schemas.openxmlformats.org/officeDocument/2006/relationships/oleObject" Target="../embeddings/oleObject14.bin"/><Relationship Id="rId2" Type="http://schemas.openxmlformats.org/officeDocument/2006/relationships/notesSlide" Target="../notesSlides/notesSlide10.xml"/><Relationship Id="rId16" Type="http://schemas.openxmlformats.org/officeDocument/2006/relationships/oleObject" Target="../embeddings/oleObject8.bin"/><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0.wmf"/><Relationship Id="rId11" Type="http://schemas.openxmlformats.org/officeDocument/2006/relationships/image" Target="../media/image2.png"/><Relationship Id="rId24" Type="http://schemas.openxmlformats.org/officeDocument/2006/relationships/oleObject" Target="../embeddings/oleObject13.bin"/><Relationship Id="rId5" Type="http://schemas.openxmlformats.org/officeDocument/2006/relationships/oleObject" Target="../embeddings/oleObject1.bin"/><Relationship Id="rId15" Type="http://schemas.openxmlformats.org/officeDocument/2006/relationships/image" Target="../media/image22.wmf"/><Relationship Id="rId23" Type="http://schemas.openxmlformats.org/officeDocument/2006/relationships/oleObject" Target="../embeddings/oleObject12.bin"/><Relationship Id="rId10" Type="http://schemas.openxmlformats.org/officeDocument/2006/relationships/oleObject" Target="../embeddings/oleObject5.bin"/><Relationship Id="rId19" Type="http://schemas.openxmlformats.org/officeDocument/2006/relationships/image" Target="../media/image24.wmf"/><Relationship Id="rId4" Type="http://schemas.openxmlformats.org/officeDocument/2006/relationships/image" Target="../media/image15.gif"/><Relationship Id="rId9" Type="http://schemas.openxmlformats.org/officeDocument/2006/relationships/oleObject" Target="../embeddings/oleObject4.bin"/><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oleObject" Target="../embeddings/oleObject17.bin"/><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28.png"/><Relationship Id="rId7" Type="http://schemas.openxmlformats.org/officeDocument/2006/relationships/oleObject" Target="../embeddings/oleObject22.bin"/><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oleObject" Target="../embeddings/oleObject21.bin"/><Relationship Id="rId11" Type="http://schemas.openxmlformats.org/officeDocument/2006/relationships/oleObject" Target="../embeddings/oleObject26.bin"/><Relationship Id="rId5" Type="http://schemas.openxmlformats.org/officeDocument/2006/relationships/image" Target="../media/image20.wmf"/><Relationship Id="rId10" Type="http://schemas.openxmlformats.org/officeDocument/2006/relationships/oleObject" Target="../embeddings/oleObject25.bin"/><Relationship Id="rId4" Type="http://schemas.openxmlformats.org/officeDocument/2006/relationships/oleObject" Target="../embeddings/oleObject20.bin"/><Relationship Id="rId9"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oleObject" Target="../embeddings/oleObject30.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oleObject" Target="../embeddings/oleObject29.bin"/><Relationship Id="rId5" Type="http://schemas.openxmlformats.org/officeDocument/2006/relationships/oleObject" Target="../embeddings/oleObject28.bin"/><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4.bin"/><Relationship Id="rId5" Type="http://schemas.openxmlformats.org/officeDocument/2006/relationships/oleObject" Target="../embeddings/oleObject33.bin"/><Relationship Id="rId4" Type="http://schemas.openxmlformats.org/officeDocument/2006/relationships/oleObject" Target="../embeddings/oleObject32.bin"/></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7.wmf"/><Relationship Id="rId7" Type="http://schemas.openxmlformats.org/officeDocument/2006/relationships/oleObject" Target="../embeddings/oleObject38.bin"/><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7.bin"/><Relationship Id="rId5" Type="http://schemas.openxmlformats.org/officeDocument/2006/relationships/image" Target="../media/image20.wmf"/><Relationship Id="rId4" Type="http://schemas.openxmlformats.org/officeDocument/2006/relationships/oleObject" Target="../embeddings/oleObject36.bin"/></Relationships>
</file>

<file path=ppt/slides/_rels/slide19.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png"/><Relationship Id="rId2"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oleObject" Target="../embeddings/oleObject40.bin"/></Relationships>
</file>

<file path=ppt/slides/_rels/slide2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15.gif"/></Relationships>
</file>

<file path=ppt/slides/_rels/slide2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image" Target="../media/image8.emf"/><Relationship Id="rId4" Type="http://schemas.openxmlformats.org/officeDocument/2006/relationships/image" Target="../media/image15.gi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gif"/><Relationship Id="rId7"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5.gi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14.gif"/><Relationship Id="rId7" Type="http://schemas.openxmlformats.org/officeDocument/2006/relationships/image" Target="../media/image36.wmf"/><Relationship Id="rId12" Type="http://schemas.openxmlformats.org/officeDocument/2006/relationships/oleObject" Target="../embeddings/oleObject46.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oleObject" Target="../embeddings/oleObject43.bin"/><Relationship Id="rId11" Type="http://schemas.openxmlformats.org/officeDocument/2006/relationships/image" Target="../media/image38.wmf"/><Relationship Id="rId5" Type="http://schemas.openxmlformats.org/officeDocument/2006/relationships/image" Target="../media/image35.jpeg"/><Relationship Id="rId10" Type="http://schemas.openxmlformats.org/officeDocument/2006/relationships/oleObject" Target="../embeddings/oleObject45.bin"/><Relationship Id="rId4" Type="http://schemas.openxmlformats.org/officeDocument/2006/relationships/image" Target="../media/image15.gif"/><Relationship Id="rId9" Type="http://schemas.openxmlformats.org/officeDocument/2006/relationships/image" Target="../media/image37.wmf"/></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5.gi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gif"/><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oleObject" Target="../embeddings/oleObject54.bin"/><Relationship Id="rId18" Type="http://schemas.openxmlformats.org/officeDocument/2006/relationships/oleObject" Target="../embeddings/oleObject59.bin"/><Relationship Id="rId3" Type="http://schemas.openxmlformats.org/officeDocument/2006/relationships/oleObject" Target="../embeddings/oleObject47.bin"/><Relationship Id="rId7" Type="http://schemas.openxmlformats.org/officeDocument/2006/relationships/image" Target="../media/image42.png"/><Relationship Id="rId12" Type="http://schemas.openxmlformats.org/officeDocument/2006/relationships/oleObject" Target="../embeddings/oleObject53.bin"/><Relationship Id="rId17" Type="http://schemas.openxmlformats.org/officeDocument/2006/relationships/oleObject" Target="../embeddings/oleObject58.bin"/><Relationship Id="rId2" Type="http://schemas.openxmlformats.org/officeDocument/2006/relationships/notesSlide" Target="../notesSlides/notesSlide31.xml"/><Relationship Id="rId16" Type="http://schemas.openxmlformats.org/officeDocument/2006/relationships/oleObject" Target="../embeddings/oleObject57.bin"/><Relationship Id="rId1" Type="http://schemas.openxmlformats.org/officeDocument/2006/relationships/slideLayout" Target="../slideLayouts/slideLayout6.xml"/><Relationship Id="rId6" Type="http://schemas.openxmlformats.org/officeDocument/2006/relationships/image" Target="../media/image24.wmf"/><Relationship Id="rId11" Type="http://schemas.openxmlformats.org/officeDocument/2006/relationships/oleObject" Target="../embeddings/oleObject52.bin"/><Relationship Id="rId5" Type="http://schemas.openxmlformats.org/officeDocument/2006/relationships/oleObject" Target="../embeddings/oleObject48.bin"/><Relationship Id="rId15" Type="http://schemas.openxmlformats.org/officeDocument/2006/relationships/oleObject" Target="../embeddings/oleObject56.bin"/><Relationship Id="rId10" Type="http://schemas.openxmlformats.org/officeDocument/2006/relationships/oleObject" Target="../embeddings/oleObject51.bin"/><Relationship Id="rId19" Type="http://schemas.openxmlformats.org/officeDocument/2006/relationships/oleObject" Target="../embeddings/oleObject60.bin"/><Relationship Id="rId4" Type="http://schemas.openxmlformats.org/officeDocument/2006/relationships/image" Target="../media/image23.wmf"/><Relationship Id="rId9" Type="http://schemas.openxmlformats.org/officeDocument/2006/relationships/oleObject" Target="../embeddings/oleObject50.bin"/><Relationship Id="rId14" Type="http://schemas.openxmlformats.org/officeDocument/2006/relationships/oleObject" Target="../embeddings/oleObject55.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22.wmf"/><Relationship Id="rId5" Type="http://schemas.openxmlformats.org/officeDocument/2006/relationships/oleObject" Target="../embeddings/oleObject62.bin"/><Relationship Id="rId4" Type="http://schemas.openxmlformats.org/officeDocument/2006/relationships/image" Target="../media/image21.wmf"/></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5.emf"/></Relationships>
</file>

<file path=ppt/slides/_rels/slide4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rot="10800000" flipH="1" flipV="1">
            <a:off x="1056736" y="1499616"/>
            <a:ext cx="7030527" cy="1682496"/>
          </a:xfrm>
        </p:spPr>
        <p:txBody>
          <a:bodyPr>
            <a:noAutofit/>
          </a:bodyPr>
          <a:lstStyle/>
          <a:p>
            <a:pPr>
              <a:lnSpc>
                <a:spcPts val="5760"/>
              </a:lnSpc>
              <a:spcBef>
                <a:spcPts val="600"/>
              </a:spcBef>
            </a:pPr>
            <a:r>
              <a:rPr lang="zh-CN" altLang="zh-CN" sz="6600" b="1" dirty="0">
                <a:latin typeface="楷体" panose="02010609060101010101" pitchFamily="49" charset="-122"/>
                <a:ea typeface="楷体" panose="02010609060101010101" pitchFamily="49" charset="-122"/>
              </a:rPr>
              <a:t>计算机网络</a:t>
            </a:r>
            <a:br>
              <a:rPr lang="en-US" altLang="zh-CN" sz="4800" b="1" dirty="0">
                <a:latin typeface="楷体" panose="02010609060101010101" pitchFamily="49" charset="-122"/>
                <a:ea typeface="楷体" panose="02010609060101010101" pitchFamily="49" charset="-122"/>
              </a:rPr>
            </a:br>
            <a:r>
              <a:rPr lang="zh-CN" altLang="en-US" sz="36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36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en-US" sz="36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章 接口层原理与协议</a:t>
            </a:r>
          </a:p>
        </p:txBody>
      </p:sp>
      <p:sp>
        <p:nvSpPr>
          <p:cNvPr id="6" name="副标题 2"/>
          <p:cNvSpPr txBox="1">
            <a:spLocks/>
          </p:cNvSpPr>
          <p:nvPr/>
        </p:nvSpPr>
        <p:spPr>
          <a:xfrm>
            <a:off x="1222860" y="3925823"/>
            <a:ext cx="6709028" cy="110869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chemeClr val="accent5">
                    <a:lumMod val="75000"/>
                  </a:schemeClr>
                </a:solidFill>
                <a:latin typeface="楷体" panose="02010609060101010101" pitchFamily="49" charset="-122"/>
                <a:ea typeface="楷体" panose="02010609060101010101" pitchFamily="49" charset="-122"/>
              </a:rPr>
              <a:t>吴英</a:t>
            </a:r>
            <a:endParaRPr lang="en-US" altLang="zh-CN" sz="2800" dirty="0">
              <a:solidFill>
                <a:schemeClr val="accent5">
                  <a:lumMod val="75000"/>
                </a:schemeClr>
              </a:solidFill>
              <a:latin typeface="楷体" panose="02010609060101010101" pitchFamily="49" charset="-122"/>
              <a:ea typeface="楷体" panose="02010609060101010101" pitchFamily="49" charset="-122"/>
            </a:endParaRPr>
          </a:p>
          <a:p>
            <a:r>
              <a:rPr lang="en-US" altLang="zh-CN" sz="2800" dirty="0">
                <a:solidFill>
                  <a:schemeClr val="accent5">
                    <a:lumMod val="75000"/>
                  </a:schemeClr>
                </a:solidFill>
                <a:latin typeface="Times New Roman" panose="02020603050405020304" pitchFamily="18" charset="0"/>
                <a:ea typeface="楷体" panose="02010609060101010101" pitchFamily="49" charset="-122"/>
                <a:cs typeface="Times New Roman" panose="02020603050405020304" pitchFamily="18" charset="0"/>
              </a:rPr>
              <a:t>wuying@nankai.edu.cn </a:t>
            </a:r>
          </a:p>
          <a:p>
            <a:endParaRPr lang="en-US" altLang="zh-CN" dirty="0">
              <a:solidFill>
                <a:schemeClr val="accent5">
                  <a:lumMod val="75000"/>
                </a:schemeClr>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6331866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D09C55F1-2076-4202-8A9C-970948040A0E}"/>
              </a:ext>
            </a:extLst>
          </p:cNvPr>
          <p:cNvSpPr txBox="1">
            <a:spLocks/>
          </p:cNvSpPr>
          <p:nvPr/>
        </p:nvSpPr>
        <p:spPr>
          <a:xfrm>
            <a:off x="431346" y="32661"/>
            <a:ext cx="7628133"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b="1" dirty="0">
                <a:solidFill>
                  <a:schemeClr val="bg1"/>
                </a:solidFill>
                <a:latin typeface="黑体" panose="02010609060101010101" pitchFamily="49" charset="-122"/>
                <a:ea typeface="黑体" panose="02010609060101010101" pitchFamily="49" charset="-122"/>
              </a:rPr>
              <a:t>提 纲</a:t>
            </a:r>
          </a:p>
        </p:txBody>
      </p:sp>
      <p:sp>
        <p:nvSpPr>
          <p:cNvPr id="2" name="文本框 1">
            <a:extLst>
              <a:ext uri="{FF2B5EF4-FFF2-40B4-BE49-F238E27FC236}">
                <a16:creationId xmlns:a16="http://schemas.microsoft.com/office/drawing/2014/main" id="{527AA05F-DD57-491F-AE5D-481B65D84528}"/>
              </a:ext>
            </a:extLst>
          </p:cNvPr>
          <p:cNvSpPr txBox="1"/>
          <p:nvPr/>
        </p:nvSpPr>
        <p:spPr>
          <a:xfrm>
            <a:off x="654661" y="1229371"/>
            <a:ext cx="8068776" cy="4170372"/>
          </a:xfrm>
          <a:prstGeom prst="rect">
            <a:avLst/>
          </a:prstGeom>
          <a:noFill/>
        </p:spPr>
        <p:txBody>
          <a:bodyPr wrap="square" rtlCol="0">
            <a:spAutoFit/>
          </a:bodyPr>
          <a:lstStyle/>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5.1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接口层基础</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5.2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局域网体系结构与组网方法</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5.3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局域网编址与</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协议</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5.4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链路层差错控制</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5.5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共享式与交换式以太网</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5.6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虚拟局域网</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000"/>
              </a:lnSpc>
              <a:spcBef>
                <a:spcPts val="1800"/>
              </a:spcBef>
              <a:buClr>
                <a:schemeClr val="tx1"/>
              </a:buCl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5.7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无线局域网</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9988000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2">
            <a:extLst>
              <a:ext uri="{FF2B5EF4-FFF2-40B4-BE49-F238E27FC236}">
                <a16:creationId xmlns:a16="http://schemas.microsoft.com/office/drawing/2014/main" id="{30B0BDE8-209D-40D2-B919-434F984F3C95}"/>
              </a:ext>
            </a:extLst>
          </p:cNvPr>
          <p:cNvSpPr txBox="1">
            <a:spLocks noChangeArrowheads="1"/>
          </p:cNvSpPr>
          <p:nvPr/>
        </p:nvSpPr>
        <p:spPr>
          <a:xfrm>
            <a:off x="323850" y="609600"/>
            <a:ext cx="8210550" cy="658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TCP/IP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体系结构</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3" name="Line 24">
            <a:extLst>
              <a:ext uri="{FF2B5EF4-FFF2-40B4-BE49-F238E27FC236}">
                <a16:creationId xmlns:a16="http://schemas.microsoft.com/office/drawing/2014/main" id="{55C243C1-5E11-400D-AB4A-92084DB60B3F}"/>
              </a:ext>
            </a:extLst>
          </p:cNvPr>
          <p:cNvSpPr>
            <a:spLocks noChangeShapeType="1"/>
          </p:cNvSpPr>
          <p:nvPr/>
        </p:nvSpPr>
        <p:spPr bwMode="auto">
          <a:xfrm>
            <a:off x="2219400" y="2054346"/>
            <a:ext cx="47244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6">
            <a:extLst>
              <a:ext uri="{FF2B5EF4-FFF2-40B4-BE49-F238E27FC236}">
                <a16:creationId xmlns:a16="http://schemas.microsoft.com/office/drawing/2014/main" id="{2FD15192-4580-4084-B73B-5E52564C41E3}"/>
              </a:ext>
            </a:extLst>
          </p:cNvPr>
          <p:cNvSpPr>
            <a:spLocks noChangeShapeType="1"/>
          </p:cNvSpPr>
          <p:nvPr/>
        </p:nvSpPr>
        <p:spPr bwMode="auto">
          <a:xfrm>
            <a:off x="2219400" y="3121146"/>
            <a:ext cx="47244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27">
            <a:extLst>
              <a:ext uri="{FF2B5EF4-FFF2-40B4-BE49-F238E27FC236}">
                <a16:creationId xmlns:a16="http://schemas.microsoft.com/office/drawing/2014/main" id="{F122260E-F387-4ACE-84F1-47E06513DD83}"/>
              </a:ext>
            </a:extLst>
          </p:cNvPr>
          <p:cNvSpPr>
            <a:spLocks noChangeShapeType="1"/>
          </p:cNvSpPr>
          <p:nvPr/>
        </p:nvSpPr>
        <p:spPr bwMode="auto">
          <a:xfrm>
            <a:off x="2219400" y="3654546"/>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28">
            <a:extLst>
              <a:ext uri="{FF2B5EF4-FFF2-40B4-BE49-F238E27FC236}">
                <a16:creationId xmlns:a16="http://schemas.microsoft.com/office/drawing/2014/main" id="{68771A75-67E2-4F45-AB6C-4B0D8504CA61}"/>
              </a:ext>
            </a:extLst>
          </p:cNvPr>
          <p:cNvSpPr>
            <a:spLocks noChangeShapeType="1"/>
          </p:cNvSpPr>
          <p:nvPr/>
        </p:nvSpPr>
        <p:spPr bwMode="auto">
          <a:xfrm>
            <a:off x="2219400" y="4187946"/>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29">
            <a:extLst>
              <a:ext uri="{FF2B5EF4-FFF2-40B4-BE49-F238E27FC236}">
                <a16:creationId xmlns:a16="http://schemas.microsoft.com/office/drawing/2014/main" id="{FB788D51-F8EA-4E8A-BA37-0EF40BF6FD13}"/>
              </a:ext>
            </a:extLst>
          </p:cNvPr>
          <p:cNvSpPr>
            <a:spLocks noChangeShapeType="1"/>
          </p:cNvSpPr>
          <p:nvPr/>
        </p:nvSpPr>
        <p:spPr bwMode="auto">
          <a:xfrm>
            <a:off x="2219400" y="4721346"/>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Line 30">
            <a:extLst>
              <a:ext uri="{FF2B5EF4-FFF2-40B4-BE49-F238E27FC236}">
                <a16:creationId xmlns:a16="http://schemas.microsoft.com/office/drawing/2014/main" id="{ECF051A1-1DE3-4E8A-93C7-B04DA11012D1}"/>
              </a:ext>
            </a:extLst>
          </p:cNvPr>
          <p:cNvSpPr>
            <a:spLocks noChangeShapeType="1"/>
          </p:cNvSpPr>
          <p:nvPr/>
        </p:nvSpPr>
        <p:spPr bwMode="auto">
          <a:xfrm>
            <a:off x="6639000" y="3654546"/>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31">
            <a:extLst>
              <a:ext uri="{FF2B5EF4-FFF2-40B4-BE49-F238E27FC236}">
                <a16:creationId xmlns:a16="http://schemas.microsoft.com/office/drawing/2014/main" id="{7446AF07-2DD3-4D9A-A84A-BA11F57AFF30}"/>
              </a:ext>
            </a:extLst>
          </p:cNvPr>
          <p:cNvSpPr>
            <a:spLocks noChangeShapeType="1"/>
          </p:cNvSpPr>
          <p:nvPr/>
        </p:nvSpPr>
        <p:spPr bwMode="auto">
          <a:xfrm>
            <a:off x="6639000" y="4187946"/>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32">
            <a:extLst>
              <a:ext uri="{FF2B5EF4-FFF2-40B4-BE49-F238E27FC236}">
                <a16:creationId xmlns:a16="http://schemas.microsoft.com/office/drawing/2014/main" id="{A55A50A3-9C30-4BB3-9B4C-44EDDA5E7303}"/>
              </a:ext>
            </a:extLst>
          </p:cNvPr>
          <p:cNvSpPr>
            <a:spLocks noChangeShapeType="1"/>
          </p:cNvSpPr>
          <p:nvPr/>
        </p:nvSpPr>
        <p:spPr bwMode="auto">
          <a:xfrm>
            <a:off x="6639000" y="4721346"/>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33">
            <a:extLst>
              <a:ext uri="{FF2B5EF4-FFF2-40B4-BE49-F238E27FC236}">
                <a16:creationId xmlns:a16="http://schemas.microsoft.com/office/drawing/2014/main" id="{3BA1E8C8-08E0-4F5E-BEE5-77FF510BD592}"/>
              </a:ext>
            </a:extLst>
          </p:cNvPr>
          <p:cNvSpPr>
            <a:spLocks noChangeShapeType="1"/>
          </p:cNvSpPr>
          <p:nvPr/>
        </p:nvSpPr>
        <p:spPr bwMode="auto">
          <a:xfrm>
            <a:off x="1414548" y="5337295"/>
            <a:ext cx="154462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34">
            <a:extLst>
              <a:ext uri="{FF2B5EF4-FFF2-40B4-BE49-F238E27FC236}">
                <a16:creationId xmlns:a16="http://schemas.microsoft.com/office/drawing/2014/main" id="{26DADDBE-CCCA-4476-A280-E521C868FBCF}"/>
              </a:ext>
            </a:extLst>
          </p:cNvPr>
          <p:cNvSpPr>
            <a:spLocks noChangeShapeType="1"/>
          </p:cNvSpPr>
          <p:nvPr/>
        </p:nvSpPr>
        <p:spPr bwMode="auto">
          <a:xfrm flipV="1">
            <a:off x="3905324" y="5319834"/>
            <a:ext cx="1357311"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35">
            <a:extLst>
              <a:ext uri="{FF2B5EF4-FFF2-40B4-BE49-F238E27FC236}">
                <a16:creationId xmlns:a16="http://schemas.microsoft.com/office/drawing/2014/main" id="{CAE91C22-C00B-426B-B845-25D5F3145921}"/>
              </a:ext>
            </a:extLst>
          </p:cNvPr>
          <p:cNvSpPr>
            <a:spLocks noChangeShapeType="1"/>
          </p:cNvSpPr>
          <p:nvPr/>
        </p:nvSpPr>
        <p:spPr bwMode="auto">
          <a:xfrm>
            <a:off x="6204022" y="5319834"/>
            <a:ext cx="156684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36">
            <a:extLst>
              <a:ext uri="{FF2B5EF4-FFF2-40B4-BE49-F238E27FC236}">
                <a16:creationId xmlns:a16="http://schemas.microsoft.com/office/drawing/2014/main" id="{6B8B6ED0-7166-47E9-923C-A19B69B24FCD}"/>
              </a:ext>
            </a:extLst>
          </p:cNvPr>
          <p:cNvSpPr>
            <a:spLocks noChangeShapeType="1"/>
          </p:cNvSpPr>
          <p:nvPr/>
        </p:nvSpPr>
        <p:spPr bwMode="auto">
          <a:xfrm flipV="1">
            <a:off x="1414548" y="5026146"/>
            <a:ext cx="0" cy="3048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Line 37">
            <a:extLst>
              <a:ext uri="{FF2B5EF4-FFF2-40B4-BE49-F238E27FC236}">
                <a16:creationId xmlns:a16="http://schemas.microsoft.com/office/drawing/2014/main" id="{9047704F-9651-4B54-96E4-C4AFF8201802}"/>
              </a:ext>
            </a:extLst>
          </p:cNvPr>
          <p:cNvSpPr>
            <a:spLocks noChangeShapeType="1"/>
          </p:cNvSpPr>
          <p:nvPr/>
        </p:nvSpPr>
        <p:spPr bwMode="auto">
          <a:xfrm flipV="1">
            <a:off x="2959175" y="5015034"/>
            <a:ext cx="0" cy="32861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Line 38">
            <a:extLst>
              <a:ext uri="{FF2B5EF4-FFF2-40B4-BE49-F238E27FC236}">
                <a16:creationId xmlns:a16="http://schemas.microsoft.com/office/drawing/2014/main" id="{5C5B62F6-259D-485B-AEF6-D6F2BE843E5F}"/>
              </a:ext>
            </a:extLst>
          </p:cNvPr>
          <p:cNvSpPr>
            <a:spLocks noChangeShapeType="1"/>
          </p:cNvSpPr>
          <p:nvPr/>
        </p:nvSpPr>
        <p:spPr bwMode="auto">
          <a:xfrm flipV="1">
            <a:off x="3905325" y="5026146"/>
            <a:ext cx="0" cy="3048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Line 39">
            <a:extLst>
              <a:ext uri="{FF2B5EF4-FFF2-40B4-BE49-F238E27FC236}">
                <a16:creationId xmlns:a16="http://schemas.microsoft.com/office/drawing/2014/main" id="{A0469947-547E-4ECE-9B97-694775A63776}"/>
              </a:ext>
            </a:extLst>
          </p:cNvPr>
          <p:cNvSpPr>
            <a:spLocks noChangeShapeType="1"/>
          </p:cNvSpPr>
          <p:nvPr/>
        </p:nvSpPr>
        <p:spPr bwMode="auto">
          <a:xfrm flipV="1">
            <a:off x="5262638" y="5015034"/>
            <a:ext cx="0" cy="3048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Line 40">
            <a:extLst>
              <a:ext uri="{FF2B5EF4-FFF2-40B4-BE49-F238E27FC236}">
                <a16:creationId xmlns:a16="http://schemas.microsoft.com/office/drawing/2014/main" id="{D018CB61-C2B9-4E0D-9AF3-0F793EC7DA41}"/>
              </a:ext>
            </a:extLst>
          </p:cNvPr>
          <p:cNvSpPr>
            <a:spLocks noChangeShapeType="1"/>
          </p:cNvSpPr>
          <p:nvPr/>
        </p:nvSpPr>
        <p:spPr bwMode="auto">
          <a:xfrm flipV="1">
            <a:off x="6204025" y="5015034"/>
            <a:ext cx="0" cy="3048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 name="Text Box 42">
            <a:extLst>
              <a:ext uri="{FF2B5EF4-FFF2-40B4-BE49-F238E27FC236}">
                <a16:creationId xmlns:a16="http://schemas.microsoft.com/office/drawing/2014/main" id="{1AAACF7D-1918-41B1-A100-444323476CB8}"/>
              </a:ext>
            </a:extLst>
          </p:cNvPr>
          <p:cNvSpPr txBox="1">
            <a:spLocks noChangeArrowheads="1"/>
          </p:cNvSpPr>
          <p:nvPr/>
        </p:nvSpPr>
        <p:spPr bwMode="auto">
          <a:xfrm>
            <a:off x="2936950" y="2375021"/>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zh-CN" altLang="en-US" sz="2000" i="1" dirty="0">
                <a:solidFill>
                  <a:srgbClr val="FF0000"/>
                </a:solidFill>
                <a:ea typeface="宋体" panose="02010600030101010101" pitchFamily="2" charset="-122"/>
              </a:rPr>
              <a:t>对等层通信，执行相关协议</a:t>
            </a:r>
            <a:endParaRPr kumimoji="0" lang="en-US" altLang="zh-CN" sz="2000" i="1" dirty="0">
              <a:solidFill>
                <a:srgbClr val="FF0000"/>
              </a:solidFill>
              <a:ea typeface="宋体" panose="02010600030101010101" pitchFamily="2" charset="-122"/>
            </a:endParaRPr>
          </a:p>
        </p:txBody>
      </p:sp>
      <p:sp>
        <p:nvSpPr>
          <p:cNvPr id="78" name="Text Box 46">
            <a:extLst>
              <a:ext uri="{FF2B5EF4-FFF2-40B4-BE49-F238E27FC236}">
                <a16:creationId xmlns:a16="http://schemas.microsoft.com/office/drawing/2014/main" id="{B9CC961F-EDBE-4908-BBA5-9FD8A95F84D1}"/>
              </a:ext>
            </a:extLst>
          </p:cNvPr>
          <p:cNvSpPr txBox="1">
            <a:spLocks noChangeArrowheads="1"/>
          </p:cNvSpPr>
          <p:nvPr/>
        </p:nvSpPr>
        <p:spPr bwMode="auto">
          <a:xfrm>
            <a:off x="2959175" y="3030658"/>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solidFill>
                  <a:srgbClr val="000099"/>
                </a:solidFill>
                <a:ea typeface="宋体" panose="02010600030101010101" pitchFamily="2" charset="-122"/>
              </a:rPr>
              <a:t>路由器</a:t>
            </a:r>
            <a:endParaRPr kumimoji="0" lang="en-US" altLang="zh-CN" sz="2000" dirty="0">
              <a:solidFill>
                <a:srgbClr val="000099"/>
              </a:solidFill>
              <a:ea typeface="宋体" panose="02010600030101010101" pitchFamily="2" charset="-122"/>
            </a:endParaRPr>
          </a:p>
        </p:txBody>
      </p:sp>
      <p:sp>
        <p:nvSpPr>
          <p:cNvPr id="79" name="Line 64">
            <a:extLst>
              <a:ext uri="{FF2B5EF4-FFF2-40B4-BE49-F238E27FC236}">
                <a16:creationId xmlns:a16="http://schemas.microsoft.com/office/drawing/2014/main" id="{97845EDF-D4A3-471C-8E85-E3D40620F82B}"/>
              </a:ext>
            </a:extLst>
          </p:cNvPr>
          <p:cNvSpPr>
            <a:spLocks noChangeShapeType="1"/>
          </p:cNvSpPr>
          <p:nvPr/>
        </p:nvSpPr>
        <p:spPr bwMode="auto">
          <a:xfrm flipV="1">
            <a:off x="4232350" y="2070222"/>
            <a:ext cx="360362" cy="32226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Line 65">
            <a:extLst>
              <a:ext uri="{FF2B5EF4-FFF2-40B4-BE49-F238E27FC236}">
                <a16:creationId xmlns:a16="http://schemas.microsoft.com/office/drawing/2014/main" id="{975EFCDC-DA9F-4B0C-9A9C-0408793BF6FD}"/>
              </a:ext>
            </a:extLst>
          </p:cNvPr>
          <p:cNvSpPr>
            <a:spLocks noChangeShapeType="1"/>
          </p:cNvSpPr>
          <p:nvPr/>
        </p:nvSpPr>
        <p:spPr bwMode="auto">
          <a:xfrm>
            <a:off x="4232350" y="2713158"/>
            <a:ext cx="215900" cy="409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Rectangle 9">
            <a:extLst>
              <a:ext uri="{FF2B5EF4-FFF2-40B4-BE49-F238E27FC236}">
                <a16:creationId xmlns:a16="http://schemas.microsoft.com/office/drawing/2014/main" id="{7E253632-1630-4C15-9175-2D951DCF7351}"/>
              </a:ext>
            </a:extLst>
          </p:cNvPr>
          <p:cNvSpPr>
            <a:spLocks noChangeArrowheads="1"/>
          </p:cNvSpPr>
          <p:nvPr/>
        </p:nvSpPr>
        <p:spPr bwMode="auto">
          <a:xfrm>
            <a:off x="560472" y="1303458"/>
            <a:ext cx="1676400" cy="1589088"/>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82" name="Rectangle 11">
            <a:extLst>
              <a:ext uri="{FF2B5EF4-FFF2-40B4-BE49-F238E27FC236}">
                <a16:creationId xmlns:a16="http://schemas.microsoft.com/office/drawing/2014/main" id="{B9AB7C34-E9F9-468C-BDED-28133F067A25}"/>
              </a:ext>
            </a:extLst>
          </p:cNvPr>
          <p:cNvSpPr>
            <a:spLocks noChangeArrowheads="1"/>
          </p:cNvSpPr>
          <p:nvPr/>
        </p:nvSpPr>
        <p:spPr bwMode="auto">
          <a:xfrm>
            <a:off x="560472" y="2892546"/>
            <a:ext cx="1676400" cy="533400"/>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83" name="Rectangle 12">
            <a:extLst>
              <a:ext uri="{FF2B5EF4-FFF2-40B4-BE49-F238E27FC236}">
                <a16:creationId xmlns:a16="http://schemas.microsoft.com/office/drawing/2014/main" id="{CC32BC70-3CE8-4C5D-89B0-3CF31325D207}"/>
              </a:ext>
            </a:extLst>
          </p:cNvPr>
          <p:cNvSpPr>
            <a:spLocks noChangeArrowheads="1"/>
          </p:cNvSpPr>
          <p:nvPr/>
        </p:nvSpPr>
        <p:spPr bwMode="auto">
          <a:xfrm>
            <a:off x="560472" y="3425946"/>
            <a:ext cx="1676400" cy="533400"/>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84" name="Rectangle 13">
            <a:extLst>
              <a:ext uri="{FF2B5EF4-FFF2-40B4-BE49-F238E27FC236}">
                <a16:creationId xmlns:a16="http://schemas.microsoft.com/office/drawing/2014/main" id="{ABDD11DC-1F67-4597-A0E7-EC3BF6D50946}"/>
              </a:ext>
            </a:extLst>
          </p:cNvPr>
          <p:cNvSpPr>
            <a:spLocks noChangeArrowheads="1"/>
          </p:cNvSpPr>
          <p:nvPr/>
        </p:nvSpPr>
        <p:spPr bwMode="auto">
          <a:xfrm>
            <a:off x="560472" y="3959346"/>
            <a:ext cx="1676400" cy="1066800"/>
          </a:xfrm>
          <a:prstGeom prst="rect">
            <a:avLst/>
          </a:prstGeom>
          <a:solidFill>
            <a:schemeClr val="accent2">
              <a:lumMod val="20000"/>
              <a:lumOff val="80000"/>
            </a:schemeClr>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85" name="Rectangle 9">
            <a:extLst>
              <a:ext uri="{FF2B5EF4-FFF2-40B4-BE49-F238E27FC236}">
                <a16:creationId xmlns:a16="http://schemas.microsoft.com/office/drawing/2014/main" id="{461FEBDB-1478-4F86-B494-B47FBD7E51AC}"/>
              </a:ext>
            </a:extLst>
          </p:cNvPr>
          <p:cNvSpPr>
            <a:spLocks noChangeArrowheads="1"/>
          </p:cNvSpPr>
          <p:nvPr/>
        </p:nvSpPr>
        <p:spPr bwMode="auto">
          <a:xfrm>
            <a:off x="6927916" y="1306633"/>
            <a:ext cx="1676400" cy="1589088"/>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应用层</a:t>
            </a:r>
            <a:endParaRPr kumimoji="0" lang="en-US" altLang="zh-CN" sz="2000" dirty="0">
              <a:ea typeface="宋体" panose="02010600030101010101" pitchFamily="2" charset="-122"/>
            </a:endParaRPr>
          </a:p>
        </p:txBody>
      </p:sp>
      <p:sp>
        <p:nvSpPr>
          <p:cNvPr id="86" name="Rectangle 11">
            <a:extLst>
              <a:ext uri="{FF2B5EF4-FFF2-40B4-BE49-F238E27FC236}">
                <a16:creationId xmlns:a16="http://schemas.microsoft.com/office/drawing/2014/main" id="{8512DA71-C838-421A-985B-FB481AB38599}"/>
              </a:ext>
            </a:extLst>
          </p:cNvPr>
          <p:cNvSpPr>
            <a:spLocks noChangeArrowheads="1"/>
          </p:cNvSpPr>
          <p:nvPr/>
        </p:nvSpPr>
        <p:spPr bwMode="auto">
          <a:xfrm>
            <a:off x="6927916" y="2895721"/>
            <a:ext cx="1676400" cy="533400"/>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ea typeface="宋体" panose="02010600030101010101" pitchFamily="2" charset="-122"/>
              </a:rPr>
              <a:t>传输层</a:t>
            </a:r>
            <a:endParaRPr kumimoji="0" lang="en-US" altLang="zh-CN" sz="2000" dirty="0">
              <a:ea typeface="宋体" panose="02010600030101010101" pitchFamily="2" charset="-122"/>
            </a:endParaRPr>
          </a:p>
        </p:txBody>
      </p:sp>
      <p:sp>
        <p:nvSpPr>
          <p:cNvPr id="87" name="Rectangle 12">
            <a:extLst>
              <a:ext uri="{FF2B5EF4-FFF2-40B4-BE49-F238E27FC236}">
                <a16:creationId xmlns:a16="http://schemas.microsoft.com/office/drawing/2014/main" id="{2950638E-F8A1-4BFD-B1F7-89380C5CFAFE}"/>
              </a:ext>
            </a:extLst>
          </p:cNvPr>
          <p:cNvSpPr>
            <a:spLocks noChangeArrowheads="1"/>
          </p:cNvSpPr>
          <p:nvPr/>
        </p:nvSpPr>
        <p:spPr bwMode="auto">
          <a:xfrm>
            <a:off x="6927916" y="3429121"/>
            <a:ext cx="1676400" cy="533400"/>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88" name="Rectangle 13">
            <a:extLst>
              <a:ext uri="{FF2B5EF4-FFF2-40B4-BE49-F238E27FC236}">
                <a16:creationId xmlns:a16="http://schemas.microsoft.com/office/drawing/2014/main" id="{F8380F4D-544C-4801-A4D2-65F5DCD5F129}"/>
              </a:ext>
            </a:extLst>
          </p:cNvPr>
          <p:cNvSpPr>
            <a:spLocks noChangeArrowheads="1"/>
          </p:cNvSpPr>
          <p:nvPr/>
        </p:nvSpPr>
        <p:spPr bwMode="auto">
          <a:xfrm>
            <a:off x="6927916" y="3962521"/>
            <a:ext cx="1676400" cy="1066800"/>
          </a:xfrm>
          <a:prstGeom prst="rect">
            <a:avLst/>
          </a:prstGeom>
          <a:solidFill>
            <a:schemeClr val="accent4">
              <a:lumMod val="40000"/>
              <a:lumOff val="60000"/>
            </a:schemeClr>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89" name="Line 40">
            <a:extLst>
              <a:ext uri="{FF2B5EF4-FFF2-40B4-BE49-F238E27FC236}">
                <a16:creationId xmlns:a16="http://schemas.microsoft.com/office/drawing/2014/main" id="{4E7B08B2-EE21-4AE4-937F-9399FAC7A890}"/>
              </a:ext>
            </a:extLst>
          </p:cNvPr>
          <p:cNvSpPr>
            <a:spLocks noChangeShapeType="1"/>
          </p:cNvSpPr>
          <p:nvPr/>
        </p:nvSpPr>
        <p:spPr bwMode="auto">
          <a:xfrm flipV="1">
            <a:off x="7772475" y="5026146"/>
            <a:ext cx="0" cy="3048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7" name="组合 96">
            <a:extLst>
              <a:ext uri="{FF2B5EF4-FFF2-40B4-BE49-F238E27FC236}">
                <a16:creationId xmlns:a16="http://schemas.microsoft.com/office/drawing/2014/main" id="{6B328B6C-346F-4276-9298-FF0B1FC0308F}"/>
              </a:ext>
            </a:extLst>
          </p:cNvPr>
          <p:cNvGrpSpPr/>
          <p:nvPr/>
        </p:nvGrpSpPr>
        <p:grpSpPr>
          <a:xfrm>
            <a:off x="4362651" y="3660103"/>
            <a:ext cx="433189" cy="1066800"/>
            <a:chOff x="4668856" y="4067970"/>
            <a:chExt cx="304800" cy="1066800"/>
          </a:xfrm>
        </p:grpSpPr>
        <p:sp>
          <p:nvSpPr>
            <p:cNvPr id="98" name="Line 30">
              <a:extLst>
                <a:ext uri="{FF2B5EF4-FFF2-40B4-BE49-F238E27FC236}">
                  <a16:creationId xmlns:a16="http://schemas.microsoft.com/office/drawing/2014/main" id="{F24332DF-8E96-461C-B133-B06E186F2E1A}"/>
                </a:ext>
              </a:extLst>
            </p:cNvPr>
            <p:cNvSpPr>
              <a:spLocks noChangeShapeType="1"/>
            </p:cNvSpPr>
            <p:nvPr/>
          </p:nvSpPr>
          <p:spPr bwMode="auto">
            <a:xfrm>
              <a:off x="4668856" y="40679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31">
              <a:extLst>
                <a:ext uri="{FF2B5EF4-FFF2-40B4-BE49-F238E27FC236}">
                  <a16:creationId xmlns:a16="http://schemas.microsoft.com/office/drawing/2014/main" id="{5CBA15EF-A69A-43E7-863B-2EAD20C4A1F8}"/>
                </a:ext>
              </a:extLst>
            </p:cNvPr>
            <p:cNvSpPr>
              <a:spLocks noChangeShapeType="1"/>
            </p:cNvSpPr>
            <p:nvPr/>
          </p:nvSpPr>
          <p:spPr bwMode="auto">
            <a:xfrm>
              <a:off x="4668856" y="46013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32">
              <a:extLst>
                <a:ext uri="{FF2B5EF4-FFF2-40B4-BE49-F238E27FC236}">
                  <a16:creationId xmlns:a16="http://schemas.microsoft.com/office/drawing/2014/main" id="{4DA64069-2AC1-4561-BE81-CF4478EACCF4}"/>
                </a:ext>
              </a:extLst>
            </p:cNvPr>
            <p:cNvSpPr>
              <a:spLocks noChangeShapeType="1"/>
            </p:cNvSpPr>
            <p:nvPr/>
          </p:nvSpPr>
          <p:spPr bwMode="auto">
            <a:xfrm>
              <a:off x="4668856" y="51347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8" name="Rectangle 12">
            <a:extLst>
              <a:ext uri="{FF2B5EF4-FFF2-40B4-BE49-F238E27FC236}">
                <a16:creationId xmlns:a16="http://schemas.microsoft.com/office/drawing/2014/main" id="{08C48422-605C-4625-B9C9-BEE0C82B3BAB}"/>
              </a:ext>
            </a:extLst>
          </p:cNvPr>
          <p:cNvSpPr>
            <a:spLocks noChangeArrowheads="1"/>
          </p:cNvSpPr>
          <p:nvPr/>
        </p:nvSpPr>
        <p:spPr bwMode="auto">
          <a:xfrm>
            <a:off x="2521109" y="3425946"/>
            <a:ext cx="1844633" cy="533400"/>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109" name="Rectangle 13">
            <a:extLst>
              <a:ext uri="{FF2B5EF4-FFF2-40B4-BE49-F238E27FC236}">
                <a16:creationId xmlns:a16="http://schemas.microsoft.com/office/drawing/2014/main" id="{BEABE54F-00BC-419F-B63C-670BEA270BB0}"/>
              </a:ext>
            </a:extLst>
          </p:cNvPr>
          <p:cNvSpPr>
            <a:spLocks noChangeArrowheads="1"/>
          </p:cNvSpPr>
          <p:nvPr/>
        </p:nvSpPr>
        <p:spPr bwMode="auto">
          <a:xfrm>
            <a:off x="2521110" y="3959346"/>
            <a:ext cx="928692" cy="1066800"/>
          </a:xfrm>
          <a:prstGeom prst="rect">
            <a:avLst/>
          </a:prstGeom>
          <a:solidFill>
            <a:schemeClr val="accent2">
              <a:lumMod val="20000"/>
              <a:lumOff val="80000"/>
            </a:schemeClr>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112" name="Rectangle 13">
            <a:extLst>
              <a:ext uri="{FF2B5EF4-FFF2-40B4-BE49-F238E27FC236}">
                <a16:creationId xmlns:a16="http://schemas.microsoft.com/office/drawing/2014/main" id="{F5D3288C-9DF5-4F63-ACF1-A2B5883470AF}"/>
              </a:ext>
            </a:extLst>
          </p:cNvPr>
          <p:cNvSpPr>
            <a:spLocks noChangeArrowheads="1"/>
          </p:cNvSpPr>
          <p:nvPr/>
        </p:nvSpPr>
        <p:spPr bwMode="auto">
          <a:xfrm>
            <a:off x="3438667" y="3959346"/>
            <a:ext cx="928692" cy="1066800"/>
          </a:xfrm>
          <a:prstGeom prst="rect">
            <a:avLst/>
          </a:prstGeom>
          <a:solidFill>
            <a:schemeClr val="accent6">
              <a:lumMod val="40000"/>
              <a:lumOff val="60000"/>
            </a:schemeClr>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113" name="Rectangle 12">
            <a:extLst>
              <a:ext uri="{FF2B5EF4-FFF2-40B4-BE49-F238E27FC236}">
                <a16:creationId xmlns:a16="http://schemas.microsoft.com/office/drawing/2014/main" id="{F85D12B4-14E9-44A3-A667-3BA771332478}"/>
              </a:ext>
            </a:extLst>
          </p:cNvPr>
          <p:cNvSpPr>
            <a:spLocks noChangeArrowheads="1"/>
          </p:cNvSpPr>
          <p:nvPr/>
        </p:nvSpPr>
        <p:spPr bwMode="auto">
          <a:xfrm>
            <a:off x="4797458" y="3429122"/>
            <a:ext cx="1844633" cy="533400"/>
          </a:xfrm>
          <a:prstGeom prst="rect">
            <a:avLst/>
          </a:prstGeom>
          <a:solidFill>
            <a:schemeClr val="bg1"/>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网络层</a:t>
            </a:r>
            <a:endParaRPr lang="en-US" altLang="zh-CN" sz="2000" dirty="0">
              <a:ea typeface="宋体" panose="02010600030101010101" pitchFamily="2" charset="-122"/>
            </a:endParaRPr>
          </a:p>
        </p:txBody>
      </p:sp>
      <p:sp>
        <p:nvSpPr>
          <p:cNvPr id="114" name="Rectangle 13">
            <a:extLst>
              <a:ext uri="{FF2B5EF4-FFF2-40B4-BE49-F238E27FC236}">
                <a16:creationId xmlns:a16="http://schemas.microsoft.com/office/drawing/2014/main" id="{B6C9C2AB-297A-487F-9886-459BC585D5A1}"/>
              </a:ext>
            </a:extLst>
          </p:cNvPr>
          <p:cNvSpPr>
            <a:spLocks noChangeArrowheads="1"/>
          </p:cNvSpPr>
          <p:nvPr/>
        </p:nvSpPr>
        <p:spPr bwMode="auto">
          <a:xfrm>
            <a:off x="4797459" y="3962522"/>
            <a:ext cx="928692" cy="1066800"/>
          </a:xfrm>
          <a:prstGeom prst="rect">
            <a:avLst/>
          </a:prstGeom>
          <a:solidFill>
            <a:schemeClr val="accent6">
              <a:lumMod val="40000"/>
              <a:lumOff val="60000"/>
            </a:schemeClr>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115" name="Rectangle 13">
            <a:extLst>
              <a:ext uri="{FF2B5EF4-FFF2-40B4-BE49-F238E27FC236}">
                <a16:creationId xmlns:a16="http://schemas.microsoft.com/office/drawing/2014/main" id="{BF6E8B8A-134B-430E-99DA-5EC1A332D206}"/>
              </a:ext>
            </a:extLst>
          </p:cNvPr>
          <p:cNvSpPr>
            <a:spLocks noChangeArrowheads="1"/>
          </p:cNvSpPr>
          <p:nvPr/>
        </p:nvSpPr>
        <p:spPr bwMode="auto">
          <a:xfrm>
            <a:off x="5715016" y="3962522"/>
            <a:ext cx="928692" cy="1066800"/>
          </a:xfrm>
          <a:prstGeom prst="rect">
            <a:avLst/>
          </a:prstGeom>
          <a:solidFill>
            <a:schemeClr val="accent4">
              <a:lumMod val="40000"/>
              <a:lumOff val="60000"/>
            </a:schemeClr>
          </a:solidFill>
          <a:ln w="9525">
            <a:solidFill>
              <a:schemeClr val="tx1"/>
            </a:solidFill>
            <a:miter lim="800000"/>
            <a:headEnd/>
            <a:tailEnd/>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ea typeface="宋体" panose="02010600030101010101" pitchFamily="2" charset="-122"/>
              </a:rPr>
              <a:t>接口层</a:t>
            </a:r>
            <a:endParaRPr lang="en-US" altLang="zh-CN" sz="2000" dirty="0">
              <a:ea typeface="宋体" panose="02010600030101010101" pitchFamily="2" charset="-122"/>
            </a:endParaRPr>
          </a:p>
        </p:txBody>
      </p:sp>
      <p:sp>
        <p:nvSpPr>
          <p:cNvPr id="116" name="Text Box 46">
            <a:extLst>
              <a:ext uri="{FF2B5EF4-FFF2-40B4-BE49-F238E27FC236}">
                <a16:creationId xmlns:a16="http://schemas.microsoft.com/office/drawing/2014/main" id="{C676D417-469D-4E1A-A4A9-9DCB4B5DF30C}"/>
              </a:ext>
            </a:extLst>
          </p:cNvPr>
          <p:cNvSpPr txBox="1">
            <a:spLocks noChangeArrowheads="1"/>
          </p:cNvSpPr>
          <p:nvPr/>
        </p:nvSpPr>
        <p:spPr bwMode="auto">
          <a:xfrm>
            <a:off x="5232390" y="3046476"/>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solidFill>
                  <a:srgbClr val="000099"/>
                </a:solidFill>
                <a:ea typeface="宋体" panose="02010600030101010101" pitchFamily="2" charset="-122"/>
              </a:rPr>
              <a:t>路由器</a:t>
            </a:r>
            <a:endParaRPr kumimoji="0" lang="en-US" altLang="zh-CN" sz="2000" dirty="0">
              <a:solidFill>
                <a:srgbClr val="000099"/>
              </a:solidFill>
              <a:ea typeface="宋体" panose="02010600030101010101" pitchFamily="2" charset="-122"/>
            </a:endParaRPr>
          </a:p>
        </p:txBody>
      </p:sp>
      <p:sp>
        <p:nvSpPr>
          <p:cNvPr id="3" name="矩形 2">
            <a:extLst>
              <a:ext uri="{FF2B5EF4-FFF2-40B4-BE49-F238E27FC236}">
                <a16:creationId xmlns:a16="http://schemas.microsoft.com/office/drawing/2014/main" id="{25ABD4C7-EE7E-4D66-B459-A26BCAA8B036}"/>
              </a:ext>
            </a:extLst>
          </p:cNvPr>
          <p:cNvSpPr/>
          <p:nvPr/>
        </p:nvSpPr>
        <p:spPr bwMode="auto">
          <a:xfrm>
            <a:off x="712342" y="2838581"/>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3"/>
              </a:buBlip>
              <a:tabLst/>
            </a:pPr>
            <a:endParaRPr kumimoji="1" lang="zh-CN" altLang="en-US" sz="2800" b="0" i="0" u="none" strike="noStrike" cap="none" normalizeH="0" baseline="0">
              <a:ln>
                <a:noFill/>
              </a:ln>
              <a:solidFill>
                <a:schemeClr val="tx1"/>
              </a:solidFill>
              <a:effectLst/>
              <a:latin typeface="Times New Roman" pitchFamily="18" charset="0"/>
              <a:ea typeface="楷体_GB2312" pitchFamily="49" charset="-122"/>
            </a:endParaRPr>
          </a:p>
        </p:txBody>
      </p:sp>
      <p:sp>
        <p:nvSpPr>
          <p:cNvPr id="4" name="矩形 3">
            <a:extLst>
              <a:ext uri="{FF2B5EF4-FFF2-40B4-BE49-F238E27FC236}">
                <a16:creationId xmlns:a16="http://schemas.microsoft.com/office/drawing/2014/main" id="{E06EE8F6-4D94-4921-A8D6-854FBC9E54FE}"/>
              </a:ext>
            </a:extLst>
          </p:cNvPr>
          <p:cNvSpPr/>
          <p:nvPr/>
        </p:nvSpPr>
        <p:spPr bwMode="auto">
          <a:xfrm>
            <a:off x="1457827" y="2836392"/>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5" name="矩形 4">
            <a:extLst>
              <a:ext uri="{FF2B5EF4-FFF2-40B4-BE49-F238E27FC236}">
                <a16:creationId xmlns:a16="http://schemas.microsoft.com/office/drawing/2014/main" id="{188D180C-CFAA-45C9-8990-EE19C6AAF193}"/>
              </a:ext>
            </a:extLst>
          </p:cNvPr>
          <p:cNvSpPr/>
          <p:nvPr/>
        </p:nvSpPr>
        <p:spPr bwMode="auto">
          <a:xfrm>
            <a:off x="1835671" y="2833819"/>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6" name="矩形 5">
            <a:extLst>
              <a:ext uri="{FF2B5EF4-FFF2-40B4-BE49-F238E27FC236}">
                <a16:creationId xmlns:a16="http://schemas.microsoft.com/office/drawing/2014/main" id="{2997E0B0-2851-4F31-8898-A98CF6675D20}"/>
              </a:ext>
            </a:extLst>
          </p:cNvPr>
          <p:cNvSpPr/>
          <p:nvPr/>
        </p:nvSpPr>
        <p:spPr bwMode="auto">
          <a:xfrm>
            <a:off x="1087940" y="2833819"/>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7" name="矩形 6">
            <a:extLst>
              <a:ext uri="{FF2B5EF4-FFF2-40B4-BE49-F238E27FC236}">
                <a16:creationId xmlns:a16="http://schemas.microsoft.com/office/drawing/2014/main" id="{39C1195E-3F40-42B5-9159-FD55E3DFA2AB}"/>
              </a:ext>
            </a:extLst>
          </p:cNvPr>
          <p:cNvSpPr/>
          <p:nvPr/>
        </p:nvSpPr>
        <p:spPr bwMode="auto">
          <a:xfrm>
            <a:off x="7101875" y="2836603"/>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8" name="矩形 7">
            <a:extLst>
              <a:ext uri="{FF2B5EF4-FFF2-40B4-BE49-F238E27FC236}">
                <a16:creationId xmlns:a16="http://schemas.microsoft.com/office/drawing/2014/main" id="{5CC080A1-07A3-45AF-B99E-D9DC760D5CAA}"/>
              </a:ext>
            </a:extLst>
          </p:cNvPr>
          <p:cNvSpPr/>
          <p:nvPr/>
        </p:nvSpPr>
        <p:spPr bwMode="auto">
          <a:xfrm>
            <a:off x="7847360" y="2834414"/>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9" name="矩形 8">
            <a:extLst>
              <a:ext uri="{FF2B5EF4-FFF2-40B4-BE49-F238E27FC236}">
                <a16:creationId xmlns:a16="http://schemas.microsoft.com/office/drawing/2014/main" id="{36632E05-38AD-49FA-AEA2-915775910756}"/>
              </a:ext>
            </a:extLst>
          </p:cNvPr>
          <p:cNvSpPr/>
          <p:nvPr/>
        </p:nvSpPr>
        <p:spPr bwMode="auto">
          <a:xfrm>
            <a:off x="8225204" y="2831841"/>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10" name="矩形 9">
            <a:extLst>
              <a:ext uri="{FF2B5EF4-FFF2-40B4-BE49-F238E27FC236}">
                <a16:creationId xmlns:a16="http://schemas.microsoft.com/office/drawing/2014/main" id="{A081A769-B545-4AC4-A17C-73EAEB02F78D}"/>
              </a:ext>
            </a:extLst>
          </p:cNvPr>
          <p:cNvSpPr/>
          <p:nvPr/>
        </p:nvSpPr>
        <p:spPr bwMode="auto">
          <a:xfrm>
            <a:off x="7477473" y="2831841"/>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120000"/>
              </a:lnSpc>
              <a:spcBef>
                <a:spcPct val="10000"/>
              </a:spcBef>
              <a:spcAft>
                <a:spcPct val="0"/>
              </a:spcAft>
              <a:buClr>
                <a:schemeClr val="tx1"/>
              </a:buClr>
              <a:buBlip>
                <a:blip r:embed="rId3"/>
              </a:buBlip>
            </a:pPr>
            <a:endParaRPr kumimoji="1" lang="zh-CN" altLang="en-US" sz="2800">
              <a:latin typeface="Times New Roman" pitchFamily="18" charset="0"/>
              <a:ea typeface="楷体_GB2312" pitchFamily="49" charset="-122"/>
            </a:endParaRPr>
          </a:p>
        </p:txBody>
      </p:sp>
      <p:sp>
        <p:nvSpPr>
          <p:cNvPr id="56" name="矩形 55">
            <a:extLst>
              <a:ext uri="{FF2B5EF4-FFF2-40B4-BE49-F238E27FC236}">
                <a16:creationId xmlns:a16="http://schemas.microsoft.com/office/drawing/2014/main" id="{6AEC75B3-4933-429A-8B5C-07D79C653A4B}"/>
              </a:ext>
            </a:extLst>
          </p:cNvPr>
          <p:cNvSpPr/>
          <p:nvPr/>
        </p:nvSpPr>
        <p:spPr bwMode="auto">
          <a:xfrm>
            <a:off x="563647" y="1309567"/>
            <a:ext cx="1673225" cy="2116378"/>
          </a:xfrm>
          <a:prstGeom prst="rect">
            <a:avLst/>
          </a:prstGeom>
          <a:blipFill dpi="0" rotWithShape="1">
            <a:blip r:embed="rId5">
              <a:alphaModFix amt="49000"/>
            </a:blip>
            <a:srcRect/>
            <a:tile tx="0" ty="0" sx="100000" sy="100000" flip="none" algn="tl"/>
          </a:blipFill>
          <a:ln w="63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3"/>
              </a:buBlip>
              <a:tabLst/>
            </a:pPr>
            <a:endParaRPr kumimoji="1" lang="zh-CN" altLang="en-US" sz="2800" b="0" i="0" u="none" strike="noStrike" cap="none" normalizeH="0" baseline="0" dirty="0">
              <a:ln>
                <a:noFill/>
              </a:ln>
              <a:solidFill>
                <a:schemeClr val="tx1"/>
              </a:solidFill>
              <a:effectLst/>
              <a:latin typeface="Times New Roman" pitchFamily="18" charset="0"/>
              <a:ea typeface="楷体_GB2312" pitchFamily="49" charset="-122"/>
            </a:endParaRPr>
          </a:p>
        </p:txBody>
      </p:sp>
      <p:sp>
        <p:nvSpPr>
          <p:cNvPr id="57" name="矩形 56">
            <a:extLst>
              <a:ext uri="{FF2B5EF4-FFF2-40B4-BE49-F238E27FC236}">
                <a16:creationId xmlns:a16="http://schemas.microsoft.com/office/drawing/2014/main" id="{C3E207FC-AAA1-4B4F-A54E-B89F8044F76A}"/>
              </a:ext>
            </a:extLst>
          </p:cNvPr>
          <p:cNvSpPr/>
          <p:nvPr/>
        </p:nvSpPr>
        <p:spPr bwMode="auto">
          <a:xfrm>
            <a:off x="6931091" y="1316179"/>
            <a:ext cx="1673225" cy="2101337"/>
          </a:xfrm>
          <a:prstGeom prst="rect">
            <a:avLst/>
          </a:prstGeom>
          <a:blipFill dpi="0" rotWithShape="1">
            <a:blip r:embed="rId5">
              <a:alphaModFix amt="49000"/>
            </a:blip>
            <a:srcRect/>
            <a:tile tx="0" ty="0" sx="100000" sy="100000" flip="none" algn="tl"/>
          </a:blipFill>
          <a:ln w="63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3"/>
              </a:buBlip>
              <a:tabLst/>
            </a:pPr>
            <a:endParaRPr kumimoji="1" lang="zh-CN" altLang="en-US" sz="2800" b="0" i="0" u="none" strike="noStrike" cap="none" normalizeH="0" baseline="0" dirty="0">
              <a:ln>
                <a:noFill/>
              </a:ln>
              <a:solidFill>
                <a:schemeClr val="tx1"/>
              </a:solidFill>
              <a:effectLst/>
              <a:latin typeface="Times New Roman" pitchFamily="18" charset="0"/>
              <a:ea typeface="楷体_GB2312" pitchFamily="49" charset="-122"/>
            </a:endParaRPr>
          </a:p>
        </p:txBody>
      </p:sp>
      <p:sp>
        <p:nvSpPr>
          <p:cNvPr id="58" name="矩形 57">
            <a:extLst>
              <a:ext uri="{FF2B5EF4-FFF2-40B4-BE49-F238E27FC236}">
                <a16:creationId xmlns:a16="http://schemas.microsoft.com/office/drawing/2014/main" id="{FB4E5FF1-34CF-4CF6-A77B-6ED138BBF535}"/>
              </a:ext>
            </a:extLst>
          </p:cNvPr>
          <p:cNvSpPr/>
          <p:nvPr/>
        </p:nvSpPr>
        <p:spPr bwMode="auto">
          <a:xfrm>
            <a:off x="565215" y="3428628"/>
            <a:ext cx="8039101" cy="528035"/>
          </a:xfrm>
          <a:prstGeom prst="rect">
            <a:avLst/>
          </a:prstGeom>
          <a:blipFill dpi="0" rotWithShape="1">
            <a:blip r:embed="rId5">
              <a:alphaModFix amt="49000"/>
            </a:blip>
            <a:srcRect/>
            <a:tile tx="0" ty="0" sx="100000" sy="100000" flip="none" algn="tl"/>
          </a:blipFill>
          <a:ln w="63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3"/>
              </a:buBlip>
              <a:tabLst/>
            </a:pPr>
            <a:endParaRPr kumimoji="1" lang="zh-CN" altLang="en-US" sz="2800" b="0" i="0" u="none" strike="noStrike" cap="none" normalizeH="0" baseline="0" dirty="0">
              <a:ln>
                <a:noFill/>
              </a:ln>
              <a:solidFill>
                <a:schemeClr val="tx1"/>
              </a:solidFill>
              <a:effectLst/>
              <a:latin typeface="Times New Roman" pitchFamily="18" charset="0"/>
              <a:ea typeface="楷体_GB2312" pitchFamily="49" charset="-122"/>
            </a:endParaRPr>
          </a:p>
        </p:txBody>
      </p:sp>
      <p:sp>
        <p:nvSpPr>
          <p:cNvPr id="2" name="矩形 1">
            <a:extLst>
              <a:ext uri="{FF2B5EF4-FFF2-40B4-BE49-F238E27FC236}">
                <a16:creationId xmlns:a16="http://schemas.microsoft.com/office/drawing/2014/main" id="{16DAEC21-0E9F-4650-BB4E-EF0E15A3B0A4}"/>
              </a:ext>
            </a:extLst>
          </p:cNvPr>
          <p:cNvSpPr/>
          <p:nvPr/>
        </p:nvSpPr>
        <p:spPr>
          <a:xfrm>
            <a:off x="489097" y="5447647"/>
            <a:ext cx="7991009" cy="1143198"/>
          </a:xfrm>
          <a:prstGeom prst="rect">
            <a:avLst/>
          </a:prstGeom>
        </p:spPr>
        <p:txBody>
          <a:bodyPr wrap="square">
            <a:spAutoFit/>
          </a:bodyPr>
          <a:lstStyle/>
          <a:p>
            <a:pPr marL="285750" indent="-285750">
              <a:lnSpc>
                <a:spcPts val="2600"/>
              </a:lnSpc>
              <a:spcBef>
                <a:spcPts val="300"/>
              </a:spcBef>
              <a:buClr>
                <a:srgbClr val="C00000"/>
              </a:buClr>
              <a:buSzPct val="10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接口层提供同一</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物理网络</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中各节点之间的连接和通信</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ts val="2600"/>
              </a:lnSpc>
              <a:spcBef>
                <a:spcPts val="300"/>
              </a:spcBef>
              <a:buClr>
                <a:srgbClr val="C00000"/>
              </a:buClr>
              <a:buSzPct val="10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同一</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物理网络</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必须执行相同的接口层协议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ts val="2600"/>
              </a:lnSpc>
              <a:spcBef>
                <a:spcPts val="300"/>
              </a:spcBef>
              <a:buClr>
                <a:srgbClr val="C00000"/>
              </a:buClr>
              <a:buSzPct val="10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不同</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物理网络的</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接口层协议可以不同</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标题 1">
            <a:extLst>
              <a:ext uri="{FF2B5EF4-FFF2-40B4-BE49-F238E27FC236}">
                <a16:creationId xmlns:a16="http://schemas.microsoft.com/office/drawing/2014/main" id="{9E6FEC8F-EB55-4F05-882A-DB47795ADBE0}"/>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接口层基础</a:t>
            </a:r>
          </a:p>
        </p:txBody>
      </p:sp>
    </p:spTree>
    <p:extLst>
      <p:ext uri="{BB962C8B-B14F-4D97-AF65-F5344CB8AC3E}">
        <p14:creationId xmlns:p14="http://schemas.microsoft.com/office/powerpoint/2010/main" val="165905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a:xfrm>
            <a:off x="363255" y="585338"/>
            <a:ext cx="8329808" cy="847331"/>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物理网络互联示例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0966" name="组合 12"/>
          <p:cNvGrpSpPr>
            <a:grpSpLocks/>
          </p:cNvGrpSpPr>
          <p:nvPr/>
        </p:nvGrpSpPr>
        <p:grpSpPr bwMode="auto">
          <a:xfrm>
            <a:off x="2855293" y="1253536"/>
            <a:ext cx="4929188" cy="3429000"/>
            <a:chOff x="214282" y="1347788"/>
            <a:chExt cx="6358528" cy="4867275"/>
          </a:xfrm>
        </p:grpSpPr>
        <p:pic>
          <p:nvPicPr>
            <p:cNvPr id="40972" name="Picture 4" descr="04x01"/>
            <p:cNvPicPr>
              <a:picLocks noChangeAspect="1" noChangeArrowheads="1"/>
            </p:cNvPicPr>
            <p:nvPr/>
          </p:nvPicPr>
          <p:blipFill>
            <a:blip r:embed="rId3"/>
            <a:srcRect/>
            <a:stretch>
              <a:fillRect/>
            </a:stretch>
          </p:blipFill>
          <p:spPr bwMode="auto">
            <a:xfrm>
              <a:off x="234950" y="1347788"/>
              <a:ext cx="6337300" cy="4867275"/>
            </a:xfrm>
            <a:prstGeom prst="rect">
              <a:avLst/>
            </a:prstGeom>
            <a:noFill/>
            <a:ln w="9525">
              <a:noFill/>
              <a:miter lim="800000"/>
              <a:headEnd/>
              <a:tailEnd/>
            </a:ln>
          </p:spPr>
        </p:pic>
        <p:sp>
          <p:nvSpPr>
            <p:cNvPr id="40973" name="Oval 8"/>
            <p:cNvSpPr>
              <a:spLocks noChangeArrowheads="1"/>
            </p:cNvSpPr>
            <p:nvPr/>
          </p:nvSpPr>
          <p:spPr bwMode="auto">
            <a:xfrm>
              <a:off x="5706043" y="1636706"/>
              <a:ext cx="866767" cy="863600"/>
            </a:xfrm>
            <a:prstGeom prst="ellipse">
              <a:avLst/>
            </a:prstGeom>
            <a:noFill/>
            <a:ln w="28575">
              <a:solidFill>
                <a:srgbClr val="FF0000"/>
              </a:solidFill>
              <a:round/>
              <a:headEnd/>
              <a:tailEnd/>
            </a:ln>
          </p:spPr>
          <p:txBody>
            <a:bodyPr wrap="none" anchor="ctr"/>
            <a:lstStyle/>
            <a:p>
              <a:endParaRPr lang="zh-CN" altLang="en-US"/>
            </a:p>
          </p:txBody>
        </p:sp>
        <p:sp>
          <p:nvSpPr>
            <p:cNvPr id="40974" name="Oval 8"/>
            <p:cNvSpPr>
              <a:spLocks noChangeArrowheads="1"/>
            </p:cNvSpPr>
            <p:nvPr/>
          </p:nvSpPr>
          <p:spPr bwMode="auto">
            <a:xfrm>
              <a:off x="214282" y="2214554"/>
              <a:ext cx="866767" cy="863600"/>
            </a:xfrm>
            <a:prstGeom prst="ellipse">
              <a:avLst/>
            </a:prstGeom>
            <a:noFill/>
            <a:ln w="28575">
              <a:solidFill>
                <a:srgbClr val="FF0000"/>
              </a:solidFill>
              <a:round/>
              <a:headEnd/>
              <a:tailEnd/>
            </a:ln>
          </p:spPr>
          <p:txBody>
            <a:bodyPr wrap="none" anchor="ctr"/>
            <a:lstStyle/>
            <a:p>
              <a:endParaRPr lang="zh-CN" altLang="en-US"/>
            </a:p>
          </p:txBody>
        </p:sp>
        <p:sp>
          <p:nvSpPr>
            <p:cNvPr id="40975" name="Oval 8"/>
            <p:cNvSpPr>
              <a:spLocks noChangeArrowheads="1"/>
            </p:cNvSpPr>
            <p:nvPr/>
          </p:nvSpPr>
          <p:spPr bwMode="auto">
            <a:xfrm>
              <a:off x="4786314" y="1643050"/>
              <a:ext cx="866767" cy="863600"/>
            </a:xfrm>
            <a:prstGeom prst="ellipse">
              <a:avLst/>
            </a:prstGeom>
            <a:noFill/>
            <a:ln w="28575">
              <a:solidFill>
                <a:srgbClr val="FF0000"/>
              </a:solidFill>
              <a:round/>
              <a:headEnd/>
              <a:tailEnd/>
            </a:ln>
          </p:spPr>
          <p:txBody>
            <a:bodyPr wrap="none" anchor="ctr"/>
            <a:lstStyle/>
            <a:p>
              <a:endParaRPr lang="zh-CN" altLang="en-US"/>
            </a:p>
          </p:txBody>
        </p:sp>
        <p:sp>
          <p:nvSpPr>
            <p:cNvPr id="40976" name="Oval 8"/>
            <p:cNvSpPr>
              <a:spLocks noChangeArrowheads="1"/>
            </p:cNvSpPr>
            <p:nvPr/>
          </p:nvSpPr>
          <p:spPr bwMode="auto">
            <a:xfrm>
              <a:off x="3500430" y="3911136"/>
              <a:ext cx="928694" cy="720724"/>
            </a:xfrm>
            <a:prstGeom prst="ellipse">
              <a:avLst/>
            </a:prstGeom>
            <a:noFill/>
            <a:ln w="28575">
              <a:solidFill>
                <a:srgbClr val="FF0000"/>
              </a:solidFill>
              <a:round/>
              <a:headEnd/>
              <a:tailEnd/>
            </a:ln>
          </p:spPr>
          <p:txBody>
            <a:bodyPr wrap="none" anchor="ctr"/>
            <a:lstStyle/>
            <a:p>
              <a:endParaRPr lang="zh-CN" altLang="en-US"/>
            </a:p>
          </p:txBody>
        </p:sp>
        <p:sp>
          <p:nvSpPr>
            <p:cNvPr id="40977" name="Oval 8"/>
            <p:cNvSpPr>
              <a:spLocks noChangeArrowheads="1"/>
            </p:cNvSpPr>
            <p:nvPr/>
          </p:nvSpPr>
          <p:spPr bwMode="auto">
            <a:xfrm>
              <a:off x="1643042" y="3214686"/>
              <a:ext cx="928694" cy="720724"/>
            </a:xfrm>
            <a:prstGeom prst="ellipse">
              <a:avLst/>
            </a:prstGeom>
            <a:noFill/>
            <a:ln w="28575">
              <a:solidFill>
                <a:srgbClr val="FF0000"/>
              </a:solidFill>
              <a:round/>
              <a:headEnd/>
              <a:tailEnd/>
            </a:ln>
          </p:spPr>
          <p:txBody>
            <a:bodyPr wrap="none" anchor="ctr"/>
            <a:lstStyle/>
            <a:p>
              <a:endParaRPr lang="zh-CN" altLang="en-US"/>
            </a:p>
          </p:txBody>
        </p:sp>
      </p:grpSp>
      <p:cxnSp>
        <p:nvCxnSpPr>
          <p:cNvPr id="14" name="直接箭头连接符 13"/>
          <p:cNvCxnSpPr>
            <a:endCxn id="40974" idx="2"/>
          </p:cNvCxnSpPr>
          <p:nvPr/>
        </p:nvCxnSpPr>
        <p:spPr bwMode="auto">
          <a:xfrm flipV="1">
            <a:off x="2355231" y="2167936"/>
            <a:ext cx="500062" cy="219075"/>
          </a:xfrm>
          <a:prstGeom prst="straightConnector1">
            <a:avLst/>
          </a:prstGeom>
          <a:solidFill>
            <a:srgbClr val="BFBFEF">
              <a:alpha val="77000"/>
            </a:srgbClr>
          </a:solidFill>
          <a:ln w="19050" cap="flat" cmpd="sng" algn="ctr">
            <a:solidFill>
              <a:srgbClr val="00B050"/>
            </a:solidFill>
            <a:prstDash val="solid"/>
            <a:round/>
            <a:headEnd type="none" w="med" len="med"/>
            <a:tailEnd type="triangle"/>
          </a:ln>
          <a:effectLst>
            <a:outerShdw sx="1000" sy="1000" rotWithShape="0">
              <a:srgbClr val="808080"/>
            </a:outerShdw>
          </a:effectLst>
        </p:spPr>
      </p:cxnSp>
      <p:cxnSp>
        <p:nvCxnSpPr>
          <p:cNvPr id="15" name="直接箭头连接符 14"/>
          <p:cNvCxnSpPr>
            <a:endCxn id="40977" idx="2"/>
          </p:cNvCxnSpPr>
          <p:nvPr/>
        </p:nvCxnSpPr>
        <p:spPr bwMode="auto">
          <a:xfrm>
            <a:off x="2355231" y="2458448"/>
            <a:ext cx="1608137" cy="363538"/>
          </a:xfrm>
          <a:prstGeom prst="straightConnector1">
            <a:avLst/>
          </a:prstGeom>
          <a:solidFill>
            <a:srgbClr val="BFBFEF">
              <a:alpha val="77000"/>
            </a:srgbClr>
          </a:solidFill>
          <a:ln w="19050" cap="flat" cmpd="sng" algn="ctr">
            <a:solidFill>
              <a:srgbClr val="00B050"/>
            </a:solidFill>
            <a:prstDash val="solid"/>
            <a:round/>
            <a:headEnd type="none" w="med" len="med"/>
            <a:tailEnd type="triangle"/>
          </a:ln>
          <a:effectLst>
            <a:outerShdw sx="1000" sy="1000" rotWithShape="0">
              <a:srgbClr val="808080"/>
            </a:outerShdw>
          </a:effectLst>
        </p:spPr>
      </p:cxnSp>
      <p:sp>
        <p:nvSpPr>
          <p:cNvPr id="17" name="TextBox 16"/>
          <p:cNvSpPr txBox="1"/>
          <p:nvPr/>
        </p:nvSpPr>
        <p:spPr>
          <a:xfrm>
            <a:off x="1249897" y="2207623"/>
            <a:ext cx="1176771" cy="369332"/>
          </a:xfrm>
          <a:prstGeom prst="rect">
            <a:avLst/>
          </a:prstGeom>
          <a:noFill/>
        </p:spPr>
        <p:txBody>
          <a:bodyPr wrap="square">
            <a:spAutoFit/>
          </a:bodyPr>
          <a:lstStyle/>
          <a:p>
            <a:pPr>
              <a:defRPr/>
            </a:pPr>
            <a:r>
              <a:rPr lang="zh-CN" altLang="en-US" sz="1800" b="1" dirty="0">
                <a:solidFill>
                  <a:srgbClr val="FF0000"/>
                </a:solidFill>
                <a:latin typeface="+mn-lt"/>
                <a:ea typeface="Arial Unicode MS" pitchFamily="34" charset="-122"/>
                <a:cs typeface="Arial Unicode MS" pitchFamily="34" charset="-122"/>
              </a:rPr>
              <a:t>相邻节点</a:t>
            </a:r>
          </a:p>
        </p:txBody>
      </p:sp>
      <p:cxnSp>
        <p:nvCxnSpPr>
          <p:cNvPr id="23" name="直接箭头连接符 22"/>
          <p:cNvCxnSpPr>
            <a:cxnSpLocks/>
            <a:stCxn id="24" idx="2"/>
          </p:cNvCxnSpPr>
          <p:nvPr/>
        </p:nvCxnSpPr>
        <p:spPr bwMode="auto">
          <a:xfrm flipH="1">
            <a:off x="4141170" y="1613898"/>
            <a:ext cx="351900" cy="844550"/>
          </a:xfrm>
          <a:prstGeom prst="straightConnector1">
            <a:avLst/>
          </a:prstGeom>
          <a:solidFill>
            <a:srgbClr val="BFBFEF">
              <a:alpha val="77000"/>
            </a:srgbClr>
          </a:solidFill>
          <a:ln w="19050" cap="flat" cmpd="sng" algn="ctr">
            <a:solidFill>
              <a:srgbClr val="00B050"/>
            </a:solidFill>
            <a:prstDash val="solid"/>
            <a:round/>
            <a:headEnd type="none" w="med" len="med"/>
            <a:tailEnd type="triangle"/>
          </a:ln>
          <a:effectLst>
            <a:outerShdw sx="1000" sy="1000" rotWithShape="0">
              <a:srgbClr val="808080"/>
            </a:outerShdw>
          </a:effectLst>
        </p:spPr>
      </p:cxnSp>
      <p:sp>
        <p:nvSpPr>
          <p:cNvPr id="24" name="TextBox 23"/>
          <p:cNvSpPr txBox="1"/>
          <p:nvPr/>
        </p:nvSpPr>
        <p:spPr>
          <a:xfrm>
            <a:off x="3890344" y="1244011"/>
            <a:ext cx="1205451" cy="369887"/>
          </a:xfrm>
          <a:prstGeom prst="rect">
            <a:avLst/>
          </a:prstGeom>
          <a:noFill/>
        </p:spPr>
        <p:txBody>
          <a:bodyPr wrap="square">
            <a:spAutoFit/>
          </a:bodyPr>
          <a:lstStyle/>
          <a:p>
            <a:pPr>
              <a:defRPr/>
            </a:pPr>
            <a:r>
              <a:rPr lang="zh-CN" altLang="en-US" sz="1800" b="1" dirty="0">
                <a:solidFill>
                  <a:srgbClr val="FF0000"/>
                </a:solidFill>
                <a:latin typeface="+mn-lt"/>
                <a:ea typeface="Arial Unicode MS" pitchFamily="34" charset="-122"/>
                <a:cs typeface="Arial Unicode MS" pitchFamily="34" charset="-122"/>
              </a:rPr>
              <a:t>物理网络</a:t>
            </a:r>
          </a:p>
        </p:txBody>
      </p:sp>
      <p:sp>
        <p:nvSpPr>
          <p:cNvPr id="25" name="标题 1">
            <a:extLst>
              <a:ext uri="{FF2B5EF4-FFF2-40B4-BE49-F238E27FC236}">
                <a16:creationId xmlns:a16="http://schemas.microsoft.com/office/drawing/2014/main" id="{A3147D4A-29FB-4E3E-B341-C1462A10A24A}"/>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接口层基础</a:t>
            </a:r>
          </a:p>
        </p:txBody>
      </p:sp>
      <p:pic>
        <p:nvPicPr>
          <p:cNvPr id="94" name="Picture 4" descr="04x02">
            <a:extLst>
              <a:ext uri="{FF2B5EF4-FFF2-40B4-BE49-F238E27FC236}">
                <a16:creationId xmlns:a16="http://schemas.microsoft.com/office/drawing/2014/main" id="{E3F02E1E-D8EF-4ED1-8779-29D6B14626B6}"/>
              </a:ext>
            </a:extLst>
          </p:cNvPr>
          <p:cNvPicPr>
            <a:picLocks noChangeAspect="1" noChangeArrowheads="1"/>
          </p:cNvPicPr>
          <p:nvPr/>
        </p:nvPicPr>
        <p:blipFill>
          <a:blip r:embed="rId4"/>
          <a:srcRect/>
          <a:stretch>
            <a:fillRect/>
          </a:stretch>
        </p:blipFill>
        <p:spPr bwMode="auto">
          <a:xfrm>
            <a:off x="876300" y="4235554"/>
            <a:ext cx="7391400" cy="2212975"/>
          </a:xfrm>
          <a:prstGeom prst="rect">
            <a:avLst/>
          </a:prstGeom>
          <a:noFill/>
          <a:ln w="9525">
            <a:noFill/>
            <a:miter lim="800000"/>
            <a:headEnd/>
            <a:tailEnd/>
          </a:ln>
        </p:spPr>
      </p:pic>
      <p:sp>
        <p:nvSpPr>
          <p:cNvPr id="95" name="矩形 94">
            <a:extLst>
              <a:ext uri="{FF2B5EF4-FFF2-40B4-BE49-F238E27FC236}">
                <a16:creationId xmlns:a16="http://schemas.microsoft.com/office/drawing/2014/main" id="{6D88C66A-95E5-45AB-971E-5BB69A3AA7BD}"/>
              </a:ext>
            </a:extLst>
          </p:cNvPr>
          <p:cNvSpPr/>
          <p:nvPr/>
        </p:nvSpPr>
        <p:spPr bwMode="auto">
          <a:xfrm>
            <a:off x="947711" y="5774666"/>
            <a:ext cx="1643074" cy="714380"/>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5"/>
              </a:buBlip>
              <a:tabLst/>
            </a:pPr>
            <a:endParaRPr kumimoji="1" lang="zh-CN" altLang="en-US" sz="2800" b="0" i="0" u="none" strike="noStrike" cap="none" normalizeH="0" baseline="0">
              <a:ln>
                <a:noFill/>
              </a:ln>
              <a:solidFill>
                <a:schemeClr val="tx1"/>
              </a:solidFill>
              <a:effectLst/>
              <a:latin typeface="Comic Sans MS" pitchFamily="66" charset="0"/>
              <a:ea typeface="楷体_GB2312" pitchFamily="49" charset="-122"/>
            </a:endParaRPr>
          </a:p>
        </p:txBody>
      </p:sp>
      <p:sp>
        <p:nvSpPr>
          <p:cNvPr id="96" name="矩形 95">
            <a:extLst>
              <a:ext uri="{FF2B5EF4-FFF2-40B4-BE49-F238E27FC236}">
                <a16:creationId xmlns:a16="http://schemas.microsoft.com/office/drawing/2014/main" id="{0EC18C79-18BA-423A-B551-63DA44EB7934}"/>
              </a:ext>
            </a:extLst>
          </p:cNvPr>
          <p:cNvSpPr/>
          <p:nvPr/>
        </p:nvSpPr>
        <p:spPr bwMode="auto">
          <a:xfrm>
            <a:off x="2720691" y="5774769"/>
            <a:ext cx="1643075" cy="714380"/>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5"/>
              </a:buBlip>
              <a:tabLst/>
            </a:pPr>
            <a:endParaRPr kumimoji="1" lang="zh-CN" altLang="en-US" sz="2800" b="0" i="0" u="none" strike="noStrike" cap="none" normalizeH="0" baseline="0">
              <a:ln>
                <a:noFill/>
              </a:ln>
              <a:solidFill>
                <a:schemeClr val="tx1"/>
              </a:solidFill>
              <a:effectLst/>
              <a:latin typeface="Comic Sans MS" pitchFamily="66" charset="0"/>
              <a:ea typeface="楷体_GB2312" pitchFamily="49" charset="-122"/>
            </a:endParaRPr>
          </a:p>
        </p:txBody>
      </p:sp>
      <p:sp>
        <p:nvSpPr>
          <p:cNvPr id="97" name="矩形 96">
            <a:extLst>
              <a:ext uri="{FF2B5EF4-FFF2-40B4-BE49-F238E27FC236}">
                <a16:creationId xmlns:a16="http://schemas.microsoft.com/office/drawing/2014/main" id="{62B10B97-E435-4EAF-A633-351CCEB741D5}"/>
              </a:ext>
            </a:extLst>
          </p:cNvPr>
          <p:cNvSpPr/>
          <p:nvPr/>
        </p:nvSpPr>
        <p:spPr bwMode="auto">
          <a:xfrm>
            <a:off x="4474114" y="5774666"/>
            <a:ext cx="1714512" cy="714380"/>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5"/>
              </a:buBlip>
              <a:tabLst/>
            </a:pPr>
            <a:endParaRPr kumimoji="1" lang="zh-CN" altLang="en-US" sz="2800" b="0" i="0" u="none" strike="noStrike" cap="none" normalizeH="0" baseline="0">
              <a:ln>
                <a:noFill/>
              </a:ln>
              <a:solidFill>
                <a:schemeClr val="tx1"/>
              </a:solidFill>
              <a:effectLst/>
              <a:latin typeface="Comic Sans MS" pitchFamily="66" charset="0"/>
              <a:ea typeface="楷体_GB2312" pitchFamily="49" charset="-122"/>
            </a:endParaRPr>
          </a:p>
        </p:txBody>
      </p:sp>
      <p:sp>
        <p:nvSpPr>
          <p:cNvPr id="98" name="矩形 97">
            <a:extLst>
              <a:ext uri="{FF2B5EF4-FFF2-40B4-BE49-F238E27FC236}">
                <a16:creationId xmlns:a16="http://schemas.microsoft.com/office/drawing/2014/main" id="{8E2308FA-19E5-47D2-8335-42E9D6C53F5D}"/>
              </a:ext>
            </a:extLst>
          </p:cNvPr>
          <p:cNvSpPr/>
          <p:nvPr/>
        </p:nvSpPr>
        <p:spPr bwMode="auto">
          <a:xfrm>
            <a:off x="6292591" y="5758559"/>
            <a:ext cx="1785951" cy="714380"/>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itchFamily="18" charset="2"/>
              <a:buBlip>
                <a:blip r:embed="rId5"/>
              </a:buBlip>
              <a:tabLst/>
            </a:pPr>
            <a:endParaRPr kumimoji="1" lang="zh-CN" altLang="en-US" sz="2800" b="0" i="0" u="none" strike="noStrike" cap="none" normalizeH="0" baseline="0">
              <a:ln>
                <a:noFill/>
              </a:ln>
              <a:solidFill>
                <a:schemeClr val="tx1"/>
              </a:solidFill>
              <a:effectLst/>
              <a:latin typeface="Comic Sans MS" pitchFamily="66" charset="0"/>
              <a:ea typeface="楷体_GB2312" pitchFamily="49" charset="-122"/>
            </a:endParaRPr>
          </a:p>
        </p:txBody>
      </p:sp>
    </p:spTree>
    <p:extLst>
      <p:ext uri="{BB962C8B-B14F-4D97-AF65-F5344CB8AC3E}">
        <p14:creationId xmlns:p14="http://schemas.microsoft.com/office/powerpoint/2010/main" val="2277171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a:extLst>
              <a:ext uri="{FF2B5EF4-FFF2-40B4-BE49-F238E27FC236}">
                <a16:creationId xmlns:a16="http://schemas.microsoft.com/office/drawing/2014/main" id="{50C24412-25D2-4051-A47B-16E17DA6EF8D}"/>
              </a:ext>
            </a:extLst>
          </p:cNvPr>
          <p:cNvSpPr>
            <a:spLocks noGrp="1" noChangeArrowheads="1"/>
          </p:cNvSpPr>
          <p:nvPr>
            <p:ph type="title"/>
          </p:nvPr>
        </p:nvSpPr>
        <p:spPr>
          <a:xfrm>
            <a:off x="372270" y="609600"/>
            <a:ext cx="8162129" cy="853258"/>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物理网络连接方式（拓扑结构）</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F50F4D97-61D3-421E-AE2A-13D1A710E8F5}"/>
              </a:ext>
            </a:extLst>
          </p:cNvPr>
          <p:cNvSpPr/>
          <p:nvPr/>
        </p:nvSpPr>
        <p:spPr>
          <a:xfrm>
            <a:off x="434151" y="5764730"/>
            <a:ext cx="8383639" cy="425758"/>
          </a:xfrm>
          <a:prstGeom prst="rect">
            <a:avLst/>
          </a:prstGeom>
        </p:spPr>
        <p:txBody>
          <a:bodyPr wrap="square">
            <a:spAutoFit/>
          </a:bodyPr>
          <a:lstStyle/>
          <a:p>
            <a:pPr marL="285750" indent="-285750">
              <a:lnSpc>
                <a:spcPts val="2600"/>
              </a:lnSpc>
              <a:spcBef>
                <a:spcPts val="300"/>
              </a:spcBef>
              <a:buClr>
                <a:srgbClr val="C00000"/>
              </a:buClr>
              <a:buSzPct val="100000"/>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节点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节点连接、共享式连接、交换式连接</a:t>
            </a:r>
            <a:endParaRPr lang="en-US" altLang="zh-CN" sz="2400" b="1"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D423354-74EA-46DB-9109-84F3D08AB98F}"/>
              </a:ext>
            </a:extLst>
          </p:cNvPr>
          <p:cNvPicPr>
            <a:picLocks noChangeAspect="1"/>
          </p:cNvPicPr>
          <p:nvPr/>
        </p:nvPicPr>
        <p:blipFill>
          <a:blip r:embed="rId3"/>
          <a:stretch>
            <a:fillRect/>
          </a:stretch>
        </p:blipFill>
        <p:spPr>
          <a:xfrm>
            <a:off x="3341959" y="1462858"/>
            <a:ext cx="2235000" cy="547167"/>
          </a:xfrm>
          <a:prstGeom prst="rect">
            <a:avLst/>
          </a:prstGeom>
        </p:spPr>
      </p:pic>
      <p:pic>
        <p:nvPicPr>
          <p:cNvPr id="5" name="图片 4">
            <a:extLst>
              <a:ext uri="{FF2B5EF4-FFF2-40B4-BE49-F238E27FC236}">
                <a16:creationId xmlns:a16="http://schemas.microsoft.com/office/drawing/2014/main" id="{FE101467-899E-47AF-A675-388F0CBAE373}"/>
              </a:ext>
            </a:extLst>
          </p:cNvPr>
          <p:cNvPicPr>
            <a:picLocks noChangeAspect="1"/>
          </p:cNvPicPr>
          <p:nvPr/>
        </p:nvPicPr>
        <p:blipFill>
          <a:blip r:embed="rId4"/>
          <a:stretch>
            <a:fillRect/>
          </a:stretch>
        </p:blipFill>
        <p:spPr>
          <a:xfrm>
            <a:off x="506770" y="2299290"/>
            <a:ext cx="2235000" cy="759333"/>
          </a:xfrm>
          <a:prstGeom prst="rect">
            <a:avLst/>
          </a:prstGeom>
        </p:spPr>
      </p:pic>
      <p:pic>
        <p:nvPicPr>
          <p:cNvPr id="6" name="图片 5">
            <a:extLst>
              <a:ext uri="{FF2B5EF4-FFF2-40B4-BE49-F238E27FC236}">
                <a16:creationId xmlns:a16="http://schemas.microsoft.com/office/drawing/2014/main" id="{95CFB0B4-F27D-4B43-A2C6-27CEF07D2C05}"/>
              </a:ext>
            </a:extLst>
          </p:cNvPr>
          <p:cNvPicPr>
            <a:picLocks noChangeAspect="1"/>
          </p:cNvPicPr>
          <p:nvPr/>
        </p:nvPicPr>
        <p:blipFill>
          <a:blip r:embed="rId5"/>
          <a:stretch>
            <a:fillRect/>
          </a:stretch>
        </p:blipFill>
        <p:spPr>
          <a:xfrm>
            <a:off x="615726" y="3321040"/>
            <a:ext cx="2017088" cy="2026750"/>
          </a:xfrm>
          <a:prstGeom prst="rect">
            <a:avLst/>
          </a:prstGeom>
        </p:spPr>
      </p:pic>
      <p:pic>
        <p:nvPicPr>
          <p:cNvPr id="7" name="图片 6">
            <a:extLst>
              <a:ext uri="{FF2B5EF4-FFF2-40B4-BE49-F238E27FC236}">
                <a16:creationId xmlns:a16="http://schemas.microsoft.com/office/drawing/2014/main" id="{7D269C46-7195-4C49-87AA-5EF69454291B}"/>
              </a:ext>
            </a:extLst>
          </p:cNvPr>
          <p:cNvPicPr>
            <a:picLocks noChangeAspect="1"/>
          </p:cNvPicPr>
          <p:nvPr/>
        </p:nvPicPr>
        <p:blipFill>
          <a:blip r:embed="rId6"/>
          <a:stretch>
            <a:fillRect/>
          </a:stretch>
        </p:blipFill>
        <p:spPr>
          <a:xfrm>
            <a:off x="6095992" y="2671528"/>
            <a:ext cx="2553488" cy="2551584"/>
          </a:xfrm>
          <a:prstGeom prst="rect">
            <a:avLst/>
          </a:prstGeom>
        </p:spPr>
      </p:pic>
      <p:pic>
        <p:nvPicPr>
          <p:cNvPr id="8" name="图片 7">
            <a:extLst>
              <a:ext uri="{FF2B5EF4-FFF2-40B4-BE49-F238E27FC236}">
                <a16:creationId xmlns:a16="http://schemas.microsoft.com/office/drawing/2014/main" id="{AF0A501A-03DA-4507-8E1C-219D1947F29C}"/>
              </a:ext>
            </a:extLst>
          </p:cNvPr>
          <p:cNvPicPr>
            <a:picLocks noChangeAspect="1"/>
          </p:cNvPicPr>
          <p:nvPr/>
        </p:nvPicPr>
        <p:blipFill>
          <a:blip r:embed="rId7"/>
          <a:stretch>
            <a:fillRect/>
          </a:stretch>
        </p:blipFill>
        <p:spPr>
          <a:xfrm>
            <a:off x="3142137" y="2644494"/>
            <a:ext cx="2553488" cy="2551584"/>
          </a:xfrm>
          <a:prstGeom prst="rect">
            <a:avLst/>
          </a:prstGeom>
        </p:spPr>
      </p:pic>
      <p:sp>
        <p:nvSpPr>
          <p:cNvPr id="80" name="标题 1">
            <a:extLst>
              <a:ext uri="{FF2B5EF4-FFF2-40B4-BE49-F238E27FC236}">
                <a16:creationId xmlns:a16="http://schemas.microsoft.com/office/drawing/2014/main" id="{310268BA-5E8B-41E6-AEC6-0F3DC7BC4998}"/>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接口层基础</a:t>
            </a:r>
          </a:p>
        </p:txBody>
      </p:sp>
    </p:spTree>
    <p:extLst>
      <p:ext uri="{BB962C8B-B14F-4D97-AF65-F5344CB8AC3E}">
        <p14:creationId xmlns:p14="http://schemas.microsoft.com/office/powerpoint/2010/main" val="41892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a:extLst>
              <a:ext uri="{FF2B5EF4-FFF2-40B4-BE49-F238E27FC236}">
                <a16:creationId xmlns:a16="http://schemas.microsoft.com/office/drawing/2014/main" id="{50C24412-25D2-4051-A47B-16E17DA6EF8D}"/>
              </a:ext>
            </a:extLst>
          </p:cNvPr>
          <p:cNvSpPr>
            <a:spLocks noGrp="1" noChangeArrowheads="1"/>
          </p:cNvSpPr>
          <p:nvPr>
            <p:ph type="title"/>
          </p:nvPr>
        </p:nvSpPr>
        <p:spPr>
          <a:xfrm>
            <a:off x="372270" y="609600"/>
            <a:ext cx="8162129" cy="82830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接口层功能</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标题 1">
            <a:extLst>
              <a:ext uri="{FF2B5EF4-FFF2-40B4-BE49-F238E27FC236}">
                <a16:creationId xmlns:a16="http://schemas.microsoft.com/office/drawing/2014/main" id="{286C6BF2-A6E6-421B-BFDE-5863BCFD24B1}"/>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接口层基础</a:t>
            </a:r>
          </a:p>
        </p:txBody>
      </p:sp>
      <p:sp>
        <p:nvSpPr>
          <p:cNvPr id="2" name="矩形 1">
            <a:extLst>
              <a:ext uri="{FF2B5EF4-FFF2-40B4-BE49-F238E27FC236}">
                <a16:creationId xmlns:a16="http://schemas.microsoft.com/office/drawing/2014/main" id="{40582B27-9C77-4057-B5F8-89AA744833D4}"/>
              </a:ext>
            </a:extLst>
          </p:cNvPr>
          <p:cNvSpPr/>
          <p:nvPr/>
        </p:nvSpPr>
        <p:spPr>
          <a:xfrm>
            <a:off x="5347379" y="846797"/>
            <a:ext cx="3546244" cy="828304"/>
          </a:xfrm>
          <a:prstGeom prst="rect">
            <a:avLst/>
          </a:prstGeom>
          <a:solidFill>
            <a:schemeClr val="accent6">
              <a:lumMod val="20000"/>
              <a:lumOff val="80000"/>
            </a:schemeClr>
          </a:solidFill>
          <a:ln>
            <a:solidFill>
              <a:srgbClr val="C00000"/>
            </a:solidFill>
          </a:ln>
        </p:spPr>
        <p:txBody>
          <a:bodyPr wrap="square">
            <a:spAutoFit/>
          </a:bodyPr>
          <a:lstStyle/>
          <a:p>
            <a:pPr>
              <a:lnSpc>
                <a:spcPts val="3000"/>
              </a:lnSpc>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接口层功能通常由网络接口卡（</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NIC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）和驱动程序共同实现</a:t>
            </a:r>
            <a:endParaRPr lang="zh-CN" altLang="en-US" sz="2000" dirty="0"/>
          </a:p>
        </p:txBody>
      </p:sp>
      <p:pic>
        <p:nvPicPr>
          <p:cNvPr id="80900" name="Picture 4">
            <a:extLst>
              <a:ext uri="{FF2B5EF4-FFF2-40B4-BE49-F238E27FC236}">
                <a16:creationId xmlns:a16="http://schemas.microsoft.com/office/drawing/2014/main" id="{E38022A4-BA64-4774-B2D5-1D401AE906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6122" y="2261680"/>
            <a:ext cx="3224874" cy="1847024"/>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A9FDDC56-1776-4DCE-87E4-BCF5320B89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3263" y="4409850"/>
            <a:ext cx="2004359" cy="1503270"/>
          </a:xfrm>
          <a:prstGeom prst="rect">
            <a:avLst/>
          </a:prstGeom>
        </p:spPr>
      </p:pic>
      <p:sp>
        <p:nvSpPr>
          <p:cNvPr id="8" name="Rectangle 3">
            <a:extLst>
              <a:ext uri="{FF2B5EF4-FFF2-40B4-BE49-F238E27FC236}">
                <a16:creationId xmlns:a16="http://schemas.microsoft.com/office/drawing/2014/main" id="{EDDA29BF-B0F9-4959-9545-DDC0FEFD7B28}"/>
              </a:ext>
            </a:extLst>
          </p:cNvPr>
          <p:cNvSpPr txBox="1">
            <a:spLocks noChangeArrowheads="1"/>
          </p:cNvSpPr>
          <p:nvPr/>
        </p:nvSpPr>
        <p:spPr>
          <a:xfrm>
            <a:off x="372270" y="1488765"/>
            <a:ext cx="5212545" cy="50874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ts val="2600"/>
              </a:lnSpc>
              <a:spcBef>
                <a:spcPts val="600"/>
              </a:spcBef>
              <a:buBlip>
                <a:blip r:embed="rId5"/>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物理层：提供位流服务</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宋体" panose="02010600030101010101" pitchFamily="2" charset="-122"/>
                <a:ea typeface="宋体" panose="02010600030101010101" pitchFamily="2" charset="-122"/>
                <a:cs typeface="Arial Unicode MS" pitchFamily="34" charset="-122"/>
              </a:rPr>
              <a:t>传输介质和拓扑结构</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宋体" panose="02010600030101010101" pitchFamily="2" charset="-122"/>
                <a:ea typeface="宋体" panose="02010600030101010101" pitchFamily="2" charset="-122"/>
                <a:cs typeface="Arial Unicode MS" pitchFamily="34" charset="-122"/>
              </a:rPr>
              <a:t>编码</a:t>
            </a:r>
            <a:r>
              <a:rPr lang="en-US" altLang="zh-CN" sz="2000" dirty="0">
                <a:latin typeface="宋体" panose="02010600030101010101" pitchFamily="2" charset="-122"/>
                <a:ea typeface="宋体" panose="02010600030101010101" pitchFamily="2" charset="-122"/>
                <a:cs typeface="Arial Unicode MS" pitchFamily="34" charset="-122"/>
              </a:rPr>
              <a:t>/</a:t>
            </a:r>
            <a:r>
              <a:rPr lang="zh-CN" altLang="en-US" sz="2000" dirty="0">
                <a:latin typeface="宋体" panose="02010600030101010101" pitchFamily="2" charset="-122"/>
                <a:ea typeface="宋体" panose="02010600030101010101" pitchFamily="2" charset="-122"/>
                <a:cs typeface="Arial Unicode MS" pitchFamily="34" charset="-122"/>
              </a:rPr>
              <a:t>解码（数据→信号）</a:t>
            </a:r>
            <a:endParaRPr lang="en-US" altLang="zh-CN" sz="2000" dirty="0">
              <a:latin typeface="宋体" panose="02010600030101010101" pitchFamily="2" charset="-122"/>
              <a:ea typeface="宋体" panose="02010600030101010101" pitchFamily="2" charset="-122"/>
              <a:cs typeface="Arial Unicode MS" pitchFamily="34" charset="-122"/>
            </a:endParaRPr>
          </a:p>
          <a:p>
            <a:pPr lvl="1">
              <a:lnSpc>
                <a:spcPts val="2600"/>
              </a:lnSpc>
              <a:buBlip>
                <a:blip r:embed="rId6"/>
              </a:buBlip>
              <a:defRPr/>
            </a:pPr>
            <a:r>
              <a:rPr lang="zh-CN" altLang="en-US" sz="2000" dirty="0">
                <a:latin typeface="宋体" panose="02010600030101010101" pitchFamily="2" charset="-122"/>
                <a:ea typeface="宋体" panose="02010600030101010101" pitchFamily="2" charset="-122"/>
                <a:cs typeface="Arial Unicode MS" pitchFamily="34" charset="-122"/>
              </a:rPr>
              <a:t>信号发送</a:t>
            </a:r>
            <a:r>
              <a:rPr lang="en-US" altLang="zh-CN" sz="2000" dirty="0">
                <a:latin typeface="宋体" panose="02010600030101010101" pitchFamily="2" charset="-122"/>
                <a:ea typeface="宋体" panose="02010600030101010101" pitchFamily="2" charset="-122"/>
                <a:cs typeface="Arial Unicode MS" pitchFamily="34" charset="-122"/>
              </a:rPr>
              <a:t>/</a:t>
            </a:r>
            <a:r>
              <a:rPr lang="zh-CN" altLang="en-US" sz="2000" dirty="0">
                <a:latin typeface="宋体" panose="02010600030101010101" pitchFamily="2" charset="-122"/>
                <a:ea typeface="宋体" panose="02010600030101010101" pitchFamily="2" charset="-122"/>
                <a:cs typeface="Arial Unicode MS" pitchFamily="34" charset="-122"/>
              </a:rPr>
              <a:t>接收</a:t>
            </a:r>
            <a:endParaRPr lang="en-US" altLang="zh-CN" sz="2000" dirty="0">
              <a:latin typeface="宋体" panose="02010600030101010101" pitchFamily="2" charset="-122"/>
              <a:ea typeface="宋体" panose="02010600030101010101" pitchFamily="2" charset="-122"/>
              <a:cs typeface="Arial Unicode MS" pitchFamily="34" charset="-122"/>
            </a:endParaRPr>
          </a:p>
          <a:p>
            <a:pPr lvl="1">
              <a:lnSpc>
                <a:spcPts val="2600"/>
              </a:lnSpc>
              <a:buBlip>
                <a:blip r:embed="rId6"/>
              </a:buBlip>
              <a:defRPr/>
            </a:pPr>
            <a:r>
              <a:rPr lang="zh-CN" altLang="en-US" sz="2000" dirty="0">
                <a:latin typeface="宋体" panose="02010600030101010101" pitchFamily="2" charset="-122"/>
                <a:ea typeface="宋体" panose="02010600030101010101" pitchFamily="2" charset="-122"/>
                <a:cs typeface="Arial Unicode MS" pitchFamily="34" charset="-122"/>
              </a:rPr>
              <a:t>时钟同步</a:t>
            </a:r>
            <a:endParaRPr lang="en-US" altLang="zh-CN" sz="2000" dirty="0">
              <a:latin typeface="宋体" panose="02010600030101010101" pitchFamily="2" charset="-122"/>
              <a:ea typeface="宋体" panose="02010600030101010101" pitchFamily="2" charset="-122"/>
              <a:cs typeface="Arial Unicode MS" pitchFamily="34" charset="-122"/>
            </a:endParaRPr>
          </a:p>
          <a:p>
            <a:pPr marL="355600" indent="-355600">
              <a:lnSpc>
                <a:spcPts val="3000"/>
              </a:lnSpc>
              <a:spcBef>
                <a:spcPts val="1200"/>
              </a:spcBef>
              <a:buBlip>
                <a:blip r:embed="rId5"/>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数据链路层：提供可靠或不可靠的传输服务</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数据单元及寻址方式定义</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链路层差错检测</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链路层复用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共享式连接：提供介质访问控制方法</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buBlip>
                <a:blip r:embed="rId6"/>
              </a:buBlip>
              <a:defRPr/>
            </a:pPr>
            <a:r>
              <a:rPr lang="zh-CN" altLang="en-US" sz="2000" dirty="0">
                <a:latin typeface="宋体" panose="02010600030101010101" pitchFamily="2" charset="-122"/>
                <a:ea typeface="宋体" panose="02010600030101010101" pitchFamily="2" charset="-122"/>
                <a:cs typeface="Arial Unicode MS" pitchFamily="34" charset="-122"/>
              </a:rPr>
              <a:t>交换式连接：数据单元转发</a:t>
            </a:r>
            <a:endParaRPr lang="en-US" altLang="zh-CN" sz="2000" dirty="0">
              <a:latin typeface="宋体" panose="02010600030101010101" pitchFamily="2" charset="-122"/>
              <a:ea typeface="宋体" panose="02010600030101010101" pitchFamily="2" charset="-122"/>
              <a:cs typeface="Arial Unicode MS" pitchFamily="34" charset="-122"/>
            </a:endParaRPr>
          </a:p>
          <a:p>
            <a:pPr marL="984250" lvl="2" indent="-176213">
              <a:lnSpc>
                <a:spcPts val="2600"/>
              </a:lnSpc>
              <a:spcBef>
                <a:spcPts val="600"/>
              </a:spcBef>
              <a:buFont typeface="Times New Roman" panose="02020603050405020304" pitchFamily="18" charset="0"/>
              <a:buChar char="-"/>
              <a:defRPr/>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8933413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212A4C9-D1F0-40F9-B7BF-2CE1CAF13874}"/>
              </a:ext>
            </a:extLst>
          </p:cNvPr>
          <p:cNvPicPr>
            <a:picLocks noChangeAspect="1"/>
          </p:cNvPicPr>
          <p:nvPr/>
        </p:nvPicPr>
        <p:blipFill>
          <a:blip r:embed="rId3"/>
          <a:stretch>
            <a:fillRect/>
          </a:stretch>
        </p:blipFill>
        <p:spPr>
          <a:xfrm>
            <a:off x="213199" y="1766170"/>
            <a:ext cx="5695439" cy="4617923"/>
          </a:xfrm>
          <a:prstGeom prst="rect">
            <a:avLst/>
          </a:prstGeom>
        </p:spPr>
      </p:pic>
      <p:sp>
        <p:nvSpPr>
          <p:cNvPr id="770050" name="Rectangle 2">
            <a:extLst>
              <a:ext uri="{FF2B5EF4-FFF2-40B4-BE49-F238E27FC236}">
                <a16:creationId xmlns:a16="http://schemas.microsoft.com/office/drawing/2014/main" id="{50C24412-25D2-4051-A47B-16E17DA6EF8D}"/>
              </a:ext>
            </a:extLst>
          </p:cNvPr>
          <p:cNvSpPr>
            <a:spLocks noGrp="1" noChangeArrowheads="1"/>
          </p:cNvSpPr>
          <p:nvPr>
            <p:ph type="title"/>
          </p:nvPr>
        </p:nvSpPr>
        <p:spPr>
          <a:xfrm>
            <a:off x="372270" y="609600"/>
            <a:ext cx="8162129" cy="828304"/>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接口层功能</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标题 1">
            <a:extLst>
              <a:ext uri="{FF2B5EF4-FFF2-40B4-BE49-F238E27FC236}">
                <a16:creationId xmlns:a16="http://schemas.microsoft.com/office/drawing/2014/main" id="{286C6BF2-A6E6-421B-BFDE-5863BCFD24B1}"/>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接口层基础</a:t>
            </a:r>
          </a:p>
        </p:txBody>
      </p:sp>
      <p:sp>
        <p:nvSpPr>
          <p:cNvPr id="2" name="矩形 1">
            <a:extLst>
              <a:ext uri="{FF2B5EF4-FFF2-40B4-BE49-F238E27FC236}">
                <a16:creationId xmlns:a16="http://schemas.microsoft.com/office/drawing/2014/main" id="{40582B27-9C77-4057-B5F8-89AA744833D4}"/>
              </a:ext>
            </a:extLst>
          </p:cNvPr>
          <p:cNvSpPr/>
          <p:nvPr/>
        </p:nvSpPr>
        <p:spPr>
          <a:xfrm>
            <a:off x="6537495" y="5555789"/>
            <a:ext cx="2356128" cy="828304"/>
          </a:xfrm>
          <a:prstGeom prst="rect">
            <a:avLst/>
          </a:prstGeom>
          <a:solidFill>
            <a:schemeClr val="accent6">
              <a:lumMod val="20000"/>
              <a:lumOff val="80000"/>
            </a:schemeClr>
          </a:solidFill>
          <a:ln>
            <a:solidFill>
              <a:srgbClr val="C00000"/>
            </a:solidFill>
          </a:ln>
        </p:spPr>
        <p:txBody>
          <a:bodyPr wrap="square">
            <a:spAutoFit/>
          </a:bodyPr>
          <a:lstStyle/>
          <a:p>
            <a:pPr>
              <a:lnSpc>
                <a:spcPts val="3000"/>
              </a:lnSpc>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网络接口卡（</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NIC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）及其驱动程序</a:t>
            </a:r>
            <a:endParaRPr lang="zh-CN" altLang="en-US" sz="2000" dirty="0"/>
          </a:p>
        </p:txBody>
      </p:sp>
      <p:pic>
        <p:nvPicPr>
          <p:cNvPr id="9" name="图片 8">
            <a:extLst>
              <a:ext uri="{FF2B5EF4-FFF2-40B4-BE49-F238E27FC236}">
                <a16:creationId xmlns:a16="http://schemas.microsoft.com/office/drawing/2014/main" id="{23DBF523-E3F2-44DD-9AD2-D5D19F20BF0A}"/>
              </a:ext>
            </a:extLst>
          </p:cNvPr>
          <p:cNvPicPr>
            <a:picLocks noChangeAspect="1"/>
          </p:cNvPicPr>
          <p:nvPr/>
        </p:nvPicPr>
        <p:blipFill>
          <a:blip r:embed="rId4"/>
          <a:stretch>
            <a:fillRect/>
          </a:stretch>
        </p:blipFill>
        <p:spPr>
          <a:xfrm>
            <a:off x="5810138" y="740123"/>
            <a:ext cx="3193997" cy="3067790"/>
          </a:xfrm>
          <a:prstGeom prst="rect">
            <a:avLst/>
          </a:prstGeom>
        </p:spPr>
      </p:pic>
    </p:spTree>
    <p:extLst>
      <p:ext uri="{BB962C8B-B14F-4D97-AF65-F5344CB8AC3E}">
        <p14:creationId xmlns:p14="http://schemas.microsoft.com/office/powerpoint/2010/main" val="429313606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378859" y="609600"/>
            <a:ext cx="8514316" cy="803275"/>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接口层技术分类</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5301" name="Rectangle 3"/>
          <p:cNvSpPr>
            <a:spLocks noGrp="1" noChangeArrowheads="1"/>
          </p:cNvSpPr>
          <p:nvPr>
            <p:ph type="body" idx="1"/>
          </p:nvPr>
        </p:nvSpPr>
        <p:spPr>
          <a:xfrm>
            <a:off x="451885" y="1476824"/>
            <a:ext cx="8119092" cy="4895850"/>
          </a:xfrm>
        </p:spPr>
        <p:txBody>
          <a:bodyPr>
            <a:normAutofit/>
          </a:bodyPr>
          <a:lstStyle/>
          <a:p>
            <a:pPr marL="355600" indent="-355600">
              <a:lnSpc>
                <a:spcPts val="26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三类接口层技术</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spcBef>
                <a:spcPts val="600"/>
              </a:spcBef>
              <a:buBlip>
                <a:blip r:embed="rId4"/>
              </a:buBlip>
              <a:defRP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局域网（</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Local Area Network </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LAN</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984250" lvl="2" indent="-176213">
              <a:lnSpc>
                <a:spcPts val="2600"/>
              </a:lnSpc>
              <a:spcBef>
                <a:spcPts val="600"/>
              </a:spcBef>
              <a:buFont typeface="Times New Roman" panose="02020603050405020304" pitchFamily="18" charset="0"/>
              <a:buChar cha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dirty="0">
                <a:latin typeface="Times New Roman" panose="02020603050405020304" pitchFamily="18" charset="0"/>
                <a:ea typeface="宋体" panose="02010600030101010101" pitchFamily="2" charset="-122"/>
                <a:cs typeface="Times New Roman" panose="02020603050405020304" pitchFamily="18" charset="0"/>
              </a:rPr>
              <a:t>Ethernet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）、无线局域网（</a:t>
            </a:r>
            <a:r>
              <a:rPr lang="en-US" altLang="zh-CN" dirty="0">
                <a:latin typeface="Times New Roman" panose="02020603050405020304" pitchFamily="18" charset="0"/>
                <a:ea typeface="宋体" panose="02010600030101010101" pitchFamily="2" charset="-122"/>
                <a:cs typeface="Times New Roman" panose="02020603050405020304" pitchFamily="18" charset="0"/>
              </a:rPr>
              <a:t>Wi-Fi</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城域网（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Metropolitan Area Network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176213">
              <a:lnSpc>
                <a:spcPts val="2600"/>
              </a:lnSpc>
              <a:spcBef>
                <a:spcPts val="600"/>
              </a:spcBef>
              <a:buFont typeface="Times New Roman" panose="02020603050405020304" pitchFamily="18" charset="0"/>
              <a:buChar char="-"/>
              <a:defRPr/>
            </a:pPr>
            <a:r>
              <a:rPr lang="en-US" altLang="zh-CN" dirty="0">
                <a:latin typeface="Times New Roman" panose="02020603050405020304" pitchFamily="18" charset="0"/>
                <a:ea typeface="宋体" panose="02010600030101010101" pitchFamily="2" charset="-122"/>
                <a:cs typeface="Times New Roman" panose="02020603050405020304" pitchFamily="18" charset="0"/>
              </a:rPr>
              <a:t>FDDI</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、交换式以太网</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广域网（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Wide Area Network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WAN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176213">
              <a:lnSpc>
                <a:spcPts val="2600"/>
              </a:lnSpc>
              <a:spcBef>
                <a:spcPts val="600"/>
              </a:spcBef>
              <a:buFont typeface="Times New Roman" panose="02020603050405020304" pitchFamily="18" charset="0"/>
              <a:buChar char="-"/>
              <a:defRPr/>
            </a:pPr>
            <a:r>
              <a:rPr lang="en-US" altLang="zh-CN" dirty="0">
                <a:latin typeface="Times New Roman" panose="02020603050405020304" pitchFamily="18" charset="0"/>
                <a:ea typeface="宋体" panose="02010600030101010101" pitchFamily="2" charset="-122"/>
                <a:cs typeface="Times New Roman" panose="02020603050405020304" pitchFamily="18" charset="0"/>
              </a:rPr>
              <a:t>ATM</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PPP</a:t>
            </a:r>
          </a:p>
          <a:p>
            <a:pPr marL="355600" indent="-355600">
              <a:lnSpc>
                <a:spcPts val="26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其他接口层技术</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个人区域网</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176213">
              <a:lnSpc>
                <a:spcPts val="2600"/>
              </a:lnSpc>
              <a:spcBef>
                <a:spcPts val="600"/>
              </a:spcBef>
              <a:buFont typeface="Times New Roman" panose="02020603050405020304" pitchFamily="18" charset="0"/>
              <a:buChar cha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蓝牙（</a:t>
            </a:r>
            <a:r>
              <a:rPr lang="en-US" altLang="zh-CN" dirty="0">
                <a:latin typeface="Times New Roman" panose="02020603050405020304" pitchFamily="18" charset="0"/>
                <a:ea typeface="宋体" panose="02010600030101010101" pitchFamily="2" charset="-122"/>
                <a:cs typeface="Times New Roman" panose="02020603050405020304" pitchFamily="18" charset="0"/>
              </a:rPr>
              <a:t>Bluetooth</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600"/>
              </a:lnSpc>
              <a:spcBef>
                <a:spcPts val="600"/>
              </a:spcBef>
              <a:buBlip>
                <a:blip r:embed="rId4"/>
              </a:buBlip>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无线传感器网</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984250" lvl="2" indent="-176213">
              <a:lnSpc>
                <a:spcPts val="2600"/>
              </a:lnSpc>
              <a:spcBef>
                <a:spcPts val="600"/>
              </a:spcBef>
              <a:buFont typeface="Times New Roman" panose="02020603050405020304" pitchFamily="18" charset="0"/>
              <a:buChar cha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紫蜂（</a:t>
            </a:r>
            <a:r>
              <a:rPr lang="en-US" altLang="zh-CN" dirty="0">
                <a:latin typeface="Times New Roman" panose="02020603050405020304" pitchFamily="18" charset="0"/>
                <a:ea typeface="宋体" panose="02010600030101010101" pitchFamily="2" charset="-122"/>
                <a:cs typeface="Times New Roman" panose="02020603050405020304" pitchFamily="18" charset="0"/>
              </a:rPr>
              <a:t>Zigbee</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BA8B2A8E-21B9-4230-BA2A-709BD2FC508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接口层基础</a:t>
            </a:r>
          </a:p>
        </p:txBody>
      </p:sp>
    </p:spTree>
    <p:extLst>
      <p:ext uri="{BB962C8B-B14F-4D97-AF65-F5344CB8AC3E}">
        <p14:creationId xmlns:p14="http://schemas.microsoft.com/office/powerpoint/2010/main" val="3719275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p:cNvSpPr>
            <a:spLocks noGrp="1" noChangeArrowheads="1"/>
          </p:cNvSpPr>
          <p:nvPr>
            <p:ph type="title"/>
          </p:nvPr>
        </p:nvSpPr>
        <p:spPr>
          <a:xfrm>
            <a:off x="323850" y="579177"/>
            <a:ext cx="8496300" cy="850147"/>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局域网体系结构与数据封装</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标题 1">
            <a:extLst>
              <a:ext uri="{FF2B5EF4-FFF2-40B4-BE49-F238E27FC236}">
                <a16:creationId xmlns:a16="http://schemas.microsoft.com/office/drawing/2014/main" id="{113B88C4-CD85-431E-8BCF-4A41716F25F8}"/>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5.2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局域网体系结构与组网方法</a:t>
            </a:r>
          </a:p>
        </p:txBody>
      </p:sp>
      <p:pic>
        <p:nvPicPr>
          <p:cNvPr id="9" name="图片 8">
            <a:extLst>
              <a:ext uri="{FF2B5EF4-FFF2-40B4-BE49-F238E27FC236}">
                <a16:creationId xmlns:a16="http://schemas.microsoft.com/office/drawing/2014/main" id="{688C9F52-6372-4DA7-A707-44629FAD2A26}"/>
              </a:ext>
            </a:extLst>
          </p:cNvPr>
          <p:cNvPicPr>
            <a:picLocks noChangeAspect="1"/>
          </p:cNvPicPr>
          <p:nvPr/>
        </p:nvPicPr>
        <p:blipFill>
          <a:blip r:embed="rId3"/>
          <a:stretch>
            <a:fillRect/>
          </a:stretch>
        </p:blipFill>
        <p:spPr>
          <a:xfrm>
            <a:off x="5547361" y="879651"/>
            <a:ext cx="3416240" cy="3151570"/>
          </a:xfrm>
          <a:prstGeom prst="rect">
            <a:avLst/>
          </a:prstGeom>
        </p:spPr>
      </p:pic>
      <p:pic>
        <p:nvPicPr>
          <p:cNvPr id="10" name="图片 9">
            <a:extLst>
              <a:ext uri="{FF2B5EF4-FFF2-40B4-BE49-F238E27FC236}">
                <a16:creationId xmlns:a16="http://schemas.microsoft.com/office/drawing/2014/main" id="{8187ED31-9860-4878-9229-CE1391A776E3}"/>
              </a:ext>
            </a:extLst>
          </p:cNvPr>
          <p:cNvPicPr>
            <a:picLocks noChangeAspect="1"/>
          </p:cNvPicPr>
          <p:nvPr/>
        </p:nvPicPr>
        <p:blipFill>
          <a:blip r:embed="rId4"/>
          <a:stretch>
            <a:fillRect/>
          </a:stretch>
        </p:blipFill>
        <p:spPr>
          <a:xfrm>
            <a:off x="3596640" y="4301272"/>
            <a:ext cx="5366961" cy="1977551"/>
          </a:xfrm>
          <a:prstGeom prst="rect">
            <a:avLst/>
          </a:prstGeom>
        </p:spPr>
      </p:pic>
      <p:sp>
        <p:nvSpPr>
          <p:cNvPr id="12" name="矩形 11">
            <a:extLst>
              <a:ext uri="{FF2B5EF4-FFF2-40B4-BE49-F238E27FC236}">
                <a16:creationId xmlns:a16="http://schemas.microsoft.com/office/drawing/2014/main" id="{AC700BCF-2511-4324-A12D-34A2BACAC161}"/>
              </a:ext>
            </a:extLst>
          </p:cNvPr>
          <p:cNvSpPr/>
          <p:nvPr/>
        </p:nvSpPr>
        <p:spPr>
          <a:xfrm>
            <a:off x="323850" y="1429324"/>
            <a:ext cx="5131095" cy="4138121"/>
          </a:xfrm>
          <a:prstGeom prst="rect">
            <a:avLst/>
          </a:prstGeom>
        </p:spPr>
        <p:txBody>
          <a:bodyPr wrap="square">
            <a:spAutoFit/>
          </a:bodyPr>
          <a:lstStyle/>
          <a:p>
            <a:pPr marL="342900" indent="-342900">
              <a:lnSpc>
                <a:spcPct val="120000"/>
              </a:lnSpc>
              <a:spcBef>
                <a:spcPts val="600"/>
              </a:spcBef>
              <a:buFont typeface="Wingdings" panose="05000000000000000000" pitchFamily="2" charset="2"/>
              <a:buChar char="n"/>
              <a:defRPr/>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介质访问控制层（</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Medium Access Control</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MAC</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638175" lvl="1" indent="-180975">
              <a:lnSpc>
                <a:spcPct val="120000"/>
              </a:lnSpc>
              <a:spcBef>
                <a:spcPts val="600"/>
              </a:spcBef>
              <a:buFont typeface="Arial" panose="020B0604020202020204" pitchFamily="34" charset="0"/>
              <a:buChar char="•"/>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物理节点寻址</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38175" lvl="1" indent="-180975">
              <a:lnSpc>
                <a:spcPct val="120000"/>
              </a:lnSpc>
              <a:spcBef>
                <a:spcPts val="600"/>
              </a:spcBef>
              <a:buFont typeface="Arial" panose="020B0604020202020204" pitchFamily="34" charset="0"/>
              <a:buChar char="•"/>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差错控制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38175" lvl="1" indent="-180975">
              <a:lnSpc>
                <a:spcPct val="120000"/>
              </a:lnSpc>
              <a:spcBef>
                <a:spcPts val="600"/>
              </a:spcBef>
              <a:buFont typeface="Arial" panose="020B0604020202020204" pitchFamily="34" charset="0"/>
              <a:buChar char="•"/>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介质访问控制（共享式连接）</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spcBef>
                <a:spcPts val="600"/>
              </a:spcBef>
              <a:buFont typeface="Wingdings" panose="05000000000000000000" pitchFamily="2" charset="2"/>
              <a:buChar char="n"/>
              <a:defRPr/>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逻辑链路控制层（</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Logical Link Control</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LLC</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627063" lvl="1" indent="-169863">
              <a:lnSpc>
                <a:spcPct val="120000"/>
              </a:lnSpc>
              <a:spcBef>
                <a:spcPts val="600"/>
              </a:spcBef>
              <a:buClr>
                <a:schemeClr val="tx1"/>
              </a:buClr>
              <a:buSzPct val="100000"/>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链路层复用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169863">
              <a:lnSpc>
                <a:spcPct val="120000"/>
              </a:lnSpc>
              <a:spcBef>
                <a:spcPts val="600"/>
              </a:spcBef>
              <a:buClr>
                <a:schemeClr val="tx1"/>
              </a:buClr>
              <a:buSzPct val="100000"/>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可靠数据传输</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10157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3"/>
          <p:cNvSpPr>
            <a:spLocks noGrp="1" noChangeArrowheads="1"/>
          </p:cNvSpPr>
          <p:nvPr>
            <p:ph type="body" idx="1"/>
          </p:nvPr>
        </p:nvSpPr>
        <p:spPr>
          <a:xfrm>
            <a:off x="311754" y="1011936"/>
            <a:ext cx="5981588" cy="5218176"/>
          </a:xfrm>
        </p:spPr>
        <p:txBody>
          <a:bodyPr>
            <a:normAutofit/>
          </a:bodyPr>
          <a:lstStyle/>
          <a:p>
            <a:pPr marL="355600" indent="-355600">
              <a:lnSpc>
                <a:spcPct val="120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共享式局域网</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网络中任一节点发送的信息被网络中所有节点收到（广播传输）</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982663" lvl="2" indent="-265113">
              <a:lnSpc>
                <a:spcPct val="120000"/>
              </a:lnSpc>
              <a:spcBef>
                <a:spcPts val="600"/>
              </a:spcBef>
              <a:buFont typeface="Times New Roman" panose="02020603050405020304" pitchFamily="18" charset="0"/>
              <a:buChar cha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共享式以太网、无线局域网、</a:t>
            </a:r>
            <a:r>
              <a:rPr lang="en-US" altLang="zh-CN" dirty="0">
                <a:latin typeface="Times New Roman" panose="02020603050405020304" pitchFamily="18" charset="0"/>
                <a:ea typeface="宋体" panose="02010600030101010101" pitchFamily="2" charset="-122"/>
                <a:cs typeface="Times New Roman" panose="02020603050405020304" pitchFamily="18" charset="0"/>
              </a:rPr>
              <a:t>FDDI</a:t>
            </a:r>
            <a:r>
              <a:rPr lang="zh-CN" altLang="en-US" dirty="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需要协调节点对共享介质的访问</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982663" lvl="2" indent="-265113">
              <a:lnSpc>
                <a:spcPct val="120000"/>
              </a:lnSpc>
              <a:spcBef>
                <a:spcPts val="600"/>
              </a:spcBef>
              <a:buFont typeface="Times New Roman" panose="02020603050405020304" pitchFamily="18" charset="0"/>
              <a:buChar char="•"/>
              <a:defRPr/>
            </a:pPr>
            <a:r>
              <a:rPr lang="zh-CN" altLang="en-US" b="1" dirty="0">
                <a:solidFill>
                  <a:srgbClr val="C00000"/>
                </a:solidFill>
                <a:latin typeface="+mn-ea"/>
                <a:cs typeface="Times New Roman" panose="02020603050405020304" pitchFamily="18" charset="0"/>
              </a:rPr>
              <a:t>介质访问控制方法</a:t>
            </a:r>
            <a:endParaRPr lang="en-US" altLang="zh-CN" b="1" dirty="0">
              <a:solidFill>
                <a:srgbClr val="C00000"/>
              </a:solidFill>
              <a:latin typeface="+mn-ea"/>
              <a:cs typeface="Times New Roman" panose="02020603050405020304" pitchFamily="18" charset="0"/>
            </a:endParaRPr>
          </a:p>
          <a:p>
            <a:pPr marL="355600" indent="-355600">
              <a:lnSpc>
                <a:spcPct val="120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交换式局域网</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indent="-328613">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链路采用点</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点连接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982663" lvl="2" indent="-265113">
              <a:lnSpc>
                <a:spcPct val="120000"/>
              </a:lnSpc>
              <a:spcBef>
                <a:spcPts val="600"/>
              </a:spcBef>
              <a:buFont typeface="Times New Roman" panose="02020603050405020304" pitchFamily="18" charset="0"/>
              <a:buChar cha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交换式以太网</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indent="-328613">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交换机成为网络连接的核心</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982663" lvl="2" indent="-265113">
              <a:lnSpc>
                <a:spcPct val="120000"/>
              </a:lnSpc>
              <a:spcBef>
                <a:spcPts val="600"/>
              </a:spcBef>
              <a:buFont typeface="Times New Roman" panose="02020603050405020304" pitchFamily="18" charset="0"/>
              <a:buChar char="•"/>
              <a:defRPr/>
            </a:pPr>
            <a:r>
              <a:rPr lang="zh-CN" altLang="en-US" b="1" dirty="0">
                <a:solidFill>
                  <a:srgbClr val="C00000"/>
                </a:solidFill>
                <a:latin typeface="+mn-ea"/>
                <a:cs typeface="Times New Roman" panose="02020603050405020304" pitchFamily="18" charset="0"/>
              </a:rPr>
              <a:t>链路层数据单元转发</a:t>
            </a:r>
            <a:endParaRPr lang="en-US" altLang="zh-CN" b="1" dirty="0">
              <a:solidFill>
                <a:srgbClr val="C00000"/>
              </a:solidFill>
              <a:latin typeface="+mn-ea"/>
              <a:cs typeface="Times New Roman" panose="02020603050405020304" pitchFamily="18" charset="0"/>
            </a:endParaRPr>
          </a:p>
        </p:txBody>
      </p:sp>
      <p:sp>
        <p:nvSpPr>
          <p:cNvPr id="6" name="标题 1">
            <a:extLst>
              <a:ext uri="{FF2B5EF4-FFF2-40B4-BE49-F238E27FC236}">
                <a16:creationId xmlns:a16="http://schemas.microsoft.com/office/drawing/2014/main" id="{BA8B2A8E-21B9-4230-BA2A-709BD2FC508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5.2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局域网体系结构与组网方法</a:t>
            </a:r>
          </a:p>
        </p:txBody>
      </p:sp>
      <p:grpSp>
        <p:nvGrpSpPr>
          <p:cNvPr id="7" name="组合 55"/>
          <p:cNvGrpSpPr>
            <a:grpSpLocks/>
          </p:cNvGrpSpPr>
          <p:nvPr/>
        </p:nvGrpSpPr>
        <p:grpSpPr bwMode="auto">
          <a:xfrm>
            <a:off x="6413310" y="1595825"/>
            <a:ext cx="1928813" cy="1833175"/>
            <a:chOff x="6357950" y="1700213"/>
            <a:chExt cx="1504620" cy="1491607"/>
          </a:xfrm>
        </p:grpSpPr>
        <p:sp>
          <p:nvSpPr>
            <p:cNvPr id="8" name="Text Box 5"/>
            <p:cNvSpPr txBox="1">
              <a:spLocks noChangeArrowheads="1"/>
            </p:cNvSpPr>
            <p:nvPr/>
          </p:nvSpPr>
          <p:spPr bwMode="auto">
            <a:xfrm>
              <a:off x="6357950" y="2941390"/>
              <a:ext cx="1504620" cy="250430"/>
            </a:xfrm>
            <a:prstGeom prst="rect">
              <a:avLst/>
            </a:prstGeom>
            <a:noFill/>
            <a:ln w="9525">
              <a:noFill/>
              <a:miter lim="800000"/>
              <a:headEnd/>
              <a:tailEnd/>
            </a:ln>
          </p:spPr>
          <p:txBody>
            <a:bodyPr>
              <a:spAutoFit/>
            </a:bodyPr>
            <a:lstStyle/>
            <a:p>
              <a:pPr algn="ctr"/>
              <a:r>
                <a:rPr lang="zh-CN" altLang="en-US" sz="1400" dirty="0">
                  <a:latin typeface="宋体" panose="02010600030101010101" pitchFamily="2" charset="-122"/>
                  <a:ea typeface="宋体" panose="02010600030101010101" pitchFamily="2" charset="-122"/>
                  <a:cs typeface="Arial Unicode MS" pitchFamily="34" charset="-122"/>
                </a:rPr>
                <a:t>共享式以太网</a:t>
              </a:r>
              <a:endParaRPr lang="en-US" altLang="zh-CN" sz="1400" dirty="0">
                <a:latin typeface="宋体" panose="02010600030101010101" pitchFamily="2" charset="-122"/>
                <a:ea typeface="宋体" panose="02010600030101010101" pitchFamily="2" charset="-122"/>
                <a:cs typeface="Arial Unicode MS" pitchFamily="34" charset="-122"/>
              </a:endParaRPr>
            </a:p>
          </p:txBody>
        </p:sp>
        <p:graphicFrame>
          <p:nvGraphicFramePr>
            <p:cNvPr id="9" name="Object 2"/>
            <p:cNvGraphicFramePr>
              <a:graphicFrameLocks noChangeAspect="1"/>
            </p:cNvGraphicFramePr>
            <p:nvPr/>
          </p:nvGraphicFramePr>
          <p:xfrm>
            <a:off x="6413512" y="2513013"/>
            <a:ext cx="439738" cy="366713"/>
          </p:xfrm>
          <a:graphic>
            <a:graphicData uri="http://schemas.openxmlformats.org/presentationml/2006/ole">
              <mc:AlternateContent xmlns:mc="http://schemas.openxmlformats.org/markup-compatibility/2006">
                <mc:Choice xmlns:v="urn:schemas-microsoft-com:vml" Requires="v">
                  <p:oleObj name="Clip" r:id="rId5" imgW="1307079" imgH="1083682" progId="">
                    <p:embed/>
                  </p:oleObj>
                </mc:Choice>
                <mc:Fallback>
                  <p:oleObj name="Clip" r:id="rId5" imgW="1307079" imgH="1083682" progId="">
                    <p:embed/>
                    <p:pic>
                      <p:nvPicPr>
                        <p:cNvPr id="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3512" y="2513013"/>
                          <a:ext cx="439738"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2240644530"/>
                </p:ext>
              </p:extLst>
            </p:nvPr>
          </p:nvGraphicFramePr>
          <p:xfrm>
            <a:off x="6569087" y="2128838"/>
            <a:ext cx="439738" cy="366713"/>
          </p:xfrm>
          <a:graphic>
            <a:graphicData uri="http://schemas.openxmlformats.org/presentationml/2006/ole">
              <mc:AlternateContent xmlns:mc="http://schemas.openxmlformats.org/markup-compatibility/2006">
                <mc:Choice xmlns:v="urn:schemas-microsoft-com:vml" Requires="v">
                  <p:oleObj name="Clip" r:id="rId7" imgW="1307079" imgH="1083682" progId="">
                    <p:embed/>
                  </p:oleObj>
                </mc:Choice>
                <mc:Fallback>
                  <p:oleObj name="Clip" r:id="rId7" imgW="1307079" imgH="1083682" progId="">
                    <p:embed/>
                    <p:pic>
                      <p:nvPicPr>
                        <p:cNvPr id="1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69087" y="2128838"/>
                          <a:ext cx="439738"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4"/>
            <p:cNvGraphicFramePr>
              <a:graphicFrameLocks noChangeAspect="1"/>
            </p:cNvGraphicFramePr>
            <p:nvPr/>
          </p:nvGraphicFramePr>
          <p:xfrm>
            <a:off x="7402525" y="2024063"/>
            <a:ext cx="439737" cy="366713"/>
          </p:xfrm>
          <a:graphic>
            <a:graphicData uri="http://schemas.openxmlformats.org/presentationml/2006/ole">
              <mc:AlternateContent xmlns:mc="http://schemas.openxmlformats.org/markup-compatibility/2006">
                <mc:Choice xmlns:v="urn:schemas-microsoft-com:vml" Requires="v">
                  <p:oleObj name="Clip" r:id="rId8" imgW="1307079" imgH="1083682" progId="">
                    <p:embed/>
                  </p:oleObj>
                </mc:Choice>
                <mc:Fallback>
                  <p:oleObj name="Clip" r:id="rId8" imgW="1307079" imgH="1083682" progId="">
                    <p:embed/>
                    <p:pic>
                      <p:nvPicPr>
                        <p:cNvPr id="1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2525" y="2024063"/>
                          <a:ext cx="439737"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5"/>
            <p:cNvGraphicFramePr>
              <a:graphicFrameLocks noChangeAspect="1"/>
            </p:cNvGraphicFramePr>
            <p:nvPr>
              <p:extLst>
                <p:ext uri="{D42A27DB-BD31-4B8C-83A1-F6EECF244321}">
                  <p14:modId xmlns:p14="http://schemas.microsoft.com/office/powerpoint/2010/main" val="258118881"/>
                </p:ext>
              </p:extLst>
            </p:nvPr>
          </p:nvGraphicFramePr>
          <p:xfrm>
            <a:off x="7223137" y="2493963"/>
            <a:ext cx="439738" cy="366713"/>
          </p:xfrm>
          <a:graphic>
            <a:graphicData uri="http://schemas.openxmlformats.org/presentationml/2006/ole">
              <mc:AlternateContent xmlns:mc="http://schemas.openxmlformats.org/markup-compatibility/2006">
                <mc:Choice xmlns:v="urn:schemas-microsoft-com:vml" Requires="v">
                  <p:oleObj name="Clip" r:id="rId9" imgW="1307079" imgH="1083682" progId="">
                    <p:embed/>
                  </p:oleObj>
                </mc:Choice>
                <mc:Fallback>
                  <p:oleObj name="Clip" r:id="rId9" imgW="1307079" imgH="1083682" progId="">
                    <p:embed/>
                    <p:pic>
                      <p:nvPicPr>
                        <p:cNvPr id="12"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3137" y="2493963"/>
                          <a:ext cx="439738"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Line 173"/>
            <p:cNvSpPr>
              <a:spLocks noChangeShapeType="1"/>
            </p:cNvSpPr>
            <p:nvPr/>
          </p:nvSpPr>
          <p:spPr bwMode="auto">
            <a:xfrm flipH="1">
              <a:off x="6975487" y="1865313"/>
              <a:ext cx="466725" cy="890588"/>
            </a:xfrm>
            <a:prstGeom prst="line">
              <a:avLst/>
            </a:prstGeom>
            <a:noFill/>
            <a:ln w="9525">
              <a:solidFill>
                <a:schemeClr val="tx1"/>
              </a:solidFill>
              <a:round/>
              <a:headEnd/>
              <a:tailEnd/>
            </a:ln>
          </p:spPr>
          <p:txBody>
            <a:bodyPr/>
            <a:lstStyle/>
            <a:p>
              <a:endParaRPr lang="zh-CN" altLang="en-US"/>
            </a:p>
          </p:txBody>
        </p:sp>
        <p:sp>
          <p:nvSpPr>
            <p:cNvPr id="14" name="Line 174"/>
            <p:cNvSpPr>
              <a:spLocks noChangeShapeType="1"/>
            </p:cNvSpPr>
            <p:nvPr/>
          </p:nvSpPr>
          <p:spPr bwMode="auto">
            <a:xfrm>
              <a:off x="6958025" y="2336801"/>
              <a:ext cx="242887" cy="1587"/>
            </a:xfrm>
            <a:prstGeom prst="line">
              <a:avLst/>
            </a:prstGeom>
            <a:noFill/>
            <a:ln w="9525">
              <a:solidFill>
                <a:schemeClr val="tx1"/>
              </a:solidFill>
              <a:round/>
              <a:headEnd/>
              <a:tailEnd/>
            </a:ln>
          </p:spPr>
          <p:txBody>
            <a:bodyPr/>
            <a:lstStyle/>
            <a:p>
              <a:endParaRPr lang="zh-CN" altLang="en-US"/>
            </a:p>
          </p:txBody>
        </p:sp>
        <p:sp>
          <p:nvSpPr>
            <p:cNvPr id="15" name="Line 175"/>
            <p:cNvSpPr>
              <a:spLocks noChangeShapeType="1"/>
            </p:cNvSpPr>
            <p:nvPr/>
          </p:nvSpPr>
          <p:spPr bwMode="auto">
            <a:xfrm>
              <a:off x="6823087" y="2673351"/>
              <a:ext cx="190500" cy="1587"/>
            </a:xfrm>
            <a:prstGeom prst="line">
              <a:avLst/>
            </a:prstGeom>
            <a:noFill/>
            <a:ln w="9525">
              <a:solidFill>
                <a:schemeClr val="tx1"/>
              </a:solidFill>
              <a:round/>
              <a:headEnd/>
              <a:tailEnd/>
            </a:ln>
          </p:spPr>
          <p:txBody>
            <a:bodyPr/>
            <a:lstStyle/>
            <a:p>
              <a:endParaRPr lang="zh-CN" altLang="en-US"/>
            </a:p>
          </p:txBody>
        </p:sp>
        <p:sp>
          <p:nvSpPr>
            <p:cNvPr id="16" name="Line 176"/>
            <p:cNvSpPr>
              <a:spLocks noChangeShapeType="1"/>
            </p:cNvSpPr>
            <p:nvPr/>
          </p:nvSpPr>
          <p:spPr bwMode="auto">
            <a:xfrm flipV="1">
              <a:off x="7267587" y="2197101"/>
              <a:ext cx="177800" cy="7937"/>
            </a:xfrm>
            <a:prstGeom prst="line">
              <a:avLst/>
            </a:prstGeom>
            <a:noFill/>
            <a:ln w="9525">
              <a:solidFill>
                <a:schemeClr val="tx1"/>
              </a:solidFill>
              <a:round/>
              <a:headEnd/>
              <a:tailEnd/>
            </a:ln>
          </p:spPr>
          <p:txBody>
            <a:bodyPr/>
            <a:lstStyle/>
            <a:p>
              <a:endParaRPr lang="zh-CN" altLang="en-US"/>
            </a:p>
          </p:txBody>
        </p:sp>
        <p:graphicFrame>
          <p:nvGraphicFramePr>
            <p:cNvPr id="17" name="Object 6"/>
            <p:cNvGraphicFramePr>
              <a:graphicFrameLocks noChangeAspect="1"/>
            </p:cNvGraphicFramePr>
            <p:nvPr>
              <p:extLst>
                <p:ext uri="{D42A27DB-BD31-4B8C-83A1-F6EECF244321}">
                  <p14:modId xmlns:p14="http://schemas.microsoft.com/office/powerpoint/2010/main" val="876212379"/>
                </p:ext>
              </p:extLst>
            </p:nvPr>
          </p:nvGraphicFramePr>
          <p:xfrm>
            <a:off x="6740537" y="1700213"/>
            <a:ext cx="439738" cy="366713"/>
          </p:xfrm>
          <a:graphic>
            <a:graphicData uri="http://schemas.openxmlformats.org/presentationml/2006/ole">
              <mc:AlternateContent xmlns:mc="http://schemas.openxmlformats.org/markup-compatibility/2006">
                <mc:Choice xmlns:v="urn:schemas-microsoft-com:vml" Requires="v">
                  <p:oleObj name="Clip" r:id="rId10" imgW="1307079" imgH="1083682" progId="">
                    <p:embed/>
                  </p:oleObj>
                </mc:Choice>
                <mc:Fallback>
                  <p:oleObj name="Clip" r:id="rId10" imgW="1307079" imgH="1083682" progId="">
                    <p:embed/>
                    <p:pic>
                      <p:nvPicPr>
                        <p:cNvPr id="1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0537" y="1700213"/>
                          <a:ext cx="439738"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Line 434"/>
            <p:cNvSpPr>
              <a:spLocks noChangeShapeType="1"/>
            </p:cNvSpPr>
            <p:nvPr/>
          </p:nvSpPr>
          <p:spPr bwMode="auto">
            <a:xfrm>
              <a:off x="7139000" y="1970088"/>
              <a:ext cx="242887" cy="1588"/>
            </a:xfrm>
            <a:prstGeom prst="line">
              <a:avLst/>
            </a:prstGeom>
            <a:noFill/>
            <a:ln w="9525">
              <a:solidFill>
                <a:schemeClr val="tx1"/>
              </a:solidFill>
              <a:round/>
              <a:headEnd/>
              <a:tailEnd/>
            </a:ln>
          </p:spPr>
          <p:txBody>
            <a:bodyPr/>
            <a:lstStyle/>
            <a:p>
              <a:endParaRPr lang="zh-CN" altLang="en-US"/>
            </a:p>
          </p:txBody>
        </p:sp>
        <p:sp>
          <p:nvSpPr>
            <p:cNvPr id="19" name="Line 435"/>
            <p:cNvSpPr>
              <a:spLocks noChangeShapeType="1"/>
            </p:cNvSpPr>
            <p:nvPr/>
          </p:nvSpPr>
          <p:spPr bwMode="auto">
            <a:xfrm>
              <a:off x="7139000" y="1970088"/>
              <a:ext cx="242887" cy="1588"/>
            </a:xfrm>
            <a:prstGeom prst="line">
              <a:avLst/>
            </a:prstGeom>
            <a:noFill/>
            <a:ln w="9525">
              <a:solidFill>
                <a:schemeClr val="tx1"/>
              </a:solidFill>
              <a:round/>
              <a:headEnd/>
              <a:tailEnd/>
            </a:ln>
          </p:spPr>
          <p:txBody>
            <a:bodyPr/>
            <a:lstStyle/>
            <a:p>
              <a:endParaRPr lang="zh-CN" altLang="en-US"/>
            </a:p>
          </p:txBody>
        </p:sp>
        <p:sp>
          <p:nvSpPr>
            <p:cNvPr id="20" name="Line 436"/>
            <p:cNvSpPr>
              <a:spLocks noChangeShapeType="1"/>
            </p:cNvSpPr>
            <p:nvPr/>
          </p:nvSpPr>
          <p:spPr bwMode="auto">
            <a:xfrm>
              <a:off x="7070737" y="2606676"/>
              <a:ext cx="190500" cy="1587"/>
            </a:xfrm>
            <a:prstGeom prst="line">
              <a:avLst/>
            </a:prstGeom>
            <a:noFill/>
            <a:ln w="9525">
              <a:solidFill>
                <a:schemeClr val="tx1"/>
              </a:solidFill>
              <a:round/>
              <a:headEnd/>
              <a:tailEnd/>
            </a:ln>
          </p:spPr>
          <p:txBody>
            <a:bodyPr/>
            <a:lstStyle/>
            <a:p>
              <a:endParaRPr lang="zh-CN" altLang="en-US"/>
            </a:p>
          </p:txBody>
        </p:sp>
      </p:grpSp>
      <p:sp>
        <p:nvSpPr>
          <p:cNvPr id="21" name="椭圆 20"/>
          <p:cNvSpPr/>
          <p:nvPr/>
        </p:nvSpPr>
        <p:spPr bwMode="auto">
          <a:xfrm rot="1877371">
            <a:off x="7322493" y="1649475"/>
            <a:ext cx="314137" cy="1462088"/>
          </a:xfrm>
          <a:prstGeom prst="ellipse">
            <a:avLst/>
          </a:prstGeom>
          <a:noFill/>
          <a:ln w="12700" cap="flat" cmpd="sng" algn="ctr">
            <a:solidFill>
              <a:srgbClr val="FF0000"/>
            </a:solidFill>
            <a:prstDash val="sysDash"/>
            <a:round/>
            <a:headEnd type="none" w="med" len="med"/>
            <a:tailEnd type="none" w="med" len="med"/>
          </a:ln>
          <a:effectLst>
            <a:outerShdw sx="1000" sy="1000" rotWithShape="0">
              <a:srgbClr val="808080"/>
            </a:outerShdw>
          </a:effectLst>
        </p:spPr>
        <p:txBody>
          <a:bodyPr wrap="none" anchor="ctr"/>
          <a:lstStyle/>
          <a:p>
            <a:pPr marL="342900" indent="-342900" algn="ctr">
              <a:lnSpc>
                <a:spcPct val="120000"/>
              </a:lnSpc>
              <a:spcBef>
                <a:spcPct val="10000"/>
              </a:spcBef>
              <a:buClr>
                <a:schemeClr val="tx1"/>
              </a:buClr>
              <a:buFont typeface="Symbol" pitchFamily="18" charset="2"/>
              <a:buBlip>
                <a:blip r:embed="rId11"/>
              </a:buBlip>
              <a:defRPr/>
            </a:pPr>
            <a:endParaRPr lang="zh-CN" altLang="en-US"/>
          </a:p>
        </p:txBody>
      </p:sp>
      <p:grpSp>
        <p:nvGrpSpPr>
          <p:cNvPr id="22" name="组合 56"/>
          <p:cNvGrpSpPr>
            <a:grpSpLocks/>
          </p:cNvGrpSpPr>
          <p:nvPr/>
        </p:nvGrpSpPr>
        <p:grpSpPr bwMode="auto">
          <a:xfrm>
            <a:off x="6047232" y="3861938"/>
            <a:ext cx="2903827" cy="2245645"/>
            <a:chOff x="6349144" y="4067191"/>
            <a:chExt cx="1706563" cy="1371392"/>
          </a:xfrm>
        </p:grpSpPr>
        <p:sp>
          <p:nvSpPr>
            <p:cNvPr id="23" name="Text Box 6"/>
            <p:cNvSpPr txBox="1">
              <a:spLocks noChangeArrowheads="1"/>
            </p:cNvSpPr>
            <p:nvPr/>
          </p:nvSpPr>
          <p:spPr bwMode="auto">
            <a:xfrm>
              <a:off x="6349144" y="5194338"/>
              <a:ext cx="1706563" cy="244245"/>
            </a:xfrm>
            <a:prstGeom prst="rect">
              <a:avLst/>
            </a:prstGeom>
            <a:noFill/>
            <a:ln w="9525">
              <a:noFill/>
              <a:miter lim="800000"/>
              <a:headEnd/>
              <a:tailEnd/>
            </a:ln>
          </p:spPr>
          <p:txBody>
            <a:bodyPr wrap="square">
              <a:spAutoFit/>
            </a:bodyPr>
            <a:lstStyle/>
            <a:p>
              <a:pPr algn="ctr"/>
              <a:r>
                <a:rPr lang="en-US" altLang="zh-CN" sz="1400" dirty="0">
                  <a:latin typeface="宋体" panose="02010600030101010101" pitchFamily="2" charset="-122"/>
                  <a:ea typeface="宋体" panose="02010600030101010101" pitchFamily="2" charset="-122"/>
                  <a:cs typeface="Arial Unicode MS" pitchFamily="34" charset="-122"/>
                </a:rPr>
                <a:t>802.11</a:t>
              </a:r>
              <a:r>
                <a:rPr lang="zh-CN" altLang="en-US" sz="1400" dirty="0">
                  <a:latin typeface="宋体" panose="02010600030101010101" pitchFamily="2" charset="-122"/>
                  <a:ea typeface="宋体" panose="02010600030101010101" pitchFamily="2" charset="-122"/>
                  <a:cs typeface="Arial Unicode MS" pitchFamily="34" charset="-122"/>
                </a:rPr>
                <a:t>无线局域网</a:t>
              </a:r>
              <a:endParaRPr lang="en-US" altLang="zh-CN" sz="1400" dirty="0">
                <a:latin typeface="宋体" panose="02010600030101010101" pitchFamily="2" charset="-122"/>
                <a:ea typeface="宋体" panose="02010600030101010101" pitchFamily="2" charset="-122"/>
                <a:cs typeface="Arial Unicode MS" pitchFamily="34" charset="-122"/>
              </a:endParaRPr>
            </a:p>
          </p:txBody>
        </p:sp>
        <p:grpSp>
          <p:nvGrpSpPr>
            <p:cNvPr id="24" name="Group 48"/>
            <p:cNvGrpSpPr>
              <a:grpSpLocks/>
            </p:cNvGrpSpPr>
            <p:nvPr/>
          </p:nvGrpSpPr>
          <p:grpSpPr bwMode="auto">
            <a:xfrm>
              <a:off x="7394587" y="4441841"/>
              <a:ext cx="273050" cy="341313"/>
              <a:chOff x="2870" y="1518"/>
              <a:chExt cx="292" cy="320"/>
            </a:xfrm>
          </p:grpSpPr>
          <p:graphicFrame>
            <p:nvGraphicFramePr>
              <p:cNvPr id="55" name="Object 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2" imgW="819000" imgH="847800" progId="">
                      <p:embed/>
                    </p:oleObj>
                  </mc:Choice>
                  <mc:Fallback>
                    <p:oleObj name="Clip" r:id="rId12" imgW="819000" imgH="847800" progId="">
                      <p:embed/>
                      <p:pic>
                        <p:nvPicPr>
                          <p:cNvPr id="55"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Object 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4" imgW="1266840" imgH="1200240" progId="">
                      <p:embed/>
                    </p:oleObj>
                  </mc:Choice>
                  <mc:Fallback>
                    <p:oleObj name="Clip" r:id="rId14" imgW="1266840" imgH="1200240" progId="">
                      <p:embed/>
                      <p:pic>
                        <p:nvPicPr>
                          <p:cNvPr id="56"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5" name="Group 51"/>
            <p:cNvGrpSpPr>
              <a:grpSpLocks/>
            </p:cNvGrpSpPr>
            <p:nvPr/>
          </p:nvGrpSpPr>
          <p:grpSpPr bwMode="auto">
            <a:xfrm>
              <a:off x="7137412" y="4778391"/>
              <a:ext cx="349250" cy="322263"/>
              <a:chOff x="2870" y="1518"/>
              <a:chExt cx="292" cy="320"/>
            </a:xfrm>
          </p:grpSpPr>
          <p:graphicFrame>
            <p:nvGraphicFramePr>
              <p:cNvPr id="53" name="Object 1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6" imgW="819000" imgH="847800" progId="">
                      <p:embed/>
                    </p:oleObj>
                  </mc:Choice>
                  <mc:Fallback>
                    <p:oleObj name="Clip" r:id="rId16" imgW="819000" imgH="847800" progId="">
                      <p:embed/>
                      <p:pic>
                        <p:nvPicPr>
                          <p:cNvPr id="53"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1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8" imgW="1266840" imgH="1200240" progId="">
                      <p:embed/>
                    </p:oleObj>
                  </mc:Choice>
                  <mc:Fallback>
                    <p:oleObj name="Clip" r:id="rId18" imgW="1266840" imgH="1200240" progId="">
                      <p:embed/>
                      <p:pic>
                        <p:nvPicPr>
                          <p:cNvPr id="54"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 name="Group 180"/>
            <p:cNvGrpSpPr>
              <a:grpSpLocks/>
            </p:cNvGrpSpPr>
            <p:nvPr/>
          </p:nvGrpSpPr>
          <p:grpSpPr bwMode="auto">
            <a:xfrm>
              <a:off x="7016762" y="4230704"/>
              <a:ext cx="290513" cy="404812"/>
              <a:chOff x="2556" y="2689"/>
              <a:chExt cx="183" cy="255"/>
            </a:xfrm>
          </p:grpSpPr>
          <p:pic>
            <p:nvPicPr>
              <p:cNvPr id="36" name="Picture 181" descr="31u_bnrz[1]"/>
              <p:cNvPicPr>
                <a:picLocks noChangeAspect="1" noChangeArrowheads="1"/>
              </p:cNvPicPr>
              <p:nvPr/>
            </p:nvPicPr>
            <p:blipFill>
              <a:blip r:embed="rId20"/>
              <a:srcRect/>
              <a:stretch>
                <a:fillRect/>
              </a:stretch>
            </p:blipFill>
            <p:spPr bwMode="auto">
              <a:xfrm>
                <a:off x="2609" y="2770"/>
                <a:ext cx="121" cy="174"/>
              </a:xfrm>
              <a:prstGeom prst="rect">
                <a:avLst/>
              </a:prstGeom>
              <a:noFill/>
              <a:ln w="9525">
                <a:noFill/>
                <a:miter lim="800000"/>
                <a:headEnd/>
                <a:tailEnd/>
              </a:ln>
            </p:spPr>
          </p:pic>
          <p:sp>
            <p:nvSpPr>
              <p:cNvPr id="37" name="Freeform 182"/>
              <p:cNvSpPr>
                <a:spLocks/>
              </p:cNvSpPr>
              <p:nvPr/>
            </p:nvSpPr>
            <p:spPr bwMode="auto">
              <a:xfrm>
                <a:off x="2605" y="2702"/>
                <a:ext cx="33" cy="39"/>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zh-CN" altLang="en-US"/>
              </a:p>
            </p:txBody>
          </p:sp>
          <p:sp>
            <p:nvSpPr>
              <p:cNvPr id="38" name="Freeform 183"/>
              <p:cNvSpPr>
                <a:spLocks/>
              </p:cNvSpPr>
              <p:nvPr/>
            </p:nvSpPr>
            <p:spPr bwMode="auto">
              <a:xfrm>
                <a:off x="2661" y="2701"/>
                <a:ext cx="22" cy="30"/>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zh-CN" altLang="en-US"/>
              </a:p>
            </p:txBody>
          </p:sp>
          <p:sp>
            <p:nvSpPr>
              <p:cNvPr id="39" name="Freeform 184"/>
              <p:cNvSpPr>
                <a:spLocks/>
              </p:cNvSpPr>
              <p:nvPr/>
            </p:nvSpPr>
            <p:spPr bwMode="auto">
              <a:xfrm>
                <a:off x="2584" y="2694"/>
                <a:ext cx="54" cy="63"/>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zh-CN" altLang="en-US"/>
              </a:p>
            </p:txBody>
          </p:sp>
          <p:sp>
            <p:nvSpPr>
              <p:cNvPr id="40" name="Freeform 185"/>
              <p:cNvSpPr>
                <a:spLocks/>
              </p:cNvSpPr>
              <p:nvPr/>
            </p:nvSpPr>
            <p:spPr bwMode="auto">
              <a:xfrm>
                <a:off x="2660" y="2692"/>
                <a:ext cx="47" cy="42"/>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zh-CN" altLang="en-US"/>
              </a:p>
            </p:txBody>
          </p:sp>
          <p:sp>
            <p:nvSpPr>
              <p:cNvPr id="41" name="Freeform 186"/>
              <p:cNvSpPr>
                <a:spLocks/>
              </p:cNvSpPr>
              <p:nvPr/>
            </p:nvSpPr>
            <p:spPr bwMode="auto">
              <a:xfrm>
                <a:off x="2564" y="2712"/>
                <a:ext cx="19" cy="39"/>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zh-CN" altLang="en-US"/>
              </a:p>
            </p:txBody>
          </p:sp>
          <p:sp>
            <p:nvSpPr>
              <p:cNvPr id="42" name="Freeform 187"/>
              <p:cNvSpPr>
                <a:spLocks/>
              </p:cNvSpPr>
              <p:nvPr/>
            </p:nvSpPr>
            <p:spPr bwMode="auto">
              <a:xfrm>
                <a:off x="2698" y="2689"/>
                <a:ext cx="41" cy="52"/>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zh-CN" altLang="en-US"/>
              </a:p>
            </p:txBody>
          </p:sp>
          <p:sp>
            <p:nvSpPr>
              <p:cNvPr id="43" name="Freeform 188"/>
              <p:cNvSpPr>
                <a:spLocks/>
              </p:cNvSpPr>
              <p:nvPr/>
            </p:nvSpPr>
            <p:spPr bwMode="auto">
              <a:xfrm>
                <a:off x="2653" y="2750"/>
                <a:ext cx="14" cy="31"/>
              </a:xfrm>
              <a:custGeom>
                <a:avLst/>
                <a:gdLst>
                  <a:gd name="T0" fmla="*/ 0 w 83"/>
                  <a:gd name="T1" fmla="*/ 0 h 187"/>
                  <a:gd name="T2" fmla="*/ 0 w 83"/>
                  <a:gd name="T3" fmla="*/ 0 h 187"/>
                  <a:gd name="T4" fmla="*/ 0 w 83"/>
                  <a:gd name="T5" fmla="*/ 0 h 187"/>
                  <a:gd name="T6" fmla="*/ 0 w 83"/>
                  <a:gd name="T7" fmla="*/ 0 h 187"/>
                  <a:gd name="T8" fmla="*/ 0 w 83"/>
                  <a:gd name="T9" fmla="*/ 0 h 187"/>
                  <a:gd name="T10" fmla="*/ 0 w 83"/>
                  <a:gd name="T11" fmla="*/ 0 h 187"/>
                  <a:gd name="T12" fmla="*/ 0 w 83"/>
                  <a:gd name="T13" fmla="*/ 0 h 187"/>
                  <a:gd name="T14" fmla="*/ 0 w 83"/>
                  <a:gd name="T15" fmla="*/ 0 h 187"/>
                  <a:gd name="T16" fmla="*/ 0 w 83"/>
                  <a:gd name="T17" fmla="*/ 0 h 187"/>
                  <a:gd name="T18" fmla="*/ 0 w 83"/>
                  <a:gd name="T19" fmla="*/ 0 h 187"/>
                  <a:gd name="T20" fmla="*/ 0 w 83"/>
                  <a:gd name="T21" fmla="*/ 0 h 187"/>
                  <a:gd name="T22" fmla="*/ 0 w 83"/>
                  <a:gd name="T23" fmla="*/ 0 h 187"/>
                  <a:gd name="T24" fmla="*/ 0 w 83"/>
                  <a:gd name="T25" fmla="*/ 0 h 187"/>
                  <a:gd name="T26" fmla="*/ 0 w 83"/>
                  <a:gd name="T27" fmla="*/ 0 h 187"/>
                  <a:gd name="T28" fmla="*/ 0 w 83"/>
                  <a:gd name="T29" fmla="*/ 0 h 187"/>
                  <a:gd name="T30" fmla="*/ 0 w 83"/>
                  <a:gd name="T31" fmla="*/ 0 h 187"/>
                  <a:gd name="T32" fmla="*/ 0 w 83"/>
                  <a:gd name="T33" fmla="*/ 0 h 187"/>
                  <a:gd name="T34" fmla="*/ 0 w 83"/>
                  <a:gd name="T35" fmla="*/ 0 h 187"/>
                  <a:gd name="T36" fmla="*/ 0 w 83"/>
                  <a:gd name="T37" fmla="*/ 0 h 187"/>
                  <a:gd name="T38" fmla="*/ 0 w 83"/>
                  <a:gd name="T39" fmla="*/ 0 h 187"/>
                  <a:gd name="T40" fmla="*/ 0 w 83"/>
                  <a:gd name="T41" fmla="*/ 0 h 187"/>
                  <a:gd name="T42" fmla="*/ 0 w 83"/>
                  <a:gd name="T43" fmla="*/ 0 h 187"/>
                  <a:gd name="T44" fmla="*/ 0 w 83"/>
                  <a:gd name="T45" fmla="*/ 0 h 187"/>
                  <a:gd name="T46" fmla="*/ 0 w 83"/>
                  <a:gd name="T47" fmla="*/ 0 h 187"/>
                  <a:gd name="T48" fmla="*/ 0 w 83"/>
                  <a:gd name="T49" fmla="*/ 0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zh-CN" altLang="en-US"/>
              </a:p>
            </p:txBody>
          </p:sp>
          <p:sp>
            <p:nvSpPr>
              <p:cNvPr id="44" name="Freeform 189"/>
              <p:cNvSpPr>
                <a:spLocks/>
              </p:cNvSpPr>
              <p:nvPr/>
            </p:nvSpPr>
            <p:spPr bwMode="auto">
              <a:xfrm>
                <a:off x="2647" y="2733"/>
                <a:ext cx="7" cy="16"/>
              </a:xfrm>
              <a:custGeom>
                <a:avLst/>
                <a:gdLst>
                  <a:gd name="T0" fmla="*/ 0 w 44"/>
                  <a:gd name="T1" fmla="*/ 0 h 94"/>
                  <a:gd name="T2" fmla="*/ 0 w 44"/>
                  <a:gd name="T3" fmla="*/ 0 h 94"/>
                  <a:gd name="T4" fmla="*/ 0 w 44"/>
                  <a:gd name="T5" fmla="*/ 0 h 94"/>
                  <a:gd name="T6" fmla="*/ 0 w 44"/>
                  <a:gd name="T7" fmla="*/ 0 h 94"/>
                  <a:gd name="T8" fmla="*/ 0 w 44"/>
                  <a:gd name="T9" fmla="*/ 0 h 94"/>
                  <a:gd name="T10" fmla="*/ 0 w 44"/>
                  <a:gd name="T11" fmla="*/ 0 h 94"/>
                  <a:gd name="T12" fmla="*/ 0 w 44"/>
                  <a:gd name="T13" fmla="*/ 0 h 94"/>
                  <a:gd name="T14" fmla="*/ 0 w 44"/>
                  <a:gd name="T15" fmla="*/ 0 h 94"/>
                  <a:gd name="T16" fmla="*/ 0 w 44"/>
                  <a:gd name="T17" fmla="*/ 0 h 94"/>
                  <a:gd name="T18" fmla="*/ 0 w 44"/>
                  <a:gd name="T19" fmla="*/ 0 h 94"/>
                  <a:gd name="T20" fmla="*/ 0 w 44"/>
                  <a:gd name="T21" fmla="*/ 0 h 94"/>
                  <a:gd name="T22" fmla="*/ 0 w 44"/>
                  <a:gd name="T23" fmla="*/ 0 h 94"/>
                  <a:gd name="T24" fmla="*/ 0 w 44"/>
                  <a:gd name="T25" fmla="*/ 0 h 94"/>
                  <a:gd name="T26" fmla="*/ 0 w 44"/>
                  <a:gd name="T27" fmla="*/ 0 h 94"/>
                  <a:gd name="T28" fmla="*/ 0 w 44"/>
                  <a:gd name="T29" fmla="*/ 0 h 94"/>
                  <a:gd name="T30" fmla="*/ 0 w 44"/>
                  <a:gd name="T31" fmla="*/ 0 h 94"/>
                  <a:gd name="T32" fmla="*/ 0 w 44"/>
                  <a:gd name="T33" fmla="*/ 0 h 94"/>
                  <a:gd name="T34" fmla="*/ 0 w 44"/>
                  <a:gd name="T35" fmla="*/ 0 h 94"/>
                  <a:gd name="T36" fmla="*/ 0 w 44"/>
                  <a:gd name="T37" fmla="*/ 0 h 94"/>
                  <a:gd name="T38" fmla="*/ 0 w 44"/>
                  <a:gd name="T39" fmla="*/ 0 h 94"/>
                  <a:gd name="T40" fmla="*/ 0 w 44"/>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zh-CN" altLang="en-US"/>
              </a:p>
            </p:txBody>
          </p:sp>
          <p:sp>
            <p:nvSpPr>
              <p:cNvPr id="45" name="Freeform 190"/>
              <p:cNvSpPr>
                <a:spLocks/>
              </p:cNvSpPr>
              <p:nvPr/>
            </p:nvSpPr>
            <p:spPr bwMode="auto">
              <a:xfrm>
                <a:off x="2641" y="2722"/>
                <a:ext cx="6" cy="9"/>
              </a:xfrm>
              <a:custGeom>
                <a:avLst/>
                <a:gdLst>
                  <a:gd name="T0" fmla="*/ 0 w 38"/>
                  <a:gd name="T1" fmla="*/ 0 h 54"/>
                  <a:gd name="T2" fmla="*/ 0 w 38"/>
                  <a:gd name="T3" fmla="*/ 0 h 54"/>
                  <a:gd name="T4" fmla="*/ 0 w 38"/>
                  <a:gd name="T5" fmla="*/ 0 h 54"/>
                  <a:gd name="T6" fmla="*/ 0 w 38"/>
                  <a:gd name="T7" fmla="*/ 0 h 54"/>
                  <a:gd name="T8" fmla="*/ 0 w 38"/>
                  <a:gd name="T9" fmla="*/ 0 h 54"/>
                  <a:gd name="T10" fmla="*/ 0 w 38"/>
                  <a:gd name="T11" fmla="*/ 0 h 54"/>
                  <a:gd name="T12" fmla="*/ 0 w 38"/>
                  <a:gd name="T13" fmla="*/ 0 h 54"/>
                  <a:gd name="T14" fmla="*/ 0 w 38"/>
                  <a:gd name="T15" fmla="*/ 0 h 54"/>
                  <a:gd name="T16" fmla="*/ 0 w 38"/>
                  <a:gd name="T17" fmla="*/ 0 h 54"/>
                  <a:gd name="T18" fmla="*/ 0 w 38"/>
                  <a:gd name="T19" fmla="*/ 0 h 54"/>
                  <a:gd name="T20" fmla="*/ 0 w 38"/>
                  <a:gd name="T21" fmla="*/ 0 h 54"/>
                  <a:gd name="T22" fmla="*/ 0 w 38"/>
                  <a:gd name="T23" fmla="*/ 0 h 54"/>
                  <a:gd name="T24" fmla="*/ 0 w 38"/>
                  <a:gd name="T25" fmla="*/ 0 h 54"/>
                  <a:gd name="T26" fmla="*/ 0 w 38"/>
                  <a:gd name="T27" fmla="*/ 0 h 54"/>
                  <a:gd name="T28" fmla="*/ 0 w 38"/>
                  <a:gd name="T29" fmla="*/ 0 h 54"/>
                  <a:gd name="T30" fmla="*/ 0 w 38"/>
                  <a:gd name="T31" fmla="*/ 0 h 54"/>
                  <a:gd name="T32" fmla="*/ 0 w 38"/>
                  <a:gd name="T33" fmla="*/ 0 h 54"/>
                  <a:gd name="T34" fmla="*/ 0 w 38"/>
                  <a:gd name="T35" fmla="*/ 0 h 54"/>
                  <a:gd name="T36" fmla="*/ 0 w 38"/>
                  <a:gd name="T37" fmla="*/ 0 h 54"/>
                  <a:gd name="T38" fmla="*/ 0 w 38"/>
                  <a:gd name="T39" fmla="*/ 0 h 54"/>
                  <a:gd name="T40" fmla="*/ 0 w 38"/>
                  <a:gd name="T41" fmla="*/ 0 h 54"/>
                  <a:gd name="T42" fmla="*/ 0 w 38"/>
                  <a:gd name="T43" fmla="*/ 0 h 54"/>
                  <a:gd name="T44" fmla="*/ 0 w 38"/>
                  <a:gd name="T45" fmla="*/ 0 h 54"/>
                  <a:gd name="T46" fmla="*/ 0 w 38"/>
                  <a:gd name="T47" fmla="*/ 0 h 54"/>
                  <a:gd name="T48" fmla="*/ 0 w 38"/>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zh-CN" altLang="en-US"/>
              </a:p>
            </p:txBody>
          </p:sp>
          <p:sp>
            <p:nvSpPr>
              <p:cNvPr id="46" name="Freeform 191"/>
              <p:cNvSpPr>
                <a:spLocks/>
              </p:cNvSpPr>
              <p:nvPr/>
            </p:nvSpPr>
            <p:spPr bwMode="auto">
              <a:xfrm>
                <a:off x="2636" y="2714"/>
                <a:ext cx="8" cy="6"/>
              </a:xfrm>
              <a:custGeom>
                <a:avLst/>
                <a:gdLst>
                  <a:gd name="T0" fmla="*/ 0 w 52"/>
                  <a:gd name="T1" fmla="*/ 0 h 36"/>
                  <a:gd name="T2" fmla="*/ 0 w 52"/>
                  <a:gd name="T3" fmla="*/ 0 h 36"/>
                  <a:gd name="T4" fmla="*/ 0 w 52"/>
                  <a:gd name="T5" fmla="*/ 0 h 36"/>
                  <a:gd name="T6" fmla="*/ 0 w 52"/>
                  <a:gd name="T7" fmla="*/ 0 h 36"/>
                  <a:gd name="T8" fmla="*/ 0 w 52"/>
                  <a:gd name="T9" fmla="*/ 0 h 36"/>
                  <a:gd name="T10" fmla="*/ 0 w 52"/>
                  <a:gd name="T11" fmla="*/ 0 h 36"/>
                  <a:gd name="T12" fmla="*/ 0 w 52"/>
                  <a:gd name="T13" fmla="*/ 0 h 36"/>
                  <a:gd name="T14" fmla="*/ 0 w 52"/>
                  <a:gd name="T15" fmla="*/ 0 h 36"/>
                  <a:gd name="T16" fmla="*/ 0 w 52"/>
                  <a:gd name="T17" fmla="*/ 0 h 36"/>
                  <a:gd name="T18" fmla="*/ 0 w 52"/>
                  <a:gd name="T19" fmla="*/ 0 h 36"/>
                  <a:gd name="T20" fmla="*/ 0 w 52"/>
                  <a:gd name="T21" fmla="*/ 0 h 36"/>
                  <a:gd name="T22" fmla="*/ 0 w 52"/>
                  <a:gd name="T23" fmla="*/ 0 h 36"/>
                  <a:gd name="T24" fmla="*/ 0 w 52"/>
                  <a:gd name="T25" fmla="*/ 0 h 36"/>
                  <a:gd name="T26" fmla="*/ 0 w 52"/>
                  <a:gd name="T27" fmla="*/ 0 h 36"/>
                  <a:gd name="T28" fmla="*/ 0 w 52"/>
                  <a:gd name="T29" fmla="*/ 0 h 36"/>
                  <a:gd name="T30" fmla="*/ 0 w 52"/>
                  <a:gd name="T31" fmla="*/ 0 h 36"/>
                  <a:gd name="T32" fmla="*/ 0 w 52"/>
                  <a:gd name="T33" fmla="*/ 0 h 36"/>
                  <a:gd name="T34" fmla="*/ 0 w 52"/>
                  <a:gd name="T35" fmla="*/ 0 h 36"/>
                  <a:gd name="T36" fmla="*/ 0 w 52"/>
                  <a:gd name="T37" fmla="*/ 0 h 36"/>
                  <a:gd name="T38" fmla="*/ 0 w 52"/>
                  <a:gd name="T39" fmla="*/ 0 h 36"/>
                  <a:gd name="T40" fmla="*/ 0 w 52"/>
                  <a:gd name="T41" fmla="*/ 0 h 36"/>
                  <a:gd name="T42" fmla="*/ 0 w 52"/>
                  <a:gd name="T43" fmla="*/ 0 h 36"/>
                  <a:gd name="T44" fmla="*/ 0 w 52"/>
                  <a:gd name="T45" fmla="*/ 0 h 36"/>
                  <a:gd name="T46" fmla="*/ 0 w 52"/>
                  <a:gd name="T47" fmla="*/ 0 h 36"/>
                  <a:gd name="T48" fmla="*/ 0 w 52"/>
                  <a:gd name="T49" fmla="*/ 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zh-CN" altLang="en-US"/>
              </a:p>
            </p:txBody>
          </p:sp>
          <p:sp>
            <p:nvSpPr>
              <p:cNvPr id="47" name="Freeform 192"/>
              <p:cNvSpPr>
                <a:spLocks/>
              </p:cNvSpPr>
              <p:nvPr/>
            </p:nvSpPr>
            <p:spPr bwMode="auto">
              <a:xfrm>
                <a:off x="2596" y="2704"/>
                <a:ext cx="33" cy="39"/>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zh-CN" altLang="en-US"/>
              </a:p>
            </p:txBody>
          </p:sp>
          <p:sp>
            <p:nvSpPr>
              <p:cNvPr id="48" name="Freeform 193"/>
              <p:cNvSpPr>
                <a:spLocks/>
              </p:cNvSpPr>
              <p:nvPr/>
            </p:nvSpPr>
            <p:spPr bwMode="auto">
              <a:xfrm>
                <a:off x="2652" y="2704"/>
                <a:ext cx="22" cy="30"/>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zh-CN" altLang="en-US"/>
              </a:p>
            </p:txBody>
          </p:sp>
          <p:sp>
            <p:nvSpPr>
              <p:cNvPr id="49" name="Freeform 194"/>
              <p:cNvSpPr>
                <a:spLocks/>
              </p:cNvSpPr>
              <p:nvPr/>
            </p:nvSpPr>
            <p:spPr bwMode="auto">
              <a:xfrm>
                <a:off x="2575" y="2697"/>
                <a:ext cx="53" cy="63"/>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zh-CN" altLang="en-US"/>
              </a:p>
            </p:txBody>
          </p:sp>
          <p:sp>
            <p:nvSpPr>
              <p:cNvPr id="50" name="Freeform 195"/>
              <p:cNvSpPr>
                <a:spLocks/>
              </p:cNvSpPr>
              <p:nvPr/>
            </p:nvSpPr>
            <p:spPr bwMode="auto">
              <a:xfrm>
                <a:off x="2650" y="2695"/>
                <a:ext cx="47" cy="42"/>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zh-CN" altLang="en-US"/>
              </a:p>
            </p:txBody>
          </p:sp>
          <p:sp>
            <p:nvSpPr>
              <p:cNvPr id="51" name="Freeform 196"/>
              <p:cNvSpPr>
                <a:spLocks/>
              </p:cNvSpPr>
              <p:nvPr/>
            </p:nvSpPr>
            <p:spPr bwMode="auto">
              <a:xfrm>
                <a:off x="2556" y="2718"/>
                <a:ext cx="19" cy="39"/>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zh-CN" altLang="en-US"/>
              </a:p>
            </p:txBody>
          </p:sp>
          <p:sp>
            <p:nvSpPr>
              <p:cNvPr id="52" name="Freeform 197"/>
              <p:cNvSpPr>
                <a:spLocks/>
              </p:cNvSpPr>
              <p:nvPr/>
            </p:nvSpPr>
            <p:spPr bwMode="auto">
              <a:xfrm>
                <a:off x="2689" y="2692"/>
                <a:ext cx="41" cy="52"/>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zh-CN" altLang="en-US"/>
              </a:p>
            </p:txBody>
          </p:sp>
        </p:grpSp>
        <p:grpSp>
          <p:nvGrpSpPr>
            <p:cNvPr id="27" name="Group 327"/>
            <p:cNvGrpSpPr>
              <a:grpSpLocks/>
            </p:cNvGrpSpPr>
            <p:nvPr/>
          </p:nvGrpSpPr>
          <p:grpSpPr bwMode="auto">
            <a:xfrm>
              <a:off x="6567500" y="4067191"/>
              <a:ext cx="273050" cy="341313"/>
              <a:chOff x="2870" y="1518"/>
              <a:chExt cx="292" cy="320"/>
            </a:xfrm>
          </p:grpSpPr>
          <p:graphicFrame>
            <p:nvGraphicFramePr>
              <p:cNvPr id="34" name="Object 1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1" imgW="819000" imgH="847800" progId="">
                      <p:embed/>
                    </p:oleObj>
                  </mc:Choice>
                  <mc:Fallback>
                    <p:oleObj name="Clip" r:id="rId21" imgW="819000" imgH="847800" progId="">
                      <p:embed/>
                      <p:pic>
                        <p:nvPicPr>
                          <p:cNvPr id="34"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1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2" imgW="1266840" imgH="1200240" progId="">
                      <p:embed/>
                    </p:oleObj>
                  </mc:Choice>
                  <mc:Fallback>
                    <p:oleObj name="Clip" r:id="rId22" imgW="1266840" imgH="1200240" progId="">
                      <p:embed/>
                      <p:pic>
                        <p:nvPicPr>
                          <p:cNvPr id="35"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 name="Group 330"/>
            <p:cNvGrpSpPr>
              <a:grpSpLocks/>
            </p:cNvGrpSpPr>
            <p:nvPr/>
          </p:nvGrpSpPr>
          <p:grpSpPr bwMode="auto">
            <a:xfrm>
              <a:off x="6683387" y="4618054"/>
              <a:ext cx="273050" cy="341312"/>
              <a:chOff x="2870" y="1518"/>
              <a:chExt cx="292" cy="320"/>
            </a:xfrm>
          </p:grpSpPr>
          <p:graphicFrame>
            <p:nvGraphicFramePr>
              <p:cNvPr id="32" name="Object 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3" imgW="819000" imgH="847800" progId="">
                      <p:embed/>
                    </p:oleObj>
                  </mc:Choice>
                  <mc:Fallback>
                    <p:oleObj name="Clip" r:id="rId23" imgW="819000" imgH="847800" progId="">
                      <p:embed/>
                      <p:pic>
                        <p:nvPicPr>
                          <p:cNvPr id="32"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1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4" imgW="1266840" imgH="1200240" progId="">
                      <p:embed/>
                    </p:oleObj>
                  </mc:Choice>
                  <mc:Fallback>
                    <p:oleObj name="Clip" r:id="rId24" imgW="1266840" imgH="1200240" progId="">
                      <p:embed/>
                      <p:pic>
                        <p:nvPicPr>
                          <p:cNvPr id="33"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 name="Group 333"/>
            <p:cNvGrpSpPr>
              <a:grpSpLocks/>
            </p:cNvGrpSpPr>
            <p:nvPr/>
          </p:nvGrpSpPr>
          <p:grpSpPr bwMode="auto">
            <a:xfrm>
              <a:off x="7459675" y="4091004"/>
              <a:ext cx="273050" cy="341312"/>
              <a:chOff x="2870" y="1518"/>
              <a:chExt cx="292" cy="320"/>
            </a:xfrm>
          </p:grpSpPr>
          <p:graphicFrame>
            <p:nvGraphicFramePr>
              <p:cNvPr id="30" name="Object 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5" imgW="819000" imgH="847800" progId="">
                      <p:embed/>
                    </p:oleObj>
                  </mc:Choice>
                  <mc:Fallback>
                    <p:oleObj name="Clip" r:id="rId25" imgW="819000" imgH="847800" progId="">
                      <p:embed/>
                      <p:pic>
                        <p:nvPicPr>
                          <p:cNvPr id="3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6" imgW="1266840" imgH="1200240" progId="">
                      <p:embed/>
                    </p:oleObj>
                  </mc:Choice>
                  <mc:Fallback>
                    <p:oleObj name="Clip" r:id="rId26" imgW="1266840" imgH="1200240" progId="">
                      <p:embed/>
                      <p:pic>
                        <p:nvPicPr>
                          <p:cNvPr id="31" name="Object 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57" name="椭圆 56"/>
          <p:cNvSpPr/>
          <p:nvPr/>
        </p:nvSpPr>
        <p:spPr bwMode="auto">
          <a:xfrm rot="21445377">
            <a:off x="7329835" y="4053189"/>
            <a:ext cx="600672" cy="797475"/>
          </a:xfrm>
          <a:prstGeom prst="ellipse">
            <a:avLst/>
          </a:prstGeom>
          <a:noFill/>
          <a:ln w="12700" cap="flat" cmpd="sng" algn="ctr">
            <a:solidFill>
              <a:srgbClr val="FF0000"/>
            </a:solidFill>
            <a:prstDash val="sysDash"/>
            <a:round/>
            <a:headEnd type="none" w="med" len="med"/>
            <a:tailEnd type="none" w="med" len="med"/>
          </a:ln>
          <a:effectLst>
            <a:outerShdw sx="1000" sy="1000" rotWithShape="0">
              <a:srgbClr val="808080"/>
            </a:outerShdw>
          </a:effectLst>
        </p:spPr>
        <p:txBody>
          <a:bodyPr wrap="none" anchor="ctr"/>
          <a:lstStyle/>
          <a:p>
            <a:pPr marL="342900" indent="-342900" algn="ctr">
              <a:lnSpc>
                <a:spcPct val="120000"/>
              </a:lnSpc>
              <a:spcBef>
                <a:spcPct val="10000"/>
              </a:spcBef>
              <a:buClr>
                <a:schemeClr val="tx1"/>
              </a:buClr>
              <a:buFont typeface="Symbol" pitchFamily="18" charset="2"/>
              <a:buBlip>
                <a:blip r:embed="rId11"/>
              </a:buBlip>
              <a:defRPr/>
            </a:pPr>
            <a:endParaRPr lang="zh-CN" altLang="en-US"/>
          </a:p>
        </p:txBody>
      </p:sp>
    </p:spTree>
    <p:extLst>
      <p:ext uri="{BB962C8B-B14F-4D97-AF65-F5344CB8AC3E}">
        <p14:creationId xmlns:p14="http://schemas.microsoft.com/office/powerpoint/2010/main" val="3853339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Rectangle 4"/>
          <p:cNvSpPr>
            <a:spLocks noGrp="1" noChangeArrowheads="1"/>
          </p:cNvSpPr>
          <p:nvPr>
            <p:ph type="title"/>
          </p:nvPr>
        </p:nvSpPr>
        <p:spPr>
          <a:xfrm>
            <a:off x="394363" y="642898"/>
            <a:ext cx="8373855" cy="759182"/>
          </a:xfrm>
        </p:spPr>
        <p:txBody>
          <a:bodyPr vert="horz" lIns="91440" tIns="45720" rIns="91440" bIns="45720" rtlCol="0" anchor="ctr">
            <a:no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LLC</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MAC</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地址</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标题 1">
            <a:extLst>
              <a:ext uri="{FF2B5EF4-FFF2-40B4-BE49-F238E27FC236}">
                <a16:creationId xmlns:a16="http://schemas.microsoft.com/office/drawing/2014/main" id="{DBE1387E-98A5-4AFA-9590-1414128FFB9C}"/>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pic>
        <p:nvPicPr>
          <p:cNvPr id="4" name="图片 3">
            <a:extLst>
              <a:ext uri="{FF2B5EF4-FFF2-40B4-BE49-F238E27FC236}">
                <a16:creationId xmlns:a16="http://schemas.microsoft.com/office/drawing/2014/main" id="{EFF16456-B067-4C89-920D-36DDF916693B}"/>
              </a:ext>
            </a:extLst>
          </p:cNvPr>
          <p:cNvPicPr>
            <a:picLocks noChangeAspect="1"/>
          </p:cNvPicPr>
          <p:nvPr/>
        </p:nvPicPr>
        <p:blipFill>
          <a:blip r:embed="rId2"/>
          <a:stretch>
            <a:fillRect/>
          </a:stretch>
        </p:blipFill>
        <p:spPr>
          <a:xfrm>
            <a:off x="2555311" y="821674"/>
            <a:ext cx="5983722" cy="5752200"/>
          </a:xfrm>
          <a:prstGeom prst="rect">
            <a:avLst/>
          </a:prstGeom>
        </p:spPr>
      </p:pic>
      <p:sp>
        <p:nvSpPr>
          <p:cNvPr id="10" name="矩形 9">
            <a:extLst>
              <a:ext uri="{FF2B5EF4-FFF2-40B4-BE49-F238E27FC236}">
                <a16:creationId xmlns:a16="http://schemas.microsoft.com/office/drawing/2014/main" id="{95E2929E-5324-45E9-AC4F-09CA75C849EB}"/>
              </a:ext>
            </a:extLst>
          </p:cNvPr>
          <p:cNvSpPr/>
          <p:nvPr/>
        </p:nvSpPr>
        <p:spPr>
          <a:xfrm>
            <a:off x="394363" y="1499327"/>
            <a:ext cx="4027325" cy="1000980"/>
          </a:xfrm>
          <a:prstGeom prst="rect">
            <a:avLst/>
          </a:prstGeom>
        </p:spPr>
        <p:txBody>
          <a:bodyPr wrap="square">
            <a:spAutoFit/>
          </a:bodyPr>
          <a:lstStyle/>
          <a:p>
            <a:pPr marL="285750" indent="-285750">
              <a:lnSpc>
                <a:spcPct val="130000"/>
              </a:lnSpc>
              <a:buClr>
                <a:srgbClr val="C00000"/>
              </a:buClr>
              <a:buSzPct val="100000"/>
              <a:buFont typeface="Wingdings" panose="05000000000000000000" pitchFamily="2" charset="2"/>
              <a:buChar char="n"/>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地址：称为物理网络地址，简称</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物理地址</a:t>
            </a:r>
            <a:endParaRPr lang="en-US" altLang="zh-CN" sz="2400" b="1"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52480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Grp="1" noChangeArrowheads="1"/>
          </p:cNvSpPr>
          <p:nvPr>
            <p:ph type="title"/>
          </p:nvPr>
        </p:nvSpPr>
        <p:spPr>
          <a:xfrm>
            <a:off x="395288" y="620712"/>
            <a:ext cx="8424862" cy="817943"/>
          </a:xfrm>
        </p:spPr>
        <p:txBody>
          <a:bodyPr>
            <a:norm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MAC</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地址</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物理地址</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1685" name="Rectangle 3"/>
          <p:cNvSpPr>
            <a:spLocks noGrp="1" noChangeArrowheads="1"/>
          </p:cNvSpPr>
          <p:nvPr>
            <p:ph type="body" idx="1"/>
          </p:nvPr>
        </p:nvSpPr>
        <p:spPr>
          <a:xfrm>
            <a:off x="499871" y="1609344"/>
            <a:ext cx="8071105" cy="4255008"/>
          </a:xfrm>
        </p:spPr>
        <p:txBody>
          <a:bodyPr>
            <a:normAutofit/>
          </a:bodyPr>
          <a:lstStyle/>
          <a:p>
            <a:pPr>
              <a:lnSpc>
                <a:spcPts val="3500"/>
              </a:lnSpc>
              <a:spcBef>
                <a:spcPts val="600"/>
              </a:spcBef>
              <a:buFont typeface="Wingdings" panose="05000000000000000000" pitchFamily="2" charset="2"/>
              <a:buChar char="n"/>
              <a:defRPr/>
            </a:pP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IP</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地址（</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32</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位）</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nSpc>
                <a:spcPts val="3500"/>
              </a:lnSpc>
              <a:spcBef>
                <a:spcPts val="600"/>
              </a:spcBef>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网络层地址（逻辑地址）：标识主机或路由器的一个接口</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500"/>
              </a:lnSpc>
              <a:spcBef>
                <a:spcPts val="600"/>
              </a:spcBef>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主要用于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数据包的路由转发</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500"/>
              </a:lnSpc>
              <a:spcBef>
                <a:spcPts val="600"/>
              </a:spcBef>
              <a:buFont typeface="Wingdings" panose="05000000000000000000" pitchFamily="2" charset="2"/>
              <a:buChar char="n"/>
              <a:defRPr/>
            </a:pP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MAC</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地址（</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48</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位）</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nSpc>
                <a:spcPts val="3500"/>
              </a:lnSpc>
              <a:spcBef>
                <a:spcPts val="600"/>
              </a:spcBef>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物理地址：在同一物理网络中，标识一个节点</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500"/>
              </a:lnSpc>
              <a:spcBef>
                <a:spcPts val="600"/>
              </a:spcBef>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对于大多数局域网，采用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48</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2">
              <a:lnSpc>
                <a:spcPts val="3500"/>
              </a:lnSpc>
              <a:spcBef>
                <a:spcPts val="600"/>
              </a:spcBef>
              <a:buFont typeface="Wingdings" panose="05000000000000000000" pitchFamily="2" charset="2"/>
              <a:buChar char="ü"/>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位于网卡的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ROM</a:t>
            </a:r>
            <a:r>
              <a:rPr lang="zh-CN" altLang="en-US"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dirty="0">
                <a:latin typeface="Times New Roman" panose="02020603050405020304" pitchFamily="18" charset="0"/>
                <a:ea typeface="宋体" panose="02010600030101010101" pitchFamily="2" charset="-122"/>
                <a:cs typeface="Times New Roman" panose="02020603050405020304" pitchFamily="18" charset="0"/>
              </a:rPr>
              <a:t>EPROM</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中</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2">
              <a:lnSpc>
                <a:spcPts val="3500"/>
              </a:lnSpc>
              <a:spcBef>
                <a:spcPts val="600"/>
              </a:spcBef>
              <a:buFont typeface="Wingdings" panose="05000000000000000000" pitchFamily="2" charset="2"/>
              <a:buChar char="ü"/>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扁平地址，无层次，需要唯一</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CC9A5DEC-94C6-4212-96E4-98D6ADD01FCF}"/>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Tree>
    <p:extLst>
      <p:ext uri="{BB962C8B-B14F-4D97-AF65-F5344CB8AC3E}">
        <p14:creationId xmlns:p14="http://schemas.microsoft.com/office/powerpoint/2010/main" val="1518347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2"/>
          <p:cNvSpPr>
            <a:spLocks noGrp="1" noChangeArrowheads="1"/>
          </p:cNvSpPr>
          <p:nvPr>
            <p:ph type="title"/>
          </p:nvPr>
        </p:nvSpPr>
        <p:spPr>
          <a:xfrm>
            <a:off x="400050" y="609601"/>
            <a:ext cx="8420100" cy="862012"/>
          </a:xfrm>
        </p:spPr>
        <p:txBody>
          <a:bodyPr>
            <a:norm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MAC</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地址</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物理地址</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199" name="Text Box 4"/>
          <p:cNvSpPr txBox="1">
            <a:spLocks noChangeArrowheads="1"/>
          </p:cNvSpPr>
          <p:nvPr/>
        </p:nvSpPr>
        <p:spPr bwMode="auto">
          <a:xfrm>
            <a:off x="465582" y="1505959"/>
            <a:ext cx="4041491" cy="430887"/>
          </a:xfrm>
          <a:prstGeom prst="rect">
            <a:avLst/>
          </a:prstGeom>
          <a:noFill/>
          <a:ln w="9525">
            <a:noFill/>
            <a:miter lim="800000"/>
            <a:headEnd/>
            <a:tailEnd/>
          </a:ln>
        </p:spPr>
        <p:txBody>
          <a:bodyPr wrap="none">
            <a:spAutoFit/>
          </a:bodyPr>
          <a:lstStyle/>
          <a:p>
            <a:pPr marL="342900" indent="-342900">
              <a:buFont typeface="Wingdings" panose="05000000000000000000" pitchFamily="2" charset="2"/>
              <a:buChar char="n"/>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每块网卡有唯一的</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00" name="Text Box 5"/>
          <p:cNvSpPr txBox="1">
            <a:spLocks noChangeArrowheads="1"/>
          </p:cNvSpPr>
          <p:nvPr/>
        </p:nvSpPr>
        <p:spPr bwMode="auto">
          <a:xfrm>
            <a:off x="4892959" y="823919"/>
            <a:ext cx="4041491" cy="430887"/>
          </a:xfrm>
          <a:prstGeom prst="rect">
            <a:avLst/>
          </a:prstGeom>
          <a:solidFill>
            <a:schemeClr val="accent6">
              <a:lumMod val="20000"/>
              <a:lumOff val="80000"/>
            </a:schemeClr>
          </a:solidFill>
          <a:ln w="9525">
            <a:noFill/>
            <a:miter lim="800000"/>
            <a:headEnd/>
            <a:tailEnd/>
          </a:ln>
        </p:spPr>
        <p:txBody>
          <a:bodyPr wrap="square">
            <a:spAutoFit/>
          </a:bodyPr>
          <a:lstStyle/>
          <a:p>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广播地址：</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FF-FF-FF-FF-FF-FF</a:t>
            </a:r>
          </a:p>
        </p:txBody>
      </p:sp>
      <p:sp>
        <p:nvSpPr>
          <p:cNvPr id="8201" name="Rectangle 17"/>
          <p:cNvSpPr>
            <a:spLocks noChangeArrowheads="1"/>
          </p:cNvSpPr>
          <p:nvPr/>
        </p:nvSpPr>
        <p:spPr bwMode="auto">
          <a:xfrm>
            <a:off x="7233967" y="4029654"/>
            <a:ext cx="269875" cy="204787"/>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8202" name="Text Box 18"/>
          <p:cNvSpPr txBox="1">
            <a:spLocks noChangeArrowheads="1"/>
          </p:cNvSpPr>
          <p:nvPr/>
        </p:nvSpPr>
        <p:spPr bwMode="auto">
          <a:xfrm>
            <a:off x="7540355" y="3931992"/>
            <a:ext cx="697627" cy="400110"/>
          </a:xfrm>
          <a:prstGeom prst="rect">
            <a:avLst/>
          </a:prstGeom>
          <a:noFill/>
          <a:ln w="9525">
            <a:noFill/>
            <a:miter lim="800000"/>
            <a:headEnd/>
            <a:tailEnd/>
          </a:ln>
        </p:spPr>
        <p:txBody>
          <a:bodyPr wrap="none">
            <a:spAutoFit/>
          </a:bodyPr>
          <a:lstStyle/>
          <a:p>
            <a:r>
              <a:rPr lang="zh-CN" altLang="en-US" sz="2000" dirty="0">
                <a:solidFill>
                  <a:srgbClr val="FF0000"/>
                </a:solidFill>
                <a:latin typeface="宋体" panose="02010600030101010101" pitchFamily="2" charset="-122"/>
                <a:ea typeface="宋体" panose="02010600030101010101" pitchFamily="2" charset="-122"/>
                <a:cs typeface="Arial Unicode MS" pitchFamily="34" charset="-122"/>
              </a:rPr>
              <a:t>网卡</a:t>
            </a:r>
            <a:endParaRPr lang="en-US" altLang="zh-CN" sz="2000" dirty="0">
              <a:solidFill>
                <a:srgbClr val="FF0000"/>
              </a:solidFill>
              <a:latin typeface="宋体" panose="02010600030101010101" pitchFamily="2" charset="-122"/>
              <a:ea typeface="宋体" panose="02010600030101010101" pitchFamily="2" charset="-122"/>
              <a:cs typeface="Arial Unicode MS" pitchFamily="34" charset="-122"/>
            </a:endParaRPr>
          </a:p>
        </p:txBody>
      </p:sp>
      <p:graphicFrame>
        <p:nvGraphicFramePr>
          <p:cNvPr id="8194" name="Object 2"/>
          <p:cNvGraphicFramePr>
            <a:graphicFrameLocks noChangeAspect="1"/>
          </p:cNvGraphicFramePr>
          <p:nvPr>
            <p:extLst>
              <p:ext uri="{D42A27DB-BD31-4B8C-83A1-F6EECF244321}">
                <p14:modId xmlns:p14="http://schemas.microsoft.com/office/powerpoint/2010/main" val="2349664277"/>
              </p:ext>
            </p:extLst>
          </p:nvPr>
        </p:nvGraphicFramePr>
        <p:xfrm>
          <a:off x="3558905" y="2092904"/>
          <a:ext cx="611187" cy="520700"/>
        </p:xfrm>
        <a:graphic>
          <a:graphicData uri="http://schemas.openxmlformats.org/presentationml/2006/ole">
            <mc:AlternateContent xmlns:mc="http://schemas.openxmlformats.org/markup-compatibility/2006">
              <mc:Choice xmlns:v="urn:schemas-microsoft-com:vml" Requires="v">
                <p:oleObj name="Clip" r:id="rId3" imgW="1307079" imgH="1083682" progId="">
                  <p:embed/>
                </p:oleObj>
              </mc:Choice>
              <mc:Fallback>
                <p:oleObj name="Clip" r:id="rId3" imgW="1307079" imgH="1083682" progId="">
                  <p:embed/>
                  <p:pic>
                    <p:nvPicPr>
                      <p:cNvPr id="8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905" y="2092904"/>
                        <a:ext cx="611187"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3" name="Freeform 8"/>
          <p:cNvSpPr>
            <a:spLocks/>
          </p:cNvSpPr>
          <p:nvPr/>
        </p:nvSpPr>
        <p:spPr bwMode="auto">
          <a:xfrm>
            <a:off x="2744517" y="3302579"/>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66CCFF"/>
          </a:solidFill>
          <a:ln w="9525">
            <a:noFill/>
            <a:round/>
            <a:headEnd/>
            <a:tailEnd/>
          </a:ln>
        </p:spPr>
        <p:txBody>
          <a:bodyPr wrap="none" anchor="ctr"/>
          <a:lstStyle/>
          <a:p>
            <a:endParaRPr lang="zh-CN" altLang="en-US"/>
          </a:p>
        </p:txBody>
      </p:sp>
      <p:graphicFrame>
        <p:nvGraphicFramePr>
          <p:cNvPr id="8195" name="Object 3"/>
          <p:cNvGraphicFramePr>
            <a:graphicFrameLocks noChangeAspect="1"/>
          </p:cNvGraphicFramePr>
          <p:nvPr>
            <p:extLst>
              <p:ext uri="{D42A27DB-BD31-4B8C-83A1-F6EECF244321}">
                <p14:modId xmlns:p14="http://schemas.microsoft.com/office/powerpoint/2010/main" val="3236269218"/>
              </p:ext>
            </p:extLst>
          </p:nvPr>
        </p:nvGraphicFramePr>
        <p:xfrm>
          <a:off x="5759180" y="3909004"/>
          <a:ext cx="611187" cy="520700"/>
        </p:xfrm>
        <a:graphic>
          <a:graphicData uri="http://schemas.openxmlformats.org/presentationml/2006/ole">
            <mc:AlternateContent xmlns:mc="http://schemas.openxmlformats.org/markup-compatibility/2006">
              <mc:Choice xmlns:v="urn:schemas-microsoft-com:vml" Requires="v">
                <p:oleObj name="Clip" r:id="rId5" imgW="1307079" imgH="1083682" progId="">
                  <p:embed/>
                </p:oleObj>
              </mc:Choice>
              <mc:Fallback>
                <p:oleObj name="Clip" r:id="rId5" imgW="1307079" imgH="1083682" progId="">
                  <p:embed/>
                  <p:pic>
                    <p:nvPicPr>
                      <p:cNvPr id="819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9180" y="3909004"/>
                        <a:ext cx="611187"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4"/>
          <p:cNvGraphicFramePr>
            <a:graphicFrameLocks noChangeAspect="1"/>
          </p:cNvGraphicFramePr>
          <p:nvPr>
            <p:extLst>
              <p:ext uri="{D42A27DB-BD31-4B8C-83A1-F6EECF244321}">
                <p14:modId xmlns:p14="http://schemas.microsoft.com/office/powerpoint/2010/main" val="1778567200"/>
              </p:ext>
            </p:extLst>
          </p:nvPr>
        </p:nvGraphicFramePr>
        <p:xfrm>
          <a:off x="3544617" y="5852104"/>
          <a:ext cx="611188" cy="520700"/>
        </p:xfrm>
        <a:graphic>
          <a:graphicData uri="http://schemas.openxmlformats.org/presentationml/2006/ole">
            <mc:AlternateContent xmlns:mc="http://schemas.openxmlformats.org/markup-compatibility/2006">
              <mc:Choice xmlns:v="urn:schemas-microsoft-com:vml" Requires="v">
                <p:oleObj name="Clip" r:id="rId7" imgW="1307079" imgH="1083682" progId="">
                  <p:embed/>
                </p:oleObj>
              </mc:Choice>
              <mc:Fallback>
                <p:oleObj name="Clip" r:id="rId7" imgW="1307079" imgH="1083682" progId="">
                  <p:embed/>
                  <p:pic>
                    <p:nvPicPr>
                      <p:cNvPr id="819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4617" y="5852104"/>
                        <a:ext cx="611188"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5"/>
          <p:cNvGraphicFramePr>
            <a:graphicFrameLocks noChangeAspect="1"/>
          </p:cNvGraphicFramePr>
          <p:nvPr>
            <p:extLst>
              <p:ext uri="{D42A27DB-BD31-4B8C-83A1-F6EECF244321}">
                <p14:modId xmlns:p14="http://schemas.microsoft.com/office/powerpoint/2010/main" val="1778261874"/>
              </p:ext>
            </p:extLst>
          </p:nvPr>
        </p:nvGraphicFramePr>
        <p:xfrm>
          <a:off x="1083992" y="3751841"/>
          <a:ext cx="611188" cy="520700"/>
        </p:xfrm>
        <a:graphic>
          <a:graphicData uri="http://schemas.openxmlformats.org/presentationml/2006/ole">
            <mc:AlternateContent xmlns:mc="http://schemas.openxmlformats.org/markup-compatibility/2006">
              <mc:Choice xmlns:v="urn:schemas-microsoft-com:vml" Requires="v">
                <p:oleObj name="Clip" r:id="rId8" imgW="1307079" imgH="1083682" progId="">
                  <p:embed/>
                </p:oleObj>
              </mc:Choice>
              <mc:Fallback>
                <p:oleObj name="Clip" r:id="rId8" imgW="1307079" imgH="1083682" progId="">
                  <p:embed/>
                  <p:pic>
                    <p:nvPicPr>
                      <p:cNvPr id="819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3992" y="3751841"/>
                        <a:ext cx="611188"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Rectangle 12"/>
          <p:cNvSpPr>
            <a:spLocks noChangeArrowheads="1"/>
          </p:cNvSpPr>
          <p:nvPr/>
        </p:nvSpPr>
        <p:spPr bwMode="auto">
          <a:xfrm>
            <a:off x="5560742" y="4058229"/>
            <a:ext cx="269875" cy="204787"/>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8205" name="Rectangle 13"/>
          <p:cNvSpPr>
            <a:spLocks noChangeArrowheads="1"/>
          </p:cNvSpPr>
          <p:nvPr/>
        </p:nvSpPr>
        <p:spPr bwMode="auto">
          <a:xfrm>
            <a:off x="1630092" y="3875666"/>
            <a:ext cx="269875" cy="204788"/>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8206" name="Rectangle 14"/>
          <p:cNvSpPr>
            <a:spLocks noChangeArrowheads="1"/>
          </p:cNvSpPr>
          <p:nvPr/>
        </p:nvSpPr>
        <p:spPr bwMode="auto">
          <a:xfrm>
            <a:off x="3830367" y="2586616"/>
            <a:ext cx="192088" cy="255588"/>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8207" name="Rectangle 16"/>
          <p:cNvSpPr>
            <a:spLocks noChangeArrowheads="1"/>
          </p:cNvSpPr>
          <p:nvPr/>
        </p:nvSpPr>
        <p:spPr bwMode="auto">
          <a:xfrm>
            <a:off x="3763692" y="5598104"/>
            <a:ext cx="192088" cy="255587"/>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8208" name="Line 19"/>
          <p:cNvSpPr>
            <a:spLocks noChangeShapeType="1"/>
          </p:cNvSpPr>
          <p:nvPr/>
        </p:nvSpPr>
        <p:spPr bwMode="auto">
          <a:xfrm>
            <a:off x="1892030" y="3980441"/>
            <a:ext cx="901700" cy="0"/>
          </a:xfrm>
          <a:prstGeom prst="line">
            <a:avLst/>
          </a:prstGeom>
          <a:noFill/>
          <a:ln w="9525">
            <a:solidFill>
              <a:schemeClr val="tx1"/>
            </a:solidFill>
            <a:round/>
            <a:headEnd/>
            <a:tailEnd/>
          </a:ln>
        </p:spPr>
        <p:txBody>
          <a:bodyPr wrap="none"/>
          <a:lstStyle/>
          <a:p>
            <a:endParaRPr lang="zh-CN" altLang="en-US"/>
          </a:p>
        </p:txBody>
      </p:sp>
      <p:sp>
        <p:nvSpPr>
          <p:cNvPr id="8209" name="Line 20"/>
          <p:cNvSpPr>
            <a:spLocks noChangeShapeType="1"/>
          </p:cNvSpPr>
          <p:nvPr/>
        </p:nvSpPr>
        <p:spPr bwMode="auto">
          <a:xfrm>
            <a:off x="3901805" y="2848554"/>
            <a:ext cx="0" cy="655637"/>
          </a:xfrm>
          <a:prstGeom prst="line">
            <a:avLst/>
          </a:prstGeom>
          <a:noFill/>
          <a:ln w="9525">
            <a:solidFill>
              <a:schemeClr val="tx1"/>
            </a:solidFill>
            <a:round/>
            <a:headEnd/>
            <a:tailEnd/>
          </a:ln>
        </p:spPr>
        <p:txBody>
          <a:bodyPr wrap="none"/>
          <a:lstStyle/>
          <a:p>
            <a:endParaRPr lang="zh-CN" altLang="en-US"/>
          </a:p>
        </p:txBody>
      </p:sp>
      <p:sp>
        <p:nvSpPr>
          <p:cNvPr id="8210" name="Line 21"/>
          <p:cNvSpPr>
            <a:spLocks noChangeShapeType="1"/>
          </p:cNvSpPr>
          <p:nvPr/>
        </p:nvSpPr>
        <p:spPr bwMode="auto">
          <a:xfrm flipH="1">
            <a:off x="4765405" y="4148716"/>
            <a:ext cx="796925" cy="0"/>
          </a:xfrm>
          <a:prstGeom prst="line">
            <a:avLst/>
          </a:prstGeom>
          <a:noFill/>
          <a:ln w="9525">
            <a:solidFill>
              <a:schemeClr val="tx1"/>
            </a:solidFill>
            <a:round/>
            <a:headEnd/>
            <a:tailEnd/>
          </a:ln>
        </p:spPr>
        <p:txBody>
          <a:bodyPr wrap="none"/>
          <a:lstStyle/>
          <a:p>
            <a:endParaRPr lang="zh-CN" altLang="en-US"/>
          </a:p>
        </p:txBody>
      </p:sp>
      <p:sp>
        <p:nvSpPr>
          <p:cNvPr id="8211" name="Line 22"/>
          <p:cNvSpPr>
            <a:spLocks noChangeShapeType="1"/>
          </p:cNvSpPr>
          <p:nvPr/>
        </p:nvSpPr>
        <p:spPr bwMode="auto">
          <a:xfrm flipV="1">
            <a:off x="3863705" y="5153604"/>
            <a:ext cx="0" cy="438150"/>
          </a:xfrm>
          <a:prstGeom prst="line">
            <a:avLst/>
          </a:prstGeom>
          <a:noFill/>
          <a:ln w="9525">
            <a:solidFill>
              <a:schemeClr val="tx1"/>
            </a:solidFill>
            <a:round/>
            <a:headEnd/>
            <a:tailEnd/>
          </a:ln>
        </p:spPr>
        <p:txBody>
          <a:bodyPr wrap="none"/>
          <a:lstStyle/>
          <a:p>
            <a:endParaRPr lang="zh-CN" altLang="en-US"/>
          </a:p>
        </p:txBody>
      </p:sp>
      <p:sp>
        <p:nvSpPr>
          <p:cNvPr id="8212" name="Text Box 24"/>
          <p:cNvSpPr txBox="1">
            <a:spLocks noChangeArrowheads="1"/>
          </p:cNvSpPr>
          <p:nvPr/>
        </p:nvSpPr>
        <p:spPr bwMode="auto">
          <a:xfrm>
            <a:off x="4362180" y="2611625"/>
            <a:ext cx="2262158" cy="369332"/>
          </a:xfrm>
          <a:prstGeom prst="rect">
            <a:avLst/>
          </a:prstGeom>
          <a:noFill/>
          <a:ln w="9525">
            <a:noFill/>
            <a:miter lim="800000"/>
            <a:headEnd/>
            <a:tailEnd/>
          </a:ln>
        </p:spPr>
        <p:txBody>
          <a:bodyPr wrap="none">
            <a:spAutoFit/>
          </a:bodyPr>
          <a:lstStyle/>
          <a:p>
            <a:r>
              <a:rPr lang="en-US" altLang="zh-CN" dirty="0">
                <a:latin typeface="Arial Unicode MS" pitchFamily="34" charset="-122"/>
                <a:ea typeface="Arial Unicode MS" pitchFamily="34" charset="-122"/>
                <a:cs typeface="Arial Unicode MS" pitchFamily="34" charset="-122"/>
              </a:rPr>
              <a:t>1A-2F-BB-76-09-AD</a:t>
            </a:r>
          </a:p>
        </p:txBody>
      </p:sp>
      <p:sp>
        <p:nvSpPr>
          <p:cNvPr id="8214" name="Line 26"/>
          <p:cNvSpPr>
            <a:spLocks noChangeShapeType="1"/>
          </p:cNvSpPr>
          <p:nvPr/>
        </p:nvSpPr>
        <p:spPr bwMode="auto">
          <a:xfrm flipV="1">
            <a:off x="5679805" y="4251904"/>
            <a:ext cx="0" cy="373062"/>
          </a:xfrm>
          <a:prstGeom prst="line">
            <a:avLst/>
          </a:prstGeom>
          <a:noFill/>
          <a:ln w="9525">
            <a:solidFill>
              <a:schemeClr val="tx1"/>
            </a:solidFill>
            <a:round/>
            <a:headEnd/>
            <a:tailEnd type="triangle" w="med" len="med"/>
          </a:ln>
        </p:spPr>
        <p:txBody>
          <a:bodyPr wrap="none"/>
          <a:lstStyle/>
          <a:p>
            <a:endParaRPr lang="zh-CN" altLang="en-US"/>
          </a:p>
        </p:txBody>
      </p:sp>
      <p:sp>
        <p:nvSpPr>
          <p:cNvPr id="8215" name="Text Box 27"/>
          <p:cNvSpPr txBox="1">
            <a:spLocks noChangeArrowheads="1"/>
          </p:cNvSpPr>
          <p:nvPr/>
        </p:nvSpPr>
        <p:spPr bwMode="auto">
          <a:xfrm>
            <a:off x="4686405" y="4629396"/>
            <a:ext cx="2210862" cy="369332"/>
          </a:xfrm>
          <a:prstGeom prst="rect">
            <a:avLst/>
          </a:prstGeom>
          <a:noFill/>
          <a:ln w="9525">
            <a:noFill/>
            <a:miter lim="800000"/>
            <a:headEnd/>
            <a:tailEnd/>
          </a:ln>
        </p:spPr>
        <p:txBody>
          <a:bodyPr wrap="none">
            <a:spAutoFit/>
          </a:bodyPr>
          <a:lstStyle/>
          <a:p>
            <a:r>
              <a:rPr lang="en-US" altLang="zh-CN" dirty="0">
                <a:latin typeface="Arial Unicode MS" pitchFamily="34" charset="-122"/>
                <a:ea typeface="Arial Unicode MS" pitchFamily="34" charset="-122"/>
                <a:cs typeface="Arial Unicode MS" pitchFamily="34" charset="-122"/>
              </a:rPr>
              <a:t>58-23-D7-FA-20-B0</a:t>
            </a:r>
          </a:p>
        </p:txBody>
      </p:sp>
      <p:sp>
        <p:nvSpPr>
          <p:cNvPr id="8216" name="Line 28"/>
          <p:cNvSpPr>
            <a:spLocks noChangeShapeType="1"/>
          </p:cNvSpPr>
          <p:nvPr/>
        </p:nvSpPr>
        <p:spPr bwMode="auto">
          <a:xfrm flipH="1">
            <a:off x="3966892" y="5707641"/>
            <a:ext cx="360363" cy="0"/>
          </a:xfrm>
          <a:prstGeom prst="line">
            <a:avLst/>
          </a:prstGeom>
          <a:noFill/>
          <a:ln w="9525">
            <a:solidFill>
              <a:schemeClr val="tx1"/>
            </a:solidFill>
            <a:round/>
            <a:headEnd/>
            <a:tailEnd type="triangle" w="med" len="med"/>
          </a:ln>
        </p:spPr>
        <p:txBody>
          <a:bodyPr wrap="none"/>
          <a:lstStyle/>
          <a:p>
            <a:endParaRPr lang="zh-CN" altLang="en-US"/>
          </a:p>
        </p:txBody>
      </p:sp>
      <p:sp>
        <p:nvSpPr>
          <p:cNvPr id="8217" name="Text Box 29"/>
          <p:cNvSpPr txBox="1">
            <a:spLocks noChangeArrowheads="1"/>
          </p:cNvSpPr>
          <p:nvPr/>
        </p:nvSpPr>
        <p:spPr bwMode="auto">
          <a:xfrm>
            <a:off x="4310850" y="5533755"/>
            <a:ext cx="2223686" cy="369332"/>
          </a:xfrm>
          <a:prstGeom prst="rect">
            <a:avLst/>
          </a:prstGeom>
          <a:noFill/>
          <a:ln w="9525">
            <a:noFill/>
            <a:miter lim="800000"/>
            <a:headEnd/>
            <a:tailEnd/>
          </a:ln>
        </p:spPr>
        <p:txBody>
          <a:bodyPr wrap="none">
            <a:spAutoFit/>
          </a:bodyPr>
          <a:lstStyle/>
          <a:p>
            <a:r>
              <a:rPr lang="en-US" altLang="zh-CN" dirty="0">
                <a:latin typeface="Arial Unicode MS" pitchFamily="34" charset="-122"/>
                <a:ea typeface="Arial Unicode MS" pitchFamily="34" charset="-122"/>
                <a:cs typeface="Arial Unicode MS" pitchFamily="34" charset="-122"/>
              </a:rPr>
              <a:t>0C-C4-11-6F-E3-98</a:t>
            </a:r>
          </a:p>
        </p:txBody>
      </p:sp>
      <p:sp>
        <p:nvSpPr>
          <p:cNvPr id="8218" name="Line 30"/>
          <p:cNvSpPr>
            <a:spLocks noChangeShapeType="1"/>
          </p:cNvSpPr>
          <p:nvPr/>
        </p:nvSpPr>
        <p:spPr bwMode="auto">
          <a:xfrm flipV="1">
            <a:off x="1761855" y="4080454"/>
            <a:ext cx="0" cy="373062"/>
          </a:xfrm>
          <a:prstGeom prst="line">
            <a:avLst/>
          </a:prstGeom>
          <a:noFill/>
          <a:ln w="9525">
            <a:solidFill>
              <a:schemeClr val="tx1"/>
            </a:solidFill>
            <a:round/>
            <a:headEnd/>
            <a:tailEnd type="triangle" w="med" len="med"/>
          </a:ln>
        </p:spPr>
        <p:txBody>
          <a:bodyPr wrap="none"/>
          <a:lstStyle/>
          <a:p>
            <a:endParaRPr lang="zh-CN" altLang="en-US"/>
          </a:p>
        </p:txBody>
      </p:sp>
      <p:sp>
        <p:nvSpPr>
          <p:cNvPr id="8219" name="Text Box 31"/>
          <p:cNvSpPr txBox="1">
            <a:spLocks noChangeArrowheads="1"/>
          </p:cNvSpPr>
          <p:nvPr/>
        </p:nvSpPr>
        <p:spPr bwMode="auto">
          <a:xfrm>
            <a:off x="702771" y="4513333"/>
            <a:ext cx="2146742" cy="369332"/>
          </a:xfrm>
          <a:prstGeom prst="rect">
            <a:avLst/>
          </a:prstGeom>
          <a:noFill/>
          <a:ln w="9525">
            <a:noFill/>
            <a:miter lim="800000"/>
            <a:headEnd/>
            <a:tailEnd/>
          </a:ln>
        </p:spPr>
        <p:txBody>
          <a:bodyPr wrap="none">
            <a:spAutoFit/>
          </a:bodyPr>
          <a:lstStyle/>
          <a:p>
            <a:r>
              <a:rPr lang="en-US" altLang="zh-CN" dirty="0">
                <a:latin typeface="Arial Unicode MS" pitchFamily="34" charset="-122"/>
                <a:ea typeface="Arial Unicode MS" pitchFamily="34" charset="-122"/>
                <a:cs typeface="Arial Unicode MS" pitchFamily="34" charset="-122"/>
              </a:rPr>
              <a:t>71-65-F7-2B-08-53</a:t>
            </a:r>
          </a:p>
        </p:txBody>
      </p:sp>
      <p:sp>
        <p:nvSpPr>
          <p:cNvPr id="8220" name="Text Box 32"/>
          <p:cNvSpPr txBox="1">
            <a:spLocks noChangeArrowheads="1"/>
          </p:cNvSpPr>
          <p:nvPr/>
        </p:nvSpPr>
        <p:spPr bwMode="auto">
          <a:xfrm>
            <a:off x="3014791" y="3787871"/>
            <a:ext cx="1595309" cy="769441"/>
          </a:xfrm>
          <a:prstGeom prst="rect">
            <a:avLst/>
          </a:prstGeom>
          <a:noFill/>
          <a:ln w="9525">
            <a:noFill/>
            <a:miter lim="800000"/>
            <a:headEnd/>
            <a:tailEnd/>
          </a:ln>
        </p:spPr>
        <p:txBody>
          <a:bodyPr wrap="none">
            <a:spAutoFit/>
          </a:bodyPr>
          <a:lstStyle/>
          <a:p>
            <a:pPr algn="ctr"/>
            <a:r>
              <a:rPr lang="zh-CN" altLang="en-US" sz="2200" dirty="0">
                <a:latin typeface="宋体" panose="02010600030101010101" pitchFamily="2" charset="-122"/>
                <a:ea typeface="宋体" panose="02010600030101010101" pitchFamily="2" charset="-122"/>
                <a:cs typeface="Arial Unicode MS" pitchFamily="34" charset="-122"/>
              </a:rPr>
              <a:t>有线或</a:t>
            </a:r>
            <a:endParaRPr lang="en-US" altLang="zh-CN" sz="2200" dirty="0">
              <a:latin typeface="宋体" panose="02010600030101010101" pitchFamily="2" charset="-122"/>
              <a:ea typeface="宋体" panose="02010600030101010101" pitchFamily="2" charset="-122"/>
              <a:cs typeface="Arial Unicode MS" pitchFamily="34" charset="-122"/>
            </a:endParaRPr>
          </a:p>
          <a:p>
            <a:pPr algn="ctr"/>
            <a:r>
              <a:rPr lang="zh-CN" altLang="en-US" sz="2200" dirty="0">
                <a:latin typeface="宋体" panose="02010600030101010101" pitchFamily="2" charset="-122"/>
                <a:ea typeface="宋体" panose="02010600030101010101" pitchFamily="2" charset="-122"/>
                <a:cs typeface="Arial Unicode MS" pitchFamily="34" charset="-122"/>
              </a:rPr>
              <a:t>无线局域网</a:t>
            </a:r>
            <a:endParaRPr lang="en-US" altLang="zh-CN" sz="2200" dirty="0">
              <a:latin typeface="宋体" panose="02010600030101010101" pitchFamily="2" charset="-122"/>
              <a:ea typeface="宋体" panose="02010600030101010101" pitchFamily="2" charset="-122"/>
              <a:cs typeface="Arial Unicode MS" pitchFamily="34" charset="-122"/>
            </a:endParaRPr>
          </a:p>
        </p:txBody>
      </p:sp>
      <p:sp>
        <p:nvSpPr>
          <p:cNvPr id="31" name="标题 1">
            <a:extLst>
              <a:ext uri="{FF2B5EF4-FFF2-40B4-BE49-F238E27FC236}">
                <a16:creationId xmlns:a16="http://schemas.microsoft.com/office/drawing/2014/main" id="{78C88C1B-88D2-4489-A1EF-BA4B2739FE17}"/>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30" name="Line 28">
            <a:extLst>
              <a:ext uri="{FF2B5EF4-FFF2-40B4-BE49-F238E27FC236}">
                <a16:creationId xmlns:a16="http://schemas.microsoft.com/office/drawing/2014/main" id="{88B2454D-41A5-4A24-AADE-B337C40CF1DD}"/>
              </a:ext>
            </a:extLst>
          </p:cNvPr>
          <p:cNvSpPr>
            <a:spLocks noChangeShapeType="1"/>
          </p:cNvSpPr>
          <p:nvPr/>
        </p:nvSpPr>
        <p:spPr bwMode="auto">
          <a:xfrm flipH="1">
            <a:off x="4022455" y="2784427"/>
            <a:ext cx="360363" cy="0"/>
          </a:xfrm>
          <a:prstGeom prst="line">
            <a:avLst/>
          </a:prstGeom>
          <a:noFill/>
          <a:ln w="9525">
            <a:solidFill>
              <a:schemeClr val="tx1"/>
            </a:solidFill>
            <a:round/>
            <a:headEnd/>
            <a:tailEnd type="triangle" w="med" len="med"/>
          </a:ln>
        </p:spPr>
        <p:txBody>
          <a:bodyPr wrap="none"/>
          <a:lstStyle/>
          <a:p>
            <a:endParaRPr lang="zh-CN" altLang="en-US"/>
          </a:p>
        </p:txBody>
      </p:sp>
    </p:spTree>
    <p:extLst>
      <p:ext uri="{BB962C8B-B14F-4D97-AF65-F5344CB8AC3E}">
        <p14:creationId xmlns:p14="http://schemas.microsoft.com/office/powerpoint/2010/main" val="1270577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7" name="Rectangle 2"/>
          <p:cNvSpPr>
            <a:spLocks noChangeArrowheads="1"/>
          </p:cNvSpPr>
          <p:nvPr/>
        </p:nvSpPr>
        <p:spPr bwMode="auto">
          <a:xfrm>
            <a:off x="3570224" y="5022963"/>
            <a:ext cx="3402012" cy="669925"/>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28" name="Rectangle 3"/>
          <p:cNvSpPr>
            <a:spLocks noGrp="1" noChangeArrowheads="1"/>
          </p:cNvSpPr>
          <p:nvPr>
            <p:ph type="title"/>
          </p:nvPr>
        </p:nvSpPr>
        <p:spPr>
          <a:xfrm>
            <a:off x="323850" y="620713"/>
            <a:ext cx="8496300" cy="803484"/>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回顾：</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数据包转发</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31" name="Text Box 66"/>
          <p:cNvSpPr txBox="1">
            <a:spLocks noChangeArrowheads="1"/>
          </p:cNvSpPr>
          <p:nvPr/>
        </p:nvSpPr>
        <p:spPr bwMode="auto">
          <a:xfrm>
            <a:off x="1065671" y="5040426"/>
            <a:ext cx="1172117" cy="646331"/>
          </a:xfrm>
          <a:prstGeom prst="rect">
            <a:avLst/>
          </a:prstGeom>
          <a:noFill/>
          <a:ln w="9525">
            <a:noFill/>
            <a:miter lim="800000"/>
            <a:headEnd/>
            <a:tailEnd/>
          </a:ln>
        </p:spPr>
        <p:txBody>
          <a:bodyPr wrap="none">
            <a:spAutoFit/>
          </a:bodyPr>
          <a:lstStyle/>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的</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MAC</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地址</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2" name="Text Box 67"/>
          <p:cNvSpPr txBox="1">
            <a:spLocks noChangeArrowheads="1"/>
          </p:cNvSpPr>
          <p:nvPr/>
        </p:nvSpPr>
        <p:spPr bwMode="auto">
          <a:xfrm>
            <a:off x="2160524" y="5040426"/>
            <a:ext cx="1222375" cy="646331"/>
          </a:xfrm>
          <a:prstGeom prst="rect">
            <a:avLst/>
          </a:prstGeom>
          <a:noFill/>
          <a:ln w="9525">
            <a:noFill/>
            <a:miter lim="800000"/>
            <a:headEnd/>
            <a:tailEnd/>
          </a:ln>
        </p:spPr>
        <p:txBody>
          <a:bodyPr wrap="square">
            <a:spAutoFit/>
          </a:bodyPr>
          <a:lstStyle/>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的</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MAC</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地址</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3" name="Text Box 68"/>
          <p:cNvSpPr txBox="1">
            <a:spLocks noChangeArrowheads="1"/>
          </p:cNvSpPr>
          <p:nvPr/>
        </p:nvSpPr>
        <p:spPr bwMode="auto">
          <a:xfrm>
            <a:off x="3570225" y="5022963"/>
            <a:ext cx="956044" cy="646331"/>
          </a:xfrm>
          <a:prstGeom prst="rect">
            <a:avLst/>
          </a:prstGeom>
          <a:noFill/>
          <a:ln w="9525">
            <a:noFill/>
            <a:miter lim="800000"/>
            <a:headEnd/>
            <a:tailEnd/>
          </a:ln>
        </p:spPr>
        <p:txBody>
          <a:bodyPr wrap="square">
            <a:spAutoFit/>
          </a:bodyPr>
          <a:lstStyle/>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的</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IP</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地址</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4" name="Text Box 69"/>
          <p:cNvSpPr txBox="1">
            <a:spLocks noChangeArrowheads="1"/>
          </p:cNvSpPr>
          <p:nvPr/>
        </p:nvSpPr>
        <p:spPr bwMode="auto">
          <a:xfrm>
            <a:off x="4611192" y="5029313"/>
            <a:ext cx="877164" cy="646331"/>
          </a:xfrm>
          <a:prstGeom prst="rect">
            <a:avLst/>
          </a:prstGeom>
          <a:noFill/>
          <a:ln w="9525">
            <a:noFill/>
            <a:miter lim="800000"/>
            <a:headEnd/>
            <a:tailEnd/>
          </a:ln>
        </p:spPr>
        <p:txBody>
          <a:bodyPr wrap="none">
            <a:spAutoFit/>
          </a:bodyPr>
          <a:lstStyle/>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的</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IP</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地址</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5" name="Text Box 70"/>
          <p:cNvSpPr txBox="1">
            <a:spLocks noChangeArrowheads="1"/>
          </p:cNvSpPr>
          <p:nvPr/>
        </p:nvSpPr>
        <p:spPr bwMode="auto">
          <a:xfrm>
            <a:off x="5858173" y="5161076"/>
            <a:ext cx="877164" cy="369332"/>
          </a:xfrm>
          <a:prstGeom prst="rect">
            <a:avLst/>
          </a:prstGeom>
          <a:noFill/>
          <a:ln w="9525">
            <a:noFill/>
            <a:miter lim="800000"/>
            <a:headEnd/>
            <a:tailEnd/>
          </a:ln>
        </p:spPr>
        <p:txBody>
          <a:bodyPr wrap="none">
            <a:spAutoFit/>
          </a:bodyPr>
          <a:lstStyle/>
          <a:p>
            <a:pPr algn="ctr" eaLnBrk="0" hangingPunct="0"/>
            <a:r>
              <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rPr>
              <a:t>IP</a:t>
            </a:r>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载荷</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6" name="Rectangle 71"/>
          <p:cNvSpPr>
            <a:spLocks noChangeArrowheads="1"/>
          </p:cNvSpPr>
          <p:nvPr/>
        </p:nvSpPr>
        <p:spPr bwMode="auto">
          <a:xfrm>
            <a:off x="911161" y="5021376"/>
            <a:ext cx="6061075" cy="669925"/>
          </a:xfrm>
          <a:prstGeom prst="rect">
            <a:avLst/>
          </a:prstGeom>
          <a:noFill/>
          <a:ln w="28575">
            <a:solidFill>
              <a:srgbClr val="FF0000"/>
            </a:solid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7" name="Line 72"/>
          <p:cNvSpPr>
            <a:spLocks noChangeShapeType="1"/>
          </p:cNvSpPr>
          <p:nvPr/>
        </p:nvSpPr>
        <p:spPr bwMode="auto">
          <a:xfrm>
            <a:off x="2209736" y="5032488"/>
            <a:ext cx="0" cy="669925"/>
          </a:xfrm>
          <a:prstGeom prst="line">
            <a:avLst/>
          </a:prstGeom>
          <a:noFill/>
          <a:ln w="19050">
            <a:solidFill>
              <a:schemeClr val="tx1"/>
            </a:solidFill>
            <a:round/>
            <a:headEnd/>
            <a:tailEn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8" name="Line 73"/>
          <p:cNvSpPr>
            <a:spLocks noChangeShapeType="1"/>
          </p:cNvSpPr>
          <p:nvPr/>
        </p:nvSpPr>
        <p:spPr bwMode="auto">
          <a:xfrm>
            <a:off x="3305111" y="5027726"/>
            <a:ext cx="0" cy="669925"/>
          </a:xfrm>
          <a:prstGeom prst="line">
            <a:avLst/>
          </a:prstGeom>
          <a:noFill/>
          <a:ln w="19050">
            <a:solidFill>
              <a:schemeClr val="tx1"/>
            </a:solidFill>
            <a:round/>
            <a:headEnd/>
            <a:tailEn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39" name="Line 74"/>
          <p:cNvSpPr>
            <a:spLocks noChangeShapeType="1"/>
          </p:cNvSpPr>
          <p:nvPr/>
        </p:nvSpPr>
        <p:spPr bwMode="auto">
          <a:xfrm>
            <a:off x="3573399" y="5034076"/>
            <a:ext cx="0" cy="669925"/>
          </a:xfrm>
          <a:prstGeom prst="line">
            <a:avLst/>
          </a:prstGeom>
          <a:noFill/>
          <a:ln w="19050">
            <a:solidFill>
              <a:schemeClr val="tx1"/>
            </a:solidFill>
            <a:round/>
            <a:headEnd/>
            <a:tailEn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0" name="Rectangle 75"/>
          <p:cNvSpPr>
            <a:spLocks noChangeArrowheads="1"/>
          </p:cNvSpPr>
          <p:nvPr/>
        </p:nvSpPr>
        <p:spPr bwMode="auto">
          <a:xfrm>
            <a:off x="1049274" y="4970576"/>
            <a:ext cx="74612" cy="157162"/>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1" name="Rectangle 76"/>
          <p:cNvSpPr>
            <a:spLocks noChangeArrowheads="1"/>
          </p:cNvSpPr>
          <p:nvPr/>
        </p:nvSpPr>
        <p:spPr bwMode="auto">
          <a:xfrm>
            <a:off x="1023874" y="5605576"/>
            <a:ext cx="74612" cy="157162"/>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2" name="Rectangle 77"/>
          <p:cNvSpPr>
            <a:spLocks noChangeArrowheads="1"/>
          </p:cNvSpPr>
          <p:nvPr/>
        </p:nvSpPr>
        <p:spPr bwMode="auto">
          <a:xfrm>
            <a:off x="3395599" y="4973751"/>
            <a:ext cx="74612" cy="157162"/>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3" name="Rectangle 78"/>
          <p:cNvSpPr>
            <a:spLocks noChangeArrowheads="1"/>
          </p:cNvSpPr>
          <p:nvPr/>
        </p:nvSpPr>
        <p:spPr bwMode="auto">
          <a:xfrm>
            <a:off x="3413061" y="5619863"/>
            <a:ext cx="74613" cy="157163"/>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4" name="Text Box 79"/>
          <p:cNvSpPr txBox="1">
            <a:spLocks noChangeArrowheads="1"/>
          </p:cNvSpPr>
          <p:nvPr/>
        </p:nvSpPr>
        <p:spPr bwMode="auto">
          <a:xfrm>
            <a:off x="4578286" y="5816713"/>
            <a:ext cx="877163" cy="369332"/>
          </a:xfrm>
          <a:prstGeom prst="rect">
            <a:avLst/>
          </a:prstGeom>
          <a:noFill/>
          <a:ln w="9525">
            <a:noFill/>
            <a:miter lim="800000"/>
            <a:headEnd/>
            <a:tailEnd/>
          </a:ln>
        </p:spPr>
        <p:txBody>
          <a:bodyPr wrap="none">
            <a:spAutoFit/>
          </a:bodyPr>
          <a:lstStyle/>
          <a:p>
            <a:pPr eaLnBrk="0" hangingPunct="0"/>
            <a:r>
              <a:rPr lang="zh-CN" altLang="en-US" dirty="0">
                <a:latin typeface="Arial Unicode MS" pitchFamily="34" charset="-122"/>
                <a:ea typeface="Arial Unicode MS" pitchFamily="34" charset="-122"/>
                <a:cs typeface="Arial Unicode MS" pitchFamily="34" charset="-122"/>
              </a:rPr>
              <a:t>数据包</a:t>
            </a:r>
            <a:endParaRPr lang="en-US" altLang="zh-CN" dirty="0">
              <a:latin typeface="Arial Unicode MS" pitchFamily="34" charset="-122"/>
              <a:ea typeface="Arial Unicode MS" pitchFamily="34" charset="-122"/>
              <a:cs typeface="Arial Unicode MS" pitchFamily="34" charset="-122"/>
            </a:endParaRPr>
          </a:p>
        </p:txBody>
      </p:sp>
      <p:sp>
        <p:nvSpPr>
          <p:cNvPr id="9245" name="Text Box 80"/>
          <p:cNvSpPr txBox="1">
            <a:spLocks noChangeArrowheads="1"/>
          </p:cNvSpPr>
          <p:nvPr/>
        </p:nvSpPr>
        <p:spPr bwMode="auto">
          <a:xfrm>
            <a:off x="3301939" y="6111194"/>
            <a:ext cx="415498" cy="369332"/>
          </a:xfrm>
          <a:prstGeom prst="rect">
            <a:avLst/>
          </a:prstGeom>
          <a:noFill/>
          <a:ln w="9525">
            <a:noFill/>
            <a:miter lim="800000"/>
            <a:headEnd/>
            <a:tailEnd/>
          </a:ln>
        </p:spPr>
        <p:txBody>
          <a:bodyPr wrap="none">
            <a:spAutoFit/>
          </a:bodyPr>
          <a:lstStyle/>
          <a:p>
            <a:pPr eaLnBrk="0" hangingPunct="0"/>
            <a:r>
              <a:rPr kumimoji="0" lang="zh-CN" altLang="en-US" sz="1800" dirty="0">
                <a:latin typeface="Arial Unicode MS" pitchFamily="34" charset="-122"/>
                <a:ea typeface="Arial Unicode MS" pitchFamily="34" charset="-122"/>
                <a:cs typeface="Arial Unicode MS" pitchFamily="34" charset="-122"/>
              </a:rPr>
              <a:t>帧</a:t>
            </a:r>
            <a:endParaRPr kumimoji="0" lang="en-US" altLang="zh-CN" sz="1800" dirty="0">
              <a:latin typeface="Arial Unicode MS" pitchFamily="34" charset="-122"/>
              <a:ea typeface="Arial Unicode MS" pitchFamily="34" charset="-122"/>
              <a:cs typeface="Arial Unicode MS" pitchFamily="34" charset="-122"/>
            </a:endParaRPr>
          </a:p>
        </p:txBody>
      </p:sp>
      <p:sp>
        <p:nvSpPr>
          <p:cNvPr id="9246" name="Line 81"/>
          <p:cNvSpPr>
            <a:spLocks noChangeShapeType="1"/>
          </p:cNvSpPr>
          <p:nvPr/>
        </p:nvSpPr>
        <p:spPr bwMode="auto">
          <a:xfrm>
            <a:off x="5737161" y="6007213"/>
            <a:ext cx="1193800"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7" name="Line 82"/>
          <p:cNvSpPr>
            <a:spLocks noChangeShapeType="1"/>
          </p:cNvSpPr>
          <p:nvPr/>
        </p:nvSpPr>
        <p:spPr bwMode="auto">
          <a:xfrm flipH="1">
            <a:off x="3613086" y="6016738"/>
            <a:ext cx="984250"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8" name="Line 83"/>
          <p:cNvSpPr>
            <a:spLocks noChangeShapeType="1"/>
          </p:cNvSpPr>
          <p:nvPr/>
        </p:nvSpPr>
        <p:spPr bwMode="auto">
          <a:xfrm flipH="1">
            <a:off x="885761" y="6305663"/>
            <a:ext cx="2230438"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49" name="Line 84"/>
          <p:cNvSpPr>
            <a:spLocks noChangeShapeType="1"/>
          </p:cNvSpPr>
          <p:nvPr/>
        </p:nvSpPr>
        <p:spPr bwMode="auto">
          <a:xfrm>
            <a:off x="3900424" y="6327888"/>
            <a:ext cx="3025775"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50" name="Text Box 85"/>
          <p:cNvSpPr txBox="1">
            <a:spLocks noChangeArrowheads="1"/>
          </p:cNvSpPr>
          <p:nvPr/>
        </p:nvSpPr>
        <p:spPr bwMode="auto">
          <a:xfrm>
            <a:off x="1248394" y="4275806"/>
            <a:ext cx="2031325" cy="369332"/>
          </a:xfrm>
          <a:prstGeom prst="rect">
            <a:avLst/>
          </a:prstGeom>
          <a:noFill/>
          <a:ln w="9525">
            <a:noFill/>
            <a:miter lim="800000"/>
            <a:headEnd/>
            <a:tailEnd/>
          </a:ln>
        </p:spPr>
        <p:txBody>
          <a:bodyPr wrap="none">
            <a:spAutoFit/>
          </a:bodyPr>
          <a:lstStyle/>
          <a:p>
            <a:pPr eaLnBrk="0" hangingPunct="0"/>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帧的</a:t>
            </a:r>
            <a:r>
              <a:rPr lang="zh-CN" altLang="en-US" dirty="0">
                <a:latin typeface="Times New Roman" panose="02020603050405020304" pitchFamily="18" charset="0"/>
                <a:ea typeface="宋体" panose="02010600030101010101" pitchFamily="2" charset="-122"/>
                <a:cs typeface="Times New Roman" panose="02020603050405020304" pitchFamily="18" charset="0"/>
              </a:rPr>
              <a:t>目的和源地址</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51" name="Text Box 86"/>
          <p:cNvSpPr txBox="1">
            <a:spLocks noChangeArrowheads="1"/>
          </p:cNvSpPr>
          <p:nvPr/>
        </p:nvSpPr>
        <p:spPr bwMode="auto">
          <a:xfrm>
            <a:off x="3470211" y="4285332"/>
            <a:ext cx="2492991" cy="369332"/>
          </a:xfrm>
          <a:prstGeom prst="rect">
            <a:avLst/>
          </a:prstGeom>
          <a:noFill/>
          <a:ln w="9525">
            <a:noFill/>
            <a:miter lim="800000"/>
            <a:headEnd/>
            <a:tailEnd/>
          </a:ln>
        </p:spPr>
        <p:txBody>
          <a:bodyPr wrap="none">
            <a:spAutoFit/>
          </a:bodyPr>
          <a:lstStyle/>
          <a:p>
            <a:pPr algn="ctr" eaLnBrk="0" hangingPunct="0"/>
            <a:r>
              <a:rPr kumimoji="0" lang="zh-CN" altLang="en-US" sz="1800" dirty="0">
                <a:latin typeface="Times New Roman" panose="02020603050405020304" pitchFamily="18" charset="0"/>
                <a:ea typeface="宋体" panose="02010600030101010101" pitchFamily="2" charset="-122"/>
                <a:cs typeface="Times New Roman" panose="02020603050405020304" pitchFamily="18" charset="0"/>
              </a:rPr>
              <a:t>数据包的源和目的地址</a:t>
            </a:r>
            <a:endParaRPr kumimoji="0"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52" name="Line 87"/>
          <p:cNvSpPr>
            <a:spLocks noChangeShapeType="1"/>
          </p:cNvSpPr>
          <p:nvPr/>
        </p:nvSpPr>
        <p:spPr bwMode="auto">
          <a:xfrm flipH="1">
            <a:off x="1655699" y="4645138"/>
            <a:ext cx="492125" cy="325438"/>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53" name="Line 88"/>
          <p:cNvSpPr>
            <a:spLocks noChangeShapeType="1"/>
          </p:cNvSpPr>
          <p:nvPr/>
        </p:nvSpPr>
        <p:spPr bwMode="auto">
          <a:xfrm>
            <a:off x="2311336" y="4640376"/>
            <a:ext cx="439738" cy="325437"/>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54" name="Line 89"/>
          <p:cNvSpPr>
            <a:spLocks noChangeShapeType="1"/>
          </p:cNvSpPr>
          <p:nvPr/>
        </p:nvSpPr>
        <p:spPr bwMode="auto">
          <a:xfrm flipH="1">
            <a:off x="3995674" y="4649901"/>
            <a:ext cx="492125" cy="325437"/>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55" name="Line 90"/>
          <p:cNvSpPr>
            <a:spLocks noChangeShapeType="1"/>
          </p:cNvSpPr>
          <p:nvPr/>
        </p:nvSpPr>
        <p:spPr bwMode="auto">
          <a:xfrm>
            <a:off x="4651311" y="4645138"/>
            <a:ext cx="439738" cy="325438"/>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标题 1">
            <a:extLst>
              <a:ext uri="{FF2B5EF4-FFF2-40B4-BE49-F238E27FC236}">
                <a16:creationId xmlns:a16="http://schemas.microsoft.com/office/drawing/2014/main" id="{EB6FC110-E3D4-492F-A9A7-6DE339B4E593}"/>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9" name="Rectangle 3">
            <a:extLst>
              <a:ext uri="{FF2B5EF4-FFF2-40B4-BE49-F238E27FC236}">
                <a16:creationId xmlns:a16="http://schemas.microsoft.com/office/drawing/2014/main" id="{D0E2A555-2E59-44C9-BDBB-084C2D7E1F07}"/>
              </a:ext>
            </a:extLst>
          </p:cNvPr>
          <p:cNvSpPr>
            <a:spLocks noChangeArrowheads="1"/>
          </p:cNvSpPr>
          <p:nvPr/>
        </p:nvSpPr>
        <p:spPr bwMode="auto">
          <a:xfrm>
            <a:off x="379809" y="1476719"/>
            <a:ext cx="4183191" cy="2614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nSpc>
                <a:spcPts val="3500"/>
              </a:lnSpc>
              <a:spcBef>
                <a:spcPts val="600"/>
              </a:spcBef>
              <a:buFontTx/>
              <a:buNone/>
            </a:pPr>
            <a:r>
              <a:rPr lang="zh-CN" altLang="en-US" sz="2400" dirty="0">
                <a:solidFill>
                  <a:schemeClr val="accent2"/>
                </a:solidFill>
                <a:cs typeface="Times New Roman" panose="02020603050405020304" pitchFamily="18" charset="0"/>
              </a:rPr>
              <a:t>示例：从主机</a:t>
            </a:r>
            <a:r>
              <a:rPr lang="en-US" altLang="zh-CN" sz="2400" dirty="0">
                <a:solidFill>
                  <a:schemeClr val="accent2"/>
                </a:solidFill>
                <a:cs typeface="Times New Roman" panose="02020603050405020304" pitchFamily="18" charset="0"/>
              </a:rPr>
              <a:t>A</a:t>
            </a:r>
            <a:r>
              <a:rPr lang="zh-CN" altLang="en-US" sz="2400" dirty="0">
                <a:solidFill>
                  <a:schemeClr val="accent2"/>
                </a:solidFill>
                <a:cs typeface="Times New Roman" panose="02020603050405020304" pitchFamily="18" charset="0"/>
              </a:rPr>
              <a:t>到主机</a:t>
            </a:r>
            <a:r>
              <a:rPr lang="en-US" altLang="zh-CN" sz="2400" dirty="0">
                <a:solidFill>
                  <a:schemeClr val="accent2"/>
                </a:solidFill>
                <a:cs typeface="Times New Roman" panose="02020603050405020304" pitchFamily="18" charset="0"/>
              </a:rPr>
              <a:t>B</a:t>
            </a:r>
            <a:endParaRPr kumimoji="0" lang="en-US" altLang="zh-CN" sz="2400" dirty="0">
              <a:solidFill>
                <a:schemeClr val="accent2"/>
              </a:solidFill>
              <a:cs typeface="Times New Roman" panose="02020603050405020304" pitchFamily="18" charset="0"/>
            </a:endParaRPr>
          </a:p>
          <a:p>
            <a:pPr>
              <a:lnSpc>
                <a:spcPts val="3500"/>
              </a:lnSpc>
              <a:spcBef>
                <a:spcPts val="600"/>
              </a:spcBef>
            </a:pPr>
            <a:r>
              <a:rPr lang="zh-CN" altLang="en-US" sz="2200" dirty="0">
                <a:cs typeface="Times New Roman" panose="02020603050405020304" pitchFamily="18" charset="0"/>
              </a:rPr>
              <a:t>检查目的</a:t>
            </a:r>
            <a:r>
              <a:rPr lang="en-US" altLang="zh-CN" sz="2200" dirty="0">
                <a:cs typeface="Times New Roman" panose="02020603050405020304" pitchFamily="18" charset="0"/>
              </a:rPr>
              <a:t>IP</a:t>
            </a:r>
            <a:r>
              <a:rPr lang="zh-CN" altLang="en-US" sz="2200" dirty="0">
                <a:cs typeface="Times New Roman" panose="02020603050405020304" pitchFamily="18" charset="0"/>
              </a:rPr>
              <a:t>地址的网络号部分</a:t>
            </a:r>
            <a:endParaRPr lang="en-US" altLang="zh-CN" sz="2200" dirty="0">
              <a:cs typeface="Times New Roman" panose="02020603050405020304" pitchFamily="18" charset="0"/>
            </a:endParaRPr>
          </a:p>
          <a:p>
            <a:pPr>
              <a:lnSpc>
                <a:spcPts val="3500"/>
              </a:lnSpc>
              <a:spcBef>
                <a:spcPts val="600"/>
              </a:spcBef>
            </a:pPr>
            <a:r>
              <a:rPr kumimoji="0" lang="zh-CN" altLang="en-US" sz="2200" dirty="0">
                <a:cs typeface="Times New Roman" panose="02020603050405020304" pitchFamily="18" charset="0"/>
              </a:rPr>
              <a:t>确定主机</a:t>
            </a:r>
            <a:r>
              <a:rPr kumimoji="0" lang="en-US" altLang="zh-CN" sz="2200" dirty="0">
                <a:cs typeface="Times New Roman" panose="02020603050405020304" pitchFamily="18" charset="0"/>
              </a:rPr>
              <a:t>B</a:t>
            </a:r>
            <a:r>
              <a:rPr kumimoji="0" lang="zh-CN" altLang="en-US" sz="2200" dirty="0">
                <a:cs typeface="Times New Roman" panose="02020603050405020304" pitchFamily="18" charset="0"/>
              </a:rPr>
              <a:t>与</a:t>
            </a:r>
            <a:r>
              <a:rPr kumimoji="0" lang="en-US" altLang="zh-CN" sz="2200" dirty="0">
                <a:cs typeface="Times New Roman" panose="02020603050405020304" pitchFamily="18" charset="0"/>
              </a:rPr>
              <a:t>A</a:t>
            </a:r>
            <a:r>
              <a:rPr lang="zh-CN" altLang="en-US" sz="2200" dirty="0">
                <a:cs typeface="Times New Roman" panose="02020603050405020304" pitchFamily="18" charset="0"/>
              </a:rPr>
              <a:t>属于同一网络</a:t>
            </a:r>
            <a:endParaRPr lang="en-US" altLang="zh-CN" sz="2200" dirty="0">
              <a:cs typeface="Times New Roman" panose="02020603050405020304" pitchFamily="18" charset="0"/>
            </a:endParaRPr>
          </a:p>
          <a:p>
            <a:pPr>
              <a:lnSpc>
                <a:spcPts val="3500"/>
              </a:lnSpc>
              <a:spcBef>
                <a:spcPts val="600"/>
              </a:spcBef>
            </a:pPr>
            <a:r>
              <a:rPr kumimoji="0" lang="zh-CN" altLang="en-US" sz="2200" dirty="0">
                <a:solidFill>
                  <a:srgbClr val="C00000"/>
                </a:solidFill>
                <a:cs typeface="Times New Roman" panose="02020603050405020304" pitchFamily="18" charset="0"/>
              </a:rPr>
              <a:t>将</a:t>
            </a:r>
            <a:r>
              <a:rPr kumimoji="0" lang="en-US" altLang="zh-CN" sz="2200" dirty="0">
                <a:solidFill>
                  <a:srgbClr val="C00000"/>
                </a:solidFill>
                <a:cs typeface="Times New Roman" panose="02020603050405020304" pitchFamily="18" charset="0"/>
              </a:rPr>
              <a:t>IP</a:t>
            </a:r>
            <a:r>
              <a:rPr kumimoji="0" lang="zh-CN" altLang="en-US" sz="2200" dirty="0">
                <a:solidFill>
                  <a:srgbClr val="C00000"/>
                </a:solidFill>
                <a:cs typeface="Times New Roman" panose="02020603050405020304" pitchFamily="18" charset="0"/>
              </a:rPr>
              <a:t>数据包封装到链路层帧中，直接发送</a:t>
            </a:r>
            <a:r>
              <a:rPr lang="zh-CN" altLang="en-US" sz="2200" dirty="0">
                <a:solidFill>
                  <a:srgbClr val="C00000"/>
                </a:solidFill>
                <a:cs typeface="Times New Roman" panose="02020603050405020304" pitchFamily="18" charset="0"/>
              </a:rPr>
              <a:t>给主机</a:t>
            </a:r>
            <a:r>
              <a:rPr lang="en-US" altLang="zh-CN" sz="2200" dirty="0">
                <a:solidFill>
                  <a:srgbClr val="C00000"/>
                </a:solidFill>
                <a:cs typeface="Times New Roman" panose="02020603050405020304" pitchFamily="18" charset="0"/>
              </a:rPr>
              <a:t>B</a:t>
            </a:r>
            <a:r>
              <a:rPr kumimoji="0" lang="en-US" altLang="zh-CN" sz="2200" dirty="0">
                <a:cs typeface="Times New Roman" panose="02020603050405020304" pitchFamily="18" charset="0"/>
              </a:rPr>
              <a:t> </a:t>
            </a:r>
          </a:p>
        </p:txBody>
      </p:sp>
      <p:grpSp>
        <p:nvGrpSpPr>
          <p:cNvPr id="94" name="Group 21">
            <a:extLst>
              <a:ext uri="{FF2B5EF4-FFF2-40B4-BE49-F238E27FC236}">
                <a16:creationId xmlns:a16="http://schemas.microsoft.com/office/drawing/2014/main" id="{51AD8BEF-F35D-4407-AE3D-29702C1010E3}"/>
              </a:ext>
            </a:extLst>
          </p:cNvPr>
          <p:cNvGrpSpPr>
            <a:grpSpLocks/>
          </p:cNvGrpSpPr>
          <p:nvPr/>
        </p:nvGrpSpPr>
        <p:grpSpPr bwMode="auto">
          <a:xfrm>
            <a:off x="4581002" y="896945"/>
            <a:ext cx="4422775" cy="3154362"/>
            <a:chOff x="2902" y="1949"/>
            <a:chExt cx="2786" cy="1987"/>
          </a:xfrm>
        </p:grpSpPr>
        <p:sp>
          <p:nvSpPr>
            <p:cNvPr id="95" name="Freeform 22">
              <a:extLst>
                <a:ext uri="{FF2B5EF4-FFF2-40B4-BE49-F238E27FC236}">
                  <a16:creationId xmlns:a16="http://schemas.microsoft.com/office/drawing/2014/main" id="{B7D6F426-1698-4DCC-8341-BA80B0C1750E}"/>
                </a:ext>
              </a:extLst>
            </p:cNvPr>
            <p:cNvSpPr>
              <a:spLocks/>
            </p:cNvSpPr>
            <p:nvPr/>
          </p:nvSpPr>
          <p:spPr bwMode="auto">
            <a:xfrm>
              <a:off x="2902" y="1949"/>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6" name="Freeform 23">
              <a:extLst>
                <a:ext uri="{FF2B5EF4-FFF2-40B4-BE49-F238E27FC236}">
                  <a16:creationId xmlns:a16="http://schemas.microsoft.com/office/drawing/2014/main" id="{6193D422-4B37-4AC3-B3CC-CC3011A99335}"/>
                </a:ext>
              </a:extLst>
            </p:cNvPr>
            <p:cNvSpPr>
              <a:spLocks/>
            </p:cNvSpPr>
            <p:nvPr/>
          </p:nvSpPr>
          <p:spPr bwMode="auto">
            <a:xfrm>
              <a:off x="4487" y="213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Freeform 24">
              <a:extLst>
                <a:ext uri="{FF2B5EF4-FFF2-40B4-BE49-F238E27FC236}">
                  <a16:creationId xmlns:a16="http://schemas.microsoft.com/office/drawing/2014/main" id="{846534AD-7846-466B-9252-68DB1CEFD464}"/>
                </a:ext>
              </a:extLst>
            </p:cNvPr>
            <p:cNvSpPr>
              <a:spLocks/>
            </p:cNvSpPr>
            <p:nvPr/>
          </p:nvSpPr>
          <p:spPr bwMode="auto">
            <a:xfrm>
              <a:off x="3663" y="2997"/>
              <a:ext cx="1295" cy="939"/>
            </a:xfrm>
            <a:custGeom>
              <a:avLst/>
              <a:gdLst>
                <a:gd name="T0" fmla="*/ 600 w 1295"/>
                <a:gd name="T1" fmla="*/ 30 h 939"/>
                <a:gd name="T2" fmla="*/ 525 w 1295"/>
                <a:gd name="T3" fmla="*/ 393 h 939"/>
                <a:gd name="T4" fmla="*/ 81 w 1295"/>
                <a:gd name="T5" fmla="*/ 471 h 939"/>
                <a:gd name="T6" fmla="*/ 39 w 1295"/>
                <a:gd name="T7" fmla="*/ 855 h 939"/>
                <a:gd name="T8" fmla="*/ 207 w 1295"/>
                <a:gd name="T9" fmla="*/ 927 h 939"/>
                <a:gd name="T10" fmla="*/ 429 w 1295"/>
                <a:gd name="T11" fmla="*/ 927 h 939"/>
                <a:gd name="T12" fmla="*/ 705 w 1295"/>
                <a:gd name="T13" fmla="*/ 891 h 939"/>
                <a:gd name="T14" fmla="*/ 1227 w 1295"/>
                <a:gd name="T15" fmla="*/ 849 h 939"/>
                <a:gd name="T16" fmla="*/ 1113 w 1295"/>
                <a:gd name="T17" fmla="*/ 459 h 939"/>
                <a:gd name="T18" fmla="*/ 777 w 1295"/>
                <a:gd name="T19" fmla="*/ 363 h 939"/>
                <a:gd name="T20" fmla="*/ 762 w 1295"/>
                <a:gd name="T21" fmla="*/ 42 h 939"/>
                <a:gd name="T22" fmla="*/ 600 w 1295"/>
                <a:gd name="T23" fmla="*/ 30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98" name="Object 25">
              <a:extLst>
                <a:ext uri="{FF2B5EF4-FFF2-40B4-BE49-F238E27FC236}">
                  <a16:creationId xmlns:a16="http://schemas.microsoft.com/office/drawing/2014/main" id="{09DE94BE-DB64-4129-9930-E3EC4EDF12D0}"/>
                </a:ext>
              </a:extLst>
            </p:cNvPr>
            <p:cNvGraphicFramePr>
              <a:graphicFrameLocks noChangeAspect="1"/>
            </p:cNvGraphicFramePr>
            <p:nvPr/>
          </p:nvGraphicFramePr>
          <p:xfrm>
            <a:off x="2951" y="2015"/>
            <a:ext cx="368" cy="292"/>
          </p:xfrm>
          <a:graphic>
            <a:graphicData uri="http://schemas.openxmlformats.org/presentationml/2006/ole">
              <mc:AlternateContent xmlns:mc="http://schemas.openxmlformats.org/markup-compatibility/2006">
                <mc:Choice xmlns:v="urn:schemas-microsoft-com:vml" Requires="v">
                  <p:oleObj name="Clip" r:id="rId4" imgW="1307263" imgH="1084139" progId="MS_ClipArt_Gallery.2">
                    <p:embed/>
                  </p:oleObj>
                </mc:Choice>
                <mc:Fallback>
                  <p:oleObj name="Clip" r:id="rId4" imgW="1307263" imgH="1084139" progId="MS_ClipArt_Gallery.2">
                    <p:embed/>
                    <p:pic>
                      <p:nvPicPr>
                        <p:cNvPr id="103" name="Object 25">
                          <a:extLst>
                            <a:ext uri="{FF2B5EF4-FFF2-40B4-BE49-F238E27FC236}">
                              <a16:creationId xmlns:a16="http://schemas.microsoft.com/office/drawing/2014/main" id="{E536C6F5-3105-4C34-945B-F7CD70FA4F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01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 name="Line 26">
              <a:extLst>
                <a:ext uri="{FF2B5EF4-FFF2-40B4-BE49-F238E27FC236}">
                  <a16:creationId xmlns:a16="http://schemas.microsoft.com/office/drawing/2014/main" id="{5D5F2DFA-D29B-4AD6-A8E1-4918EC09894B}"/>
                </a:ext>
              </a:extLst>
            </p:cNvPr>
            <p:cNvSpPr>
              <a:spLocks noChangeShapeType="1"/>
            </p:cNvSpPr>
            <p:nvPr/>
          </p:nvSpPr>
          <p:spPr bwMode="auto">
            <a:xfrm>
              <a:off x="3304" y="2250"/>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Line 27">
              <a:extLst>
                <a:ext uri="{FF2B5EF4-FFF2-40B4-BE49-F238E27FC236}">
                  <a16:creationId xmlns:a16="http://schemas.microsoft.com/office/drawing/2014/main" id="{899CDBA7-DE9F-4BB8-AEB4-DF254CF4FD5F}"/>
                </a:ext>
              </a:extLst>
            </p:cNvPr>
            <p:cNvSpPr>
              <a:spLocks noChangeShapeType="1"/>
            </p:cNvSpPr>
            <p:nvPr/>
          </p:nvSpPr>
          <p:spPr bwMode="auto">
            <a:xfrm flipH="1">
              <a:off x="3487" y="2241"/>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Line 28">
              <a:extLst>
                <a:ext uri="{FF2B5EF4-FFF2-40B4-BE49-F238E27FC236}">
                  <a16:creationId xmlns:a16="http://schemas.microsoft.com/office/drawing/2014/main" id="{17B887BE-4AD3-4360-8AE2-8E6F3F2FB540}"/>
                </a:ext>
              </a:extLst>
            </p:cNvPr>
            <p:cNvSpPr>
              <a:spLocks noChangeShapeType="1"/>
            </p:cNvSpPr>
            <p:nvPr/>
          </p:nvSpPr>
          <p:spPr bwMode="auto">
            <a:xfrm flipV="1">
              <a:off x="3304" y="2656"/>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Line 29">
              <a:extLst>
                <a:ext uri="{FF2B5EF4-FFF2-40B4-BE49-F238E27FC236}">
                  <a16:creationId xmlns:a16="http://schemas.microsoft.com/office/drawing/2014/main" id="{1E88FDA5-8F3A-43BC-AA74-DEF414F17675}"/>
                </a:ext>
              </a:extLst>
            </p:cNvPr>
            <p:cNvSpPr>
              <a:spLocks noChangeShapeType="1"/>
            </p:cNvSpPr>
            <p:nvPr/>
          </p:nvSpPr>
          <p:spPr bwMode="auto">
            <a:xfrm>
              <a:off x="3310" y="3051"/>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3" name="Object 30">
              <a:extLst>
                <a:ext uri="{FF2B5EF4-FFF2-40B4-BE49-F238E27FC236}">
                  <a16:creationId xmlns:a16="http://schemas.microsoft.com/office/drawing/2014/main" id="{49298D5E-B6DE-4F7C-9ECE-1956D442BADA}"/>
                </a:ext>
              </a:extLst>
            </p:cNvPr>
            <p:cNvGraphicFramePr>
              <a:graphicFrameLocks noChangeAspect="1"/>
            </p:cNvGraphicFramePr>
            <p:nvPr/>
          </p:nvGraphicFramePr>
          <p:xfrm>
            <a:off x="2951" y="2435"/>
            <a:ext cx="368" cy="292"/>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108" name="Object 30">
                          <a:extLst>
                            <a:ext uri="{FF2B5EF4-FFF2-40B4-BE49-F238E27FC236}">
                              <a16:creationId xmlns:a16="http://schemas.microsoft.com/office/drawing/2014/main" id="{477DE8A2-5C62-4D9C-AB43-6239BDEA5C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4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 name="Object 31">
              <a:extLst>
                <a:ext uri="{FF2B5EF4-FFF2-40B4-BE49-F238E27FC236}">
                  <a16:creationId xmlns:a16="http://schemas.microsoft.com/office/drawing/2014/main" id="{145CD9B5-9B2C-4381-B373-279A5FB4B6B5}"/>
                </a:ext>
              </a:extLst>
            </p:cNvPr>
            <p:cNvGraphicFramePr>
              <a:graphicFrameLocks noChangeAspect="1"/>
            </p:cNvGraphicFramePr>
            <p:nvPr/>
          </p:nvGraphicFramePr>
          <p:xfrm>
            <a:off x="2951" y="2819"/>
            <a:ext cx="368" cy="292"/>
          </p:xfrm>
          <a:graphic>
            <a:graphicData uri="http://schemas.openxmlformats.org/presentationml/2006/ole">
              <mc:AlternateContent xmlns:mc="http://schemas.openxmlformats.org/markup-compatibility/2006">
                <mc:Choice xmlns:v="urn:schemas-microsoft-com:vml" Requires="v">
                  <p:oleObj name="Clip" r:id="rId7" imgW="1307263" imgH="1084139" progId="MS_ClipArt_Gallery.2">
                    <p:embed/>
                  </p:oleObj>
                </mc:Choice>
                <mc:Fallback>
                  <p:oleObj name="Clip" r:id="rId7" imgW="1307263" imgH="1084139" progId="MS_ClipArt_Gallery.2">
                    <p:embed/>
                    <p:pic>
                      <p:nvPicPr>
                        <p:cNvPr id="109" name="Object 31">
                          <a:extLst>
                            <a:ext uri="{FF2B5EF4-FFF2-40B4-BE49-F238E27FC236}">
                              <a16:creationId xmlns:a16="http://schemas.microsoft.com/office/drawing/2014/main" id="{698C6AE0-77DD-4EE0-8C79-564B19AA42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819"/>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 name="Line 32">
              <a:extLst>
                <a:ext uri="{FF2B5EF4-FFF2-40B4-BE49-F238E27FC236}">
                  <a16:creationId xmlns:a16="http://schemas.microsoft.com/office/drawing/2014/main" id="{2BD18114-A4AB-4503-82D0-1060231FAC52}"/>
                </a:ext>
              </a:extLst>
            </p:cNvPr>
            <p:cNvSpPr>
              <a:spLocks noChangeShapeType="1"/>
            </p:cNvSpPr>
            <p:nvPr/>
          </p:nvSpPr>
          <p:spPr bwMode="auto">
            <a:xfrm>
              <a:off x="3487" y="2781"/>
              <a:ext cx="652"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6" name="Group 33">
              <a:extLst>
                <a:ext uri="{FF2B5EF4-FFF2-40B4-BE49-F238E27FC236}">
                  <a16:creationId xmlns:a16="http://schemas.microsoft.com/office/drawing/2014/main" id="{6EBFE497-584B-436E-A56F-C624752440DC}"/>
                </a:ext>
              </a:extLst>
            </p:cNvPr>
            <p:cNvGrpSpPr>
              <a:grpSpLocks/>
            </p:cNvGrpSpPr>
            <p:nvPr/>
          </p:nvGrpSpPr>
          <p:grpSpPr bwMode="auto">
            <a:xfrm>
              <a:off x="4081" y="2759"/>
              <a:ext cx="448" cy="240"/>
              <a:chOff x="3600" y="219"/>
              <a:chExt cx="360" cy="175"/>
            </a:xfrm>
          </p:grpSpPr>
          <p:sp>
            <p:nvSpPr>
              <p:cNvPr id="142" name="Oval 34">
                <a:extLst>
                  <a:ext uri="{FF2B5EF4-FFF2-40B4-BE49-F238E27FC236}">
                    <a16:creationId xmlns:a16="http://schemas.microsoft.com/office/drawing/2014/main" id="{D4AD6AB8-32F4-4233-BB95-9D37E051BED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43" name="Line 35">
                <a:extLst>
                  <a:ext uri="{FF2B5EF4-FFF2-40B4-BE49-F238E27FC236}">
                    <a16:creationId xmlns:a16="http://schemas.microsoft.com/office/drawing/2014/main" id="{94FBA5F1-A943-4294-ABF0-361C88433B6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4" name="Line 36">
                <a:extLst>
                  <a:ext uri="{FF2B5EF4-FFF2-40B4-BE49-F238E27FC236}">
                    <a16:creationId xmlns:a16="http://schemas.microsoft.com/office/drawing/2014/main" id="{C4A980D4-65A5-4DA6-BB20-643DBD3C947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5" name="Rectangle 37">
                <a:extLst>
                  <a:ext uri="{FF2B5EF4-FFF2-40B4-BE49-F238E27FC236}">
                    <a16:creationId xmlns:a16="http://schemas.microsoft.com/office/drawing/2014/main" id="{2339D301-8EE3-43AC-A39F-C3E81C7D819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kumimoji="0" lang="zh-CN" altLang="zh-CN" sz="2400">
                  <a:cs typeface="Times New Roman" panose="02020603050405020304" pitchFamily="18" charset="0"/>
                </a:endParaRPr>
              </a:p>
            </p:txBody>
          </p:sp>
          <p:sp>
            <p:nvSpPr>
              <p:cNvPr id="146" name="Oval 38">
                <a:extLst>
                  <a:ext uri="{FF2B5EF4-FFF2-40B4-BE49-F238E27FC236}">
                    <a16:creationId xmlns:a16="http://schemas.microsoft.com/office/drawing/2014/main" id="{B7C98695-E0AF-4D68-A525-0A282921E5D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grpSp>
            <p:nvGrpSpPr>
              <p:cNvPr id="147" name="Group 39">
                <a:extLst>
                  <a:ext uri="{FF2B5EF4-FFF2-40B4-BE49-F238E27FC236}">
                    <a16:creationId xmlns:a16="http://schemas.microsoft.com/office/drawing/2014/main" id="{09A32FAC-7AB7-4F11-B748-DB3F60D80944}"/>
                  </a:ext>
                </a:extLst>
              </p:cNvPr>
              <p:cNvGrpSpPr>
                <a:grpSpLocks/>
              </p:cNvGrpSpPr>
              <p:nvPr/>
            </p:nvGrpSpPr>
            <p:grpSpPr bwMode="auto">
              <a:xfrm>
                <a:off x="3686" y="244"/>
                <a:ext cx="177" cy="66"/>
                <a:chOff x="2848" y="848"/>
                <a:chExt cx="140" cy="98"/>
              </a:xfrm>
            </p:grpSpPr>
            <p:sp>
              <p:nvSpPr>
                <p:cNvPr id="152" name="Line 40">
                  <a:extLst>
                    <a:ext uri="{FF2B5EF4-FFF2-40B4-BE49-F238E27FC236}">
                      <a16:creationId xmlns:a16="http://schemas.microsoft.com/office/drawing/2014/main" id="{6831EB23-6441-4195-AEA7-B08067D92FB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 name="Line 41">
                  <a:extLst>
                    <a:ext uri="{FF2B5EF4-FFF2-40B4-BE49-F238E27FC236}">
                      <a16:creationId xmlns:a16="http://schemas.microsoft.com/office/drawing/2014/main" id="{3EDBB80B-471B-4FBB-B403-AE705140E0F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4" name="Line 42">
                  <a:extLst>
                    <a:ext uri="{FF2B5EF4-FFF2-40B4-BE49-F238E27FC236}">
                      <a16:creationId xmlns:a16="http://schemas.microsoft.com/office/drawing/2014/main" id="{B662A3CD-1635-474A-8D02-84214F559C9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48" name="Group 43">
                <a:extLst>
                  <a:ext uri="{FF2B5EF4-FFF2-40B4-BE49-F238E27FC236}">
                    <a16:creationId xmlns:a16="http://schemas.microsoft.com/office/drawing/2014/main" id="{9B796B4C-E79B-4608-B975-9CDF80E36505}"/>
                  </a:ext>
                </a:extLst>
              </p:cNvPr>
              <p:cNvGrpSpPr>
                <a:grpSpLocks/>
              </p:cNvGrpSpPr>
              <p:nvPr/>
            </p:nvGrpSpPr>
            <p:grpSpPr bwMode="auto">
              <a:xfrm flipV="1">
                <a:off x="3686" y="243"/>
                <a:ext cx="177" cy="66"/>
                <a:chOff x="2848" y="848"/>
                <a:chExt cx="140" cy="98"/>
              </a:xfrm>
            </p:grpSpPr>
            <p:sp>
              <p:nvSpPr>
                <p:cNvPr id="149" name="Line 44">
                  <a:extLst>
                    <a:ext uri="{FF2B5EF4-FFF2-40B4-BE49-F238E27FC236}">
                      <a16:creationId xmlns:a16="http://schemas.microsoft.com/office/drawing/2014/main" id="{536B6D8A-F807-4F68-9A50-F0C4873D1F6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0" name="Line 45">
                  <a:extLst>
                    <a:ext uri="{FF2B5EF4-FFF2-40B4-BE49-F238E27FC236}">
                      <a16:creationId xmlns:a16="http://schemas.microsoft.com/office/drawing/2014/main" id="{8B01F9A2-5493-4775-9891-C47D398EF23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1" name="Line 46">
                  <a:extLst>
                    <a:ext uri="{FF2B5EF4-FFF2-40B4-BE49-F238E27FC236}">
                      <a16:creationId xmlns:a16="http://schemas.microsoft.com/office/drawing/2014/main" id="{A70DD847-BA7C-4CFF-B2D3-79D73F8D466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sp>
          <p:nvSpPr>
            <p:cNvPr id="107" name="Text Box 47">
              <a:extLst>
                <a:ext uri="{FF2B5EF4-FFF2-40B4-BE49-F238E27FC236}">
                  <a16:creationId xmlns:a16="http://schemas.microsoft.com/office/drawing/2014/main" id="{A0FBD12F-977C-4ABA-B357-B925A53D898C}"/>
                </a:ext>
              </a:extLst>
            </p:cNvPr>
            <p:cNvSpPr txBox="1">
              <a:spLocks noChangeArrowheads="1"/>
            </p:cNvSpPr>
            <p:nvPr/>
          </p:nvSpPr>
          <p:spPr bwMode="auto">
            <a:xfrm>
              <a:off x="3278" y="2045"/>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dirty="0">
                  <a:cs typeface="Times New Roman" panose="02020603050405020304" pitchFamily="18" charset="0"/>
                </a:rPr>
                <a:t>223.1.1.1</a:t>
              </a:r>
              <a:endParaRPr kumimoji="0" lang="en-US" altLang="zh-CN" sz="1800" dirty="0">
                <a:cs typeface="Times New Roman" panose="02020603050405020304" pitchFamily="18" charset="0"/>
              </a:endParaRPr>
            </a:p>
          </p:txBody>
        </p:sp>
        <p:sp>
          <p:nvSpPr>
            <p:cNvPr id="108" name="Rectangle 48">
              <a:extLst>
                <a:ext uri="{FF2B5EF4-FFF2-40B4-BE49-F238E27FC236}">
                  <a16:creationId xmlns:a16="http://schemas.microsoft.com/office/drawing/2014/main" id="{5221057F-01C6-4D7C-9348-1DB989960E5B}"/>
                </a:ext>
              </a:extLst>
            </p:cNvPr>
            <p:cNvSpPr>
              <a:spLocks noChangeArrowheads="1"/>
            </p:cNvSpPr>
            <p:nvPr/>
          </p:nvSpPr>
          <p:spPr bwMode="auto">
            <a:xfrm>
              <a:off x="3333" y="2499"/>
              <a:ext cx="195"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09" name="Text Box 49">
              <a:extLst>
                <a:ext uri="{FF2B5EF4-FFF2-40B4-BE49-F238E27FC236}">
                  <a16:creationId xmlns:a16="http://schemas.microsoft.com/office/drawing/2014/main" id="{8FF46DFB-858B-41DB-8FF0-13FA28E0B08E}"/>
                </a:ext>
              </a:extLst>
            </p:cNvPr>
            <p:cNvSpPr txBox="1">
              <a:spLocks noChangeArrowheads="1"/>
            </p:cNvSpPr>
            <p:nvPr/>
          </p:nvSpPr>
          <p:spPr bwMode="auto">
            <a:xfrm>
              <a:off x="3327" y="2441"/>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223.1.1.2</a:t>
              </a:r>
              <a:endParaRPr kumimoji="0" lang="en-US" altLang="zh-CN" sz="1800">
                <a:cs typeface="Times New Roman" panose="02020603050405020304" pitchFamily="18" charset="0"/>
              </a:endParaRPr>
            </a:p>
          </p:txBody>
        </p:sp>
        <p:sp>
          <p:nvSpPr>
            <p:cNvPr id="110" name="Text Box 50">
              <a:extLst>
                <a:ext uri="{FF2B5EF4-FFF2-40B4-BE49-F238E27FC236}">
                  <a16:creationId xmlns:a16="http://schemas.microsoft.com/office/drawing/2014/main" id="{34630975-5C64-42E8-BC8F-1056ECCA5CC1}"/>
                </a:ext>
              </a:extLst>
            </p:cNvPr>
            <p:cNvSpPr txBox="1">
              <a:spLocks noChangeArrowheads="1"/>
            </p:cNvSpPr>
            <p:nvPr/>
          </p:nvSpPr>
          <p:spPr bwMode="auto">
            <a:xfrm>
              <a:off x="3206" y="3041"/>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dirty="0">
                  <a:cs typeface="Times New Roman" panose="02020603050405020304" pitchFamily="18" charset="0"/>
                </a:rPr>
                <a:t>223.1.1.3</a:t>
              </a:r>
              <a:endParaRPr kumimoji="0" lang="en-US" altLang="zh-CN" sz="1800" dirty="0">
                <a:cs typeface="Times New Roman" panose="02020603050405020304" pitchFamily="18" charset="0"/>
              </a:endParaRPr>
            </a:p>
          </p:txBody>
        </p:sp>
        <p:sp>
          <p:nvSpPr>
            <p:cNvPr id="111" name="Text Box 51">
              <a:extLst>
                <a:ext uri="{FF2B5EF4-FFF2-40B4-BE49-F238E27FC236}">
                  <a16:creationId xmlns:a16="http://schemas.microsoft.com/office/drawing/2014/main" id="{51ED3EBB-FCF9-4ECE-A19A-2AC3AC5CDA14}"/>
                </a:ext>
              </a:extLst>
            </p:cNvPr>
            <p:cNvSpPr txBox="1">
              <a:spLocks noChangeArrowheads="1"/>
            </p:cNvSpPr>
            <p:nvPr/>
          </p:nvSpPr>
          <p:spPr bwMode="auto">
            <a:xfrm>
              <a:off x="3704" y="2618"/>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223.1.1.4</a:t>
              </a:r>
              <a:endParaRPr kumimoji="0" lang="en-US" altLang="zh-CN" sz="1800">
                <a:cs typeface="Times New Roman" panose="02020603050405020304" pitchFamily="18" charset="0"/>
              </a:endParaRPr>
            </a:p>
          </p:txBody>
        </p:sp>
        <p:sp>
          <p:nvSpPr>
            <p:cNvPr id="112" name="Line 52">
              <a:extLst>
                <a:ext uri="{FF2B5EF4-FFF2-40B4-BE49-F238E27FC236}">
                  <a16:creationId xmlns:a16="http://schemas.microsoft.com/office/drawing/2014/main" id="{919C9E6E-C510-49AA-8574-5E150F9FD55A}"/>
                </a:ext>
              </a:extLst>
            </p:cNvPr>
            <p:cNvSpPr>
              <a:spLocks noChangeShapeType="1"/>
            </p:cNvSpPr>
            <p:nvPr/>
          </p:nvSpPr>
          <p:spPr bwMode="auto">
            <a:xfrm>
              <a:off x="4462" y="2787"/>
              <a:ext cx="64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 name="Text Box 53">
              <a:extLst>
                <a:ext uri="{FF2B5EF4-FFF2-40B4-BE49-F238E27FC236}">
                  <a16:creationId xmlns:a16="http://schemas.microsoft.com/office/drawing/2014/main" id="{C29BEA48-70A3-4D24-A5C4-4480A3B87D31}"/>
                </a:ext>
              </a:extLst>
            </p:cNvPr>
            <p:cNvSpPr txBox="1">
              <a:spLocks noChangeArrowheads="1"/>
            </p:cNvSpPr>
            <p:nvPr/>
          </p:nvSpPr>
          <p:spPr bwMode="auto">
            <a:xfrm>
              <a:off x="4382" y="2612"/>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223.1.2.9</a:t>
              </a:r>
              <a:endParaRPr kumimoji="0" lang="en-US" altLang="zh-CN" sz="1800">
                <a:cs typeface="Times New Roman" panose="02020603050405020304" pitchFamily="18" charset="0"/>
              </a:endParaRPr>
            </a:p>
          </p:txBody>
        </p:sp>
        <p:sp>
          <p:nvSpPr>
            <p:cNvPr id="114" name="Line 54">
              <a:extLst>
                <a:ext uri="{FF2B5EF4-FFF2-40B4-BE49-F238E27FC236}">
                  <a16:creationId xmlns:a16="http://schemas.microsoft.com/office/drawing/2014/main" id="{67D529BB-F4F6-4BDF-A51C-B7F636963ED8}"/>
                </a:ext>
              </a:extLst>
            </p:cNvPr>
            <p:cNvSpPr>
              <a:spLocks noChangeShapeType="1"/>
            </p:cNvSpPr>
            <p:nvPr/>
          </p:nvSpPr>
          <p:spPr bwMode="auto">
            <a:xfrm flipH="1">
              <a:off x="5107" y="2349"/>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15" name="Object 55">
              <a:extLst>
                <a:ext uri="{FF2B5EF4-FFF2-40B4-BE49-F238E27FC236}">
                  <a16:creationId xmlns:a16="http://schemas.microsoft.com/office/drawing/2014/main" id="{5C0CCF33-E4AE-4FF2-A4B6-0EF57F09D815}"/>
                </a:ext>
              </a:extLst>
            </p:cNvPr>
            <p:cNvGraphicFramePr>
              <a:graphicFrameLocks noChangeAspect="1"/>
            </p:cNvGraphicFramePr>
            <p:nvPr/>
          </p:nvGraphicFramePr>
          <p:xfrm>
            <a:off x="5219" y="2165"/>
            <a:ext cx="368" cy="292"/>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120" name="Object 55">
                          <a:extLst>
                            <a:ext uri="{FF2B5EF4-FFF2-40B4-BE49-F238E27FC236}">
                              <a16:creationId xmlns:a16="http://schemas.microsoft.com/office/drawing/2014/main" id="{3883C3D6-89AA-4B36-8C47-010EB9A373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 y="216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 name="Line 56">
              <a:extLst>
                <a:ext uri="{FF2B5EF4-FFF2-40B4-BE49-F238E27FC236}">
                  <a16:creationId xmlns:a16="http://schemas.microsoft.com/office/drawing/2014/main" id="{C8023738-BAE8-4CEB-ADD8-E68398EF5804}"/>
                </a:ext>
              </a:extLst>
            </p:cNvPr>
            <p:cNvSpPr>
              <a:spLocks noChangeShapeType="1"/>
            </p:cNvSpPr>
            <p:nvPr/>
          </p:nvSpPr>
          <p:spPr bwMode="auto">
            <a:xfrm>
              <a:off x="5107" y="2352"/>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17" name="Object 57">
              <a:extLst>
                <a:ext uri="{FF2B5EF4-FFF2-40B4-BE49-F238E27FC236}">
                  <a16:creationId xmlns:a16="http://schemas.microsoft.com/office/drawing/2014/main" id="{178C0108-8D00-43BF-8F16-258C5BA2756C}"/>
                </a:ext>
              </a:extLst>
            </p:cNvPr>
            <p:cNvGraphicFramePr>
              <a:graphicFrameLocks noChangeAspect="1"/>
            </p:cNvGraphicFramePr>
            <p:nvPr/>
          </p:nvGraphicFramePr>
          <p:xfrm>
            <a:off x="5222" y="3035"/>
            <a:ext cx="368" cy="292"/>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122" name="Object 57">
                          <a:extLst>
                            <a:ext uri="{FF2B5EF4-FFF2-40B4-BE49-F238E27FC236}">
                              <a16:creationId xmlns:a16="http://schemas.microsoft.com/office/drawing/2014/main" id="{09519078-E4D3-4A9A-8722-DF04138C26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2" y="30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 name="Line 58">
              <a:extLst>
                <a:ext uri="{FF2B5EF4-FFF2-40B4-BE49-F238E27FC236}">
                  <a16:creationId xmlns:a16="http://schemas.microsoft.com/office/drawing/2014/main" id="{87787565-648E-42E2-AC5B-E20B8F95656D}"/>
                </a:ext>
              </a:extLst>
            </p:cNvPr>
            <p:cNvSpPr>
              <a:spLocks noChangeShapeType="1"/>
            </p:cNvSpPr>
            <p:nvPr/>
          </p:nvSpPr>
          <p:spPr bwMode="auto">
            <a:xfrm>
              <a:off x="5107" y="3153"/>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9" name="Rectangle 59">
              <a:extLst>
                <a:ext uri="{FF2B5EF4-FFF2-40B4-BE49-F238E27FC236}">
                  <a16:creationId xmlns:a16="http://schemas.microsoft.com/office/drawing/2014/main" id="{F1E2568B-9F3C-4511-8FC6-A9FF9920B5BB}"/>
                </a:ext>
              </a:extLst>
            </p:cNvPr>
            <p:cNvSpPr>
              <a:spLocks noChangeArrowheads="1"/>
            </p:cNvSpPr>
            <p:nvPr/>
          </p:nvSpPr>
          <p:spPr bwMode="auto">
            <a:xfrm>
              <a:off x="5073" y="2986"/>
              <a:ext cx="108"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20" name="Text Box 60">
              <a:extLst>
                <a:ext uri="{FF2B5EF4-FFF2-40B4-BE49-F238E27FC236}">
                  <a16:creationId xmlns:a16="http://schemas.microsoft.com/office/drawing/2014/main" id="{F3DA6FEA-572E-41DB-BFF7-BAE1F42FF54C}"/>
                </a:ext>
              </a:extLst>
            </p:cNvPr>
            <p:cNvSpPr txBox="1">
              <a:spLocks noChangeArrowheads="1"/>
            </p:cNvSpPr>
            <p:nvPr/>
          </p:nvSpPr>
          <p:spPr bwMode="auto">
            <a:xfrm>
              <a:off x="4704" y="2915"/>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223.1.2.2</a:t>
              </a:r>
              <a:endParaRPr kumimoji="0" lang="en-US" altLang="zh-CN" sz="1800">
                <a:cs typeface="Times New Roman" panose="02020603050405020304" pitchFamily="18" charset="0"/>
              </a:endParaRPr>
            </a:p>
          </p:txBody>
        </p:sp>
        <p:sp>
          <p:nvSpPr>
            <p:cNvPr id="121" name="Rectangle 61">
              <a:extLst>
                <a:ext uri="{FF2B5EF4-FFF2-40B4-BE49-F238E27FC236}">
                  <a16:creationId xmlns:a16="http://schemas.microsoft.com/office/drawing/2014/main" id="{5BAF299F-C778-4409-933F-AE7D7514E4E2}"/>
                </a:ext>
              </a:extLst>
            </p:cNvPr>
            <p:cNvSpPr>
              <a:spLocks noChangeArrowheads="1"/>
            </p:cNvSpPr>
            <p:nvPr/>
          </p:nvSpPr>
          <p:spPr bwMode="auto">
            <a:xfrm>
              <a:off x="5082" y="2382"/>
              <a:ext cx="156"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22" name="Text Box 62">
              <a:extLst>
                <a:ext uri="{FF2B5EF4-FFF2-40B4-BE49-F238E27FC236}">
                  <a16:creationId xmlns:a16="http://schemas.microsoft.com/office/drawing/2014/main" id="{9E160203-5993-4DDD-B33B-07E1F8FFA5CB}"/>
                </a:ext>
              </a:extLst>
            </p:cNvPr>
            <p:cNvSpPr txBox="1">
              <a:spLocks noChangeArrowheads="1"/>
            </p:cNvSpPr>
            <p:nvPr/>
          </p:nvSpPr>
          <p:spPr bwMode="auto">
            <a:xfrm>
              <a:off x="4584" y="2321"/>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223.1.2.1</a:t>
              </a:r>
              <a:endParaRPr kumimoji="0" lang="en-US" altLang="zh-CN" sz="1800">
                <a:cs typeface="Times New Roman" panose="02020603050405020304" pitchFamily="18" charset="0"/>
              </a:endParaRPr>
            </a:p>
          </p:txBody>
        </p:sp>
        <p:sp>
          <p:nvSpPr>
            <p:cNvPr id="123" name="Line 63">
              <a:extLst>
                <a:ext uri="{FF2B5EF4-FFF2-40B4-BE49-F238E27FC236}">
                  <a16:creationId xmlns:a16="http://schemas.microsoft.com/office/drawing/2014/main" id="{2008F1ED-A127-4531-95A5-A5742FCDB154}"/>
                </a:ext>
              </a:extLst>
            </p:cNvPr>
            <p:cNvSpPr>
              <a:spLocks noChangeShapeType="1"/>
            </p:cNvSpPr>
            <p:nvPr/>
          </p:nvSpPr>
          <p:spPr bwMode="auto">
            <a:xfrm flipH="1">
              <a:off x="4312" y="3000"/>
              <a:ext cx="0" cy="4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4" name="Line 64">
              <a:extLst>
                <a:ext uri="{FF2B5EF4-FFF2-40B4-BE49-F238E27FC236}">
                  <a16:creationId xmlns:a16="http://schemas.microsoft.com/office/drawing/2014/main" id="{E7267EF0-2F4E-4A68-8C2C-BCE1092A7709}"/>
                </a:ext>
              </a:extLst>
            </p:cNvPr>
            <p:cNvSpPr>
              <a:spLocks noChangeShapeType="1"/>
            </p:cNvSpPr>
            <p:nvPr/>
          </p:nvSpPr>
          <p:spPr bwMode="auto">
            <a:xfrm flipH="1">
              <a:off x="3898" y="3453"/>
              <a:ext cx="7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5" name="Line 65">
              <a:extLst>
                <a:ext uri="{FF2B5EF4-FFF2-40B4-BE49-F238E27FC236}">
                  <a16:creationId xmlns:a16="http://schemas.microsoft.com/office/drawing/2014/main" id="{30FCD8A8-1A7C-4F1D-8B30-AA1137027CA0}"/>
                </a:ext>
              </a:extLst>
            </p:cNvPr>
            <p:cNvSpPr>
              <a:spLocks noChangeShapeType="1"/>
            </p:cNvSpPr>
            <p:nvPr/>
          </p:nvSpPr>
          <p:spPr bwMode="auto">
            <a:xfrm flipH="1" flipV="1">
              <a:off x="3896" y="3448"/>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6" name="Line 66">
              <a:extLst>
                <a:ext uri="{FF2B5EF4-FFF2-40B4-BE49-F238E27FC236}">
                  <a16:creationId xmlns:a16="http://schemas.microsoft.com/office/drawing/2014/main" id="{0BDEFD39-8563-41DD-A9CA-33CD38AA93D2}"/>
                </a:ext>
              </a:extLst>
            </p:cNvPr>
            <p:cNvSpPr>
              <a:spLocks noChangeShapeType="1"/>
            </p:cNvSpPr>
            <p:nvPr/>
          </p:nvSpPr>
          <p:spPr bwMode="auto">
            <a:xfrm flipH="1" flipV="1">
              <a:off x="4637" y="3451"/>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27" name="Object 67">
              <a:extLst>
                <a:ext uri="{FF2B5EF4-FFF2-40B4-BE49-F238E27FC236}">
                  <a16:creationId xmlns:a16="http://schemas.microsoft.com/office/drawing/2014/main" id="{FCED4D94-060D-465E-918F-F37F5DB58E9A}"/>
                </a:ext>
              </a:extLst>
            </p:cNvPr>
            <p:cNvGraphicFramePr>
              <a:graphicFrameLocks noChangeAspect="1"/>
            </p:cNvGraphicFramePr>
            <p:nvPr/>
          </p:nvGraphicFramePr>
          <p:xfrm>
            <a:off x="4502" y="3551"/>
            <a:ext cx="368" cy="292"/>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132" name="Object 67">
                          <a:extLst>
                            <a:ext uri="{FF2B5EF4-FFF2-40B4-BE49-F238E27FC236}">
                              <a16:creationId xmlns:a16="http://schemas.microsoft.com/office/drawing/2014/main" id="{9EB92BC0-B8F5-4721-975B-E66D3893B5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 y="3551"/>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 name="Object 68">
              <a:extLst>
                <a:ext uri="{FF2B5EF4-FFF2-40B4-BE49-F238E27FC236}">
                  <a16:creationId xmlns:a16="http://schemas.microsoft.com/office/drawing/2014/main" id="{9CB06BA3-C2BE-412C-8CEB-FBE71414F7BD}"/>
                </a:ext>
              </a:extLst>
            </p:cNvPr>
            <p:cNvGraphicFramePr>
              <a:graphicFrameLocks noChangeAspect="1"/>
            </p:cNvGraphicFramePr>
            <p:nvPr/>
          </p:nvGraphicFramePr>
          <p:xfrm>
            <a:off x="3710" y="3560"/>
            <a:ext cx="368" cy="292"/>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133" name="Object 68">
                          <a:extLst>
                            <a:ext uri="{FF2B5EF4-FFF2-40B4-BE49-F238E27FC236}">
                              <a16:creationId xmlns:a16="http://schemas.microsoft.com/office/drawing/2014/main" id="{C8E7837A-4314-4AE7-AB47-73DBFB7CAF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0" y="3560"/>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 name="Text Box 69">
              <a:extLst>
                <a:ext uri="{FF2B5EF4-FFF2-40B4-BE49-F238E27FC236}">
                  <a16:creationId xmlns:a16="http://schemas.microsoft.com/office/drawing/2014/main" id="{3A2ED2A6-C7E3-4952-B133-FBD69B12CFF9}"/>
                </a:ext>
              </a:extLst>
            </p:cNvPr>
            <p:cNvSpPr txBox="1">
              <a:spLocks noChangeArrowheads="1"/>
            </p:cNvSpPr>
            <p:nvPr/>
          </p:nvSpPr>
          <p:spPr bwMode="auto">
            <a:xfrm>
              <a:off x="4640" y="3356"/>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223.1.3.2</a:t>
              </a:r>
              <a:endParaRPr kumimoji="0" lang="en-US" altLang="zh-CN" sz="1800">
                <a:cs typeface="Times New Roman" panose="02020603050405020304" pitchFamily="18" charset="0"/>
              </a:endParaRPr>
            </a:p>
          </p:txBody>
        </p:sp>
        <p:sp>
          <p:nvSpPr>
            <p:cNvPr id="130" name="Text Box 70">
              <a:extLst>
                <a:ext uri="{FF2B5EF4-FFF2-40B4-BE49-F238E27FC236}">
                  <a16:creationId xmlns:a16="http://schemas.microsoft.com/office/drawing/2014/main" id="{315FBD6D-A94D-4C7F-8113-E1D3D564861F}"/>
                </a:ext>
              </a:extLst>
            </p:cNvPr>
            <p:cNvSpPr txBox="1">
              <a:spLocks noChangeArrowheads="1"/>
            </p:cNvSpPr>
            <p:nvPr/>
          </p:nvSpPr>
          <p:spPr bwMode="auto">
            <a:xfrm>
              <a:off x="3269" y="3380"/>
              <a:ext cx="60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223.1.3.1</a:t>
              </a:r>
              <a:endParaRPr kumimoji="0" lang="en-US" altLang="zh-CN" sz="1800">
                <a:cs typeface="Times New Roman" panose="02020603050405020304" pitchFamily="18" charset="0"/>
              </a:endParaRPr>
            </a:p>
          </p:txBody>
        </p:sp>
        <p:sp>
          <p:nvSpPr>
            <p:cNvPr id="131" name="Rectangle 71">
              <a:extLst>
                <a:ext uri="{FF2B5EF4-FFF2-40B4-BE49-F238E27FC236}">
                  <a16:creationId xmlns:a16="http://schemas.microsoft.com/office/drawing/2014/main" id="{4D424DBC-79DC-418A-820B-873C21A358EB}"/>
                </a:ext>
              </a:extLst>
            </p:cNvPr>
            <p:cNvSpPr>
              <a:spLocks noChangeArrowheads="1"/>
            </p:cNvSpPr>
            <p:nvPr/>
          </p:nvSpPr>
          <p:spPr bwMode="auto">
            <a:xfrm>
              <a:off x="4272" y="3084"/>
              <a:ext cx="81"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32" name="Text Box 72">
              <a:extLst>
                <a:ext uri="{FF2B5EF4-FFF2-40B4-BE49-F238E27FC236}">
                  <a16:creationId xmlns:a16="http://schemas.microsoft.com/office/drawing/2014/main" id="{6403F18C-717E-4317-BFF1-F27A01C1B00B}"/>
                </a:ext>
              </a:extLst>
            </p:cNvPr>
            <p:cNvSpPr txBox="1">
              <a:spLocks noChangeArrowheads="1"/>
            </p:cNvSpPr>
            <p:nvPr/>
          </p:nvSpPr>
          <p:spPr bwMode="auto">
            <a:xfrm>
              <a:off x="3916" y="3043"/>
              <a:ext cx="6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1600">
                  <a:cs typeface="Times New Roman" panose="02020603050405020304" pitchFamily="18" charset="0"/>
                </a:rPr>
                <a:t>223.1.3.27</a:t>
              </a:r>
              <a:endParaRPr kumimoji="0" lang="en-US" altLang="zh-CN" sz="1800">
                <a:cs typeface="Times New Roman" panose="02020603050405020304" pitchFamily="18" charset="0"/>
              </a:endParaRPr>
            </a:p>
          </p:txBody>
        </p:sp>
        <p:grpSp>
          <p:nvGrpSpPr>
            <p:cNvPr id="133" name="Group 73">
              <a:extLst>
                <a:ext uri="{FF2B5EF4-FFF2-40B4-BE49-F238E27FC236}">
                  <a16:creationId xmlns:a16="http://schemas.microsoft.com/office/drawing/2014/main" id="{E498FC14-7048-432F-8431-0BA49F1150DD}"/>
                </a:ext>
              </a:extLst>
            </p:cNvPr>
            <p:cNvGrpSpPr>
              <a:grpSpLocks/>
            </p:cNvGrpSpPr>
            <p:nvPr/>
          </p:nvGrpSpPr>
          <p:grpSpPr bwMode="auto">
            <a:xfrm>
              <a:off x="3014" y="1991"/>
              <a:ext cx="233" cy="252"/>
              <a:chOff x="2822" y="1181"/>
              <a:chExt cx="233" cy="252"/>
            </a:xfrm>
          </p:grpSpPr>
          <p:sp>
            <p:nvSpPr>
              <p:cNvPr id="140" name="Rectangle 74">
                <a:extLst>
                  <a:ext uri="{FF2B5EF4-FFF2-40B4-BE49-F238E27FC236}">
                    <a16:creationId xmlns:a16="http://schemas.microsoft.com/office/drawing/2014/main" id="{55834F3F-1AFF-41FA-BC2F-E069278EA465}"/>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41" name="Text Box 75">
                <a:extLst>
                  <a:ext uri="{FF2B5EF4-FFF2-40B4-BE49-F238E27FC236}">
                    <a16:creationId xmlns:a16="http://schemas.microsoft.com/office/drawing/2014/main" id="{18D50FEC-09F2-4791-8370-2FA95EED15FE}"/>
                  </a:ext>
                </a:extLst>
              </p:cNvPr>
              <p:cNvSpPr txBox="1">
                <a:spLocks noChangeArrowheads="1"/>
              </p:cNvSpPr>
              <p:nvPr/>
            </p:nvSpPr>
            <p:spPr bwMode="auto">
              <a:xfrm>
                <a:off x="2822" y="1181"/>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2000">
                    <a:solidFill>
                      <a:srgbClr val="FF0000"/>
                    </a:solidFill>
                    <a:cs typeface="Times New Roman" panose="02020603050405020304" pitchFamily="18" charset="0"/>
                  </a:rPr>
                  <a:t>A</a:t>
                </a:r>
                <a:endParaRPr kumimoji="0" lang="en-US" altLang="zh-CN" sz="1800">
                  <a:solidFill>
                    <a:srgbClr val="FF0000"/>
                  </a:solidFill>
                  <a:cs typeface="Times New Roman" panose="02020603050405020304" pitchFamily="18" charset="0"/>
                </a:endParaRPr>
              </a:p>
            </p:txBody>
          </p:sp>
        </p:grpSp>
        <p:grpSp>
          <p:nvGrpSpPr>
            <p:cNvPr id="134" name="Group 76">
              <a:extLst>
                <a:ext uri="{FF2B5EF4-FFF2-40B4-BE49-F238E27FC236}">
                  <a16:creationId xmlns:a16="http://schemas.microsoft.com/office/drawing/2014/main" id="{D35FC796-5BB6-43AF-9BCF-941EB7A7EE23}"/>
                </a:ext>
              </a:extLst>
            </p:cNvPr>
            <p:cNvGrpSpPr>
              <a:grpSpLocks/>
            </p:cNvGrpSpPr>
            <p:nvPr/>
          </p:nvGrpSpPr>
          <p:grpSpPr bwMode="auto">
            <a:xfrm>
              <a:off x="3008" y="2771"/>
              <a:ext cx="224" cy="252"/>
              <a:chOff x="2822" y="1181"/>
              <a:chExt cx="224" cy="252"/>
            </a:xfrm>
          </p:grpSpPr>
          <p:sp>
            <p:nvSpPr>
              <p:cNvPr id="138" name="Rectangle 77">
                <a:extLst>
                  <a:ext uri="{FF2B5EF4-FFF2-40B4-BE49-F238E27FC236}">
                    <a16:creationId xmlns:a16="http://schemas.microsoft.com/office/drawing/2014/main" id="{B6ECF550-F290-4E8F-80AC-96402D463457}"/>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39" name="Text Box 78">
                <a:extLst>
                  <a:ext uri="{FF2B5EF4-FFF2-40B4-BE49-F238E27FC236}">
                    <a16:creationId xmlns:a16="http://schemas.microsoft.com/office/drawing/2014/main" id="{A261D3A9-B681-47D4-95D0-0892D28F3B24}"/>
                  </a:ext>
                </a:extLst>
              </p:cNvPr>
              <p:cNvSpPr txBox="1">
                <a:spLocks noChangeArrowheads="1"/>
              </p:cNvSpPr>
              <p:nvPr/>
            </p:nvSpPr>
            <p:spPr bwMode="auto">
              <a:xfrm>
                <a:off x="2822" y="1181"/>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2000">
                    <a:solidFill>
                      <a:srgbClr val="FF0000"/>
                    </a:solidFill>
                    <a:cs typeface="Times New Roman" panose="02020603050405020304" pitchFamily="18" charset="0"/>
                  </a:rPr>
                  <a:t>B</a:t>
                </a:r>
                <a:endParaRPr kumimoji="0" lang="en-US" altLang="zh-CN" sz="1800">
                  <a:solidFill>
                    <a:srgbClr val="FF0000"/>
                  </a:solidFill>
                  <a:cs typeface="Times New Roman" panose="02020603050405020304" pitchFamily="18" charset="0"/>
                </a:endParaRPr>
              </a:p>
            </p:txBody>
          </p:sp>
        </p:grpSp>
        <p:grpSp>
          <p:nvGrpSpPr>
            <p:cNvPr id="135" name="Group 79">
              <a:extLst>
                <a:ext uri="{FF2B5EF4-FFF2-40B4-BE49-F238E27FC236}">
                  <a16:creationId xmlns:a16="http://schemas.microsoft.com/office/drawing/2014/main" id="{667C4961-D070-47C6-B886-EFA62C2786B5}"/>
                </a:ext>
              </a:extLst>
            </p:cNvPr>
            <p:cNvGrpSpPr>
              <a:grpSpLocks/>
            </p:cNvGrpSpPr>
            <p:nvPr/>
          </p:nvGrpSpPr>
          <p:grpSpPr bwMode="auto">
            <a:xfrm>
              <a:off x="5282" y="2999"/>
              <a:ext cx="215" cy="252"/>
              <a:chOff x="2822" y="1181"/>
              <a:chExt cx="215" cy="252"/>
            </a:xfrm>
          </p:grpSpPr>
          <p:sp>
            <p:nvSpPr>
              <p:cNvPr id="136" name="Rectangle 80">
                <a:extLst>
                  <a:ext uri="{FF2B5EF4-FFF2-40B4-BE49-F238E27FC236}">
                    <a16:creationId xmlns:a16="http://schemas.microsoft.com/office/drawing/2014/main" id="{6AFE8F22-B0E8-4D64-A9B3-081F051A72C7}"/>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cs typeface="Times New Roman" panose="02020603050405020304" pitchFamily="18" charset="0"/>
                </a:endParaRPr>
              </a:p>
            </p:txBody>
          </p:sp>
          <p:sp>
            <p:nvSpPr>
              <p:cNvPr id="137" name="Text Box 81">
                <a:extLst>
                  <a:ext uri="{FF2B5EF4-FFF2-40B4-BE49-F238E27FC236}">
                    <a16:creationId xmlns:a16="http://schemas.microsoft.com/office/drawing/2014/main" id="{C5A987B5-91D7-40FD-8DD8-085F82CBDAB2}"/>
                  </a:ext>
                </a:extLst>
              </p:cNvPr>
              <p:cNvSpPr txBox="1">
                <a:spLocks noChangeArrowheads="1"/>
              </p:cNvSpPr>
              <p:nvPr/>
            </p:nvSpPr>
            <p:spPr bwMode="auto">
              <a:xfrm>
                <a:off x="2822" y="1181"/>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spcBef>
                    <a:spcPct val="0"/>
                  </a:spcBef>
                  <a:buFontTx/>
                  <a:buNone/>
                </a:pPr>
                <a:r>
                  <a:rPr kumimoji="0" lang="en-US" altLang="zh-CN" sz="2000">
                    <a:solidFill>
                      <a:srgbClr val="FF0000"/>
                    </a:solidFill>
                    <a:cs typeface="Times New Roman" panose="02020603050405020304" pitchFamily="18" charset="0"/>
                  </a:rPr>
                  <a:t>E</a:t>
                </a:r>
                <a:endParaRPr kumimoji="0" lang="en-US" altLang="zh-CN" sz="1800">
                  <a:solidFill>
                    <a:srgbClr val="FF0000"/>
                  </a:solidFill>
                  <a:cs typeface="Times New Roman" panose="02020603050405020304" pitchFamily="18" charset="0"/>
                </a:endParaRPr>
              </a:p>
            </p:txBody>
          </p:sp>
        </p:grpSp>
      </p:grpSp>
    </p:spTree>
    <p:extLst>
      <p:ext uri="{BB962C8B-B14F-4D97-AF65-F5344CB8AC3E}">
        <p14:creationId xmlns:p14="http://schemas.microsoft.com/office/powerpoint/2010/main" val="396888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Rectangle 3"/>
          <p:cNvSpPr>
            <a:spLocks noGrp="1" noChangeArrowheads="1"/>
          </p:cNvSpPr>
          <p:nvPr>
            <p:ph type="title"/>
          </p:nvPr>
        </p:nvSpPr>
        <p:spPr>
          <a:xfrm>
            <a:off x="323850" y="620713"/>
            <a:ext cx="8496300" cy="720725"/>
          </a:xfrm>
        </p:spPr>
        <p:txBody>
          <a:bodyPr>
            <a:norm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ARP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协议</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9" name="Rectangle 4"/>
          <p:cNvSpPr>
            <a:spLocks noGrp="1" noChangeArrowheads="1"/>
          </p:cNvSpPr>
          <p:nvPr>
            <p:ph type="body" idx="1"/>
          </p:nvPr>
        </p:nvSpPr>
        <p:spPr>
          <a:xfrm>
            <a:off x="4927602" y="1486875"/>
            <a:ext cx="3990975" cy="2078489"/>
          </a:xfrm>
        </p:spPr>
        <p:txBody>
          <a:bodyPr>
            <a:normAutofit fontScale="32500" lnSpcReduction="20000"/>
          </a:bodyPr>
          <a:lstStyle/>
          <a:p>
            <a:pPr marL="265113" indent="-265113">
              <a:lnSpc>
                <a:spcPts val="3500"/>
              </a:lnSpc>
              <a:spcBef>
                <a:spcPts val="600"/>
              </a:spcBef>
              <a:buClr>
                <a:srgbClr val="C00000"/>
              </a:buClr>
              <a:buSzPct val="90000"/>
              <a:buFont typeface="Wingdings" panose="05000000000000000000" pitchFamily="2" charset="2"/>
              <a:buChar char="n"/>
            </a:pPr>
            <a:r>
              <a:rPr lang="zh-CN" altLang="en-US" sz="6800" dirty="0">
                <a:latin typeface="Times New Roman" panose="02020603050405020304" pitchFamily="18" charset="0"/>
                <a:ea typeface="宋体" panose="02010600030101010101" pitchFamily="2" charset="-122"/>
                <a:cs typeface="Times New Roman" panose="02020603050405020304" pitchFamily="18" charset="0"/>
              </a:rPr>
              <a:t>局域网的每个</a:t>
            </a:r>
            <a:r>
              <a:rPr lang="en-US" altLang="zh-CN" sz="68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6800" dirty="0">
                <a:latin typeface="Times New Roman" panose="02020603050405020304" pitchFamily="18" charset="0"/>
                <a:ea typeface="宋体" panose="02010600030101010101" pitchFamily="2" charset="-122"/>
                <a:cs typeface="Times New Roman" panose="02020603050405020304" pitchFamily="18" charset="0"/>
              </a:rPr>
              <a:t>节点（主机或路由器）都有</a:t>
            </a:r>
            <a:r>
              <a:rPr lang="en-US" altLang="zh-CN" sz="68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6800" dirty="0">
                <a:latin typeface="Times New Roman" panose="02020603050405020304" pitchFamily="18" charset="0"/>
                <a:ea typeface="宋体" panose="02010600030101010101" pitchFamily="2" charset="-122"/>
                <a:cs typeface="Times New Roman" panose="02020603050405020304" pitchFamily="18" charset="0"/>
              </a:rPr>
              <a:t>表</a:t>
            </a:r>
            <a:endParaRPr lang="en-US" altLang="zh-CN" sz="68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500"/>
              </a:lnSpc>
              <a:spcBef>
                <a:spcPts val="600"/>
              </a:spcBef>
              <a:buClr>
                <a:srgbClr val="C00000"/>
              </a:buClr>
              <a:buSzPct val="90000"/>
              <a:buFont typeface="Wingdings" panose="05000000000000000000" pitchFamily="2" charset="2"/>
              <a:buChar char="n"/>
            </a:pPr>
            <a:r>
              <a:rPr lang="en-US" altLang="zh-CN" sz="68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6800" dirty="0">
                <a:latin typeface="Times New Roman" panose="02020603050405020304" pitchFamily="18" charset="0"/>
                <a:ea typeface="宋体" panose="02010600030101010101" pitchFamily="2" charset="-122"/>
                <a:cs typeface="Times New Roman" panose="02020603050405020304" pitchFamily="18" charset="0"/>
              </a:rPr>
              <a:t>表缓存</a:t>
            </a:r>
            <a:r>
              <a:rPr lang="en-US" altLang="zh-CN" sz="68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6800" dirty="0">
                <a:latin typeface="Times New Roman" panose="02020603050405020304" pitchFamily="18" charset="0"/>
                <a:ea typeface="宋体" panose="02010600030101010101" pitchFamily="2" charset="-122"/>
                <a:cs typeface="Times New Roman" panose="02020603050405020304" pitchFamily="18" charset="0"/>
              </a:rPr>
              <a:t>地址与</a:t>
            </a:r>
            <a:r>
              <a:rPr lang="en-US" altLang="zh-CN" sz="68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6800" dirty="0">
                <a:latin typeface="Times New Roman" panose="02020603050405020304" pitchFamily="18" charset="0"/>
                <a:ea typeface="宋体" panose="02010600030101010101" pitchFamily="2" charset="-122"/>
                <a:cs typeface="Times New Roman" panose="02020603050405020304" pitchFamily="18" charset="0"/>
              </a:rPr>
              <a:t>地址的映射关系</a:t>
            </a:r>
            <a:endParaRPr lang="en-US" altLang="zh-CN" sz="68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3500"/>
              </a:lnSpc>
              <a:spcBef>
                <a:spcPts val="600"/>
              </a:spcBef>
              <a:buClr>
                <a:srgbClr val="C00000"/>
              </a:buClr>
              <a:buSzPct val="90000"/>
              <a:buNone/>
            </a:pPr>
            <a:endParaRPr lang="en-US" altLang="zh-CN" sz="6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Group 5"/>
          <p:cNvGrpSpPr>
            <a:grpSpLocks/>
          </p:cNvGrpSpPr>
          <p:nvPr/>
        </p:nvGrpSpPr>
        <p:grpSpPr bwMode="auto">
          <a:xfrm>
            <a:off x="416143" y="1643828"/>
            <a:ext cx="4202643" cy="1041398"/>
            <a:chOff x="297" y="3336"/>
            <a:chExt cx="2791" cy="805"/>
          </a:xfrm>
        </p:grpSpPr>
        <p:sp>
          <p:nvSpPr>
            <p:cNvPr id="10277" name="Text Box 6"/>
            <p:cNvSpPr txBox="1">
              <a:spLocks noChangeArrowheads="1"/>
            </p:cNvSpPr>
            <p:nvPr/>
          </p:nvSpPr>
          <p:spPr bwMode="auto">
            <a:xfrm>
              <a:off x="363" y="3389"/>
              <a:ext cx="2725" cy="731"/>
            </a:xfrm>
            <a:prstGeom prst="rect">
              <a:avLst/>
            </a:prstGeom>
            <a:noFill/>
            <a:ln w="9525">
              <a:noFill/>
              <a:miter lim="800000"/>
              <a:headEnd/>
              <a:tailEnd/>
            </a:ln>
          </p:spPr>
          <p:txBody>
            <a:bodyPr wrap="none">
              <a:spAutoFit/>
            </a:bodyPr>
            <a:lstStyle/>
            <a:p>
              <a:pPr eaLnBrk="0" hangingPunct="0">
                <a:lnSpc>
                  <a:spcPts val="3500"/>
                </a:lnSpc>
              </a:pP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问题：已知</a:t>
              </a:r>
              <a:r>
                <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rPr>
                <a:t>IP</a:t>
              </a: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地址，如何</a:t>
              </a:r>
              <a:endPar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ts val="3500"/>
                </a:lnSpc>
              </a:pP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获取</a:t>
              </a:r>
              <a:r>
                <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rPr>
                <a:t>MAC</a:t>
              </a: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地址</a:t>
              </a:r>
              <a:endPar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78" name="Rectangle 7"/>
            <p:cNvSpPr>
              <a:spLocks noChangeArrowheads="1"/>
            </p:cNvSpPr>
            <p:nvPr/>
          </p:nvSpPr>
          <p:spPr bwMode="auto">
            <a:xfrm>
              <a:off x="297" y="3336"/>
              <a:ext cx="2788" cy="805"/>
            </a:xfrm>
            <a:prstGeom prst="rect">
              <a:avLst/>
            </a:prstGeom>
            <a:noFill/>
            <a:ln w="28575">
              <a:solidFill>
                <a:srgbClr val="FF0000"/>
              </a:solid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Arial Unicode MS" pitchFamily="34" charset="-122"/>
                <a:ea typeface="Arial Unicode MS" pitchFamily="34" charset="-122"/>
                <a:cs typeface="Arial Unicode MS" pitchFamily="34" charset="-122"/>
              </a:endParaRPr>
            </a:p>
          </p:txBody>
        </p:sp>
      </p:grpSp>
      <p:graphicFrame>
        <p:nvGraphicFramePr>
          <p:cNvPr id="10242" name="Object 10"/>
          <p:cNvGraphicFramePr>
            <a:graphicFrameLocks noChangeAspect="1"/>
          </p:cNvGraphicFramePr>
          <p:nvPr>
            <p:extLst>
              <p:ext uri="{D42A27DB-BD31-4B8C-83A1-F6EECF244321}">
                <p14:modId xmlns:p14="http://schemas.microsoft.com/office/powerpoint/2010/main" val="3163215232"/>
              </p:ext>
            </p:extLst>
          </p:nvPr>
        </p:nvGraphicFramePr>
        <p:xfrm>
          <a:off x="2677086" y="3068829"/>
          <a:ext cx="415925" cy="387350"/>
        </p:xfrm>
        <a:graphic>
          <a:graphicData uri="http://schemas.openxmlformats.org/presentationml/2006/ole">
            <mc:AlternateContent xmlns:mc="http://schemas.openxmlformats.org/markup-compatibility/2006">
              <mc:Choice xmlns:v="urn:schemas-microsoft-com:vml" Requires="v">
                <p:oleObj name="Clip" r:id="rId3" imgW="1307079" imgH="1083682" progId="">
                  <p:embed/>
                </p:oleObj>
              </mc:Choice>
              <mc:Fallback>
                <p:oleObj name="Clip" r:id="rId3" imgW="1307079" imgH="1083682" progId="">
                  <p:embed/>
                  <p:pic>
                    <p:nvPicPr>
                      <p:cNvPr id="10242"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086" y="3068829"/>
                        <a:ext cx="4159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1" name="Freeform 10"/>
          <p:cNvSpPr>
            <a:spLocks/>
          </p:cNvSpPr>
          <p:nvPr/>
        </p:nvSpPr>
        <p:spPr bwMode="auto">
          <a:xfrm>
            <a:off x="2123048" y="3968942"/>
            <a:ext cx="1393825" cy="1525587"/>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66CCFF"/>
          </a:solidFill>
          <a:ln w="9525">
            <a:noFill/>
            <a:round/>
            <a:headEnd/>
            <a:tailEnd/>
          </a:ln>
        </p:spPr>
        <p:txBody>
          <a:bodyPr wrap="none" anchor="ctr"/>
          <a:lstStyle/>
          <a:p>
            <a:endParaRPr lang="zh-CN" altLang="en-US"/>
          </a:p>
        </p:txBody>
      </p:sp>
      <p:graphicFrame>
        <p:nvGraphicFramePr>
          <p:cNvPr id="10243" name="Object 11"/>
          <p:cNvGraphicFramePr>
            <a:graphicFrameLocks noChangeAspect="1"/>
          </p:cNvGraphicFramePr>
          <p:nvPr>
            <p:extLst>
              <p:ext uri="{D42A27DB-BD31-4B8C-83A1-F6EECF244321}">
                <p14:modId xmlns:p14="http://schemas.microsoft.com/office/powerpoint/2010/main" val="79457330"/>
              </p:ext>
            </p:extLst>
          </p:nvPr>
        </p:nvGraphicFramePr>
        <p:xfrm>
          <a:off x="4175686" y="4421379"/>
          <a:ext cx="415925" cy="387350"/>
        </p:xfrm>
        <a:graphic>
          <a:graphicData uri="http://schemas.openxmlformats.org/presentationml/2006/ole">
            <mc:AlternateContent xmlns:mc="http://schemas.openxmlformats.org/markup-compatibility/2006">
              <mc:Choice xmlns:v="urn:schemas-microsoft-com:vml" Requires="v">
                <p:oleObj name="Clip" r:id="rId5" imgW="1307079" imgH="1083682" progId="">
                  <p:embed/>
                </p:oleObj>
              </mc:Choice>
              <mc:Fallback>
                <p:oleObj name="Clip" r:id="rId5" imgW="1307079" imgH="1083682" progId="">
                  <p:embed/>
                  <p:pic>
                    <p:nvPicPr>
                      <p:cNvPr id="10243"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686" y="4421379"/>
                        <a:ext cx="4159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12"/>
          <p:cNvGraphicFramePr>
            <a:graphicFrameLocks noChangeAspect="1"/>
          </p:cNvGraphicFramePr>
          <p:nvPr>
            <p:extLst>
              <p:ext uri="{D42A27DB-BD31-4B8C-83A1-F6EECF244321}">
                <p14:modId xmlns:p14="http://schemas.microsoft.com/office/powerpoint/2010/main" val="2688321271"/>
              </p:ext>
            </p:extLst>
          </p:nvPr>
        </p:nvGraphicFramePr>
        <p:xfrm>
          <a:off x="2667561" y="5867592"/>
          <a:ext cx="415925" cy="387350"/>
        </p:xfrm>
        <a:graphic>
          <a:graphicData uri="http://schemas.openxmlformats.org/presentationml/2006/ole">
            <mc:AlternateContent xmlns:mc="http://schemas.openxmlformats.org/markup-compatibility/2006">
              <mc:Choice xmlns:v="urn:schemas-microsoft-com:vml" Requires="v">
                <p:oleObj name="Clip" r:id="rId6" imgW="1307079" imgH="1083682" progId="">
                  <p:embed/>
                </p:oleObj>
              </mc:Choice>
              <mc:Fallback>
                <p:oleObj name="Clip" r:id="rId6" imgW="1307079" imgH="1083682" progId="">
                  <p:embed/>
                  <p:pic>
                    <p:nvPicPr>
                      <p:cNvPr id="10244"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561" y="5867592"/>
                        <a:ext cx="4159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13"/>
          <p:cNvGraphicFramePr>
            <a:graphicFrameLocks noChangeAspect="1"/>
          </p:cNvGraphicFramePr>
          <p:nvPr>
            <p:extLst>
              <p:ext uri="{D42A27DB-BD31-4B8C-83A1-F6EECF244321}">
                <p14:modId xmlns:p14="http://schemas.microsoft.com/office/powerpoint/2010/main" val="2569594041"/>
              </p:ext>
            </p:extLst>
          </p:nvPr>
        </p:nvGraphicFramePr>
        <p:xfrm>
          <a:off x="991161" y="4303904"/>
          <a:ext cx="415925" cy="387350"/>
        </p:xfrm>
        <a:graphic>
          <a:graphicData uri="http://schemas.openxmlformats.org/presentationml/2006/ole">
            <mc:AlternateContent xmlns:mc="http://schemas.openxmlformats.org/markup-compatibility/2006">
              <mc:Choice xmlns:v="urn:schemas-microsoft-com:vml" Requires="v">
                <p:oleObj name="Clip" r:id="rId7" imgW="1307079" imgH="1083682" progId="">
                  <p:embed/>
                </p:oleObj>
              </mc:Choice>
              <mc:Fallback>
                <p:oleObj name="Clip" r:id="rId7" imgW="1307079" imgH="1083682" progId="">
                  <p:embed/>
                  <p:pic>
                    <p:nvPicPr>
                      <p:cNvPr id="1024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161" y="4303904"/>
                        <a:ext cx="4159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2" name="Rectangle 14"/>
          <p:cNvSpPr>
            <a:spLocks noChangeArrowheads="1"/>
          </p:cNvSpPr>
          <p:nvPr/>
        </p:nvSpPr>
        <p:spPr bwMode="auto">
          <a:xfrm>
            <a:off x="4040748" y="4532504"/>
            <a:ext cx="184150" cy="152400"/>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0253" name="Rectangle 15"/>
          <p:cNvSpPr>
            <a:spLocks noChangeArrowheads="1"/>
          </p:cNvSpPr>
          <p:nvPr/>
        </p:nvSpPr>
        <p:spPr bwMode="auto">
          <a:xfrm>
            <a:off x="1364223" y="4395979"/>
            <a:ext cx="182563" cy="152400"/>
          </a:xfrm>
          <a:prstGeom prst="rect">
            <a:avLst/>
          </a:prstGeom>
          <a:solidFill>
            <a:schemeClr val="accent1"/>
          </a:solidFill>
          <a:ln w="9525">
            <a:solidFill>
              <a:schemeClr val="tx1"/>
            </a:solidFill>
            <a:miter lim="800000"/>
            <a:headEnd/>
            <a:tailEnd/>
          </a:ln>
        </p:spPr>
        <p:txBody>
          <a:bodyPr wrap="none" anchor="ctr"/>
          <a:lstStyle/>
          <a:p>
            <a:endParaRPr lang="zh-CN" altLang="en-US" sz="1600">
              <a:latin typeface="Arial Unicode MS" pitchFamily="34" charset="-122"/>
              <a:ea typeface="Arial Unicode MS" pitchFamily="34" charset="-122"/>
              <a:cs typeface="Arial Unicode MS" pitchFamily="34" charset="-122"/>
            </a:endParaRPr>
          </a:p>
        </p:txBody>
      </p:sp>
      <p:sp>
        <p:nvSpPr>
          <p:cNvPr id="10254" name="Rectangle 16"/>
          <p:cNvSpPr>
            <a:spLocks noChangeArrowheads="1"/>
          </p:cNvSpPr>
          <p:nvPr/>
        </p:nvSpPr>
        <p:spPr bwMode="auto">
          <a:xfrm>
            <a:off x="2862823" y="3437129"/>
            <a:ext cx="130175" cy="188913"/>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0255" name="Rectangle 17"/>
          <p:cNvSpPr>
            <a:spLocks noChangeArrowheads="1"/>
          </p:cNvSpPr>
          <p:nvPr/>
        </p:nvSpPr>
        <p:spPr bwMode="auto">
          <a:xfrm>
            <a:off x="2816786" y="5678679"/>
            <a:ext cx="130175" cy="190500"/>
          </a:xfrm>
          <a:prstGeom prst="rect">
            <a:avLst/>
          </a:prstGeom>
          <a:solidFill>
            <a:schemeClr val="accent1"/>
          </a:solidFill>
          <a:ln w="9525">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0256" name="Line 18"/>
          <p:cNvSpPr>
            <a:spLocks noChangeShapeType="1"/>
          </p:cNvSpPr>
          <p:nvPr/>
        </p:nvSpPr>
        <p:spPr bwMode="auto">
          <a:xfrm>
            <a:off x="1542023" y="4473767"/>
            <a:ext cx="614363" cy="0"/>
          </a:xfrm>
          <a:prstGeom prst="line">
            <a:avLst/>
          </a:prstGeom>
          <a:noFill/>
          <a:ln w="9525">
            <a:solidFill>
              <a:schemeClr val="tx1"/>
            </a:solidFill>
            <a:round/>
            <a:headEnd/>
            <a:tailEnd/>
          </a:ln>
        </p:spPr>
        <p:txBody>
          <a:bodyPr wrap="none"/>
          <a:lstStyle/>
          <a:p>
            <a:endParaRPr lang="zh-CN" altLang="en-US" sz="1600"/>
          </a:p>
        </p:txBody>
      </p:sp>
      <p:sp>
        <p:nvSpPr>
          <p:cNvPr id="10257" name="Line 19"/>
          <p:cNvSpPr>
            <a:spLocks noChangeShapeType="1"/>
          </p:cNvSpPr>
          <p:nvPr/>
        </p:nvSpPr>
        <p:spPr bwMode="auto">
          <a:xfrm>
            <a:off x="2910448" y="3630804"/>
            <a:ext cx="0" cy="488950"/>
          </a:xfrm>
          <a:prstGeom prst="line">
            <a:avLst/>
          </a:prstGeom>
          <a:noFill/>
          <a:ln w="9525">
            <a:solidFill>
              <a:schemeClr val="tx1"/>
            </a:solidFill>
            <a:round/>
            <a:headEnd/>
            <a:tailEnd/>
          </a:ln>
        </p:spPr>
        <p:txBody>
          <a:bodyPr wrap="none"/>
          <a:lstStyle/>
          <a:p>
            <a:endParaRPr lang="zh-CN" altLang="en-US"/>
          </a:p>
        </p:txBody>
      </p:sp>
      <p:sp>
        <p:nvSpPr>
          <p:cNvPr id="10258" name="Line 20"/>
          <p:cNvSpPr>
            <a:spLocks noChangeShapeType="1"/>
          </p:cNvSpPr>
          <p:nvPr/>
        </p:nvSpPr>
        <p:spPr bwMode="auto">
          <a:xfrm flipH="1">
            <a:off x="3499411" y="4599179"/>
            <a:ext cx="542925" cy="0"/>
          </a:xfrm>
          <a:prstGeom prst="line">
            <a:avLst/>
          </a:prstGeom>
          <a:noFill/>
          <a:ln w="9525">
            <a:solidFill>
              <a:schemeClr val="tx1"/>
            </a:solidFill>
            <a:round/>
            <a:headEnd/>
            <a:tailEnd/>
          </a:ln>
        </p:spPr>
        <p:txBody>
          <a:bodyPr wrap="none"/>
          <a:lstStyle/>
          <a:p>
            <a:endParaRPr lang="zh-CN" altLang="en-US"/>
          </a:p>
        </p:txBody>
      </p:sp>
      <p:sp>
        <p:nvSpPr>
          <p:cNvPr id="10259" name="Line 21"/>
          <p:cNvSpPr>
            <a:spLocks noChangeShapeType="1"/>
          </p:cNvSpPr>
          <p:nvPr/>
        </p:nvSpPr>
        <p:spPr bwMode="auto">
          <a:xfrm flipV="1">
            <a:off x="2885048" y="5346892"/>
            <a:ext cx="0" cy="327025"/>
          </a:xfrm>
          <a:prstGeom prst="line">
            <a:avLst/>
          </a:prstGeom>
          <a:noFill/>
          <a:ln w="9525">
            <a:solidFill>
              <a:schemeClr val="tx1"/>
            </a:solidFill>
            <a:round/>
            <a:headEnd/>
            <a:tailEnd/>
          </a:ln>
        </p:spPr>
        <p:txBody>
          <a:bodyPr wrap="none"/>
          <a:lstStyle/>
          <a:p>
            <a:endParaRPr lang="zh-CN" altLang="en-US"/>
          </a:p>
        </p:txBody>
      </p:sp>
      <p:sp>
        <p:nvSpPr>
          <p:cNvPr id="10260" name="Text Box 22"/>
          <p:cNvSpPr txBox="1">
            <a:spLocks noChangeArrowheads="1"/>
          </p:cNvSpPr>
          <p:nvPr/>
        </p:nvSpPr>
        <p:spPr bwMode="auto">
          <a:xfrm>
            <a:off x="3178735" y="3389674"/>
            <a:ext cx="2029723"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1A-2F-BB-76-09-AD</a:t>
            </a:r>
          </a:p>
        </p:txBody>
      </p:sp>
      <p:sp>
        <p:nvSpPr>
          <p:cNvPr id="10262" name="Line 24"/>
          <p:cNvSpPr>
            <a:spLocks noChangeShapeType="1"/>
          </p:cNvSpPr>
          <p:nvPr/>
        </p:nvSpPr>
        <p:spPr bwMode="auto">
          <a:xfrm flipV="1">
            <a:off x="4121711" y="4675379"/>
            <a:ext cx="0" cy="277813"/>
          </a:xfrm>
          <a:prstGeom prst="line">
            <a:avLst/>
          </a:prstGeom>
          <a:noFill/>
          <a:ln w="9525">
            <a:solidFill>
              <a:schemeClr val="tx1"/>
            </a:solidFill>
            <a:round/>
            <a:headEnd/>
            <a:tailEnd type="triangle" w="med" len="med"/>
          </a:ln>
        </p:spPr>
        <p:txBody>
          <a:bodyPr wrap="none"/>
          <a:lstStyle/>
          <a:p>
            <a:endParaRPr lang="zh-CN" altLang="en-US"/>
          </a:p>
        </p:txBody>
      </p:sp>
      <p:sp>
        <p:nvSpPr>
          <p:cNvPr id="10263" name="Text Box 25"/>
          <p:cNvSpPr txBox="1">
            <a:spLocks noChangeArrowheads="1"/>
          </p:cNvSpPr>
          <p:nvPr/>
        </p:nvSpPr>
        <p:spPr bwMode="auto">
          <a:xfrm>
            <a:off x="3384878" y="4970446"/>
            <a:ext cx="1984839"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58-23-D7-FA-20-B0</a:t>
            </a:r>
          </a:p>
        </p:txBody>
      </p:sp>
      <p:sp>
        <p:nvSpPr>
          <p:cNvPr id="10264" name="Line 26"/>
          <p:cNvSpPr>
            <a:spLocks noChangeShapeType="1"/>
          </p:cNvSpPr>
          <p:nvPr/>
        </p:nvSpPr>
        <p:spPr bwMode="auto">
          <a:xfrm flipH="1">
            <a:off x="2954898" y="5759642"/>
            <a:ext cx="246063" cy="0"/>
          </a:xfrm>
          <a:prstGeom prst="line">
            <a:avLst/>
          </a:prstGeom>
          <a:noFill/>
          <a:ln w="9525">
            <a:solidFill>
              <a:schemeClr val="tx1"/>
            </a:solidFill>
            <a:round/>
            <a:headEnd/>
            <a:tailEnd type="triangle" w="med" len="med"/>
          </a:ln>
        </p:spPr>
        <p:txBody>
          <a:bodyPr wrap="none"/>
          <a:lstStyle/>
          <a:p>
            <a:endParaRPr lang="zh-CN" altLang="en-US"/>
          </a:p>
        </p:txBody>
      </p:sp>
      <p:sp>
        <p:nvSpPr>
          <p:cNvPr id="10265" name="Text Box 27"/>
          <p:cNvSpPr txBox="1">
            <a:spLocks noChangeArrowheads="1"/>
          </p:cNvSpPr>
          <p:nvPr/>
        </p:nvSpPr>
        <p:spPr bwMode="auto">
          <a:xfrm>
            <a:off x="3195566" y="5600684"/>
            <a:ext cx="1996059"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0C-C4-11-6F-E3-98</a:t>
            </a:r>
          </a:p>
        </p:txBody>
      </p:sp>
      <p:sp>
        <p:nvSpPr>
          <p:cNvPr id="10266" name="Line 28"/>
          <p:cNvSpPr>
            <a:spLocks noChangeShapeType="1"/>
          </p:cNvSpPr>
          <p:nvPr/>
        </p:nvSpPr>
        <p:spPr bwMode="auto">
          <a:xfrm flipV="1">
            <a:off x="1453123" y="4548379"/>
            <a:ext cx="0" cy="277813"/>
          </a:xfrm>
          <a:prstGeom prst="line">
            <a:avLst/>
          </a:prstGeom>
          <a:noFill/>
          <a:ln w="9525">
            <a:solidFill>
              <a:schemeClr val="tx1"/>
            </a:solidFill>
            <a:round/>
            <a:headEnd/>
            <a:tailEnd type="triangle" w="med" len="med"/>
          </a:ln>
        </p:spPr>
        <p:txBody>
          <a:bodyPr wrap="none"/>
          <a:lstStyle/>
          <a:p>
            <a:endParaRPr lang="zh-CN" altLang="en-US" sz="1600"/>
          </a:p>
        </p:txBody>
      </p:sp>
      <p:sp>
        <p:nvSpPr>
          <p:cNvPr id="10267" name="Text Box 29"/>
          <p:cNvSpPr txBox="1">
            <a:spLocks noChangeArrowheads="1"/>
          </p:cNvSpPr>
          <p:nvPr/>
        </p:nvSpPr>
        <p:spPr bwMode="auto">
          <a:xfrm>
            <a:off x="317346" y="4801169"/>
            <a:ext cx="1928733"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71-65-F7-2B-08-53</a:t>
            </a:r>
          </a:p>
        </p:txBody>
      </p:sp>
      <p:sp>
        <p:nvSpPr>
          <p:cNvPr id="10268" name="Text Box 30"/>
          <p:cNvSpPr txBox="1">
            <a:spLocks noChangeArrowheads="1"/>
          </p:cNvSpPr>
          <p:nvPr/>
        </p:nvSpPr>
        <p:spPr bwMode="auto">
          <a:xfrm>
            <a:off x="2473175" y="4473458"/>
            <a:ext cx="732893" cy="430887"/>
          </a:xfrm>
          <a:prstGeom prst="rect">
            <a:avLst/>
          </a:prstGeom>
          <a:noFill/>
          <a:ln w="9525">
            <a:noFill/>
            <a:miter lim="800000"/>
            <a:headEnd/>
            <a:tailEnd/>
          </a:ln>
        </p:spPr>
        <p:txBody>
          <a:bodyPr wrap="none">
            <a:spAutoFit/>
          </a:bodyPr>
          <a:lstStyle/>
          <a:p>
            <a:r>
              <a:rPr lang="en-US" altLang="zh-CN" sz="2200" dirty="0">
                <a:latin typeface="Arial Unicode MS" pitchFamily="34" charset="-122"/>
                <a:ea typeface="Arial Unicode MS" pitchFamily="34" charset="-122"/>
                <a:cs typeface="Arial Unicode MS" pitchFamily="34" charset="-122"/>
              </a:rPr>
              <a:t>LAN</a:t>
            </a:r>
          </a:p>
        </p:txBody>
      </p:sp>
      <p:sp>
        <p:nvSpPr>
          <p:cNvPr id="10269" name="Text Box 31"/>
          <p:cNvSpPr txBox="1">
            <a:spLocks noChangeArrowheads="1"/>
          </p:cNvSpPr>
          <p:nvPr/>
        </p:nvSpPr>
        <p:spPr bwMode="auto">
          <a:xfrm>
            <a:off x="669265" y="3764753"/>
            <a:ext cx="1040670"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223.1.1.2</a:t>
            </a:r>
          </a:p>
        </p:txBody>
      </p:sp>
      <p:sp>
        <p:nvSpPr>
          <p:cNvPr id="10270" name="Line 32"/>
          <p:cNvSpPr>
            <a:spLocks noChangeShapeType="1"/>
          </p:cNvSpPr>
          <p:nvPr/>
        </p:nvSpPr>
        <p:spPr bwMode="auto">
          <a:xfrm>
            <a:off x="1199123" y="4067367"/>
            <a:ext cx="0" cy="246062"/>
          </a:xfrm>
          <a:prstGeom prst="line">
            <a:avLst/>
          </a:prstGeom>
          <a:noFill/>
          <a:ln w="9525">
            <a:solidFill>
              <a:schemeClr val="tx1"/>
            </a:solidFill>
            <a:round/>
            <a:headEnd/>
            <a:tailEnd type="triangle" w="med" len="med"/>
          </a:ln>
        </p:spPr>
        <p:txBody>
          <a:bodyPr wrap="none"/>
          <a:lstStyle/>
          <a:p>
            <a:endParaRPr lang="zh-CN" altLang="en-US" sz="1600"/>
          </a:p>
        </p:txBody>
      </p:sp>
      <p:sp>
        <p:nvSpPr>
          <p:cNvPr id="10271" name="Text Box 33"/>
          <p:cNvSpPr txBox="1">
            <a:spLocks noChangeArrowheads="1"/>
          </p:cNvSpPr>
          <p:nvPr/>
        </p:nvSpPr>
        <p:spPr bwMode="auto">
          <a:xfrm>
            <a:off x="1487978" y="3114475"/>
            <a:ext cx="1040670"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223.1.1.1</a:t>
            </a:r>
          </a:p>
        </p:txBody>
      </p:sp>
      <p:sp>
        <p:nvSpPr>
          <p:cNvPr id="10273" name="Line 35"/>
          <p:cNvSpPr>
            <a:spLocks noChangeShapeType="1"/>
          </p:cNvSpPr>
          <p:nvPr/>
        </p:nvSpPr>
        <p:spPr bwMode="auto">
          <a:xfrm>
            <a:off x="4377298" y="4180079"/>
            <a:ext cx="0" cy="246063"/>
          </a:xfrm>
          <a:prstGeom prst="line">
            <a:avLst/>
          </a:prstGeom>
          <a:noFill/>
          <a:ln w="9525">
            <a:solidFill>
              <a:schemeClr val="tx1"/>
            </a:solidFill>
            <a:round/>
            <a:headEnd/>
            <a:tailEnd type="triangle" w="med" len="med"/>
          </a:ln>
        </p:spPr>
        <p:txBody>
          <a:bodyPr wrap="none"/>
          <a:lstStyle/>
          <a:p>
            <a:endParaRPr lang="zh-CN" altLang="en-US"/>
          </a:p>
        </p:txBody>
      </p:sp>
      <p:sp>
        <p:nvSpPr>
          <p:cNvPr id="10274" name="Text Box 36"/>
          <p:cNvSpPr txBox="1">
            <a:spLocks noChangeArrowheads="1"/>
          </p:cNvSpPr>
          <p:nvPr/>
        </p:nvSpPr>
        <p:spPr bwMode="auto">
          <a:xfrm>
            <a:off x="3843897" y="3914695"/>
            <a:ext cx="1040670"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223.1.1.4</a:t>
            </a:r>
          </a:p>
        </p:txBody>
      </p:sp>
      <p:sp>
        <p:nvSpPr>
          <p:cNvPr id="10275" name="Line 38"/>
          <p:cNvSpPr>
            <a:spLocks noChangeShapeType="1"/>
          </p:cNvSpPr>
          <p:nvPr/>
        </p:nvSpPr>
        <p:spPr bwMode="auto">
          <a:xfrm>
            <a:off x="2459598" y="6026342"/>
            <a:ext cx="231775" cy="0"/>
          </a:xfrm>
          <a:prstGeom prst="line">
            <a:avLst/>
          </a:prstGeom>
          <a:noFill/>
          <a:ln w="9525">
            <a:solidFill>
              <a:schemeClr val="tx1"/>
            </a:solidFill>
            <a:round/>
            <a:headEnd/>
            <a:tailEnd type="triangle" w="med" len="med"/>
          </a:ln>
        </p:spPr>
        <p:txBody>
          <a:bodyPr wrap="none"/>
          <a:lstStyle/>
          <a:p>
            <a:endParaRPr lang="zh-CN" altLang="en-US"/>
          </a:p>
        </p:txBody>
      </p:sp>
      <p:sp>
        <p:nvSpPr>
          <p:cNvPr id="10276" name="Text Box 39"/>
          <p:cNvSpPr txBox="1">
            <a:spLocks noChangeArrowheads="1"/>
          </p:cNvSpPr>
          <p:nvPr/>
        </p:nvSpPr>
        <p:spPr bwMode="auto">
          <a:xfrm>
            <a:off x="1475403" y="5834582"/>
            <a:ext cx="1040670" cy="338554"/>
          </a:xfrm>
          <a:prstGeom prst="rect">
            <a:avLst/>
          </a:prstGeom>
          <a:noFill/>
          <a:ln w="9525">
            <a:noFill/>
            <a:miter lim="800000"/>
            <a:headEnd/>
            <a:tailEnd/>
          </a:ln>
        </p:spPr>
        <p:txBody>
          <a:bodyPr wrap="none">
            <a:spAutoFit/>
          </a:bodyPr>
          <a:lstStyle/>
          <a:p>
            <a:r>
              <a:rPr lang="en-US" altLang="zh-CN" sz="1600" dirty="0">
                <a:latin typeface="Arial Unicode MS" pitchFamily="34" charset="-122"/>
                <a:ea typeface="Arial Unicode MS" pitchFamily="34" charset="-122"/>
                <a:cs typeface="Arial Unicode MS" pitchFamily="34" charset="-122"/>
              </a:rPr>
              <a:t>223.1.1.3</a:t>
            </a:r>
          </a:p>
        </p:txBody>
      </p:sp>
      <p:sp>
        <p:nvSpPr>
          <p:cNvPr id="38" name="标题 1">
            <a:extLst>
              <a:ext uri="{FF2B5EF4-FFF2-40B4-BE49-F238E27FC236}">
                <a16:creationId xmlns:a16="http://schemas.microsoft.com/office/drawing/2014/main" id="{0CFAD94B-C386-4F05-B3AF-603750DC228A}"/>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39" name="文本框 38">
            <a:extLst>
              <a:ext uri="{FF2B5EF4-FFF2-40B4-BE49-F238E27FC236}">
                <a16:creationId xmlns:a16="http://schemas.microsoft.com/office/drawing/2014/main" id="{A71CD5F9-7072-45D4-ADB0-3C899F1AD9C3}"/>
              </a:ext>
            </a:extLst>
          </p:cNvPr>
          <p:cNvSpPr txBox="1"/>
          <p:nvPr/>
        </p:nvSpPr>
        <p:spPr>
          <a:xfrm>
            <a:off x="4429058" y="780572"/>
            <a:ext cx="4489519" cy="430887"/>
          </a:xfrm>
          <a:prstGeom prst="rect">
            <a:avLst/>
          </a:prstGeom>
          <a:solidFill>
            <a:schemeClr val="accent6">
              <a:lumMod val="20000"/>
              <a:lumOff val="80000"/>
            </a:schemeClr>
          </a:solidFill>
        </p:spPr>
        <p:txBody>
          <a:bodyPr wrap="square">
            <a:spAutoFit/>
          </a:bodyPr>
          <a:lstStyle/>
          <a:p>
            <a:r>
              <a:rPr lang="en-US" altLang="zh-CN" sz="2200" b="1" dirty="0">
                <a:latin typeface="Times New Roman" panose="02020603050405020304" pitchFamily="18" charset="0"/>
                <a:ea typeface="黑体" panose="02010609060101010101" pitchFamily="49" charset="-122"/>
                <a:cs typeface="Times New Roman" panose="02020603050405020304" pitchFamily="18" charset="0"/>
              </a:rPr>
              <a:t>ARP</a:t>
            </a:r>
            <a:r>
              <a:rPr lang="zh-CN" altLang="en-US" sz="2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b="1" dirty="0">
                <a:latin typeface="Times New Roman" panose="02020603050405020304" pitchFamily="18" charset="0"/>
                <a:ea typeface="黑体" panose="02010609060101010101" pitchFamily="49" charset="-122"/>
                <a:cs typeface="Times New Roman" panose="02020603050405020304" pitchFamily="18" charset="0"/>
              </a:rPr>
              <a:t>Address Resolution Protocol</a:t>
            </a:r>
            <a:endParaRPr lang="zh-CN" altLang="en-US" sz="2200" dirty="0"/>
          </a:p>
        </p:txBody>
      </p:sp>
      <p:graphicFrame>
        <p:nvGraphicFramePr>
          <p:cNvPr id="3" name="表格 3">
            <a:extLst>
              <a:ext uri="{FF2B5EF4-FFF2-40B4-BE49-F238E27FC236}">
                <a16:creationId xmlns:a16="http://schemas.microsoft.com/office/drawing/2014/main" id="{209F4ADD-FD5B-4B27-A508-86BC514904D9}"/>
              </a:ext>
            </a:extLst>
          </p:cNvPr>
          <p:cNvGraphicFramePr>
            <a:graphicFrameLocks noGrp="1"/>
          </p:cNvGraphicFramePr>
          <p:nvPr>
            <p:extLst>
              <p:ext uri="{D42A27DB-BD31-4B8C-83A1-F6EECF244321}">
                <p14:modId xmlns:p14="http://schemas.microsoft.com/office/powerpoint/2010/main" val="3044319036"/>
              </p:ext>
            </p:extLst>
          </p:nvPr>
        </p:nvGraphicFramePr>
        <p:xfrm>
          <a:off x="5369717" y="3903948"/>
          <a:ext cx="3270915" cy="1112520"/>
        </p:xfrm>
        <a:graphic>
          <a:graphicData uri="http://schemas.openxmlformats.org/drawingml/2006/table">
            <a:tbl>
              <a:tblPr firstRow="1" bandRow="1">
                <a:tableStyleId>{5C22544A-7EE6-4342-B048-85BDC9FD1C3A}</a:tableStyleId>
              </a:tblPr>
              <a:tblGrid>
                <a:gridCol w="1135195">
                  <a:extLst>
                    <a:ext uri="{9D8B030D-6E8A-4147-A177-3AD203B41FA5}">
                      <a16:colId xmlns:a16="http://schemas.microsoft.com/office/drawing/2014/main" val="3924847577"/>
                    </a:ext>
                  </a:extLst>
                </a:gridCol>
                <a:gridCol w="1378152">
                  <a:extLst>
                    <a:ext uri="{9D8B030D-6E8A-4147-A177-3AD203B41FA5}">
                      <a16:colId xmlns:a16="http://schemas.microsoft.com/office/drawing/2014/main" val="1638762028"/>
                    </a:ext>
                  </a:extLst>
                </a:gridCol>
                <a:gridCol w="757568">
                  <a:extLst>
                    <a:ext uri="{9D8B030D-6E8A-4147-A177-3AD203B41FA5}">
                      <a16:colId xmlns:a16="http://schemas.microsoft.com/office/drawing/2014/main" val="822350620"/>
                    </a:ext>
                  </a:extLst>
                </a:gridCol>
              </a:tblGrid>
              <a:tr h="370840">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IP</a:t>
                      </a: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地址</a:t>
                      </a:r>
                      <a:endParaRPr lang="zh-CN" altLang="en-US" dirty="0">
                        <a:solidFill>
                          <a:schemeClr val="bg1"/>
                        </a:solidFill>
                      </a:endParaRPr>
                    </a:p>
                  </a:txBody>
                  <a:tcPr/>
                </a:tc>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MAC</a:t>
                      </a: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地址</a:t>
                      </a:r>
                      <a:endParaRPr lang="zh-CN" altLang="en-US" dirty="0">
                        <a:solidFill>
                          <a:schemeClr val="bg1"/>
                        </a:solidFill>
                      </a:endParaRPr>
                    </a:p>
                  </a:txBody>
                  <a:tcPr/>
                </a:tc>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TTL</a:t>
                      </a:r>
                      <a:endParaRPr lang="zh-CN" altLang="en-US" dirty="0">
                        <a:solidFill>
                          <a:schemeClr val="bg1"/>
                        </a:solidFill>
                      </a:endParaRPr>
                    </a:p>
                  </a:txBody>
                  <a:tcPr/>
                </a:tc>
                <a:extLst>
                  <a:ext uri="{0D108BD9-81ED-4DB2-BD59-A6C34878D82A}">
                    <a16:rowId xmlns:a16="http://schemas.microsoft.com/office/drawing/2014/main" val="2944047477"/>
                  </a:ext>
                </a:extLst>
              </a:tr>
              <a:tr h="3708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74659818"/>
                  </a:ext>
                </a:extLst>
              </a:tr>
              <a:tr h="3708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3600969276"/>
                  </a:ext>
                </a:extLst>
              </a:tr>
            </a:tbl>
          </a:graphicData>
        </a:graphic>
      </p:graphicFrame>
      <p:sp>
        <p:nvSpPr>
          <p:cNvPr id="40" name="Line 26">
            <a:extLst>
              <a:ext uri="{FF2B5EF4-FFF2-40B4-BE49-F238E27FC236}">
                <a16:creationId xmlns:a16="http://schemas.microsoft.com/office/drawing/2014/main" id="{230E07F4-7A46-4E99-A1FA-E5F52934362B}"/>
              </a:ext>
            </a:extLst>
          </p:cNvPr>
          <p:cNvSpPr>
            <a:spLocks noChangeShapeType="1"/>
          </p:cNvSpPr>
          <p:nvPr/>
        </p:nvSpPr>
        <p:spPr bwMode="auto">
          <a:xfrm flipH="1">
            <a:off x="3021573" y="3558951"/>
            <a:ext cx="246063" cy="0"/>
          </a:xfrm>
          <a:prstGeom prst="line">
            <a:avLst/>
          </a:prstGeom>
          <a:noFill/>
          <a:ln w="9525">
            <a:solidFill>
              <a:schemeClr val="tx1"/>
            </a:solidFill>
            <a:round/>
            <a:headEnd/>
            <a:tailEnd type="triangle" w="med" len="med"/>
          </a:ln>
        </p:spPr>
        <p:txBody>
          <a:bodyPr wrap="none"/>
          <a:lstStyle/>
          <a:p>
            <a:endParaRPr lang="zh-CN" altLang="en-US"/>
          </a:p>
        </p:txBody>
      </p:sp>
      <p:sp>
        <p:nvSpPr>
          <p:cNvPr id="41" name="Line 38">
            <a:extLst>
              <a:ext uri="{FF2B5EF4-FFF2-40B4-BE49-F238E27FC236}">
                <a16:creationId xmlns:a16="http://schemas.microsoft.com/office/drawing/2014/main" id="{058E6B8A-447D-4A11-A559-CE880BCA151A}"/>
              </a:ext>
            </a:extLst>
          </p:cNvPr>
          <p:cNvSpPr>
            <a:spLocks noChangeShapeType="1"/>
          </p:cNvSpPr>
          <p:nvPr/>
        </p:nvSpPr>
        <p:spPr bwMode="auto">
          <a:xfrm>
            <a:off x="2471720" y="3262504"/>
            <a:ext cx="231775" cy="0"/>
          </a:xfrm>
          <a:prstGeom prst="line">
            <a:avLst/>
          </a:prstGeom>
          <a:noFill/>
          <a:ln w="9525">
            <a:solidFill>
              <a:schemeClr val="tx1"/>
            </a:solidFill>
            <a:round/>
            <a:headEnd/>
            <a:tailEnd type="triangle" w="med" len="med"/>
          </a:ln>
        </p:spPr>
        <p:txBody>
          <a:bodyPr wrap="none"/>
          <a:lstStyle/>
          <a:p>
            <a:endParaRPr lang="zh-CN" altLang="en-US"/>
          </a:p>
        </p:txBody>
      </p:sp>
    </p:spTree>
    <p:extLst>
      <p:ext uri="{BB962C8B-B14F-4D97-AF65-F5344CB8AC3E}">
        <p14:creationId xmlns:p14="http://schemas.microsoft.com/office/powerpoint/2010/main" val="3351375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p:cNvSpPr>
            <a:spLocks noGrp="1" noChangeArrowheads="1"/>
          </p:cNvSpPr>
          <p:nvPr>
            <p:ph type="title"/>
          </p:nvPr>
        </p:nvSpPr>
        <p:spPr>
          <a:xfrm>
            <a:off x="323850" y="609600"/>
            <a:ext cx="8496300" cy="803275"/>
          </a:xfrm>
        </p:spPr>
        <p:txBody>
          <a:bodyPr>
            <a:norm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ARP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协议</a:t>
            </a:r>
            <a:endParaRPr lang="en-US" altLang="zh-CN" sz="2800" dirty="0">
              <a:latin typeface="Arial Unicode MS" pitchFamily="34" charset="-122"/>
              <a:ea typeface="Arial Unicode MS" pitchFamily="34" charset="-122"/>
              <a:cs typeface="Arial Unicode MS" pitchFamily="34" charset="-122"/>
            </a:endParaRPr>
          </a:p>
        </p:txBody>
      </p:sp>
      <p:sp>
        <p:nvSpPr>
          <p:cNvPr id="75781" name="Rectangle 3"/>
          <p:cNvSpPr>
            <a:spLocks noGrp="1" noChangeArrowheads="1"/>
          </p:cNvSpPr>
          <p:nvPr>
            <p:ph type="body" idx="1"/>
          </p:nvPr>
        </p:nvSpPr>
        <p:spPr>
          <a:xfrm>
            <a:off x="444418" y="1476824"/>
            <a:ext cx="8172451" cy="4643560"/>
          </a:xfrm>
        </p:spPr>
        <p:txBody>
          <a:bodyPr>
            <a:normAutofit/>
          </a:bodyPr>
          <a:lstStyle/>
          <a:p>
            <a:pPr marL="265113" indent="-265113">
              <a:lnSpc>
                <a:spcPts val="3600"/>
              </a:lnSpc>
              <a:spcBef>
                <a:spcPts val="600"/>
              </a:spcBef>
              <a:buClr>
                <a:srgbClr val="C00000"/>
              </a:buClr>
              <a:buSzPct val="90000"/>
              <a:buFont typeface="Wingdings" panose="05000000000000000000" pitchFamily="2" charset="2"/>
              <a:buChar char="n"/>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主机</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已知主机</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地址，需要获得</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600"/>
              </a:lnSpc>
              <a:spcBef>
                <a:spcPts val="600"/>
              </a:spcBef>
              <a:buClr>
                <a:srgbClr val="C00000"/>
              </a:buClr>
              <a:buSzPct val="90000"/>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表中缓存</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地址的映射，则直接从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表获取</a:t>
            </a:r>
            <a:endPar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600"/>
              </a:lnSpc>
              <a:spcBef>
                <a:spcPts val="600"/>
              </a:spcBef>
              <a:buClr>
                <a:srgbClr val="C00000"/>
              </a:buClr>
              <a:buSzPct val="90000"/>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表中未缓存</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地址的映射，则广播</a:t>
            </a:r>
            <a:r>
              <a:rPr lang="en-US" altLang="zh-CN" sz="2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ARP Query</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分组（包含</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6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局域网中的所有节点都收到</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ARP Query</a:t>
            </a:r>
          </a:p>
          <a:p>
            <a:pPr marL="265113" indent="-265113">
              <a:lnSpc>
                <a:spcPts val="3600"/>
              </a:lnSpc>
              <a:spcBef>
                <a:spcPts val="600"/>
              </a:spcBef>
              <a:buClr>
                <a:srgbClr val="C00000"/>
              </a:buClr>
              <a:buSzPct val="90000"/>
              <a:buFont typeface="Wingdings" panose="05000000000000000000" pitchFamily="2" charset="2"/>
              <a:buChar char="n"/>
            </a:pP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收到</a:t>
            </a:r>
            <a:r>
              <a:rPr lang="en-US" altLang="zh-CN" sz="2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ARP Query</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分组之后，将自己的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地址发送给</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p>
          <a:p>
            <a:pPr marL="265113" indent="-265113">
              <a:lnSpc>
                <a:spcPts val="3600"/>
              </a:lnSpc>
              <a:spcBef>
                <a:spcPts val="600"/>
              </a:spcBef>
              <a:buClr>
                <a:srgbClr val="C00000"/>
              </a:buClr>
              <a:buSzPct val="90000"/>
              <a:buFont typeface="Wingdings" panose="05000000000000000000" pitchFamily="2" charset="2"/>
              <a:buChar char="n"/>
            </a:pP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表中缓存</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地址的映射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6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超时后删除</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4862DBA9-0151-4CA5-B013-DAD4AA2E2681}"/>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2" name="文本框 1">
            <a:extLst>
              <a:ext uri="{FF2B5EF4-FFF2-40B4-BE49-F238E27FC236}">
                <a16:creationId xmlns:a16="http://schemas.microsoft.com/office/drawing/2014/main" id="{98876DDD-50E1-4EE3-AF28-4B63AA61B7C7}"/>
              </a:ext>
            </a:extLst>
          </p:cNvPr>
          <p:cNvSpPr txBox="1"/>
          <p:nvPr/>
        </p:nvSpPr>
        <p:spPr>
          <a:xfrm>
            <a:off x="6498643" y="5920329"/>
            <a:ext cx="2200939" cy="400110"/>
          </a:xfrm>
          <a:prstGeom prst="rect">
            <a:avLst/>
          </a:prstGeom>
          <a:solidFill>
            <a:schemeClr val="accent6">
              <a:lumMod val="20000"/>
              <a:lumOff val="80000"/>
            </a:schemeClr>
          </a:solid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的优化策略？</a:t>
            </a:r>
          </a:p>
        </p:txBody>
      </p:sp>
    </p:spTree>
    <p:extLst>
      <p:ext uri="{BB962C8B-B14F-4D97-AF65-F5344CB8AC3E}">
        <p14:creationId xmlns:p14="http://schemas.microsoft.com/office/powerpoint/2010/main" val="2956496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3"/>
          <p:cNvSpPr>
            <a:spLocks noGrp="1" noChangeArrowheads="1"/>
          </p:cNvSpPr>
          <p:nvPr>
            <p:ph type="title"/>
          </p:nvPr>
        </p:nvSpPr>
        <p:spPr>
          <a:xfrm>
            <a:off x="323850" y="609600"/>
            <a:ext cx="8496300" cy="803275"/>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如何路由到另一个局域网</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73" name="Rectangle 4"/>
          <p:cNvSpPr>
            <a:spLocks noGrp="1" noChangeArrowheads="1"/>
          </p:cNvSpPr>
          <p:nvPr>
            <p:ph type="body" idx="1"/>
          </p:nvPr>
        </p:nvSpPr>
        <p:spPr>
          <a:xfrm>
            <a:off x="357042" y="1476824"/>
            <a:ext cx="8314181" cy="4908662"/>
          </a:xfrm>
        </p:spPr>
        <p:txBody>
          <a:bodyPr>
            <a:normAutofit lnSpcReduction="10000"/>
          </a:bodyPr>
          <a:lstStyle/>
          <a:p>
            <a:pPr>
              <a:buFontTx/>
              <a:buNone/>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例如：从</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经过</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到</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E</a:t>
            </a:r>
          </a:p>
          <a:p>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sz="2000" dirty="0">
              <a:latin typeface="Arial Unicode MS" pitchFamily="34" charset="-122"/>
              <a:ea typeface="Arial Unicode MS" pitchFamily="34" charset="-122"/>
              <a:cs typeface="Arial Unicode MS" pitchFamily="34" charset="-122"/>
            </a:endParaRPr>
          </a:p>
          <a:p>
            <a:endParaRPr lang="en-US" altLang="zh-CN" sz="2000" dirty="0">
              <a:latin typeface="Arial Unicode MS" pitchFamily="34" charset="-122"/>
              <a:ea typeface="Arial Unicode MS" pitchFamily="34" charset="-122"/>
              <a:cs typeface="Arial Unicode MS" pitchFamily="34" charset="-122"/>
            </a:endParaRPr>
          </a:p>
          <a:p>
            <a:endParaRPr lang="en-US" altLang="zh-CN" sz="2000" dirty="0">
              <a:latin typeface="Arial Unicode MS" pitchFamily="34" charset="-122"/>
              <a:ea typeface="Arial Unicode MS" pitchFamily="34" charset="-122"/>
              <a:cs typeface="Arial Unicode MS" pitchFamily="34" charset="-122"/>
            </a:endParaRPr>
          </a:p>
          <a:p>
            <a:endParaRPr lang="en-US" altLang="zh-CN" sz="2000" dirty="0">
              <a:latin typeface="Arial Unicode MS" pitchFamily="34" charset="-122"/>
              <a:ea typeface="Arial Unicode MS" pitchFamily="34" charset="-122"/>
              <a:cs typeface="Arial Unicode MS" pitchFamily="34" charset="-122"/>
            </a:endParaRPr>
          </a:p>
          <a:p>
            <a:endParaRPr lang="en-US" altLang="zh-CN" sz="2000" dirty="0">
              <a:latin typeface="Arial Unicode MS" pitchFamily="34" charset="-122"/>
              <a:ea typeface="Arial Unicode MS" pitchFamily="34" charset="-122"/>
              <a:cs typeface="Arial Unicode MS" pitchFamily="34" charset="-122"/>
            </a:endParaRPr>
          </a:p>
          <a:p>
            <a:endParaRPr lang="en-US" altLang="zh-CN" sz="2000" dirty="0">
              <a:latin typeface="Arial Unicode MS" pitchFamily="34" charset="-122"/>
              <a:ea typeface="Arial Unicode MS" pitchFamily="34" charset="-122"/>
              <a:cs typeface="Arial Unicode MS" pitchFamily="34" charset="-122"/>
            </a:endParaRPr>
          </a:p>
          <a:p>
            <a:endParaRPr lang="en-US" altLang="zh-CN" sz="2000" dirty="0">
              <a:latin typeface="Arial Unicode MS" pitchFamily="34" charset="-122"/>
              <a:ea typeface="Arial Unicode MS" pitchFamily="34" charset="-122"/>
              <a:cs typeface="Arial Unicode MS" pitchFamily="34" charset="-122"/>
            </a:endParaRPr>
          </a:p>
          <a:p>
            <a:pPr marL="265113" indent="-265113">
              <a:lnSpc>
                <a:spcPts val="2800"/>
              </a:lnSpc>
              <a:spcBef>
                <a:spcPts val="1800"/>
              </a:spcBef>
              <a:buClr>
                <a:srgbClr val="C00000"/>
              </a:buClr>
              <a:buSzPct val="90000"/>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主机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数据包（源为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、目的为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2800"/>
              </a:lnSpc>
              <a:spcBef>
                <a:spcPts val="600"/>
              </a:spcBef>
              <a:buClr>
                <a:srgbClr val="C00000"/>
              </a:buClr>
              <a:buSzPct val="90000"/>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在路由表中找到路由器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223.1.1.4</a:t>
            </a:r>
          </a:p>
          <a:p>
            <a:pPr marL="265113" indent="-265113">
              <a:lnSpc>
                <a:spcPts val="2800"/>
              </a:lnSpc>
              <a:spcBef>
                <a:spcPct val="40000"/>
              </a:spcBef>
              <a:buClr>
                <a:srgbClr val="C00000"/>
              </a:buClr>
              <a:buSzPct val="90000"/>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协议获得</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74" name="Text Box 6"/>
          <p:cNvSpPr txBox="1">
            <a:spLocks noChangeArrowheads="1"/>
          </p:cNvSpPr>
          <p:nvPr/>
        </p:nvSpPr>
        <p:spPr bwMode="auto">
          <a:xfrm>
            <a:off x="4162477" y="3455372"/>
            <a:ext cx="407988" cy="461962"/>
          </a:xfrm>
          <a:prstGeom prst="rect">
            <a:avLst/>
          </a:prstGeom>
          <a:noFill/>
          <a:ln w="9525">
            <a:noFill/>
            <a:miter lim="800000"/>
            <a:headEnd/>
            <a:tailEnd/>
          </a:ln>
        </p:spPr>
        <p:txBody>
          <a:bodyPr wrap="none">
            <a:spAutoFit/>
          </a:bodyPr>
          <a:lstStyle/>
          <a:p>
            <a:pPr eaLnBrk="0" hangingPunct="0">
              <a:spcBef>
                <a:spcPct val="50000"/>
              </a:spcBef>
            </a:pPr>
            <a:r>
              <a:rPr kumimoji="0" lang="en-US" altLang="zh-CN" sz="2400" dirty="0">
                <a:solidFill>
                  <a:srgbClr val="FF0000"/>
                </a:solidFill>
                <a:latin typeface="Arial Unicode MS" pitchFamily="34" charset="-122"/>
                <a:ea typeface="Arial Unicode MS" pitchFamily="34" charset="-122"/>
                <a:cs typeface="Arial Unicode MS" pitchFamily="34" charset="-122"/>
              </a:rPr>
              <a:t>R</a:t>
            </a:r>
            <a:endParaRPr kumimoji="0" lang="en-US" altLang="zh-CN" sz="1800" dirty="0">
              <a:latin typeface="Arial Unicode MS" pitchFamily="34" charset="-122"/>
              <a:ea typeface="Arial Unicode MS" pitchFamily="34" charset="-122"/>
              <a:cs typeface="Arial Unicode MS" pitchFamily="34" charset="-122"/>
            </a:endParaRPr>
          </a:p>
        </p:txBody>
      </p:sp>
      <p:grpSp>
        <p:nvGrpSpPr>
          <p:cNvPr id="2" name="Group 66"/>
          <p:cNvGrpSpPr>
            <a:grpSpLocks/>
          </p:cNvGrpSpPr>
          <p:nvPr/>
        </p:nvGrpSpPr>
        <p:grpSpPr bwMode="auto">
          <a:xfrm>
            <a:off x="892269" y="1901198"/>
            <a:ext cx="7210842" cy="2979353"/>
            <a:chOff x="497" y="1250"/>
            <a:chExt cx="4843" cy="2188"/>
          </a:xfrm>
        </p:grpSpPr>
        <p:grpSp>
          <p:nvGrpSpPr>
            <p:cNvPr id="3" name="Group 8"/>
            <p:cNvGrpSpPr>
              <a:grpSpLocks/>
            </p:cNvGrpSpPr>
            <p:nvPr/>
          </p:nvGrpSpPr>
          <p:grpSpPr bwMode="auto">
            <a:xfrm>
              <a:off x="2489" y="2156"/>
              <a:ext cx="620" cy="254"/>
              <a:chOff x="3600" y="219"/>
              <a:chExt cx="360" cy="175"/>
            </a:xfrm>
          </p:grpSpPr>
          <p:sp>
            <p:nvSpPr>
              <p:cNvPr id="11315"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sz="1600"/>
              </a:p>
            </p:txBody>
          </p:sp>
          <p:sp>
            <p:nvSpPr>
              <p:cNvPr id="11316" name="Line 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1317" name="Line 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1318" name="Rectangle 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zh-CN" altLang="zh-CN" sz="1600">
                  <a:latin typeface="Times New Roman" pitchFamily="18" charset="0"/>
                </a:endParaRPr>
              </a:p>
            </p:txBody>
          </p:sp>
          <p:sp>
            <p:nvSpPr>
              <p:cNvPr id="11319"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sz="1600"/>
              </a:p>
            </p:txBody>
          </p:sp>
          <p:grpSp>
            <p:nvGrpSpPr>
              <p:cNvPr id="4" name="Group 14"/>
              <p:cNvGrpSpPr>
                <a:grpSpLocks/>
              </p:cNvGrpSpPr>
              <p:nvPr/>
            </p:nvGrpSpPr>
            <p:grpSpPr bwMode="auto">
              <a:xfrm>
                <a:off x="3713" y="244"/>
                <a:ext cx="168" cy="49"/>
                <a:chOff x="2851" y="1131"/>
                <a:chExt cx="132" cy="97"/>
              </a:xfrm>
            </p:grpSpPr>
            <p:sp>
              <p:nvSpPr>
                <p:cNvPr id="11325" name="Line 15"/>
                <p:cNvSpPr>
                  <a:spLocks noChangeShapeType="1"/>
                </p:cNvSpPr>
                <p:nvPr/>
              </p:nvSpPr>
              <p:spPr bwMode="auto">
                <a:xfrm flipV="1">
                  <a:off x="2851" y="1131"/>
                  <a:ext cx="49" cy="2"/>
                </a:xfrm>
                <a:prstGeom prst="line">
                  <a:avLst/>
                </a:prstGeom>
                <a:noFill/>
                <a:ln w="28575">
                  <a:solidFill>
                    <a:schemeClr val="tx1"/>
                  </a:solidFill>
                  <a:round/>
                  <a:headEnd/>
                  <a:tailEnd/>
                </a:ln>
              </p:spPr>
              <p:txBody>
                <a:bodyPr wrap="none" anchor="ctr"/>
                <a:lstStyle/>
                <a:p>
                  <a:endParaRPr lang="zh-CN" altLang="en-US"/>
                </a:p>
              </p:txBody>
            </p:sp>
            <p:sp>
              <p:nvSpPr>
                <p:cNvPr id="11326" name="Line 16"/>
                <p:cNvSpPr>
                  <a:spLocks noChangeShapeType="1"/>
                </p:cNvSpPr>
                <p:nvPr/>
              </p:nvSpPr>
              <p:spPr bwMode="auto">
                <a:xfrm>
                  <a:off x="2940" y="1228"/>
                  <a:ext cx="43" cy="0"/>
                </a:xfrm>
                <a:prstGeom prst="line">
                  <a:avLst/>
                </a:prstGeom>
                <a:noFill/>
                <a:ln w="28575">
                  <a:solidFill>
                    <a:schemeClr val="tx1"/>
                  </a:solidFill>
                  <a:round/>
                  <a:headEnd/>
                  <a:tailEnd/>
                </a:ln>
              </p:spPr>
              <p:txBody>
                <a:bodyPr wrap="none" anchor="ctr"/>
                <a:lstStyle/>
                <a:p>
                  <a:endParaRPr lang="zh-CN" altLang="en-US"/>
                </a:p>
              </p:txBody>
            </p:sp>
            <p:sp>
              <p:nvSpPr>
                <p:cNvPr id="11327" name="Line 17"/>
                <p:cNvSpPr>
                  <a:spLocks noChangeShapeType="1"/>
                </p:cNvSpPr>
                <p:nvPr/>
              </p:nvSpPr>
              <p:spPr bwMode="auto">
                <a:xfrm>
                  <a:off x="2896" y="1133"/>
                  <a:ext cx="51" cy="95"/>
                </a:xfrm>
                <a:prstGeom prst="line">
                  <a:avLst/>
                </a:prstGeom>
                <a:noFill/>
                <a:ln w="28575">
                  <a:solidFill>
                    <a:schemeClr val="tx1"/>
                  </a:solidFill>
                  <a:round/>
                  <a:headEnd/>
                  <a:tailEnd/>
                </a:ln>
              </p:spPr>
              <p:txBody>
                <a:bodyPr wrap="none" anchor="ctr"/>
                <a:lstStyle/>
                <a:p>
                  <a:endParaRPr lang="zh-CN" altLang="en-US"/>
                </a:p>
              </p:txBody>
            </p:sp>
          </p:grpSp>
          <p:grpSp>
            <p:nvGrpSpPr>
              <p:cNvPr id="5" name="Group 18"/>
              <p:cNvGrpSpPr>
                <a:grpSpLocks/>
              </p:cNvGrpSpPr>
              <p:nvPr/>
            </p:nvGrpSpPr>
            <p:grpSpPr bwMode="auto">
              <a:xfrm flipV="1">
                <a:off x="3700" y="254"/>
                <a:ext cx="181" cy="52"/>
                <a:chOff x="2871" y="1102"/>
                <a:chExt cx="144" cy="100"/>
              </a:xfrm>
            </p:grpSpPr>
            <p:sp>
              <p:nvSpPr>
                <p:cNvPr id="11322" name="Line 19"/>
                <p:cNvSpPr>
                  <a:spLocks noChangeShapeType="1"/>
                </p:cNvSpPr>
                <p:nvPr/>
              </p:nvSpPr>
              <p:spPr bwMode="auto">
                <a:xfrm flipV="1">
                  <a:off x="2871" y="1102"/>
                  <a:ext cx="50" cy="2"/>
                </a:xfrm>
                <a:prstGeom prst="line">
                  <a:avLst/>
                </a:prstGeom>
                <a:noFill/>
                <a:ln w="28575">
                  <a:solidFill>
                    <a:schemeClr val="tx1"/>
                  </a:solidFill>
                  <a:round/>
                  <a:headEnd/>
                  <a:tailEnd/>
                </a:ln>
              </p:spPr>
              <p:txBody>
                <a:bodyPr wrap="none" anchor="ctr"/>
                <a:lstStyle/>
                <a:p>
                  <a:endParaRPr lang="zh-CN" altLang="en-US"/>
                </a:p>
              </p:txBody>
            </p:sp>
            <p:sp>
              <p:nvSpPr>
                <p:cNvPr id="11323" name="Line 20"/>
                <p:cNvSpPr>
                  <a:spLocks noChangeShapeType="1"/>
                </p:cNvSpPr>
                <p:nvPr/>
              </p:nvSpPr>
              <p:spPr bwMode="auto">
                <a:xfrm>
                  <a:off x="2971" y="1202"/>
                  <a:ext cx="44" cy="0"/>
                </a:xfrm>
                <a:prstGeom prst="line">
                  <a:avLst/>
                </a:prstGeom>
                <a:noFill/>
                <a:ln w="28575">
                  <a:solidFill>
                    <a:schemeClr val="tx1"/>
                  </a:solidFill>
                  <a:round/>
                  <a:headEnd/>
                  <a:tailEnd/>
                </a:ln>
              </p:spPr>
              <p:txBody>
                <a:bodyPr wrap="none" anchor="ctr"/>
                <a:lstStyle/>
                <a:p>
                  <a:endParaRPr lang="zh-CN" altLang="en-US"/>
                </a:p>
              </p:txBody>
            </p:sp>
            <p:sp>
              <p:nvSpPr>
                <p:cNvPr id="11324" name="Line 21"/>
                <p:cNvSpPr>
                  <a:spLocks noChangeShapeType="1"/>
                </p:cNvSpPr>
                <p:nvPr/>
              </p:nvSpPr>
              <p:spPr bwMode="auto">
                <a:xfrm>
                  <a:off x="2921" y="1109"/>
                  <a:ext cx="52" cy="92"/>
                </a:xfrm>
                <a:prstGeom prst="line">
                  <a:avLst/>
                </a:prstGeom>
                <a:noFill/>
                <a:ln w="28575">
                  <a:solidFill>
                    <a:schemeClr val="tx1"/>
                  </a:solidFill>
                  <a:round/>
                  <a:headEnd/>
                  <a:tailEnd/>
                </a:ln>
              </p:spPr>
              <p:txBody>
                <a:bodyPr wrap="none" anchor="ctr"/>
                <a:lstStyle/>
                <a:p>
                  <a:endParaRPr lang="zh-CN" altLang="en-US"/>
                </a:p>
              </p:txBody>
            </p:sp>
          </p:grpSp>
        </p:grpSp>
        <p:sp>
          <p:nvSpPr>
            <p:cNvPr id="11279" name="Rectangle 22"/>
            <p:cNvSpPr>
              <a:spLocks noChangeArrowheads="1"/>
            </p:cNvSpPr>
            <p:nvPr/>
          </p:nvSpPr>
          <p:spPr bwMode="auto">
            <a:xfrm rot="-5400000">
              <a:off x="3126" y="2222"/>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1280" name="Rectangle 23"/>
            <p:cNvSpPr>
              <a:spLocks noChangeArrowheads="1"/>
            </p:cNvSpPr>
            <p:nvPr/>
          </p:nvSpPr>
          <p:spPr bwMode="auto">
            <a:xfrm rot="-5400000">
              <a:off x="2387" y="2232"/>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1281" name="Text Box 24"/>
            <p:cNvSpPr txBox="1">
              <a:spLocks noChangeArrowheads="1"/>
            </p:cNvSpPr>
            <p:nvPr/>
          </p:nvSpPr>
          <p:spPr bwMode="auto">
            <a:xfrm>
              <a:off x="2448" y="1844"/>
              <a:ext cx="1356"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1A-23-F9-CD-06-9B</a:t>
              </a:r>
            </a:p>
          </p:txBody>
        </p:sp>
        <p:sp>
          <p:nvSpPr>
            <p:cNvPr id="11282" name="Text Box 25"/>
            <p:cNvSpPr txBox="1">
              <a:spLocks noChangeArrowheads="1"/>
            </p:cNvSpPr>
            <p:nvPr/>
          </p:nvSpPr>
          <p:spPr bwMode="auto">
            <a:xfrm>
              <a:off x="2867" y="2404"/>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223.1.2.9</a:t>
              </a:r>
            </a:p>
          </p:txBody>
        </p:sp>
        <p:sp>
          <p:nvSpPr>
            <p:cNvPr id="11283" name="Text Box 27"/>
            <p:cNvSpPr txBox="1">
              <a:spLocks noChangeArrowheads="1"/>
            </p:cNvSpPr>
            <p:nvPr/>
          </p:nvSpPr>
          <p:spPr bwMode="auto">
            <a:xfrm>
              <a:off x="2084" y="2404"/>
              <a:ext cx="699"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223.1.1.4</a:t>
              </a:r>
            </a:p>
          </p:txBody>
        </p:sp>
        <p:sp>
          <p:nvSpPr>
            <p:cNvPr id="11284" name="Text Box 28"/>
            <p:cNvSpPr txBox="1">
              <a:spLocks noChangeArrowheads="1"/>
            </p:cNvSpPr>
            <p:nvPr/>
          </p:nvSpPr>
          <p:spPr bwMode="auto">
            <a:xfrm>
              <a:off x="1932" y="1662"/>
              <a:ext cx="1348"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E6-E9-00-17-BB-4B</a:t>
              </a:r>
            </a:p>
          </p:txBody>
        </p:sp>
        <p:sp>
          <p:nvSpPr>
            <p:cNvPr id="11285" name="Text Box 29"/>
            <p:cNvSpPr txBox="1">
              <a:spLocks noChangeArrowheads="1"/>
            </p:cNvSpPr>
            <p:nvPr/>
          </p:nvSpPr>
          <p:spPr bwMode="auto">
            <a:xfrm>
              <a:off x="797" y="3189"/>
              <a:ext cx="1431"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CC-49-DE-D0-AB-7D</a:t>
              </a:r>
            </a:p>
          </p:txBody>
        </p:sp>
        <p:sp>
          <p:nvSpPr>
            <p:cNvPr id="11286" name="Text Box 30"/>
            <p:cNvSpPr txBox="1">
              <a:spLocks noChangeArrowheads="1"/>
            </p:cNvSpPr>
            <p:nvPr/>
          </p:nvSpPr>
          <p:spPr bwMode="auto">
            <a:xfrm>
              <a:off x="517" y="2681"/>
              <a:ext cx="699"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223.1.1.2</a:t>
              </a:r>
            </a:p>
          </p:txBody>
        </p:sp>
        <p:graphicFrame>
          <p:nvGraphicFramePr>
            <p:cNvPr id="11266" name="Object 10"/>
            <p:cNvGraphicFramePr>
              <a:graphicFrameLocks noChangeAspect="1"/>
            </p:cNvGraphicFramePr>
            <p:nvPr/>
          </p:nvGraphicFramePr>
          <p:xfrm>
            <a:off x="830" y="2916"/>
            <a:ext cx="301" cy="239"/>
          </p:xfrm>
          <a:graphic>
            <a:graphicData uri="http://schemas.openxmlformats.org/presentationml/2006/ole">
              <mc:AlternateContent xmlns:mc="http://schemas.openxmlformats.org/markup-compatibility/2006">
                <mc:Choice xmlns:v="urn:schemas-microsoft-com:vml" Requires="v">
                  <p:oleObj name="Clip" r:id="rId2" imgW="1307079" imgH="1083682" progId="">
                    <p:embed/>
                  </p:oleObj>
                </mc:Choice>
                <mc:Fallback>
                  <p:oleObj name="Clip" r:id="rId2" imgW="1307079" imgH="1083682" progId="">
                    <p:embed/>
                    <p:pic>
                      <p:nvPicPr>
                        <p:cNvPr id="11266"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 y="2916"/>
                          <a:ext cx="30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7" name="Rectangle 32"/>
            <p:cNvSpPr>
              <a:spLocks noChangeArrowheads="1"/>
            </p:cNvSpPr>
            <p:nvPr/>
          </p:nvSpPr>
          <p:spPr bwMode="auto">
            <a:xfrm rot="-5400000">
              <a:off x="1130" y="2961"/>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1288" name="Text Box 33"/>
            <p:cNvSpPr txBox="1">
              <a:spLocks noChangeArrowheads="1"/>
            </p:cNvSpPr>
            <p:nvPr/>
          </p:nvSpPr>
          <p:spPr bwMode="auto">
            <a:xfrm>
              <a:off x="497" y="2002"/>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223.1.1.1</a:t>
              </a:r>
            </a:p>
          </p:txBody>
        </p:sp>
        <p:grpSp>
          <p:nvGrpSpPr>
            <p:cNvPr id="6" name="Group 35"/>
            <p:cNvGrpSpPr>
              <a:grpSpLocks/>
            </p:cNvGrpSpPr>
            <p:nvPr/>
          </p:nvGrpSpPr>
          <p:grpSpPr bwMode="auto">
            <a:xfrm>
              <a:off x="513" y="1554"/>
              <a:ext cx="567" cy="463"/>
              <a:chOff x="1910" y="3474"/>
              <a:chExt cx="567" cy="463"/>
            </a:xfrm>
          </p:grpSpPr>
          <p:graphicFrame>
            <p:nvGraphicFramePr>
              <p:cNvPr id="11269" name="Object 11"/>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4" imgW="1307079" imgH="1083682" progId="">
                      <p:embed/>
                    </p:oleObj>
                  </mc:Choice>
                  <mc:Fallback>
                    <p:oleObj name="Clip" r:id="rId4" imgW="1307079" imgH="1083682" progId="">
                      <p:embed/>
                      <p:pic>
                        <p:nvPicPr>
                          <p:cNvPr id="11269"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14" name="Text Box 5"/>
              <p:cNvSpPr txBox="1">
                <a:spLocks noChangeArrowheads="1"/>
              </p:cNvSpPr>
              <p:nvPr/>
            </p:nvSpPr>
            <p:spPr bwMode="auto">
              <a:xfrm>
                <a:off x="2063" y="3474"/>
                <a:ext cx="239" cy="294"/>
              </a:xfrm>
              <a:prstGeom prst="rect">
                <a:avLst/>
              </a:prstGeom>
              <a:noFill/>
              <a:ln w="9525">
                <a:noFill/>
                <a:miter lim="800000"/>
                <a:headEnd/>
                <a:tailEnd/>
              </a:ln>
            </p:spPr>
            <p:txBody>
              <a:bodyPr wrap="none">
                <a:spAutoFit/>
              </a:bodyPr>
              <a:lstStyle/>
              <a:p>
                <a:pPr>
                  <a:spcBef>
                    <a:spcPct val="50000"/>
                  </a:spcBef>
                </a:pPr>
                <a:r>
                  <a:rPr lang="en-US" altLang="zh-CN" sz="2000">
                    <a:solidFill>
                      <a:srgbClr val="FF0000"/>
                    </a:solidFill>
                    <a:latin typeface="Arial Unicode MS" pitchFamily="34" charset="-122"/>
                    <a:ea typeface="Arial Unicode MS" pitchFamily="34" charset="-122"/>
                    <a:cs typeface="Arial Unicode MS" pitchFamily="34" charset="-122"/>
                  </a:rPr>
                  <a:t>A</a:t>
                </a:r>
              </a:p>
            </p:txBody>
          </p:sp>
        </p:grpSp>
        <p:sp>
          <p:nvSpPr>
            <p:cNvPr id="11290" name="Rectangle 36"/>
            <p:cNvSpPr>
              <a:spLocks noChangeArrowheads="1"/>
            </p:cNvSpPr>
            <p:nvPr/>
          </p:nvSpPr>
          <p:spPr bwMode="auto">
            <a:xfrm rot="-5400000">
              <a:off x="1075" y="1689"/>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1291" name="Text Box 37"/>
            <p:cNvSpPr txBox="1">
              <a:spLocks noChangeArrowheads="1"/>
            </p:cNvSpPr>
            <p:nvPr/>
          </p:nvSpPr>
          <p:spPr bwMode="auto">
            <a:xfrm>
              <a:off x="683" y="1314"/>
              <a:ext cx="1326"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74-29-9C-E8-FF-55</a:t>
              </a:r>
            </a:p>
          </p:txBody>
        </p:sp>
        <p:graphicFrame>
          <p:nvGraphicFramePr>
            <p:cNvPr id="11267" name="Object 12"/>
            <p:cNvGraphicFramePr>
              <a:graphicFrameLocks noChangeAspect="1"/>
            </p:cNvGraphicFramePr>
            <p:nvPr/>
          </p:nvGraphicFramePr>
          <p:xfrm>
            <a:off x="4596" y="1572"/>
            <a:ext cx="301" cy="239"/>
          </p:xfrm>
          <a:graphic>
            <a:graphicData uri="http://schemas.openxmlformats.org/presentationml/2006/ole">
              <mc:AlternateContent xmlns:mc="http://schemas.openxmlformats.org/markup-compatibility/2006">
                <mc:Choice xmlns:v="urn:schemas-microsoft-com:vml" Requires="v">
                  <p:oleObj name="Clip" r:id="rId5" imgW="1307079" imgH="1083682" progId="">
                    <p:embed/>
                  </p:oleObj>
                </mc:Choice>
                <mc:Fallback>
                  <p:oleObj name="Clip" r:id="rId5" imgW="1307079" imgH="1083682" progId="">
                    <p:embed/>
                    <p:pic>
                      <p:nvPicPr>
                        <p:cNvPr id="11267"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6" y="1572"/>
                          <a:ext cx="30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92" name="Rectangle 39"/>
            <p:cNvSpPr>
              <a:spLocks noChangeArrowheads="1"/>
            </p:cNvSpPr>
            <p:nvPr/>
          </p:nvSpPr>
          <p:spPr bwMode="auto">
            <a:xfrm rot="-5400000">
              <a:off x="4523" y="1639"/>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1293" name="Text Box 40"/>
            <p:cNvSpPr txBox="1">
              <a:spLocks noChangeArrowheads="1"/>
            </p:cNvSpPr>
            <p:nvPr/>
          </p:nvSpPr>
          <p:spPr bwMode="auto">
            <a:xfrm>
              <a:off x="4466" y="1789"/>
              <a:ext cx="699"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223.1.2.1</a:t>
              </a:r>
            </a:p>
          </p:txBody>
        </p:sp>
        <p:sp>
          <p:nvSpPr>
            <p:cNvPr id="11294" name="Text Box 41"/>
            <p:cNvSpPr txBox="1">
              <a:spLocks noChangeArrowheads="1"/>
            </p:cNvSpPr>
            <p:nvPr/>
          </p:nvSpPr>
          <p:spPr bwMode="auto">
            <a:xfrm>
              <a:off x="3905" y="1250"/>
              <a:ext cx="1318"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88-B2-2F-54-1A-0F</a:t>
              </a:r>
            </a:p>
          </p:txBody>
        </p:sp>
        <p:grpSp>
          <p:nvGrpSpPr>
            <p:cNvPr id="7" name="Group 42"/>
            <p:cNvGrpSpPr>
              <a:grpSpLocks/>
            </p:cNvGrpSpPr>
            <p:nvPr/>
          </p:nvGrpSpPr>
          <p:grpSpPr bwMode="auto">
            <a:xfrm>
              <a:off x="4598" y="2532"/>
              <a:ext cx="567" cy="463"/>
              <a:chOff x="1910" y="3474"/>
              <a:chExt cx="567" cy="463"/>
            </a:xfrm>
          </p:grpSpPr>
          <p:graphicFrame>
            <p:nvGraphicFramePr>
              <p:cNvPr id="11268" name="Object 13"/>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6" imgW="1307079" imgH="1083682" progId="">
                      <p:embed/>
                    </p:oleObj>
                  </mc:Choice>
                  <mc:Fallback>
                    <p:oleObj name="Clip" r:id="rId6" imgW="1307079" imgH="1083682" progId="">
                      <p:embed/>
                      <p:pic>
                        <p:nvPicPr>
                          <p:cNvPr id="11268"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13" name="Text Box 44"/>
              <p:cNvSpPr txBox="1">
                <a:spLocks noChangeArrowheads="1"/>
              </p:cNvSpPr>
              <p:nvPr/>
            </p:nvSpPr>
            <p:spPr bwMode="auto">
              <a:xfrm>
                <a:off x="2063" y="3474"/>
                <a:ext cx="239" cy="294"/>
              </a:xfrm>
              <a:prstGeom prst="rect">
                <a:avLst/>
              </a:prstGeom>
              <a:noFill/>
              <a:ln w="9525">
                <a:noFill/>
                <a:miter lim="800000"/>
                <a:headEnd/>
                <a:tailEnd/>
              </a:ln>
            </p:spPr>
            <p:txBody>
              <a:bodyPr wrap="none">
                <a:spAutoFit/>
              </a:bodyPr>
              <a:lstStyle/>
              <a:p>
                <a:pPr>
                  <a:spcBef>
                    <a:spcPct val="50000"/>
                  </a:spcBef>
                </a:pPr>
                <a:r>
                  <a:rPr lang="en-US" altLang="zh-CN" sz="2000">
                    <a:solidFill>
                      <a:srgbClr val="FF0000"/>
                    </a:solidFill>
                    <a:latin typeface="Arial Unicode MS" pitchFamily="34" charset="-122"/>
                    <a:ea typeface="Arial Unicode MS" pitchFamily="34" charset="-122"/>
                    <a:cs typeface="Arial Unicode MS" pitchFamily="34" charset="-122"/>
                  </a:rPr>
                  <a:t>E</a:t>
                </a:r>
              </a:p>
            </p:txBody>
          </p:sp>
        </p:grpSp>
        <p:sp>
          <p:nvSpPr>
            <p:cNvPr id="11296" name="Text Box 45"/>
            <p:cNvSpPr txBox="1">
              <a:spLocks noChangeArrowheads="1"/>
            </p:cNvSpPr>
            <p:nvPr/>
          </p:nvSpPr>
          <p:spPr bwMode="auto">
            <a:xfrm>
              <a:off x="4464" y="2319"/>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223.1.2.2</a:t>
              </a:r>
            </a:p>
          </p:txBody>
        </p:sp>
        <p:sp>
          <p:nvSpPr>
            <p:cNvPr id="11297" name="Text Box 46"/>
            <p:cNvSpPr txBox="1">
              <a:spLocks noChangeArrowheads="1"/>
            </p:cNvSpPr>
            <p:nvPr/>
          </p:nvSpPr>
          <p:spPr bwMode="auto">
            <a:xfrm>
              <a:off x="3969" y="2990"/>
              <a:ext cx="1371"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49-BD-D2-C7-56-2A</a:t>
              </a:r>
            </a:p>
          </p:txBody>
        </p:sp>
        <p:sp>
          <p:nvSpPr>
            <p:cNvPr id="11298" name="Rectangle 47"/>
            <p:cNvSpPr>
              <a:spLocks noChangeArrowheads="1"/>
            </p:cNvSpPr>
            <p:nvPr/>
          </p:nvSpPr>
          <p:spPr bwMode="auto">
            <a:xfrm rot="-5400000">
              <a:off x="4554" y="2656"/>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1299" name="Freeform 48"/>
            <p:cNvSpPr>
              <a:spLocks/>
            </p:cNvSpPr>
            <p:nvPr/>
          </p:nvSpPr>
          <p:spPr bwMode="auto">
            <a:xfrm>
              <a:off x="1277" y="1775"/>
              <a:ext cx="903" cy="996"/>
            </a:xfrm>
            <a:custGeom>
              <a:avLst/>
              <a:gdLst>
                <a:gd name="T0" fmla="*/ 55 w 1005"/>
                <a:gd name="T1" fmla="*/ 83 h 996"/>
                <a:gd name="T2" fmla="*/ 24 w 1005"/>
                <a:gd name="T3" fmla="*/ 227 h 996"/>
                <a:gd name="T4" fmla="*/ 4 w 1005"/>
                <a:gd name="T5" fmla="*/ 507 h 996"/>
                <a:gd name="T6" fmla="*/ 4 w 1005"/>
                <a:gd name="T7" fmla="*/ 716 h 996"/>
                <a:gd name="T8" fmla="*/ 15 w 1005"/>
                <a:gd name="T9" fmla="*/ 918 h 996"/>
                <a:gd name="T10" fmla="*/ 36 w 1005"/>
                <a:gd name="T11" fmla="*/ 990 h 996"/>
                <a:gd name="T12" fmla="*/ 71 w 1005"/>
                <a:gd name="T13" fmla="*/ 954 h 996"/>
                <a:gd name="T14" fmla="*/ 126 w 1005"/>
                <a:gd name="T15" fmla="*/ 947 h 996"/>
                <a:gd name="T16" fmla="*/ 160 w 1005"/>
                <a:gd name="T17" fmla="*/ 831 h 996"/>
                <a:gd name="T18" fmla="*/ 181 w 1005"/>
                <a:gd name="T19" fmla="*/ 543 h 996"/>
                <a:gd name="T20" fmla="*/ 168 w 1005"/>
                <a:gd name="T21" fmla="*/ 227 h 996"/>
                <a:gd name="T22" fmla="*/ 119 w 1005"/>
                <a:gd name="T23" fmla="*/ 25 h 996"/>
                <a:gd name="T24" fmla="*/ 55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11300" name="Freeform 49"/>
            <p:cNvSpPr>
              <a:spLocks/>
            </p:cNvSpPr>
            <p:nvPr/>
          </p:nvSpPr>
          <p:spPr bwMode="auto">
            <a:xfrm>
              <a:off x="3622" y="1812"/>
              <a:ext cx="885" cy="996"/>
            </a:xfrm>
            <a:custGeom>
              <a:avLst/>
              <a:gdLst>
                <a:gd name="T0" fmla="*/ 307 w 1005"/>
                <a:gd name="T1" fmla="*/ 83 h 996"/>
                <a:gd name="T2" fmla="*/ 134 w 1005"/>
                <a:gd name="T3" fmla="*/ 227 h 996"/>
                <a:gd name="T4" fmla="*/ 19 w 1005"/>
                <a:gd name="T5" fmla="*/ 507 h 996"/>
                <a:gd name="T6" fmla="*/ 19 w 1005"/>
                <a:gd name="T7" fmla="*/ 716 h 996"/>
                <a:gd name="T8" fmla="*/ 84 w 1005"/>
                <a:gd name="T9" fmla="*/ 918 h 996"/>
                <a:gd name="T10" fmla="*/ 199 w 1005"/>
                <a:gd name="T11" fmla="*/ 990 h 996"/>
                <a:gd name="T12" fmla="*/ 393 w 1005"/>
                <a:gd name="T13" fmla="*/ 954 h 996"/>
                <a:gd name="T14" fmla="*/ 696 w 1005"/>
                <a:gd name="T15" fmla="*/ 947 h 996"/>
                <a:gd name="T16" fmla="*/ 883 w 1005"/>
                <a:gd name="T17" fmla="*/ 831 h 996"/>
                <a:gd name="T18" fmla="*/ 998 w 1005"/>
                <a:gd name="T19" fmla="*/ 543 h 996"/>
                <a:gd name="T20" fmla="*/ 926 w 1005"/>
                <a:gd name="T21" fmla="*/ 227 h 996"/>
                <a:gd name="T22" fmla="*/ 667 w 1005"/>
                <a:gd name="T23" fmla="*/ 25 h 996"/>
                <a:gd name="T24" fmla="*/ 307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11301" name="Line 50"/>
            <p:cNvSpPr>
              <a:spLocks noChangeShapeType="1"/>
            </p:cNvSpPr>
            <p:nvPr/>
          </p:nvSpPr>
          <p:spPr bwMode="auto">
            <a:xfrm>
              <a:off x="1175" y="1753"/>
              <a:ext cx="294" cy="169"/>
            </a:xfrm>
            <a:prstGeom prst="line">
              <a:avLst/>
            </a:prstGeom>
            <a:noFill/>
            <a:ln w="9525">
              <a:solidFill>
                <a:schemeClr val="tx1"/>
              </a:solidFill>
              <a:round/>
              <a:headEnd/>
              <a:tailEnd/>
            </a:ln>
          </p:spPr>
          <p:txBody>
            <a:bodyPr wrap="none"/>
            <a:lstStyle/>
            <a:p>
              <a:endParaRPr lang="zh-CN" altLang="en-US"/>
            </a:p>
          </p:txBody>
        </p:sp>
        <p:sp>
          <p:nvSpPr>
            <p:cNvPr id="11302" name="Line 51"/>
            <p:cNvSpPr>
              <a:spLocks noChangeShapeType="1"/>
            </p:cNvSpPr>
            <p:nvPr/>
          </p:nvSpPr>
          <p:spPr bwMode="auto">
            <a:xfrm flipV="1">
              <a:off x="1226" y="2754"/>
              <a:ext cx="207" cy="251"/>
            </a:xfrm>
            <a:prstGeom prst="line">
              <a:avLst/>
            </a:prstGeom>
            <a:noFill/>
            <a:ln w="9525">
              <a:solidFill>
                <a:schemeClr val="tx1"/>
              </a:solidFill>
              <a:round/>
              <a:headEnd/>
              <a:tailEnd/>
            </a:ln>
          </p:spPr>
          <p:txBody>
            <a:bodyPr wrap="none"/>
            <a:lstStyle/>
            <a:p>
              <a:endParaRPr lang="zh-CN" altLang="en-US"/>
            </a:p>
          </p:txBody>
        </p:sp>
        <p:sp>
          <p:nvSpPr>
            <p:cNvPr id="11303" name="Line 52"/>
            <p:cNvSpPr>
              <a:spLocks noChangeShapeType="1"/>
            </p:cNvSpPr>
            <p:nvPr/>
          </p:nvSpPr>
          <p:spPr bwMode="auto">
            <a:xfrm>
              <a:off x="2160" y="2295"/>
              <a:ext cx="243" cy="0"/>
            </a:xfrm>
            <a:prstGeom prst="line">
              <a:avLst/>
            </a:prstGeom>
            <a:noFill/>
            <a:ln w="9525">
              <a:solidFill>
                <a:schemeClr val="tx1"/>
              </a:solidFill>
              <a:round/>
              <a:headEnd/>
              <a:tailEnd/>
            </a:ln>
          </p:spPr>
          <p:txBody>
            <a:bodyPr wrap="none"/>
            <a:lstStyle/>
            <a:p>
              <a:endParaRPr lang="zh-CN" altLang="en-US"/>
            </a:p>
          </p:txBody>
        </p:sp>
        <p:sp>
          <p:nvSpPr>
            <p:cNvPr id="11304" name="Line 53"/>
            <p:cNvSpPr>
              <a:spLocks noChangeShapeType="1"/>
            </p:cNvSpPr>
            <p:nvPr/>
          </p:nvSpPr>
          <p:spPr bwMode="auto">
            <a:xfrm flipV="1">
              <a:off x="3228" y="2295"/>
              <a:ext cx="403" cy="0"/>
            </a:xfrm>
            <a:prstGeom prst="line">
              <a:avLst/>
            </a:prstGeom>
            <a:noFill/>
            <a:ln w="9525">
              <a:solidFill>
                <a:schemeClr val="tx1"/>
              </a:solidFill>
              <a:round/>
              <a:headEnd/>
              <a:tailEnd/>
            </a:ln>
          </p:spPr>
          <p:txBody>
            <a:bodyPr wrap="none"/>
            <a:lstStyle/>
            <a:p>
              <a:endParaRPr lang="zh-CN" altLang="en-US"/>
            </a:p>
          </p:txBody>
        </p:sp>
        <p:sp>
          <p:nvSpPr>
            <p:cNvPr id="11305" name="Line 54"/>
            <p:cNvSpPr>
              <a:spLocks noChangeShapeType="1"/>
            </p:cNvSpPr>
            <p:nvPr/>
          </p:nvSpPr>
          <p:spPr bwMode="auto">
            <a:xfrm>
              <a:off x="4398" y="2618"/>
              <a:ext cx="132" cy="96"/>
            </a:xfrm>
            <a:prstGeom prst="line">
              <a:avLst/>
            </a:prstGeom>
            <a:noFill/>
            <a:ln w="9525">
              <a:solidFill>
                <a:schemeClr val="tx1"/>
              </a:solidFill>
              <a:round/>
              <a:headEnd/>
              <a:tailEnd/>
            </a:ln>
          </p:spPr>
          <p:txBody>
            <a:bodyPr wrap="none"/>
            <a:lstStyle/>
            <a:p>
              <a:endParaRPr lang="zh-CN" altLang="en-US"/>
            </a:p>
          </p:txBody>
        </p:sp>
        <p:sp>
          <p:nvSpPr>
            <p:cNvPr id="11306" name="Line 55"/>
            <p:cNvSpPr>
              <a:spLocks noChangeShapeType="1"/>
            </p:cNvSpPr>
            <p:nvPr/>
          </p:nvSpPr>
          <p:spPr bwMode="auto">
            <a:xfrm flipH="1">
              <a:off x="4273" y="1706"/>
              <a:ext cx="225" cy="181"/>
            </a:xfrm>
            <a:prstGeom prst="line">
              <a:avLst/>
            </a:prstGeom>
            <a:noFill/>
            <a:ln w="9525">
              <a:solidFill>
                <a:schemeClr val="tx1"/>
              </a:solidFill>
              <a:round/>
              <a:headEnd/>
              <a:tailEnd/>
            </a:ln>
          </p:spPr>
          <p:txBody>
            <a:bodyPr wrap="none"/>
            <a:lstStyle/>
            <a:p>
              <a:endParaRPr lang="zh-CN" altLang="en-US"/>
            </a:p>
          </p:txBody>
        </p:sp>
        <p:sp>
          <p:nvSpPr>
            <p:cNvPr id="11307" name="Line 56"/>
            <p:cNvSpPr>
              <a:spLocks noChangeShapeType="1"/>
            </p:cNvSpPr>
            <p:nvPr/>
          </p:nvSpPr>
          <p:spPr bwMode="auto">
            <a:xfrm flipV="1">
              <a:off x="1170" y="3075"/>
              <a:ext cx="0" cy="120"/>
            </a:xfrm>
            <a:prstGeom prst="line">
              <a:avLst/>
            </a:prstGeom>
            <a:noFill/>
            <a:ln w="9525">
              <a:solidFill>
                <a:schemeClr val="tx1"/>
              </a:solidFill>
              <a:round/>
              <a:headEnd/>
              <a:tailEnd type="triangle" w="med" len="med"/>
            </a:ln>
          </p:spPr>
          <p:txBody>
            <a:bodyPr wrap="none"/>
            <a:lstStyle/>
            <a:p>
              <a:endParaRPr lang="zh-CN" altLang="en-US"/>
            </a:p>
          </p:txBody>
        </p:sp>
        <p:sp>
          <p:nvSpPr>
            <p:cNvPr id="11308" name="Line 57"/>
            <p:cNvSpPr>
              <a:spLocks noChangeShapeType="1"/>
            </p:cNvSpPr>
            <p:nvPr/>
          </p:nvSpPr>
          <p:spPr bwMode="auto">
            <a:xfrm>
              <a:off x="1110" y="1563"/>
              <a:ext cx="0" cy="132"/>
            </a:xfrm>
            <a:prstGeom prst="line">
              <a:avLst/>
            </a:prstGeom>
            <a:noFill/>
            <a:ln w="9525">
              <a:solidFill>
                <a:schemeClr val="tx1"/>
              </a:solidFill>
              <a:round/>
              <a:headEnd/>
              <a:tailEnd type="triangle" w="med" len="med"/>
            </a:ln>
          </p:spPr>
          <p:txBody>
            <a:bodyPr wrap="none"/>
            <a:lstStyle/>
            <a:p>
              <a:endParaRPr lang="zh-CN" altLang="en-US"/>
            </a:p>
          </p:txBody>
        </p:sp>
        <p:sp>
          <p:nvSpPr>
            <p:cNvPr id="11309" name="Line 58"/>
            <p:cNvSpPr>
              <a:spLocks noChangeShapeType="1"/>
            </p:cNvSpPr>
            <p:nvPr/>
          </p:nvSpPr>
          <p:spPr bwMode="auto">
            <a:xfrm>
              <a:off x="2424" y="1911"/>
              <a:ext cx="0" cy="321"/>
            </a:xfrm>
            <a:prstGeom prst="line">
              <a:avLst/>
            </a:prstGeom>
            <a:noFill/>
            <a:ln w="9525">
              <a:solidFill>
                <a:schemeClr val="tx1"/>
              </a:solidFill>
              <a:round/>
              <a:headEnd/>
              <a:tailEnd type="triangle" w="med" len="med"/>
            </a:ln>
          </p:spPr>
          <p:txBody>
            <a:bodyPr wrap="none"/>
            <a:lstStyle/>
            <a:p>
              <a:endParaRPr lang="zh-CN" altLang="en-US"/>
            </a:p>
          </p:txBody>
        </p:sp>
        <p:sp>
          <p:nvSpPr>
            <p:cNvPr id="11310" name="Line 59"/>
            <p:cNvSpPr>
              <a:spLocks noChangeShapeType="1"/>
            </p:cNvSpPr>
            <p:nvPr/>
          </p:nvSpPr>
          <p:spPr bwMode="auto">
            <a:xfrm>
              <a:off x="3144" y="2058"/>
              <a:ext cx="0" cy="153"/>
            </a:xfrm>
            <a:prstGeom prst="line">
              <a:avLst/>
            </a:prstGeom>
            <a:noFill/>
            <a:ln w="9525">
              <a:solidFill>
                <a:schemeClr val="tx1"/>
              </a:solidFill>
              <a:round/>
              <a:headEnd/>
              <a:tailEnd type="triangle" w="med" len="med"/>
            </a:ln>
          </p:spPr>
          <p:txBody>
            <a:bodyPr wrap="none"/>
            <a:lstStyle/>
            <a:p>
              <a:endParaRPr lang="zh-CN" altLang="en-US"/>
            </a:p>
          </p:txBody>
        </p:sp>
        <p:sp>
          <p:nvSpPr>
            <p:cNvPr id="11311" name="Line 60"/>
            <p:cNvSpPr>
              <a:spLocks noChangeShapeType="1"/>
            </p:cNvSpPr>
            <p:nvPr/>
          </p:nvSpPr>
          <p:spPr bwMode="auto">
            <a:xfrm flipV="1">
              <a:off x="4572" y="2787"/>
              <a:ext cx="0" cy="204"/>
            </a:xfrm>
            <a:prstGeom prst="line">
              <a:avLst/>
            </a:prstGeom>
            <a:noFill/>
            <a:ln w="9525">
              <a:solidFill>
                <a:schemeClr val="tx1"/>
              </a:solidFill>
              <a:round/>
              <a:headEnd/>
              <a:tailEnd type="triangle" w="med" len="med"/>
            </a:ln>
          </p:spPr>
          <p:txBody>
            <a:bodyPr wrap="none"/>
            <a:lstStyle/>
            <a:p>
              <a:endParaRPr lang="zh-CN" altLang="en-US"/>
            </a:p>
          </p:txBody>
        </p:sp>
      </p:grpSp>
      <p:sp>
        <p:nvSpPr>
          <p:cNvPr id="11276" name="TextBox 65"/>
          <p:cNvSpPr txBox="1">
            <a:spLocks noChangeArrowheads="1"/>
          </p:cNvSpPr>
          <p:nvPr/>
        </p:nvSpPr>
        <p:spPr bwMode="auto">
          <a:xfrm>
            <a:off x="2347976" y="3107531"/>
            <a:ext cx="863600" cy="400050"/>
          </a:xfrm>
          <a:prstGeom prst="rect">
            <a:avLst/>
          </a:prstGeom>
          <a:noFill/>
          <a:ln w="9525">
            <a:noFill/>
            <a:miter lim="800000"/>
            <a:headEnd/>
            <a:tailEnd/>
          </a:ln>
        </p:spPr>
        <p:txBody>
          <a:bodyPr>
            <a:spAutoFit/>
          </a:bodyPr>
          <a:lstStyle/>
          <a:p>
            <a:r>
              <a:rPr lang="en-US" altLang="zh-CN" sz="2000" dirty="0">
                <a:latin typeface="Arial Unicode MS" pitchFamily="34" charset="-122"/>
                <a:ea typeface="Arial Unicode MS" pitchFamily="34" charset="-122"/>
                <a:cs typeface="Arial Unicode MS" pitchFamily="34" charset="-122"/>
              </a:rPr>
              <a:t>LAN1</a:t>
            </a:r>
            <a:endParaRPr lang="zh-CN" altLang="en-US" sz="2000" dirty="0">
              <a:latin typeface="Arial Unicode MS" pitchFamily="34" charset="-122"/>
              <a:ea typeface="Arial Unicode MS" pitchFamily="34" charset="-122"/>
              <a:cs typeface="Arial Unicode MS" pitchFamily="34" charset="-122"/>
            </a:endParaRPr>
          </a:p>
        </p:txBody>
      </p:sp>
      <p:sp>
        <p:nvSpPr>
          <p:cNvPr id="11277" name="TextBox 66"/>
          <p:cNvSpPr txBox="1">
            <a:spLocks noChangeArrowheads="1"/>
          </p:cNvSpPr>
          <p:nvPr/>
        </p:nvSpPr>
        <p:spPr bwMode="auto">
          <a:xfrm>
            <a:off x="5718238" y="3140869"/>
            <a:ext cx="863600" cy="400050"/>
          </a:xfrm>
          <a:prstGeom prst="rect">
            <a:avLst/>
          </a:prstGeom>
          <a:noFill/>
          <a:ln w="9525">
            <a:noFill/>
            <a:miter lim="800000"/>
            <a:headEnd/>
            <a:tailEnd/>
          </a:ln>
        </p:spPr>
        <p:txBody>
          <a:bodyPr>
            <a:spAutoFit/>
          </a:bodyPr>
          <a:lstStyle/>
          <a:p>
            <a:r>
              <a:rPr lang="en-US" altLang="zh-CN" sz="2000">
                <a:latin typeface="Arial Unicode MS" pitchFamily="34" charset="-122"/>
                <a:ea typeface="Arial Unicode MS" pitchFamily="34" charset="-122"/>
                <a:cs typeface="Arial Unicode MS" pitchFamily="34" charset="-122"/>
              </a:rPr>
              <a:t>LAN2</a:t>
            </a:r>
            <a:endParaRPr lang="zh-CN" altLang="en-US" sz="2000">
              <a:latin typeface="Arial Unicode MS" pitchFamily="34" charset="-122"/>
              <a:ea typeface="Arial Unicode MS" pitchFamily="34" charset="-122"/>
              <a:cs typeface="Arial Unicode MS" pitchFamily="34" charset="-122"/>
            </a:endParaRPr>
          </a:p>
        </p:txBody>
      </p:sp>
      <p:sp>
        <p:nvSpPr>
          <p:cNvPr id="63" name="标题 1">
            <a:extLst>
              <a:ext uri="{FF2B5EF4-FFF2-40B4-BE49-F238E27FC236}">
                <a16:creationId xmlns:a16="http://schemas.microsoft.com/office/drawing/2014/main" id="{88216677-441F-4E03-A90D-A480985F59D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64" name="Line 59">
            <a:extLst>
              <a:ext uri="{FF2B5EF4-FFF2-40B4-BE49-F238E27FC236}">
                <a16:creationId xmlns:a16="http://schemas.microsoft.com/office/drawing/2014/main" id="{C4055AB6-4F82-4FEA-929E-28CDB5B4634D}"/>
              </a:ext>
            </a:extLst>
          </p:cNvPr>
          <p:cNvSpPr>
            <a:spLocks noChangeShapeType="1"/>
          </p:cNvSpPr>
          <p:nvPr/>
        </p:nvSpPr>
        <p:spPr bwMode="auto">
          <a:xfrm>
            <a:off x="6947709" y="2247744"/>
            <a:ext cx="0" cy="208337"/>
          </a:xfrm>
          <a:prstGeom prst="line">
            <a:avLst/>
          </a:prstGeom>
          <a:noFill/>
          <a:ln w="9525">
            <a:solidFill>
              <a:schemeClr val="tx1"/>
            </a:solidFill>
            <a:round/>
            <a:headEnd/>
            <a:tailEnd type="triangle" w="med" len="med"/>
          </a:ln>
        </p:spPr>
        <p:txBody>
          <a:bodyPr wrap="none"/>
          <a:lstStyle/>
          <a:p>
            <a:endParaRPr lang="zh-CN" altLang="en-US"/>
          </a:p>
        </p:txBody>
      </p:sp>
    </p:spTree>
    <p:extLst>
      <p:ext uri="{BB962C8B-B14F-4D97-AF65-F5344CB8AC3E}">
        <p14:creationId xmlns:p14="http://schemas.microsoft.com/office/powerpoint/2010/main" val="1917241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Rectangle 3"/>
          <p:cNvSpPr>
            <a:spLocks noGrp="1" noChangeArrowheads="1"/>
          </p:cNvSpPr>
          <p:nvPr>
            <p:ph type="title"/>
          </p:nvPr>
        </p:nvSpPr>
        <p:spPr>
          <a:xfrm>
            <a:off x="323850" y="609600"/>
            <a:ext cx="8496300" cy="803275"/>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如何路由到另一个局域网（续）</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297" name="Rectangle 4"/>
          <p:cNvSpPr>
            <a:spLocks noGrp="1" noChangeArrowheads="1"/>
          </p:cNvSpPr>
          <p:nvPr>
            <p:ph type="body" idx="1"/>
          </p:nvPr>
        </p:nvSpPr>
        <p:spPr>
          <a:xfrm>
            <a:off x="406034" y="4805275"/>
            <a:ext cx="8348663" cy="1435208"/>
          </a:xfrm>
        </p:spPr>
        <p:txBody>
          <a:bodyPr>
            <a:normAutofit/>
          </a:bodyPr>
          <a:lstStyle/>
          <a:p>
            <a:pPr marL="265113" indent="-265113">
              <a:lnSpc>
                <a:spcPts val="3000"/>
              </a:lnSpc>
              <a:spcBef>
                <a:spcPts val="600"/>
              </a:spcBef>
              <a:buClr>
                <a:srgbClr val="C00000"/>
              </a:buClr>
              <a:buSzPct val="90000"/>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主机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创建数据帧（目的地址为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000"/>
              </a:lnSpc>
              <a:spcBef>
                <a:spcPts val="600"/>
              </a:spcBef>
              <a:buClr>
                <a:srgbClr val="C00000"/>
              </a:buClr>
              <a:buSzPct val="90000"/>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在数据帧中封装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000"/>
              </a:lnSpc>
              <a:spcBef>
                <a:spcPts val="600"/>
              </a:spcBef>
              <a:buClr>
                <a:srgbClr val="C00000"/>
              </a:buClr>
              <a:buSzPct val="90000"/>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发送数据帧，</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接收数据帧</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298" name="Text Box 6"/>
          <p:cNvSpPr txBox="1">
            <a:spLocks noChangeArrowheads="1"/>
          </p:cNvSpPr>
          <p:nvPr/>
        </p:nvSpPr>
        <p:spPr bwMode="auto">
          <a:xfrm>
            <a:off x="4043885" y="3058088"/>
            <a:ext cx="407987" cy="461962"/>
          </a:xfrm>
          <a:prstGeom prst="rect">
            <a:avLst/>
          </a:prstGeom>
          <a:noFill/>
          <a:ln w="9525">
            <a:noFill/>
            <a:miter lim="800000"/>
            <a:headEnd/>
            <a:tailEnd/>
          </a:ln>
        </p:spPr>
        <p:txBody>
          <a:bodyPr wrap="none">
            <a:spAutoFit/>
          </a:bodyPr>
          <a:lstStyle/>
          <a:p>
            <a:pPr eaLnBrk="0" hangingPunct="0">
              <a:spcBef>
                <a:spcPct val="50000"/>
              </a:spcBef>
            </a:pPr>
            <a:r>
              <a:rPr kumimoji="0" lang="en-US" altLang="zh-CN" sz="2400" dirty="0">
                <a:solidFill>
                  <a:srgbClr val="FF0000"/>
                </a:solidFill>
                <a:latin typeface="Arial Unicode MS" pitchFamily="34" charset="-122"/>
                <a:ea typeface="Arial Unicode MS" pitchFamily="34" charset="-122"/>
                <a:cs typeface="Arial Unicode MS" pitchFamily="34" charset="-122"/>
              </a:rPr>
              <a:t>R</a:t>
            </a:r>
            <a:endParaRPr kumimoji="0" lang="en-US" altLang="zh-CN" sz="1800" dirty="0">
              <a:latin typeface="Arial Unicode MS" pitchFamily="34" charset="-122"/>
              <a:ea typeface="Arial Unicode MS" pitchFamily="34" charset="-122"/>
              <a:cs typeface="Arial Unicode MS" pitchFamily="34" charset="-122"/>
            </a:endParaRPr>
          </a:p>
        </p:txBody>
      </p:sp>
      <p:grpSp>
        <p:nvGrpSpPr>
          <p:cNvPr id="2" name="Group 66"/>
          <p:cNvGrpSpPr>
            <a:grpSpLocks/>
          </p:cNvGrpSpPr>
          <p:nvPr/>
        </p:nvGrpSpPr>
        <p:grpSpPr bwMode="auto">
          <a:xfrm>
            <a:off x="719056" y="1554719"/>
            <a:ext cx="7623175" cy="2946673"/>
            <a:chOff x="449" y="1266"/>
            <a:chExt cx="5121" cy="2164"/>
          </a:xfrm>
        </p:grpSpPr>
        <p:grpSp>
          <p:nvGrpSpPr>
            <p:cNvPr id="3" name="Group 8"/>
            <p:cNvGrpSpPr>
              <a:grpSpLocks/>
            </p:cNvGrpSpPr>
            <p:nvPr/>
          </p:nvGrpSpPr>
          <p:grpSpPr bwMode="auto">
            <a:xfrm>
              <a:off x="2489" y="2156"/>
              <a:ext cx="620" cy="254"/>
              <a:chOff x="3600" y="219"/>
              <a:chExt cx="360" cy="175"/>
            </a:xfrm>
          </p:grpSpPr>
          <p:sp>
            <p:nvSpPr>
              <p:cNvPr id="12341"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sz="1600"/>
              </a:p>
            </p:txBody>
          </p:sp>
          <p:sp>
            <p:nvSpPr>
              <p:cNvPr id="12342" name="Line 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2343" name="Line 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2344" name="Rectangle 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zh-CN" altLang="zh-CN" sz="1600">
                  <a:latin typeface="Times New Roman" pitchFamily="18" charset="0"/>
                </a:endParaRPr>
              </a:p>
            </p:txBody>
          </p:sp>
          <p:sp>
            <p:nvSpPr>
              <p:cNvPr id="12345"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sz="1600"/>
              </a:p>
            </p:txBody>
          </p:sp>
          <p:grpSp>
            <p:nvGrpSpPr>
              <p:cNvPr id="4" name="Group 14"/>
              <p:cNvGrpSpPr>
                <a:grpSpLocks/>
              </p:cNvGrpSpPr>
              <p:nvPr/>
            </p:nvGrpSpPr>
            <p:grpSpPr bwMode="auto">
              <a:xfrm>
                <a:off x="3713" y="244"/>
                <a:ext cx="168" cy="49"/>
                <a:chOff x="2851" y="1131"/>
                <a:chExt cx="132" cy="97"/>
              </a:xfrm>
            </p:grpSpPr>
            <p:sp>
              <p:nvSpPr>
                <p:cNvPr id="12351" name="Line 15"/>
                <p:cNvSpPr>
                  <a:spLocks noChangeShapeType="1"/>
                </p:cNvSpPr>
                <p:nvPr/>
              </p:nvSpPr>
              <p:spPr bwMode="auto">
                <a:xfrm flipV="1">
                  <a:off x="2851" y="1131"/>
                  <a:ext cx="49" cy="2"/>
                </a:xfrm>
                <a:prstGeom prst="line">
                  <a:avLst/>
                </a:prstGeom>
                <a:noFill/>
                <a:ln w="28575">
                  <a:solidFill>
                    <a:schemeClr val="tx1"/>
                  </a:solidFill>
                  <a:round/>
                  <a:headEnd/>
                  <a:tailEnd/>
                </a:ln>
              </p:spPr>
              <p:txBody>
                <a:bodyPr wrap="none" anchor="ctr"/>
                <a:lstStyle/>
                <a:p>
                  <a:endParaRPr lang="zh-CN" altLang="en-US"/>
                </a:p>
              </p:txBody>
            </p:sp>
            <p:sp>
              <p:nvSpPr>
                <p:cNvPr id="12352" name="Line 16"/>
                <p:cNvSpPr>
                  <a:spLocks noChangeShapeType="1"/>
                </p:cNvSpPr>
                <p:nvPr/>
              </p:nvSpPr>
              <p:spPr bwMode="auto">
                <a:xfrm>
                  <a:off x="2940" y="1228"/>
                  <a:ext cx="43" cy="0"/>
                </a:xfrm>
                <a:prstGeom prst="line">
                  <a:avLst/>
                </a:prstGeom>
                <a:noFill/>
                <a:ln w="28575">
                  <a:solidFill>
                    <a:schemeClr val="tx1"/>
                  </a:solidFill>
                  <a:round/>
                  <a:headEnd/>
                  <a:tailEnd/>
                </a:ln>
              </p:spPr>
              <p:txBody>
                <a:bodyPr wrap="none" anchor="ctr"/>
                <a:lstStyle/>
                <a:p>
                  <a:endParaRPr lang="zh-CN" altLang="en-US"/>
                </a:p>
              </p:txBody>
            </p:sp>
            <p:sp>
              <p:nvSpPr>
                <p:cNvPr id="12353" name="Line 17"/>
                <p:cNvSpPr>
                  <a:spLocks noChangeShapeType="1"/>
                </p:cNvSpPr>
                <p:nvPr/>
              </p:nvSpPr>
              <p:spPr bwMode="auto">
                <a:xfrm>
                  <a:off x="2896" y="1133"/>
                  <a:ext cx="51" cy="95"/>
                </a:xfrm>
                <a:prstGeom prst="line">
                  <a:avLst/>
                </a:prstGeom>
                <a:noFill/>
                <a:ln w="28575">
                  <a:solidFill>
                    <a:schemeClr val="tx1"/>
                  </a:solidFill>
                  <a:round/>
                  <a:headEnd/>
                  <a:tailEnd/>
                </a:ln>
              </p:spPr>
              <p:txBody>
                <a:bodyPr wrap="none" anchor="ctr"/>
                <a:lstStyle/>
                <a:p>
                  <a:endParaRPr lang="zh-CN" altLang="en-US"/>
                </a:p>
              </p:txBody>
            </p:sp>
          </p:grpSp>
          <p:grpSp>
            <p:nvGrpSpPr>
              <p:cNvPr id="5" name="Group 18"/>
              <p:cNvGrpSpPr>
                <a:grpSpLocks/>
              </p:cNvGrpSpPr>
              <p:nvPr/>
            </p:nvGrpSpPr>
            <p:grpSpPr bwMode="auto">
              <a:xfrm flipV="1">
                <a:off x="3700" y="254"/>
                <a:ext cx="181" cy="52"/>
                <a:chOff x="2871" y="1102"/>
                <a:chExt cx="144" cy="100"/>
              </a:xfrm>
            </p:grpSpPr>
            <p:sp>
              <p:nvSpPr>
                <p:cNvPr id="12348" name="Line 19"/>
                <p:cNvSpPr>
                  <a:spLocks noChangeShapeType="1"/>
                </p:cNvSpPr>
                <p:nvPr/>
              </p:nvSpPr>
              <p:spPr bwMode="auto">
                <a:xfrm flipV="1">
                  <a:off x="2871" y="1102"/>
                  <a:ext cx="50" cy="2"/>
                </a:xfrm>
                <a:prstGeom prst="line">
                  <a:avLst/>
                </a:prstGeom>
                <a:noFill/>
                <a:ln w="28575">
                  <a:solidFill>
                    <a:schemeClr val="tx1"/>
                  </a:solidFill>
                  <a:round/>
                  <a:headEnd/>
                  <a:tailEnd/>
                </a:ln>
              </p:spPr>
              <p:txBody>
                <a:bodyPr wrap="none" anchor="ctr"/>
                <a:lstStyle/>
                <a:p>
                  <a:endParaRPr lang="zh-CN" altLang="en-US"/>
                </a:p>
              </p:txBody>
            </p:sp>
            <p:sp>
              <p:nvSpPr>
                <p:cNvPr id="12349" name="Line 20"/>
                <p:cNvSpPr>
                  <a:spLocks noChangeShapeType="1"/>
                </p:cNvSpPr>
                <p:nvPr/>
              </p:nvSpPr>
              <p:spPr bwMode="auto">
                <a:xfrm>
                  <a:off x="2971" y="1202"/>
                  <a:ext cx="44" cy="0"/>
                </a:xfrm>
                <a:prstGeom prst="line">
                  <a:avLst/>
                </a:prstGeom>
                <a:noFill/>
                <a:ln w="28575">
                  <a:solidFill>
                    <a:schemeClr val="tx1"/>
                  </a:solidFill>
                  <a:round/>
                  <a:headEnd/>
                  <a:tailEnd/>
                </a:ln>
              </p:spPr>
              <p:txBody>
                <a:bodyPr wrap="none" anchor="ctr"/>
                <a:lstStyle/>
                <a:p>
                  <a:endParaRPr lang="zh-CN" altLang="en-US"/>
                </a:p>
              </p:txBody>
            </p:sp>
            <p:sp>
              <p:nvSpPr>
                <p:cNvPr id="12350" name="Line 21"/>
                <p:cNvSpPr>
                  <a:spLocks noChangeShapeType="1"/>
                </p:cNvSpPr>
                <p:nvPr/>
              </p:nvSpPr>
              <p:spPr bwMode="auto">
                <a:xfrm>
                  <a:off x="2921" y="1109"/>
                  <a:ext cx="52" cy="92"/>
                </a:xfrm>
                <a:prstGeom prst="line">
                  <a:avLst/>
                </a:prstGeom>
                <a:noFill/>
                <a:ln w="28575">
                  <a:solidFill>
                    <a:schemeClr val="tx1"/>
                  </a:solidFill>
                  <a:round/>
                  <a:headEnd/>
                  <a:tailEnd/>
                </a:ln>
              </p:spPr>
              <p:txBody>
                <a:bodyPr wrap="none" anchor="ctr"/>
                <a:lstStyle/>
                <a:p>
                  <a:endParaRPr lang="zh-CN" altLang="en-US"/>
                </a:p>
              </p:txBody>
            </p:sp>
          </p:grpSp>
        </p:grpSp>
        <p:sp>
          <p:nvSpPr>
            <p:cNvPr id="12305" name="Rectangle 22"/>
            <p:cNvSpPr>
              <a:spLocks noChangeArrowheads="1"/>
            </p:cNvSpPr>
            <p:nvPr/>
          </p:nvSpPr>
          <p:spPr bwMode="auto">
            <a:xfrm rot="-5400000">
              <a:off x="3126" y="2222"/>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2306" name="Rectangle 23"/>
            <p:cNvSpPr>
              <a:spLocks noChangeArrowheads="1"/>
            </p:cNvSpPr>
            <p:nvPr/>
          </p:nvSpPr>
          <p:spPr bwMode="auto">
            <a:xfrm rot="-5400000">
              <a:off x="2387" y="2232"/>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2307" name="Text Box 24"/>
            <p:cNvSpPr txBox="1">
              <a:spLocks noChangeArrowheads="1"/>
            </p:cNvSpPr>
            <p:nvPr/>
          </p:nvSpPr>
          <p:spPr bwMode="auto">
            <a:xfrm>
              <a:off x="2432" y="1843"/>
              <a:ext cx="1356"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1A-23-F9-CD-06-9B</a:t>
              </a:r>
            </a:p>
          </p:txBody>
        </p:sp>
        <p:sp>
          <p:nvSpPr>
            <p:cNvPr id="12308" name="Text Box 25"/>
            <p:cNvSpPr txBox="1">
              <a:spLocks noChangeArrowheads="1"/>
            </p:cNvSpPr>
            <p:nvPr/>
          </p:nvSpPr>
          <p:spPr bwMode="auto">
            <a:xfrm>
              <a:off x="2867" y="2404"/>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223.1.2.9</a:t>
              </a:r>
            </a:p>
          </p:txBody>
        </p:sp>
        <p:sp>
          <p:nvSpPr>
            <p:cNvPr id="12309" name="Text Box 27"/>
            <p:cNvSpPr txBox="1">
              <a:spLocks noChangeArrowheads="1"/>
            </p:cNvSpPr>
            <p:nvPr/>
          </p:nvSpPr>
          <p:spPr bwMode="auto">
            <a:xfrm>
              <a:off x="2084" y="2404"/>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223.1.1.4</a:t>
              </a:r>
            </a:p>
          </p:txBody>
        </p:sp>
        <p:sp>
          <p:nvSpPr>
            <p:cNvPr id="12310" name="Text Box 28"/>
            <p:cNvSpPr txBox="1">
              <a:spLocks noChangeArrowheads="1"/>
            </p:cNvSpPr>
            <p:nvPr/>
          </p:nvSpPr>
          <p:spPr bwMode="auto">
            <a:xfrm>
              <a:off x="1948" y="1579"/>
              <a:ext cx="1348"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E6-E9-00-17-BB-4B</a:t>
              </a:r>
            </a:p>
          </p:txBody>
        </p:sp>
        <p:sp>
          <p:nvSpPr>
            <p:cNvPr id="12311" name="Text Box 29"/>
            <p:cNvSpPr txBox="1">
              <a:spLocks noChangeArrowheads="1"/>
            </p:cNvSpPr>
            <p:nvPr/>
          </p:nvSpPr>
          <p:spPr bwMode="auto">
            <a:xfrm>
              <a:off x="846" y="3181"/>
              <a:ext cx="1431"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CC-49-DE-D0-AB-7D</a:t>
              </a:r>
            </a:p>
          </p:txBody>
        </p:sp>
        <p:sp>
          <p:nvSpPr>
            <p:cNvPr id="12312" name="Text Box 30"/>
            <p:cNvSpPr txBox="1">
              <a:spLocks noChangeArrowheads="1"/>
            </p:cNvSpPr>
            <p:nvPr/>
          </p:nvSpPr>
          <p:spPr bwMode="auto">
            <a:xfrm>
              <a:off x="449" y="2689"/>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223.1.1.2</a:t>
              </a:r>
            </a:p>
          </p:txBody>
        </p:sp>
        <p:graphicFrame>
          <p:nvGraphicFramePr>
            <p:cNvPr id="12290" name="Object 2"/>
            <p:cNvGraphicFramePr>
              <a:graphicFrameLocks noChangeAspect="1"/>
            </p:cNvGraphicFramePr>
            <p:nvPr/>
          </p:nvGraphicFramePr>
          <p:xfrm>
            <a:off x="830" y="2916"/>
            <a:ext cx="301" cy="239"/>
          </p:xfrm>
          <a:graphic>
            <a:graphicData uri="http://schemas.openxmlformats.org/presentationml/2006/ole">
              <mc:AlternateContent xmlns:mc="http://schemas.openxmlformats.org/markup-compatibility/2006">
                <mc:Choice xmlns:v="urn:schemas-microsoft-com:vml" Requires="v">
                  <p:oleObj name="Clip" r:id="rId2" imgW="1307079" imgH="1083682" progId="">
                    <p:embed/>
                  </p:oleObj>
                </mc:Choice>
                <mc:Fallback>
                  <p:oleObj name="Clip" r:id="rId2" imgW="1307079" imgH="1083682" progId="">
                    <p:embed/>
                    <p:pic>
                      <p:nvPicPr>
                        <p:cNvPr id="122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 y="2916"/>
                          <a:ext cx="30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3" name="Rectangle 32"/>
            <p:cNvSpPr>
              <a:spLocks noChangeArrowheads="1"/>
            </p:cNvSpPr>
            <p:nvPr/>
          </p:nvSpPr>
          <p:spPr bwMode="auto">
            <a:xfrm rot="-5400000">
              <a:off x="1130" y="2961"/>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2314" name="Text Box 33"/>
            <p:cNvSpPr txBox="1">
              <a:spLocks noChangeArrowheads="1"/>
            </p:cNvSpPr>
            <p:nvPr/>
          </p:nvSpPr>
          <p:spPr bwMode="auto">
            <a:xfrm>
              <a:off x="497" y="2002"/>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223.1.1.1</a:t>
              </a:r>
            </a:p>
          </p:txBody>
        </p:sp>
        <p:grpSp>
          <p:nvGrpSpPr>
            <p:cNvPr id="6" name="Group 35"/>
            <p:cNvGrpSpPr>
              <a:grpSpLocks/>
            </p:cNvGrpSpPr>
            <p:nvPr/>
          </p:nvGrpSpPr>
          <p:grpSpPr bwMode="auto">
            <a:xfrm>
              <a:off x="513" y="1554"/>
              <a:ext cx="567" cy="463"/>
              <a:chOff x="1910" y="3474"/>
              <a:chExt cx="567" cy="463"/>
            </a:xfrm>
          </p:grpSpPr>
          <p:graphicFrame>
            <p:nvGraphicFramePr>
              <p:cNvPr id="12293" name="Object 3"/>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4" imgW="1307079" imgH="1083682" progId="">
                      <p:embed/>
                    </p:oleObj>
                  </mc:Choice>
                  <mc:Fallback>
                    <p:oleObj name="Clip" r:id="rId4" imgW="1307079" imgH="1083682" progId="">
                      <p:embed/>
                      <p:pic>
                        <p:nvPicPr>
                          <p:cNvPr id="1229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40" name="Text Box 5"/>
              <p:cNvSpPr txBox="1">
                <a:spLocks noChangeArrowheads="1"/>
              </p:cNvSpPr>
              <p:nvPr/>
            </p:nvSpPr>
            <p:spPr bwMode="auto">
              <a:xfrm>
                <a:off x="2063" y="3474"/>
                <a:ext cx="239" cy="294"/>
              </a:xfrm>
              <a:prstGeom prst="rect">
                <a:avLst/>
              </a:prstGeom>
              <a:noFill/>
              <a:ln w="9525">
                <a:noFill/>
                <a:miter lim="800000"/>
                <a:headEnd/>
                <a:tailEnd/>
              </a:ln>
            </p:spPr>
            <p:txBody>
              <a:bodyPr wrap="none">
                <a:spAutoFit/>
              </a:bodyPr>
              <a:lstStyle/>
              <a:p>
                <a:pPr>
                  <a:spcBef>
                    <a:spcPct val="50000"/>
                  </a:spcBef>
                </a:pPr>
                <a:r>
                  <a:rPr lang="en-US" altLang="zh-CN" sz="2000">
                    <a:solidFill>
                      <a:srgbClr val="FF0000"/>
                    </a:solidFill>
                    <a:latin typeface="Arial Unicode MS" pitchFamily="34" charset="-122"/>
                    <a:ea typeface="Arial Unicode MS" pitchFamily="34" charset="-122"/>
                    <a:cs typeface="Arial Unicode MS" pitchFamily="34" charset="-122"/>
                  </a:rPr>
                  <a:t>A</a:t>
                </a:r>
              </a:p>
            </p:txBody>
          </p:sp>
        </p:grpSp>
        <p:sp>
          <p:nvSpPr>
            <p:cNvPr id="12316" name="Rectangle 36"/>
            <p:cNvSpPr>
              <a:spLocks noChangeArrowheads="1"/>
            </p:cNvSpPr>
            <p:nvPr/>
          </p:nvSpPr>
          <p:spPr bwMode="auto">
            <a:xfrm rot="-5400000">
              <a:off x="1075" y="1689"/>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2317" name="Text Box 37"/>
            <p:cNvSpPr txBox="1">
              <a:spLocks noChangeArrowheads="1"/>
            </p:cNvSpPr>
            <p:nvPr/>
          </p:nvSpPr>
          <p:spPr bwMode="auto">
            <a:xfrm>
              <a:off x="739" y="1314"/>
              <a:ext cx="1326"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74-29-9C-E8-FF-55</a:t>
              </a:r>
            </a:p>
          </p:txBody>
        </p:sp>
        <p:graphicFrame>
          <p:nvGraphicFramePr>
            <p:cNvPr id="12291" name="Object 4"/>
            <p:cNvGraphicFramePr>
              <a:graphicFrameLocks noChangeAspect="1"/>
            </p:cNvGraphicFramePr>
            <p:nvPr/>
          </p:nvGraphicFramePr>
          <p:xfrm>
            <a:off x="4596" y="1572"/>
            <a:ext cx="301" cy="239"/>
          </p:xfrm>
          <a:graphic>
            <a:graphicData uri="http://schemas.openxmlformats.org/presentationml/2006/ole">
              <mc:AlternateContent xmlns:mc="http://schemas.openxmlformats.org/markup-compatibility/2006">
                <mc:Choice xmlns:v="urn:schemas-microsoft-com:vml" Requires="v">
                  <p:oleObj name="Clip" r:id="rId6" imgW="1307079" imgH="1083682" progId="">
                    <p:embed/>
                  </p:oleObj>
                </mc:Choice>
                <mc:Fallback>
                  <p:oleObj name="Clip" r:id="rId6" imgW="1307079" imgH="1083682" progId="">
                    <p:embed/>
                    <p:pic>
                      <p:nvPicPr>
                        <p:cNvPr id="1229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6" y="1572"/>
                          <a:ext cx="30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8" name="Rectangle 39"/>
            <p:cNvSpPr>
              <a:spLocks noChangeArrowheads="1"/>
            </p:cNvSpPr>
            <p:nvPr/>
          </p:nvSpPr>
          <p:spPr bwMode="auto">
            <a:xfrm rot="-5400000">
              <a:off x="4523" y="1639"/>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2319" name="Text Box 40"/>
            <p:cNvSpPr txBox="1">
              <a:spLocks noChangeArrowheads="1"/>
            </p:cNvSpPr>
            <p:nvPr/>
          </p:nvSpPr>
          <p:spPr bwMode="auto">
            <a:xfrm>
              <a:off x="4415" y="1790"/>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223.1.2.1</a:t>
              </a:r>
            </a:p>
          </p:txBody>
        </p:sp>
        <p:sp>
          <p:nvSpPr>
            <p:cNvPr id="12320" name="Text Box 41"/>
            <p:cNvSpPr txBox="1">
              <a:spLocks noChangeArrowheads="1"/>
            </p:cNvSpPr>
            <p:nvPr/>
          </p:nvSpPr>
          <p:spPr bwMode="auto">
            <a:xfrm>
              <a:off x="4087" y="1266"/>
              <a:ext cx="1318"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88-B2-2F-54-1A-0F</a:t>
              </a:r>
            </a:p>
          </p:txBody>
        </p:sp>
        <p:grpSp>
          <p:nvGrpSpPr>
            <p:cNvPr id="7" name="Group 42"/>
            <p:cNvGrpSpPr>
              <a:grpSpLocks/>
            </p:cNvGrpSpPr>
            <p:nvPr/>
          </p:nvGrpSpPr>
          <p:grpSpPr bwMode="auto">
            <a:xfrm>
              <a:off x="4598" y="2532"/>
              <a:ext cx="567" cy="463"/>
              <a:chOff x="1910" y="3474"/>
              <a:chExt cx="567" cy="463"/>
            </a:xfrm>
          </p:grpSpPr>
          <p:graphicFrame>
            <p:nvGraphicFramePr>
              <p:cNvPr id="12292" name="Object 5"/>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7" imgW="1307079" imgH="1083682" progId="">
                      <p:embed/>
                    </p:oleObj>
                  </mc:Choice>
                  <mc:Fallback>
                    <p:oleObj name="Clip" r:id="rId7" imgW="1307079" imgH="1083682" progId="">
                      <p:embed/>
                      <p:pic>
                        <p:nvPicPr>
                          <p:cNvPr id="1229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39" name="Text Box 44"/>
              <p:cNvSpPr txBox="1">
                <a:spLocks noChangeArrowheads="1"/>
              </p:cNvSpPr>
              <p:nvPr/>
            </p:nvSpPr>
            <p:spPr bwMode="auto">
              <a:xfrm>
                <a:off x="2063" y="3474"/>
                <a:ext cx="239" cy="294"/>
              </a:xfrm>
              <a:prstGeom prst="rect">
                <a:avLst/>
              </a:prstGeom>
              <a:noFill/>
              <a:ln w="9525">
                <a:noFill/>
                <a:miter lim="800000"/>
                <a:headEnd/>
                <a:tailEnd/>
              </a:ln>
            </p:spPr>
            <p:txBody>
              <a:bodyPr wrap="none">
                <a:spAutoFit/>
              </a:bodyPr>
              <a:lstStyle/>
              <a:p>
                <a:pPr>
                  <a:spcBef>
                    <a:spcPct val="50000"/>
                  </a:spcBef>
                </a:pPr>
                <a:r>
                  <a:rPr lang="en-US" altLang="zh-CN" sz="2000">
                    <a:solidFill>
                      <a:srgbClr val="FF0000"/>
                    </a:solidFill>
                    <a:latin typeface="Arial Unicode MS" pitchFamily="34" charset="-122"/>
                    <a:ea typeface="Arial Unicode MS" pitchFamily="34" charset="-122"/>
                    <a:cs typeface="Arial Unicode MS" pitchFamily="34" charset="-122"/>
                  </a:rPr>
                  <a:t>E</a:t>
                </a:r>
              </a:p>
            </p:txBody>
          </p:sp>
        </p:grpSp>
        <p:sp>
          <p:nvSpPr>
            <p:cNvPr id="12322" name="Text Box 45"/>
            <p:cNvSpPr txBox="1">
              <a:spLocks noChangeArrowheads="1"/>
            </p:cNvSpPr>
            <p:nvPr/>
          </p:nvSpPr>
          <p:spPr bwMode="auto">
            <a:xfrm>
              <a:off x="4464" y="2319"/>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223.1.2.2</a:t>
              </a:r>
            </a:p>
          </p:txBody>
        </p:sp>
        <p:sp>
          <p:nvSpPr>
            <p:cNvPr id="12323" name="Text Box 46"/>
            <p:cNvSpPr txBox="1">
              <a:spLocks noChangeArrowheads="1"/>
            </p:cNvSpPr>
            <p:nvPr/>
          </p:nvSpPr>
          <p:spPr bwMode="auto">
            <a:xfrm>
              <a:off x="4199" y="2972"/>
              <a:ext cx="1371"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49-BD-D2-C7-56-2A</a:t>
              </a:r>
            </a:p>
          </p:txBody>
        </p:sp>
        <p:sp>
          <p:nvSpPr>
            <p:cNvPr id="12324" name="Rectangle 47"/>
            <p:cNvSpPr>
              <a:spLocks noChangeArrowheads="1"/>
            </p:cNvSpPr>
            <p:nvPr/>
          </p:nvSpPr>
          <p:spPr bwMode="auto">
            <a:xfrm rot="-5400000">
              <a:off x="4554" y="2656"/>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2325" name="Freeform 48"/>
            <p:cNvSpPr>
              <a:spLocks/>
            </p:cNvSpPr>
            <p:nvPr/>
          </p:nvSpPr>
          <p:spPr bwMode="auto">
            <a:xfrm>
              <a:off x="1277" y="1775"/>
              <a:ext cx="903" cy="996"/>
            </a:xfrm>
            <a:custGeom>
              <a:avLst/>
              <a:gdLst>
                <a:gd name="T0" fmla="*/ 55 w 1005"/>
                <a:gd name="T1" fmla="*/ 83 h 996"/>
                <a:gd name="T2" fmla="*/ 24 w 1005"/>
                <a:gd name="T3" fmla="*/ 227 h 996"/>
                <a:gd name="T4" fmla="*/ 4 w 1005"/>
                <a:gd name="T5" fmla="*/ 507 h 996"/>
                <a:gd name="T6" fmla="*/ 4 w 1005"/>
                <a:gd name="T7" fmla="*/ 716 h 996"/>
                <a:gd name="T8" fmla="*/ 15 w 1005"/>
                <a:gd name="T9" fmla="*/ 918 h 996"/>
                <a:gd name="T10" fmla="*/ 36 w 1005"/>
                <a:gd name="T11" fmla="*/ 990 h 996"/>
                <a:gd name="T12" fmla="*/ 71 w 1005"/>
                <a:gd name="T13" fmla="*/ 954 h 996"/>
                <a:gd name="T14" fmla="*/ 126 w 1005"/>
                <a:gd name="T15" fmla="*/ 947 h 996"/>
                <a:gd name="T16" fmla="*/ 160 w 1005"/>
                <a:gd name="T17" fmla="*/ 831 h 996"/>
                <a:gd name="T18" fmla="*/ 181 w 1005"/>
                <a:gd name="T19" fmla="*/ 543 h 996"/>
                <a:gd name="T20" fmla="*/ 168 w 1005"/>
                <a:gd name="T21" fmla="*/ 227 h 996"/>
                <a:gd name="T22" fmla="*/ 119 w 1005"/>
                <a:gd name="T23" fmla="*/ 25 h 996"/>
                <a:gd name="T24" fmla="*/ 55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12326" name="Freeform 49"/>
            <p:cNvSpPr>
              <a:spLocks/>
            </p:cNvSpPr>
            <p:nvPr/>
          </p:nvSpPr>
          <p:spPr bwMode="auto">
            <a:xfrm>
              <a:off x="3502" y="1812"/>
              <a:ext cx="1005" cy="996"/>
            </a:xfrm>
            <a:custGeom>
              <a:avLst/>
              <a:gdLst>
                <a:gd name="T0" fmla="*/ 307 w 1005"/>
                <a:gd name="T1" fmla="*/ 83 h 996"/>
                <a:gd name="T2" fmla="*/ 134 w 1005"/>
                <a:gd name="T3" fmla="*/ 227 h 996"/>
                <a:gd name="T4" fmla="*/ 19 w 1005"/>
                <a:gd name="T5" fmla="*/ 507 h 996"/>
                <a:gd name="T6" fmla="*/ 19 w 1005"/>
                <a:gd name="T7" fmla="*/ 716 h 996"/>
                <a:gd name="T8" fmla="*/ 84 w 1005"/>
                <a:gd name="T9" fmla="*/ 918 h 996"/>
                <a:gd name="T10" fmla="*/ 199 w 1005"/>
                <a:gd name="T11" fmla="*/ 990 h 996"/>
                <a:gd name="T12" fmla="*/ 393 w 1005"/>
                <a:gd name="T13" fmla="*/ 954 h 996"/>
                <a:gd name="T14" fmla="*/ 696 w 1005"/>
                <a:gd name="T15" fmla="*/ 947 h 996"/>
                <a:gd name="T16" fmla="*/ 883 w 1005"/>
                <a:gd name="T17" fmla="*/ 831 h 996"/>
                <a:gd name="T18" fmla="*/ 998 w 1005"/>
                <a:gd name="T19" fmla="*/ 543 h 996"/>
                <a:gd name="T20" fmla="*/ 926 w 1005"/>
                <a:gd name="T21" fmla="*/ 227 h 996"/>
                <a:gd name="T22" fmla="*/ 667 w 1005"/>
                <a:gd name="T23" fmla="*/ 25 h 996"/>
                <a:gd name="T24" fmla="*/ 307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12327" name="Line 50"/>
            <p:cNvSpPr>
              <a:spLocks noChangeShapeType="1"/>
            </p:cNvSpPr>
            <p:nvPr/>
          </p:nvSpPr>
          <p:spPr bwMode="auto">
            <a:xfrm>
              <a:off x="1175" y="1753"/>
              <a:ext cx="294" cy="169"/>
            </a:xfrm>
            <a:prstGeom prst="line">
              <a:avLst/>
            </a:prstGeom>
            <a:noFill/>
            <a:ln w="9525">
              <a:solidFill>
                <a:schemeClr val="tx1"/>
              </a:solidFill>
              <a:round/>
              <a:headEnd/>
              <a:tailEnd/>
            </a:ln>
          </p:spPr>
          <p:txBody>
            <a:bodyPr wrap="none"/>
            <a:lstStyle/>
            <a:p>
              <a:endParaRPr lang="zh-CN" altLang="en-US"/>
            </a:p>
          </p:txBody>
        </p:sp>
        <p:sp>
          <p:nvSpPr>
            <p:cNvPr id="12328" name="Line 51"/>
            <p:cNvSpPr>
              <a:spLocks noChangeShapeType="1"/>
            </p:cNvSpPr>
            <p:nvPr/>
          </p:nvSpPr>
          <p:spPr bwMode="auto">
            <a:xfrm flipV="1">
              <a:off x="1226" y="2754"/>
              <a:ext cx="207" cy="251"/>
            </a:xfrm>
            <a:prstGeom prst="line">
              <a:avLst/>
            </a:prstGeom>
            <a:noFill/>
            <a:ln w="9525">
              <a:solidFill>
                <a:schemeClr val="tx1"/>
              </a:solidFill>
              <a:round/>
              <a:headEnd/>
              <a:tailEnd/>
            </a:ln>
          </p:spPr>
          <p:txBody>
            <a:bodyPr wrap="none"/>
            <a:lstStyle/>
            <a:p>
              <a:endParaRPr lang="zh-CN" altLang="en-US"/>
            </a:p>
          </p:txBody>
        </p:sp>
        <p:sp>
          <p:nvSpPr>
            <p:cNvPr id="12329" name="Line 52"/>
            <p:cNvSpPr>
              <a:spLocks noChangeShapeType="1"/>
            </p:cNvSpPr>
            <p:nvPr/>
          </p:nvSpPr>
          <p:spPr bwMode="auto">
            <a:xfrm>
              <a:off x="2172" y="2302"/>
              <a:ext cx="194" cy="7"/>
            </a:xfrm>
            <a:prstGeom prst="line">
              <a:avLst/>
            </a:prstGeom>
            <a:noFill/>
            <a:ln w="9525">
              <a:solidFill>
                <a:schemeClr val="tx1"/>
              </a:solidFill>
              <a:round/>
              <a:headEnd/>
              <a:tailEnd/>
            </a:ln>
          </p:spPr>
          <p:txBody>
            <a:bodyPr wrap="none"/>
            <a:lstStyle/>
            <a:p>
              <a:endParaRPr lang="zh-CN" altLang="en-US"/>
            </a:p>
          </p:txBody>
        </p:sp>
        <p:sp>
          <p:nvSpPr>
            <p:cNvPr id="12330" name="Line 53"/>
            <p:cNvSpPr>
              <a:spLocks noChangeShapeType="1"/>
            </p:cNvSpPr>
            <p:nvPr/>
          </p:nvSpPr>
          <p:spPr bwMode="auto">
            <a:xfrm flipV="1">
              <a:off x="3228" y="2293"/>
              <a:ext cx="302" cy="2"/>
            </a:xfrm>
            <a:prstGeom prst="line">
              <a:avLst/>
            </a:prstGeom>
            <a:noFill/>
            <a:ln w="9525">
              <a:solidFill>
                <a:schemeClr val="tx1"/>
              </a:solidFill>
              <a:round/>
              <a:headEnd/>
              <a:tailEnd/>
            </a:ln>
          </p:spPr>
          <p:txBody>
            <a:bodyPr wrap="none"/>
            <a:lstStyle/>
            <a:p>
              <a:endParaRPr lang="zh-CN" altLang="en-US"/>
            </a:p>
          </p:txBody>
        </p:sp>
        <p:sp>
          <p:nvSpPr>
            <p:cNvPr id="12331" name="Line 54"/>
            <p:cNvSpPr>
              <a:spLocks noChangeShapeType="1"/>
            </p:cNvSpPr>
            <p:nvPr/>
          </p:nvSpPr>
          <p:spPr bwMode="auto">
            <a:xfrm>
              <a:off x="4398" y="2618"/>
              <a:ext cx="132" cy="96"/>
            </a:xfrm>
            <a:prstGeom prst="line">
              <a:avLst/>
            </a:prstGeom>
            <a:noFill/>
            <a:ln w="9525">
              <a:solidFill>
                <a:schemeClr val="tx1"/>
              </a:solidFill>
              <a:round/>
              <a:headEnd/>
              <a:tailEnd/>
            </a:ln>
          </p:spPr>
          <p:txBody>
            <a:bodyPr wrap="none"/>
            <a:lstStyle/>
            <a:p>
              <a:endParaRPr lang="zh-CN" altLang="en-US"/>
            </a:p>
          </p:txBody>
        </p:sp>
        <p:sp>
          <p:nvSpPr>
            <p:cNvPr id="12332" name="Line 55"/>
            <p:cNvSpPr>
              <a:spLocks noChangeShapeType="1"/>
            </p:cNvSpPr>
            <p:nvPr/>
          </p:nvSpPr>
          <p:spPr bwMode="auto">
            <a:xfrm flipH="1">
              <a:off x="4273" y="1706"/>
              <a:ext cx="225" cy="181"/>
            </a:xfrm>
            <a:prstGeom prst="line">
              <a:avLst/>
            </a:prstGeom>
            <a:noFill/>
            <a:ln w="9525">
              <a:solidFill>
                <a:schemeClr val="tx1"/>
              </a:solidFill>
              <a:round/>
              <a:headEnd/>
              <a:tailEnd/>
            </a:ln>
          </p:spPr>
          <p:txBody>
            <a:bodyPr wrap="none"/>
            <a:lstStyle/>
            <a:p>
              <a:endParaRPr lang="zh-CN" altLang="en-US"/>
            </a:p>
          </p:txBody>
        </p:sp>
        <p:sp>
          <p:nvSpPr>
            <p:cNvPr id="12333" name="Line 56"/>
            <p:cNvSpPr>
              <a:spLocks noChangeShapeType="1"/>
            </p:cNvSpPr>
            <p:nvPr/>
          </p:nvSpPr>
          <p:spPr bwMode="auto">
            <a:xfrm flipV="1">
              <a:off x="1170" y="3075"/>
              <a:ext cx="0" cy="120"/>
            </a:xfrm>
            <a:prstGeom prst="line">
              <a:avLst/>
            </a:prstGeom>
            <a:noFill/>
            <a:ln w="9525">
              <a:solidFill>
                <a:schemeClr val="tx1"/>
              </a:solidFill>
              <a:round/>
              <a:headEnd/>
              <a:tailEnd type="triangle" w="med" len="med"/>
            </a:ln>
          </p:spPr>
          <p:txBody>
            <a:bodyPr wrap="none"/>
            <a:lstStyle/>
            <a:p>
              <a:endParaRPr lang="zh-CN" altLang="en-US"/>
            </a:p>
          </p:txBody>
        </p:sp>
        <p:sp>
          <p:nvSpPr>
            <p:cNvPr id="12334" name="Line 57"/>
            <p:cNvSpPr>
              <a:spLocks noChangeShapeType="1"/>
            </p:cNvSpPr>
            <p:nvPr/>
          </p:nvSpPr>
          <p:spPr bwMode="auto">
            <a:xfrm>
              <a:off x="1110" y="1563"/>
              <a:ext cx="0" cy="132"/>
            </a:xfrm>
            <a:prstGeom prst="line">
              <a:avLst/>
            </a:prstGeom>
            <a:noFill/>
            <a:ln w="9525">
              <a:solidFill>
                <a:schemeClr val="tx1"/>
              </a:solidFill>
              <a:round/>
              <a:headEnd/>
              <a:tailEnd type="triangle" w="med" len="med"/>
            </a:ln>
          </p:spPr>
          <p:txBody>
            <a:bodyPr wrap="none"/>
            <a:lstStyle/>
            <a:p>
              <a:endParaRPr lang="zh-CN" altLang="en-US"/>
            </a:p>
          </p:txBody>
        </p:sp>
        <p:sp>
          <p:nvSpPr>
            <p:cNvPr id="12335" name="Line 58"/>
            <p:cNvSpPr>
              <a:spLocks noChangeShapeType="1"/>
            </p:cNvSpPr>
            <p:nvPr/>
          </p:nvSpPr>
          <p:spPr bwMode="auto">
            <a:xfrm>
              <a:off x="2424" y="1911"/>
              <a:ext cx="0" cy="321"/>
            </a:xfrm>
            <a:prstGeom prst="line">
              <a:avLst/>
            </a:prstGeom>
            <a:noFill/>
            <a:ln w="9525">
              <a:solidFill>
                <a:schemeClr val="tx1"/>
              </a:solidFill>
              <a:round/>
              <a:headEnd/>
              <a:tailEnd type="triangle" w="med" len="med"/>
            </a:ln>
          </p:spPr>
          <p:txBody>
            <a:bodyPr wrap="none"/>
            <a:lstStyle/>
            <a:p>
              <a:endParaRPr lang="zh-CN" altLang="en-US"/>
            </a:p>
          </p:txBody>
        </p:sp>
        <p:sp>
          <p:nvSpPr>
            <p:cNvPr id="12336" name="Line 59"/>
            <p:cNvSpPr>
              <a:spLocks noChangeShapeType="1"/>
            </p:cNvSpPr>
            <p:nvPr/>
          </p:nvSpPr>
          <p:spPr bwMode="auto">
            <a:xfrm>
              <a:off x="3144" y="2058"/>
              <a:ext cx="0" cy="153"/>
            </a:xfrm>
            <a:prstGeom prst="line">
              <a:avLst/>
            </a:prstGeom>
            <a:noFill/>
            <a:ln w="9525">
              <a:solidFill>
                <a:schemeClr val="tx1"/>
              </a:solidFill>
              <a:round/>
              <a:headEnd/>
              <a:tailEnd type="triangle" w="med" len="med"/>
            </a:ln>
          </p:spPr>
          <p:txBody>
            <a:bodyPr wrap="none"/>
            <a:lstStyle/>
            <a:p>
              <a:endParaRPr lang="zh-CN" altLang="en-US"/>
            </a:p>
          </p:txBody>
        </p:sp>
        <p:sp>
          <p:nvSpPr>
            <p:cNvPr id="12337" name="Line 60"/>
            <p:cNvSpPr>
              <a:spLocks noChangeShapeType="1"/>
            </p:cNvSpPr>
            <p:nvPr/>
          </p:nvSpPr>
          <p:spPr bwMode="auto">
            <a:xfrm flipV="1">
              <a:off x="4572" y="2787"/>
              <a:ext cx="0" cy="204"/>
            </a:xfrm>
            <a:prstGeom prst="line">
              <a:avLst/>
            </a:prstGeom>
            <a:noFill/>
            <a:ln w="9525">
              <a:solidFill>
                <a:schemeClr val="tx1"/>
              </a:solidFill>
              <a:round/>
              <a:headEnd/>
              <a:tailEnd type="triangle" w="med" len="med"/>
            </a:ln>
          </p:spPr>
          <p:txBody>
            <a:bodyPr wrap="none"/>
            <a:lstStyle/>
            <a:p>
              <a:endParaRPr lang="zh-CN" altLang="en-US"/>
            </a:p>
          </p:txBody>
        </p:sp>
      </p:grpSp>
      <p:sp>
        <p:nvSpPr>
          <p:cNvPr id="12300" name="TextBox 65"/>
          <p:cNvSpPr txBox="1">
            <a:spLocks noChangeArrowheads="1"/>
          </p:cNvSpPr>
          <p:nvPr/>
        </p:nvSpPr>
        <p:spPr bwMode="auto">
          <a:xfrm>
            <a:off x="2244643" y="2739266"/>
            <a:ext cx="863600" cy="400050"/>
          </a:xfrm>
          <a:prstGeom prst="rect">
            <a:avLst/>
          </a:prstGeom>
          <a:noFill/>
          <a:ln w="9525">
            <a:noFill/>
            <a:miter lim="800000"/>
            <a:headEnd/>
            <a:tailEnd/>
          </a:ln>
        </p:spPr>
        <p:txBody>
          <a:bodyPr>
            <a:spAutoFit/>
          </a:bodyPr>
          <a:lstStyle/>
          <a:p>
            <a:r>
              <a:rPr lang="en-US" altLang="zh-CN" sz="2000">
                <a:latin typeface="Arial Unicode MS" pitchFamily="34" charset="-122"/>
                <a:ea typeface="Arial Unicode MS" pitchFamily="34" charset="-122"/>
                <a:cs typeface="Arial Unicode MS" pitchFamily="34" charset="-122"/>
              </a:rPr>
              <a:t>LAN1</a:t>
            </a:r>
            <a:endParaRPr lang="zh-CN" altLang="en-US" sz="2000">
              <a:latin typeface="Arial Unicode MS" pitchFamily="34" charset="-122"/>
              <a:ea typeface="Arial Unicode MS" pitchFamily="34" charset="-122"/>
              <a:cs typeface="Arial Unicode MS" pitchFamily="34" charset="-122"/>
            </a:endParaRPr>
          </a:p>
        </p:txBody>
      </p:sp>
      <p:sp>
        <p:nvSpPr>
          <p:cNvPr id="12301" name="TextBox 66"/>
          <p:cNvSpPr txBox="1">
            <a:spLocks noChangeArrowheads="1"/>
          </p:cNvSpPr>
          <p:nvPr/>
        </p:nvSpPr>
        <p:spPr bwMode="auto">
          <a:xfrm>
            <a:off x="5614906" y="2772604"/>
            <a:ext cx="863600" cy="400050"/>
          </a:xfrm>
          <a:prstGeom prst="rect">
            <a:avLst/>
          </a:prstGeom>
          <a:noFill/>
          <a:ln w="9525">
            <a:noFill/>
            <a:miter lim="800000"/>
            <a:headEnd/>
            <a:tailEnd/>
          </a:ln>
        </p:spPr>
        <p:txBody>
          <a:bodyPr>
            <a:spAutoFit/>
          </a:bodyPr>
          <a:lstStyle/>
          <a:p>
            <a:r>
              <a:rPr lang="en-US" altLang="zh-CN" sz="2000">
                <a:latin typeface="Arial Unicode MS" pitchFamily="34" charset="-122"/>
                <a:ea typeface="Arial Unicode MS" pitchFamily="34" charset="-122"/>
                <a:cs typeface="Arial Unicode MS" pitchFamily="34" charset="-122"/>
              </a:rPr>
              <a:t>LAN2</a:t>
            </a:r>
            <a:endParaRPr lang="zh-CN" altLang="en-US" sz="2000">
              <a:latin typeface="Arial Unicode MS" pitchFamily="34" charset="-122"/>
              <a:ea typeface="Arial Unicode MS" pitchFamily="34" charset="-122"/>
              <a:cs typeface="Arial Unicode MS" pitchFamily="34" charset="-122"/>
            </a:endParaRPr>
          </a:p>
        </p:txBody>
      </p:sp>
      <p:sp>
        <p:nvSpPr>
          <p:cNvPr id="64" name="矩形 63"/>
          <p:cNvSpPr/>
          <p:nvPr/>
        </p:nvSpPr>
        <p:spPr bwMode="auto">
          <a:xfrm>
            <a:off x="1222293" y="1639129"/>
            <a:ext cx="1800225" cy="288925"/>
          </a:xfrm>
          <a:prstGeom prst="rect">
            <a:avLst/>
          </a:prstGeom>
          <a:noFill/>
          <a:ln w="19050" cap="flat" cmpd="sng" algn="ctr">
            <a:solidFill>
              <a:srgbClr val="FF0000"/>
            </a:solidFill>
            <a:prstDash val="solid"/>
            <a:round/>
            <a:headEnd type="none" w="med" len="med"/>
            <a:tailEnd type="none" w="med" len="med"/>
          </a:ln>
          <a:effectLst>
            <a:outerShdw sx="1000" sy="1000" rotWithShape="0">
              <a:schemeClr val="bg1">
                <a:alpha val="97000"/>
              </a:schemeClr>
            </a:outerShdw>
          </a:effectLst>
        </p:spPr>
        <p:txBody>
          <a:bodyPr wrap="none" anchor="ctr"/>
          <a:lstStyle/>
          <a:p>
            <a:pPr marL="342900" indent="-342900" algn="ctr">
              <a:lnSpc>
                <a:spcPct val="120000"/>
              </a:lnSpc>
              <a:spcBef>
                <a:spcPct val="10000"/>
              </a:spcBef>
              <a:buClr>
                <a:schemeClr val="tx1"/>
              </a:buClr>
              <a:buFont typeface="Symbol" pitchFamily="18" charset="2"/>
              <a:buBlip>
                <a:blip r:embed="rId8"/>
              </a:buBlip>
              <a:defRPr/>
            </a:pPr>
            <a:endParaRPr lang="zh-CN" altLang="en-US"/>
          </a:p>
        </p:txBody>
      </p:sp>
      <p:sp>
        <p:nvSpPr>
          <p:cNvPr id="65" name="矩形 64"/>
          <p:cNvSpPr/>
          <p:nvPr/>
        </p:nvSpPr>
        <p:spPr bwMode="auto">
          <a:xfrm>
            <a:off x="2974893" y="1999491"/>
            <a:ext cx="1944688" cy="288925"/>
          </a:xfrm>
          <a:prstGeom prst="rect">
            <a:avLst/>
          </a:prstGeom>
          <a:noFill/>
          <a:ln w="19050" cap="flat" cmpd="sng" algn="ctr">
            <a:solidFill>
              <a:srgbClr val="FF0000"/>
            </a:solidFill>
            <a:prstDash val="solid"/>
            <a:round/>
            <a:headEnd type="none" w="med" len="med"/>
            <a:tailEnd type="none" w="med" len="med"/>
          </a:ln>
          <a:effectLst>
            <a:outerShdw sx="1000" sy="1000" rotWithShape="0">
              <a:schemeClr val="bg1">
                <a:alpha val="97000"/>
              </a:schemeClr>
            </a:outerShdw>
          </a:effectLst>
        </p:spPr>
        <p:txBody>
          <a:bodyPr wrap="none" anchor="ctr"/>
          <a:lstStyle/>
          <a:p>
            <a:pPr marL="342900" indent="-342900" algn="ctr">
              <a:lnSpc>
                <a:spcPct val="120000"/>
              </a:lnSpc>
              <a:spcBef>
                <a:spcPct val="10000"/>
              </a:spcBef>
              <a:buClr>
                <a:schemeClr val="tx1"/>
              </a:buClr>
              <a:buFont typeface="Symbol" pitchFamily="18" charset="2"/>
              <a:buBlip>
                <a:blip r:embed="rId8"/>
              </a:buBlip>
              <a:defRPr/>
            </a:pPr>
            <a:endParaRPr lang="zh-CN" altLang="en-US"/>
          </a:p>
        </p:txBody>
      </p:sp>
      <p:sp>
        <p:nvSpPr>
          <p:cNvPr id="66" name="标题 1">
            <a:extLst>
              <a:ext uri="{FF2B5EF4-FFF2-40B4-BE49-F238E27FC236}">
                <a16:creationId xmlns:a16="http://schemas.microsoft.com/office/drawing/2014/main" id="{DAD0D6C7-70E0-4A65-9098-C13DB6EE1B0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121" name="Line 59">
            <a:extLst>
              <a:ext uri="{FF2B5EF4-FFF2-40B4-BE49-F238E27FC236}">
                <a16:creationId xmlns:a16="http://schemas.microsoft.com/office/drawing/2014/main" id="{99B572AE-6240-4C9F-B8C5-8000F71513E4}"/>
              </a:ext>
            </a:extLst>
          </p:cNvPr>
          <p:cNvSpPr>
            <a:spLocks noChangeShapeType="1"/>
          </p:cNvSpPr>
          <p:nvPr/>
        </p:nvSpPr>
        <p:spPr bwMode="auto">
          <a:xfrm>
            <a:off x="6842800" y="1854969"/>
            <a:ext cx="0" cy="208337"/>
          </a:xfrm>
          <a:prstGeom prst="line">
            <a:avLst/>
          </a:prstGeom>
          <a:noFill/>
          <a:ln w="9525">
            <a:solidFill>
              <a:schemeClr val="tx1"/>
            </a:solidFill>
            <a:round/>
            <a:headEnd/>
            <a:tailEnd type="triangle" w="med" len="med"/>
          </a:ln>
        </p:spPr>
        <p:txBody>
          <a:bodyPr wrap="none"/>
          <a:lstStyle/>
          <a:p>
            <a:endParaRPr lang="zh-CN" altLang="en-US"/>
          </a:p>
        </p:txBody>
      </p:sp>
    </p:spTree>
    <p:extLst>
      <p:ext uri="{BB962C8B-B14F-4D97-AF65-F5344CB8AC3E}">
        <p14:creationId xmlns:p14="http://schemas.microsoft.com/office/powerpoint/2010/main" val="3796049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Rectangle 3"/>
          <p:cNvSpPr>
            <a:spLocks noGrp="1" noChangeArrowheads="1"/>
          </p:cNvSpPr>
          <p:nvPr>
            <p:ph type="title"/>
          </p:nvPr>
        </p:nvSpPr>
        <p:spPr>
          <a:xfrm>
            <a:off x="323850" y="609600"/>
            <a:ext cx="8496300" cy="803275"/>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如何路由到另一个局域网（续）</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321" name="Rectangle 4"/>
          <p:cNvSpPr>
            <a:spLocks noGrp="1" noChangeArrowheads="1"/>
          </p:cNvSpPr>
          <p:nvPr>
            <p:ph type="body" idx="1"/>
          </p:nvPr>
        </p:nvSpPr>
        <p:spPr>
          <a:xfrm>
            <a:off x="442861" y="4795600"/>
            <a:ext cx="8496300" cy="1356232"/>
          </a:xfrm>
        </p:spPr>
        <p:txBody>
          <a:bodyPr>
            <a:normAutofit/>
          </a:bodyPr>
          <a:lstStyle/>
          <a:p>
            <a:pPr marL="265113" indent="-265113">
              <a:lnSpc>
                <a:spcPts val="3000"/>
              </a:lnSpc>
              <a:spcBef>
                <a:spcPts val="600"/>
              </a:spcBef>
              <a:buClr>
                <a:srgbClr val="C00000"/>
              </a:buClr>
              <a:buSzPct val="90000"/>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路由器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从数据帧中得到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数据包，根据目的地址</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进行路由转发</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000"/>
              </a:lnSpc>
              <a:spcBef>
                <a:spcPts val="600"/>
              </a:spcBef>
              <a:buClr>
                <a:srgbClr val="C00000"/>
              </a:buClr>
              <a:buSzPct val="90000"/>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协议获取</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000"/>
              </a:lnSpc>
              <a:spcBef>
                <a:spcPts val="600"/>
              </a:spcBef>
              <a:buClr>
                <a:srgbClr val="C00000"/>
              </a:buClr>
              <a:buSzPct val="90000"/>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创建目的地址为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地址的数据帧（包含</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数据包）</a:t>
            </a:r>
            <a:endParaRPr lang="en-US" altLang="zh-CN" sz="2200" dirty="0">
              <a:latin typeface="Arial Unicode MS" pitchFamily="34" charset="-122"/>
              <a:ea typeface="Arial Unicode MS" pitchFamily="34" charset="-122"/>
              <a:cs typeface="Arial Unicode MS" pitchFamily="34" charset="-122"/>
            </a:endParaRPr>
          </a:p>
        </p:txBody>
      </p:sp>
      <p:sp>
        <p:nvSpPr>
          <p:cNvPr id="13322" name="Text Box 6"/>
          <p:cNvSpPr txBox="1">
            <a:spLocks noChangeArrowheads="1"/>
          </p:cNvSpPr>
          <p:nvPr/>
        </p:nvSpPr>
        <p:spPr bwMode="auto">
          <a:xfrm>
            <a:off x="4156438" y="3028121"/>
            <a:ext cx="407987" cy="461962"/>
          </a:xfrm>
          <a:prstGeom prst="rect">
            <a:avLst/>
          </a:prstGeom>
          <a:noFill/>
          <a:ln w="9525">
            <a:noFill/>
            <a:miter lim="800000"/>
            <a:headEnd/>
            <a:tailEnd/>
          </a:ln>
        </p:spPr>
        <p:txBody>
          <a:bodyPr wrap="none">
            <a:spAutoFit/>
          </a:bodyPr>
          <a:lstStyle/>
          <a:p>
            <a:pPr eaLnBrk="0" hangingPunct="0">
              <a:spcBef>
                <a:spcPct val="50000"/>
              </a:spcBef>
            </a:pPr>
            <a:r>
              <a:rPr kumimoji="0" lang="en-US" altLang="zh-CN" sz="2400" dirty="0">
                <a:solidFill>
                  <a:srgbClr val="FF0000"/>
                </a:solidFill>
                <a:latin typeface="Arial Unicode MS" pitchFamily="34" charset="-122"/>
                <a:ea typeface="Arial Unicode MS" pitchFamily="34" charset="-122"/>
                <a:cs typeface="Arial Unicode MS" pitchFamily="34" charset="-122"/>
              </a:rPr>
              <a:t>R</a:t>
            </a:r>
            <a:endParaRPr kumimoji="0" lang="en-US" altLang="zh-CN" sz="1800" dirty="0">
              <a:latin typeface="Arial Unicode MS" pitchFamily="34" charset="-122"/>
              <a:ea typeface="Arial Unicode MS" pitchFamily="34" charset="-122"/>
              <a:cs typeface="Arial Unicode MS" pitchFamily="34" charset="-122"/>
            </a:endParaRPr>
          </a:p>
        </p:txBody>
      </p:sp>
      <p:grpSp>
        <p:nvGrpSpPr>
          <p:cNvPr id="2" name="Group 66"/>
          <p:cNvGrpSpPr>
            <a:grpSpLocks/>
          </p:cNvGrpSpPr>
          <p:nvPr/>
        </p:nvGrpSpPr>
        <p:grpSpPr bwMode="auto">
          <a:xfrm>
            <a:off x="822388" y="1500685"/>
            <a:ext cx="7623175" cy="2946673"/>
            <a:chOff x="449" y="1266"/>
            <a:chExt cx="5121" cy="2164"/>
          </a:xfrm>
        </p:grpSpPr>
        <p:grpSp>
          <p:nvGrpSpPr>
            <p:cNvPr id="3" name="Group 8"/>
            <p:cNvGrpSpPr>
              <a:grpSpLocks/>
            </p:cNvGrpSpPr>
            <p:nvPr/>
          </p:nvGrpSpPr>
          <p:grpSpPr bwMode="auto">
            <a:xfrm>
              <a:off x="2489" y="2156"/>
              <a:ext cx="620" cy="254"/>
              <a:chOff x="3600" y="219"/>
              <a:chExt cx="360" cy="175"/>
            </a:xfrm>
          </p:grpSpPr>
          <p:sp>
            <p:nvSpPr>
              <p:cNvPr id="13365"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sz="1600"/>
              </a:p>
            </p:txBody>
          </p:sp>
          <p:sp>
            <p:nvSpPr>
              <p:cNvPr id="13366" name="Line 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3367" name="Line 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3368" name="Rectangle 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zh-CN" altLang="zh-CN" sz="1600">
                  <a:latin typeface="Times New Roman" pitchFamily="18" charset="0"/>
                </a:endParaRPr>
              </a:p>
            </p:txBody>
          </p:sp>
          <p:sp>
            <p:nvSpPr>
              <p:cNvPr id="13369"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sz="1600"/>
              </a:p>
            </p:txBody>
          </p:sp>
          <p:grpSp>
            <p:nvGrpSpPr>
              <p:cNvPr id="4" name="Group 14"/>
              <p:cNvGrpSpPr>
                <a:grpSpLocks/>
              </p:cNvGrpSpPr>
              <p:nvPr/>
            </p:nvGrpSpPr>
            <p:grpSpPr bwMode="auto">
              <a:xfrm>
                <a:off x="3713" y="244"/>
                <a:ext cx="168" cy="49"/>
                <a:chOff x="2851" y="1131"/>
                <a:chExt cx="132" cy="97"/>
              </a:xfrm>
            </p:grpSpPr>
            <p:sp>
              <p:nvSpPr>
                <p:cNvPr id="13375" name="Line 15"/>
                <p:cNvSpPr>
                  <a:spLocks noChangeShapeType="1"/>
                </p:cNvSpPr>
                <p:nvPr/>
              </p:nvSpPr>
              <p:spPr bwMode="auto">
                <a:xfrm flipV="1">
                  <a:off x="2851" y="1131"/>
                  <a:ext cx="49" cy="2"/>
                </a:xfrm>
                <a:prstGeom prst="line">
                  <a:avLst/>
                </a:prstGeom>
                <a:noFill/>
                <a:ln w="28575">
                  <a:solidFill>
                    <a:schemeClr val="tx1"/>
                  </a:solidFill>
                  <a:round/>
                  <a:headEnd/>
                  <a:tailEnd/>
                </a:ln>
              </p:spPr>
              <p:txBody>
                <a:bodyPr wrap="none" anchor="ctr"/>
                <a:lstStyle/>
                <a:p>
                  <a:endParaRPr lang="zh-CN" altLang="en-US"/>
                </a:p>
              </p:txBody>
            </p:sp>
            <p:sp>
              <p:nvSpPr>
                <p:cNvPr id="13376" name="Line 16"/>
                <p:cNvSpPr>
                  <a:spLocks noChangeShapeType="1"/>
                </p:cNvSpPr>
                <p:nvPr/>
              </p:nvSpPr>
              <p:spPr bwMode="auto">
                <a:xfrm>
                  <a:off x="2940" y="1228"/>
                  <a:ext cx="43" cy="0"/>
                </a:xfrm>
                <a:prstGeom prst="line">
                  <a:avLst/>
                </a:prstGeom>
                <a:noFill/>
                <a:ln w="28575">
                  <a:solidFill>
                    <a:schemeClr val="tx1"/>
                  </a:solidFill>
                  <a:round/>
                  <a:headEnd/>
                  <a:tailEnd/>
                </a:ln>
              </p:spPr>
              <p:txBody>
                <a:bodyPr wrap="none" anchor="ctr"/>
                <a:lstStyle/>
                <a:p>
                  <a:endParaRPr lang="zh-CN" altLang="en-US"/>
                </a:p>
              </p:txBody>
            </p:sp>
            <p:sp>
              <p:nvSpPr>
                <p:cNvPr id="13377" name="Line 17"/>
                <p:cNvSpPr>
                  <a:spLocks noChangeShapeType="1"/>
                </p:cNvSpPr>
                <p:nvPr/>
              </p:nvSpPr>
              <p:spPr bwMode="auto">
                <a:xfrm>
                  <a:off x="2896" y="1133"/>
                  <a:ext cx="51" cy="95"/>
                </a:xfrm>
                <a:prstGeom prst="line">
                  <a:avLst/>
                </a:prstGeom>
                <a:noFill/>
                <a:ln w="28575">
                  <a:solidFill>
                    <a:schemeClr val="tx1"/>
                  </a:solidFill>
                  <a:round/>
                  <a:headEnd/>
                  <a:tailEnd/>
                </a:ln>
              </p:spPr>
              <p:txBody>
                <a:bodyPr wrap="none" anchor="ctr"/>
                <a:lstStyle/>
                <a:p>
                  <a:endParaRPr lang="zh-CN" altLang="en-US"/>
                </a:p>
              </p:txBody>
            </p:sp>
          </p:grpSp>
          <p:grpSp>
            <p:nvGrpSpPr>
              <p:cNvPr id="5" name="Group 18"/>
              <p:cNvGrpSpPr>
                <a:grpSpLocks/>
              </p:cNvGrpSpPr>
              <p:nvPr/>
            </p:nvGrpSpPr>
            <p:grpSpPr bwMode="auto">
              <a:xfrm flipV="1">
                <a:off x="3700" y="254"/>
                <a:ext cx="181" cy="52"/>
                <a:chOff x="2871" y="1102"/>
                <a:chExt cx="144" cy="100"/>
              </a:xfrm>
            </p:grpSpPr>
            <p:sp>
              <p:nvSpPr>
                <p:cNvPr id="13372" name="Line 19"/>
                <p:cNvSpPr>
                  <a:spLocks noChangeShapeType="1"/>
                </p:cNvSpPr>
                <p:nvPr/>
              </p:nvSpPr>
              <p:spPr bwMode="auto">
                <a:xfrm flipV="1">
                  <a:off x="2871" y="1102"/>
                  <a:ext cx="50" cy="2"/>
                </a:xfrm>
                <a:prstGeom prst="line">
                  <a:avLst/>
                </a:prstGeom>
                <a:noFill/>
                <a:ln w="28575">
                  <a:solidFill>
                    <a:schemeClr val="tx1"/>
                  </a:solidFill>
                  <a:round/>
                  <a:headEnd/>
                  <a:tailEnd/>
                </a:ln>
              </p:spPr>
              <p:txBody>
                <a:bodyPr wrap="none" anchor="ctr"/>
                <a:lstStyle/>
                <a:p>
                  <a:endParaRPr lang="zh-CN" altLang="en-US"/>
                </a:p>
              </p:txBody>
            </p:sp>
            <p:sp>
              <p:nvSpPr>
                <p:cNvPr id="13373" name="Line 20"/>
                <p:cNvSpPr>
                  <a:spLocks noChangeShapeType="1"/>
                </p:cNvSpPr>
                <p:nvPr/>
              </p:nvSpPr>
              <p:spPr bwMode="auto">
                <a:xfrm>
                  <a:off x="2971" y="1202"/>
                  <a:ext cx="44" cy="0"/>
                </a:xfrm>
                <a:prstGeom prst="line">
                  <a:avLst/>
                </a:prstGeom>
                <a:noFill/>
                <a:ln w="28575">
                  <a:solidFill>
                    <a:schemeClr val="tx1"/>
                  </a:solidFill>
                  <a:round/>
                  <a:headEnd/>
                  <a:tailEnd/>
                </a:ln>
              </p:spPr>
              <p:txBody>
                <a:bodyPr wrap="none" anchor="ctr"/>
                <a:lstStyle/>
                <a:p>
                  <a:endParaRPr lang="zh-CN" altLang="en-US"/>
                </a:p>
              </p:txBody>
            </p:sp>
            <p:sp>
              <p:nvSpPr>
                <p:cNvPr id="13374" name="Line 21"/>
                <p:cNvSpPr>
                  <a:spLocks noChangeShapeType="1"/>
                </p:cNvSpPr>
                <p:nvPr/>
              </p:nvSpPr>
              <p:spPr bwMode="auto">
                <a:xfrm>
                  <a:off x="2921" y="1109"/>
                  <a:ext cx="52" cy="92"/>
                </a:xfrm>
                <a:prstGeom prst="line">
                  <a:avLst/>
                </a:prstGeom>
                <a:noFill/>
                <a:ln w="28575">
                  <a:solidFill>
                    <a:schemeClr val="tx1"/>
                  </a:solidFill>
                  <a:round/>
                  <a:headEnd/>
                  <a:tailEnd/>
                </a:ln>
              </p:spPr>
              <p:txBody>
                <a:bodyPr wrap="none" anchor="ctr"/>
                <a:lstStyle/>
                <a:p>
                  <a:endParaRPr lang="zh-CN" altLang="en-US"/>
                </a:p>
              </p:txBody>
            </p:sp>
          </p:grpSp>
        </p:grpSp>
        <p:sp>
          <p:nvSpPr>
            <p:cNvPr id="13329" name="Rectangle 22"/>
            <p:cNvSpPr>
              <a:spLocks noChangeArrowheads="1"/>
            </p:cNvSpPr>
            <p:nvPr/>
          </p:nvSpPr>
          <p:spPr bwMode="auto">
            <a:xfrm rot="-5400000">
              <a:off x="3126" y="2222"/>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3330" name="Rectangle 23"/>
            <p:cNvSpPr>
              <a:spLocks noChangeArrowheads="1"/>
            </p:cNvSpPr>
            <p:nvPr/>
          </p:nvSpPr>
          <p:spPr bwMode="auto">
            <a:xfrm rot="-5400000">
              <a:off x="2387" y="2232"/>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3331" name="Text Box 24"/>
            <p:cNvSpPr txBox="1">
              <a:spLocks noChangeArrowheads="1"/>
            </p:cNvSpPr>
            <p:nvPr/>
          </p:nvSpPr>
          <p:spPr bwMode="auto">
            <a:xfrm>
              <a:off x="2432" y="1843"/>
              <a:ext cx="1356"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1A-23-F9-CD-06-9B</a:t>
              </a:r>
            </a:p>
          </p:txBody>
        </p:sp>
        <p:sp>
          <p:nvSpPr>
            <p:cNvPr id="13332" name="Text Box 25"/>
            <p:cNvSpPr txBox="1">
              <a:spLocks noChangeArrowheads="1"/>
            </p:cNvSpPr>
            <p:nvPr/>
          </p:nvSpPr>
          <p:spPr bwMode="auto">
            <a:xfrm>
              <a:off x="2867" y="2404"/>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223.1.2.9</a:t>
              </a:r>
            </a:p>
          </p:txBody>
        </p:sp>
        <p:sp>
          <p:nvSpPr>
            <p:cNvPr id="13333" name="Text Box 27"/>
            <p:cNvSpPr txBox="1">
              <a:spLocks noChangeArrowheads="1"/>
            </p:cNvSpPr>
            <p:nvPr/>
          </p:nvSpPr>
          <p:spPr bwMode="auto">
            <a:xfrm>
              <a:off x="2084" y="2404"/>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223.1.1.4</a:t>
              </a:r>
            </a:p>
          </p:txBody>
        </p:sp>
        <p:sp>
          <p:nvSpPr>
            <p:cNvPr id="13334" name="Text Box 28"/>
            <p:cNvSpPr txBox="1">
              <a:spLocks noChangeArrowheads="1"/>
            </p:cNvSpPr>
            <p:nvPr/>
          </p:nvSpPr>
          <p:spPr bwMode="auto">
            <a:xfrm>
              <a:off x="1948" y="1579"/>
              <a:ext cx="1348"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E6-E9-00-17-BB-4B</a:t>
              </a:r>
            </a:p>
          </p:txBody>
        </p:sp>
        <p:sp>
          <p:nvSpPr>
            <p:cNvPr id="13335" name="Text Box 29"/>
            <p:cNvSpPr txBox="1">
              <a:spLocks noChangeArrowheads="1"/>
            </p:cNvSpPr>
            <p:nvPr/>
          </p:nvSpPr>
          <p:spPr bwMode="auto">
            <a:xfrm>
              <a:off x="846" y="3181"/>
              <a:ext cx="1431"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CC-49-DE-D0-AB-7D</a:t>
              </a:r>
            </a:p>
          </p:txBody>
        </p:sp>
        <p:sp>
          <p:nvSpPr>
            <p:cNvPr id="13336" name="Text Box 30"/>
            <p:cNvSpPr txBox="1">
              <a:spLocks noChangeArrowheads="1"/>
            </p:cNvSpPr>
            <p:nvPr/>
          </p:nvSpPr>
          <p:spPr bwMode="auto">
            <a:xfrm>
              <a:off x="449" y="2689"/>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223.1.1.2</a:t>
              </a:r>
            </a:p>
          </p:txBody>
        </p:sp>
        <p:graphicFrame>
          <p:nvGraphicFramePr>
            <p:cNvPr id="13314" name="Object 2"/>
            <p:cNvGraphicFramePr>
              <a:graphicFrameLocks noChangeAspect="1"/>
            </p:cNvGraphicFramePr>
            <p:nvPr/>
          </p:nvGraphicFramePr>
          <p:xfrm>
            <a:off x="830" y="2916"/>
            <a:ext cx="301" cy="239"/>
          </p:xfrm>
          <a:graphic>
            <a:graphicData uri="http://schemas.openxmlformats.org/presentationml/2006/ole">
              <mc:AlternateContent xmlns:mc="http://schemas.openxmlformats.org/markup-compatibility/2006">
                <mc:Choice xmlns:v="urn:schemas-microsoft-com:vml" Requires="v">
                  <p:oleObj name="Clip" r:id="rId2" imgW="1307079" imgH="1083682" progId="">
                    <p:embed/>
                  </p:oleObj>
                </mc:Choice>
                <mc:Fallback>
                  <p:oleObj name="Clip" r:id="rId2" imgW="1307079" imgH="1083682" progId="">
                    <p:embed/>
                    <p:pic>
                      <p:nvPicPr>
                        <p:cNvPr id="1331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 y="2916"/>
                          <a:ext cx="30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7" name="Rectangle 32"/>
            <p:cNvSpPr>
              <a:spLocks noChangeArrowheads="1"/>
            </p:cNvSpPr>
            <p:nvPr/>
          </p:nvSpPr>
          <p:spPr bwMode="auto">
            <a:xfrm rot="-5400000">
              <a:off x="1130" y="2961"/>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3338" name="Text Box 33"/>
            <p:cNvSpPr txBox="1">
              <a:spLocks noChangeArrowheads="1"/>
            </p:cNvSpPr>
            <p:nvPr/>
          </p:nvSpPr>
          <p:spPr bwMode="auto">
            <a:xfrm>
              <a:off x="497" y="2002"/>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223.1.1.1</a:t>
              </a:r>
            </a:p>
          </p:txBody>
        </p:sp>
        <p:grpSp>
          <p:nvGrpSpPr>
            <p:cNvPr id="6" name="Group 35"/>
            <p:cNvGrpSpPr>
              <a:grpSpLocks/>
            </p:cNvGrpSpPr>
            <p:nvPr/>
          </p:nvGrpSpPr>
          <p:grpSpPr bwMode="auto">
            <a:xfrm>
              <a:off x="513" y="1554"/>
              <a:ext cx="567" cy="463"/>
              <a:chOff x="1910" y="3474"/>
              <a:chExt cx="567" cy="463"/>
            </a:xfrm>
          </p:grpSpPr>
          <p:graphicFrame>
            <p:nvGraphicFramePr>
              <p:cNvPr id="13317" name="Object 3"/>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4" imgW="1307079" imgH="1083682" progId="">
                      <p:embed/>
                    </p:oleObj>
                  </mc:Choice>
                  <mc:Fallback>
                    <p:oleObj name="Clip" r:id="rId4" imgW="1307079" imgH="1083682" progId="">
                      <p:embed/>
                      <p:pic>
                        <p:nvPicPr>
                          <p:cNvPr id="1331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64" name="Text Box 5"/>
              <p:cNvSpPr txBox="1">
                <a:spLocks noChangeArrowheads="1"/>
              </p:cNvSpPr>
              <p:nvPr/>
            </p:nvSpPr>
            <p:spPr bwMode="auto">
              <a:xfrm>
                <a:off x="2063" y="3474"/>
                <a:ext cx="239" cy="294"/>
              </a:xfrm>
              <a:prstGeom prst="rect">
                <a:avLst/>
              </a:prstGeom>
              <a:noFill/>
              <a:ln w="9525">
                <a:noFill/>
                <a:miter lim="800000"/>
                <a:headEnd/>
                <a:tailEnd/>
              </a:ln>
            </p:spPr>
            <p:txBody>
              <a:bodyPr wrap="none">
                <a:spAutoFit/>
              </a:bodyPr>
              <a:lstStyle/>
              <a:p>
                <a:pPr>
                  <a:spcBef>
                    <a:spcPct val="50000"/>
                  </a:spcBef>
                </a:pPr>
                <a:r>
                  <a:rPr lang="en-US" altLang="zh-CN" sz="2000">
                    <a:solidFill>
                      <a:srgbClr val="FF0000"/>
                    </a:solidFill>
                    <a:latin typeface="Arial Unicode MS" pitchFamily="34" charset="-122"/>
                    <a:ea typeface="Arial Unicode MS" pitchFamily="34" charset="-122"/>
                    <a:cs typeface="Arial Unicode MS" pitchFamily="34" charset="-122"/>
                  </a:rPr>
                  <a:t>A</a:t>
                </a:r>
              </a:p>
            </p:txBody>
          </p:sp>
        </p:grpSp>
        <p:sp>
          <p:nvSpPr>
            <p:cNvPr id="13340" name="Rectangle 36"/>
            <p:cNvSpPr>
              <a:spLocks noChangeArrowheads="1"/>
            </p:cNvSpPr>
            <p:nvPr/>
          </p:nvSpPr>
          <p:spPr bwMode="auto">
            <a:xfrm rot="-5400000">
              <a:off x="1075" y="1689"/>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3341" name="Text Box 37"/>
            <p:cNvSpPr txBox="1">
              <a:spLocks noChangeArrowheads="1"/>
            </p:cNvSpPr>
            <p:nvPr/>
          </p:nvSpPr>
          <p:spPr bwMode="auto">
            <a:xfrm>
              <a:off x="739" y="1314"/>
              <a:ext cx="1326"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74-29-9C-E8-FF-55</a:t>
              </a:r>
            </a:p>
          </p:txBody>
        </p:sp>
        <p:graphicFrame>
          <p:nvGraphicFramePr>
            <p:cNvPr id="13315" name="Object 4"/>
            <p:cNvGraphicFramePr>
              <a:graphicFrameLocks noChangeAspect="1"/>
            </p:cNvGraphicFramePr>
            <p:nvPr/>
          </p:nvGraphicFramePr>
          <p:xfrm>
            <a:off x="4596" y="1572"/>
            <a:ext cx="301" cy="239"/>
          </p:xfrm>
          <a:graphic>
            <a:graphicData uri="http://schemas.openxmlformats.org/presentationml/2006/ole">
              <mc:AlternateContent xmlns:mc="http://schemas.openxmlformats.org/markup-compatibility/2006">
                <mc:Choice xmlns:v="urn:schemas-microsoft-com:vml" Requires="v">
                  <p:oleObj name="Clip" r:id="rId5" imgW="1307079" imgH="1083682" progId="">
                    <p:embed/>
                  </p:oleObj>
                </mc:Choice>
                <mc:Fallback>
                  <p:oleObj name="Clip" r:id="rId5" imgW="1307079" imgH="1083682" progId="">
                    <p:embed/>
                    <p:pic>
                      <p:nvPicPr>
                        <p:cNvPr id="1331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6" y="1572"/>
                          <a:ext cx="30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42" name="Rectangle 39"/>
            <p:cNvSpPr>
              <a:spLocks noChangeArrowheads="1"/>
            </p:cNvSpPr>
            <p:nvPr/>
          </p:nvSpPr>
          <p:spPr bwMode="auto">
            <a:xfrm rot="-5400000">
              <a:off x="4523" y="1639"/>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3343" name="Text Box 40"/>
            <p:cNvSpPr txBox="1">
              <a:spLocks noChangeArrowheads="1"/>
            </p:cNvSpPr>
            <p:nvPr/>
          </p:nvSpPr>
          <p:spPr bwMode="auto">
            <a:xfrm>
              <a:off x="4415" y="1790"/>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223.1.2.1</a:t>
              </a:r>
            </a:p>
          </p:txBody>
        </p:sp>
        <p:sp>
          <p:nvSpPr>
            <p:cNvPr id="13344" name="Text Box 41"/>
            <p:cNvSpPr txBox="1">
              <a:spLocks noChangeArrowheads="1"/>
            </p:cNvSpPr>
            <p:nvPr/>
          </p:nvSpPr>
          <p:spPr bwMode="auto">
            <a:xfrm>
              <a:off x="4073" y="1266"/>
              <a:ext cx="1318" cy="24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88-B2-2F-54-1A-0F</a:t>
              </a:r>
            </a:p>
          </p:txBody>
        </p:sp>
        <p:grpSp>
          <p:nvGrpSpPr>
            <p:cNvPr id="7" name="Group 42"/>
            <p:cNvGrpSpPr>
              <a:grpSpLocks/>
            </p:cNvGrpSpPr>
            <p:nvPr/>
          </p:nvGrpSpPr>
          <p:grpSpPr bwMode="auto">
            <a:xfrm>
              <a:off x="4598" y="2532"/>
              <a:ext cx="567" cy="463"/>
              <a:chOff x="1910" y="3474"/>
              <a:chExt cx="567" cy="463"/>
            </a:xfrm>
          </p:grpSpPr>
          <p:graphicFrame>
            <p:nvGraphicFramePr>
              <p:cNvPr id="13316" name="Object 5"/>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6" imgW="1307079" imgH="1083682" progId="">
                      <p:embed/>
                    </p:oleObj>
                  </mc:Choice>
                  <mc:Fallback>
                    <p:oleObj name="Clip" r:id="rId6" imgW="1307079" imgH="1083682" progId="">
                      <p:embed/>
                      <p:pic>
                        <p:nvPicPr>
                          <p:cNvPr id="1331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63" name="Text Box 44"/>
              <p:cNvSpPr txBox="1">
                <a:spLocks noChangeArrowheads="1"/>
              </p:cNvSpPr>
              <p:nvPr/>
            </p:nvSpPr>
            <p:spPr bwMode="auto">
              <a:xfrm>
                <a:off x="2063" y="3474"/>
                <a:ext cx="239" cy="294"/>
              </a:xfrm>
              <a:prstGeom prst="rect">
                <a:avLst/>
              </a:prstGeom>
              <a:noFill/>
              <a:ln w="9525">
                <a:noFill/>
                <a:miter lim="800000"/>
                <a:headEnd/>
                <a:tailEnd/>
              </a:ln>
            </p:spPr>
            <p:txBody>
              <a:bodyPr wrap="none">
                <a:spAutoFit/>
              </a:bodyPr>
              <a:lstStyle/>
              <a:p>
                <a:pPr>
                  <a:spcBef>
                    <a:spcPct val="50000"/>
                  </a:spcBef>
                </a:pPr>
                <a:r>
                  <a:rPr lang="en-US" altLang="zh-CN" sz="2000">
                    <a:solidFill>
                      <a:srgbClr val="FF0000"/>
                    </a:solidFill>
                    <a:latin typeface="Arial Unicode MS" pitchFamily="34" charset="-122"/>
                    <a:ea typeface="Arial Unicode MS" pitchFamily="34" charset="-122"/>
                    <a:cs typeface="Arial Unicode MS" pitchFamily="34" charset="-122"/>
                  </a:rPr>
                  <a:t>E</a:t>
                </a:r>
              </a:p>
            </p:txBody>
          </p:sp>
        </p:grpSp>
        <p:sp>
          <p:nvSpPr>
            <p:cNvPr id="13346" name="Text Box 45"/>
            <p:cNvSpPr txBox="1">
              <a:spLocks noChangeArrowheads="1"/>
            </p:cNvSpPr>
            <p:nvPr/>
          </p:nvSpPr>
          <p:spPr bwMode="auto">
            <a:xfrm>
              <a:off x="4464" y="2319"/>
              <a:ext cx="699"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223.1.2.2</a:t>
              </a:r>
            </a:p>
          </p:txBody>
        </p:sp>
        <p:sp>
          <p:nvSpPr>
            <p:cNvPr id="13347" name="Text Box 46"/>
            <p:cNvSpPr txBox="1">
              <a:spLocks noChangeArrowheads="1"/>
            </p:cNvSpPr>
            <p:nvPr/>
          </p:nvSpPr>
          <p:spPr bwMode="auto">
            <a:xfrm>
              <a:off x="4199" y="2972"/>
              <a:ext cx="1371" cy="24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49-BD-D2-C7-56-2A</a:t>
              </a:r>
            </a:p>
          </p:txBody>
        </p:sp>
        <p:sp>
          <p:nvSpPr>
            <p:cNvPr id="13348" name="Rectangle 47"/>
            <p:cNvSpPr>
              <a:spLocks noChangeArrowheads="1"/>
            </p:cNvSpPr>
            <p:nvPr/>
          </p:nvSpPr>
          <p:spPr bwMode="auto">
            <a:xfrm rot="-5400000">
              <a:off x="4554" y="2656"/>
              <a:ext cx="82" cy="11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13349" name="Freeform 48"/>
            <p:cNvSpPr>
              <a:spLocks/>
            </p:cNvSpPr>
            <p:nvPr/>
          </p:nvSpPr>
          <p:spPr bwMode="auto">
            <a:xfrm>
              <a:off x="1277" y="1775"/>
              <a:ext cx="903" cy="996"/>
            </a:xfrm>
            <a:custGeom>
              <a:avLst/>
              <a:gdLst>
                <a:gd name="T0" fmla="*/ 55 w 1005"/>
                <a:gd name="T1" fmla="*/ 83 h 996"/>
                <a:gd name="T2" fmla="*/ 24 w 1005"/>
                <a:gd name="T3" fmla="*/ 227 h 996"/>
                <a:gd name="T4" fmla="*/ 4 w 1005"/>
                <a:gd name="T5" fmla="*/ 507 h 996"/>
                <a:gd name="T6" fmla="*/ 4 w 1005"/>
                <a:gd name="T7" fmla="*/ 716 h 996"/>
                <a:gd name="T8" fmla="*/ 15 w 1005"/>
                <a:gd name="T9" fmla="*/ 918 h 996"/>
                <a:gd name="T10" fmla="*/ 36 w 1005"/>
                <a:gd name="T11" fmla="*/ 990 h 996"/>
                <a:gd name="T12" fmla="*/ 71 w 1005"/>
                <a:gd name="T13" fmla="*/ 954 h 996"/>
                <a:gd name="T14" fmla="*/ 126 w 1005"/>
                <a:gd name="T15" fmla="*/ 947 h 996"/>
                <a:gd name="T16" fmla="*/ 160 w 1005"/>
                <a:gd name="T17" fmla="*/ 831 h 996"/>
                <a:gd name="T18" fmla="*/ 181 w 1005"/>
                <a:gd name="T19" fmla="*/ 543 h 996"/>
                <a:gd name="T20" fmla="*/ 168 w 1005"/>
                <a:gd name="T21" fmla="*/ 227 h 996"/>
                <a:gd name="T22" fmla="*/ 119 w 1005"/>
                <a:gd name="T23" fmla="*/ 25 h 996"/>
                <a:gd name="T24" fmla="*/ 55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13350" name="Freeform 49"/>
            <p:cNvSpPr>
              <a:spLocks/>
            </p:cNvSpPr>
            <p:nvPr/>
          </p:nvSpPr>
          <p:spPr bwMode="auto">
            <a:xfrm>
              <a:off x="3502" y="1812"/>
              <a:ext cx="1005" cy="996"/>
            </a:xfrm>
            <a:custGeom>
              <a:avLst/>
              <a:gdLst>
                <a:gd name="T0" fmla="*/ 307 w 1005"/>
                <a:gd name="T1" fmla="*/ 83 h 996"/>
                <a:gd name="T2" fmla="*/ 134 w 1005"/>
                <a:gd name="T3" fmla="*/ 227 h 996"/>
                <a:gd name="T4" fmla="*/ 19 w 1005"/>
                <a:gd name="T5" fmla="*/ 507 h 996"/>
                <a:gd name="T6" fmla="*/ 19 w 1005"/>
                <a:gd name="T7" fmla="*/ 716 h 996"/>
                <a:gd name="T8" fmla="*/ 84 w 1005"/>
                <a:gd name="T9" fmla="*/ 918 h 996"/>
                <a:gd name="T10" fmla="*/ 199 w 1005"/>
                <a:gd name="T11" fmla="*/ 990 h 996"/>
                <a:gd name="T12" fmla="*/ 393 w 1005"/>
                <a:gd name="T13" fmla="*/ 954 h 996"/>
                <a:gd name="T14" fmla="*/ 696 w 1005"/>
                <a:gd name="T15" fmla="*/ 947 h 996"/>
                <a:gd name="T16" fmla="*/ 883 w 1005"/>
                <a:gd name="T17" fmla="*/ 831 h 996"/>
                <a:gd name="T18" fmla="*/ 998 w 1005"/>
                <a:gd name="T19" fmla="*/ 543 h 996"/>
                <a:gd name="T20" fmla="*/ 926 w 1005"/>
                <a:gd name="T21" fmla="*/ 227 h 996"/>
                <a:gd name="T22" fmla="*/ 667 w 1005"/>
                <a:gd name="T23" fmla="*/ 25 h 996"/>
                <a:gd name="T24" fmla="*/ 307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13351" name="Line 50"/>
            <p:cNvSpPr>
              <a:spLocks noChangeShapeType="1"/>
            </p:cNvSpPr>
            <p:nvPr/>
          </p:nvSpPr>
          <p:spPr bwMode="auto">
            <a:xfrm>
              <a:off x="1175" y="1753"/>
              <a:ext cx="294" cy="169"/>
            </a:xfrm>
            <a:prstGeom prst="line">
              <a:avLst/>
            </a:prstGeom>
            <a:noFill/>
            <a:ln w="9525">
              <a:solidFill>
                <a:schemeClr val="tx1"/>
              </a:solidFill>
              <a:round/>
              <a:headEnd/>
              <a:tailEnd/>
            </a:ln>
          </p:spPr>
          <p:txBody>
            <a:bodyPr wrap="none"/>
            <a:lstStyle/>
            <a:p>
              <a:endParaRPr lang="zh-CN" altLang="en-US"/>
            </a:p>
          </p:txBody>
        </p:sp>
        <p:sp>
          <p:nvSpPr>
            <p:cNvPr id="13352" name="Line 51"/>
            <p:cNvSpPr>
              <a:spLocks noChangeShapeType="1"/>
            </p:cNvSpPr>
            <p:nvPr/>
          </p:nvSpPr>
          <p:spPr bwMode="auto">
            <a:xfrm flipV="1">
              <a:off x="1226" y="2754"/>
              <a:ext cx="207" cy="251"/>
            </a:xfrm>
            <a:prstGeom prst="line">
              <a:avLst/>
            </a:prstGeom>
            <a:noFill/>
            <a:ln w="9525">
              <a:solidFill>
                <a:schemeClr val="tx1"/>
              </a:solidFill>
              <a:round/>
              <a:headEnd/>
              <a:tailEnd/>
            </a:ln>
          </p:spPr>
          <p:txBody>
            <a:bodyPr wrap="none"/>
            <a:lstStyle/>
            <a:p>
              <a:endParaRPr lang="zh-CN" altLang="en-US"/>
            </a:p>
          </p:txBody>
        </p:sp>
        <p:sp>
          <p:nvSpPr>
            <p:cNvPr id="13353" name="Line 52"/>
            <p:cNvSpPr>
              <a:spLocks noChangeShapeType="1"/>
            </p:cNvSpPr>
            <p:nvPr/>
          </p:nvSpPr>
          <p:spPr bwMode="auto">
            <a:xfrm>
              <a:off x="2172" y="2302"/>
              <a:ext cx="194" cy="7"/>
            </a:xfrm>
            <a:prstGeom prst="line">
              <a:avLst/>
            </a:prstGeom>
            <a:noFill/>
            <a:ln w="9525">
              <a:solidFill>
                <a:schemeClr val="tx1"/>
              </a:solidFill>
              <a:round/>
              <a:headEnd/>
              <a:tailEnd/>
            </a:ln>
          </p:spPr>
          <p:txBody>
            <a:bodyPr wrap="none"/>
            <a:lstStyle/>
            <a:p>
              <a:endParaRPr lang="zh-CN" altLang="en-US"/>
            </a:p>
          </p:txBody>
        </p:sp>
        <p:sp>
          <p:nvSpPr>
            <p:cNvPr id="13354" name="Line 53"/>
            <p:cNvSpPr>
              <a:spLocks noChangeShapeType="1"/>
            </p:cNvSpPr>
            <p:nvPr/>
          </p:nvSpPr>
          <p:spPr bwMode="auto">
            <a:xfrm flipV="1">
              <a:off x="3228" y="2293"/>
              <a:ext cx="302" cy="2"/>
            </a:xfrm>
            <a:prstGeom prst="line">
              <a:avLst/>
            </a:prstGeom>
            <a:noFill/>
            <a:ln w="9525">
              <a:solidFill>
                <a:schemeClr val="tx1"/>
              </a:solidFill>
              <a:round/>
              <a:headEnd/>
              <a:tailEnd/>
            </a:ln>
          </p:spPr>
          <p:txBody>
            <a:bodyPr wrap="none"/>
            <a:lstStyle/>
            <a:p>
              <a:endParaRPr lang="zh-CN" altLang="en-US"/>
            </a:p>
          </p:txBody>
        </p:sp>
        <p:sp>
          <p:nvSpPr>
            <p:cNvPr id="13355" name="Line 54"/>
            <p:cNvSpPr>
              <a:spLocks noChangeShapeType="1"/>
            </p:cNvSpPr>
            <p:nvPr/>
          </p:nvSpPr>
          <p:spPr bwMode="auto">
            <a:xfrm>
              <a:off x="4398" y="2618"/>
              <a:ext cx="132" cy="96"/>
            </a:xfrm>
            <a:prstGeom prst="line">
              <a:avLst/>
            </a:prstGeom>
            <a:noFill/>
            <a:ln w="9525">
              <a:solidFill>
                <a:schemeClr val="tx1"/>
              </a:solidFill>
              <a:round/>
              <a:headEnd/>
              <a:tailEnd/>
            </a:ln>
          </p:spPr>
          <p:txBody>
            <a:bodyPr wrap="none"/>
            <a:lstStyle/>
            <a:p>
              <a:endParaRPr lang="zh-CN" altLang="en-US"/>
            </a:p>
          </p:txBody>
        </p:sp>
        <p:sp>
          <p:nvSpPr>
            <p:cNvPr id="13356" name="Line 55"/>
            <p:cNvSpPr>
              <a:spLocks noChangeShapeType="1"/>
            </p:cNvSpPr>
            <p:nvPr/>
          </p:nvSpPr>
          <p:spPr bwMode="auto">
            <a:xfrm flipH="1">
              <a:off x="4273" y="1706"/>
              <a:ext cx="225" cy="181"/>
            </a:xfrm>
            <a:prstGeom prst="line">
              <a:avLst/>
            </a:prstGeom>
            <a:noFill/>
            <a:ln w="9525">
              <a:solidFill>
                <a:schemeClr val="tx1"/>
              </a:solidFill>
              <a:round/>
              <a:headEnd/>
              <a:tailEnd/>
            </a:ln>
          </p:spPr>
          <p:txBody>
            <a:bodyPr wrap="none"/>
            <a:lstStyle/>
            <a:p>
              <a:endParaRPr lang="zh-CN" altLang="en-US"/>
            </a:p>
          </p:txBody>
        </p:sp>
        <p:sp>
          <p:nvSpPr>
            <p:cNvPr id="13357" name="Line 56"/>
            <p:cNvSpPr>
              <a:spLocks noChangeShapeType="1"/>
            </p:cNvSpPr>
            <p:nvPr/>
          </p:nvSpPr>
          <p:spPr bwMode="auto">
            <a:xfrm flipV="1">
              <a:off x="1170" y="3075"/>
              <a:ext cx="0" cy="120"/>
            </a:xfrm>
            <a:prstGeom prst="line">
              <a:avLst/>
            </a:prstGeom>
            <a:noFill/>
            <a:ln w="9525">
              <a:solidFill>
                <a:schemeClr val="tx1"/>
              </a:solidFill>
              <a:round/>
              <a:headEnd/>
              <a:tailEnd type="triangle" w="med" len="med"/>
            </a:ln>
          </p:spPr>
          <p:txBody>
            <a:bodyPr wrap="none"/>
            <a:lstStyle/>
            <a:p>
              <a:endParaRPr lang="zh-CN" altLang="en-US"/>
            </a:p>
          </p:txBody>
        </p:sp>
        <p:sp>
          <p:nvSpPr>
            <p:cNvPr id="13358" name="Line 57"/>
            <p:cNvSpPr>
              <a:spLocks noChangeShapeType="1"/>
            </p:cNvSpPr>
            <p:nvPr/>
          </p:nvSpPr>
          <p:spPr bwMode="auto">
            <a:xfrm>
              <a:off x="1110" y="1563"/>
              <a:ext cx="0" cy="132"/>
            </a:xfrm>
            <a:prstGeom prst="line">
              <a:avLst/>
            </a:prstGeom>
            <a:noFill/>
            <a:ln w="9525">
              <a:solidFill>
                <a:schemeClr val="tx1"/>
              </a:solidFill>
              <a:round/>
              <a:headEnd/>
              <a:tailEnd type="triangle" w="med" len="med"/>
            </a:ln>
          </p:spPr>
          <p:txBody>
            <a:bodyPr wrap="none"/>
            <a:lstStyle/>
            <a:p>
              <a:endParaRPr lang="zh-CN" altLang="en-US"/>
            </a:p>
          </p:txBody>
        </p:sp>
        <p:sp>
          <p:nvSpPr>
            <p:cNvPr id="13359" name="Line 58"/>
            <p:cNvSpPr>
              <a:spLocks noChangeShapeType="1"/>
            </p:cNvSpPr>
            <p:nvPr/>
          </p:nvSpPr>
          <p:spPr bwMode="auto">
            <a:xfrm>
              <a:off x="2424" y="1911"/>
              <a:ext cx="0" cy="321"/>
            </a:xfrm>
            <a:prstGeom prst="line">
              <a:avLst/>
            </a:prstGeom>
            <a:noFill/>
            <a:ln w="9525">
              <a:solidFill>
                <a:schemeClr val="tx1"/>
              </a:solidFill>
              <a:round/>
              <a:headEnd/>
              <a:tailEnd type="triangle" w="med" len="med"/>
            </a:ln>
          </p:spPr>
          <p:txBody>
            <a:bodyPr wrap="none"/>
            <a:lstStyle/>
            <a:p>
              <a:endParaRPr lang="zh-CN" altLang="en-US"/>
            </a:p>
          </p:txBody>
        </p:sp>
        <p:sp>
          <p:nvSpPr>
            <p:cNvPr id="13360" name="Line 59"/>
            <p:cNvSpPr>
              <a:spLocks noChangeShapeType="1"/>
            </p:cNvSpPr>
            <p:nvPr/>
          </p:nvSpPr>
          <p:spPr bwMode="auto">
            <a:xfrm>
              <a:off x="3144" y="2058"/>
              <a:ext cx="0" cy="153"/>
            </a:xfrm>
            <a:prstGeom prst="line">
              <a:avLst/>
            </a:prstGeom>
            <a:noFill/>
            <a:ln w="9525">
              <a:solidFill>
                <a:schemeClr val="tx1"/>
              </a:solidFill>
              <a:round/>
              <a:headEnd/>
              <a:tailEnd type="triangle" w="med" len="med"/>
            </a:ln>
          </p:spPr>
          <p:txBody>
            <a:bodyPr wrap="none"/>
            <a:lstStyle/>
            <a:p>
              <a:endParaRPr lang="zh-CN" altLang="en-US"/>
            </a:p>
          </p:txBody>
        </p:sp>
        <p:sp>
          <p:nvSpPr>
            <p:cNvPr id="13361" name="Line 60"/>
            <p:cNvSpPr>
              <a:spLocks noChangeShapeType="1"/>
            </p:cNvSpPr>
            <p:nvPr/>
          </p:nvSpPr>
          <p:spPr bwMode="auto">
            <a:xfrm flipV="1">
              <a:off x="4572" y="2787"/>
              <a:ext cx="0" cy="204"/>
            </a:xfrm>
            <a:prstGeom prst="line">
              <a:avLst/>
            </a:prstGeom>
            <a:noFill/>
            <a:ln w="9525">
              <a:solidFill>
                <a:schemeClr val="tx1"/>
              </a:solidFill>
              <a:round/>
              <a:headEnd/>
              <a:tailEnd type="triangle" w="med" len="med"/>
            </a:ln>
          </p:spPr>
          <p:txBody>
            <a:bodyPr wrap="none"/>
            <a:lstStyle/>
            <a:p>
              <a:endParaRPr lang="zh-CN" altLang="en-US"/>
            </a:p>
          </p:txBody>
        </p:sp>
      </p:grpSp>
      <p:sp>
        <p:nvSpPr>
          <p:cNvPr id="13324" name="TextBox 65"/>
          <p:cNvSpPr txBox="1">
            <a:spLocks noChangeArrowheads="1"/>
          </p:cNvSpPr>
          <p:nvPr/>
        </p:nvSpPr>
        <p:spPr bwMode="auto">
          <a:xfrm>
            <a:off x="2347975" y="2685232"/>
            <a:ext cx="863600" cy="400050"/>
          </a:xfrm>
          <a:prstGeom prst="rect">
            <a:avLst/>
          </a:prstGeom>
          <a:noFill/>
          <a:ln w="9525">
            <a:noFill/>
            <a:miter lim="800000"/>
            <a:headEnd/>
            <a:tailEnd/>
          </a:ln>
        </p:spPr>
        <p:txBody>
          <a:bodyPr>
            <a:spAutoFit/>
          </a:bodyPr>
          <a:lstStyle/>
          <a:p>
            <a:r>
              <a:rPr lang="en-US" altLang="zh-CN" sz="2000">
                <a:latin typeface="Arial Unicode MS" pitchFamily="34" charset="-122"/>
                <a:ea typeface="Arial Unicode MS" pitchFamily="34" charset="-122"/>
                <a:cs typeface="Arial Unicode MS" pitchFamily="34" charset="-122"/>
              </a:rPr>
              <a:t>LAN1</a:t>
            </a:r>
            <a:endParaRPr lang="zh-CN" altLang="en-US" sz="2000">
              <a:latin typeface="Arial Unicode MS" pitchFamily="34" charset="-122"/>
              <a:ea typeface="Arial Unicode MS" pitchFamily="34" charset="-122"/>
              <a:cs typeface="Arial Unicode MS" pitchFamily="34" charset="-122"/>
            </a:endParaRPr>
          </a:p>
        </p:txBody>
      </p:sp>
      <p:sp>
        <p:nvSpPr>
          <p:cNvPr id="13325" name="TextBox 66"/>
          <p:cNvSpPr txBox="1">
            <a:spLocks noChangeArrowheads="1"/>
          </p:cNvSpPr>
          <p:nvPr/>
        </p:nvSpPr>
        <p:spPr bwMode="auto">
          <a:xfrm>
            <a:off x="5718238" y="2718570"/>
            <a:ext cx="863600" cy="400050"/>
          </a:xfrm>
          <a:prstGeom prst="rect">
            <a:avLst/>
          </a:prstGeom>
          <a:noFill/>
          <a:ln w="9525">
            <a:noFill/>
            <a:miter lim="800000"/>
            <a:headEnd/>
            <a:tailEnd/>
          </a:ln>
        </p:spPr>
        <p:txBody>
          <a:bodyPr>
            <a:spAutoFit/>
          </a:bodyPr>
          <a:lstStyle/>
          <a:p>
            <a:r>
              <a:rPr lang="en-US" altLang="zh-CN" sz="2000">
                <a:latin typeface="Arial Unicode MS" pitchFamily="34" charset="-122"/>
                <a:ea typeface="Arial Unicode MS" pitchFamily="34" charset="-122"/>
                <a:cs typeface="Arial Unicode MS" pitchFamily="34" charset="-122"/>
              </a:rPr>
              <a:t>LAN2</a:t>
            </a:r>
            <a:endParaRPr lang="zh-CN" altLang="en-US" sz="2000">
              <a:latin typeface="Arial Unicode MS" pitchFamily="34" charset="-122"/>
              <a:ea typeface="Arial Unicode MS" pitchFamily="34" charset="-122"/>
              <a:cs typeface="Arial Unicode MS" pitchFamily="34" charset="-122"/>
            </a:endParaRPr>
          </a:p>
        </p:txBody>
      </p:sp>
      <p:sp>
        <p:nvSpPr>
          <p:cNvPr id="64" name="矩形 63"/>
          <p:cNvSpPr/>
          <p:nvPr/>
        </p:nvSpPr>
        <p:spPr bwMode="auto">
          <a:xfrm>
            <a:off x="3818000" y="2296295"/>
            <a:ext cx="1943100" cy="287337"/>
          </a:xfrm>
          <a:prstGeom prst="rect">
            <a:avLst/>
          </a:prstGeom>
          <a:noFill/>
          <a:ln w="19050" cap="flat" cmpd="sng" algn="ctr">
            <a:solidFill>
              <a:srgbClr val="FF0000"/>
            </a:solidFill>
            <a:prstDash val="solid"/>
            <a:round/>
            <a:headEnd type="none" w="med" len="med"/>
            <a:tailEnd type="none" w="med" len="med"/>
          </a:ln>
          <a:effectLst>
            <a:outerShdw sx="1000" sy="1000" rotWithShape="0">
              <a:schemeClr val="bg1">
                <a:alpha val="97000"/>
              </a:schemeClr>
            </a:outerShdw>
          </a:effectLst>
        </p:spPr>
        <p:txBody>
          <a:bodyPr wrap="none" anchor="ctr"/>
          <a:lstStyle/>
          <a:p>
            <a:pPr marL="342900" indent="-342900" algn="ctr">
              <a:lnSpc>
                <a:spcPct val="120000"/>
              </a:lnSpc>
              <a:spcBef>
                <a:spcPct val="10000"/>
              </a:spcBef>
              <a:buClr>
                <a:schemeClr val="tx1"/>
              </a:buClr>
              <a:buFont typeface="Symbol" pitchFamily="18" charset="2"/>
              <a:buBlip>
                <a:blip r:embed="rId7"/>
              </a:buBlip>
              <a:defRPr/>
            </a:pPr>
            <a:endParaRPr lang="zh-CN" altLang="en-US"/>
          </a:p>
        </p:txBody>
      </p:sp>
      <p:sp>
        <p:nvSpPr>
          <p:cNvPr id="65" name="矩形 64"/>
          <p:cNvSpPr/>
          <p:nvPr/>
        </p:nvSpPr>
        <p:spPr bwMode="auto">
          <a:xfrm>
            <a:off x="6438963" y="3852045"/>
            <a:ext cx="1943100" cy="287337"/>
          </a:xfrm>
          <a:prstGeom prst="rect">
            <a:avLst/>
          </a:prstGeom>
          <a:noFill/>
          <a:ln w="19050" cap="flat" cmpd="sng" algn="ctr">
            <a:solidFill>
              <a:srgbClr val="FF0000"/>
            </a:solidFill>
            <a:prstDash val="solid"/>
            <a:round/>
            <a:headEnd type="none" w="med" len="med"/>
            <a:tailEnd type="none" w="med" len="med"/>
          </a:ln>
          <a:effectLst>
            <a:outerShdw sx="1000" sy="1000" rotWithShape="0">
              <a:schemeClr val="bg1">
                <a:alpha val="97000"/>
              </a:schemeClr>
            </a:outerShdw>
          </a:effectLst>
        </p:spPr>
        <p:txBody>
          <a:bodyPr wrap="none" anchor="ctr"/>
          <a:lstStyle/>
          <a:p>
            <a:pPr marL="342900" indent="-342900" algn="ctr">
              <a:lnSpc>
                <a:spcPct val="120000"/>
              </a:lnSpc>
              <a:spcBef>
                <a:spcPct val="10000"/>
              </a:spcBef>
              <a:buClr>
                <a:schemeClr val="tx1"/>
              </a:buClr>
              <a:buFont typeface="Symbol" pitchFamily="18" charset="2"/>
              <a:buBlip>
                <a:blip r:embed="rId7"/>
              </a:buBlip>
              <a:defRPr/>
            </a:pPr>
            <a:endParaRPr lang="zh-CN" altLang="en-US"/>
          </a:p>
        </p:txBody>
      </p:sp>
      <p:sp>
        <p:nvSpPr>
          <p:cNvPr id="66" name="标题 1">
            <a:extLst>
              <a:ext uri="{FF2B5EF4-FFF2-40B4-BE49-F238E27FC236}">
                <a16:creationId xmlns:a16="http://schemas.microsoft.com/office/drawing/2014/main" id="{C8C6C804-1CDA-40D5-A59F-4D54E407D48C}"/>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局域网编址与</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ARP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67" name="Line 59">
            <a:extLst>
              <a:ext uri="{FF2B5EF4-FFF2-40B4-BE49-F238E27FC236}">
                <a16:creationId xmlns:a16="http://schemas.microsoft.com/office/drawing/2014/main" id="{D7F353AD-3E8C-4C48-B97F-30B3F92BB481}"/>
              </a:ext>
            </a:extLst>
          </p:cNvPr>
          <p:cNvSpPr>
            <a:spLocks noChangeShapeType="1"/>
          </p:cNvSpPr>
          <p:nvPr/>
        </p:nvSpPr>
        <p:spPr bwMode="auto">
          <a:xfrm>
            <a:off x="6948021" y="1807870"/>
            <a:ext cx="0" cy="208337"/>
          </a:xfrm>
          <a:prstGeom prst="line">
            <a:avLst/>
          </a:prstGeom>
          <a:noFill/>
          <a:ln w="9525">
            <a:solidFill>
              <a:schemeClr val="tx1"/>
            </a:solidFill>
            <a:round/>
            <a:headEnd/>
            <a:tailEnd type="triangle" w="med" len="med"/>
          </a:ln>
        </p:spPr>
        <p:txBody>
          <a:bodyPr wrap="none"/>
          <a:lstStyle/>
          <a:p>
            <a:endParaRPr lang="zh-CN" altLang="en-US"/>
          </a:p>
        </p:txBody>
      </p:sp>
    </p:spTree>
    <p:extLst>
      <p:ext uri="{BB962C8B-B14F-4D97-AF65-F5344CB8AC3E}">
        <p14:creationId xmlns:p14="http://schemas.microsoft.com/office/powerpoint/2010/main" val="3008679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378859" y="609600"/>
            <a:ext cx="8514316" cy="803275"/>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循环冗余校验（</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CRC</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5301" name="Rectangle 3"/>
          <p:cNvSpPr>
            <a:spLocks noGrp="1" noChangeArrowheads="1"/>
          </p:cNvSpPr>
          <p:nvPr>
            <p:ph type="body" idx="1"/>
          </p:nvPr>
        </p:nvSpPr>
        <p:spPr>
          <a:xfrm>
            <a:off x="378859" y="1476825"/>
            <a:ext cx="5110326" cy="4972744"/>
          </a:xfrm>
        </p:spPr>
        <p:txBody>
          <a:bodyPr>
            <a:normAutofit fontScale="92500"/>
          </a:bodyPr>
          <a:lstStyle/>
          <a:p>
            <a:pPr marL="265113" indent="-265113">
              <a:lnSpc>
                <a:spcPct val="130000"/>
              </a:lnSpc>
              <a:spcBef>
                <a:spcPts val="600"/>
              </a:spcBef>
              <a:buBlip>
                <a:blip r:embed="rId3"/>
              </a:buBlip>
              <a:defRPr/>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数据链路层广泛使用</a:t>
            </a:r>
            <a:r>
              <a:rPr lang="zh-CN" altLang="en-US" sz="26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循环冗余校验</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Cyclic Redundancy Check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ct val="130000"/>
              </a:lnSpc>
              <a:spcBef>
                <a:spcPts val="600"/>
              </a:spcBef>
              <a:buBlip>
                <a:blip r:embed="rId3"/>
              </a:buBlip>
              <a:defRPr/>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CRC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计算方法</a:t>
            </a:r>
          </a:p>
          <a:p>
            <a:pPr marL="627063" lvl="1" indent="-271463">
              <a:lnSpc>
                <a:spcPct val="13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设原始数据</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位二进制位模式</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71463">
              <a:lnSpc>
                <a:spcPct val="13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如果要产生</a:t>
            </a:r>
            <a:r>
              <a:rPr lang="en-US" altLang="zh-CN" sz="22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CRC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校验码，事先选定一个</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位二进制位模式</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（称为生成多项式）</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的最高位为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p>
          <a:p>
            <a:pPr marL="627063" lvl="1" indent="-271463">
              <a:lnSpc>
                <a:spcPct val="13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乘以</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i="1" baseline="30000" dirty="0">
                <a:latin typeface="Times New Roman" panose="02020603050405020304" pitchFamily="18" charset="0"/>
                <a:ea typeface="宋体" panose="02010600030101010101" pitchFamily="2" charset="-122"/>
                <a:cs typeface="Times New Roman" panose="02020603050405020304" pitchFamily="18" charset="0"/>
              </a:rPr>
              <a:t>n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后面添加</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），产生</a:t>
            </a:r>
            <a:r>
              <a:rPr lang="en-US" altLang="zh-CN" sz="2200" i="1" dirty="0" err="1">
                <a:latin typeface="Times New Roman" panose="02020603050405020304" pitchFamily="18" charset="0"/>
                <a:ea typeface="宋体" panose="02010600030101010101" pitchFamily="2" charset="-122"/>
                <a:cs typeface="Times New Roman" panose="02020603050405020304" pitchFamily="18" charset="0"/>
              </a:rPr>
              <a:t>k+n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位二进制位模式，用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对该位模式做模</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除，得到余数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位，不足</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位前面用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补齐）为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CRC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校验码</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BA8B2A8E-21B9-4230-BA2A-709BD2FC508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链路层差错控制</a:t>
            </a:r>
          </a:p>
        </p:txBody>
      </p:sp>
      <p:sp>
        <p:nvSpPr>
          <p:cNvPr id="9" name="矩形 8">
            <a:extLst>
              <a:ext uri="{FF2B5EF4-FFF2-40B4-BE49-F238E27FC236}">
                <a16:creationId xmlns:a16="http://schemas.microsoft.com/office/drawing/2014/main" id="{9858CA14-BFA2-4FCA-8EAC-ABDC8ED0A8E2}"/>
              </a:ext>
            </a:extLst>
          </p:cNvPr>
          <p:cNvSpPr/>
          <p:nvPr/>
        </p:nvSpPr>
        <p:spPr>
          <a:xfrm>
            <a:off x="5456088" y="1693102"/>
            <a:ext cx="2332892" cy="299698"/>
          </a:xfrm>
          <a:prstGeom prst="rect">
            <a:avLst/>
          </a:prstGeom>
          <a:solidFill>
            <a:schemeClr val="accent1">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itchFamily="34" charset="-122"/>
                <a:ea typeface="微软雅黑" pitchFamily="34" charset="-122"/>
              </a:rPr>
              <a:t>原始数据</a:t>
            </a:r>
            <a:r>
              <a:rPr lang="en-US" altLang="zh-CN" sz="1600" b="1" dirty="0">
                <a:solidFill>
                  <a:schemeClr val="tx1"/>
                </a:solidFill>
                <a:latin typeface="微软雅黑" pitchFamily="34" charset="-122"/>
                <a:ea typeface="微软雅黑" pitchFamily="34" charset="-122"/>
              </a:rPr>
              <a:t>D</a:t>
            </a:r>
            <a:endParaRPr lang="zh-CN" altLang="en-US" sz="1600" b="1" dirty="0">
              <a:solidFill>
                <a:schemeClr val="tx1"/>
              </a:solidFill>
              <a:latin typeface="微软雅黑" pitchFamily="34" charset="-122"/>
              <a:ea typeface="微软雅黑" pitchFamily="34" charset="-122"/>
            </a:endParaRPr>
          </a:p>
        </p:txBody>
      </p:sp>
      <p:sp>
        <p:nvSpPr>
          <p:cNvPr id="10" name="矩形 9">
            <a:extLst>
              <a:ext uri="{FF2B5EF4-FFF2-40B4-BE49-F238E27FC236}">
                <a16:creationId xmlns:a16="http://schemas.microsoft.com/office/drawing/2014/main" id="{06692ED2-DA8B-44B2-84C0-7B27FDF38CA5}"/>
              </a:ext>
            </a:extLst>
          </p:cNvPr>
          <p:cNvSpPr/>
          <p:nvPr/>
        </p:nvSpPr>
        <p:spPr>
          <a:xfrm>
            <a:off x="7697265" y="1693102"/>
            <a:ext cx="1275745" cy="299698"/>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latin typeface="微软雅黑" pitchFamily="34" charset="-122"/>
                <a:ea typeface="微软雅黑" pitchFamily="34" charset="-122"/>
              </a:rPr>
              <a:t>CRC </a:t>
            </a:r>
            <a:r>
              <a:rPr lang="zh-CN" altLang="en-US" sz="1600" b="1" dirty="0">
                <a:solidFill>
                  <a:schemeClr val="tx1"/>
                </a:solidFill>
                <a:latin typeface="微软雅黑" pitchFamily="34" charset="-122"/>
                <a:ea typeface="微软雅黑" pitchFamily="34" charset="-122"/>
              </a:rPr>
              <a:t>校验码</a:t>
            </a:r>
            <a:endParaRPr lang="zh-CN" altLang="en-US" sz="1600" b="1" dirty="0">
              <a:latin typeface="微软雅黑" pitchFamily="34" charset="-122"/>
              <a:ea typeface="微软雅黑" pitchFamily="34" charset="-122"/>
            </a:endParaRPr>
          </a:p>
        </p:txBody>
      </p:sp>
      <p:sp>
        <p:nvSpPr>
          <p:cNvPr id="11" name="矩形 10">
            <a:extLst>
              <a:ext uri="{FF2B5EF4-FFF2-40B4-BE49-F238E27FC236}">
                <a16:creationId xmlns:a16="http://schemas.microsoft.com/office/drawing/2014/main" id="{1FBFB15D-FA0D-40FE-B781-ABCDAD506135}"/>
              </a:ext>
            </a:extLst>
          </p:cNvPr>
          <p:cNvSpPr/>
          <p:nvPr/>
        </p:nvSpPr>
        <p:spPr>
          <a:xfrm>
            <a:off x="5456088" y="2619226"/>
            <a:ext cx="3516922" cy="299698"/>
          </a:xfrm>
          <a:prstGeom prst="rect">
            <a:avLst/>
          </a:prstGeom>
          <a:solidFill>
            <a:schemeClr val="accent6">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itchFamily="34" charset="-122"/>
                <a:ea typeface="微软雅黑" pitchFamily="34" charset="-122"/>
              </a:rPr>
              <a:t>发送数据</a:t>
            </a:r>
          </a:p>
        </p:txBody>
      </p:sp>
      <p:sp>
        <p:nvSpPr>
          <p:cNvPr id="12" name="矩形 11">
            <a:extLst>
              <a:ext uri="{FF2B5EF4-FFF2-40B4-BE49-F238E27FC236}">
                <a16:creationId xmlns:a16="http://schemas.microsoft.com/office/drawing/2014/main" id="{3DA4ABF0-5381-407F-849B-1445ED7D26BA}"/>
              </a:ext>
            </a:extLst>
          </p:cNvPr>
          <p:cNvSpPr/>
          <p:nvPr/>
        </p:nvSpPr>
        <p:spPr>
          <a:xfrm>
            <a:off x="6306928" y="1418391"/>
            <a:ext cx="572594" cy="338554"/>
          </a:xfrm>
          <a:prstGeom prst="rect">
            <a:avLst/>
          </a:prstGeom>
        </p:spPr>
        <p:txBody>
          <a:bodyPr wrap="none">
            <a:spAutoFit/>
          </a:bodyPr>
          <a:lstStyle/>
          <a:p>
            <a:pPr algn="ctr"/>
            <a:r>
              <a:rPr lang="en-US" altLang="zh-CN" sz="1600" b="1" i="1" dirty="0">
                <a:latin typeface="微软雅黑" pitchFamily="34" charset="-122"/>
                <a:ea typeface="微软雅黑" pitchFamily="34" charset="-122"/>
              </a:rPr>
              <a:t>k</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位</a:t>
            </a:r>
          </a:p>
        </p:txBody>
      </p:sp>
      <p:sp>
        <p:nvSpPr>
          <p:cNvPr id="13" name="矩形 12">
            <a:extLst>
              <a:ext uri="{FF2B5EF4-FFF2-40B4-BE49-F238E27FC236}">
                <a16:creationId xmlns:a16="http://schemas.microsoft.com/office/drawing/2014/main" id="{25850685-C134-4B22-8B5C-4BBD70CC33A9}"/>
              </a:ext>
            </a:extLst>
          </p:cNvPr>
          <p:cNvSpPr/>
          <p:nvPr/>
        </p:nvSpPr>
        <p:spPr>
          <a:xfrm>
            <a:off x="8048055" y="1418391"/>
            <a:ext cx="583814" cy="338554"/>
          </a:xfrm>
          <a:prstGeom prst="rect">
            <a:avLst/>
          </a:prstGeom>
        </p:spPr>
        <p:txBody>
          <a:bodyPr wrap="none">
            <a:spAutoFit/>
          </a:bodyPr>
          <a:lstStyle/>
          <a:p>
            <a:pPr algn="ctr"/>
            <a:r>
              <a:rPr lang="en-US" altLang="zh-CN" sz="1600" b="1" i="1" dirty="0">
                <a:latin typeface="微软雅黑" pitchFamily="34" charset="-122"/>
                <a:ea typeface="微软雅黑" pitchFamily="34" charset="-122"/>
              </a:rPr>
              <a:t>n</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位</a:t>
            </a:r>
          </a:p>
        </p:txBody>
      </p:sp>
      <p:sp>
        <p:nvSpPr>
          <p:cNvPr id="14" name="下箭头 13">
            <a:extLst>
              <a:ext uri="{FF2B5EF4-FFF2-40B4-BE49-F238E27FC236}">
                <a16:creationId xmlns:a16="http://schemas.microsoft.com/office/drawing/2014/main" id="{E4974AEC-7A47-49E3-81D4-7134C607E1FD}"/>
              </a:ext>
            </a:extLst>
          </p:cNvPr>
          <p:cNvSpPr/>
          <p:nvPr/>
        </p:nvSpPr>
        <p:spPr>
          <a:xfrm>
            <a:off x="7038702" y="2098310"/>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5" name="矩形 14">
            <a:extLst>
              <a:ext uri="{FF2B5EF4-FFF2-40B4-BE49-F238E27FC236}">
                <a16:creationId xmlns:a16="http://schemas.microsoft.com/office/drawing/2014/main" id="{5FE51C64-2361-460D-A05C-2AD080B5042A}"/>
              </a:ext>
            </a:extLst>
          </p:cNvPr>
          <p:cNvSpPr/>
          <p:nvPr/>
        </p:nvSpPr>
        <p:spPr>
          <a:xfrm>
            <a:off x="6730557" y="2918111"/>
            <a:ext cx="982962" cy="338554"/>
          </a:xfrm>
          <a:prstGeom prst="rect">
            <a:avLst/>
          </a:prstGeom>
        </p:spPr>
        <p:txBody>
          <a:bodyPr wrap="none">
            <a:spAutoFit/>
          </a:bodyPr>
          <a:lstStyle/>
          <a:p>
            <a:pPr algn="ctr"/>
            <a:r>
              <a:rPr lang="en-US" altLang="zh-CN" sz="1600" b="1" i="1" dirty="0">
                <a:latin typeface="微软雅黑" pitchFamily="34" charset="-122"/>
                <a:ea typeface="微软雅黑" pitchFamily="34" charset="-122"/>
              </a:rPr>
              <a:t>k</a:t>
            </a:r>
            <a:r>
              <a:rPr lang="en-US" altLang="zh-CN" sz="1600" b="1" dirty="0">
                <a:latin typeface="微软雅黑" pitchFamily="34" charset="-122"/>
                <a:ea typeface="微软雅黑" pitchFamily="34" charset="-122"/>
              </a:rPr>
              <a:t> + </a:t>
            </a:r>
            <a:r>
              <a:rPr lang="en-US" altLang="zh-CN" sz="1600" b="1" i="1" dirty="0">
                <a:latin typeface="微软雅黑" pitchFamily="34" charset="-122"/>
                <a:ea typeface="微软雅黑" pitchFamily="34" charset="-122"/>
              </a:rPr>
              <a:t>n</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位</a:t>
            </a:r>
          </a:p>
        </p:txBody>
      </p:sp>
      <p:cxnSp>
        <p:nvCxnSpPr>
          <p:cNvPr id="16" name="直接连接符 15">
            <a:extLst>
              <a:ext uri="{FF2B5EF4-FFF2-40B4-BE49-F238E27FC236}">
                <a16:creationId xmlns:a16="http://schemas.microsoft.com/office/drawing/2014/main" id="{9BA05D17-267F-4002-9F9A-D0029EC5FB8D}"/>
              </a:ext>
            </a:extLst>
          </p:cNvPr>
          <p:cNvCxnSpPr/>
          <p:nvPr/>
        </p:nvCxnSpPr>
        <p:spPr>
          <a:xfrm>
            <a:off x="7697265" y="2619226"/>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下箭头 17">
            <a:extLst>
              <a:ext uri="{FF2B5EF4-FFF2-40B4-BE49-F238E27FC236}">
                <a16:creationId xmlns:a16="http://schemas.microsoft.com/office/drawing/2014/main" id="{CE599149-D2B2-4788-A691-2D491EC7DA99}"/>
              </a:ext>
            </a:extLst>
          </p:cNvPr>
          <p:cNvSpPr/>
          <p:nvPr/>
        </p:nvSpPr>
        <p:spPr>
          <a:xfrm>
            <a:off x="7038702" y="3242002"/>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9" name="矩形 18">
            <a:extLst>
              <a:ext uri="{FF2B5EF4-FFF2-40B4-BE49-F238E27FC236}">
                <a16:creationId xmlns:a16="http://schemas.microsoft.com/office/drawing/2014/main" id="{FDA25EA2-4646-438B-9424-3D907B86CD4E}"/>
              </a:ext>
            </a:extLst>
          </p:cNvPr>
          <p:cNvSpPr/>
          <p:nvPr/>
        </p:nvSpPr>
        <p:spPr>
          <a:xfrm>
            <a:off x="5583936" y="4143208"/>
            <a:ext cx="3247797" cy="822020"/>
          </a:xfrm>
          <a:prstGeom prst="rect">
            <a:avLst/>
          </a:prstGeom>
          <a:solidFill>
            <a:schemeClr val="accent6">
              <a:lumMod val="20000"/>
              <a:lumOff val="80000"/>
            </a:schemeClr>
          </a:solidFill>
          <a:ln>
            <a:solidFill>
              <a:srgbClr val="C00000"/>
            </a:solidFill>
          </a:ln>
        </p:spPr>
        <p:txBody>
          <a:bodyPr wrap="square">
            <a:spAutoFit/>
          </a:bodyPr>
          <a:lstStyle/>
          <a:p>
            <a:pPr>
              <a:lnSpc>
                <a:spcPts val="3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CRC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校验能力：能够检测出少于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位的突发错误</a:t>
            </a:r>
            <a:endParaRPr lang="zh-CN" altLang="en-US" sz="2000" dirty="0"/>
          </a:p>
        </p:txBody>
      </p:sp>
      <p:sp>
        <p:nvSpPr>
          <p:cNvPr id="18" name="矩形 17">
            <a:extLst>
              <a:ext uri="{FF2B5EF4-FFF2-40B4-BE49-F238E27FC236}">
                <a16:creationId xmlns:a16="http://schemas.microsoft.com/office/drawing/2014/main" id="{65865E1E-7E80-4082-BA0C-D774D014E94E}"/>
              </a:ext>
            </a:extLst>
          </p:cNvPr>
          <p:cNvSpPr/>
          <p:nvPr/>
        </p:nvSpPr>
        <p:spPr>
          <a:xfrm>
            <a:off x="6321489" y="5893367"/>
            <a:ext cx="2510244" cy="440313"/>
          </a:xfrm>
          <a:prstGeom prst="rect">
            <a:avLst/>
          </a:prstGeom>
          <a:solidFill>
            <a:schemeClr val="accent2">
              <a:lumMod val="40000"/>
              <a:lumOff val="6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接收端如何计算？</a:t>
            </a:r>
            <a:endParaRPr lang="zh-CN" altLang="en-US" sz="2000" b="1"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37373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3"/>
          <p:cNvSpPr>
            <a:spLocks noGrp="1" noChangeArrowheads="1"/>
          </p:cNvSpPr>
          <p:nvPr>
            <p:ph type="title"/>
          </p:nvPr>
        </p:nvSpPr>
        <p:spPr>
          <a:xfrm>
            <a:off x="458789" y="609325"/>
            <a:ext cx="8280400" cy="891381"/>
          </a:xfrm>
        </p:spPr>
        <p:txBody>
          <a:bodyPr>
            <a:norm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CRC</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计算示例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6325" name="Rectangle 24"/>
          <p:cNvSpPr>
            <a:spLocks noGrp="1" noChangeArrowheads="1"/>
          </p:cNvSpPr>
          <p:nvPr>
            <p:ph type="body" idx="1"/>
          </p:nvPr>
        </p:nvSpPr>
        <p:spPr>
          <a:xfrm>
            <a:off x="458789" y="1778982"/>
            <a:ext cx="4919661" cy="1957347"/>
          </a:xfrm>
        </p:spPr>
        <p:txBody>
          <a:bodyPr>
            <a:normAutofit/>
          </a:bodyPr>
          <a:lstStyle/>
          <a:p>
            <a:pPr>
              <a:buFontTx/>
              <a:buNone/>
            </a:pPr>
            <a:r>
              <a:rPr lang="en-US" altLang="zh-CN" sz="2400" i="1" dirty="0">
                <a:latin typeface="Times New Roman" panose="02020603050405020304" pitchFamily="18" charset="0"/>
                <a:ea typeface="Arial Unicode MS" pitchFamily="34" charset="-122"/>
                <a:cs typeface="Times New Roman" panose="02020603050405020304" pitchFamily="18" charset="0"/>
              </a:rPr>
              <a:t>D = </a:t>
            </a:r>
            <a:r>
              <a:rPr lang="en-US" altLang="zh-CN" sz="2400" dirty="0">
                <a:solidFill>
                  <a:srgbClr val="000099"/>
                </a:solidFill>
                <a:latin typeface="Times New Roman" panose="02020603050405020304" pitchFamily="18" charset="0"/>
                <a:ea typeface="Arial Unicode MS" pitchFamily="34" charset="-122"/>
                <a:cs typeface="Times New Roman" panose="02020603050405020304" pitchFamily="18" charset="0"/>
              </a:rPr>
              <a:t>1010001101</a:t>
            </a:r>
          </a:p>
          <a:p>
            <a:pPr>
              <a:buFontTx/>
              <a:buNone/>
            </a:pPr>
            <a:r>
              <a:rPr lang="en-US" altLang="zh-CN" sz="2400" i="1" dirty="0">
                <a:latin typeface="Times New Roman" panose="02020603050405020304" pitchFamily="18" charset="0"/>
                <a:ea typeface="Arial Unicode MS" pitchFamily="34" charset="-122"/>
                <a:cs typeface="Times New Roman" panose="02020603050405020304" pitchFamily="18" charset="0"/>
              </a:rPr>
              <a:t>n </a:t>
            </a:r>
            <a:r>
              <a:rPr lang="en-US" altLang="zh-CN" sz="2400" dirty="0">
                <a:latin typeface="Times New Roman" panose="02020603050405020304" pitchFamily="18" charset="0"/>
                <a:ea typeface="Arial Unicode MS" pitchFamily="34" charset="-122"/>
                <a:cs typeface="Times New Roman" panose="02020603050405020304" pitchFamily="18" charset="0"/>
              </a:rPr>
              <a:t>= 5, </a:t>
            </a:r>
            <a:r>
              <a:rPr lang="en-US" altLang="zh-CN" sz="2400" i="1" dirty="0">
                <a:latin typeface="Times New Roman" panose="02020603050405020304" pitchFamily="18" charset="0"/>
                <a:ea typeface="Arial Unicode MS" pitchFamily="34" charset="-122"/>
                <a:cs typeface="Times New Roman" panose="02020603050405020304" pitchFamily="18" charset="0"/>
              </a:rPr>
              <a:t>G </a:t>
            </a:r>
            <a:r>
              <a:rPr lang="en-US" altLang="zh-CN" sz="2400" dirty="0">
                <a:latin typeface="Times New Roman" panose="02020603050405020304" pitchFamily="18" charset="0"/>
                <a:ea typeface="Arial Unicode MS" pitchFamily="34" charset="-122"/>
                <a:cs typeface="Times New Roman" panose="02020603050405020304" pitchFamily="18" charset="0"/>
              </a:rPr>
              <a:t>= 110101</a:t>
            </a:r>
          </a:p>
          <a:p>
            <a:pPr>
              <a:buFontTx/>
              <a:buNone/>
            </a:pPr>
            <a:r>
              <a:rPr lang="en-US" altLang="zh-CN" sz="2400" i="1" dirty="0">
                <a:latin typeface="Times New Roman" panose="02020603050405020304" pitchFamily="18" charset="0"/>
                <a:ea typeface="Arial Unicode MS" pitchFamily="34" charset="-122"/>
                <a:cs typeface="Times New Roman" panose="02020603050405020304" pitchFamily="18" charset="0"/>
              </a:rPr>
              <a:t>R</a:t>
            </a:r>
            <a:r>
              <a:rPr lang="en-US" altLang="zh-CN" sz="2400" dirty="0">
                <a:latin typeface="Times New Roman" panose="02020603050405020304" pitchFamily="18" charset="0"/>
                <a:ea typeface="Arial Unicode MS" pitchFamily="34" charset="-122"/>
                <a:cs typeface="Times New Roman" panose="02020603050405020304" pitchFamily="18" charset="0"/>
              </a:rPr>
              <a:t> = 01110</a:t>
            </a:r>
          </a:p>
          <a:p>
            <a:pPr>
              <a:buFontTx/>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实际传输数据</a:t>
            </a:r>
            <a:r>
              <a:rPr lang="zh-CN" altLang="en-US" sz="2400" dirty="0">
                <a:latin typeface="Times New Roman" panose="02020603050405020304" pitchFamily="18" charset="0"/>
                <a:ea typeface="Arial Unicode MS" pitchFamily="34" charset="-122"/>
                <a:cs typeface="Times New Roman" panose="02020603050405020304" pitchFamily="18" charset="0"/>
              </a:rPr>
              <a:t>：</a:t>
            </a:r>
            <a:r>
              <a:rPr lang="en-US" altLang="zh-CN" sz="2400" dirty="0">
                <a:solidFill>
                  <a:srgbClr val="000099"/>
                </a:solidFill>
                <a:latin typeface="Times New Roman" panose="02020603050405020304" pitchFamily="18" charset="0"/>
                <a:ea typeface="Arial Unicode MS" pitchFamily="34" charset="-122"/>
                <a:cs typeface="Times New Roman" panose="02020603050405020304" pitchFamily="18" charset="0"/>
              </a:rPr>
              <a:t>1010001101</a:t>
            </a:r>
            <a:r>
              <a:rPr lang="en-US" altLang="zh-CN" sz="2400" dirty="0">
                <a:solidFill>
                  <a:srgbClr val="FF0000"/>
                </a:solidFill>
                <a:latin typeface="Times New Roman" panose="02020603050405020304" pitchFamily="18" charset="0"/>
                <a:ea typeface="Arial Unicode MS" pitchFamily="34" charset="-122"/>
                <a:cs typeface="Times New Roman" panose="02020603050405020304" pitchFamily="18" charset="0"/>
              </a:rPr>
              <a:t>01110</a:t>
            </a:r>
          </a:p>
        </p:txBody>
      </p:sp>
      <p:grpSp>
        <p:nvGrpSpPr>
          <p:cNvPr id="2" name="Group 46"/>
          <p:cNvGrpSpPr>
            <a:grpSpLocks/>
          </p:cNvGrpSpPr>
          <p:nvPr/>
        </p:nvGrpSpPr>
        <p:grpSpPr bwMode="auto">
          <a:xfrm>
            <a:off x="3101519" y="872637"/>
            <a:ext cx="6742112" cy="4359275"/>
            <a:chOff x="720" y="1281"/>
            <a:chExt cx="4247" cy="2746"/>
          </a:xfrm>
        </p:grpSpPr>
        <p:sp>
          <p:nvSpPr>
            <p:cNvPr id="56327" name="Text Box 25"/>
            <p:cNvSpPr txBox="1">
              <a:spLocks noChangeArrowheads="1"/>
            </p:cNvSpPr>
            <p:nvPr/>
          </p:nvSpPr>
          <p:spPr bwMode="auto">
            <a:xfrm>
              <a:off x="720" y="1281"/>
              <a:ext cx="4247" cy="2746"/>
            </a:xfrm>
            <a:prstGeom prst="rect">
              <a:avLst/>
            </a:prstGeom>
            <a:noFill/>
            <a:ln w="9525">
              <a:noFill/>
              <a:miter lim="800000"/>
              <a:headEnd/>
              <a:tailEnd/>
            </a:ln>
          </p:spPr>
          <p:txBody>
            <a:bodyPr>
              <a:spAutoFit/>
            </a:bodyPr>
            <a:lstStyle/>
            <a:p>
              <a:r>
                <a:rPr lang="en-US" altLang="zh-CN" sz="10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                1101010110</a:t>
              </a:r>
            </a:p>
            <a:p>
              <a:r>
                <a:rPr lang="zh-CN" altLang="zh-CN" sz="2000" b="1" dirty="0">
                  <a:solidFill>
                    <a:srgbClr val="333399"/>
                  </a:solidFill>
                  <a:latin typeface="Courier New" pitchFamily="49" charset="0"/>
                  <a:ea typeface="黑体" pitchFamily="2" charset="-122"/>
                </a:rPr>
                <a:t> </a:t>
              </a:r>
              <a:r>
                <a:rPr lang="en-US" altLang="zh-CN" sz="2000" dirty="0">
                  <a:solidFill>
                    <a:srgbClr val="333399"/>
                  </a:solidFill>
                  <a:latin typeface="Courier New" pitchFamily="49" charset="0"/>
                  <a:ea typeface="黑体" pitchFamily="2" charset="-122"/>
                </a:rPr>
                <a:t> </a:t>
              </a:r>
              <a:r>
                <a:rPr lang="en-US" altLang="zh-CN" sz="1800" dirty="0">
                  <a:solidFill>
                    <a:srgbClr val="333399"/>
                  </a:solidFill>
                  <a:latin typeface="Courier New" pitchFamily="49" charset="0"/>
                  <a:ea typeface="黑体" pitchFamily="2" charset="-122"/>
                </a:rPr>
                <a:t>    </a:t>
              </a:r>
              <a:r>
                <a:rPr lang="en-US" altLang="zh-CN" sz="2000" b="1" i="1" dirty="0">
                  <a:solidFill>
                    <a:srgbClr val="333399"/>
                  </a:solidFill>
                  <a:latin typeface="Courier New" pitchFamily="49" charset="0"/>
                  <a:ea typeface="黑体" pitchFamily="2" charset="-122"/>
                </a:rPr>
                <a:t>G </a:t>
              </a:r>
              <a:r>
                <a:rPr lang="en-US" altLang="zh-CN" sz="2000" b="1" dirty="0">
                  <a:solidFill>
                    <a:srgbClr val="333399"/>
                  </a:solidFill>
                  <a:latin typeface="Courier New" pitchFamily="49" charset="0"/>
                  <a:ea typeface="黑体" pitchFamily="2" charset="-122"/>
                </a:rPr>
                <a:t>→</a:t>
              </a:r>
              <a:r>
                <a:rPr lang="en-US" altLang="zh-CN" sz="10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110101 </a:t>
              </a:r>
              <a:r>
                <a:rPr lang="en-US" altLang="zh-CN" sz="2000" b="1" dirty="0">
                  <a:solidFill>
                    <a:srgbClr val="C00000"/>
                  </a:solidFill>
                  <a:latin typeface="Courier New" pitchFamily="49" charset="0"/>
                  <a:ea typeface="黑体" pitchFamily="2" charset="-122"/>
                </a:rPr>
                <a:t>1010001101</a:t>
              </a:r>
              <a:r>
                <a:rPr lang="en-US" altLang="zh-CN" sz="2000" b="1" dirty="0">
                  <a:solidFill>
                    <a:srgbClr val="00B050"/>
                  </a:solidFill>
                  <a:latin typeface="Courier New" pitchFamily="49" charset="0"/>
                  <a:ea typeface="黑体" pitchFamily="2" charset="-122"/>
                </a:rPr>
                <a:t>00000</a:t>
              </a:r>
              <a:r>
                <a:rPr lang="en-US" altLang="zh-CN" sz="10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a:t>
              </a:r>
              <a:r>
                <a:rPr lang="en-US" altLang="zh-CN" sz="10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2</a:t>
              </a:r>
              <a:r>
                <a:rPr lang="en-US" altLang="zh-CN" sz="2000" b="1" i="1" baseline="30000" dirty="0">
                  <a:solidFill>
                    <a:srgbClr val="333399"/>
                  </a:solidFill>
                  <a:latin typeface="Courier New" pitchFamily="49" charset="0"/>
                  <a:ea typeface="黑体" pitchFamily="2" charset="-122"/>
                </a:rPr>
                <a:t>n</a:t>
              </a:r>
              <a:r>
                <a:rPr lang="en-US" altLang="zh-CN" sz="2000" b="1" i="1" dirty="0">
                  <a:solidFill>
                    <a:srgbClr val="333399"/>
                  </a:solidFill>
                  <a:latin typeface="Courier New" pitchFamily="49" charset="0"/>
                  <a:ea typeface="黑体" pitchFamily="2" charset="-122"/>
                </a:rPr>
                <a:t>D</a:t>
              </a:r>
              <a:endParaRPr lang="en-US" altLang="zh-CN" sz="2000" dirty="0">
                <a:solidFill>
                  <a:srgbClr val="333399"/>
                </a:solidFill>
                <a:latin typeface="Courier New" pitchFamily="49" charset="0"/>
                <a:ea typeface="黑体" pitchFamily="2" charset="-122"/>
              </a:endParaRPr>
            </a:p>
            <a:p>
              <a:r>
                <a:rPr lang="en-US" altLang="zh-CN" sz="800" b="1" dirty="0">
                  <a:solidFill>
                    <a:srgbClr val="333399"/>
                  </a:solidFill>
                  <a:latin typeface="Courier New" pitchFamily="49" charset="0"/>
                  <a:ea typeface="黑体" pitchFamily="2" charset="-122"/>
                </a:rPr>
                <a:t>  </a:t>
              </a:r>
              <a:r>
                <a:rPr lang="en-US" altLang="zh-CN" sz="10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 110101</a:t>
              </a:r>
            </a:p>
            <a:p>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111011</a:t>
              </a:r>
              <a:r>
                <a:rPr lang="en-US" altLang="zh-CN" sz="1000" b="1" dirty="0">
                  <a:solidFill>
                    <a:srgbClr val="333399"/>
                  </a:solidFill>
                  <a:latin typeface="Courier New" pitchFamily="49" charset="0"/>
                  <a:ea typeface="黑体" pitchFamily="2" charset="-122"/>
                </a:rPr>
                <a:t> </a:t>
              </a:r>
              <a:endParaRPr lang="en-US" altLang="zh-CN" sz="2000" b="1" dirty="0">
                <a:solidFill>
                  <a:srgbClr val="333399"/>
                </a:solidFill>
                <a:latin typeface="Courier New" pitchFamily="49" charset="0"/>
                <a:ea typeface="黑体" pitchFamily="2" charset="-122"/>
              </a:endParaRPr>
            </a:p>
            <a:p>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110101</a:t>
              </a:r>
            </a:p>
            <a:p>
              <a:r>
                <a:rPr lang="en-US" altLang="zh-CN" sz="10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111010</a:t>
              </a:r>
            </a:p>
            <a:p>
              <a:r>
                <a:rPr lang="en-US" altLang="zh-CN" sz="10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110101</a:t>
              </a:r>
            </a:p>
            <a:p>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111110</a:t>
              </a:r>
            </a:p>
            <a:p>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110101</a:t>
              </a:r>
            </a:p>
            <a:p>
              <a:r>
                <a:rPr lang="en-US" altLang="zh-CN" sz="1000" b="1" dirty="0">
                  <a:solidFill>
                    <a:srgbClr val="333399"/>
                  </a:solidFill>
                  <a:latin typeface="Courier New" pitchFamily="49" charset="0"/>
                  <a:ea typeface="黑体" pitchFamily="2" charset="-122"/>
                </a:rPr>
                <a:t> </a:t>
              </a:r>
              <a:r>
                <a:rPr lang="en-US" altLang="zh-CN" sz="9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101100</a:t>
              </a:r>
            </a:p>
            <a:p>
              <a:r>
                <a:rPr lang="en-US" altLang="zh-CN" sz="800" b="1" dirty="0">
                  <a:solidFill>
                    <a:srgbClr val="333399"/>
                  </a:solidFill>
                  <a:latin typeface="Courier New" pitchFamily="49" charset="0"/>
                  <a:ea typeface="黑体" pitchFamily="2" charset="-122"/>
                </a:rPr>
                <a:t>           </a:t>
              </a:r>
              <a:r>
                <a:rPr lang="en-US" altLang="zh-CN" sz="9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9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110101</a:t>
              </a:r>
            </a:p>
            <a:p>
              <a:r>
                <a:rPr lang="en-US" altLang="zh-CN" sz="800" b="1" dirty="0">
                  <a:solidFill>
                    <a:srgbClr val="333399"/>
                  </a:solidFill>
                  <a:latin typeface="Courier New" pitchFamily="49" charset="0"/>
                  <a:ea typeface="黑体" pitchFamily="2" charset="-122"/>
                </a:rPr>
                <a:t>   </a:t>
              </a:r>
              <a:r>
                <a:rPr lang="en-US" altLang="zh-CN" sz="9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110010</a:t>
              </a:r>
            </a:p>
            <a:p>
              <a:r>
                <a:rPr lang="en-US" altLang="zh-CN" sz="9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110101</a:t>
              </a:r>
            </a:p>
            <a:p>
              <a:r>
                <a:rPr lang="en-US" altLang="zh-CN" sz="1000" b="1" dirty="0">
                  <a:solidFill>
                    <a:srgbClr val="333399"/>
                  </a:solidFill>
                  <a:latin typeface="Courier New" pitchFamily="49" charset="0"/>
                  <a:ea typeface="黑体" pitchFamily="2" charset="-122"/>
                </a:rPr>
                <a:t> </a:t>
              </a:r>
              <a:r>
                <a:rPr lang="en-US" altLang="zh-CN" sz="900" b="1" dirty="0">
                  <a:solidFill>
                    <a:srgbClr val="333399"/>
                  </a:solidFill>
                  <a:latin typeface="Courier New" pitchFamily="49" charset="0"/>
                  <a:ea typeface="黑体" pitchFamily="2" charset="-122"/>
                </a:rPr>
                <a:t>                                </a:t>
              </a:r>
              <a:r>
                <a:rPr lang="en-US" altLang="zh-CN" sz="8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01110</a:t>
              </a:r>
              <a:r>
                <a:rPr lang="en-US" altLang="zh-CN" sz="1000" b="1" dirty="0">
                  <a:solidFill>
                    <a:srgbClr val="333399"/>
                  </a:solidFill>
                  <a:latin typeface="Courier New" pitchFamily="49" charset="0"/>
                  <a:ea typeface="黑体" pitchFamily="2" charset="-122"/>
                </a:rPr>
                <a:t> </a:t>
              </a:r>
              <a:r>
                <a:rPr lang="en-US" altLang="zh-CN" sz="2000" b="1" dirty="0">
                  <a:solidFill>
                    <a:srgbClr val="333399"/>
                  </a:solidFill>
                  <a:latin typeface="Courier New" pitchFamily="49" charset="0"/>
                  <a:ea typeface="黑体" pitchFamily="2" charset="-122"/>
                </a:rPr>
                <a:t>←</a:t>
              </a:r>
              <a:r>
                <a:rPr lang="en-US" altLang="zh-CN" sz="1000" b="1" dirty="0">
                  <a:solidFill>
                    <a:srgbClr val="333399"/>
                  </a:solidFill>
                  <a:latin typeface="Courier New" pitchFamily="49" charset="0"/>
                  <a:ea typeface="黑体" pitchFamily="2" charset="-122"/>
                </a:rPr>
                <a:t> </a:t>
              </a:r>
              <a:r>
                <a:rPr lang="en-US" altLang="zh-CN" sz="2000" b="1" i="1" dirty="0">
                  <a:solidFill>
                    <a:srgbClr val="333399"/>
                  </a:solidFill>
                  <a:latin typeface="Courier New" pitchFamily="49" charset="0"/>
                  <a:ea typeface="黑体" pitchFamily="2" charset="-122"/>
                </a:rPr>
                <a:t>R</a:t>
              </a:r>
              <a:endParaRPr lang="en-US" altLang="zh-CN" sz="2000" dirty="0">
                <a:solidFill>
                  <a:srgbClr val="333399"/>
                </a:solidFill>
                <a:latin typeface="Courier New" pitchFamily="49" charset="0"/>
                <a:ea typeface="黑体" pitchFamily="2" charset="-122"/>
              </a:endParaRPr>
            </a:p>
          </p:txBody>
        </p:sp>
        <p:sp>
          <p:nvSpPr>
            <p:cNvPr id="56328" name="Freeform 26"/>
            <p:cNvSpPr>
              <a:spLocks/>
            </p:cNvSpPr>
            <p:nvPr/>
          </p:nvSpPr>
          <p:spPr bwMode="auto">
            <a:xfrm>
              <a:off x="2274" y="1480"/>
              <a:ext cx="1513" cy="168"/>
            </a:xfrm>
            <a:custGeom>
              <a:avLst/>
              <a:gdLst>
                <a:gd name="T0" fmla="*/ 0 w 1332"/>
                <a:gd name="T1" fmla="*/ 684 h 156"/>
                <a:gd name="T2" fmla="*/ 0 w 1332"/>
                <a:gd name="T3" fmla="*/ 0 h 156"/>
                <a:gd name="T4" fmla="*/ 17033 w 1332"/>
                <a:gd name="T5" fmla="*/ 1 h 156"/>
                <a:gd name="T6" fmla="*/ 0 60000 65536"/>
                <a:gd name="T7" fmla="*/ 0 60000 65536"/>
                <a:gd name="T8" fmla="*/ 0 60000 65536"/>
                <a:gd name="T9" fmla="*/ 0 w 1332"/>
                <a:gd name="T10" fmla="*/ 0 h 156"/>
                <a:gd name="T11" fmla="*/ 1332 w 1332"/>
                <a:gd name="T12" fmla="*/ 156 h 156"/>
              </a:gdLst>
              <a:ahLst/>
              <a:cxnLst>
                <a:cxn ang="T6">
                  <a:pos x="T0" y="T1"/>
                </a:cxn>
                <a:cxn ang="T7">
                  <a:pos x="T2" y="T3"/>
                </a:cxn>
                <a:cxn ang="T8">
                  <a:pos x="T4" y="T5"/>
                </a:cxn>
              </a:cxnLst>
              <a:rect l="T9" t="T10" r="T11" b="T12"/>
              <a:pathLst>
                <a:path w="1332" h="156">
                  <a:moveTo>
                    <a:pt x="0" y="156"/>
                  </a:moveTo>
                  <a:lnTo>
                    <a:pt x="0" y="0"/>
                  </a:lnTo>
                  <a:lnTo>
                    <a:pt x="1332" y="1"/>
                  </a:lnTo>
                </a:path>
              </a:pathLst>
            </a:custGeom>
            <a:noFill/>
            <a:ln w="28575">
              <a:solidFill>
                <a:srgbClr val="333399"/>
              </a:solidFill>
              <a:round/>
              <a:headEnd/>
              <a:tailEnd/>
            </a:ln>
          </p:spPr>
          <p:txBody>
            <a:bodyPr wrap="none" anchor="ctr"/>
            <a:lstStyle/>
            <a:p>
              <a:endParaRPr lang="zh-CN" altLang="en-US"/>
            </a:p>
          </p:txBody>
        </p:sp>
        <p:sp>
          <p:nvSpPr>
            <p:cNvPr id="56329" name="Freeform 27"/>
            <p:cNvSpPr>
              <a:spLocks/>
            </p:cNvSpPr>
            <p:nvPr/>
          </p:nvSpPr>
          <p:spPr bwMode="auto">
            <a:xfrm>
              <a:off x="2944" y="1679"/>
              <a:ext cx="3" cy="237"/>
            </a:xfrm>
            <a:custGeom>
              <a:avLst/>
              <a:gdLst>
                <a:gd name="T0" fmla="*/ 0 w 3"/>
                <a:gd name="T1" fmla="*/ 0 h 237"/>
                <a:gd name="T2" fmla="*/ 3 w 3"/>
                <a:gd name="T3" fmla="*/ 237 h 237"/>
                <a:gd name="T4" fmla="*/ 0 60000 65536"/>
                <a:gd name="T5" fmla="*/ 0 60000 65536"/>
                <a:gd name="T6" fmla="*/ 0 w 3"/>
                <a:gd name="T7" fmla="*/ 0 h 237"/>
                <a:gd name="T8" fmla="*/ 3 w 3"/>
                <a:gd name="T9" fmla="*/ 237 h 237"/>
              </a:gdLst>
              <a:ahLst/>
              <a:cxnLst>
                <a:cxn ang="T4">
                  <a:pos x="T0" y="T1"/>
                </a:cxn>
                <a:cxn ang="T5">
                  <a:pos x="T2" y="T3"/>
                </a:cxn>
              </a:cxnLst>
              <a:rect l="T6" t="T7" r="T8" b="T9"/>
              <a:pathLst>
                <a:path w="3" h="237">
                  <a:moveTo>
                    <a:pt x="0" y="0"/>
                  </a:moveTo>
                  <a:lnTo>
                    <a:pt x="3" y="237"/>
                  </a:lnTo>
                </a:path>
              </a:pathLst>
            </a:custGeom>
            <a:noFill/>
            <a:ln w="19050">
              <a:solidFill>
                <a:srgbClr val="FF0000"/>
              </a:solidFill>
              <a:round/>
              <a:headEnd/>
              <a:tailEnd type="triangle" w="sm" len="med"/>
            </a:ln>
          </p:spPr>
          <p:txBody>
            <a:bodyPr/>
            <a:lstStyle/>
            <a:p>
              <a:endParaRPr lang="zh-CN" altLang="en-US"/>
            </a:p>
          </p:txBody>
        </p:sp>
        <p:sp>
          <p:nvSpPr>
            <p:cNvPr id="56330" name="Freeform 28"/>
            <p:cNvSpPr>
              <a:spLocks/>
            </p:cNvSpPr>
            <p:nvPr/>
          </p:nvSpPr>
          <p:spPr bwMode="auto">
            <a:xfrm>
              <a:off x="3040" y="1679"/>
              <a:ext cx="1" cy="576"/>
            </a:xfrm>
            <a:custGeom>
              <a:avLst/>
              <a:gdLst>
                <a:gd name="T0" fmla="*/ 0 w 1"/>
                <a:gd name="T1" fmla="*/ 0 h 576"/>
                <a:gd name="T2" fmla="*/ 0 w 1"/>
                <a:gd name="T3" fmla="*/ 576 h 576"/>
                <a:gd name="T4" fmla="*/ 0 60000 65536"/>
                <a:gd name="T5" fmla="*/ 0 60000 65536"/>
                <a:gd name="T6" fmla="*/ 0 w 1"/>
                <a:gd name="T7" fmla="*/ 0 h 576"/>
                <a:gd name="T8" fmla="*/ 1 w 1"/>
                <a:gd name="T9" fmla="*/ 576 h 576"/>
              </a:gdLst>
              <a:ahLst/>
              <a:cxnLst>
                <a:cxn ang="T4">
                  <a:pos x="T0" y="T1"/>
                </a:cxn>
                <a:cxn ang="T5">
                  <a:pos x="T2" y="T3"/>
                </a:cxn>
              </a:cxnLst>
              <a:rect l="T6" t="T7" r="T8" b="T9"/>
              <a:pathLst>
                <a:path w="1" h="576">
                  <a:moveTo>
                    <a:pt x="0" y="0"/>
                  </a:moveTo>
                  <a:lnTo>
                    <a:pt x="0" y="576"/>
                  </a:lnTo>
                </a:path>
              </a:pathLst>
            </a:custGeom>
            <a:noFill/>
            <a:ln w="28575">
              <a:solidFill>
                <a:srgbClr val="FF0000"/>
              </a:solidFill>
              <a:round/>
              <a:headEnd/>
              <a:tailEnd type="triangle" w="sm" len="med"/>
            </a:ln>
          </p:spPr>
          <p:txBody>
            <a:bodyPr/>
            <a:lstStyle/>
            <a:p>
              <a:endParaRPr lang="zh-CN" altLang="en-US"/>
            </a:p>
          </p:txBody>
        </p:sp>
        <p:sp>
          <p:nvSpPr>
            <p:cNvPr id="56331" name="Freeform 29"/>
            <p:cNvSpPr>
              <a:spLocks/>
            </p:cNvSpPr>
            <p:nvPr/>
          </p:nvSpPr>
          <p:spPr bwMode="auto">
            <a:xfrm>
              <a:off x="3136" y="1679"/>
              <a:ext cx="8" cy="592"/>
            </a:xfrm>
            <a:custGeom>
              <a:avLst/>
              <a:gdLst>
                <a:gd name="T0" fmla="*/ 0 w 8"/>
                <a:gd name="T1" fmla="*/ 0 h 592"/>
                <a:gd name="T2" fmla="*/ 8 w 8"/>
                <a:gd name="T3" fmla="*/ 592 h 592"/>
                <a:gd name="T4" fmla="*/ 0 60000 65536"/>
                <a:gd name="T5" fmla="*/ 0 60000 65536"/>
                <a:gd name="T6" fmla="*/ 0 w 8"/>
                <a:gd name="T7" fmla="*/ 0 h 592"/>
                <a:gd name="T8" fmla="*/ 8 w 8"/>
                <a:gd name="T9" fmla="*/ 592 h 592"/>
              </a:gdLst>
              <a:ahLst/>
              <a:cxnLst>
                <a:cxn ang="T4">
                  <a:pos x="T0" y="T1"/>
                </a:cxn>
                <a:cxn ang="T5">
                  <a:pos x="T2" y="T3"/>
                </a:cxn>
              </a:cxnLst>
              <a:rect l="T6" t="T7" r="T8" b="T9"/>
              <a:pathLst>
                <a:path w="8" h="592">
                  <a:moveTo>
                    <a:pt x="0" y="0"/>
                  </a:moveTo>
                  <a:lnTo>
                    <a:pt x="8" y="592"/>
                  </a:lnTo>
                </a:path>
              </a:pathLst>
            </a:custGeom>
            <a:noFill/>
            <a:ln w="28575">
              <a:solidFill>
                <a:srgbClr val="FF0000"/>
              </a:solidFill>
              <a:round/>
              <a:headEnd/>
              <a:tailEnd type="triangle" w="sm" len="med"/>
            </a:ln>
          </p:spPr>
          <p:txBody>
            <a:bodyPr/>
            <a:lstStyle/>
            <a:p>
              <a:endParaRPr lang="zh-CN" altLang="en-US"/>
            </a:p>
          </p:txBody>
        </p:sp>
        <p:sp>
          <p:nvSpPr>
            <p:cNvPr id="56332" name="Freeform 30"/>
            <p:cNvSpPr>
              <a:spLocks/>
            </p:cNvSpPr>
            <p:nvPr/>
          </p:nvSpPr>
          <p:spPr bwMode="auto">
            <a:xfrm>
              <a:off x="3224" y="1679"/>
              <a:ext cx="8" cy="992"/>
            </a:xfrm>
            <a:custGeom>
              <a:avLst/>
              <a:gdLst>
                <a:gd name="T0" fmla="*/ 0 w 8"/>
                <a:gd name="T1" fmla="*/ 0 h 992"/>
                <a:gd name="T2" fmla="*/ 8 w 8"/>
                <a:gd name="T3" fmla="*/ 992 h 992"/>
                <a:gd name="T4" fmla="*/ 0 60000 65536"/>
                <a:gd name="T5" fmla="*/ 0 60000 65536"/>
                <a:gd name="T6" fmla="*/ 0 w 8"/>
                <a:gd name="T7" fmla="*/ 0 h 992"/>
                <a:gd name="T8" fmla="*/ 8 w 8"/>
                <a:gd name="T9" fmla="*/ 992 h 992"/>
              </a:gdLst>
              <a:ahLst/>
              <a:cxnLst>
                <a:cxn ang="T4">
                  <a:pos x="T0" y="T1"/>
                </a:cxn>
                <a:cxn ang="T5">
                  <a:pos x="T2" y="T3"/>
                </a:cxn>
              </a:cxnLst>
              <a:rect l="T6" t="T7" r="T8" b="T9"/>
              <a:pathLst>
                <a:path w="8" h="992">
                  <a:moveTo>
                    <a:pt x="0" y="0"/>
                  </a:moveTo>
                  <a:lnTo>
                    <a:pt x="8" y="992"/>
                  </a:lnTo>
                </a:path>
              </a:pathLst>
            </a:custGeom>
            <a:noFill/>
            <a:ln w="28575">
              <a:solidFill>
                <a:srgbClr val="FF0000"/>
              </a:solidFill>
              <a:round/>
              <a:headEnd/>
              <a:tailEnd type="triangle" w="sm" len="med"/>
            </a:ln>
          </p:spPr>
          <p:txBody>
            <a:bodyPr/>
            <a:lstStyle/>
            <a:p>
              <a:endParaRPr lang="zh-CN" altLang="en-US"/>
            </a:p>
          </p:txBody>
        </p:sp>
        <p:sp>
          <p:nvSpPr>
            <p:cNvPr id="56333" name="Freeform 31"/>
            <p:cNvSpPr>
              <a:spLocks/>
            </p:cNvSpPr>
            <p:nvPr/>
          </p:nvSpPr>
          <p:spPr bwMode="auto">
            <a:xfrm>
              <a:off x="3320" y="1679"/>
              <a:ext cx="1" cy="976"/>
            </a:xfrm>
            <a:custGeom>
              <a:avLst/>
              <a:gdLst>
                <a:gd name="T0" fmla="*/ 0 w 1"/>
                <a:gd name="T1" fmla="*/ 0 h 976"/>
                <a:gd name="T2" fmla="*/ 0 w 1"/>
                <a:gd name="T3" fmla="*/ 976 h 976"/>
                <a:gd name="T4" fmla="*/ 0 60000 65536"/>
                <a:gd name="T5" fmla="*/ 0 60000 65536"/>
                <a:gd name="T6" fmla="*/ 0 w 1"/>
                <a:gd name="T7" fmla="*/ 0 h 976"/>
                <a:gd name="T8" fmla="*/ 1 w 1"/>
                <a:gd name="T9" fmla="*/ 976 h 976"/>
              </a:gdLst>
              <a:ahLst/>
              <a:cxnLst>
                <a:cxn ang="T4">
                  <a:pos x="T0" y="T1"/>
                </a:cxn>
                <a:cxn ang="T5">
                  <a:pos x="T2" y="T3"/>
                </a:cxn>
              </a:cxnLst>
              <a:rect l="T6" t="T7" r="T8" b="T9"/>
              <a:pathLst>
                <a:path w="1" h="976">
                  <a:moveTo>
                    <a:pt x="0" y="0"/>
                  </a:moveTo>
                  <a:lnTo>
                    <a:pt x="0" y="976"/>
                  </a:lnTo>
                </a:path>
              </a:pathLst>
            </a:custGeom>
            <a:noFill/>
            <a:ln w="28575">
              <a:solidFill>
                <a:srgbClr val="FF0000"/>
              </a:solidFill>
              <a:round/>
              <a:headEnd/>
              <a:tailEnd type="triangle" w="sm" len="med"/>
            </a:ln>
          </p:spPr>
          <p:txBody>
            <a:bodyPr/>
            <a:lstStyle/>
            <a:p>
              <a:endParaRPr lang="zh-CN" altLang="en-US"/>
            </a:p>
          </p:txBody>
        </p:sp>
        <p:sp>
          <p:nvSpPr>
            <p:cNvPr id="56334" name="Line 32"/>
            <p:cNvSpPr>
              <a:spLocks noChangeShapeType="1"/>
            </p:cNvSpPr>
            <p:nvPr/>
          </p:nvSpPr>
          <p:spPr bwMode="auto">
            <a:xfrm>
              <a:off x="3416" y="1679"/>
              <a:ext cx="8" cy="1342"/>
            </a:xfrm>
            <a:prstGeom prst="line">
              <a:avLst/>
            </a:prstGeom>
            <a:noFill/>
            <a:ln w="28575">
              <a:solidFill>
                <a:srgbClr val="FF0000"/>
              </a:solidFill>
              <a:round/>
              <a:headEnd/>
              <a:tailEnd type="triangle" w="sm" len="med"/>
            </a:ln>
          </p:spPr>
          <p:txBody>
            <a:bodyPr/>
            <a:lstStyle/>
            <a:p>
              <a:endParaRPr lang="zh-CN" altLang="en-US"/>
            </a:p>
          </p:txBody>
        </p:sp>
        <p:sp>
          <p:nvSpPr>
            <p:cNvPr id="56335" name="Line 33"/>
            <p:cNvSpPr>
              <a:spLocks noChangeShapeType="1"/>
            </p:cNvSpPr>
            <p:nvPr/>
          </p:nvSpPr>
          <p:spPr bwMode="auto">
            <a:xfrm>
              <a:off x="3512" y="1679"/>
              <a:ext cx="3" cy="1343"/>
            </a:xfrm>
            <a:prstGeom prst="line">
              <a:avLst/>
            </a:prstGeom>
            <a:noFill/>
            <a:ln w="28575">
              <a:solidFill>
                <a:srgbClr val="FF0000"/>
              </a:solidFill>
              <a:round/>
              <a:headEnd/>
              <a:tailEnd type="triangle" w="sm" len="med"/>
            </a:ln>
          </p:spPr>
          <p:txBody>
            <a:bodyPr/>
            <a:lstStyle/>
            <a:p>
              <a:endParaRPr lang="zh-CN" altLang="en-US"/>
            </a:p>
          </p:txBody>
        </p:sp>
        <p:sp>
          <p:nvSpPr>
            <p:cNvPr id="56336" name="Line 34"/>
            <p:cNvSpPr>
              <a:spLocks noChangeShapeType="1"/>
            </p:cNvSpPr>
            <p:nvPr/>
          </p:nvSpPr>
          <p:spPr bwMode="auto">
            <a:xfrm flipH="1">
              <a:off x="3606" y="1679"/>
              <a:ext cx="2" cy="1734"/>
            </a:xfrm>
            <a:prstGeom prst="line">
              <a:avLst/>
            </a:prstGeom>
            <a:noFill/>
            <a:ln w="28575">
              <a:solidFill>
                <a:srgbClr val="FF0000"/>
              </a:solidFill>
              <a:round/>
              <a:headEnd/>
              <a:tailEnd type="triangle" w="sm" len="med"/>
            </a:ln>
          </p:spPr>
          <p:txBody>
            <a:bodyPr/>
            <a:lstStyle/>
            <a:p>
              <a:endParaRPr lang="zh-CN" altLang="en-US"/>
            </a:p>
          </p:txBody>
        </p:sp>
        <p:sp>
          <p:nvSpPr>
            <p:cNvPr id="56337" name="Line 35"/>
            <p:cNvSpPr>
              <a:spLocks noChangeShapeType="1"/>
            </p:cNvSpPr>
            <p:nvPr/>
          </p:nvSpPr>
          <p:spPr bwMode="auto">
            <a:xfrm flipH="1">
              <a:off x="3696" y="1679"/>
              <a:ext cx="8" cy="2114"/>
            </a:xfrm>
            <a:prstGeom prst="line">
              <a:avLst/>
            </a:prstGeom>
            <a:noFill/>
            <a:ln w="28575">
              <a:solidFill>
                <a:srgbClr val="FF0000"/>
              </a:solidFill>
              <a:round/>
              <a:headEnd/>
              <a:tailEnd type="triangle" w="sm" len="med"/>
            </a:ln>
          </p:spPr>
          <p:txBody>
            <a:bodyPr/>
            <a:lstStyle/>
            <a:p>
              <a:endParaRPr lang="zh-CN" altLang="en-US"/>
            </a:p>
          </p:txBody>
        </p:sp>
        <p:sp>
          <p:nvSpPr>
            <p:cNvPr id="56338" name="Line 36"/>
            <p:cNvSpPr>
              <a:spLocks noChangeShapeType="1"/>
            </p:cNvSpPr>
            <p:nvPr/>
          </p:nvSpPr>
          <p:spPr bwMode="auto">
            <a:xfrm flipV="1">
              <a:off x="3123" y="3816"/>
              <a:ext cx="549" cy="6"/>
            </a:xfrm>
            <a:prstGeom prst="line">
              <a:avLst/>
            </a:prstGeom>
            <a:noFill/>
            <a:ln w="28575">
              <a:solidFill>
                <a:srgbClr val="333399"/>
              </a:solidFill>
              <a:round/>
              <a:headEnd/>
              <a:tailEnd/>
            </a:ln>
          </p:spPr>
          <p:txBody>
            <a:bodyPr/>
            <a:lstStyle/>
            <a:p>
              <a:endParaRPr lang="zh-CN" altLang="en-US"/>
            </a:p>
          </p:txBody>
        </p:sp>
        <p:sp>
          <p:nvSpPr>
            <p:cNvPr id="56339" name="Line 37"/>
            <p:cNvSpPr>
              <a:spLocks noChangeShapeType="1"/>
            </p:cNvSpPr>
            <p:nvPr/>
          </p:nvSpPr>
          <p:spPr bwMode="auto">
            <a:xfrm flipV="1">
              <a:off x="3016" y="3430"/>
              <a:ext cx="544" cy="0"/>
            </a:xfrm>
            <a:prstGeom prst="line">
              <a:avLst/>
            </a:prstGeom>
            <a:noFill/>
            <a:ln w="28575">
              <a:solidFill>
                <a:srgbClr val="333399"/>
              </a:solidFill>
              <a:round/>
              <a:headEnd/>
              <a:tailEnd/>
            </a:ln>
          </p:spPr>
          <p:txBody>
            <a:bodyPr/>
            <a:lstStyle/>
            <a:p>
              <a:endParaRPr lang="zh-CN" altLang="en-US"/>
            </a:p>
          </p:txBody>
        </p:sp>
        <p:sp>
          <p:nvSpPr>
            <p:cNvPr id="56340" name="Line 38"/>
            <p:cNvSpPr>
              <a:spLocks noChangeShapeType="1"/>
            </p:cNvSpPr>
            <p:nvPr/>
          </p:nvSpPr>
          <p:spPr bwMode="auto">
            <a:xfrm>
              <a:off x="2835" y="3038"/>
              <a:ext cx="531" cy="0"/>
            </a:xfrm>
            <a:prstGeom prst="line">
              <a:avLst/>
            </a:prstGeom>
            <a:noFill/>
            <a:ln w="28575">
              <a:solidFill>
                <a:srgbClr val="333399"/>
              </a:solidFill>
              <a:round/>
              <a:headEnd/>
              <a:tailEnd/>
            </a:ln>
          </p:spPr>
          <p:txBody>
            <a:bodyPr/>
            <a:lstStyle/>
            <a:p>
              <a:endParaRPr lang="zh-CN" altLang="en-US"/>
            </a:p>
          </p:txBody>
        </p:sp>
        <p:sp>
          <p:nvSpPr>
            <p:cNvPr id="56341" name="Line 39"/>
            <p:cNvSpPr>
              <a:spLocks noChangeShapeType="1"/>
            </p:cNvSpPr>
            <p:nvPr/>
          </p:nvSpPr>
          <p:spPr bwMode="auto">
            <a:xfrm>
              <a:off x="2653" y="2659"/>
              <a:ext cx="545" cy="0"/>
            </a:xfrm>
            <a:prstGeom prst="line">
              <a:avLst/>
            </a:prstGeom>
            <a:noFill/>
            <a:ln w="28575">
              <a:solidFill>
                <a:srgbClr val="333399"/>
              </a:solidFill>
              <a:round/>
              <a:headEnd/>
              <a:tailEnd/>
            </a:ln>
          </p:spPr>
          <p:txBody>
            <a:bodyPr/>
            <a:lstStyle/>
            <a:p>
              <a:endParaRPr lang="zh-CN" altLang="en-US"/>
            </a:p>
          </p:txBody>
        </p:sp>
        <p:sp>
          <p:nvSpPr>
            <p:cNvPr id="56342" name="Line 40"/>
            <p:cNvSpPr>
              <a:spLocks noChangeShapeType="1"/>
            </p:cNvSpPr>
            <p:nvPr/>
          </p:nvSpPr>
          <p:spPr bwMode="auto">
            <a:xfrm>
              <a:off x="2423" y="2272"/>
              <a:ext cx="574" cy="0"/>
            </a:xfrm>
            <a:prstGeom prst="line">
              <a:avLst/>
            </a:prstGeom>
            <a:noFill/>
            <a:ln w="28575">
              <a:solidFill>
                <a:srgbClr val="333399"/>
              </a:solidFill>
              <a:round/>
              <a:headEnd/>
              <a:tailEnd/>
            </a:ln>
          </p:spPr>
          <p:txBody>
            <a:bodyPr/>
            <a:lstStyle/>
            <a:p>
              <a:endParaRPr lang="zh-CN" altLang="en-US"/>
            </a:p>
          </p:txBody>
        </p:sp>
        <p:sp>
          <p:nvSpPr>
            <p:cNvPr id="56343" name="Line 41"/>
            <p:cNvSpPr>
              <a:spLocks noChangeShapeType="1"/>
            </p:cNvSpPr>
            <p:nvPr/>
          </p:nvSpPr>
          <p:spPr bwMode="auto">
            <a:xfrm>
              <a:off x="2336" y="1888"/>
              <a:ext cx="544" cy="0"/>
            </a:xfrm>
            <a:prstGeom prst="line">
              <a:avLst/>
            </a:prstGeom>
            <a:noFill/>
            <a:ln w="28575">
              <a:solidFill>
                <a:srgbClr val="333399"/>
              </a:solidFill>
              <a:round/>
              <a:headEnd/>
              <a:tailEnd/>
            </a:ln>
          </p:spPr>
          <p:txBody>
            <a:bodyPr/>
            <a:lstStyle/>
            <a:p>
              <a:endParaRPr lang="zh-CN" altLang="en-US"/>
            </a:p>
          </p:txBody>
        </p:sp>
        <p:sp>
          <p:nvSpPr>
            <p:cNvPr id="56344" name="Line 42"/>
            <p:cNvSpPr>
              <a:spLocks noChangeShapeType="1"/>
            </p:cNvSpPr>
            <p:nvPr/>
          </p:nvSpPr>
          <p:spPr bwMode="auto">
            <a:xfrm>
              <a:off x="3244" y="4004"/>
              <a:ext cx="862" cy="0"/>
            </a:xfrm>
            <a:prstGeom prst="line">
              <a:avLst/>
            </a:prstGeom>
            <a:noFill/>
            <a:ln w="76200">
              <a:solidFill>
                <a:srgbClr val="00FF00"/>
              </a:solidFill>
              <a:round/>
              <a:headEnd/>
              <a:tailEnd/>
            </a:ln>
          </p:spPr>
          <p:txBody>
            <a:bodyPr/>
            <a:lstStyle/>
            <a:p>
              <a:endParaRPr lang="zh-CN" altLang="en-US"/>
            </a:p>
          </p:txBody>
        </p:sp>
        <p:sp>
          <p:nvSpPr>
            <p:cNvPr id="56345" name="Line 43"/>
            <p:cNvSpPr>
              <a:spLocks noChangeShapeType="1"/>
            </p:cNvSpPr>
            <p:nvPr/>
          </p:nvSpPr>
          <p:spPr bwMode="auto">
            <a:xfrm>
              <a:off x="3833" y="1706"/>
              <a:ext cx="363" cy="0"/>
            </a:xfrm>
            <a:prstGeom prst="line">
              <a:avLst/>
            </a:prstGeom>
            <a:noFill/>
            <a:ln w="76200">
              <a:solidFill>
                <a:srgbClr val="00FF00"/>
              </a:solidFill>
              <a:round/>
              <a:headEnd/>
              <a:tailEnd/>
            </a:ln>
          </p:spPr>
          <p:txBody>
            <a:bodyPr/>
            <a:lstStyle/>
            <a:p>
              <a:endParaRPr lang="zh-CN" altLang="en-US"/>
            </a:p>
          </p:txBody>
        </p:sp>
        <p:sp>
          <p:nvSpPr>
            <p:cNvPr id="56346" name="Line 44"/>
            <p:cNvSpPr>
              <a:spLocks noChangeShapeType="1"/>
            </p:cNvSpPr>
            <p:nvPr/>
          </p:nvSpPr>
          <p:spPr bwMode="auto">
            <a:xfrm>
              <a:off x="1294" y="1706"/>
              <a:ext cx="181" cy="0"/>
            </a:xfrm>
            <a:prstGeom prst="line">
              <a:avLst/>
            </a:prstGeom>
            <a:noFill/>
            <a:ln w="76200">
              <a:solidFill>
                <a:srgbClr val="00FF00"/>
              </a:solidFill>
              <a:round/>
              <a:headEnd/>
              <a:tailEnd/>
            </a:ln>
          </p:spPr>
          <p:txBody>
            <a:bodyPr/>
            <a:lstStyle/>
            <a:p>
              <a:endParaRPr lang="zh-CN" altLang="en-US"/>
            </a:p>
          </p:txBody>
        </p:sp>
      </p:grpSp>
      <p:sp>
        <p:nvSpPr>
          <p:cNvPr id="3" name="矩形 2">
            <a:extLst>
              <a:ext uri="{FF2B5EF4-FFF2-40B4-BE49-F238E27FC236}">
                <a16:creationId xmlns:a16="http://schemas.microsoft.com/office/drawing/2014/main" id="{D17EA6DA-9DC1-49D6-999C-FDCFA2D4A9FA}"/>
              </a:ext>
            </a:extLst>
          </p:cNvPr>
          <p:cNvSpPr/>
          <p:nvPr/>
        </p:nvSpPr>
        <p:spPr>
          <a:xfrm>
            <a:off x="479880" y="3974768"/>
            <a:ext cx="5434501" cy="1145955"/>
          </a:xfrm>
          <a:prstGeom prst="rect">
            <a:avLst/>
          </a:prstGeom>
        </p:spPr>
        <p:txBody>
          <a:bodyPr wrap="none">
            <a:spAutoFit/>
          </a:bodyPr>
          <a:lstStyle/>
          <a:p>
            <a:pPr marL="342900" indent="-342900">
              <a:lnSpc>
                <a:spcPts val="2800"/>
              </a:lnSpc>
              <a:buClr>
                <a:srgbClr val="C00000"/>
              </a:buClr>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生成多项式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表示为：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a:p>
            <a:pPr>
              <a:lnSpc>
                <a:spcPts val="2800"/>
              </a:lnSpc>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 = 1×x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5</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4</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0</a:t>
            </a:r>
          </a:p>
          <a:p>
            <a:pPr>
              <a:lnSpc>
                <a:spcPts val="2800"/>
              </a:lnSpc>
            </a:pP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5</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4</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0</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标题 1">
            <a:extLst>
              <a:ext uri="{FF2B5EF4-FFF2-40B4-BE49-F238E27FC236}">
                <a16:creationId xmlns:a16="http://schemas.microsoft.com/office/drawing/2014/main" id="{142715A1-4479-4753-B9F8-F7D8A87B8BB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链路层差错控制</a:t>
            </a:r>
          </a:p>
        </p:txBody>
      </p:sp>
      <p:sp>
        <p:nvSpPr>
          <p:cNvPr id="4" name="矩形 3">
            <a:extLst>
              <a:ext uri="{FF2B5EF4-FFF2-40B4-BE49-F238E27FC236}">
                <a16:creationId xmlns:a16="http://schemas.microsoft.com/office/drawing/2014/main" id="{FF4BBAB8-7444-4237-ADD3-A0704706DF79}"/>
              </a:ext>
            </a:extLst>
          </p:cNvPr>
          <p:cNvSpPr/>
          <p:nvPr/>
        </p:nvSpPr>
        <p:spPr>
          <a:xfrm>
            <a:off x="479880" y="5301341"/>
            <a:ext cx="7130139" cy="837152"/>
          </a:xfrm>
          <a:prstGeom prst="rect">
            <a:avLst/>
          </a:prstGeom>
        </p:spPr>
        <p:txBody>
          <a:bodyPr wrap="square">
            <a:spAutoFit/>
          </a:bodyPr>
          <a:lstStyle/>
          <a:p>
            <a:pPr marL="342900" lvl="1" indent="-342900">
              <a:lnSpc>
                <a:spcPct val="90000"/>
              </a:lnSpc>
              <a:spcBef>
                <a:spcPct val="40000"/>
              </a:spcBef>
              <a:buClr>
                <a:srgbClr val="C00000"/>
              </a:buClr>
              <a:buSzPct val="100000"/>
              <a:buFont typeface="Wingdings" panose="05000000000000000000" pitchFamily="2" charset="2"/>
              <a:buChar char="n"/>
            </a:pPr>
            <a:r>
              <a:rPr lang="zh-CN" altLang="en-US" sz="2200" dirty="0">
                <a:latin typeface="宋体" panose="02010600030101010101" pitchFamily="2" charset="-122"/>
                <a:ea typeface="宋体" panose="02010600030101010101" pitchFamily="2" charset="-122"/>
                <a:cs typeface="Times New Roman" panose="02020603050405020304" pitchFamily="18" charset="0"/>
              </a:rPr>
              <a:t>例如，以太网的生成多项式为：</a:t>
            </a:r>
            <a:endParaRPr lang="en-US" altLang="zh-CN" sz="2200" dirty="0">
              <a:latin typeface="宋体" panose="02010600030101010101" pitchFamily="2" charset="-122"/>
              <a:ea typeface="宋体" panose="02010600030101010101" pitchFamily="2" charset="-122"/>
              <a:cs typeface="Times New Roman" panose="02020603050405020304" pitchFamily="18" charset="0"/>
            </a:endParaRPr>
          </a:p>
          <a:p>
            <a:pPr marL="0" lvl="1">
              <a:lnSpc>
                <a:spcPct val="90000"/>
              </a:lnSpc>
              <a:spcBef>
                <a:spcPct val="40000"/>
              </a:spcBef>
            </a:pPr>
            <a:r>
              <a:rPr lang="en-US" altLang="zh-CN" sz="2200" dirty="0">
                <a:latin typeface="Times New Roman" panose="02020603050405020304" pitchFamily="18" charset="0"/>
                <a:ea typeface="Arial Unicode MS" pitchFamily="34" charset="-122"/>
                <a:cs typeface="Times New Roman" panose="02020603050405020304" pitchFamily="18" charset="0"/>
              </a:rPr>
              <a:t>G = 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32</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26</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23</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22</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16</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12</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11</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10</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8</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7</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5</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4</a:t>
            </a:r>
            <a:r>
              <a:rPr lang="en-US" altLang="zh-CN" sz="2200" dirty="0">
                <a:latin typeface="Times New Roman" panose="02020603050405020304" pitchFamily="18" charset="0"/>
                <a:ea typeface="Arial Unicode MS" pitchFamily="34" charset="-122"/>
                <a:cs typeface="Times New Roman" panose="02020603050405020304" pitchFamily="18" charset="0"/>
              </a:rPr>
              <a:t>+x</a:t>
            </a:r>
            <a:r>
              <a:rPr lang="en-US" altLang="zh-CN" sz="2200" baseline="30000" dirty="0">
                <a:latin typeface="Times New Roman" panose="02020603050405020304" pitchFamily="18" charset="0"/>
                <a:ea typeface="Arial Unicode MS" pitchFamily="34" charset="-122"/>
                <a:cs typeface="Times New Roman" panose="02020603050405020304" pitchFamily="18" charset="0"/>
              </a:rPr>
              <a:t>2</a:t>
            </a:r>
            <a:r>
              <a:rPr lang="en-US" altLang="zh-CN" sz="2200" dirty="0">
                <a:latin typeface="Times New Roman" panose="02020603050405020304" pitchFamily="18" charset="0"/>
                <a:ea typeface="Arial Unicode MS" pitchFamily="34" charset="-122"/>
                <a:cs typeface="Times New Roman" panose="02020603050405020304" pitchFamily="18" charset="0"/>
              </a:rPr>
              <a:t>+x+1</a:t>
            </a:r>
          </a:p>
        </p:txBody>
      </p:sp>
      <p:sp>
        <p:nvSpPr>
          <p:cNvPr id="29" name="爆炸形: 14 pt  28">
            <a:extLst>
              <a:ext uri="{FF2B5EF4-FFF2-40B4-BE49-F238E27FC236}">
                <a16:creationId xmlns:a16="http://schemas.microsoft.com/office/drawing/2014/main" id="{68B63D4D-1F14-49AB-838A-BE472563908D}"/>
              </a:ext>
            </a:extLst>
          </p:cNvPr>
          <p:cNvSpPr/>
          <p:nvPr/>
        </p:nvSpPr>
        <p:spPr>
          <a:xfrm>
            <a:off x="7523807" y="5508336"/>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5-1</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5954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415371" y="545652"/>
            <a:ext cx="8352848" cy="872602"/>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局域网领域的三足鼎立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标题 1">
            <a:extLst>
              <a:ext uri="{FF2B5EF4-FFF2-40B4-BE49-F238E27FC236}">
                <a16:creationId xmlns:a16="http://schemas.microsoft.com/office/drawing/2014/main" id="{BA8B2A8E-21B9-4230-BA2A-709BD2FC508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pic>
        <p:nvPicPr>
          <p:cNvPr id="5" name="图片 4">
            <a:extLst>
              <a:ext uri="{FF2B5EF4-FFF2-40B4-BE49-F238E27FC236}">
                <a16:creationId xmlns:a16="http://schemas.microsoft.com/office/drawing/2014/main" id="{6F1AA9B3-A590-4696-AAE6-11F6AD73A58D}"/>
              </a:ext>
            </a:extLst>
          </p:cNvPr>
          <p:cNvPicPr>
            <a:picLocks noChangeAspect="1"/>
          </p:cNvPicPr>
          <p:nvPr/>
        </p:nvPicPr>
        <p:blipFill>
          <a:blip r:embed="rId3"/>
          <a:stretch>
            <a:fillRect/>
          </a:stretch>
        </p:blipFill>
        <p:spPr>
          <a:xfrm>
            <a:off x="415371" y="1280043"/>
            <a:ext cx="6501289" cy="2671763"/>
          </a:xfrm>
          <a:prstGeom prst="rect">
            <a:avLst/>
          </a:prstGeom>
        </p:spPr>
      </p:pic>
      <p:pic>
        <p:nvPicPr>
          <p:cNvPr id="9" name="图片 8">
            <a:extLst>
              <a:ext uri="{FF2B5EF4-FFF2-40B4-BE49-F238E27FC236}">
                <a16:creationId xmlns:a16="http://schemas.microsoft.com/office/drawing/2014/main" id="{3E5E73C5-88DD-4863-8374-35237550AF09}"/>
              </a:ext>
            </a:extLst>
          </p:cNvPr>
          <p:cNvPicPr>
            <a:picLocks noChangeAspect="1"/>
          </p:cNvPicPr>
          <p:nvPr/>
        </p:nvPicPr>
        <p:blipFill>
          <a:blip r:embed="rId4"/>
          <a:stretch>
            <a:fillRect/>
          </a:stretch>
        </p:blipFill>
        <p:spPr>
          <a:xfrm>
            <a:off x="2729838" y="3813595"/>
            <a:ext cx="6282690" cy="2704148"/>
          </a:xfrm>
          <a:prstGeom prst="rect">
            <a:avLst/>
          </a:prstGeom>
        </p:spPr>
      </p:pic>
      <p:sp>
        <p:nvSpPr>
          <p:cNvPr id="13" name="矩形 12">
            <a:extLst>
              <a:ext uri="{FF2B5EF4-FFF2-40B4-BE49-F238E27FC236}">
                <a16:creationId xmlns:a16="http://schemas.microsoft.com/office/drawing/2014/main" id="{68F117E7-05BD-428E-BE5E-51E9C1C13351}"/>
              </a:ext>
            </a:extLst>
          </p:cNvPr>
          <p:cNvSpPr/>
          <p:nvPr/>
        </p:nvSpPr>
        <p:spPr>
          <a:xfrm>
            <a:off x="6257975" y="1297763"/>
            <a:ext cx="2510244" cy="822597"/>
          </a:xfrm>
          <a:prstGeom prst="rect">
            <a:avLst/>
          </a:prstGeom>
          <a:solidFill>
            <a:schemeClr val="accent2">
              <a:lumMod val="40000"/>
              <a:lumOff val="6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令牌环网（</a:t>
            </a:r>
            <a:r>
              <a:rPr lang="en-US" altLang="zh-CN"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Token Ring</a:t>
            </a: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IEEE 802.4</a:t>
            </a:r>
            <a:endParaRPr lang="zh-CN" altLang="en-US" sz="2000" b="1" dirty="0">
              <a:solidFill>
                <a:srgbClr val="C00000"/>
              </a:solidFill>
              <a:latin typeface="黑体" panose="02010609060101010101" pitchFamily="49" charset="-122"/>
              <a:ea typeface="黑体" panose="02010609060101010101" pitchFamily="49" charset="-122"/>
            </a:endParaRPr>
          </a:p>
        </p:txBody>
      </p:sp>
      <p:sp>
        <p:nvSpPr>
          <p:cNvPr id="14" name="矩形 13">
            <a:extLst>
              <a:ext uri="{FF2B5EF4-FFF2-40B4-BE49-F238E27FC236}">
                <a16:creationId xmlns:a16="http://schemas.microsoft.com/office/drawing/2014/main" id="{7BF5B7E0-F686-41E8-8FA5-E21D95B2384C}"/>
              </a:ext>
            </a:extLst>
          </p:cNvPr>
          <p:cNvSpPr/>
          <p:nvPr/>
        </p:nvSpPr>
        <p:spPr>
          <a:xfrm>
            <a:off x="317483" y="5489751"/>
            <a:ext cx="2510244" cy="822597"/>
          </a:xfrm>
          <a:prstGeom prst="rect">
            <a:avLst/>
          </a:prstGeom>
          <a:solidFill>
            <a:schemeClr val="accent2">
              <a:lumMod val="40000"/>
              <a:lumOff val="6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令牌总线网（</a:t>
            </a:r>
            <a:r>
              <a:rPr lang="en-US" altLang="zh-CN"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Token Bus</a:t>
            </a: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IEEE 802.5</a:t>
            </a:r>
            <a:endParaRPr lang="zh-CN" altLang="en-US" sz="2000" b="1"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17674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415371" y="545652"/>
            <a:ext cx="8352848" cy="872602"/>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以太网（</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Ethernet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）发展</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5301" name="Rectangle 3"/>
          <p:cNvSpPr>
            <a:spLocks noGrp="1" noChangeArrowheads="1"/>
          </p:cNvSpPr>
          <p:nvPr>
            <p:ph type="body" idx="1"/>
          </p:nvPr>
        </p:nvSpPr>
        <p:spPr>
          <a:xfrm>
            <a:off x="415371" y="1476980"/>
            <a:ext cx="8159787" cy="5002575"/>
          </a:xfrm>
        </p:spPr>
        <p:txBody>
          <a:bodyPr>
            <a:noAutofit/>
          </a:bodyPr>
          <a:lstStyle/>
          <a:p>
            <a:pPr marL="355600" indent="-355600">
              <a:lnSpc>
                <a:spcPts val="3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最初设计：</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1972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年施乐公司研发</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55600" indent="-355600">
              <a:lnSpc>
                <a:spcPts val="3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企业合作标准</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ts val="30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1980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年：以太网（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DIX v1.0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ts val="3000"/>
              </a:lnSpc>
              <a:spcBef>
                <a:spcPts val="600"/>
              </a:spcBef>
              <a:buBlip>
                <a:blip r:embed="rId4"/>
              </a:buBlip>
              <a:defRPr/>
            </a:pPr>
            <a:r>
              <a:rPr lang="en-US" altLang="zh-CN"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1982</a:t>
            </a:r>
            <a:r>
              <a:rPr lang="zh-CN" altLang="en-US"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年：以太网</a:t>
            </a:r>
            <a:r>
              <a:rPr lang="en-US" altLang="zh-CN"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II</a:t>
            </a:r>
            <a:r>
              <a:rPr lang="zh-CN" altLang="en-US"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DIX v2.0</a:t>
            </a:r>
            <a:r>
              <a:rPr lang="zh-CN" altLang="en-US"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endParaRPr>
          </a:p>
          <a:p>
            <a:pPr marL="355600" indent="-355600">
              <a:lnSpc>
                <a:spcPts val="3000"/>
              </a:lnSpc>
              <a:spcBef>
                <a:spcPts val="600"/>
              </a:spcBef>
              <a:buBlip>
                <a:blip r:embed="rId3"/>
              </a:buBlip>
              <a:defRPr/>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IEEE 802.3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标准（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1982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年至今）</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ts val="30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10M</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1982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-1995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年，支持同轴电缆、双绞线、光纤</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ts val="3000"/>
              </a:lnSpc>
              <a:spcBef>
                <a:spcPts val="600"/>
              </a:spcBef>
              <a:buBlip>
                <a:blip r:embed="rId4"/>
              </a:buBlip>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100M</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1995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-1998</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年，支持双绞线、光纤</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ts val="3000"/>
              </a:lnSpc>
              <a:spcBef>
                <a:spcPts val="600"/>
              </a:spcBef>
              <a:buBlip>
                <a:blip r:embed="rId4"/>
              </a:buBlip>
              <a:defRPr/>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1000M</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1G</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1998</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年至今，支持双绞线、光纤</a:t>
            </a:r>
            <a:endPar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ts val="3000"/>
              </a:lnSpc>
              <a:spcBef>
                <a:spcPts val="600"/>
              </a:spcBef>
              <a:buBlip>
                <a:blip r:embed="rId4"/>
              </a:buBlip>
              <a:defRPr/>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10G</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2002</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年至今，支持双绞线、光纤</a:t>
            </a:r>
            <a:endPar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ts val="3000"/>
              </a:lnSpc>
              <a:spcBef>
                <a:spcPts val="600"/>
              </a:spcBef>
              <a:buBlip>
                <a:blip r:embed="rId4"/>
              </a:buBlip>
              <a:defRPr/>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25G/40G/100G</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以太网：</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2010</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年至今，主要支持光纤</a:t>
            </a:r>
            <a:endPar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355600" indent="-355600">
              <a:lnSpc>
                <a:spcPts val="3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共享式和交换式以太网</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BA8B2A8E-21B9-4230-BA2A-709BD2FC508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pic>
        <p:nvPicPr>
          <p:cNvPr id="15" name="Picture 3" descr="metcalfe-enet"/>
          <p:cNvPicPr>
            <a:picLocks noChangeAspect="1" noChangeArrowheads="1"/>
          </p:cNvPicPr>
          <p:nvPr/>
        </p:nvPicPr>
        <p:blipFill>
          <a:blip r:embed="rId5"/>
          <a:srcRect/>
          <a:stretch>
            <a:fillRect/>
          </a:stretch>
        </p:blipFill>
        <p:spPr bwMode="auto">
          <a:xfrm>
            <a:off x="5188154" y="1476980"/>
            <a:ext cx="3730074" cy="1952020"/>
          </a:xfrm>
          <a:prstGeom prst="rect">
            <a:avLst/>
          </a:prstGeom>
          <a:noFill/>
          <a:ln w="9525">
            <a:noFill/>
            <a:miter lim="800000"/>
            <a:headEnd/>
            <a:tailEnd/>
          </a:ln>
        </p:spPr>
      </p:pic>
    </p:spTree>
    <p:extLst>
      <p:ext uri="{BB962C8B-B14F-4D97-AF65-F5344CB8AC3E}">
        <p14:creationId xmlns:p14="http://schemas.microsoft.com/office/powerpoint/2010/main" val="2912113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415371" y="609600"/>
            <a:ext cx="8477804" cy="803275"/>
          </a:xfrm>
        </p:spPr>
        <p:txBody>
          <a:bodyPr vert="horz" lIns="91440" tIns="45720" rIns="91440" bIns="45720" rtlCol="0" anchor="ct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共享式以太网：连接方式与功能</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5301" name="Rectangle 3"/>
          <p:cNvSpPr>
            <a:spLocks noGrp="1" noChangeArrowheads="1"/>
          </p:cNvSpPr>
          <p:nvPr>
            <p:ph type="body" idx="1"/>
          </p:nvPr>
        </p:nvSpPr>
        <p:spPr>
          <a:xfrm>
            <a:off x="415371" y="1412875"/>
            <a:ext cx="5171237" cy="5009555"/>
          </a:xfrm>
        </p:spPr>
        <p:txBody>
          <a:bodyPr>
            <a:noAutofit/>
          </a:bodyPr>
          <a:lstStyle/>
          <a:p>
            <a:pPr marL="355600" indent="-355600">
              <a:lnSpc>
                <a:spcPct val="120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连接方式</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通过同轴电缆连接，</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10Mbps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以太网</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通过双绞线与集线器连接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355600" indent="-355600">
              <a:lnSpc>
                <a:spcPct val="120000"/>
              </a:lnSpc>
              <a:spcBef>
                <a:spcPts val="600"/>
              </a:spcBef>
              <a:spcAft>
                <a:spcPts val="1200"/>
              </a:spcAft>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服务：面向非连接的不可靠服务</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55600" indent="-355600">
              <a:lnSpc>
                <a:spcPct val="1200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功能</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物理层：信号编码、时钟同步等，如差分曼彻斯特编码</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19138" lvl="1" indent="-361950">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介质访问控制层：介质访问控制、差错检测等，如</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CSMA/CD</a:t>
            </a:r>
          </a:p>
          <a:p>
            <a:pPr marL="719138" lvl="1" indent="-361950">
              <a:lnSpc>
                <a:spcPct val="1200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逻辑链路控制层：复用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分用</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BA8B2A8E-21B9-4230-BA2A-709BD2FC508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pic>
        <p:nvPicPr>
          <p:cNvPr id="58" name="图片 57">
            <a:extLst>
              <a:ext uri="{FF2B5EF4-FFF2-40B4-BE49-F238E27FC236}">
                <a16:creationId xmlns:a16="http://schemas.microsoft.com/office/drawing/2014/main" id="{247F02BB-B597-4949-B10E-6ECD34462B9D}"/>
              </a:ext>
            </a:extLst>
          </p:cNvPr>
          <p:cNvPicPr>
            <a:picLocks noChangeAspect="1"/>
          </p:cNvPicPr>
          <p:nvPr/>
        </p:nvPicPr>
        <p:blipFill>
          <a:blip r:embed="rId5"/>
          <a:stretch>
            <a:fillRect/>
          </a:stretch>
        </p:blipFill>
        <p:spPr>
          <a:xfrm>
            <a:off x="6606825" y="1155518"/>
            <a:ext cx="2235000" cy="759333"/>
          </a:xfrm>
          <a:prstGeom prst="rect">
            <a:avLst/>
          </a:prstGeom>
        </p:spPr>
      </p:pic>
      <p:pic>
        <p:nvPicPr>
          <p:cNvPr id="59" name="图片 58">
            <a:extLst>
              <a:ext uri="{FF2B5EF4-FFF2-40B4-BE49-F238E27FC236}">
                <a16:creationId xmlns:a16="http://schemas.microsoft.com/office/drawing/2014/main" id="{AC882F92-0E0B-40BA-BFC5-C05B95E95AFA}"/>
              </a:ext>
            </a:extLst>
          </p:cNvPr>
          <p:cNvPicPr>
            <a:picLocks noChangeAspect="1"/>
          </p:cNvPicPr>
          <p:nvPr/>
        </p:nvPicPr>
        <p:blipFill>
          <a:blip r:embed="rId6"/>
          <a:stretch>
            <a:fillRect/>
          </a:stretch>
        </p:blipFill>
        <p:spPr>
          <a:xfrm>
            <a:off x="6720020" y="2387056"/>
            <a:ext cx="2008609" cy="2007111"/>
          </a:xfrm>
          <a:prstGeom prst="rect">
            <a:avLst/>
          </a:prstGeom>
        </p:spPr>
      </p:pic>
      <p:grpSp>
        <p:nvGrpSpPr>
          <p:cNvPr id="60" name="组合 59">
            <a:extLst>
              <a:ext uri="{FF2B5EF4-FFF2-40B4-BE49-F238E27FC236}">
                <a16:creationId xmlns:a16="http://schemas.microsoft.com/office/drawing/2014/main" id="{C0EC22FD-16CE-49DB-802C-233C79BD7B9C}"/>
              </a:ext>
            </a:extLst>
          </p:cNvPr>
          <p:cNvGrpSpPr/>
          <p:nvPr/>
        </p:nvGrpSpPr>
        <p:grpSpPr>
          <a:xfrm>
            <a:off x="7005809" y="5197442"/>
            <a:ext cx="1887366" cy="1062530"/>
            <a:chOff x="6929454" y="1454779"/>
            <a:chExt cx="1643074" cy="1228329"/>
          </a:xfrm>
        </p:grpSpPr>
        <p:sp>
          <p:nvSpPr>
            <p:cNvPr id="61" name="TextBox 6">
              <a:extLst>
                <a:ext uri="{FF2B5EF4-FFF2-40B4-BE49-F238E27FC236}">
                  <a16:creationId xmlns:a16="http://schemas.microsoft.com/office/drawing/2014/main" id="{0563F097-1B8D-407C-B6AF-B9D0C10DB6C4}"/>
                </a:ext>
              </a:extLst>
            </p:cNvPr>
            <p:cNvSpPr txBox="1"/>
            <p:nvPr/>
          </p:nvSpPr>
          <p:spPr>
            <a:xfrm>
              <a:off x="6929454" y="1454779"/>
              <a:ext cx="1643074" cy="426963"/>
            </a:xfrm>
            <a:prstGeom prst="rect">
              <a:avLst/>
            </a:prstGeom>
            <a:solidFill>
              <a:schemeClr val="accent1">
                <a:lumMod val="20000"/>
                <a:lumOff val="80000"/>
              </a:schemeClr>
            </a:solidFill>
            <a:ln>
              <a:solidFill>
                <a:srgbClr val="FF0000"/>
              </a:solidFill>
            </a:ln>
          </p:spPr>
          <p:txBody>
            <a:bodyPr wrap="square" rtlCol="0">
              <a:spAutoFit/>
            </a:bodyPr>
            <a:lstStyle/>
            <a:p>
              <a:pPr algn="ctr"/>
              <a:r>
                <a:rPr lang="zh-CN" altLang="en-US" dirty="0">
                  <a:latin typeface="宋体" panose="02010600030101010101" pitchFamily="2" charset="-122"/>
                  <a:ea typeface="宋体" panose="02010600030101010101" pitchFamily="2" charset="-122"/>
                  <a:cs typeface="Arial Unicode MS" pitchFamily="34" charset="-122"/>
                </a:rPr>
                <a:t>逻辑链路控制层</a:t>
              </a:r>
            </a:p>
          </p:txBody>
        </p:sp>
        <p:sp>
          <p:nvSpPr>
            <p:cNvPr id="62" name="TextBox 7">
              <a:extLst>
                <a:ext uri="{FF2B5EF4-FFF2-40B4-BE49-F238E27FC236}">
                  <a16:creationId xmlns:a16="http://schemas.microsoft.com/office/drawing/2014/main" id="{5B0C3F78-138E-42EB-8650-DE56AB8DD5B7}"/>
                </a:ext>
              </a:extLst>
            </p:cNvPr>
            <p:cNvSpPr txBox="1"/>
            <p:nvPr/>
          </p:nvSpPr>
          <p:spPr>
            <a:xfrm>
              <a:off x="6929454" y="1857364"/>
              <a:ext cx="1643074" cy="426963"/>
            </a:xfrm>
            <a:prstGeom prst="rect">
              <a:avLst/>
            </a:prstGeom>
            <a:solidFill>
              <a:schemeClr val="accent2">
                <a:lumMod val="40000"/>
                <a:lumOff val="60000"/>
              </a:schemeClr>
            </a:solidFill>
            <a:ln w="9525">
              <a:solidFill>
                <a:srgbClr val="FF0000"/>
              </a:solidFill>
            </a:ln>
          </p:spPr>
          <p:txBody>
            <a:bodyPr wrap="square" rtlCol="0">
              <a:spAutoFit/>
            </a:bodyPr>
            <a:lstStyle/>
            <a:p>
              <a:pPr algn="ctr"/>
              <a:r>
                <a:rPr lang="zh-CN" altLang="en-US" dirty="0">
                  <a:latin typeface="宋体" panose="02010600030101010101" pitchFamily="2" charset="-122"/>
                  <a:ea typeface="宋体" panose="02010600030101010101" pitchFamily="2" charset="-122"/>
                  <a:cs typeface="Arial Unicode MS" pitchFamily="34" charset="-122"/>
                </a:rPr>
                <a:t>介质访问控制层</a:t>
              </a:r>
            </a:p>
          </p:txBody>
        </p:sp>
        <p:sp>
          <p:nvSpPr>
            <p:cNvPr id="63" name="TextBox 8">
              <a:extLst>
                <a:ext uri="{FF2B5EF4-FFF2-40B4-BE49-F238E27FC236}">
                  <a16:creationId xmlns:a16="http://schemas.microsoft.com/office/drawing/2014/main" id="{2AC47395-F238-488B-99C5-B85E63ABB8F2}"/>
                </a:ext>
              </a:extLst>
            </p:cNvPr>
            <p:cNvSpPr txBox="1"/>
            <p:nvPr/>
          </p:nvSpPr>
          <p:spPr>
            <a:xfrm>
              <a:off x="6929454" y="2256145"/>
              <a:ext cx="1643074" cy="426963"/>
            </a:xfrm>
            <a:prstGeom prst="rect">
              <a:avLst/>
            </a:prstGeom>
            <a:solidFill>
              <a:schemeClr val="accent2">
                <a:lumMod val="40000"/>
                <a:lumOff val="60000"/>
              </a:schemeClr>
            </a:solidFill>
            <a:ln>
              <a:solidFill>
                <a:srgbClr val="FF0000"/>
              </a:solidFill>
            </a:ln>
          </p:spPr>
          <p:txBody>
            <a:bodyPr wrap="square" rtlCol="0">
              <a:spAutoFit/>
            </a:bodyPr>
            <a:lstStyle/>
            <a:p>
              <a:pPr algn="ctr"/>
              <a:r>
                <a:rPr lang="zh-CN" altLang="en-US" dirty="0">
                  <a:latin typeface="宋体" panose="02010600030101010101" pitchFamily="2" charset="-122"/>
                  <a:ea typeface="宋体" panose="02010600030101010101" pitchFamily="2" charset="-122"/>
                  <a:cs typeface="Arial Unicode MS" pitchFamily="34" charset="-122"/>
                </a:rPr>
                <a:t>物理层</a:t>
              </a:r>
            </a:p>
          </p:txBody>
        </p:sp>
      </p:grpSp>
      <p:sp>
        <p:nvSpPr>
          <p:cNvPr id="2" name="文本框 1">
            <a:extLst>
              <a:ext uri="{FF2B5EF4-FFF2-40B4-BE49-F238E27FC236}">
                <a16:creationId xmlns:a16="http://schemas.microsoft.com/office/drawing/2014/main" id="{B14242CB-910E-4501-A7C0-EB6CE8E5BCD8}"/>
              </a:ext>
            </a:extLst>
          </p:cNvPr>
          <p:cNvSpPr txBox="1"/>
          <p:nvPr/>
        </p:nvSpPr>
        <p:spPr>
          <a:xfrm>
            <a:off x="5299285" y="5202847"/>
            <a:ext cx="1669312" cy="369332"/>
          </a:xfrm>
          <a:prstGeom prst="rect">
            <a:avLst/>
          </a:prstGeom>
          <a:noFill/>
        </p:spPr>
        <p:txBody>
          <a:bodyPr wrap="square" rtlCol="0">
            <a:spAutoFit/>
          </a:bodyPr>
          <a:lstStyle/>
          <a:p>
            <a:pPr algn="r"/>
            <a:r>
              <a:rPr lang="en-US" altLang="zh-CN" dirty="0"/>
              <a:t>IEEE802.2</a:t>
            </a:r>
            <a:r>
              <a:rPr lang="zh-CN" altLang="en-US" dirty="0"/>
              <a:t>标准</a:t>
            </a:r>
          </a:p>
        </p:txBody>
      </p:sp>
      <p:sp>
        <p:nvSpPr>
          <p:cNvPr id="76" name="文本框 75">
            <a:extLst>
              <a:ext uri="{FF2B5EF4-FFF2-40B4-BE49-F238E27FC236}">
                <a16:creationId xmlns:a16="http://schemas.microsoft.com/office/drawing/2014/main" id="{744B97B6-A394-49E1-BFF7-2E4A1EC86A07}"/>
              </a:ext>
            </a:extLst>
          </p:cNvPr>
          <p:cNvSpPr txBox="1"/>
          <p:nvPr/>
        </p:nvSpPr>
        <p:spPr>
          <a:xfrm>
            <a:off x="5309917" y="5735757"/>
            <a:ext cx="1669312" cy="369332"/>
          </a:xfrm>
          <a:prstGeom prst="rect">
            <a:avLst/>
          </a:prstGeom>
          <a:noFill/>
        </p:spPr>
        <p:txBody>
          <a:bodyPr wrap="square" rtlCol="0">
            <a:spAutoFit/>
          </a:bodyPr>
          <a:lstStyle/>
          <a:p>
            <a:pPr algn="r"/>
            <a:r>
              <a:rPr lang="en-US" altLang="zh-CN" dirty="0"/>
              <a:t>IEEE802.3</a:t>
            </a:r>
            <a:r>
              <a:rPr lang="zh-CN" altLang="en-US" dirty="0"/>
              <a:t>标准</a:t>
            </a:r>
          </a:p>
        </p:txBody>
      </p:sp>
      <p:sp>
        <p:nvSpPr>
          <p:cNvPr id="3" name="左中括号 2">
            <a:extLst>
              <a:ext uri="{FF2B5EF4-FFF2-40B4-BE49-F238E27FC236}">
                <a16:creationId xmlns:a16="http://schemas.microsoft.com/office/drawing/2014/main" id="{0E959DEF-8FBD-439F-B448-DF2BD5CB938A}"/>
              </a:ext>
            </a:extLst>
          </p:cNvPr>
          <p:cNvSpPr/>
          <p:nvPr/>
        </p:nvSpPr>
        <p:spPr>
          <a:xfrm>
            <a:off x="6919451" y="5545686"/>
            <a:ext cx="65094" cy="714286"/>
          </a:xfrm>
          <a:prstGeom prst="leftBracket">
            <a:avLst/>
          </a:prstGeom>
          <a:ln w="12700">
            <a:solidFill>
              <a:srgbClr val="2A09B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641808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Grp="1" noChangeArrowheads="1"/>
          </p:cNvSpPr>
          <p:nvPr>
            <p:ph type="title"/>
          </p:nvPr>
        </p:nvSpPr>
        <p:spPr>
          <a:xfrm>
            <a:off x="323850" y="609600"/>
            <a:ext cx="8496300" cy="713925"/>
          </a:xfrm>
        </p:spPr>
        <p:txBody>
          <a:bodyP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IEEE 802.3</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帧结构</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标题 1">
            <a:extLst>
              <a:ext uri="{FF2B5EF4-FFF2-40B4-BE49-F238E27FC236}">
                <a16:creationId xmlns:a16="http://schemas.microsoft.com/office/drawing/2014/main" id="{3D5435CF-65BA-4101-9BCB-140FF8C8BE15}"/>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sp>
        <p:nvSpPr>
          <p:cNvPr id="23" name="Rectangle 4"/>
          <p:cNvSpPr>
            <a:spLocks noChangeArrowheads="1"/>
          </p:cNvSpPr>
          <p:nvPr/>
        </p:nvSpPr>
        <p:spPr bwMode="auto">
          <a:xfrm flipH="1">
            <a:off x="1092728" y="3123772"/>
            <a:ext cx="11303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Preamble</a:t>
            </a:r>
          </a:p>
        </p:txBody>
      </p:sp>
      <p:sp>
        <p:nvSpPr>
          <p:cNvPr id="24" name="Rectangle 5"/>
          <p:cNvSpPr>
            <a:spLocks noChangeArrowheads="1"/>
          </p:cNvSpPr>
          <p:nvPr/>
        </p:nvSpPr>
        <p:spPr bwMode="auto">
          <a:xfrm flipH="1">
            <a:off x="2223028" y="3123772"/>
            <a:ext cx="5334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SFD</a:t>
            </a:r>
          </a:p>
        </p:txBody>
      </p:sp>
      <p:sp>
        <p:nvSpPr>
          <p:cNvPr id="25" name="Rectangle 6"/>
          <p:cNvSpPr>
            <a:spLocks noChangeArrowheads="1"/>
          </p:cNvSpPr>
          <p:nvPr/>
        </p:nvSpPr>
        <p:spPr bwMode="auto">
          <a:xfrm flipH="1">
            <a:off x="2756428" y="3123772"/>
            <a:ext cx="8382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DA</a:t>
            </a:r>
          </a:p>
        </p:txBody>
      </p:sp>
      <p:sp>
        <p:nvSpPr>
          <p:cNvPr id="26" name="Rectangle 7"/>
          <p:cNvSpPr>
            <a:spLocks noChangeArrowheads="1"/>
          </p:cNvSpPr>
          <p:nvPr/>
        </p:nvSpPr>
        <p:spPr bwMode="auto">
          <a:xfrm flipH="1">
            <a:off x="3594628" y="3123772"/>
            <a:ext cx="8382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SA</a:t>
            </a:r>
          </a:p>
        </p:txBody>
      </p:sp>
      <p:sp>
        <p:nvSpPr>
          <p:cNvPr id="27" name="Rectangle 8"/>
          <p:cNvSpPr>
            <a:spLocks noChangeArrowheads="1"/>
          </p:cNvSpPr>
          <p:nvPr/>
        </p:nvSpPr>
        <p:spPr bwMode="auto">
          <a:xfrm flipH="1">
            <a:off x="4432828" y="3123772"/>
            <a:ext cx="733425" cy="457200"/>
          </a:xfrm>
          <a:prstGeom prst="rect">
            <a:avLst/>
          </a:prstGeom>
          <a:solidFill>
            <a:schemeClr val="accent1">
              <a:lumMod val="20000"/>
              <a:lumOff val="80000"/>
            </a:schemeClr>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Type</a:t>
            </a:r>
          </a:p>
        </p:txBody>
      </p:sp>
      <p:sp>
        <p:nvSpPr>
          <p:cNvPr id="28" name="Rectangle 9"/>
          <p:cNvSpPr>
            <a:spLocks noChangeArrowheads="1"/>
          </p:cNvSpPr>
          <p:nvPr/>
        </p:nvSpPr>
        <p:spPr bwMode="auto">
          <a:xfrm flipH="1">
            <a:off x="5166253" y="3123772"/>
            <a:ext cx="1628775"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Data</a:t>
            </a:r>
          </a:p>
        </p:txBody>
      </p:sp>
      <p:sp>
        <p:nvSpPr>
          <p:cNvPr id="29" name="Rectangle 10"/>
          <p:cNvSpPr>
            <a:spLocks noChangeArrowheads="1"/>
          </p:cNvSpPr>
          <p:nvPr/>
        </p:nvSpPr>
        <p:spPr bwMode="auto">
          <a:xfrm flipH="1">
            <a:off x="6795028" y="3123772"/>
            <a:ext cx="5334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Pad</a:t>
            </a:r>
          </a:p>
        </p:txBody>
      </p:sp>
      <p:sp>
        <p:nvSpPr>
          <p:cNvPr id="30" name="Rectangle 11"/>
          <p:cNvSpPr>
            <a:spLocks noChangeArrowheads="1"/>
          </p:cNvSpPr>
          <p:nvPr/>
        </p:nvSpPr>
        <p:spPr bwMode="auto">
          <a:xfrm flipH="1">
            <a:off x="7328428" y="3123772"/>
            <a:ext cx="5334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CRC</a:t>
            </a:r>
          </a:p>
        </p:txBody>
      </p:sp>
      <p:sp>
        <p:nvSpPr>
          <p:cNvPr id="31" name="Text Box 12"/>
          <p:cNvSpPr txBox="1">
            <a:spLocks noChangeArrowheads="1"/>
          </p:cNvSpPr>
          <p:nvPr/>
        </p:nvSpPr>
        <p:spPr bwMode="auto">
          <a:xfrm>
            <a:off x="1287602" y="2788810"/>
            <a:ext cx="768159" cy="338554"/>
          </a:xfrm>
          <a:prstGeom prst="rect">
            <a:avLst/>
          </a:prstGeom>
          <a:noFill/>
          <a:ln w="9525">
            <a:noFill/>
            <a:miter lim="800000"/>
            <a:headEnd/>
            <a:tailEnd/>
          </a:ln>
        </p:spPr>
        <p:txBody>
          <a:bodyPr wrap="none">
            <a:spAutoFit/>
          </a:bodyPr>
          <a:lstStyle/>
          <a:p>
            <a:pP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7octets</a:t>
            </a:r>
          </a:p>
        </p:txBody>
      </p:sp>
      <p:sp>
        <p:nvSpPr>
          <p:cNvPr id="32" name="Text Box 13"/>
          <p:cNvSpPr txBox="1">
            <a:spLocks noChangeArrowheads="1"/>
          </p:cNvSpPr>
          <p:nvPr/>
        </p:nvSpPr>
        <p:spPr bwMode="auto">
          <a:xfrm>
            <a:off x="2323028" y="2788810"/>
            <a:ext cx="338554" cy="338554"/>
          </a:xfrm>
          <a:prstGeom prst="rect">
            <a:avLst/>
          </a:prstGeom>
          <a:noFill/>
          <a:ln w="9525">
            <a:noFill/>
            <a:miter lim="800000"/>
            <a:headEnd/>
            <a:tailEnd/>
          </a:ln>
        </p:spPr>
        <p:txBody>
          <a:bodyPr wrap="none">
            <a:spAutoFit/>
          </a:bodyPr>
          <a:lstStyle/>
          <a:p>
            <a:pP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1 </a:t>
            </a:r>
          </a:p>
        </p:txBody>
      </p:sp>
      <p:sp>
        <p:nvSpPr>
          <p:cNvPr id="33" name="Text Box 14"/>
          <p:cNvSpPr txBox="1">
            <a:spLocks noChangeArrowheads="1"/>
          </p:cNvSpPr>
          <p:nvPr/>
        </p:nvSpPr>
        <p:spPr bwMode="auto">
          <a:xfrm>
            <a:off x="2937403" y="2788810"/>
            <a:ext cx="531813" cy="338554"/>
          </a:xfrm>
          <a:prstGeom prst="rect">
            <a:avLst/>
          </a:prstGeom>
          <a:noFill/>
          <a:ln w="9525">
            <a:noFill/>
            <a:miter lim="800000"/>
            <a:headEnd/>
            <a:tailEnd/>
          </a:ln>
        </p:spPr>
        <p:txBody>
          <a:bodyPr>
            <a:spAutoFit/>
          </a:bodyPr>
          <a:lstStyle/>
          <a:p>
            <a:pPr algn="ct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6 </a:t>
            </a:r>
          </a:p>
        </p:txBody>
      </p:sp>
      <p:sp>
        <p:nvSpPr>
          <p:cNvPr id="34" name="Text Box 15"/>
          <p:cNvSpPr txBox="1">
            <a:spLocks noChangeArrowheads="1"/>
          </p:cNvSpPr>
          <p:nvPr/>
        </p:nvSpPr>
        <p:spPr bwMode="auto">
          <a:xfrm>
            <a:off x="3859741" y="2788810"/>
            <a:ext cx="338554" cy="338554"/>
          </a:xfrm>
          <a:prstGeom prst="rect">
            <a:avLst/>
          </a:prstGeom>
          <a:noFill/>
          <a:ln w="9525">
            <a:noFill/>
            <a:miter lim="800000"/>
            <a:headEnd/>
            <a:tailEnd/>
          </a:ln>
        </p:spPr>
        <p:txBody>
          <a:bodyPr wrap="none">
            <a:spAutoFit/>
          </a:bodyPr>
          <a:lstStyle/>
          <a:p>
            <a:pP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6 </a:t>
            </a:r>
          </a:p>
        </p:txBody>
      </p:sp>
      <p:sp>
        <p:nvSpPr>
          <p:cNvPr id="35" name="Text Box 16"/>
          <p:cNvSpPr txBox="1">
            <a:spLocks noChangeArrowheads="1"/>
          </p:cNvSpPr>
          <p:nvPr/>
        </p:nvSpPr>
        <p:spPr bwMode="auto">
          <a:xfrm>
            <a:off x="4558240" y="2788810"/>
            <a:ext cx="495301" cy="338554"/>
          </a:xfrm>
          <a:prstGeom prst="rect">
            <a:avLst/>
          </a:prstGeom>
          <a:noFill/>
          <a:ln w="9525">
            <a:noFill/>
            <a:miter lim="800000"/>
            <a:headEnd/>
            <a:tailEnd/>
          </a:ln>
        </p:spPr>
        <p:txBody>
          <a:bodyPr wrap="square">
            <a:spAutoFit/>
          </a:bodyPr>
          <a:lstStyle/>
          <a:p>
            <a:pPr algn="ct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2 </a:t>
            </a:r>
          </a:p>
        </p:txBody>
      </p:sp>
      <p:sp>
        <p:nvSpPr>
          <p:cNvPr id="36" name="Text Box 17"/>
          <p:cNvSpPr txBox="1">
            <a:spLocks noChangeArrowheads="1"/>
          </p:cNvSpPr>
          <p:nvPr/>
        </p:nvSpPr>
        <p:spPr bwMode="auto">
          <a:xfrm>
            <a:off x="5764741" y="2690385"/>
            <a:ext cx="920445" cy="338554"/>
          </a:xfrm>
          <a:prstGeom prst="rect">
            <a:avLst/>
          </a:prstGeom>
          <a:noFill/>
          <a:ln w="9525">
            <a:noFill/>
            <a:miter lim="800000"/>
            <a:headEnd/>
            <a:tailEnd/>
          </a:ln>
        </p:spPr>
        <p:txBody>
          <a:bodyPr wrap="none">
            <a:spAutoFit/>
          </a:bodyPr>
          <a:lstStyle/>
          <a:p>
            <a:pP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46-1500 </a:t>
            </a:r>
          </a:p>
        </p:txBody>
      </p:sp>
      <p:sp>
        <p:nvSpPr>
          <p:cNvPr id="37" name="Text Box 18"/>
          <p:cNvSpPr txBox="1">
            <a:spLocks noChangeArrowheads="1"/>
          </p:cNvSpPr>
          <p:nvPr/>
        </p:nvSpPr>
        <p:spPr bwMode="auto">
          <a:xfrm>
            <a:off x="7404628" y="2788810"/>
            <a:ext cx="338554" cy="338554"/>
          </a:xfrm>
          <a:prstGeom prst="rect">
            <a:avLst/>
          </a:prstGeom>
          <a:noFill/>
          <a:ln w="9525">
            <a:noFill/>
            <a:miter lim="800000"/>
            <a:headEnd/>
            <a:tailEnd/>
          </a:ln>
        </p:spPr>
        <p:txBody>
          <a:bodyPr wrap="none">
            <a:spAutoFit/>
          </a:bodyPr>
          <a:lstStyle/>
          <a:p>
            <a:pP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4 </a:t>
            </a:r>
          </a:p>
        </p:txBody>
      </p:sp>
      <p:sp>
        <p:nvSpPr>
          <p:cNvPr id="38" name="Line 19"/>
          <p:cNvSpPr>
            <a:spLocks noChangeShapeType="1"/>
          </p:cNvSpPr>
          <p:nvPr/>
        </p:nvSpPr>
        <p:spPr bwMode="auto">
          <a:xfrm>
            <a:off x="5166253" y="3004710"/>
            <a:ext cx="2159000" cy="0"/>
          </a:xfrm>
          <a:prstGeom prst="line">
            <a:avLst/>
          </a:prstGeom>
          <a:noFill/>
          <a:ln w="9525">
            <a:solidFill>
              <a:schemeClr val="tx1"/>
            </a:solidFill>
            <a:round/>
            <a:headEnd type="triangle" w="med" len="med"/>
            <a:tailEnd type="triangle" w="med" len="me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9" name="Rectangle 4"/>
          <p:cNvSpPr>
            <a:spLocks noChangeArrowheads="1"/>
          </p:cNvSpPr>
          <p:nvPr/>
        </p:nvSpPr>
        <p:spPr bwMode="auto">
          <a:xfrm flipH="1">
            <a:off x="1092728" y="1554117"/>
            <a:ext cx="11303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Preamble</a:t>
            </a:r>
          </a:p>
        </p:txBody>
      </p:sp>
      <p:sp>
        <p:nvSpPr>
          <p:cNvPr id="40" name="Rectangle 5"/>
          <p:cNvSpPr>
            <a:spLocks noChangeArrowheads="1"/>
          </p:cNvSpPr>
          <p:nvPr/>
        </p:nvSpPr>
        <p:spPr bwMode="auto">
          <a:xfrm flipH="1">
            <a:off x="2223028" y="1554117"/>
            <a:ext cx="5334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SFD</a:t>
            </a:r>
          </a:p>
        </p:txBody>
      </p:sp>
      <p:sp>
        <p:nvSpPr>
          <p:cNvPr id="41" name="Rectangle 6"/>
          <p:cNvSpPr>
            <a:spLocks noChangeArrowheads="1"/>
          </p:cNvSpPr>
          <p:nvPr/>
        </p:nvSpPr>
        <p:spPr bwMode="auto">
          <a:xfrm flipH="1">
            <a:off x="2756428" y="1554117"/>
            <a:ext cx="8382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DA</a:t>
            </a:r>
          </a:p>
        </p:txBody>
      </p:sp>
      <p:sp>
        <p:nvSpPr>
          <p:cNvPr id="42" name="Rectangle 7"/>
          <p:cNvSpPr>
            <a:spLocks noChangeArrowheads="1"/>
          </p:cNvSpPr>
          <p:nvPr/>
        </p:nvSpPr>
        <p:spPr bwMode="auto">
          <a:xfrm flipH="1">
            <a:off x="3594628" y="1554117"/>
            <a:ext cx="8382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SA</a:t>
            </a:r>
          </a:p>
        </p:txBody>
      </p:sp>
      <p:sp>
        <p:nvSpPr>
          <p:cNvPr id="43" name="Rectangle 8"/>
          <p:cNvSpPr>
            <a:spLocks noChangeArrowheads="1"/>
          </p:cNvSpPr>
          <p:nvPr/>
        </p:nvSpPr>
        <p:spPr bwMode="auto">
          <a:xfrm flipH="1">
            <a:off x="4432828" y="1554117"/>
            <a:ext cx="733425" cy="457200"/>
          </a:xfrm>
          <a:prstGeom prst="rect">
            <a:avLst/>
          </a:prstGeom>
          <a:solidFill>
            <a:schemeClr val="accent1">
              <a:lumMod val="20000"/>
              <a:lumOff val="80000"/>
            </a:schemeClr>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lang="en-US" altLang="zh-CN" sz="1600" dirty="0">
                <a:latin typeface="Times New Roman" panose="02020603050405020304" pitchFamily="18" charset="0"/>
                <a:ea typeface="宋体" pitchFamily="2" charset="-122"/>
                <a:cs typeface="Times New Roman" panose="02020603050405020304" pitchFamily="18" charset="0"/>
              </a:rPr>
              <a:t>Length</a:t>
            </a:r>
            <a:endParaRPr kumimoji="0" lang="en-US" altLang="zh-CN" sz="1600" dirty="0">
              <a:latin typeface="Times New Roman" panose="02020603050405020304" pitchFamily="18" charset="0"/>
              <a:ea typeface="宋体" pitchFamily="2" charset="-122"/>
              <a:cs typeface="Times New Roman" panose="02020603050405020304" pitchFamily="18" charset="0"/>
            </a:endParaRPr>
          </a:p>
        </p:txBody>
      </p:sp>
      <p:sp>
        <p:nvSpPr>
          <p:cNvPr id="44" name="Rectangle 9"/>
          <p:cNvSpPr>
            <a:spLocks noChangeArrowheads="1"/>
          </p:cNvSpPr>
          <p:nvPr/>
        </p:nvSpPr>
        <p:spPr bwMode="auto">
          <a:xfrm flipH="1">
            <a:off x="5166253" y="1554117"/>
            <a:ext cx="1628775"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dirty="0">
                <a:latin typeface="Times New Roman" panose="02020603050405020304" pitchFamily="18" charset="0"/>
                <a:ea typeface="宋体" pitchFamily="2" charset="-122"/>
                <a:cs typeface="Times New Roman" panose="02020603050405020304" pitchFamily="18" charset="0"/>
              </a:rPr>
              <a:t>LLC Data</a:t>
            </a:r>
          </a:p>
        </p:txBody>
      </p:sp>
      <p:sp>
        <p:nvSpPr>
          <p:cNvPr id="45" name="Rectangle 10"/>
          <p:cNvSpPr>
            <a:spLocks noChangeArrowheads="1"/>
          </p:cNvSpPr>
          <p:nvPr/>
        </p:nvSpPr>
        <p:spPr bwMode="auto">
          <a:xfrm flipH="1">
            <a:off x="6795028" y="1554117"/>
            <a:ext cx="5334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Pad</a:t>
            </a:r>
          </a:p>
        </p:txBody>
      </p:sp>
      <p:sp>
        <p:nvSpPr>
          <p:cNvPr id="46" name="Rectangle 11"/>
          <p:cNvSpPr>
            <a:spLocks noChangeArrowheads="1"/>
          </p:cNvSpPr>
          <p:nvPr/>
        </p:nvSpPr>
        <p:spPr bwMode="auto">
          <a:xfrm flipH="1">
            <a:off x="7328428" y="1554117"/>
            <a:ext cx="533400" cy="457200"/>
          </a:xfrm>
          <a:prstGeom prst="rect">
            <a:avLst/>
          </a:prstGeom>
          <a:solidFill>
            <a:schemeClr val="bg1"/>
          </a:solidFill>
          <a:ln w="9525">
            <a:solidFill>
              <a:schemeClr val="tx1"/>
            </a:solidFill>
            <a:miter lim="800000"/>
            <a:headEnd/>
            <a:tailEnd/>
          </a:ln>
          <a:effectLst>
            <a:outerShdw dist="107763" dir="2700000" algn="ctr" rotWithShape="0">
              <a:srgbClr val="0099CC">
                <a:alpha val="56000"/>
              </a:srgbClr>
            </a:outerShdw>
          </a:effectLst>
        </p:spPr>
        <p:txBody>
          <a:bodyPr wrap="none" anchor="ctr"/>
          <a:lstStyle/>
          <a:p>
            <a:pPr algn="ctr" eaLnBrk="0" hangingPunct="0">
              <a:defRPr/>
            </a:pPr>
            <a:r>
              <a:rPr kumimoji="0" lang="en-US" altLang="zh-CN" sz="1600">
                <a:latin typeface="Times New Roman" panose="02020603050405020304" pitchFamily="18" charset="0"/>
                <a:ea typeface="宋体" pitchFamily="2" charset="-122"/>
                <a:cs typeface="Times New Roman" panose="02020603050405020304" pitchFamily="18" charset="0"/>
              </a:rPr>
              <a:t>CRC</a:t>
            </a:r>
          </a:p>
        </p:txBody>
      </p:sp>
      <p:sp>
        <p:nvSpPr>
          <p:cNvPr id="47" name="Text Box 12"/>
          <p:cNvSpPr txBox="1">
            <a:spLocks noChangeArrowheads="1"/>
          </p:cNvSpPr>
          <p:nvPr/>
        </p:nvSpPr>
        <p:spPr bwMode="auto">
          <a:xfrm>
            <a:off x="1286779" y="1219155"/>
            <a:ext cx="768159" cy="338554"/>
          </a:xfrm>
          <a:prstGeom prst="rect">
            <a:avLst/>
          </a:prstGeom>
          <a:noFill/>
          <a:ln w="9525">
            <a:noFill/>
            <a:miter lim="800000"/>
            <a:headEnd/>
            <a:tailEnd/>
          </a:ln>
        </p:spPr>
        <p:txBody>
          <a:bodyPr wrap="none">
            <a:spAutoFit/>
          </a:bodyPr>
          <a:lstStyle/>
          <a:p>
            <a:pP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7octets</a:t>
            </a:r>
          </a:p>
        </p:txBody>
      </p:sp>
      <p:sp>
        <p:nvSpPr>
          <p:cNvPr id="48" name="Text Box 13"/>
          <p:cNvSpPr txBox="1">
            <a:spLocks noChangeArrowheads="1"/>
          </p:cNvSpPr>
          <p:nvPr/>
        </p:nvSpPr>
        <p:spPr bwMode="auto">
          <a:xfrm>
            <a:off x="2310926" y="1219155"/>
            <a:ext cx="338554" cy="338554"/>
          </a:xfrm>
          <a:prstGeom prst="rect">
            <a:avLst/>
          </a:prstGeom>
          <a:noFill/>
          <a:ln w="9525">
            <a:noFill/>
            <a:miter lim="800000"/>
            <a:headEnd/>
            <a:tailEnd/>
          </a:ln>
        </p:spPr>
        <p:txBody>
          <a:bodyPr wrap="none">
            <a:spAutoFit/>
          </a:bodyPr>
          <a:lstStyle/>
          <a:p>
            <a:pP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1 </a:t>
            </a:r>
          </a:p>
        </p:txBody>
      </p:sp>
      <p:sp>
        <p:nvSpPr>
          <p:cNvPr id="49" name="Text Box 14"/>
          <p:cNvSpPr txBox="1">
            <a:spLocks noChangeArrowheads="1"/>
          </p:cNvSpPr>
          <p:nvPr/>
        </p:nvSpPr>
        <p:spPr bwMode="auto">
          <a:xfrm>
            <a:off x="2937403" y="1219155"/>
            <a:ext cx="531813" cy="338554"/>
          </a:xfrm>
          <a:prstGeom prst="rect">
            <a:avLst/>
          </a:prstGeom>
          <a:noFill/>
          <a:ln w="9525">
            <a:noFill/>
            <a:miter lim="800000"/>
            <a:headEnd/>
            <a:tailEnd/>
          </a:ln>
        </p:spPr>
        <p:txBody>
          <a:bodyPr>
            <a:spAutoFit/>
          </a:bodyPr>
          <a:lstStyle/>
          <a:p>
            <a:pPr algn="ct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6 </a:t>
            </a:r>
          </a:p>
        </p:txBody>
      </p:sp>
      <p:sp>
        <p:nvSpPr>
          <p:cNvPr id="50" name="Text Box 15"/>
          <p:cNvSpPr txBox="1">
            <a:spLocks noChangeArrowheads="1"/>
          </p:cNvSpPr>
          <p:nvPr/>
        </p:nvSpPr>
        <p:spPr bwMode="auto">
          <a:xfrm>
            <a:off x="3859741" y="1219155"/>
            <a:ext cx="338554" cy="338554"/>
          </a:xfrm>
          <a:prstGeom prst="rect">
            <a:avLst/>
          </a:prstGeom>
          <a:noFill/>
          <a:ln w="9525">
            <a:noFill/>
            <a:miter lim="800000"/>
            <a:headEnd/>
            <a:tailEnd/>
          </a:ln>
        </p:spPr>
        <p:txBody>
          <a:bodyPr wrap="none">
            <a:spAutoFit/>
          </a:bodyPr>
          <a:lstStyle/>
          <a:p>
            <a:pP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6 </a:t>
            </a:r>
          </a:p>
        </p:txBody>
      </p:sp>
      <p:sp>
        <p:nvSpPr>
          <p:cNvPr id="51" name="Text Box 16"/>
          <p:cNvSpPr txBox="1">
            <a:spLocks noChangeArrowheads="1"/>
          </p:cNvSpPr>
          <p:nvPr/>
        </p:nvSpPr>
        <p:spPr bwMode="auto">
          <a:xfrm>
            <a:off x="4558240" y="1219155"/>
            <a:ext cx="495300" cy="338554"/>
          </a:xfrm>
          <a:prstGeom prst="rect">
            <a:avLst/>
          </a:prstGeom>
          <a:noFill/>
          <a:ln w="9525">
            <a:noFill/>
            <a:miter lim="800000"/>
            <a:headEnd/>
            <a:tailEnd/>
          </a:ln>
        </p:spPr>
        <p:txBody>
          <a:bodyPr wrap="square">
            <a:spAutoFit/>
          </a:bodyPr>
          <a:lstStyle/>
          <a:p>
            <a:pPr algn="ct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2 </a:t>
            </a:r>
          </a:p>
        </p:txBody>
      </p:sp>
      <p:sp>
        <p:nvSpPr>
          <p:cNvPr id="52" name="Text Box 17"/>
          <p:cNvSpPr txBox="1">
            <a:spLocks noChangeArrowheads="1"/>
          </p:cNvSpPr>
          <p:nvPr/>
        </p:nvSpPr>
        <p:spPr bwMode="auto">
          <a:xfrm>
            <a:off x="5764741" y="1120730"/>
            <a:ext cx="920445" cy="338554"/>
          </a:xfrm>
          <a:prstGeom prst="rect">
            <a:avLst/>
          </a:prstGeom>
          <a:noFill/>
          <a:ln w="9525">
            <a:noFill/>
            <a:miter lim="800000"/>
            <a:headEnd/>
            <a:tailEnd/>
          </a:ln>
        </p:spPr>
        <p:txBody>
          <a:bodyPr wrap="none">
            <a:spAutoFit/>
          </a:bodyPr>
          <a:lstStyle/>
          <a:p>
            <a:pPr eaLnBrk="0" hangingPunct="0"/>
            <a:r>
              <a:rPr kumimoji="0" lang="en-US" altLang="zh-CN" sz="1600" dirty="0">
                <a:latin typeface="Times New Roman" panose="02020603050405020304" pitchFamily="18" charset="0"/>
                <a:ea typeface="宋体" pitchFamily="2" charset="-122"/>
                <a:cs typeface="Times New Roman" panose="02020603050405020304" pitchFamily="18" charset="0"/>
              </a:rPr>
              <a:t>46-1500 </a:t>
            </a:r>
          </a:p>
        </p:txBody>
      </p:sp>
      <p:sp>
        <p:nvSpPr>
          <p:cNvPr id="53" name="Text Box 18"/>
          <p:cNvSpPr txBox="1">
            <a:spLocks noChangeArrowheads="1"/>
          </p:cNvSpPr>
          <p:nvPr/>
        </p:nvSpPr>
        <p:spPr bwMode="auto">
          <a:xfrm>
            <a:off x="7404628" y="1219155"/>
            <a:ext cx="338554" cy="338554"/>
          </a:xfrm>
          <a:prstGeom prst="rect">
            <a:avLst/>
          </a:prstGeom>
          <a:noFill/>
          <a:ln w="9525">
            <a:noFill/>
            <a:miter lim="800000"/>
            <a:headEnd/>
            <a:tailEnd/>
          </a:ln>
        </p:spPr>
        <p:txBody>
          <a:bodyPr wrap="none">
            <a:spAutoFit/>
          </a:bodyPr>
          <a:lstStyle/>
          <a:p>
            <a:pPr eaLnBrk="0" hangingPunct="0"/>
            <a:r>
              <a:rPr kumimoji="0" lang="en-US" altLang="zh-CN" sz="1600">
                <a:latin typeface="Times New Roman" panose="02020603050405020304" pitchFamily="18" charset="0"/>
                <a:ea typeface="宋体" pitchFamily="2" charset="-122"/>
                <a:cs typeface="Times New Roman" panose="02020603050405020304" pitchFamily="18" charset="0"/>
              </a:rPr>
              <a:t>4 </a:t>
            </a:r>
          </a:p>
        </p:txBody>
      </p:sp>
      <p:sp>
        <p:nvSpPr>
          <p:cNvPr id="54" name="Line 19"/>
          <p:cNvSpPr>
            <a:spLocks noChangeShapeType="1"/>
          </p:cNvSpPr>
          <p:nvPr/>
        </p:nvSpPr>
        <p:spPr bwMode="auto">
          <a:xfrm>
            <a:off x="5166253" y="1435055"/>
            <a:ext cx="2159000" cy="0"/>
          </a:xfrm>
          <a:prstGeom prst="line">
            <a:avLst/>
          </a:prstGeom>
          <a:noFill/>
          <a:ln w="9525">
            <a:solidFill>
              <a:schemeClr val="tx1"/>
            </a:solidFill>
            <a:round/>
            <a:headEnd type="triangle" w="med" len="med"/>
            <a:tailEnd type="triangle" w="med" len="me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55" name="Rectangle 2"/>
          <p:cNvSpPr txBox="1">
            <a:spLocks noChangeArrowheads="1"/>
          </p:cNvSpPr>
          <p:nvPr/>
        </p:nvSpPr>
        <p:spPr>
          <a:xfrm>
            <a:off x="323850" y="2282659"/>
            <a:ext cx="8496300" cy="5687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DIX Ethernet V2</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帧结构</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Rectangle 3"/>
          <p:cNvSpPr>
            <a:spLocks noGrp="1" noChangeArrowheads="1"/>
          </p:cNvSpPr>
          <p:nvPr>
            <p:ph type="body" sz="half" idx="1"/>
          </p:nvPr>
        </p:nvSpPr>
        <p:spPr>
          <a:xfrm>
            <a:off x="383366" y="3853352"/>
            <a:ext cx="8496300" cy="2722811"/>
          </a:xfrm>
        </p:spPr>
        <p:txBody>
          <a:bodyPr>
            <a:normAutofit lnSpcReduction="10000"/>
          </a:bodyPr>
          <a:lstStyle/>
          <a:p>
            <a:pPr marL="265113" indent="-265113">
              <a:lnSpc>
                <a:spcPct val="120000"/>
              </a:lnSpc>
              <a:spcBef>
                <a:spcPts val="600"/>
              </a:spcBef>
              <a:buClr>
                <a:srgbClr val="C00000"/>
              </a:buClr>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前导码：位模式为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10101010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，用于时钟同步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ct val="120000"/>
              </a:lnSpc>
              <a:spcBef>
                <a:spcPts val="600"/>
              </a:spcBef>
              <a:buClr>
                <a:srgbClr val="C00000"/>
              </a:buClr>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帧前定界符（</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SFD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）：位模式为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10101011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，表示帧的开始</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ct val="120000"/>
              </a:lnSpc>
              <a:spcBef>
                <a:spcPts val="600"/>
              </a:spcBef>
              <a:buClr>
                <a:srgbClr val="C00000"/>
              </a:buClr>
              <a:buFont typeface="Wingdings" panose="05000000000000000000" pitchFamily="2" charset="2"/>
              <a:buChar char="n"/>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CRC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校验：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32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26</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23</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22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16</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12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11</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10</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8</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7</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5</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4</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+x+1</a:t>
            </a:r>
          </a:p>
          <a:p>
            <a:pPr marL="265113" lvl="1" indent="-265113">
              <a:lnSpc>
                <a:spcPct val="120000"/>
              </a:lnSpc>
              <a:spcBef>
                <a:spcPts val="600"/>
              </a:spcBef>
              <a:buClr>
                <a:srgbClr val="C00000"/>
              </a:buClr>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类型：表示上层协议类型</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04888" lvl="1" indent="-381000">
              <a:lnSpc>
                <a:spcPct val="120000"/>
              </a:lnSpc>
              <a:spcBef>
                <a:spcPts val="60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≥0x0800</a:t>
            </a:r>
          </a:p>
          <a:p>
            <a:pPr marL="1004888" lvl="1" indent="-381000">
              <a:lnSpc>
                <a:spcPct val="120000"/>
              </a:lnSpc>
              <a:spcBef>
                <a:spcPts val="60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0x0800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IPv4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0x0806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0x86DD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IPv6</a:t>
            </a:r>
          </a:p>
        </p:txBody>
      </p:sp>
    </p:spTree>
    <p:extLst>
      <p:ext uri="{BB962C8B-B14F-4D97-AF65-F5344CB8AC3E}">
        <p14:creationId xmlns:p14="http://schemas.microsoft.com/office/powerpoint/2010/main" val="2763552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a:xfrm>
            <a:off x="397395" y="638788"/>
            <a:ext cx="7881772" cy="867022"/>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交换式以太网：连接方式</a:t>
            </a:r>
            <a:endParaRPr 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445" name="Rectangle 3"/>
          <p:cNvSpPr>
            <a:spLocks noGrp="1" noChangeArrowheads="1"/>
          </p:cNvSpPr>
          <p:nvPr>
            <p:ph type="body" idx="1"/>
          </p:nvPr>
        </p:nvSpPr>
        <p:spPr>
          <a:xfrm>
            <a:off x="417705" y="1598947"/>
            <a:ext cx="4375339" cy="2091992"/>
          </a:xfrm>
        </p:spPr>
        <p:txBody>
          <a:bodyPr>
            <a:normAutofit/>
          </a:bodyPr>
          <a:lstStyle/>
          <a:p>
            <a:pPr marL="355600" indent="-355600">
              <a:lnSpc>
                <a:spcPts val="3500"/>
              </a:lnSpc>
              <a:spcBef>
                <a:spcPts val="600"/>
              </a:spcBef>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连接方式</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ts val="35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节点通过双绞线或光纤连接</a:t>
            </a:r>
            <a:r>
              <a:rPr lang="zh-CN" altLang="en-US" sz="22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交换机</a:t>
            </a:r>
            <a:endParaRPr lang="en-US" altLang="zh-CN" sz="22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lvl="1" indent="-331788">
              <a:lnSpc>
                <a:spcPts val="35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交换机负责数据帧的转发</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EE6C1309-0C19-438C-9D28-6F873243BECF}"/>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grpSp>
        <p:nvGrpSpPr>
          <p:cNvPr id="5" name="Group 1">
            <a:extLst>
              <a:ext uri="{FF2B5EF4-FFF2-40B4-BE49-F238E27FC236}">
                <a16:creationId xmlns:a16="http://schemas.microsoft.com/office/drawing/2014/main" id="{726AE7F1-C431-428D-8A9F-9D705B319FF2}"/>
              </a:ext>
            </a:extLst>
          </p:cNvPr>
          <p:cNvGrpSpPr>
            <a:grpSpLocks/>
          </p:cNvGrpSpPr>
          <p:nvPr/>
        </p:nvGrpSpPr>
        <p:grpSpPr bwMode="auto">
          <a:xfrm>
            <a:off x="4950122" y="1440611"/>
            <a:ext cx="3660776" cy="4392910"/>
            <a:chOff x="5106576" y="1425893"/>
            <a:chExt cx="3661504" cy="4392808"/>
          </a:xfrm>
        </p:grpSpPr>
        <p:sp>
          <p:nvSpPr>
            <p:cNvPr id="6" name="Text Box 34">
              <a:extLst>
                <a:ext uri="{FF2B5EF4-FFF2-40B4-BE49-F238E27FC236}">
                  <a16:creationId xmlns:a16="http://schemas.microsoft.com/office/drawing/2014/main" id="{502767D7-A9B6-4DE1-BF33-66ED8578A9D8}"/>
                </a:ext>
              </a:extLst>
            </p:cNvPr>
            <p:cNvSpPr txBox="1">
              <a:spLocks noChangeArrowheads="1"/>
            </p:cNvSpPr>
            <p:nvPr/>
          </p:nvSpPr>
          <p:spPr bwMode="auto">
            <a:xfrm>
              <a:off x="5122989" y="5110831"/>
              <a:ext cx="3645091" cy="7078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a:defRPr/>
              </a:pPr>
              <a:r>
                <a:rPr lang="zh-CN" altLang="en-US" sz="2000" i="0" dirty="0">
                  <a:latin typeface="Times New Roman" panose="02020603050405020304" pitchFamily="18" charset="0"/>
                  <a:ea typeface="宋体" panose="02010600030101010101" pitchFamily="2" charset="-122"/>
                  <a:cs typeface="Times New Roman" panose="02020603050405020304" pitchFamily="18" charset="0"/>
                </a:rPr>
                <a:t>有六个接口的交换机 </a:t>
              </a:r>
              <a:r>
                <a:rPr lang="en-US" sz="2000" i="0" dirty="0">
                  <a:latin typeface="Times New Roman" panose="02020603050405020304" pitchFamily="18" charset="0"/>
                  <a:ea typeface="宋体" panose="02010600030101010101" pitchFamily="2" charset="-122"/>
                  <a:cs typeface="Times New Roman" panose="02020603050405020304" pitchFamily="18" charset="0"/>
                </a:rPr>
                <a:t>(</a:t>
              </a:r>
              <a:r>
                <a:rPr lang="en-US" sz="2000" i="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1,2,3,4,5,6</a:t>
              </a:r>
              <a:r>
                <a:rPr lang="en-US" sz="2000" i="0" dirty="0">
                  <a:latin typeface="Times New Roman" panose="02020603050405020304" pitchFamily="18" charset="0"/>
                  <a:ea typeface="宋体" panose="02010600030101010101" pitchFamily="2" charset="-122"/>
                  <a:cs typeface="Times New Roman" panose="02020603050405020304" pitchFamily="18" charset="0"/>
                </a:rPr>
                <a:t>)  </a:t>
              </a:r>
            </a:p>
          </p:txBody>
        </p:sp>
        <p:grpSp>
          <p:nvGrpSpPr>
            <p:cNvPr id="7" name="Group 34">
              <a:extLst>
                <a:ext uri="{FF2B5EF4-FFF2-40B4-BE49-F238E27FC236}">
                  <a16:creationId xmlns:a16="http://schemas.microsoft.com/office/drawing/2014/main" id="{49EA70B0-54E0-4931-9C40-FAB06429FB08}"/>
                </a:ext>
              </a:extLst>
            </p:cNvPr>
            <p:cNvGrpSpPr>
              <a:grpSpLocks/>
            </p:cNvGrpSpPr>
            <p:nvPr/>
          </p:nvGrpSpPr>
          <p:grpSpPr bwMode="auto">
            <a:xfrm>
              <a:off x="5106576" y="1425893"/>
              <a:ext cx="3661504" cy="3548690"/>
              <a:chOff x="731524" y="1819788"/>
              <a:chExt cx="3661504" cy="3548690"/>
            </a:xfrm>
          </p:grpSpPr>
          <p:sp>
            <p:nvSpPr>
              <p:cNvPr id="8" name="Text Box 23">
                <a:extLst>
                  <a:ext uri="{FF2B5EF4-FFF2-40B4-BE49-F238E27FC236}">
                    <a16:creationId xmlns:a16="http://schemas.microsoft.com/office/drawing/2014/main" id="{84D8F686-42BF-4786-A0A4-023123D7DE52}"/>
                  </a:ext>
                </a:extLst>
              </p:cNvPr>
              <p:cNvSpPr txBox="1">
                <a:spLocks noChangeArrowheads="1"/>
              </p:cNvSpPr>
              <p:nvPr/>
            </p:nvSpPr>
            <p:spPr bwMode="auto">
              <a:xfrm>
                <a:off x="2655957" y="1819788"/>
                <a:ext cx="350907" cy="3667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Times New Roman" panose="02020603050405020304" pitchFamily="18" charset="0"/>
                    <a:cs typeface="Times New Roman" panose="02020603050405020304" pitchFamily="18" charset="0"/>
                  </a:rPr>
                  <a:t>A</a:t>
                </a:r>
              </a:p>
            </p:txBody>
          </p:sp>
          <p:sp>
            <p:nvSpPr>
              <p:cNvPr id="10" name="Text Box 24">
                <a:extLst>
                  <a:ext uri="{FF2B5EF4-FFF2-40B4-BE49-F238E27FC236}">
                    <a16:creationId xmlns:a16="http://schemas.microsoft.com/office/drawing/2014/main" id="{74BEDF71-5172-4250-AC44-41A239E074CE}"/>
                  </a:ext>
                </a:extLst>
              </p:cNvPr>
              <p:cNvSpPr txBox="1">
                <a:spLocks noChangeArrowheads="1"/>
              </p:cNvSpPr>
              <p:nvPr/>
            </p:nvSpPr>
            <p:spPr bwMode="auto">
              <a:xfrm>
                <a:off x="2361729" y="4999155"/>
                <a:ext cx="466887"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Times New Roman" panose="02020603050405020304" pitchFamily="18" charset="0"/>
                    <a:cs typeface="Times New Roman" panose="02020603050405020304" pitchFamily="18" charset="0"/>
                  </a:rPr>
                  <a:t>A</a:t>
                </a:r>
                <a:r>
                  <a:rPr lang="ja-JP" altLang="en-US" i="0" dirty="0">
                    <a:latin typeface="Times New Roman" panose="02020603050405020304" pitchFamily="18" charset="0"/>
                    <a:cs typeface="Times New Roman" panose="02020603050405020304" pitchFamily="18" charset="0"/>
                  </a:rPr>
                  <a:t>’</a:t>
                </a:r>
                <a:endParaRPr lang="en-US" i="0" dirty="0">
                  <a:latin typeface="Times New Roman" panose="02020603050405020304" pitchFamily="18" charset="0"/>
                  <a:cs typeface="Times New Roman" panose="02020603050405020304" pitchFamily="18" charset="0"/>
                </a:endParaRPr>
              </a:p>
            </p:txBody>
          </p:sp>
          <p:sp>
            <p:nvSpPr>
              <p:cNvPr id="11" name="Text Box 25">
                <a:extLst>
                  <a:ext uri="{FF2B5EF4-FFF2-40B4-BE49-F238E27FC236}">
                    <a16:creationId xmlns:a16="http://schemas.microsoft.com/office/drawing/2014/main" id="{97F67507-E40A-4E0A-BFF5-F3B624B7DC06}"/>
                  </a:ext>
                </a:extLst>
              </p:cNvPr>
              <p:cNvSpPr txBox="1">
                <a:spLocks noChangeArrowheads="1"/>
              </p:cNvSpPr>
              <p:nvPr/>
            </p:nvSpPr>
            <p:spPr bwMode="auto">
              <a:xfrm>
                <a:off x="3988134" y="2419849"/>
                <a:ext cx="338205" cy="368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Times New Roman" panose="02020603050405020304" pitchFamily="18" charset="0"/>
                    <a:cs typeface="Times New Roman" panose="02020603050405020304" pitchFamily="18" charset="0"/>
                  </a:rPr>
                  <a:t>B</a:t>
                </a:r>
              </a:p>
            </p:txBody>
          </p:sp>
          <p:sp>
            <p:nvSpPr>
              <p:cNvPr id="12" name="Text Box 26">
                <a:extLst>
                  <a:ext uri="{FF2B5EF4-FFF2-40B4-BE49-F238E27FC236}">
                    <a16:creationId xmlns:a16="http://schemas.microsoft.com/office/drawing/2014/main" id="{24D75EC0-D6D8-4DA6-95D3-CDBBA4E962FD}"/>
                  </a:ext>
                </a:extLst>
              </p:cNvPr>
              <p:cNvSpPr txBox="1">
                <a:spLocks noChangeArrowheads="1"/>
              </p:cNvSpPr>
              <p:nvPr/>
            </p:nvSpPr>
            <p:spPr bwMode="auto">
              <a:xfrm>
                <a:off x="995101" y="4188283"/>
                <a:ext cx="454060"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Times New Roman" panose="02020603050405020304" pitchFamily="18" charset="0"/>
                    <a:cs typeface="Times New Roman" panose="02020603050405020304" pitchFamily="18" charset="0"/>
                  </a:rPr>
                  <a:t>B</a:t>
                </a:r>
                <a:r>
                  <a:rPr lang="ja-JP" altLang="en-US" i="0">
                    <a:latin typeface="Times New Roman" panose="02020603050405020304" pitchFamily="18" charset="0"/>
                    <a:cs typeface="Times New Roman" panose="02020603050405020304" pitchFamily="18" charset="0"/>
                  </a:rPr>
                  <a:t>’</a:t>
                </a:r>
                <a:endParaRPr lang="en-US" i="0" dirty="0">
                  <a:latin typeface="Times New Roman" panose="02020603050405020304" pitchFamily="18" charset="0"/>
                  <a:cs typeface="Times New Roman" panose="02020603050405020304" pitchFamily="18" charset="0"/>
                </a:endParaRPr>
              </a:p>
            </p:txBody>
          </p:sp>
          <p:sp>
            <p:nvSpPr>
              <p:cNvPr id="13" name="Text Box 27">
                <a:extLst>
                  <a:ext uri="{FF2B5EF4-FFF2-40B4-BE49-F238E27FC236}">
                    <a16:creationId xmlns:a16="http://schemas.microsoft.com/office/drawing/2014/main" id="{B633975F-3CA6-4F6A-9535-701C7A719C6F}"/>
                  </a:ext>
                </a:extLst>
              </p:cNvPr>
              <p:cNvSpPr txBox="1">
                <a:spLocks noChangeArrowheads="1"/>
              </p:cNvSpPr>
              <p:nvPr/>
            </p:nvSpPr>
            <p:spPr bwMode="auto">
              <a:xfrm>
                <a:off x="3710323" y="4162951"/>
                <a:ext cx="350908" cy="368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Times New Roman" panose="02020603050405020304" pitchFamily="18" charset="0"/>
                    <a:cs typeface="Times New Roman" panose="02020603050405020304" pitchFamily="18" charset="0"/>
                  </a:rPr>
                  <a:t>C</a:t>
                </a:r>
              </a:p>
            </p:txBody>
          </p:sp>
          <p:sp>
            <p:nvSpPr>
              <p:cNvPr id="14" name="Text Box 28">
                <a:extLst>
                  <a:ext uri="{FF2B5EF4-FFF2-40B4-BE49-F238E27FC236}">
                    <a16:creationId xmlns:a16="http://schemas.microsoft.com/office/drawing/2014/main" id="{C2B60183-BAB6-4ECF-8C95-4F5143BDBE2D}"/>
                  </a:ext>
                </a:extLst>
              </p:cNvPr>
              <p:cNvSpPr txBox="1">
                <a:spLocks noChangeArrowheads="1"/>
              </p:cNvSpPr>
              <p:nvPr/>
            </p:nvSpPr>
            <p:spPr bwMode="auto">
              <a:xfrm>
                <a:off x="1123714" y="2465886"/>
                <a:ext cx="454060"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Times New Roman" panose="02020603050405020304" pitchFamily="18" charset="0"/>
                    <a:cs typeface="Times New Roman" panose="02020603050405020304" pitchFamily="18" charset="0"/>
                  </a:rPr>
                  <a:t>C</a:t>
                </a:r>
                <a:r>
                  <a:rPr lang="ja-JP" altLang="en-US" i="0">
                    <a:latin typeface="Times New Roman" panose="02020603050405020304" pitchFamily="18" charset="0"/>
                    <a:cs typeface="Times New Roman" panose="02020603050405020304" pitchFamily="18" charset="0"/>
                  </a:rPr>
                  <a:t>’</a:t>
                </a:r>
                <a:endParaRPr lang="en-US" i="0" dirty="0">
                  <a:latin typeface="Times New Roman" panose="02020603050405020304" pitchFamily="18" charset="0"/>
                  <a:cs typeface="Times New Roman" panose="02020603050405020304" pitchFamily="18" charset="0"/>
                </a:endParaRPr>
              </a:p>
            </p:txBody>
          </p:sp>
          <p:sp>
            <p:nvSpPr>
              <p:cNvPr id="15" name="Line 17">
                <a:extLst>
                  <a:ext uri="{FF2B5EF4-FFF2-40B4-BE49-F238E27FC236}">
                    <a16:creationId xmlns:a16="http://schemas.microsoft.com/office/drawing/2014/main" id="{B615BF80-6C42-469E-87EA-6A7609E2DB1C}"/>
                  </a:ext>
                </a:extLst>
              </p:cNvPr>
              <p:cNvSpPr>
                <a:spLocks noChangeShapeType="1"/>
              </p:cNvSpPr>
              <p:nvPr/>
            </p:nvSpPr>
            <p:spPr bwMode="auto">
              <a:xfrm>
                <a:off x="1687389" y="3165956"/>
                <a:ext cx="685893" cy="30959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6" name="Line 18">
                <a:extLst>
                  <a:ext uri="{FF2B5EF4-FFF2-40B4-BE49-F238E27FC236}">
                    <a16:creationId xmlns:a16="http://schemas.microsoft.com/office/drawing/2014/main" id="{5743A90E-FAF4-4D51-9DAB-5B961733E9E2}"/>
                  </a:ext>
                </a:extLst>
              </p:cNvPr>
              <p:cNvSpPr>
                <a:spLocks noChangeShapeType="1"/>
              </p:cNvSpPr>
              <p:nvPr/>
            </p:nvSpPr>
            <p:spPr bwMode="auto">
              <a:xfrm>
                <a:off x="2673423" y="2872277"/>
                <a:ext cx="0" cy="50481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7" name="Line 19">
                <a:extLst>
                  <a:ext uri="{FF2B5EF4-FFF2-40B4-BE49-F238E27FC236}">
                    <a16:creationId xmlns:a16="http://schemas.microsoft.com/office/drawing/2014/main" id="{1B9C9629-F22F-4412-9C3A-42829F6329C2}"/>
                  </a:ext>
                </a:extLst>
              </p:cNvPr>
              <p:cNvSpPr>
                <a:spLocks noChangeShapeType="1"/>
              </p:cNvSpPr>
              <p:nvPr/>
            </p:nvSpPr>
            <p:spPr bwMode="auto">
              <a:xfrm flipH="1">
                <a:off x="2863961" y="2996099"/>
                <a:ext cx="892353" cy="48417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8" name="Line 20">
                <a:extLst>
                  <a:ext uri="{FF2B5EF4-FFF2-40B4-BE49-F238E27FC236}">
                    <a16:creationId xmlns:a16="http://schemas.microsoft.com/office/drawing/2014/main" id="{3440911C-994B-4DCE-A9BC-9D469F3DB78C}"/>
                  </a:ext>
                </a:extLst>
              </p:cNvPr>
              <p:cNvSpPr>
                <a:spLocks noChangeShapeType="1"/>
              </p:cNvSpPr>
              <p:nvPr/>
            </p:nvSpPr>
            <p:spPr bwMode="auto">
              <a:xfrm flipV="1">
                <a:off x="2673423" y="3605685"/>
                <a:ext cx="12703" cy="70959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nvGrpSpPr>
              <p:cNvPr id="19" name="Group 45">
                <a:extLst>
                  <a:ext uri="{FF2B5EF4-FFF2-40B4-BE49-F238E27FC236}">
                    <a16:creationId xmlns:a16="http://schemas.microsoft.com/office/drawing/2014/main" id="{0F634125-BC24-4C6A-8D37-624B73F3DEE9}"/>
                  </a:ext>
                </a:extLst>
              </p:cNvPr>
              <p:cNvGrpSpPr>
                <a:grpSpLocks/>
              </p:cNvGrpSpPr>
              <p:nvPr/>
            </p:nvGrpSpPr>
            <p:grpSpPr bwMode="auto">
              <a:xfrm>
                <a:off x="747936" y="2733042"/>
                <a:ext cx="914403" cy="690308"/>
                <a:chOff x="1046480" y="3962400"/>
                <a:chExt cx="1026163" cy="761428"/>
              </a:xfrm>
            </p:grpSpPr>
            <p:sp>
              <p:nvSpPr>
                <p:cNvPr id="53" name="Rectangle 48">
                  <a:extLst>
                    <a:ext uri="{FF2B5EF4-FFF2-40B4-BE49-F238E27FC236}">
                      <a16:creationId xmlns:a16="http://schemas.microsoft.com/office/drawing/2014/main" id="{3C6EC977-4FE1-4421-AFA1-3B0155AA9675}"/>
                    </a:ext>
                  </a:extLst>
                </p:cNvPr>
                <p:cNvSpPr>
                  <a:spLocks noChangeArrowheads="1"/>
                </p:cNvSpPr>
                <p:nvPr/>
              </p:nvSpPr>
              <p:spPr bwMode="auto">
                <a:xfrm rot="16200000">
                  <a:off x="1893247" y="4299441"/>
                  <a:ext cx="110313" cy="247682"/>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latin typeface="Times New Roman" panose="02020603050405020304" pitchFamily="18" charset="0"/>
                    <a:cs typeface="Times New Roman" panose="02020603050405020304" pitchFamily="18" charset="0"/>
                  </a:endParaRPr>
                </a:p>
              </p:txBody>
            </p:sp>
            <p:grpSp>
              <p:nvGrpSpPr>
                <p:cNvPr id="54" name="Group 49">
                  <a:extLst>
                    <a:ext uri="{FF2B5EF4-FFF2-40B4-BE49-F238E27FC236}">
                      <a16:creationId xmlns:a16="http://schemas.microsoft.com/office/drawing/2014/main" id="{632CA3E7-36B1-4A17-AA35-38E176790D40}"/>
                    </a:ext>
                  </a:extLst>
                </p:cNvPr>
                <p:cNvGrpSpPr>
                  <a:grpSpLocks/>
                </p:cNvGrpSpPr>
                <p:nvPr/>
              </p:nvGrpSpPr>
              <p:grpSpPr bwMode="auto">
                <a:xfrm>
                  <a:off x="1046480" y="3962400"/>
                  <a:ext cx="936071" cy="761428"/>
                  <a:chOff x="-44" y="1473"/>
                  <a:chExt cx="981" cy="1105"/>
                </a:xfrm>
              </p:grpSpPr>
              <p:pic>
                <p:nvPicPr>
                  <p:cNvPr id="55" name="Picture 50" descr="desktop_computer_stylized_medium">
                    <a:extLst>
                      <a:ext uri="{FF2B5EF4-FFF2-40B4-BE49-F238E27FC236}">
                        <a16:creationId xmlns:a16="http://schemas.microsoft.com/office/drawing/2014/main" id="{032D963E-53CC-45A6-B277-DC88737F1E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6" name="Freeform 51">
                    <a:extLst>
                      <a:ext uri="{FF2B5EF4-FFF2-40B4-BE49-F238E27FC236}">
                        <a16:creationId xmlns:a16="http://schemas.microsoft.com/office/drawing/2014/main" id="{8EC500BE-78DE-4ADE-85B1-341027AA7CC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grpSp>
            <p:nvGrpSpPr>
              <p:cNvPr id="20" name="Group 46">
                <a:extLst>
                  <a:ext uri="{FF2B5EF4-FFF2-40B4-BE49-F238E27FC236}">
                    <a16:creationId xmlns:a16="http://schemas.microsoft.com/office/drawing/2014/main" id="{22780163-E209-4763-97F8-A460AFDAAEA2}"/>
                  </a:ext>
                </a:extLst>
              </p:cNvPr>
              <p:cNvGrpSpPr>
                <a:grpSpLocks/>
              </p:cNvGrpSpPr>
              <p:nvPr/>
            </p:nvGrpSpPr>
            <p:grpSpPr bwMode="auto">
              <a:xfrm>
                <a:off x="3539588" y="2669737"/>
                <a:ext cx="853440" cy="741680"/>
                <a:chOff x="7179310" y="4033520"/>
                <a:chExt cx="1009650" cy="855028"/>
              </a:xfrm>
            </p:grpSpPr>
            <p:grpSp>
              <p:nvGrpSpPr>
                <p:cNvPr id="49" name="Group 44">
                  <a:extLst>
                    <a:ext uri="{FF2B5EF4-FFF2-40B4-BE49-F238E27FC236}">
                      <a16:creationId xmlns:a16="http://schemas.microsoft.com/office/drawing/2014/main" id="{966D22C0-B12E-4192-84EB-166BDB7DA715}"/>
                    </a:ext>
                  </a:extLst>
                </p:cNvPr>
                <p:cNvGrpSpPr>
                  <a:grpSpLocks/>
                </p:cNvGrpSpPr>
                <p:nvPr/>
              </p:nvGrpSpPr>
              <p:grpSpPr bwMode="auto">
                <a:xfrm>
                  <a:off x="7179310" y="4033520"/>
                  <a:ext cx="1009650" cy="855028"/>
                  <a:chOff x="-44" y="1473"/>
                  <a:chExt cx="981" cy="1105"/>
                </a:xfrm>
              </p:grpSpPr>
              <p:pic>
                <p:nvPicPr>
                  <p:cNvPr id="51" name="Picture 45" descr="desktop_computer_stylized_medium">
                    <a:extLst>
                      <a:ext uri="{FF2B5EF4-FFF2-40B4-BE49-F238E27FC236}">
                        <a16:creationId xmlns:a16="http://schemas.microsoft.com/office/drawing/2014/main" id="{9BBC7A39-660A-4CDF-B848-1577B4B6C4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2" name="Freeform 46">
                    <a:extLst>
                      <a:ext uri="{FF2B5EF4-FFF2-40B4-BE49-F238E27FC236}">
                        <a16:creationId xmlns:a16="http://schemas.microsoft.com/office/drawing/2014/main" id="{A73C489F-1583-497F-9E72-E859C17C676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sp>
              <p:nvSpPr>
                <p:cNvPr id="50" name="Rectangle 43">
                  <a:extLst>
                    <a:ext uri="{FF2B5EF4-FFF2-40B4-BE49-F238E27FC236}">
                      <a16:creationId xmlns:a16="http://schemas.microsoft.com/office/drawing/2014/main" id="{B6913727-5814-47E1-8DC3-4F05ADF8025E}"/>
                    </a:ext>
                  </a:extLst>
                </p:cNvPr>
                <p:cNvSpPr>
                  <a:spLocks noChangeArrowheads="1"/>
                </p:cNvSpPr>
                <p:nvPr/>
              </p:nvSpPr>
              <p:spPr bwMode="auto">
                <a:xfrm rot="16200000">
                  <a:off x="7440190" y="4309334"/>
                  <a:ext cx="126274" cy="195358"/>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latin typeface="Times New Roman" panose="02020603050405020304" pitchFamily="18" charset="0"/>
                    <a:cs typeface="Times New Roman" panose="02020603050405020304" pitchFamily="18" charset="0"/>
                  </a:endParaRPr>
                </a:p>
              </p:txBody>
            </p:sp>
          </p:grpSp>
          <p:sp>
            <p:nvSpPr>
              <p:cNvPr id="21" name="Rectangle 43">
                <a:extLst>
                  <a:ext uri="{FF2B5EF4-FFF2-40B4-BE49-F238E27FC236}">
                    <a16:creationId xmlns:a16="http://schemas.microsoft.com/office/drawing/2014/main" id="{742481A5-F7A1-48C5-AE23-2804F6BB4E5C}"/>
                  </a:ext>
                </a:extLst>
              </p:cNvPr>
              <p:cNvSpPr>
                <a:spLocks noChangeArrowheads="1"/>
              </p:cNvSpPr>
              <p:nvPr/>
            </p:nvSpPr>
            <p:spPr bwMode="auto">
              <a:xfrm>
                <a:off x="2614674" y="2705593"/>
                <a:ext cx="109559" cy="165096"/>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latin typeface="Times New Roman" panose="02020603050405020304" pitchFamily="18" charset="0"/>
                  <a:cs typeface="Times New Roman" panose="02020603050405020304" pitchFamily="18" charset="0"/>
                </a:endParaRPr>
              </a:p>
            </p:txBody>
          </p:sp>
          <p:grpSp>
            <p:nvGrpSpPr>
              <p:cNvPr id="22" name="Group 44">
                <a:extLst>
                  <a:ext uri="{FF2B5EF4-FFF2-40B4-BE49-F238E27FC236}">
                    <a16:creationId xmlns:a16="http://schemas.microsoft.com/office/drawing/2014/main" id="{C5B71E11-126B-4867-A96D-5D20CDBB8D1B}"/>
                  </a:ext>
                </a:extLst>
              </p:cNvPr>
              <p:cNvGrpSpPr>
                <a:grpSpLocks/>
              </p:cNvGrpSpPr>
              <p:nvPr/>
            </p:nvGrpSpPr>
            <p:grpSpPr bwMode="auto">
              <a:xfrm>
                <a:off x="2233637" y="2138292"/>
                <a:ext cx="853440" cy="741680"/>
                <a:chOff x="-44" y="1473"/>
                <a:chExt cx="981" cy="1105"/>
              </a:xfrm>
            </p:grpSpPr>
            <p:pic>
              <p:nvPicPr>
                <p:cNvPr id="47" name="Picture 45" descr="desktop_computer_stylized_medium">
                  <a:extLst>
                    <a:ext uri="{FF2B5EF4-FFF2-40B4-BE49-F238E27FC236}">
                      <a16:creationId xmlns:a16="http://schemas.microsoft.com/office/drawing/2014/main" id="{F35D3396-A4C6-40FA-B415-0B073CF31A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8" name="Freeform 46">
                  <a:extLst>
                    <a:ext uri="{FF2B5EF4-FFF2-40B4-BE49-F238E27FC236}">
                      <a16:creationId xmlns:a16="http://schemas.microsoft.com/office/drawing/2014/main" id="{C697A662-5A74-4027-875A-53F7530BAD5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nvGrpSpPr>
              <p:cNvPr id="23" name="Group 49">
                <a:extLst>
                  <a:ext uri="{FF2B5EF4-FFF2-40B4-BE49-F238E27FC236}">
                    <a16:creationId xmlns:a16="http://schemas.microsoft.com/office/drawing/2014/main" id="{6687CC21-6BEE-4782-B3B2-6EF86EEBC759}"/>
                  </a:ext>
                </a:extLst>
              </p:cNvPr>
              <p:cNvGrpSpPr>
                <a:grpSpLocks/>
              </p:cNvGrpSpPr>
              <p:nvPr/>
            </p:nvGrpSpPr>
            <p:grpSpPr bwMode="auto">
              <a:xfrm>
                <a:off x="2060917" y="4279843"/>
                <a:ext cx="853440" cy="835329"/>
                <a:chOff x="8077200" y="3320111"/>
                <a:chExt cx="853440" cy="835329"/>
              </a:xfrm>
            </p:grpSpPr>
            <p:sp>
              <p:nvSpPr>
                <p:cNvPr id="43" name="Rectangle 43">
                  <a:extLst>
                    <a:ext uri="{FF2B5EF4-FFF2-40B4-BE49-F238E27FC236}">
                      <a16:creationId xmlns:a16="http://schemas.microsoft.com/office/drawing/2014/main" id="{49A26AAA-FD14-4214-BF06-12A85C657CD4}"/>
                    </a:ext>
                  </a:extLst>
                </p:cNvPr>
                <p:cNvSpPr>
                  <a:spLocks noChangeArrowheads="1"/>
                </p:cNvSpPr>
                <p:nvPr/>
              </p:nvSpPr>
              <p:spPr bwMode="auto">
                <a:xfrm>
                  <a:off x="8630957" y="3320624"/>
                  <a:ext cx="111147" cy="165096"/>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latin typeface="Times New Roman" panose="02020603050405020304" pitchFamily="18" charset="0"/>
                    <a:cs typeface="Times New Roman" panose="02020603050405020304" pitchFamily="18" charset="0"/>
                  </a:endParaRPr>
                </a:p>
              </p:txBody>
            </p:sp>
            <p:grpSp>
              <p:nvGrpSpPr>
                <p:cNvPr id="44" name="Group 44">
                  <a:extLst>
                    <a:ext uri="{FF2B5EF4-FFF2-40B4-BE49-F238E27FC236}">
                      <a16:creationId xmlns:a16="http://schemas.microsoft.com/office/drawing/2014/main" id="{747CBD3E-0180-42A9-886C-095184291D01}"/>
                    </a:ext>
                  </a:extLst>
                </p:cNvPr>
                <p:cNvGrpSpPr>
                  <a:grpSpLocks/>
                </p:cNvGrpSpPr>
                <p:nvPr/>
              </p:nvGrpSpPr>
              <p:grpSpPr bwMode="auto">
                <a:xfrm>
                  <a:off x="8077200" y="3413760"/>
                  <a:ext cx="853440" cy="741680"/>
                  <a:chOff x="-44" y="1473"/>
                  <a:chExt cx="981" cy="1105"/>
                </a:xfrm>
              </p:grpSpPr>
              <p:pic>
                <p:nvPicPr>
                  <p:cNvPr id="45" name="Picture 45" descr="desktop_computer_stylized_medium">
                    <a:extLst>
                      <a:ext uri="{FF2B5EF4-FFF2-40B4-BE49-F238E27FC236}">
                        <a16:creationId xmlns:a16="http://schemas.microsoft.com/office/drawing/2014/main" id="{FD66882D-CAD6-47C9-BAFB-8CB68C6361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6" name="Freeform 46">
                    <a:extLst>
                      <a:ext uri="{FF2B5EF4-FFF2-40B4-BE49-F238E27FC236}">
                        <a16:creationId xmlns:a16="http://schemas.microsoft.com/office/drawing/2014/main" id="{D64CD511-05B7-4682-9017-957072691F8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pic>
            <p:nvPicPr>
              <p:cNvPr id="24" name="Picture 3">
                <a:extLst>
                  <a:ext uri="{FF2B5EF4-FFF2-40B4-BE49-F238E27FC236}">
                    <a16:creationId xmlns:a16="http://schemas.microsoft.com/office/drawing/2014/main" id="{BAC94A48-316D-41DE-BEE5-DC1BB519FE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74913" y="3316766"/>
                <a:ext cx="603370" cy="3413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25" name="Group 51">
                <a:extLst>
                  <a:ext uri="{FF2B5EF4-FFF2-40B4-BE49-F238E27FC236}">
                    <a16:creationId xmlns:a16="http://schemas.microsoft.com/office/drawing/2014/main" id="{CC9903C6-3AAA-48FE-946F-82F9D41DBE62}"/>
                  </a:ext>
                </a:extLst>
              </p:cNvPr>
              <p:cNvGrpSpPr>
                <a:grpSpLocks/>
              </p:cNvGrpSpPr>
              <p:nvPr/>
            </p:nvGrpSpPr>
            <p:grpSpPr bwMode="auto">
              <a:xfrm>
                <a:off x="731524" y="3616962"/>
                <a:ext cx="914403" cy="690308"/>
                <a:chOff x="1046480" y="3962400"/>
                <a:chExt cx="1026163" cy="761428"/>
              </a:xfrm>
            </p:grpSpPr>
            <p:sp>
              <p:nvSpPr>
                <p:cNvPr id="39" name="Rectangle 48">
                  <a:extLst>
                    <a:ext uri="{FF2B5EF4-FFF2-40B4-BE49-F238E27FC236}">
                      <a16:creationId xmlns:a16="http://schemas.microsoft.com/office/drawing/2014/main" id="{00DB1BB2-32F7-4E17-8428-BDEA47178DBD}"/>
                    </a:ext>
                  </a:extLst>
                </p:cNvPr>
                <p:cNvSpPr>
                  <a:spLocks noChangeArrowheads="1"/>
                </p:cNvSpPr>
                <p:nvPr/>
              </p:nvSpPr>
              <p:spPr bwMode="auto">
                <a:xfrm rot="16200000">
                  <a:off x="1893846" y="4299769"/>
                  <a:ext cx="110314" cy="247682"/>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latin typeface="Times New Roman" panose="02020603050405020304" pitchFamily="18" charset="0"/>
                    <a:cs typeface="Times New Roman" panose="02020603050405020304" pitchFamily="18" charset="0"/>
                  </a:endParaRPr>
                </a:p>
              </p:txBody>
            </p:sp>
            <p:grpSp>
              <p:nvGrpSpPr>
                <p:cNvPr id="40" name="Group 49">
                  <a:extLst>
                    <a:ext uri="{FF2B5EF4-FFF2-40B4-BE49-F238E27FC236}">
                      <a16:creationId xmlns:a16="http://schemas.microsoft.com/office/drawing/2014/main" id="{E9D37690-AD79-44F2-B712-96E425E34484}"/>
                    </a:ext>
                  </a:extLst>
                </p:cNvPr>
                <p:cNvGrpSpPr>
                  <a:grpSpLocks/>
                </p:cNvGrpSpPr>
                <p:nvPr/>
              </p:nvGrpSpPr>
              <p:grpSpPr bwMode="auto">
                <a:xfrm>
                  <a:off x="1046480" y="3962400"/>
                  <a:ext cx="936071" cy="761428"/>
                  <a:chOff x="-44" y="1473"/>
                  <a:chExt cx="981" cy="1105"/>
                </a:xfrm>
              </p:grpSpPr>
              <p:pic>
                <p:nvPicPr>
                  <p:cNvPr id="41" name="Picture 50" descr="desktop_computer_stylized_medium">
                    <a:extLst>
                      <a:ext uri="{FF2B5EF4-FFF2-40B4-BE49-F238E27FC236}">
                        <a16:creationId xmlns:a16="http://schemas.microsoft.com/office/drawing/2014/main" id="{CDD12AEC-846B-423E-83E2-2EAEEA2BE2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2" name="Freeform 51">
                    <a:extLst>
                      <a:ext uri="{FF2B5EF4-FFF2-40B4-BE49-F238E27FC236}">
                        <a16:creationId xmlns:a16="http://schemas.microsoft.com/office/drawing/2014/main" id="{DD1FD7A3-8FD8-4E8C-8532-0B5F26E660A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grpSp>
            <p:nvGrpSpPr>
              <p:cNvPr id="26" name="Group 52">
                <a:extLst>
                  <a:ext uri="{FF2B5EF4-FFF2-40B4-BE49-F238E27FC236}">
                    <a16:creationId xmlns:a16="http://schemas.microsoft.com/office/drawing/2014/main" id="{794CE51B-BA2A-40EB-A03E-45CC06EA70A3}"/>
                  </a:ext>
                </a:extLst>
              </p:cNvPr>
              <p:cNvGrpSpPr>
                <a:grpSpLocks/>
              </p:cNvGrpSpPr>
              <p:nvPr/>
            </p:nvGrpSpPr>
            <p:grpSpPr bwMode="auto">
              <a:xfrm>
                <a:off x="3410634" y="3567725"/>
                <a:ext cx="853440" cy="741680"/>
                <a:chOff x="7179310" y="4033520"/>
                <a:chExt cx="1009650" cy="855028"/>
              </a:xfrm>
            </p:grpSpPr>
            <p:grpSp>
              <p:nvGrpSpPr>
                <p:cNvPr id="35" name="Group 44">
                  <a:extLst>
                    <a:ext uri="{FF2B5EF4-FFF2-40B4-BE49-F238E27FC236}">
                      <a16:creationId xmlns:a16="http://schemas.microsoft.com/office/drawing/2014/main" id="{6EBCFA0F-E8D6-4BE6-8BEC-A7EDD1F3F739}"/>
                    </a:ext>
                  </a:extLst>
                </p:cNvPr>
                <p:cNvGrpSpPr>
                  <a:grpSpLocks/>
                </p:cNvGrpSpPr>
                <p:nvPr/>
              </p:nvGrpSpPr>
              <p:grpSpPr bwMode="auto">
                <a:xfrm>
                  <a:off x="7179310" y="4033520"/>
                  <a:ext cx="1009650" cy="855028"/>
                  <a:chOff x="-44" y="1473"/>
                  <a:chExt cx="981" cy="1105"/>
                </a:xfrm>
              </p:grpSpPr>
              <p:pic>
                <p:nvPicPr>
                  <p:cNvPr id="37" name="Picture 45" descr="desktop_computer_stylized_medium">
                    <a:extLst>
                      <a:ext uri="{FF2B5EF4-FFF2-40B4-BE49-F238E27FC236}">
                        <a16:creationId xmlns:a16="http://schemas.microsoft.com/office/drawing/2014/main" id="{032A4C17-AD69-4CE9-B2EF-83A587D0F1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8" name="Freeform 46">
                    <a:extLst>
                      <a:ext uri="{FF2B5EF4-FFF2-40B4-BE49-F238E27FC236}">
                        <a16:creationId xmlns:a16="http://schemas.microsoft.com/office/drawing/2014/main" id="{62DF8908-2246-47F5-8E02-5336C65A2C7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sp>
              <p:nvSpPr>
                <p:cNvPr id="36" name="Rectangle 43">
                  <a:extLst>
                    <a:ext uri="{FF2B5EF4-FFF2-40B4-BE49-F238E27FC236}">
                      <a16:creationId xmlns:a16="http://schemas.microsoft.com/office/drawing/2014/main" id="{852E235C-BC87-4860-A8D1-F0C2C55FADB1}"/>
                    </a:ext>
                  </a:extLst>
                </p:cNvPr>
                <p:cNvSpPr>
                  <a:spLocks noChangeArrowheads="1"/>
                </p:cNvSpPr>
                <p:nvPr/>
              </p:nvSpPr>
              <p:spPr bwMode="auto">
                <a:xfrm rot="16200000">
                  <a:off x="7438739" y="4308075"/>
                  <a:ext cx="128105" cy="197237"/>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latin typeface="Times New Roman" panose="02020603050405020304" pitchFamily="18" charset="0"/>
                    <a:cs typeface="Times New Roman" panose="02020603050405020304" pitchFamily="18" charset="0"/>
                  </a:endParaRPr>
                </a:p>
              </p:txBody>
            </p:sp>
          </p:grpSp>
          <p:sp>
            <p:nvSpPr>
              <p:cNvPr id="27" name="Line 17">
                <a:extLst>
                  <a:ext uri="{FF2B5EF4-FFF2-40B4-BE49-F238E27FC236}">
                    <a16:creationId xmlns:a16="http://schemas.microsoft.com/office/drawing/2014/main" id="{06D26C47-0F07-4575-9C4F-8D5C38E162A6}"/>
                  </a:ext>
                </a:extLst>
              </p:cNvPr>
              <p:cNvSpPr>
                <a:spLocks noChangeShapeType="1"/>
              </p:cNvSpPr>
              <p:nvPr/>
            </p:nvSpPr>
            <p:spPr bwMode="auto">
              <a:xfrm flipV="1">
                <a:off x="1660396" y="3600922"/>
                <a:ext cx="744686" cy="45084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28" name="Line 19">
                <a:extLst>
                  <a:ext uri="{FF2B5EF4-FFF2-40B4-BE49-F238E27FC236}">
                    <a16:creationId xmlns:a16="http://schemas.microsoft.com/office/drawing/2014/main" id="{5D205191-CCFD-42F2-90BB-5CF1DE6C2052}"/>
                  </a:ext>
                </a:extLst>
              </p:cNvPr>
              <p:cNvSpPr>
                <a:spLocks noChangeShapeType="1"/>
              </p:cNvSpPr>
              <p:nvPr/>
            </p:nvSpPr>
            <p:spPr bwMode="auto">
              <a:xfrm flipH="1" flipV="1">
                <a:off x="2968756" y="3545361"/>
                <a:ext cx="646242" cy="33812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29" name="Text Box 35">
                <a:extLst>
                  <a:ext uri="{FF2B5EF4-FFF2-40B4-BE49-F238E27FC236}">
                    <a16:creationId xmlns:a16="http://schemas.microsoft.com/office/drawing/2014/main" id="{9506D68B-C4FC-4916-B4DF-B8999F19525B}"/>
                  </a:ext>
                </a:extLst>
              </p:cNvPr>
              <p:cNvSpPr txBox="1">
                <a:spLocks noChangeArrowheads="1"/>
              </p:cNvSpPr>
              <p:nvPr/>
            </p:nvSpPr>
            <p:spPr bwMode="auto">
              <a:xfrm>
                <a:off x="2401907" y="3026260"/>
                <a:ext cx="300142"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1</a:t>
                </a:r>
              </a:p>
            </p:txBody>
          </p:sp>
          <p:sp>
            <p:nvSpPr>
              <p:cNvPr id="30" name="Text Box 36">
                <a:extLst>
                  <a:ext uri="{FF2B5EF4-FFF2-40B4-BE49-F238E27FC236}">
                    <a16:creationId xmlns:a16="http://schemas.microsoft.com/office/drawing/2014/main" id="{1719E55D-F785-4812-AE77-A072B970577A}"/>
                  </a:ext>
                </a:extLst>
              </p:cNvPr>
              <p:cNvSpPr txBox="1">
                <a:spLocks noChangeArrowheads="1"/>
              </p:cNvSpPr>
              <p:nvPr/>
            </p:nvSpPr>
            <p:spPr bwMode="auto">
              <a:xfrm>
                <a:off x="2903656" y="3051660"/>
                <a:ext cx="300142"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2</a:t>
                </a:r>
              </a:p>
            </p:txBody>
          </p:sp>
          <p:sp>
            <p:nvSpPr>
              <p:cNvPr id="31" name="Text Box 37">
                <a:extLst>
                  <a:ext uri="{FF2B5EF4-FFF2-40B4-BE49-F238E27FC236}">
                    <a16:creationId xmlns:a16="http://schemas.microsoft.com/office/drawing/2014/main" id="{A5511732-1900-4989-9EE1-F855E5C40B23}"/>
                  </a:ext>
                </a:extLst>
              </p:cNvPr>
              <p:cNvSpPr txBox="1">
                <a:spLocks noChangeArrowheads="1"/>
              </p:cNvSpPr>
              <p:nvPr/>
            </p:nvSpPr>
            <p:spPr bwMode="auto">
              <a:xfrm>
                <a:off x="2941764" y="3593779"/>
                <a:ext cx="300142"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3</a:t>
                </a:r>
              </a:p>
            </p:txBody>
          </p:sp>
          <p:sp>
            <p:nvSpPr>
              <p:cNvPr id="32" name="Text Box 38">
                <a:extLst>
                  <a:ext uri="{FF2B5EF4-FFF2-40B4-BE49-F238E27FC236}">
                    <a16:creationId xmlns:a16="http://schemas.microsoft.com/office/drawing/2014/main" id="{C7687E6C-7344-4A32-9C43-87B6AE02599B}"/>
                  </a:ext>
                </a:extLst>
              </p:cNvPr>
              <p:cNvSpPr txBox="1">
                <a:spLocks noChangeArrowheads="1"/>
              </p:cNvSpPr>
              <p:nvPr/>
            </p:nvSpPr>
            <p:spPr bwMode="auto">
              <a:xfrm>
                <a:off x="2640079" y="3654896"/>
                <a:ext cx="300142"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4</a:t>
                </a:r>
              </a:p>
            </p:txBody>
          </p:sp>
          <p:sp>
            <p:nvSpPr>
              <p:cNvPr id="33" name="Text Box 39">
                <a:extLst>
                  <a:ext uri="{FF2B5EF4-FFF2-40B4-BE49-F238E27FC236}">
                    <a16:creationId xmlns:a16="http://schemas.microsoft.com/office/drawing/2014/main" id="{D13E6117-EE32-4D57-B916-F9B577EA8070}"/>
                  </a:ext>
                </a:extLst>
              </p:cNvPr>
              <p:cNvSpPr txBox="1">
                <a:spLocks noChangeArrowheads="1"/>
              </p:cNvSpPr>
              <p:nvPr/>
            </p:nvSpPr>
            <p:spPr bwMode="auto">
              <a:xfrm>
                <a:off x="2211658" y="3611798"/>
                <a:ext cx="300142" cy="3693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5</a:t>
                </a:r>
              </a:p>
            </p:txBody>
          </p:sp>
          <p:sp>
            <p:nvSpPr>
              <p:cNvPr id="34" name="Text Box 40">
                <a:extLst>
                  <a:ext uri="{FF2B5EF4-FFF2-40B4-BE49-F238E27FC236}">
                    <a16:creationId xmlns:a16="http://schemas.microsoft.com/office/drawing/2014/main" id="{F77F9B6C-6FBE-4615-AADF-9DFDF530365F}"/>
                  </a:ext>
                </a:extLst>
              </p:cNvPr>
              <p:cNvSpPr txBox="1">
                <a:spLocks noChangeArrowheads="1"/>
              </p:cNvSpPr>
              <p:nvPr/>
            </p:nvSpPr>
            <p:spPr bwMode="auto">
              <a:xfrm>
                <a:off x="2096301" y="3087403"/>
                <a:ext cx="319151" cy="3698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6</a:t>
                </a:r>
              </a:p>
            </p:txBody>
          </p:sp>
        </p:grpSp>
      </p:grpSp>
      <p:sp>
        <p:nvSpPr>
          <p:cNvPr id="58" name="文本框 57">
            <a:extLst>
              <a:ext uri="{FF2B5EF4-FFF2-40B4-BE49-F238E27FC236}">
                <a16:creationId xmlns:a16="http://schemas.microsoft.com/office/drawing/2014/main" id="{44947C7F-F56E-4948-BFB8-0585A92CC7E7}"/>
              </a:ext>
            </a:extLst>
          </p:cNvPr>
          <p:cNvSpPr txBox="1"/>
          <p:nvPr/>
        </p:nvSpPr>
        <p:spPr>
          <a:xfrm>
            <a:off x="751426" y="5266699"/>
            <a:ext cx="4041618" cy="425758"/>
          </a:xfrm>
          <a:prstGeom prst="rect">
            <a:avLst/>
          </a:prstGeom>
          <a:solidFill>
            <a:schemeClr val="accent2">
              <a:lumMod val="20000"/>
              <a:lumOff val="80000"/>
            </a:schemeClr>
          </a:solidFill>
        </p:spPr>
        <p:txBody>
          <a:bodyPr wrap="square">
            <a:spAutoFit/>
          </a:bodyPr>
          <a:lstStyle/>
          <a:p>
            <a:pPr algn="ctr">
              <a:lnSpc>
                <a:spcPts val="2600"/>
              </a:lnSpc>
              <a:buClr>
                <a:srgbClr val="C00000"/>
              </a:buClr>
              <a:buSzPct val="90000"/>
              <a:defRPr/>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ja-JP" altLang="en-US" sz="2200" dirty="0">
                <a:latin typeface="Arial" panose="020B0604020202020204" pitchFamily="34" charset="0"/>
                <a:ea typeface="宋体" panose="02010600030101010101" pitchFamily="2" charset="-122"/>
                <a:cs typeface="Arial" panose="020B0604020202020204" pitchFamily="34"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a:t>
            </a:r>
            <a:r>
              <a:rPr lang="ja-JP"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能够同时传输</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70282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a:xfrm>
            <a:off x="436728" y="586853"/>
            <a:ext cx="7881772" cy="839906"/>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交换式以太网：交换机</a:t>
            </a:r>
            <a:endParaRPr 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445" name="Rectangle 3"/>
          <p:cNvSpPr>
            <a:spLocks noGrp="1" noChangeArrowheads="1"/>
          </p:cNvSpPr>
          <p:nvPr>
            <p:ph type="body" idx="1"/>
          </p:nvPr>
        </p:nvSpPr>
        <p:spPr>
          <a:xfrm>
            <a:off x="442011" y="1510144"/>
            <a:ext cx="4763427" cy="3049664"/>
          </a:xfrm>
        </p:spPr>
        <p:txBody>
          <a:bodyPr>
            <a:normAutofit/>
          </a:bodyPr>
          <a:lstStyle/>
          <a:p>
            <a:pPr marL="355600" indent="-355600">
              <a:lnSpc>
                <a:spcPts val="3500"/>
              </a:lnSpc>
              <a:spcBef>
                <a:spcPts val="600"/>
              </a:spcBef>
              <a:buBlip>
                <a:blip r:embed="rId3"/>
              </a:buBlip>
              <a:defRPr/>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交换机为链路层设备</a:t>
            </a:r>
            <a:endParaRPr lang="en-US" altLang="zh-CN" sz="26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ts val="35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检查接收帧的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地址，基于</a:t>
            </a:r>
            <a:r>
              <a:rPr lang="zh-CN" altLang="en-US" sz="22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地址映射表</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，将帧转发到一个或多个出口链路</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ts val="3500"/>
              </a:lnSpc>
              <a:spcBef>
                <a:spcPts val="600"/>
              </a:spcBef>
              <a:buBlip>
                <a:blip r:embed="rId4"/>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当帧转发时，可以采用全双工模式或半双工模式</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EE6C1309-0C19-438C-9D28-6F873243BECF}"/>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pic>
        <p:nvPicPr>
          <p:cNvPr id="2" name="Picture 15" descr="http://www.cdwangluo.com/UploadFile/201442516230298.jpg">
            <a:extLst>
              <a:ext uri="{FF2B5EF4-FFF2-40B4-BE49-F238E27FC236}">
                <a16:creationId xmlns:a16="http://schemas.microsoft.com/office/drawing/2014/main" id="{9A84601E-CDB9-4254-85C3-F6BA115666A9}"/>
              </a:ext>
            </a:extLst>
          </p:cNvPr>
          <p:cNvPicPr>
            <a:picLocks noChangeAspect="1" noChangeArrowheads="1"/>
          </p:cNvPicPr>
          <p:nvPr/>
        </p:nvPicPr>
        <p:blipFill>
          <a:blip r:embed="rId5"/>
          <a:srcRect/>
          <a:stretch>
            <a:fillRect/>
          </a:stretch>
        </p:blipFill>
        <p:spPr bwMode="auto">
          <a:xfrm>
            <a:off x="1053170" y="4708442"/>
            <a:ext cx="3300413" cy="677896"/>
          </a:xfrm>
          <a:prstGeom prst="rect">
            <a:avLst/>
          </a:prstGeom>
          <a:noFill/>
        </p:spPr>
      </p:pic>
      <p:sp>
        <p:nvSpPr>
          <p:cNvPr id="59" name="Rectangle 20">
            <a:extLst>
              <a:ext uri="{FF2B5EF4-FFF2-40B4-BE49-F238E27FC236}">
                <a16:creationId xmlns:a16="http://schemas.microsoft.com/office/drawing/2014/main" id="{860FEF44-C595-4811-AFB0-2132E72D1A25}"/>
              </a:ext>
            </a:extLst>
          </p:cNvPr>
          <p:cNvSpPr>
            <a:spLocks noChangeArrowheads="1"/>
          </p:cNvSpPr>
          <p:nvPr/>
        </p:nvSpPr>
        <p:spPr bwMode="auto">
          <a:xfrm>
            <a:off x="6044905" y="3342012"/>
            <a:ext cx="1787525" cy="401637"/>
          </a:xfrm>
          <a:prstGeom prst="rect">
            <a:avLst/>
          </a:prstGeom>
          <a:noFill/>
          <a:ln w="12700">
            <a:no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60" name="Text Box 21">
            <a:extLst>
              <a:ext uri="{FF2B5EF4-FFF2-40B4-BE49-F238E27FC236}">
                <a16:creationId xmlns:a16="http://schemas.microsoft.com/office/drawing/2014/main" id="{382DCEF4-25C8-4BA4-BC33-5E20D1B23FD4}"/>
              </a:ext>
            </a:extLst>
          </p:cNvPr>
          <p:cNvSpPr txBox="1">
            <a:spLocks noChangeArrowheads="1"/>
          </p:cNvSpPr>
          <p:nvPr/>
        </p:nvSpPr>
        <p:spPr bwMode="auto">
          <a:xfrm>
            <a:off x="6063955" y="3732537"/>
            <a:ext cx="2344738" cy="336550"/>
          </a:xfrm>
          <a:prstGeom prst="rect">
            <a:avLst/>
          </a:prstGeom>
          <a:noFill/>
          <a:ln w="12700">
            <a:noFill/>
            <a:miter lim="800000"/>
            <a:headEnd/>
            <a:tailEnd/>
          </a:ln>
        </p:spPr>
        <p:txBody>
          <a:bodyPr>
            <a:spAutoFit/>
          </a:bodyPr>
          <a:lstStyle/>
          <a:p>
            <a:pPr eaLnBrk="0" hangingPunct="0">
              <a:spcBef>
                <a:spcPct val="50000"/>
              </a:spcBef>
            </a:pPr>
            <a:r>
              <a:rPr lang="en-US" altLang="zh-CN" sz="1600" dirty="0">
                <a:latin typeface="Arial Unicode MS" pitchFamily="34" charset="-122"/>
                <a:ea typeface="Arial Unicode MS" pitchFamily="34" charset="-122"/>
                <a:cs typeface="Arial Unicode MS" pitchFamily="34" charset="-122"/>
                <a:sym typeface="Wingdings" pitchFamily="2" charset="2"/>
              </a:rPr>
              <a:t>                           </a:t>
            </a:r>
            <a:endParaRPr lang="en-US" altLang="zh-CN" sz="1800" dirty="0">
              <a:latin typeface="Arial Unicode MS" pitchFamily="34" charset="-122"/>
              <a:ea typeface="Arial Unicode MS" pitchFamily="34" charset="-122"/>
              <a:cs typeface="Arial Unicode MS" pitchFamily="34" charset="-122"/>
            </a:endParaRPr>
          </a:p>
        </p:txBody>
      </p:sp>
      <p:graphicFrame>
        <p:nvGraphicFramePr>
          <p:cNvPr id="61" name="Object 2">
            <a:extLst>
              <a:ext uri="{FF2B5EF4-FFF2-40B4-BE49-F238E27FC236}">
                <a16:creationId xmlns:a16="http://schemas.microsoft.com/office/drawing/2014/main" id="{82BB6C6A-D3F0-4EF0-9976-BF71943271FD}"/>
              </a:ext>
            </a:extLst>
          </p:cNvPr>
          <p:cNvGraphicFramePr>
            <a:graphicFrameLocks noChangeAspect="1"/>
          </p:cNvGraphicFramePr>
          <p:nvPr>
            <p:extLst>
              <p:ext uri="{D42A27DB-BD31-4B8C-83A1-F6EECF244321}">
                <p14:modId xmlns:p14="http://schemas.microsoft.com/office/powerpoint/2010/main" val="2064032947"/>
              </p:ext>
            </p:extLst>
          </p:nvPr>
        </p:nvGraphicFramePr>
        <p:xfrm>
          <a:off x="8157868" y="4307212"/>
          <a:ext cx="754062" cy="1003300"/>
        </p:xfrm>
        <a:graphic>
          <a:graphicData uri="http://schemas.openxmlformats.org/presentationml/2006/ole">
            <mc:AlternateContent xmlns:mc="http://schemas.openxmlformats.org/markup-compatibility/2006">
              <mc:Choice xmlns:v="urn:schemas-microsoft-com:vml" Requires="v">
                <p:oleObj name="Clip" r:id="rId6" imgW="2048040" imgH="2857680" progId="">
                  <p:embed/>
                </p:oleObj>
              </mc:Choice>
              <mc:Fallback>
                <p:oleObj name="Clip" r:id="rId6" imgW="2048040" imgH="2857680" progId="">
                  <p:embed/>
                  <p:pic>
                    <p:nvPicPr>
                      <p:cNvPr id="28674"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7868" y="4307212"/>
                        <a:ext cx="754062"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 name="Freeform 23">
            <a:extLst>
              <a:ext uri="{FF2B5EF4-FFF2-40B4-BE49-F238E27FC236}">
                <a16:creationId xmlns:a16="http://schemas.microsoft.com/office/drawing/2014/main" id="{0EDA944F-8E47-4E50-8713-B21A906AEE4E}"/>
              </a:ext>
            </a:extLst>
          </p:cNvPr>
          <p:cNvSpPr>
            <a:spLocks/>
          </p:cNvSpPr>
          <p:nvPr/>
        </p:nvSpPr>
        <p:spPr bwMode="auto">
          <a:xfrm>
            <a:off x="5643268" y="3873824"/>
            <a:ext cx="557212" cy="1090613"/>
          </a:xfrm>
          <a:custGeom>
            <a:avLst/>
            <a:gdLst>
              <a:gd name="T0" fmla="*/ 2147483647 w 569"/>
              <a:gd name="T1" fmla="*/ 0 h 1254"/>
              <a:gd name="T2" fmla="*/ 2147483647 w 569"/>
              <a:gd name="T3" fmla="*/ 2147483647 h 1254"/>
              <a:gd name="T4" fmla="*/ 2147483647 w 569"/>
              <a:gd name="T5" fmla="*/ 2147483647 h 1254"/>
              <a:gd name="T6" fmla="*/ 0 w 569"/>
              <a:gd name="T7" fmla="*/ 2147483647 h 1254"/>
              <a:gd name="T8" fmla="*/ 0 60000 65536"/>
              <a:gd name="T9" fmla="*/ 0 60000 65536"/>
              <a:gd name="T10" fmla="*/ 0 60000 65536"/>
              <a:gd name="T11" fmla="*/ 0 60000 65536"/>
              <a:gd name="T12" fmla="*/ 0 w 569"/>
              <a:gd name="T13" fmla="*/ 0 h 1254"/>
              <a:gd name="T14" fmla="*/ 569 w 569"/>
              <a:gd name="T15" fmla="*/ 1254 h 1254"/>
            </a:gdLst>
            <a:ahLst/>
            <a:cxnLst>
              <a:cxn ang="T8">
                <a:pos x="T0" y="T1"/>
              </a:cxn>
              <a:cxn ang="T9">
                <a:pos x="T2" y="T3"/>
              </a:cxn>
              <a:cxn ang="T10">
                <a:pos x="T4" y="T5"/>
              </a:cxn>
              <a:cxn ang="T11">
                <a:pos x="T6" y="T7"/>
              </a:cxn>
            </a:cxnLst>
            <a:rect l="T12" t="T13" r="T14" b="T15"/>
            <a:pathLst>
              <a:path w="569" h="1254">
                <a:moveTo>
                  <a:pt x="569" y="0"/>
                </a:moveTo>
                <a:cubicBezTo>
                  <a:pt x="563" y="203"/>
                  <a:pt x="557" y="406"/>
                  <a:pt x="506" y="576"/>
                </a:cubicBezTo>
                <a:cubicBezTo>
                  <a:pt x="455" y="746"/>
                  <a:pt x="349" y="908"/>
                  <a:pt x="265" y="1021"/>
                </a:cubicBezTo>
                <a:cubicBezTo>
                  <a:pt x="181" y="1134"/>
                  <a:pt x="51" y="1210"/>
                  <a:pt x="0" y="1254"/>
                </a:cubicBezTo>
              </a:path>
            </a:pathLst>
          </a:custGeom>
          <a:noFill/>
          <a:ln w="19050">
            <a:solidFill>
              <a:schemeClr val="tx1"/>
            </a:solidFill>
            <a:round/>
            <a:headEnd/>
            <a:tailEnd/>
          </a:ln>
        </p:spPr>
        <p:txBody>
          <a:bodyPr wrap="none" anchor="ctr"/>
          <a:lstStyle/>
          <a:p>
            <a:endParaRPr lang="zh-CN" altLang="en-US"/>
          </a:p>
        </p:txBody>
      </p:sp>
      <p:sp>
        <p:nvSpPr>
          <p:cNvPr id="63" name="Freeform 24">
            <a:extLst>
              <a:ext uri="{FF2B5EF4-FFF2-40B4-BE49-F238E27FC236}">
                <a16:creationId xmlns:a16="http://schemas.microsoft.com/office/drawing/2014/main" id="{43592E56-454A-42BA-B8DF-DF079F1B95C0}"/>
              </a:ext>
            </a:extLst>
          </p:cNvPr>
          <p:cNvSpPr>
            <a:spLocks/>
          </p:cNvSpPr>
          <p:nvPr/>
        </p:nvSpPr>
        <p:spPr bwMode="auto">
          <a:xfrm flipH="1">
            <a:off x="8057855" y="3927799"/>
            <a:ext cx="109538" cy="1017588"/>
          </a:xfrm>
          <a:custGeom>
            <a:avLst/>
            <a:gdLst>
              <a:gd name="T0" fmla="*/ 2147483647 w 569"/>
              <a:gd name="T1" fmla="*/ 0 h 1254"/>
              <a:gd name="T2" fmla="*/ 2147483647 w 569"/>
              <a:gd name="T3" fmla="*/ 2147483647 h 1254"/>
              <a:gd name="T4" fmla="*/ 2147483647 w 569"/>
              <a:gd name="T5" fmla="*/ 2147483647 h 1254"/>
              <a:gd name="T6" fmla="*/ 0 w 569"/>
              <a:gd name="T7" fmla="*/ 2147483647 h 1254"/>
              <a:gd name="T8" fmla="*/ 0 60000 65536"/>
              <a:gd name="T9" fmla="*/ 0 60000 65536"/>
              <a:gd name="T10" fmla="*/ 0 60000 65536"/>
              <a:gd name="T11" fmla="*/ 0 60000 65536"/>
              <a:gd name="T12" fmla="*/ 0 w 569"/>
              <a:gd name="T13" fmla="*/ 0 h 1254"/>
              <a:gd name="T14" fmla="*/ 569 w 569"/>
              <a:gd name="T15" fmla="*/ 1254 h 1254"/>
            </a:gdLst>
            <a:ahLst/>
            <a:cxnLst>
              <a:cxn ang="T8">
                <a:pos x="T0" y="T1"/>
              </a:cxn>
              <a:cxn ang="T9">
                <a:pos x="T2" y="T3"/>
              </a:cxn>
              <a:cxn ang="T10">
                <a:pos x="T4" y="T5"/>
              </a:cxn>
              <a:cxn ang="T11">
                <a:pos x="T6" y="T7"/>
              </a:cxn>
            </a:cxnLst>
            <a:rect l="T12" t="T13" r="T14" b="T15"/>
            <a:pathLst>
              <a:path w="569" h="1254">
                <a:moveTo>
                  <a:pt x="569" y="0"/>
                </a:moveTo>
                <a:cubicBezTo>
                  <a:pt x="563" y="203"/>
                  <a:pt x="557" y="406"/>
                  <a:pt x="506" y="576"/>
                </a:cubicBezTo>
                <a:cubicBezTo>
                  <a:pt x="455" y="746"/>
                  <a:pt x="349" y="908"/>
                  <a:pt x="265" y="1021"/>
                </a:cubicBezTo>
                <a:cubicBezTo>
                  <a:pt x="181" y="1134"/>
                  <a:pt x="51" y="1210"/>
                  <a:pt x="0" y="1254"/>
                </a:cubicBezTo>
              </a:path>
            </a:pathLst>
          </a:custGeom>
          <a:noFill/>
          <a:ln w="19050">
            <a:solidFill>
              <a:schemeClr val="tx1"/>
            </a:solidFill>
            <a:round/>
            <a:headEnd/>
            <a:tailEnd/>
          </a:ln>
        </p:spPr>
        <p:txBody>
          <a:bodyPr wrap="none" anchor="ctr"/>
          <a:lstStyle/>
          <a:p>
            <a:endParaRPr lang="zh-CN" altLang="en-US"/>
          </a:p>
        </p:txBody>
      </p:sp>
      <p:sp>
        <p:nvSpPr>
          <p:cNvPr id="64" name="Freeform 25">
            <a:extLst>
              <a:ext uri="{FF2B5EF4-FFF2-40B4-BE49-F238E27FC236}">
                <a16:creationId xmlns:a16="http://schemas.microsoft.com/office/drawing/2014/main" id="{13EB12E1-DA6E-4CE8-90A9-66E2CF620AE4}"/>
              </a:ext>
            </a:extLst>
          </p:cNvPr>
          <p:cNvSpPr>
            <a:spLocks/>
          </p:cNvSpPr>
          <p:nvPr/>
        </p:nvSpPr>
        <p:spPr bwMode="auto">
          <a:xfrm>
            <a:off x="7402218" y="3911924"/>
            <a:ext cx="158750" cy="1203325"/>
          </a:xfrm>
          <a:custGeom>
            <a:avLst/>
            <a:gdLst>
              <a:gd name="T0" fmla="*/ 2147483647 w 118"/>
              <a:gd name="T1" fmla="*/ 0 h 1380"/>
              <a:gd name="T2" fmla="*/ 2147483647 w 118"/>
              <a:gd name="T3" fmla="*/ 2147483647 h 1380"/>
              <a:gd name="T4" fmla="*/ 2147483647 w 118"/>
              <a:gd name="T5" fmla="*/ 2147483647 h 1380"/>
              <a:gd name="T6" fmla="*/ 0 60000 65536"/>
              <a:gd name="T7" fmla="*/ 0 60000 65536"/>
              <a:gd name="T8" fmla="*/ 0 60000 65536"/>
              <a:gd name="T9" fmla="*/ 0 w 118"/>
              <a:gd name="T10" fmla="*/ 0 h 1380"/>
              <a:gd name="T11" fmla="*/ 118 w 118"/>
              <a:gd name="T12" fmla="*/ 1380 h 1380"/>
            </a:gdLst>
            <a:ahLst/>
            <a:cxnLst>
              <a:cxn ang="T6">
                <a:pos x="T0" y="T1"/>
              </a:cxn>
              <a:cxn ang="T7">
                <a:pos x="T2" y="T3"/>
              </a:cxn>
              <a:cxn ang="T8">
                <a:pos x="T4" y="T5"/>
              </a:cxn>
            </a:cxnLst>
            <a:rect l="T9" t="T10" r="T11" b="T12"/>
            <a:pathLst>
              <a:path w="118" h="1380">
                <a:moveTo>
                  <a:pt x="17" y="0"/>
                </a:moveTo>
                <a:cubicBezTo>
                  <a:pt x="8" y="255"/>
                  <a:pt x="0" y="511"/>
                  <a:pt x="17" y="741"/>
                </a:cubicBezTo>
                <a:cubicBezTo>
                  <a:pt x="34" y="971"/>
                  <a:pt x="76" y="1175"/>
                  <a:pt x="118" y="1380"/>
                </a:cubicBezTo>
              </a:path>
            </a:pathLst>
          </a:custGeom>
          <a:noFill/>
          <a:ln w="19050">
            <a:solidFill>
              <a:schemeClr val="tx1"/>
            </a:solidFill>
            <a:round/>
            <a:headEnd/>
            <a:tailEnd/>
          </a:ln>
        </p:spPr>
        <p:txBody>
          <a:bodyPr wrap="none" anchor="ctr"/>
          <a:lstStyle/>
          <a:p>
            <a:endParaRPr lang="zh-CN" altLang="en-US"/>
          </a:p>
        </p:txBody>
      </p:sp>
      <p:graphicFrame>
        <p:nvGraphicFramePr>
          <p:cNvPr id="65" name="Object 3">
            <a:extLst>
              <a:ext uri="{FF2B5EF4-FFF2-40B4-BE49-F238E27FC236}">
                <a16:creationId xmlns:a16="http://schemas.microsoft.com/office/drawing/2014/main" id="{70B8CB83-98EE-45BC-B2F5-55FA429083D5}"/>
              </a:ext>
            </a:extLst>
          </p:cNvPr>
          <p:cNvGraphicFramePr>
            <a:graphicFrameLocks noChangeAspect="1"/>
          </p:cNvGraphicFramePr>
          <p:nvPr>
            <p:extLst>
              <p:ext uri="{D42A27DB-BD31-4B8C-83A1-F6EECF244321}">
                <p14:modId xmlns:p14="http://schemas.microsoft.com/office/powerpoint/2010/main" val="359439625"/>
              </p:ext>
            </p:extLst>
          </p:nvPr>
        </p:nvGraphicFramePr>
        <p:xfrm>
          <a:off x="5128918" y="4685037"/>
          <a:ext cx="971550" cy="685800"/>
        </p:xfrm>
        <a:graphic>
          <a:graphicData uri="http://schemas.openxmlformats.org/presentationml/2006/ole">
            <mc:AlternateContent xmlns:mc="http://schemas.openxmlformats.org/markup-compatibility/2006">
              <mc:Choice xmlns:v="urn:schemas-microsoft-com:vml" Requires="v">
                <p:oleObj name="Clip" r:id="rId8" imgW="971640" imgH="685800" progId="">
                  <p:embed/>
                </p:oleObj>
              </mc:Choice>
              <mc:Fallback>
                <p:oleObj name="Clip" r:id="rId8" imgW="971640" imgH="685800" progId="">
                  <p:embed/>
                  <p:pic>
                    <p:nvPicPr>
                      <p:cNvPr id="28675"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8918" y="4685037"/>
                        <a:ext cx="97155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 name="Object 4">
            <a:extLst>
              <a:ext uri="{FF2B5EF4-FFF2-40B4-BE49-F238E27FC236}">
                <a16:creationId xmlns:a16="http://schemas.microsoft.com/office/drawing/2014/main" id="{0838D8ED-A63D-485E-8428-0AAEE3588659}"/>
              </a:ext>
            </a:extLst>
          </p:cNvPr>
          <p:cNvGraphicFramePr>
            <a:graphicFrameLocks noChangeAspect="1"/>
          </p:cNvGraphicFramePr>
          <p:nvPr>
            <p:extLst>
              <p:ext uri="{D42A27DB-BD31-4B8C-83A1-F6EECF244321}">
                <p14:modId xmlns:p14="http://schemas.microsoft.com/office/powerpoint/2010/main" val="3539912460"/>
              </p:ext>
            </p:extLst>
          </p:nvPr>
        </p:nvGraphicFramePr>
        <p:xfrm>
          <a:off x="7184730" y="4977137"/>
          <a:ext cx="868363" cy="736600"/>
        </p:xfrm>
        <a:graphic>
          <a:graphicData uri="http://schemas.openxmlformats.org/presentationml/2006/ole">
            <mc:AlternateContent xmlns:mc="http://schemas.openxmlformats.org/markup-compatibility/2006">
              <mc:Choice xmlns:v="urn:schemas-microsoft-com:vml" Requires="v">
                <p:oleObj name="Clip" r:id="rId10" imgW="942840" imgH="838080" progId="">
                  <p:embed/>
                </p:oleObj>
              </mc:Choice>
              <mc:Fallback>
                <p:oleObj name="Clip" r:id="rId10" imgW="942840" imgH="838080" progId="">
                  <p:embed/>
                  <p:pic>
                    <p:nvPicPr>
                      <p:cNvPr id="28676"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84730" y="4977137"/>
                        <a:ext cx="868363"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Freeform 28">
            <a:extLst>
              <a:ext uri="{FF2B5EF4-FFF2-40B4-BE49-F238E27FC236}">
                <a16:creationId xmlns:a16="http://schemas.microsoft.com/office/drawing/2014/main" id="{E7A21C0C-085C-4D03-9C6D-D7BAD830DD1B}"/>
              </a:ext>
            </a:extLst>
          </p:cNvPr>
          <p:cNvSpPr>
            <a:spLocks/>
          </p:cNvSpPr>
          <p:nvPr/>
        </p:nvSpPr>
        <p:spPr bwMode="auto">
          <a:xfrm>
            <a:off x="6604026" y="3888111"/>
            <a:ext cx="231454" cy="1203303"/>
          </a:xfrm>
          <a:custGeom>
            <a:avLst/>
            <a:gdLst>
              <a:gd name="T0" fmla="*/ 2147483647 w 569"/>
              <a:gd name="T1" fmla="*/ 0 h 1254"/>
              <a:gd name="T2" fmla="*/ 2147483647 w 569"/>
              <a:gd name="T3" fmla="*/ 2147483647 h 1254"/>
              <a:gd name="T4" fmla="*/ 2147483647 w 569"/>
              <a:gd name="T5" fmla="*/ 2147483647 h 1254"/>
              <a:gd name="T6" fmla="*/ 0 w 569"/>
              <a:gd name="T7" fmla="*/ 2147483647 h 1254"/>
              <a:gd name="T8" fmla="*/ 0 60000 65536"/>
              <a:gd name="T9" fmla="*/ 0 60000 65536"/>
              <a:gd name="T10" fmla="*/ 0 60000 65536"/>
              <a:gd name="T11" fmla="*/ 0 60000 65536"/>
              <a:gd name="T12" fmla="*/ 0 w 569"/>
              <a:gd name="T13" fmla="*/ 0 h 1254"/>
              <a:gd name="T14" fmla="*/ 569 w 569"/>
              <a:gd name="T15" fmla="*/ 1254 h 1254"/>
            </a:gdLst>
            <a:ahLst/>
            <a:cxnLst>
              <a:cxn ang="T8">
                <a:pos x="T0" y="T1"/>
              </a:cxn>
              <a:cxn ang="T9">
                <a:pos x="T2" y="T3"/>
              </a:cxn>
              <a:cxn ang="T10">
                <a:pos x="T4" y="T5"/>
              </a:cxn>
              <a:cxn ang="T11">
                <a:pos x="T6" y="T7"/>
              </a:cxn>
            </a:cxnLst>
            <a:rect l="T12" t="T13" r="T14" b="T15"/>
            <a:pathLst>
              <a:path w="569" h="1254">
                <a:moveTo>
                  <a:pt x="569" y="0"/>
                </a:moveTo>
                <a:cubicBezTo>
                  <a:pt x="563" y="203"/>
                  <a:pt x="557" y="406"/>
                  <a:pt x="506" y="576"/>
                </a:cubicBezTo>
                <a:cubicBezTo>
                  <a:pt x="455" y="746"/>
                  <a:pt x="349" y="908"/>
                  <a:pt x="265" y="1021"/>
                </a:cubicBezTo>
                <a:cubicBezTo>
                  <a:pt x="181" y="1134"/>
                  <a:pt x="51" y="1210"/>
                  <a:pt x="0" y="1254"/>
                </a:cubicBezTo>
              </a:path>
            </a:pathLst>
          </a:custGeom>
          <a:noFill/>
          <a:ln w="19050">
            <a:solidFill>
              <a:schemeClr val="tx1"/>
            </a:solidFill>
            <a:round/>
            <a:headEnd/>
            <a:tailEnd/>
          </a:ln>
        </p:spPr>
        <p:txBody>
          <a:bodyPr wrap="none" anchor="ctr"/>
          <a:lstStyle/>
          <a:p>
            <a:endParaRPr lang="zh-CN" altLang="en-US"/>
          </a:p>
        </p:txBody>
      </p:sp>
      <p:graphicFrame>
        <p:nvGraphicFramePr>
          <p:cNvPr id="68" name="Object 5">
            <a:extLst>
              <a:ext uri="{FF2B5EF4-FFF2-40B4-BE49-F238E27FC236}">
                <a16:creationId xmlns:a16="http://schemas.microsoft.com/office/drawing/2014/main" id="{0C8F1EBC-D5CE-4714-ADE5-ECBD097B4104}"/>
              </a:ext>
            </a:extLst>
          </p:cNvPr>
          <p:cNvGraphicFramePr>
            <a:graphicFrameLocks noChangeAspect="1"/>
          </p:cNvGraphicFramePr>
          <p:nvPr>
            <p:extLst>
              <p:ext uri="{D42A27DB-BD31-4B8C-83A1-F6EECF244321}">
                <p14:modId xmlns:p14="http://schemas.microsoft.com/office/powerpoint/2010/main" val="1340841295"/>
              </p:ext>
            </p:extLst>
          </p:nvPr>
        </p:nvGraphicFramePr>
        <p:xfrm>
          <a:off x="6141742" y="4965066"/>
          <a:ext cx="868363" cy="736600"/>
        </p:xfrm>
        <a:graphic>
          <a:graphicData uri="http://schemas.openxmlformats.org/presentationml/2006/ole">
            <mc:AlternateContent xmlns:mc="http://schemas.openxmlformats.org/markup-compatibility/2006">
              <mc:Choice xmlns:v="urn:schemas-microsoft-com:vml" Requires="v">
                <p:oleObj name="Clip" r:id="rId12" imgW="942840" imgH="838080" progId="">
                  <p:embed/>
                </p:oleObj>
              </mc:Choice>
              <mc:Fallback>
                <p:oleObj name="Clip" r:id="rId12" imgW="942840" imgH="838080" progId="">
                  <p:embed/>
                  <p:pic>
                    <p:nvPicPr>
                      <p:cNvPr id="28677"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41742" y="4965066"/>
                        <a:ext cx="868363"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 name="Rectangle 30">
            <a:extLst>
              <a:ext uri="{FF2B5EF4-FFF2-40B4-BE49-F238E27FC236}">
                <a16:creationId xmlns:a16="http://schemas.microsoft.com/office/drawing/2014/main" id="{2B965DB7-FDE6-4E96-A097-B009A0A7CDD9}"/>
              </a:ext>
            </a:extLst>
          </p:cNvPr>
          <p:cNvSpPr>
            <a:spLocks noChangeArrowheads="1"/>
          </p:cNvSpPr>
          <p:nvPr/>
        </p:nvSpPr>
        <p:spPr bwMode="auto">
          <a:xfrm>
            <a:off x="5902030" y="2600649"/>
            <a:ext cx="2644775" cy="1335088"/>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70" name="Text Box 31">
            <a:extLst>
              <a:ext uri="{FF2B5EF4-FFF2-40B4-BE49-F238E27FC236}">
                <a16:creationId xmlns:a16="http://schemas.microsoft.com/office/drawing/2014/main" id="{5EDD86C5-83AD-4B6C-A399-DC650283C696}"/>
              </a:ext>
            </a:extLst>
          </p:cNvPr>
          <p:cNvSpPr txBox="1">
            <a:spLocks noChangeArrowheads="1"/>
          </p:cNvSpPr>
          <p:nvPr/>
        </p:nvSpPr>
        <p:spPr bwMode="auto">
          <a:xfrm>
            <a:off x="5995693" y="2745112"/>
            <a:ext cx="2462212" cy="640515"/>
          </a:xfrm>
          <a:prstGeom prst="rect">
            <a:avLst/>
          </a:prstGeom>
          <a:solidFill>
            <a:srgbClr val="EAEAEA"/>
          </a:solidFill>
          <a:ln w="12700">
            <a:solidFill>
              <a:schemeClr val="tx1"/>
            </a:solidFill>
            <a:miter lim="800000"/>
            <a:headEnd/>
            <a:tailEnd/>
          </a:ln>
        </p:spPr>
        <p:txBody>
          <a:bodyPr tIns="180000" bIns="180000">
            <a:spAutoFit/>
          </a:bodyPr>
          <a:lstStyle/>
          <a:p>
            <a:pPr algn="ctr" eaLnBrk="0" hangingPunct="0">
              <a:spcBef>
                <a:spcPts val="1800"/>
              </a:spcBef>
            </a:pPr>
            <a:r>
              <a:rPr lang="zh-CN" altLang="en-US" dirty="0">
                <a:latin typeface="宋体" panose="02010600030101010101" pitchFamily="2" charset="-122"/>
                <a:ea typeface="宋体" panose="02010600030101010101" pitchFamily="2" charset="-122"/>
                <a:cs typeface="Arial Unicode MS" pitchFamily="34" charset="-122"/>
              </a:rPr>
              <a:t>高速背板或网络</a:t>
            </a:r>
            <a:endParaRPr lang="en-US" altLang="zh-CN" dirty="0">
              <a:latin typeface="宋体" panose="02010600030101010101" pitchFamily="2" charset="-122"/>
              <a:ea typeface="宋体" panose="02010600030101010101" pitchFamily="2" charset="-122"/>
              <a:cs typeface="Arial Unicode MS" pitchFamily="34" charset="-122"/>
            </a:endParaRPr>
          </a:p>
        </p:txBody>
      </p:sp>
      <p:grpSp>
        <p:nvGrpSpPr>
          <p:cNvPr id="71" name="Group 32">
            <a:extLst>
              <a:ext uri="{FF2B5EF4-FFF2-40B4-BE49-F238E27FC236}">
                <a16:creationId xmlns:a16="http://schemas.microsoft.com/office/drawing/2014/main" id="{41D2C1C2-173A-4834-92E9-3178F7BDB0CC}"/>
              </a:ext>
            </a:extLst>
          </p:cNvPr>
          <p:cNvGrpSpPr>
            <a:grpSpLocks/>
          </p:cNvGrpSpPr>
          <p:nvPr/>
        </p:nvGrpSpPr>
        <p:grpSpPr bwMode="auto">
          <a:xfrm>
            <a:off x="5987755" y="3476949"/>
            <a:ext cx="528638" cy="438150"/>
            <a:chOff x="4091" y="2922"/>
            <a:chExt cx="333" cy="276"/>
          </a:xfrm>
        </p:grpSpPr>
        <p:grpSp>
          <p:nvGrpSpPr>
            <p:cNvPr id="72" name="Group 33">
              <a:extLst>
                <a:ext uri="{FF2B5EF4-FFF2-40B4-BE49-F238E27FC236}">
                  <a16:creationId xmlns:a16="http://schemas.microsoft.com/office/drawing/2014/main" id="{50B80DDC-31E0-417D-A922-A23389C2DA58}"/>
                </a:ext>
              </a:extLst>
            </p:cNvPr>
            <p:cNvGrpSpPr>
              <a:grpSpLocks/>
            </p:cNvGrpSpPr>
            <p:nvPr/>
          </p:nvGrpSpPr>
          <p:grpSpPr bwMode="auto">
            <a:xfrm>
              <a:off x="4091" y="3062"/>
              <a:ext cx="151" cy="133"/>
              <a:chOff x="4029" y="2961"/>
              <a:chExt cx="213" cy="234"/>
            </a:xfrm>
          </p:grpSpPr>
          <p:sp>
            <p:nvSpPr>
              <p:cNvPr id="80" name="Rectangle 34">
                <a:extLst>
                  <a:ext uri="{FF2B5EF4-FFF2-40B4-BE49-F238E27FC236}">
                    <a16:creationId xmlns:a16="http://schemas.microsoft.com/office/drawing/2014/main" id="{93FB6E20-C026-4844-A90C-989381BC504B}"/>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81" name="Line 35">
                <a:extLst>
                  <a:ext uri="{FF2B5EF4-FFF2-40B4-BE49-F238E27FC236}">
                    <a16:creationId xmlns:a16="http://schemas.microsoft.com/office/drawing/2014/main" id="{FD75E3F6-0876-43AC-9FB0-4C3CEF39941B}"/>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82" name="Line 36">
                <a:extLst>
                  <a:ext uri="{FF2B5EF4-FFF2-40B4-BE49-F238E27FC236}">
                    <a16:creationId xmlns:a16="http://schemas.microsoft.com/office/drawing/2014/main" id="{4CBB93C4-8932-410B-81E5-74C579FCAD15}"/>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83" name="Line 37">
                <a:extLst>
                  <a:ext uri="{FF2B5EF4-FFF2-40B4-BE49-F238E27FC236}">
                    <a16:creationId xmlns:a16="http://schemas.microsoft.com/office/drawing/2014/main" id="{42EDAFAA-2904-484B-AB24-22FABF9EA3BD}"/>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grpSp>
          <p:nvGrpSpPr>
            <p:cNvPr id="73" name="Group 38">
              <a:extLst>
                <a:ext uri="{FF2B5EF4-FFF2-40B4-BE49-F238E27FC236}">
                  <a16:creationId xmlns:a16="http://schemas.microsoft.com/office/drawing/2014/main" id="{DAE8AC41-154D-4549-BD3B-9BEDCE7C0629}"/>
                </a:ext>
              </a:extLst>
            </p:cNvPr>
            <p:cNvGrpSpPr>
              <a:grpSpLocks/>
            </p:cNvGrpSpPr>
            <p:nvPr/>
          </p:nvGrpSpPr>
          <p:grpSpPr bwMode="auto">
            <a:xfrm>
              <a:off x="4273" y="3065"/>
              <a:ext cx="151" cy="133"/>
              <a:chOff x="4029" y="2961"/>
              <a:chExt cx="213" cy="234"/>
            </a:xfrm>
          </p:grpSpPr>
          <p:sp>
            <p:nvSpPr>
              <p:cNvPr id="76" name="Rectangle 39">
                <a:extLst>
                  <a:ext uri="{FF2B5EF4-FFF2-40B4-BE49-F238E27FC236}">
                    <a16:creationId xmlns:a16="http://schemas.microsoft.com/office/drawing/2014/main" id="{3D82DECC-B9C9-410B-8377-C2801ECC2740}"/>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77" name="Line 40">
                <a:extLst>
                  <a:ext uri="{FF2B5EF4-FFF2-40B4-BE49-F238E27FC236}">
                    <a16:creationId xmlns:a16="http://schemas.microsoft.com/office/drawing/2014/main" id="{54404655-A000-4169-9E19-FB24B1FA5610}"/>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78" name="Line 41">
                <a:extLst>
                  <a:ext uri="{FF2B5EF4-FFF2-40B4-BE49-F238E27FC236}">
                    <a16:creationId xmlns:a16="http://schemas.microsoft.com/office/drawing/2014/main" id="{91EEDD63-4DC3-4277-B7F0-CD31444A14EB}"/>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79" name="Line 42">
                <a:extLst>
                  <a:ext uri="{FF2B5EF4-FFF2-40B4-BE49-F238E27FC236}">
                    <a16:creationId xmlns:a16="http://schemas.microsoft.com/office/drawing/2014/main" id="{55A75A0A-F4C3-4652-92C8-AA30458955A0}"/>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sp>
          <p:nvSpPr>
            <p:cNvPr id="74" name="Line 43">
              <a:extLst>
                <a:ext uri="{FF2B5EF4-FFF2-40B4-BE49-F238E27FC236}">
                  <a16:creationId xmlns:a16="http://schemas.microsoft.com/office/drawing/2014/main" id="{2FD332B8-2AC3-43A7-A52D-284BAA09EDF6}"/>
                </a:ext>
              </a:extLst>
            </p:cNvPr>
            <p:cNvSpPr>
              <a:spLocks noChangeShapeType="1"/>
            </p:cNvSpPr>
            <p:nvPr/>
          </p:nvSpPr>
          <p:spPr bwMode="auto">
            <a:xfrm flipV="1">
              <a:off x="4177" y="2922"/>
              <a:ext cx="0" cy="133"/>
            </a:xfrm>
            <a:prstGeom prst="line">
              <a:avLst/>
            </a:prstGeom>
            <a:noFill/>
            <a:ln w="12700">
              <a:solidFill>
                <a:schemeClr val="tx1"/>
              </a:solidFill>
              <a:round/>
              <a:headEnd/>
              <a:tailEnd type="triangle" w="med" len="med"/>
            </a:ln>
          </p:spPr>
          <p:txBody>
            <a:bodyPr wrap="none" anchor="ctr"/>
            <a:lstStyle/>
            <a:p>
              <a:endParaRPr lang="zh-CN" altLang="en-US"/>
            </a:p>
          </p:txBody>
        </p:sp>
        <p:sp>
          <p:nvSpPr>
            <p:cNvPr id="75" name="Line 44">
              <a:extLst>
                <a:ext uri="{FF2B5EF4-FFF2-40B4-BE49-F238E27FC236}">
                  <a16:creationId xmlns:a16="http://schemas.microsoft.com/office/drawing/2014/main" id="{0493506E-715B-4370-A9AA-C4B0609B694C}"/>
                </a:ext>
              </a:extLst>
            </p:cNvPr>
            <p:cNvSpPr>
              <a:spLocks noChangeShapeType="1"/>
            </p:cNvSpPr>
            <p:nvPr/>
          </p:nvSpPr>
          <p:spPr bwMode="auto">
            <a:xfrm>
              <a:off x="4351" y="2933"/>
              <a:ext cx="0" cy="133"/>
            </a:xfrm>
            <a:prstGeom prst="line">
              <a:avLst/>
            </a:prstGeom>
            <a:noFill/>
            <a:ln w="12700">
              <a:solidFill>
                <a:schemeClr val="tx1"/>
              </a:solidFill>
              <a:round/>
              <a:headEnd/>
              <a:tailEnd type="triangle" w="med" len="med"/>
            </a:ln>
          </p:spPr>
          <p:txBody>
            <a:bodyPr wrap="none" anchor="ctr"/>
            <a:lstStyle/>
            <a:p>
              <a:endParaRPr lang="zh-CN" altLang="en-US"/>
            </a:p>
          </p:txBody>
        </p:sp>
      </p:grpSp>
      <p:grpSp>
        <p:nvGrpSpPr>
          <p:cNvPr id="84" name="Group 45">
            <a:extLst>
              <a:ext uri="{FF2B5EF4-FFF2-40B4-BE49-F238E27FC236}">
                <a16:creationId xmlns:a16="http://schemas.microsoft.com/office/drawing/2014/main" id="{C017C7DE-9779-4689-AFBC-90778514BBF5}"/>
              </a:ext>
            </a:extLst>
          </p:cNvPr>
          <p:cNvGrpSpPr>
            <a:grpSpLocks/>
          </p:cNvGrpSpPr>
          <p:nvPr/>
        </p:nvGrpSpPr>
        <p:grpSpPr bwMode="auto">
          <a:xfrm>
            <a:off x="6610055" y="3467424"/>
            <a:ext cx="528638" cy="438150"/>
            <a:chOff x="4091" y="2922"/>
            <a:chExt cx="333" cy="276"/>
          </a:xfrm>
        </p:grpSpPr>
        <p:grpSp>
          <p:nvGrpSpPr>
            <p:cNvPr id="85" name="Group 46">
              <a:extLst>
                <a:ext uri="{FF2B5EF4-FFF2-40B4-BE49-F238E27FC236}">
                  <a16:creationId xmlns:a16="http://schemas.microsoft.com/office/drawing/2014/main" id="{536C7580-97D6-49D9-88CC-97DC822C58DF}"/>
                </a:ext>
              </a:extLst>
            </p:cNvPr>
            <p:cNvGrpSpPr>
              <a:grpSpLocks/>
            </p:cNvGrpSpPr>
            <p:nvPr/>
          </p:nvGrpSpPr>
          <p:grpSpPr bwMode="auto">
            <a:xfrm>
              <a:off x="4091" y="3062"/>
              <a:ext cx="151" cy="133"/>
              <a:chOff x="4029" y="2961"/>
              <a:chExt cx="213" cy="234"/>
            </a:xfrm>
          </p:grpSpPr>
          <p:sp>
            <p:nvSpPr>
              <p:cNvPr id="93" name="Rectangle 47">
                <a:extLst>
                  <a:ext uri="{FF2B5EF4-FFF2-40B4-BE49-F238E27FC236}">
                    <a16:creationId xmlns:a16="http://schemas.microsoft.com/office/drawing/2014/main" id="{F4BA6592-196F-4B83-8605-6489F7F93F5B}"/>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94" name="Line 48">
                <a:extLst>
                  <a:ext uri="{FF2B5EF4-FFF2-40B4-BE49-F238E27FC236}">
                    <a16:creationId xmlns:a16="http://schemas.microsoft.com/office/drawing/2014/main" id="{6803BD3E-6A16-4DCE-9A60-640D8E3F347B}"/>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95" name="Line 49">
                <a:extLst>
                  <a:ext uri="{FF2B5EF4-FFF2-40B4-BE49-F238E27FC236}">
                    <a16:creationId xmlns:a16="http://schemas.microsoft.com/office/drawing/2014/main" id="{7531F889-CA40-468F-B74C-F09D68B33701}"/>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96" name="Line 50">
                <a:extLst>
                  <a:ext uri="{FF2B5EF4-FFF2-40B4-BE49-F238E27FC236}">
                    <a16:creationId xmlns:a16="http://schemas.microsoft.com/office/drawing/2014/main" id="{6B43D900-1BD8-4617-8DFB-8D81DDF512E7}"/>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grpSp>
          <p:nvGrpSpPr>
            <p:cNvPr id="86" name="Group 51">
              <a:extLst>
                <a:ext uri="{FF2B5EF4-FFF2-40B4-BE49-F238E27FC236}">
                  <a16:creationId xmlns:a16="http://schemas.microsoft.com/office/drawing/2014/main" id="{8CD5AD5B-391A-4F7F-B749-17A98A4C50E6}"/>
                </a:ext>
              </a:extLst>
            </p:cNvPr>
            <p:cNvGrpSpPr>
              <a:grpSpLocks/>
            </p:cNvGrpSpPr>
            <p:nvPr/>
          </p:nvGrpSpPr>
          <p:grpSpPr bwMode="auto">
            <a:xfrm>
              <a:off x="4273" y="3065"/>
              <a:ext cx="151" cy="133"/>
              <a:chOff x="4029" y="2961"/>
              <a:chExt cx="213" cy="234"/>
            </a:xfrm>
          </p:grpSpPr>
          <p:sp>
            <p:nvSpPr>
              <p:cNvPr id="89" name="Rectangle 52">
                <a:extLst>
                  <a:ext uri="{FF2B5EF4-FFF2-40B4-BE49-F238E27FC236}">
                    <a16:creationId xmlns:a16="http://schemas.microsoft.com/office/drawing/2014/main" id="{6C0294BB-C41B-4913-99D9-002BF0C700C6}"/>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90" name="Line 53">
                <a:extLst>
                  <a:ext uri="{FF2B5EF4-FFF2-40B4-BE49-F238E27FC236}">
                    <a16:creationId xmlns:a16="http://schemas.microsoft.com/office/drawing/2014/main" id="{347D2D9A-F0D2-4969-9B11-E0DF4392666D}"/>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91" name="Line 54">
                <a:extLst>
                  <a:ext uri="{FF2B5EF4-FFF2-40B4-BE49-F238E27FC236}">
                    <a16:creationId xmlns:a16="http://schemas.microsoft.com/office/drawing/2014/main" id="{E5FF49CB-C9EE-453A-BFDB-6719F925BC1E}"/>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92" name="Line 55">
                <a:extLst>
                  <a:ext uri="{FF2B5EF4-FFF2-40B4-BE49-F238E27FC236}">
                    <a16:creationId xmlns:a16="http://schemas.microsoft.com/office/drawing/2014/main" id="{4600ADF0-0C70-42C7-9570-2F1D027AB668}"/>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sp>
          <p:nvSpPr>
            <p:cNvPr id="87" name="Line 56">
              <a:extLst>
                <a:ext uri="{FF2B5EF4-FFF2-40B4-BE49-F238E27FC236}">
                  <a16:creationId xmlns:a16="http://schemas.microsoft.com/office/drawing/2014/main" id="{05A714B0-61F6-4C10-8EB3-53E4AFC55DA4}"/>
                </a:ext>
              </a:extLst>
            </p:cNvPr>
            <p:cNvSpPr>
              <a:spLocks noChangeShapeType="1"/>
            </p:cNvSpPr>
            <p:nvPr/>
          </p:nvSpPr>
          <p:spPr bwMode="auto">
            <a:xfrm flipV="1">
              <a:off x="4177" y="2922"/>
              <a:ext cx="0" cy="133"/>
            </a:xfrm>
            <a:prstGeom prst="line">
              <a:avLst/>
            </a:prstGeom>
            <a:noFill/>
            <a:ln w="12700">
              <a:solidFill>
                <a:schemeClr val="tx1"/>
              </a:solidFill>
              <a:round/>
              <a:headEnd/>
              <a:tailEnd type="triangle" w="med" len="med"/>
            </a:ln>
          </p:spPr>
          <p:txBody>
            <a:bodyPr wrap="none" anchor="ctr"/>
            <a:lstStyle/>
            <a:p>
              <a:endParaRPr lang="zh-CN" altLang="en-US"/>
            </a:p>
          </p:txBody>
        </p:sp>
        <p:sp>
          <p:nvSpPr>
            <p:cNvPr id="88" name="Line 57">
              <a:extLst>
                <a:ext uri="{FF2B5EF4-FFF2-40B4-BE49-F238E27FC236}">
                  <a16:creationId xmlns:a16="http://schemas.microsoft.com/office/drawing/2014/main" id="{7ED93DC9-F19E-4D5C-B478-00507592F778}"/>
                </a:ext>
              </a:extLst>
            </p:cNvPr>
            <p:cNvSpPr>
              <a:spLocks noChangeShapeType="1"/>
            </p:cNvSpPr>
            <p:nvPr/>
          </p:nvSpPr>
          <p:spPr bwMode="auto">
            <a:xfrm>
              <a:off x="4351" y="2933"/>
              <a:ext cx="0" cy="133"/>
            </a:xfrm>
            <a:prstGeom prst="line">
              <a:avLst/>
            </a:prstGeom>
            <a:noFill/>
            <a:ln w="12700">
              <a:solidFill>
                <a:schemeClr val="tx1"/>
              </a:solidFill>
              <a:round/>
              <a:headEnd/>
              <a:tailEnd type="triangle" w="med" len="med"/>
            </a:ln>
          </p:spPr>
          <p:txBody>
            <a:bodyPr wrap="none" anchor="ctr"/>
            <a:lstStyle/>
            <a:p>
              <a:endParaRPr lang="zh-CN" altLang="en-US"/>
            </a:p>
          </p:txBody>
        </p:sp>
      </p:grpSp>
      <p:grpSp>
        <p:nvGrpSpPr>
          <p:cNvPr id="97" name="Group 58">
            <a:extLst>
              <a:ext uri="{FF2B5EF4-FFF2-40B4-BE49-F238E27FC236}">
                <a16:creationId xmlns:a16="http://schemas.microsoft.com/office/drawing/2014/main" id="{4E032C65-4839-4B0E-A042-B4060AA0DA87}"/>
              </a:ext>
            </a:extLst>
          </p:cNvPr>
          <p:cNvGrpSpPr>
            <a:grpSpLocks/>
          </p:cNvGrpSpPr>
          <p:nvPr/>
        </p:nvGrpSpPr>
        <p:grpSpPr bwMode="auto">
          <a:xfrm>
            <a:off x="7195843" y="3459487"/>
            <a:ext cx="528637" cy="438150"/>
            <a:chOff x="4091" y="2922"/>
            <a:chExt cx="333" cy="276"/>
          </a:xfrm>
        </p:grpSpPr>
        <p:grpSp>
          <p:nvGrpSpPr>
            <p:cNvPr id="98" name="Group 59">
              <a:extLst>
                <a:ext uri="{FF2B5EF4-FFF2-40B4-BE49-F238E27FC236}">
                  <a16:creationId xmlns:a16="http://schemas.microsoft.com/office/drawing/2014/main" id="{063F0A22-422C-4CA4-B1A1-72874E9C48C5}"/>
                </a:ext>
              </a:extLst>
            </p:cNvPr>
            <p:cNvGrpSpPr>
              <a:grpSpLocks/>
            </p:cNvGrpSpPr>
            <p:nvPr/>
          </p:nvGrpSpPr>
          <p:grpSpPr bwMode="auto">
            <a:xfrm>
              <a:off x="4091" y="3062"/>
              <a:ext cx="151" cy="133"/>
              <a:chOff x="4029" y="2961"/>
              <a:chExt cx="213" cy="234"/>
            </a:xfrm>
          </p:grpSpPr>
          <p:sp>
            <p:nvSpPr>
              <p:cNvPr id="106" name="Rectangle 60">
                <a:extLst>
                  <a:ext uri="{FF2B5EF4-FFF2-40B4-BE49-F238E27FC236}">
                    <a16:creationId xmlns:a16="http://schemas.microsoft.com/office/drawing/2014/main" id="{A8AD9CE2-B0DE-4267-9BE3-757B7A30138E}"/>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07" name="Line 61">
                <a:extLst>
                  <a:ext uri="{FF2B5EF4-FFF2-40B4-BE49-F238E27FC236}">
                    <a16:creationId xmlns:a16="http://schemas.microsoft.com/office/drawing/2014/main" id="{D21BAF7E-9241-4FB4-9E9C-BDCA2931F963}"/>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108" name="Line 62">
                <a:extLst>
                  <a:ext uri="{FF2B5EF4-FFF2-40B4-BE49-F238E27FC236}">
                    <a16:creationId xmlns:a16="http://schemas.microsoft.com/office/drawing/2014/main" id="{74EB455C-004D-403B-BF82-95073FB23A01}"/>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109" name="Line 63">
                <a:extLst>
                  <a:ext uri="{FF2B5EF4-FFF2-40B4-BE49-F238E27FC236}">
                    <a16:creationId xmlns:a16="http://schemas.microsoft.com/office/drawing/2014/main" id="{B8FB4C98-E946-44B9-B015-00EA70F5D7BF}"/>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grpSp>
          <p:nvGrpSpPr>
            <p:cNvPr id="99" name="Group 64">
              <a:extLst>
                <a:ext uri="{FF2B5EF4-FFF2-40B4-BE49-F238E27FC236}">
                  <a16:creationId xmlns:a16="http://schemas.microsoft.com/office/drawing/2014/main" id="{E464E35B-15F0-4764-BC3A-EF76B2688CD5}"/>
                </a:ext>
              </a:extLst>
            </p:cNvPr>
            <p:cNvGrpSpPr>
              <a:grpSpLocks/>
            </p:cNvGrpSpPr>
            <p:nvPr/>
          </p:nvGrpSpPr>
          <p:grpSpPr bwMode="auto">
            <a:xfrm>
              <a:off x="4273" y="3065"/>
              <a:ext cx="151" cy="133"/>
              <a:chOff x="4029" y="2961"/>
              <a:chExt cx="213" cy="234"/>
            </a:xfrm>
          </p:grpSpPr>
          <p:sp>
            <p:nvSpPr>
              <p:cNvPr id="102" name="Rectangle 65">
                <a:extLst>
                  <a:ext uri="{FF2B5EF4-FFF2-40B4-BE49-F238E27FC236}">
                    <a16:creationId xmlns:a16="http://schemas.microsoft.com/office/drawing/2014/main" id="{1393FAD2-9283-4A04-A116-6EE036880F03}"/>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03" name="Line 66">
                <a:extLst>
                  <a:ext uri="{FF2B5EF4-FFF2-40B4-BE49-F238E27FC236}">
                    <a16:creationId xmlns:a16="http://schemas.microsoft.com/office/drawing/2014/main" id="{768B1E72-F232-48F9-B547-8A6628000FBE}"/>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104" name="Line 67">
                <a:extLst>
                  <a:ext uri="{FF2B5EF4-FFF2-40B4-BE49-F238E27FC236}">
                    <a16:creationId xmlns:a16="http://schemas.microsoft.com/office/drawing/2014/main" id="{463BFA6D-1374-49D8-881E-4439ACBC8306}"/>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105" name="Line 68">
                <a:extLst>
                  <a:ext uri="{FF2B5EF4-FFF2-40B4-BE49-F238E27FC236}">
                    <a16:creationId xmlns:a16="http://schemas.microsoft.com/office/drawing/2014/main" id="{E2094544-2CA9-4E8B-A4CB-E2C5C9718918}"/>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sp>
          <p:nvSpPr>
            <p:cNvPr id="100" name="Line 69">
              <a:extLst>
                <a:ext uri="{FF2B5EF4-FFF2-40B4-BE49-F238E27FC236}">
                  <a16:creationId xmlns:a16="http://schemas.microsoft.com/office/drawing/2014/main" id="{C0DDD85C-B196-4D58-AE48-48D9C90028A7}"/>
                </a:ext>
              </a:extLst>
            </p:cNvPr>
            <p:cNvSpPr>
              <a:spLocks noChangeShapeType="1"/>
            </p:cNvSpPr>
            <p:nvPr/>
          </p:nvSpPr>
          <p:spPr bwMode="auto">
            <a:xfrm flipV="1">
              <a:off x="4177" y="2922"/>
              <a:ext cx="0" cy="133"/>
            </a:xfrm>
            <a:prstGeom prst="line">
              <a:avLst/>
            </a:prstGeom>
            <a:noFill/>
            <a:ln w="12700">
              <a:solidFill>
                <a:schemeClr val="tx1"/>
              </a:solidFill>
              <a:round/>
              <a:headEnd/>
              <a:tailEnd type="triangle" w="med" len="med"/>
            </a:ln>
          </p:spPr>
          <p:txBody>
            <a:bodyPr wrap="none" anchor="ctr"/>
            <a:lstStyle/>
            <a:p>
              <a:endParaRPr lang="zh-CN" altLang="en-US"/>
            </a:p>
          </p:txBody>
        </p:sp>
        <p:sp>
          <p:nvSpPr>
            <p:cNvPr id="101" name="Line 70">
              <a:extLst>
                <a:ext uri="{FF2B5EF4-FFF2-40B4-BE49-F238E27FC236}">
                  <a16:creationId xmlns:a16="http://schemas.microsoft.com/office/drawing/2014/main" id="{C4B4D8C6-DDFE-4687-B72A-1130884BC508}"/>
                </a:ext>
              </a:extLst>
            </p:cNvPr>
            <p:cNvSpPr>
              <a:spLocks noChangeShapeType="1"/>
            </p:cNvSpPr>
            <p:nvPr/>
          </p:nvSpPr>
          <p:spPr bwMode="auto">
            <a:xfrm>
              <a:off x="4351" y="2933"/>
              <a:ext cx="0" cy="133"/>
            </a:xfrm>
            <a:prstGeom prst="line">
              <a:avLst/>
            </a:prstGeom>
            <a:noFill/>
            <a:ln w="12700">
              <a:solidFill>
                <a:schemeClr val="tx1"/>
              </a:solidFill>
              <a:round/>
              <a:headEnd/>
              <a:tailEnd type="triangle" w="med" len="med"/>
            </a:ln>
          </p:spPr>
          <p:txBody>
            <a:bodyPr wrap="none" anchor="ctr"/>
            <a:lstStyle/>
            <a:p>
              <a:endParaRPr lang="zh-CN" altLang="en-US"/>
            </a:p>
          </p:txBody>
        </p:sp>
      </p:grpSp>
      <p:grpSp>
        <p:nvGrpSpPr>
          <p:cNvPr id="110" name="Group 71">
            <a:extLst>
              <a:ext uri="{FF2B5EF4-FFF2-40B4-BE49-F238E27FC236}">
                <a16:creationId xmlns:a16="http://schemas.microsoft.com/office/drawing/2014/main" id="{E6152E9A-BD76-4BF3-88F1-A40DB49785F8}"/>
              </a:ext>
            </a:extLst>
          </p:cNvPr>
          <p:cNvGrpSpPr>
            <a:grpSpLocks/>
          </p:cNvGrpSpPr>
          <p:nvPr/>
        </p:nvGrpSpPr>
        <p:grpSpPr bwMode="auto">
          <a:xfrm>
            <a:off x="7781630" y="3451549"/>
            <a:ext cx="528638" cy="438150"/>
            <a:chOff x="4091" y="2922"/>
            <a:chExt cx="333" cy="276"/>
          </a:xfrm>
        </p:grpSpPr>
        <p:grpSp>
          <p:nvGrpSpPr>
            <p:cNvPr id="111" name="Group 72">
              <a:extLst>
                <a:ext uri="{FF2B5EF4-FFF2-40B4-BE49-F238E27FC236}">
                  <a16:creationId xmlns:a16="http://schemas.microsoft.com/office/drawing/2014/main" id="{AEDCA565-DB29-4E42-A474-947FC18B3F87}"/>
                </a:ext>
              </a:extLst>
            </p:cNvPr>
            <p:cNvGrpSpPr>
              <a:grpSpLocks/>
            </p:cNvGrpSpPr>
            <p:nvPr/>
          </p:nvGrpSpPr>
          <p:grpSpPr bwMode="auto">
            <a:xfrm>
              <a:off x="4091" y="3062"/>
              <a:ext cx="151" cy="133"/>
              <a:chOff x="4029" y="2961"/>
              <a:chExt cx="213" cy="234"/>
            </a:xfrm>
          </p:grpSpPr>
          <p:sp>
            <p:nvSpPr>
              <p:cNvPr id="119" name="Rectangle 73">
                <a:extLst>
                  <a:ext uri="{FF2B5EF4-FFF2-40B4-BE49-F238E27FC236}">
                    <a16:creationId xmlns:a16="http://schemas.microsoft.com/office/drawing/2014/main" id="{4BB2F1E5-A22C-4941-AB41-63651C33F2E8}"/>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20" name="Line 74">
                <a:extLst>
                  <a:ext uri="{FF2B5EF4-FFF2-40B4-BE49-F238E27FC236}">
                    <a16:creationId xmlns:a16="http://schemas.microsoft.com/office/drawing/2014/main" id="{38658808-3C51-4799-B850-7AFBA36C6C6A}"/>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121" name="Line 75">
                <a:extLst>
                  <a:ext uri="{FF2B5EF4-FFF2-40B4-BE49-F238E27FC236}">
                    <a16:creationId xmlns:a16="http://schemas.microsoft.com/office/drawing/2014/main" id="{E3CCA792-CF00-444D-A57E-50151F1C228A}"/>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122" name="Line 76">
                <a:extLst>
                  <a:ext uri="{FF2B5EF4-FFF2-40B4-BE49-F238E27FC236}">
                    <a16:creationId xmlns:a16="http://schemas.microsoft.com/office/drawing/2014/main" id="{53FA3717-3359-41EA-8939-874031AC2B6C}"/>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grpSp>
          <p:nvGrpSpPr>
            <p:cNvPr id="112" name="Group 77">
              <a:extLst>
                <a:ext uri="{FF2B5EF4-FFF2-40B4-BE49-F238E27FC236}">
                  <a16:creationId xmlns:a16="http://schemas.microsoft.com/office/drawing/2014/main" id="{5D59E0BF-BB3C-45C7-9562-BCBD358FFA7A}"/>
                </a:ext>
              </a:extLst>
            </p:cNvPr>
            <p:cNvGrpSpPr>
              <a:grpSpLocks/>
            </p:cNvGrpSpPr>
            <p:nvPr/>
          </p:nvGrpSpPr>
          <p:grpSpPr bwMode="auto">
            <a:xfrm>
              <a:off x="4273" y="3065"/>
              <a:ext cx="151" cy="133"/>
              <a:chOff x="4029" y="2961"/>
              <a:chExt cx="213" cy="234"/>
            </a:xfrm>
          </p:grpSpPr>
          <p:sp>
            <p:nvSpPr>
              <p:cNvPr id="115" name="Rectangle 78">
                <a:extLst>
                  <a:ext uri="{FF2B5EF4-FFF2-40B4-BE49-F238E27FC236}">
                    <a16:creationId xmlns:a16="http://schemas.microsoft.com/office/drawing/2014/main" id="{E6AD2F11-FDFF-41A3-A160-8A8A59BF2D78}"/>
                  </a:ext>
                </a:extLst>
              </p:cNvPr>
              <p:cNvSpPr>
                <a:spLocks noChangeArrowheads="1"/>
              </p:cNvSpPr>
              <p:nvPr/>
            </p:nvSpPr>
            <p:spPr bwMode="auto">
              <a:xfrm>
                <a:off x="4029" y="2961"/>
                <a:ext cx="202" cy="234"/>
              </a:xfrm>
              <a:prstGeom prst="rect">
                <a:avLst/>
              </a:prstGeom>
              <a:noFill/>
              <a:ln w="12700">
                <a:solidFill>
                  <a:schemeClr val="tx1"/>
                </a:solidFill>
                <a:miter lim="800000"/>
                <a:headEnd/>
                <a:tailEnd/>
              </a:ln>
            </p:spPr>
            <p:txBody>
              <a:bodyPr wrap="none" anchor="ctr"/>
              <a:lstStyle/>
              <a:p>
                <a:endParaRPr lang="zh-CN" altLang="en-US">
                  <a:latin typeface="Arial Unicode MS" pitchFamily="34" charset="-122"/>
                  <a:ea typeface="Arial Unicode MS" pitchFamily="34" charset="-122"/>
                  <a:cs typeface="Arial Unicode MS" pitchFamily="34" charset="-122"/>
                </a:endParaRPr>
              </a:p>
            </p:txBody>
          </p:sp>
          <p:sp>
            <p:nvSpPr>
              <p:cNvPr id="116" name="Line 79">
                <a:extLst>
                  <a:ext uri="{FF2B5EF4-FFF2-40B4-BE49-F238E27FC236}">
                    <a16:creationId xmlns:a16="http://schemas.microsoft.com/office/drawing/2014/main" id="{3AD2D3D3-62E9-4449-8246-F8281ECC31CD}"/>
                  </a:ext>
                </a:extLst>
              </p:cNvPr>
              <p:cNvSpPr>
                <a:spLocks noChangeShapeType="1"/>
              </p:cNvSpPr>
              <p:nvPr/>
            </p:nvSpPr>
            <p:spPr bwMode="auto">
              <a:xfrm>
                <a:off x="4029" y="3086"/>
                <a:ext cx="202" cy="0"/>
              </a:xfrm>
              <a:prstGeom prst="line">
                <a:avLst/>
              </a:prstGeom>
              <a:noFill/>
              <a:ln w="12700">
                <a:solidFill>
                  <a:schemeClr val="tx1"/>
                </a:solidFill>
                <a:round/>
                <a:headEnd/>
                <a:tailEnd/>
              </a:ln>
            </p:spPr>
            <p:txBody>
              <a:bodyPr wrap="none" anchor="ctr"/>
              <a:lstStyle/>
              <a:p>
                <a:endParaRPr lang="zh-CN" altLang="en-US"/>
              </a:p>
            </p:txBody>
          </p:sp>
          <p:sp>
            <p:nvSpPr>
              <p:cNvPr id="117" name="Line 80">
                <a:extLst>
                  <a:ext uri="{FF2B5EF4-FFF2-40B4-BE49-F238E27FC236}">
                    <a16:creationId xmlns:a16="http://schemas.microsoft.com/office/drawing/2014/main" id="{965CA334-AF68-46CA-9D4C-DCD6D6F7FE91}"/>
                  </a:ext>
                </a:extLst>
              </p:cNvPr>
              <p:cNvSpPr>
                <a:spLocks noChangeShapeType="1"/>
              </p:cNvSpPr>
              <p:nvPr/>
            </p:nvSpPr>
            <p:spPr bwMode="auto">
              <a:xfrm>
                <a:off x="4040" y="3143"/>
                <a:ext cx="202" cy="0"/>
              </a:xfrm>
              <a:prstGeom prst="line">
                <a:avLst/>
              </a:prstGeom>
              <a:noFill/>
              <a:ln w="12700">
                <a:solidFill>
                  <a:schemeClr val="tx1"/>
                </a:solidFill>
                <a:round/>
                <a:headEnd/>
                <a:tailEnd/>
              </a:ln>
            </p:spPr>
            <p:txBody>
              <a:bodyPr wrap="none" anchor="ctr"/>
              <a:lstStyle/>
              <a:p>
                <a:endParaRPr lang="zh-CN" altLang="en-US"/>
              </a:p>
            </p:txBody>
          </p:sp>
          <p:sp>
            <p:nvSpPr>
              <p:cNvPr id="118" name="Line 81">
                <a:extLst>
                  <a:ext uri="{FF2B5EF4-FFF2-40B4-BE49-F238E27FC236}">
                    <a16:creationId xmlns:a16="http://schemas.microsoft.com/office/drawing/2014/main" id="{CAF1D805-7EF8-47B9-A5E8-7AC06E54CDF5}"/>
                  </a:ext>
                </a:extLst>
              </p:cNvPr>
              <p:cNvSpPr>
                <a:spLocks noChangeShapeType="1"/>
              </p:cNvSpPr>
              <p:nvPr/>
            </p:nvSpPr>
            <p:spPr bwMode="auto">
              <a:xfrm>
                <a:off x="4034" y="3028"/>
                <a:ext cx="202" cy="0"/>
              </a:xfrm>
              <a:prstGeom prst="line">
                <a:avLst/>
              </a:prstGeom>
              <a:noFill/>
              <a:ln w="12700">
                <a:solidFill>
                  <a:schemeClr val="tx1"/>
                </a:solidFill>
                <a:round/>
                <a:headEnd/>
                <a:tailEnd/>
              </a:ln>
            </p:spPr>
            <p:txBody>
              <a:bodyPr wrap="none" anchor="ctr"/>
              <a:lstStyle/>
              <a:p>
                <a:endParaRPr lang="zh-CN" altLang="en-US"/>
              </a:p>
            </p:txBody>
          </p:sp>
        </p:grpSp>
        <p:sp>
          <p:nvSpPr>
            <p:cNvPr id="113" name="Line 82">
              <a:extLst>
                <a:ext uri="{FF2B5EF4-FFF2-40B4-BE49-F238E27FC236}">
                  <a16:creationId xmlns:a16="http://schemas.microsoft.com/office/drawing/2014/main" id="{D924609E-06C4-4C93-A855-DE3CD274251C}"/>
                </a:ext>
              </a:extLst>
            </p:cNvPr>
            <p:cNvSpPr>
              <a:spLocks noChangeShapeType="1"/>
            </p:cNvSpPr>
            <p:nvPr/>
          </p:nvSpPr>
          <p:spPr bwMode="auto">
            <a:xfrm flipV="1">
              <a:off x="4177" y="2922"/>
              <a:ext cx="0" cy="133"/>
            </a:xfrm>
            <a:prstGeom prst="line">
              <a:avLst/>
            </a:prstGeom>
            <a:noFill/>
            <a:ln w="12700">
              <a:solidFill>
                <a:schemeClr val="tx1"/>
              </a:solidFill>
              <a:round/>
              <a:headEnd/>
              <a:tailEnd type="triangle" w="med" len="med"/>
            </a:ln>
          </p:spPr>
          <p:txBody>
            <a:bodyPr wrap="none" anchor="ctr"/>
            <a:lstStyle/>
            <a:p>
              <a:endParaRPr lang="zh-CN" altLang="en-US"/>
            </a:p>
          </p:txBody>
        </p:sp>
        <p:sp>
          <p:nvSpPr>
            <p:cNvPr id="114" name="Line 83">
              <a:extLst>
                <a:ext uri="{FF2B5EF4-FFF2-40B4-BE49-F238E27FC236}">
                  <a16:creationId xmlns:a16="http://schemas.microsoft.com/office/drawing/2014/main" id="{136D0C24-CD97-4908-9460-C0E4014F30DE}"/>
                </a:ext>
              </a:extLst>
            </p:cNvPr>
            <p:cNvSpPr>
              <a:spLocks noChangeShapeType="1"/>
            </p:cNvSpPr>
            <p:nvPr/>
          </p:nvSpPr>
          <p:spPr bwMode="auto">
            <a:xfrm>
              <a:off x="4351" y="2933"/>
              <a:ext cx="0" cy="133"/>
            </a:xfrm>
            <a:prstGeom prst="line">
              <a:avLst/>
            </a:prstGeom>
            <a:noFill/>
            <a:ln w="12700">
              <a:solidFill>
                <a:schemeClr val="tx1"/>
              </a:solidFill>
              <a:round/>
              <a:headEnd/>
              <a:tailEnd type="triangle" w="med" len="med"/>
            </a:ln>
          </p:spPr>
          <p:txBody>
            <a:bodyPr wrap="none" anchor="ctr"/>
            <a:lstStyle/>
            <a:p>
              <a:endParaRPr lang="zh-CN" altLang="en-US"/>
            </a:p>
          </p:txBody>
        </p:sp>
      </p:grpSp>
      <p:graphicFrame>
        <p:nvGraphicFramePr>
          <p:cNvPr id="3" name="表格 3">
            <a:extLst>
              <a:ext uri="{FF2B5EF4-FFF2-40B4-BE49-F238E27FC236}">
                <a16:creationId xmlns:a16="http://schemas.microsoft.com/office/drawing/2014/main" id="{9329AB0B-612E-4DA0-8BCE-1A6C3E72428E}"/>
              </a:ext>
            </a:extLst>
          </p:cNvPr>
          <p:cNvGraphicFramePr>
            <a:graphicFrameLocks noGrp="1"/>
          </p:cNvGraphicFramePr>
          <p:nvPr>
            <p:extLst>
              <p:ext uri="{D42A27DB-BD31-4B8C-83A1-F6EECF244321}">
                <p14:modId xmlns:p14="http://schemas.microsoft.com/office/powerpoint/2010/main" val="4211885214"/>
              </p:ext>
            </p:extLst>
          </p:nvPr>
        </p:nvGraphicFramePr>
        <p:xfrm>
          <a:off x="5614693" y="825944"/>
          <a:ext cx="3270915" cy="1112520"/>
        </p:xfrm>
        <a:graphic>
          <a:graphicData uri="http://schemas.openxmlformats.org/drawingml/2006/table">
            <a:tbl>
              <a:tblPr firstRow="1" bandRow="1">
                <a:tableStyleId>{5C22544A-7EE6-4342-B048-85BDC9FD1C3A}</a:tableStyleId>
              </a:tblPr>
              <a:tblGrid>
                <a:gridCol w="1370898">
                  <a:extLst>
                    <a:ext uri="{9D8B030D-6E8A-4147-A177-3AD203B41FA5}">
                      <a16:colId xmlns:a16="http://schemas.microsoft.com/office/drawing/2014/main" val="3924847577"/>
                    </a:ext>
                  </a:extLst>
                </a:gridCol>
                <a:gridCol w="1142449">
                  <a:extLst>
                    <a:ext uri="{9D8B030D-6E8A-4147-A177-3AD203B41FA5}">
                      <a16:colId xmlns:a16="http://schemas.microsoft.com/office/drawing/2014/main" val="1638762028"/>
                    </a:ext>
                  </a:extLst>
                </a:gridCol>
                <a:gridCol w="757568">
                  <a:extLst>
                    <a:ext uri="{9D8B030D-6E8A-4147-A177-3AD203B41FA5}">
                      <a16:colId xmlns:a16="http://schemas.microsoft.com/office/drawing/2014/main" val="822350620"/>
                    </a:ext>
                  </a:extLst>
                </a:gridCol>
              </a:tblGrid>
              <a:tr h="370840">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MAC</a:t>
                      </a: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地址</a:t>
                      </a:r>
                      <a:endParaRPr lang="zh-CN" altLang="en-US" dirty="0">
                        <a:solidFill>
                          <a:schemeClr val="bg1"/>
                        </a:solidFill>
                      </a:endParaRPr>
                    </a:p>
                  </a:txBody>
                  <a:tcPr/>
                </a:tc>
                <a:tc>
                  <a:txBody>
                    <a:bodyPr/>
                    <a:lstStyle/>
                    <a:p>
                      <a:pPr algn="ct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接口</a:t>
                      </a:r>
                      <a:endParaRPr lang="zh-CN" altLang="en-US" dirty="0">
                        <a:solidFill>
                          <a:schemeClr val="bg1"/>
                        </a:solidFill>
                      </a:endParaRPr>
                    </a:p>
                  </a:txBody>
                  <a:tcPr/>
                </a:tc>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TTL</a:t>
                      </a:r>
                      <a:endParaRPr lang="zh-CN" altLang="en-US" dirty="0">
                        <a:solidFill>
                          <a:schemeClr val="bg1"/>
                        </a:solidFill>
                      </a:endParaRPr>
                    </a:p>
                  </a:txBody>
                  <a:tcPr/>
                </a:tc>
                <a:extLst>
                  <a:ext uri="{0D108BD9-81ED-4DB2-BD59-A6C34878D82A}">
                    <a16:rowId xmlns:a16="http://schemas.microsoft.com/office/drawing/2014/main" val="2944047477"/>
                  </a:ext>
                </a:extLst>
              </a:tr>
              <a:tr h="3708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74659818"/>
                  </a:ext>
                </a:extLst>
              </a:tr>
              <a:tr h="3708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3600969276"/>
                  </a:ext>
                </a:extLst>
              </a:tr>
            </a:tbl>
          </a:graphicData>
        </a:graphic>
      </p:graphicFrame>
      <p:sp>
        <p:nvSpPr>
          <p:cNvPr id="126" name="文本框 125">
            <a:extLst>
              <a:ext uri="{FF2B5EF4-FFF2-40B4-BE49-F238E27FC236}">
                <a16:creationId xmlns:a16="http://schemas.microsoft.com/office/drawing/2014/main" id="{B8E73902-7A6B-4E5C-B963-F14FB8F404EE}"/>
              </a:ext>
            </a:extLst>
          </p:cNvPr>
          <p:cNvSpPr txBox="1"/>
          <p:nvPr/>
        </p:nvSpPr>
        <p:spPr>
          <a:xfrm>
            <a:off x="557325" y="5920082"/>
            <a:ext cx="5085943" cy="400110"/>
          </a:xfrm>
          <a:prstGeom prst="rect">
            <a:avLst/>
          </a:prstGeom>
          <a:noFill/>
        </p:spPr>
        <p:txBody>
          <a:bodyPr wrap="square">
            <a:spAutoFit/>
          </a:bodyPr>
          <a:lstStyle/>
          <a:p>
            <a:r>
              <a:rPr lang="zh-CN" altLang="en-US"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交换表中的信息如何获取？（比较路由协议）</a:t>
            </a:r>
            <a:endParaRPr lang="zh-CN" altLang="en-US" sz="2000" dirty="0"/>
          </a:p>
        </p:txBody>
      </p:sp>
    </p:spTree>
    <p:extLst>
      <p:ext uri="{BB962C8B-B14F-4D97-AF65-F5344CB8AC3E}">
        <p14:creationId xmlns:p14="http://schemas.microsoft.com/office/powerpoint/2010/main" val="3899421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6" name="Rectangle 2"/>
          <p:cNvSpPr>
            <a:spLocks noGrp="1" noChangeArrowheads="1"/>
          </p:cNvSpPr>
          <p:nvPr>
            <p:ph type="title"/>
          </p:nvPr>
        </p:nvSpPr>
        <p:spPr>
          <a:xfrm>
            <a:off x="409734" y="609600"/>
            <a:ext cx="8410415" cy="914807"/>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交换表的自学习</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20912" name="Text Box 48"/>
          <p:cNvSpPr txBox="1">
            <a:spLocks noChangeArrowheads="1"/>
          </p:cNvSpPr>
          <p:nvPr/>
        </p:nvSpPr>
        <p:spPr bwMode="auto">
          <a:xfrm>
            <a:off x="5522491" y="6176101"/>
            <a:ext cx="2979593" cy="400110"/>
          </a:xfrm>
          <a:prstGeom prst="rect">
            <a:avLst/>
          </a:prstGeom>
          <a:noFill/>
          <a:ln w="9525">
            <a:noFill/>
            <a:miter lim="800000"/>
            <a:headEnd/>
            <a:tailEnd/>
          </a:ln>
        </p:spPr>
        <p:txBody>
          <a:bodyPr wrap="square">
            <a:spAutoFit/>
          </a:bodyPr>
          <a:lstStyle/>
          <a:p>
            <a:pPr algn="ctr"/>
            <a:r>
              <a:rPr lang="zh-CN" altLang="en-US" sz="2000" dirty="0">
                <a:latin typeface="宋体" panose="02010600030101010101" pitchFamily="2" charset="-122"/>
                <a:ea typeface="宋体" panose="02010600030101010101" pitchFamily="2" charset="-122"/>
                <a:cs typeface="Arial Unicode MS" pitchFamily="34" charset="-122"/>
              </a:rPr>
              <a:t>交换表（初始为空）</a:t>
            </a:r>
            <a:endParaRPr lang="en-US" altLang="zh-CN" sz="2000" dirty="0">
              <a:latin typeface="宋体" panose="02010600030101010101" pitchFamily="2" charset="-122"/>
              <a:ea typeface="宋体" panose="02010600030101010101" pitchFamily="2" charset="-122"/>
              <a:cs typeface="Arial Unicode MS" pitchFamily="34" charset="-122"/>
            </a:endParaRPr>
          </a:p>
        </p:txBody>
      </p:sp>
      <p:sp>
        <p:nvSpPr>
          <p:cNvPr id="54" name="标题 1">
            <a:extLst>
              <a:ext uri="{FF2B5EF4-FFF2-40B4-BE49-F238E27FC236}">
                <a16:creationId xmlns:a16="http://schemas.microsoft.com/office/drawing/2014/main" id="{1384F319-3107-4D36-8367-AE177C64B34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grpSp>
        <p:nvGrpSpPr>
          <p:cNvPr id="56" name="Group 36">
            <a:extLst>
              <a:ext uri="{FF2B5EF4-FFF2-40B4-BE49-F238E27FC236}">
                <a16:creationId xmlns:a16="http://schemas.microsoft.com/office/drawing/2014/main" id="{7D6C6CBB-99C9-4C91-B0DE-294CB6F73959}"/>
              </a:ext>
            </a:extLst>
          </p:cNvPr>
          <p:cNvGrpSpPr>
            <a:grpSpLocks/>
          </p:cNvGrpSpPr>
          <p:nvPr/>
        </p:nvGrpSpPr>
        <p:grpSpPr bwMode="auto">
          <a:xfrm>
            <a:off x="4983003" y="1352175"/>
            <a:ext cx="3660775" cy="3536168"/>
            <a:chOff x="731524" y="1819788"/>
            <a:chExt cx="3661504" cy="3536054"/>
          </a:xfrm>
        </p:grpSpPr>
        <p:sp>
          <p:nvSpPr>
            <p:cNvPr id="57" name="Text Box 23">
              <a:extLst>
                <a:ext uri="{FF2B5EF4-FFF2-40B4-BE49-F238E27FC236}">
                  <a16:creationId xmlns:a16="http://schemas.microsoft.com/office/drawing/2014/main" id="{0A70169E-12AA-4DD2-9E12-EAF1117E4CC8}"/>
                </a:ext>
              </a:extLst>
            </p:cNvPr>
            <p:cNvSpPr txBox="1">
              <a:spLocks noChangeArrowheads="1"/>
            </p:cNvSpPr>
            <p:nvPr/>
          </p:nvSpPr>
          <p:spPr bwMode="auto">
            <a:xfrm>
              <a:off x="2655957" y="1819788"/>
              <a:ext cx="350907" cy="3667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A</a:t>
              </a:r>
            </a:p>
          </p:txBody>
        </p:sp>
        <p:sp>
          <p:nvSpPr>
            <p:cNvPr id="58" name="Text Box 24">
              <a:extLst>
                <a:ext uri="{FF2B5EF4-FFF2-40B4-BE49-F238E27FC236}">
                  <a16:creationId xmlns:a16="http://schemas.microsoft.com/office/drawing/2014/main" id="{05A26A41-00F4-4986-80CB-1A8397DD7FF9}"/>
                </a:ext>
              </a:extLst>
            </p:cNvPr>
            <p:cNvSpPr txBox="1">
              <a:spLocks noChangeArrowheads="1"/>
            </p:cNvSpPr>
            <p:nvPr/>
          </p:nvSpPr>
          <p:spPr bwMode="auto">
            <a:xfrm>
              <a:off x="2372531" y="4985967"/>
              <a:ext cx="371549" cy="369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A</a:t>
              </a:r>
              <a:r>
                <a:rPr lang="ja-JP" altLang="en-US" i="0" dirty="0">
                  <a:solidFill>
                    <a:srgbClr val="000000"/>
                  </a:solidFill>
                  <a:latin typeface="Arial" charset="0"/>
                  <a:cs typeface="Arial" charset="0"/>
                </a:rPr>
                <a:t>’</a:t>
              </a:r>
              <a:endParaRPr lang="en-US" i="0" dirty="0">
                <a:solidFill>
                  <a:srgbClr val="000000"/>
                </a:solidFill>
                <a:latin typeface="Arial" charset="0"/>
                <a:cs typeface="Arial" charset="0"/>
              </a:endParaRPr>
            </a:p>
          </p:txBody>
        </p:sp>
        <p:sp>
          <p:nvSpPr>
            <p:cNvPr id="59" name="Text Box 25">
              <a:extLst>
                <a:ext uri="{FF2B5EF4-FFF2-40B4-BE49-F238E27FC236}">
                  <a16:creationId xmlns:a16="http://schemas.microsoft.com/office/drawing/2014/main" id="{9AC7DF0C-2D53-42BE-B654-2D4D5C3ABD54}"/>
                </a:ext>
              </a:extLst>
            </p:cNvPr>
            <p:cNvSpPr txBox="1">
              <a:spLocks noChangeArrowheads="1"/>
            </p:cNvSpPr>
            <p:nvPr/>
          </p:nvSpPr>
          <p:spPr bwMode="auto">
            <a:xfrm>
              <a:off x="3988134" y="2419844"/>
              <a:ext cx="338205" cy="3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B</a:t>
              </a:r>
            </a:p>
          </p:txBody>
        </p:sp>
        <p:sp>
          <p:nvSpPr>
            <p:cNvPr id="60" name="Text Box 26">
              <a:extLst>
                <a:ext uri="{FF2B5EF4-FFF2-40B4-BE49-F238E27FC236}">
                  <a16:creationId xmlns:a16="http://schemas.microsoft.com/office/drawing/2014/main" id="{69A00EF4-9C60-4B5B-B55B-A9E09F66DE22}"/>
                </a:ext>
              </a:extLst>
            </p:cNvPr>
            <p:cNvSpPr txBox="1">
              <a:spLocks noChangeArrowheads="1"/>
            </p:cNvSpPr>
            <p:nvPr/>
          </p:nvSpPr>
          <p:spPr bwMode="auto">
            <a:xfrm>
              <a:off x="995101" y="4188262"/>
              <a:ext cx="390603" cy="3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B</a:t>
              </a:r>
              <a:r>
                <a:rPr lang="ja-JP" altLang="en-US" i="0">
                  <a:solidFill>
                    <a:srgbClr val="000000"/>
                  </a:solidFill>
                  <a:latin typeface="Arial" charset="0"/>
                  <a:cs typeface="Arial" charset="0"/>
                </a:rPr>
                <a:t>’</a:t>
              </a:r>
              <a:endParaRPr lang="en-US" i="0" dirty="0">
                <a:solidFill>
                  <a:srgbClr val="000000"/>
                </a:solidFill>
                <a:latin typeface="Arial" charset="0"/>
                <a:cs typeface="Arial" charset="0"/>
              </a:endParaRPr>
            </a:p>
          </p:txBody>
        </p:sp>
        <p:sp>
          <p:nvSpPr>
            <p:cNvPr id="61" name="Text Box 27">
              <a:extLst>
                <a:ext uri="{FF2B5EF4-FFF2-40B4-BE49-F238E27FC236}">
                  <a16:creationId xmlns:a16="http://schemas.microsoft.com/office/drawing/2014/main" id="{F11AFCFE-3022-4FF8-B2E3-415B71A7A39A}"/>
                </a:ext>
              </a:extLst>
            </p:cNvPr>
            <p:cNvSpPr txBox="1">
              <a:spLocks noChangeArrowheads="1"/>
            </p:cNvSpPr>
            <p:nvPr/>
          </p:nvSpPr>
          <p:spPr bwMode="auto">
            <a:xfrm>
              <a:off x="3714440" y="4125261"/>
              <a:ext cx="350908" cy="3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C</a:t>
              </a:r>
            </a:p>
          </p:txBody>
        </p:sp>
        <p:sp>
          <p:nvSpPr>
            <p:cNvPr id="62" name="Text Box 28">
              <a:extLst>
                <a:ext uri="{FF2B5EF4-FFF2-40B4-BE49-F238E27FC236}">
                  <a16:creationId xmlns:a16="http://schemas.microsoft.com/office/drawing/2014/main" id="{2F3AB9E3-BAA7-4CE9-8C85-05834973CAFB}"/>
                </a:ext>
              </a:extLst>
            </p:cNvPr>
            <p:cNvSpPr txBox="1">
              <a:spLocks noChangeArrowheads="1"/>
            </p:cNvSpPr>
            <p:nvPr/>
          </p:nvSpPr>
          <p:spPr bwMode="auto">
            <a:xfrm>
              <a:off x="1123714" y="2465880"/>
              <a:ext cx="403305" cy="3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C</a:t>
              </a:r>
              <a:r>
                <a:rPr lang="ja-JP" altLang="en-US" i="0">
                  <a:solidFill>
                    <a:srgbClr val="000000"/>
                  </a:solidFill>
                  <a:latin typeface="Arial" charset="0"/>
                  <a:cs typeface="Arial" charset="0"/>
                </a:rPr>
                <a:t>’</a:t>
              </a:r>
              <a:endParaRPr lang="en-US" i="0" dirty="0">
                <a:solidFill>
                  <a:srgbClr val="000000"/>
                </a:solidFill>
                <a:latin typeface="Arial" charset="0"/>
                <a:cs typeface="Arial" charset="0"/>
              </a:endParaRPr>
            </a:p>
          </p:txBody>
        </p:sp>
        <p:sp>
          <p:nvSpPr>
            <p:cNvPr id="63" name="Line 17">
              <a:extLst>
                <a:ext uri="{FF2B5EF4-FFF2-40B4-BE49-F238E27FC236}">
                  <a16:creationId xmlns:a16="http://schemas.microsoft.com/office/drawing/2014/main" id="{A1921711-9ECD-448E-8DC5-00E77B8A7A3D}"/>
                </a:ext>
              </a:extLst>
            </p:cNvPr>
            <p:cNvSpPr>
              <a:spLocks noChangeShapeType="1"/>
            </p:cNvSpPr>
            <p:nvPr/>
          </p:nvSpPr>
          <p:spPr bwMode="auto">
            <a:xfrm>
              <a:off x="1687389" y="3165945"/>
              <a:ext cx="720869" cy="29844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4" name="Line 18">
              <a:extLst>
                <a:ext uri="{FF2B5EF4-FFF2-40B4-BE49-F238E27FC236}">
                  <a16:creationId xmlns:a16="http://schemas.microsoft.com/office/drawing/2014/main" id="{3D487303-D124-4384-BDDE-44A2F874975B}"/>
                </a:ext>
              </a:extLst>
            </p:cNvPr>
            <p:cNvSpPr>
              <a:spLocks noChangeShapeType="1"/>
            </p:cNvSpPr>
            <p:nvPr/>
          </p:nvSpPr>
          <p:spPr bwMode="auto">
            <a:xfrm>
              <a:off x="2673423" y="2872267"/>
              <a:ext cx="0" cy="50480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5" name="Line 19">
              <a:extLst>
                <a:ext uri="{FF2B5EF4-FFF2-40B4-BE49-F238E27FC236}">
                  <a16:creationId xmlns:a16="http://schemas.microsoft.com/office/drawing/2014/main" id="{D8A5CC4A-2416-4F78-B282-70739D7C2ACF}"/>
                </a:ext>
              </a:extLst>
            </p:cNvPr>
            <p:cNvSpPr>
              <a:spLocks noChangeShapeType="1"/>
            </p:cNvSpPr>
            <p:nvPr/>
          </p:nvSpPr>
          <p:spPr bwMode="auto">
            <a:xfrm flipH="1">
              <a:off x="2863961" y="2996088"/>
              <a:ext cx="892353" cy="48417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6" name="Line 20">
              <a:extLst>
                <a:ext uri="{FF2B5EF4-FFF2-40B4-BE49-F238E27FC236}">
                  <a16:creationId xmlns:a16="http://schemas.microsoft.com/office/drawing/2014/main" id="{8993687D-30C4-4391-A03E-C799BB52806A}"/>
                </a:ext>
              </a:extLst>
            </p:cNvPr>
            <p:cNvSpPr>
              <a:spLocks noChangeShapeType="1"/>
            </p:cNvSpPr>
            <p:nvPr/>
          </p:nvSpPr>
          <p:spPr bwMode="auto">
            <a:xfrm flipV="1">
              <a:off x="2673423" y="3605668"/>
              <a:ext cx="12703" cy="70958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nvGrpSpPr>
            <p:cNvPr id="67" name="Group 47">
              <a:extLst>
                <a:ext uri="{FF2B5EF4-FFF2-40B4-BE49-F238E27FC236}">
                  <a16:creationId xmlns:a16="http://schemas.microsoft.com/office/drawing/2014/main" id="{B04CCA16-3ABC-464F-B5CF-4BFA776F876A}"/>
                </a:ext>
              </a:extLst>
            </p:cNvPr>
            <p:cNvGrpSpPr>
              <a:grpSpLocks/>
            </p:cNvGrpSpPr>
            <p:nvPr/>
          </p:nvGrpSpPr>
          <p:grpSpPr bwMode="auto">
            <a:xfrm>
              <a:off x="747936" y="2733042"/>
              <a:ext cx="914403" cy="690308"/>
              <a:chOff x="1046480" y="3962400"/>
              <a:chExt cx="1026163" cy="761428"/>
            </a:xfrm>
          </p:grpSpPr>
          <p:sp>
            <p:nvSpPr>
              <p:cNvPr id="101" name="Rectangle 48">
                <a:extLst>
                  <a:ext uri="{FF2B5EF4-FFF2-40B4-BE49-F238E27FC236}">
                    <a16:creationId xmlns:a16="http://schemas.microsoft.com/office/drawing/2014/main" id="{D38C0E73-F5CA-4CBE-8DE9-610108D2E66A}"/>
                  </a:ext>
                </a:extLst>
              </p:cNvPr>
              <p:cNvSpPr>
                <a:spLocks noChangeArrowheads="1"/>
              </p:cNvSpPr>
              <p:nvPr/>
            </p:nvSpPr>
            <p:spPr bwMode="auto">
              <a:xfrm rot="16200000">
                <a:off x="1893248" y="4299428"/>
                <a:ext cx="110312" cy="247682"/>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Arial" pitchFamily="34" charset="0"/>
                  <a:ea typeface="+mn-ea"/>
                  <a:cs typeface="Arial" pitchFamily="34" charset="0"/>
                </a:endParaRPr>
              </a:p>
            </p:txBody>
          </p:sp>
          <p:grpSp>
            <p:nvGrpSpPr>
              <p:cNvPr id="102" name="Group 49">
                <a:extLst>
                  <a:ext uri="{FF2B5EF4-FFF2-40B4-BE49-F238E27FC236}">
                    <a16:creationId xmlns:a16="http://schemas.microsoft.com/office/drawing/2014/main" id="{106C59A3-83C2-4B3B-B2CB-2BA09E9A50C9}"/>
                  </a:ext>
                </a:extLst>
              </p:cNvPr>
              <p:cNvGrpSpPr>
                <a:grpSpLocks/>
              </p:cNvGrpSpPr>
              <p:nvPr/>
            </p:nvGrpSpPr>
            <p:grpSpPr bwMode="auto">
              <a:xfrm>
                <a:off x="1046480" y="3962400"/>
                <a:ext cx="936071" cy="761428"/>
                <a:chOff x="-44" y="1473"/>
                <a:chExt cx="981" cy="1105"/>
              </a:xfrm>
            </p:grpSpPr>
            <p:pic>
              <p:nvPicPr>
                <p:cNvPr id="103" name="Picture 50" descr="desktop_computer_stylized_medium">
                  <a:extLst>
                    <a:ext uri="{FF2B5EF4-FFF2-40B4-BE49-F238E27FC236}">
                      <a16:creationId xmlns:a16="http://schemas.microsoft.com/office/drawing/2014/main" id="{2686A376-35AD-4332-9AFD-49F330B8D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4" name="Freeform 51">
                  <a:extLst>
                    <a:ext uri="{FF2B5EF4-FFF2-40B4-BE49-F238E27FC236}">
                      <a16:creationId xmlns:a16="http://schemas.microsoft.com/office/drawing/2014/main" id="{0979C1C2-9478-44FD-96FD-8935AD2CC9F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grpSp>
          <p:nvGrpSpPr>
            <p:cNvPr id="68" name="Group 48">
              <a:extLst>
                <a:ext uri="{FF2B5EF4-FFF2-40B4-BE49-F238E27FC236}">
                  <a16:creationId xmlns:a16="http://schemas.microsoft.com/office/drawing/2014/main" id="{9DFCD8BB-B818-4D89-A498-E467530D3CE9}"/>
                </a:ext>
              </a:extLst>
            </p:cNvPr>
            <p:cNvGrpSpPr>
              <a:grpSpLocks/>
            </p:cNvGrpSpPr>
            <p:nvPr/>
          </p:nvGrpSpPr>
          <p:grpSpPr bwMode="auto">
            <a:xfrm>
              <a:off x="3539588" y="2669737"/>
              <a:ext cx="853440" cy="741680"/>
              <a:chOff x="7179310" y="4033520"/>
              <a:chExt cx="1009650" cy="855028"/>
            </a:xfrm>
          </p:grpSpPr>
          <p:grpSp>
            <p:nvGrpSpPr>
              <p:cNvPr id="97" name="Group 44">
                <a:extLst>
                  <a:ext uri="{FF2B5EF4-FFF2-40B4-BE49-F238E27FC236}">
                    <a16:creationId xmlns:a16="http://schemas.microsoft.com/office/drawing/2014/main" id="{B63F0221-988E-4393-85DD-EEA4025BF68F}"/>
                  </a:ext>
                </a:extLst>
              </p:cNvPr>
              <p:cNvGrpSpPr>
                <a:grpSpLocks/>
              </p:cNvGrpSpPr>
              <p:nvPr/>
            </p:nvGrpSpPr>
            <p:grpSpPr bwMode="auto">
              <a:xfrm>
                <a:off x="7179310" y="4033520"/>
                <a:ext cx="1009650" cy="855028"/>
                <a:chOff x="-44" y="1473"/>
                <a:chExt cx="981" cy="1105"/>
              </a:xfrm>
            </p:grpSpPr>
            <p:pic>
              <p:nvPicPr>
                <p:cNvPr id="99" name="Picture 45" descr="desktop_computer_stylized_medium">
                  <a:extLst>
                    <a:ext uri="{FF2B5EF4-FFF2-40B4-BE49-F238E27FC236}">
                      <a16:creationId xmlns:a16="http://schemas.microsoft.com/office/drawing/2014/main" id="{9622B63C-A539-4965-B592-29F7CAFD78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0" name="Freeform 46">
                  <a:extLst>
                    <a:ext uri="{FF2B5EF4-FFF2-40B4-BE49-F238E27FC236}">
                      <a16:creationId xmlns:a16="http://schemas.microsoft.com/office/drawing/2014/main" id="{C7D6207F-5BC3-4F85-8933-A6DCD2FDB8B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sp>
            <p:nvSpPr>
              <p:cNvPr id="98" name="Rectangle 43">
                <a:extLst>
                  <a:ext uri="{FF2B5EF4-FFF2-40B4-BE49-F238E27FC236}">
                    <a16:creationId xmlns:a16="http://schemas.microsoft.com/office/drawing/2014/main" id="{63017BAF-FC9A-4F5C-92DF-D54B03832713}"/>
                  </a:ext>
                </a:extLst>
              </p:cNvPr>
              <p:cNvSpPr>
                <a:spLocks noChangeArrowheads="1"/>
              </p:cNvSpPr>
              <p:nvPr/>
            </p:nvSpPr>
            <p:spPr bwMode="auto">
              <a:xfrm rot="16200000">
                <a:off x="7440190" y="4309323"/>
                <a:ext cx="126273" cy="195358"/>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Arial" pitchFamily="34" charset="0"/>
                  <a:ea typeface="+mn-ea"/>
                  <a:cs typeface="Arial" pitchFamily="34" charset="0"/>
                </a:endParaRPr>
              </a:p>
            </p:txBody>
          </p:sp>
        </p:grpSp>
        <p:sp>
          <p:nvSpPr>
            <p:cNvPr id="69" name="Rectangle 43">
              <a:extLst>
                <a:ext uri="{FF2B5EF4-FFF2-40B4-BE49-F238E27FC236}">
                  <a16:creationId xmlns:a16="http://schemas.microsoft.com/office/drawing/2014/main" id="{65698484-C4EF-4C81-8CD6-8C1BB4BBF2C9}"/>
                </a:ext>
              </a:extLst>
            </p:cNvPr>
            <p:cNvSpPr>
              <a:spLocks noChangeArrowheads="1"/>
            </p:cNvSpPr>
            <p:nvPr/>
          </p:nvSpPr>
          <p:spPr bwMode="auto">
            <a:xfrm>
              <a:off x="2614674" y="2705584"/>
              <a:ext cx="109559" cy="165095"/>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Arial" pitchFamily="34" charset="0"/>
                <a:ea typeface="+mn-ea"/>
                <a:cs typeface="Arial" pitchFamily="34" charset="0"/>
              </a:endParaRPr>
            </a:p>
          </p:txBody>
        </p:sp>
        <p:grpSp>
          <p:nvGrpSpPr>
            <p:cNvPr id="70" name="Group 44">
              <a:extLst>
                <a:ext uri="{FF2B5EF4-FFF2-40B4-BE49-F238E27FC236}">
                  <a16:creationId xmlns:a16="http://schemas.microsoft.com/office/drawing/2014/main" id="{14384518-98A2-4EAF-A5BA-2D748C75778E}"/>
                </a:ext>
              </a:extLst>
            </p:cNvPr>
            <p:cNvGrpSpPr>
              <a:grpSpLocks/>
            </p:cNvGrpSpPr>
            <p:nvPr/>
          </p:nvGrpSpPr>
          <p:grpSpPr bwMode="auto">
            <a:xfrm>
              <a:off x="2233637" y="2138292"/>
              <a:ext cx="853440" cy="741680"/>
              <a:chOff x="-44" y="1473"/>
              <a:chExt cx="981" cy="1105"/>
            </a:xfrm>
          </p:grpSpPr>
          <p:pic>
            <p:nvPicPr>
              <p:cNvPr id="95" name="Picture 45" descr="desktop_computer_stylized_medium">
                <a:extLst>
                  <a:ext uri="{FF2B5EF4-FFF2-40B4-BE49-F238E27FC236}">
                    <a16:creationId xmlns:a16="http://schemas.microsoft.com/office/drawing/2014/main" id="{A64CE53E-694C-42AF-ABB6-58BDCD38CF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6" name="Freeform 46">
                <a:extLst>
                  <a:ext uri="{FF2B5EF4-FFF2-40B4-BE49-F238E27FC236}">
                    <a16:creationId xmlns:a16="http://schemas.microsoft.com/office/drawing/2014/main" id="{A4A32F36-4260-45BE-BF83-B8F07796AC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71" name="Group 51">
              <a:extLst>
                <a:ext uri="{FF2B5EF4-FFF2-40B4-BE49-F238E27FC236}">
                  <a16:creationId xmlns:a16="http://schemas.microsoft.com/office/drawing/2014/main" id="{392917C7-9030-486A-AC69-9B5C9EC56F9D}"/>
                </a:ext>
              </a:extLst>
            </p:cNvPr>
            <p:cNvGrpSpPr>
              <a:grpSpLocks/>
            </p:cNvGrpSpPr>
            <p:nvPr/>
          </p:nvGrpSpPr>
          <p:grpSpPr bwMode="auto">
            <a:xfrm>
              <a:off x="2060917" y="4279843"/>
              <a:ext cx="853440" cy="835329"/>
              <a:chOff x="8077200" y="3320111"/>
              <a:chExt cx="853440" cy="835329"/>
            </a:xfrm>
          </p:grpSpPr>
          <p:sp>
            <p:nvSpPr>
              <p:cNvPr id="91" name="Rectangle 43">
                <a:extLst>
                  <a:ext uri="{FF2B5EF4-FFF2-40B4-BE49-F238E27FC236}">
                    <a16:creationId xmlns:a16="http://schemas.microsoft.com/office/drawing/2014/main" id="{04EE5CDF-6BA0-4043-931E-9EDFBF0C4C45}"/>
                  </a:ext>
                </a:extLst>
              </p:cNvPr>
              <p:cNvSpPr>
                <a:spLocks noChangeArrowheads="1"/>
              </p:cNvSpPr>
              <p:nvPr/>
            </p:nvSpPr>
            <p:spPr bwMode="auto">
              <a:xfrm>
                <a:off x="8630957" y="3320602"/>
                <a:ext cx="111147" cy="165095"/>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Arial" pitchFamily="34" charset="0"/>
                  <a:ea typeface="+mn-ea"/>
                  <a:cs typeface="Arial" pitchFamily="34" charset="0"/>
                </a:endParaRPr>
              </a:p>
            </p:txBody>
          </p:sp>
          <p:grpSp>
            <p:nvGrpSpPr>
              <p:cNvPr id="92" name="Group 44">
                <a:extLst>
                  <a:ext uri="{FF2B5EF4-FFF2-40B4-BE49-F238E27FC236}">
                    <a16:creationId xmlns:a16="http://schemas.microsoft.com/office/drawing/2014/main" id="{6ACEA740-E6BD-427B-AF36-C1B8239A8762}"/>
                  </a:ext>
                </a:extLst>
              </p:cNvPr>
              <p:cNvGrpSpPr>
                <a:grpSpLocks/>
              </p:cNvGrpSpPr>
              <p:nvPr/>
            </p:nvGrpSpPr>
            <p:grpSpPr bwMode="auto">
              <a:xfrm>
                <a:off x="8077200" y="3413760"/>
                <a:ext cx="853440" cy="741680"/>
                <a:chOff x="-44" y="1473"/>
                <a:chExt cx="981" cy="1105"/>
              </a:xfrm>
            </p:grpSpPr>
            <p:pic>
              <p:nvPicPr>
                <p:cNvPr id="93" name="Picture 45" descr="desktop_computer_stylized_medium">
                  <a:extLst>
                    <a:ext uri="{FF2B5EF4-FFF2-40B4-BE49-F238E27FC236}">
                      <a16:creationId xmlns:a16="http://schemas.microsoft.com/office/drawing/2014/main" id="{DAC2BB75-26CF-4866-A6BE-D3358AB8F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4" name="Freeform 46">
                  <a:extLst>
                    <a:ext uri="{FF2B5EF4-FFF2-40B4-BE49-F238E27FC236}">
                      <a16:creationId xmlns:a16="http://schemas.microsoft.com/office/drawing/2014/main" id="{3C150E90-D793-4EB4-A28F-18B7E9B4B56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pic>
          <p:nvPicPr>
            <p:cNvPr id="72" name="Picture 3">
              <a:extLst>
                <a:ext uri="{FF2B5EF4-FFF2-40B4-BE49-F238E27FC236}">
                  <a16:creationId xmlns:a16="http://schemas.microsoft.com/office/drawing/2014/main" id="{2215CACA-6309-48A7-A58F-7BAAA31E90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4913" y="3316753"/>
              <a:ext cx="603370" cy="3413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73" name="Group 53">
              <a:extLst>
                <a:ext uri="{FF2B5EF4-FFF2-40B4-BE49-F238E27FC236}">
                  <a16:creationId xmlns:a16="http://schemas.microsoft.com/office/drawing/2014/main" id="{6DD1763A-587E-4739-A0A5-7D87914503CD}"/>
                </a:ext>
              </a:extLst>
            </p:cNvPr>
            <p:cNvGrpSpPr>
              <a:grpSpLocks/>
            </p:cNvGrpSpPr>
            <p:nvPr/>
          </p:nvGrpSpPr>
          <p:grpSpPr bwMode="auto">
            <a:xfrm>
              <a:off x="731524" y="3616962"/>
              <a:ext cx="914403" cy="690308"/>
              <a:chOff x="1046480" y="3962400"/>
              <a:chExt cx="1026163" cy="761428"/>
            </a:xfrm>
          </p:grpSpPr>
          <p:sp>
            <p:nvSpPr>
              <p:cNvPr id="87" name="Rectangle 48">
                <a:extLst>
                  <a:ext uri="{FF2B5EF4-FFF2-40B4-BE49-F238E27FC236}">
                    <a16:creationId xmlns:a16="http://schemas.microsoft.com/office/drawing/2014/main" id="{6F3D4C94-CF4A-4CE5-85A2-5CF70A5FE408}"/>
                  </a:ext>
                </a:extLst>
              </p:cNvPr>
              <p:cNvSpPr>
                <a:spLocks noChangeArrowheads="1"/>
              </p:cNvSpPr>
              <p:nvPr/>
            </p:nvSpPr>
            <p:spPr bwMode="auto">
              <a:xfrm rot="16200000">
                <a:off x="1893846" y="4299747"/>
                <a:ext cx="110313" cy="247682"/>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Arial" pitchFamily="34" charset="0"/>
                  <a:ea typeface="+mn-ea"/>
                  <a:cs typeface="Arial" pitchFamily="34" charset="0"/>
                </a:endParaRPr>
              </a:p>
            </p:txBody>
          </p:sp>
          <p:grpSp>
            <p:nvGrpSpPr>
              <p:cNvPr id="88" name="Group 49">
                <a:extLst>
                  <a:ext uri="{FF2B5EF4-FFF2-40B4-BE49-F238E27FC236}">
                    <a16:creationId xmlns:a16="http://schemas.microsoft.com/office/drawing/2014/main" id="{CCCC1E5B-74E7-40E6-91BA-E510220E3311}"/>
                  </a:ext>
                </a:extLst>
              </p:cNvPr>
              <p:cNvGrpSpPr>
                <a:grpSpLocks/>
              </p:cNvGrpSpPr>
              <p:nvPr/>
            </p:nvGrpSpPr>
            <p:grpSpPr bwMode="auto">
              <a:xfrm>
                <a:off x="1046480" y="3962400"/>
                <a:ext cx="936071" cy="761428"/>
                <a:chOff x="-44" y="1473"/>
                <a:chExt cx="981" cy="1105"/>
              </a:xfrm>
            </p:grpSpPr>
            <p:pic>
              <p:nvPicPr>
                <p:cNvPr id="89" name="Picture 50" descr="desktop_computer_stylized_medium">
                  <a:extLst>
                    <a:ext uri="{FF2B5EF4-FFF2-40B4-BE49-F238E27FC236}">
                      <a16:creationId xmlns:a16="http://schemas.microsoft.com/office/drawing/2014/main" id="{3456C631-D0FE-44AF-94E6-3B34C02BE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0" name="Freeform 51">
                  <a:extLst>
                    <a:ext uri="{FF2B5EF4-FFF2-40B4-BE49-F238E27FC236}">
                      <a16:creationId xmlns:a16="http://schemas.microsoft.com/office/drawing/2014/main" id="{4D1CAAB4-619C-4ADC-9A3D-807811F11DF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grpSp>
          <p:nvGrpSpPr>
            <p:cNvPr id="74" name="Group 54">
              <a:extLst>
                <a:ext uri="{FF2B5EF4-FFF2-40B4-BE49-F238E27FC236}">
                  <a16:creationId xmlns:a16="http://schemas.microsoft.com/office/drawing/2014/main" id="{39FEBD77-6CC0-409B-96BB-17A8A2AD5635}"/>
                </a:ext>
              </a:extLst>
            </p:cNvPr>
            <p:cNvGrpSpPr>
              <a:grpSpLocks/>
            </p:cNvGrpSpPr>
            <p:nvPr/>
          </p:nvGrpSpPr>
          <p:grpSpPr bwMode="auto">
            <a:xfrm>
              <a:off x="3410634" y="3567725"/>
              <a:ext cx="853440" cy="741680"/>
              <a:chOff x="7179310" y="4033520"/>
              <a:chExt cx="1009650" cy="855028"/>
            </a:xfrm>
          </p:grpSpPr>
          <p:grpSp>
            <p:nvGrpSpPr>
              <p:cNvPr id="83" name="Group 44">
                <a:extLst>
                  <a:ext uri="{FF2B5EF4-FFF2-40B4-BE49-F238E27FC236}">
                    <a16:creationId xmlns:a16="http://schemas.microsoft.com/office/drawing/2014/main" id="{E570055D-2993-43A4-A16E-A3DAD4423043}"/>
                  </a:ext>
                </a:extLst>
              </p:cNvPr>
              <p:cNvGrpSpPr>
                <a:grpSpLocks/>
              </p:cNvGrpSpPr>
              <p:nvPr/>
            </p:nvGrpSpPr>
            <p:grpSpPr bwMode="auto">
              <a:xfrm>
                <a:off x="7179310" y="4033520"/>
                <a:ext cx="1009650" cy="855028"/>
                <a:chOff x="-44" y="1473"/>
                <a:chExt cx="981" cy="1105"/>
              </a:xfrm>
            </p:grpSpPr>
            <p:pic>
              <p:nvPicPr>
                <p:cNvPr id="85" name="Picture 45" descr="desktop_computer_stylized_medium">
                  <a:extLst>
                    <a:ext uri="{FF2B5EF4-FFF2-40B4-BE49-F238E27FC236}">
                      <a16:creationId xmlns:a16="http://schemas.microsoft.com/office/drawing/2014/main" id="{5A90FBA2-A715-41C8-A09C-4D3897800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6" name="Freeform 46">
                  <a:extLst>
                    <a:ext uri="{FF2B5EF4-FFF2-40B4-BE49-F238E27FC236}">
                      <a16:creationId xmlns:a16="http://schemas.microsoft.com/office/drawing/2014/main" id="{455FED8F-3F66-4D27-A8C5-5E17D6581B3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sp>
            <p:nvSpPr>
              <p:cNvPr id="84" name="Rectangle 43">
                <a:extLst>
                  <a:ext uri="{FF2B5EF4-FFF2-40B4-BE49-F238E27FC236}">
                    <a16:creationId xmlns:a16="http://schemas.microsoft.com/office/drawing/2014/main" id="{0287D592-1AC2-480D-A8CC-232A857BC781}"/>
                  </a:ext>
                </a:extLst>
              </p:cNvPr>
              <p:cNvSpPr>
                <a:spLocks noChangeArrowheads="1"/>
              </p:cNvSpPr>
              <p:nvPr/>
            </p:nvSpPr>
            <p:spPr bwMode="auto">
              <a:xfrm rot="16200000">
                <a:off x="7438739" y="4308053"/>
                <a:ext cx="128104" cy="197237"/>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Arial" pitchFamily="34" charset="0"/>
                  <a:ea typeface="+mn-ea"/>
                  <a:cs typeface="Arial" pitchFamily="34" charset="0"/>
                </a:endParaRPr>
              </a:p>
            </p:txBody>
          </p:sp>
        </p:grpSp>
        <p:sp>
          <p:nvSpPr>
            <p:cNvPr id="75" name="Line 17">
              <a:extLst>
                <a:ext uri="{FF2B5EF4-FFF2-40B4-BE49-F238E27FC236}">
                  <a16:creationId xmlns:a16="http://schemas.microsoft.com/office/drawing/2014/main" id="{9FD35C90-CE1C-4F10-A23A-A9A33FD80681}"/>
                </a:ext>
              </a:extLst>
            </p:cNvPr>
            <p:cNvSpPr>
              <a:spLocks noChangeShapeType="1"/>
            </p:cNvSpPr>
            <p:nvPr/>
          </p:nvSpPr>
          <p:spPr bwMode="auto">
            <a:xfrm flipV="1">
              <a:off x="1660396" y="3600906"/>
              <a:ext cx="744686" cy="45083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6" name="Line 19">
              <a:extLst>
                <a:ext uri="{FF2B5EF4-FFF2-40B4-BE49-F238E27FC236}">
                  <a16:creationId xmlns:a16="http://schemas.microsoft.com/office/drawing/2014/main" id="{26A8C450-C596-44A6-A561-644DBF4054BF}"/>
                </a:ext>
              </a:extLst>
            </p:cNvPr>
            <p:cNvSpPr>
              <a:spLocks noChangeShapeType="1"/>
            </p:cNvSpPr>
            <p:nvPr/>
          </p:nvSpPr>
          <p:spPr bwMode="auto">
            <a:xfrm flipH="1" flipV="1">
              <a:off x="2968756" y="3545345"/>
              <a:ext cx="646242" cy="3381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7" name="Text Box 35">
              <a:extLst>
                <a:ext uri="{FF2B5EF4-FFF2-40B4-BE49-F238E27FC236}">
                  <a16:creationId xmlns:a16="http://schemas.microsoft.com/office/drawing/2014/main" id="{31BAD12D-E524-4A18-8464-31B369C2F79F}"/>
                </a:ext>
              </a:extLst>
            </p:cNvPr>
            <p:cNvSpPr txBox="1">
              <a:spLocks noChangeArrowheads="1"/>
            </p:cNvSpPr>
            <p:nvPr/>
          </p:nvSpPr>
          <p:spPr bwMode="auto">
            <a:xfrm>
              <a:off x="2401907" y="3026249"/>
              <a:ext cx="312799" cy="3698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Arial" charset="0"/>
                  <a:cs typeface="Arial" charset="0"/>
                </a:rPr>
                <a:t>1</a:t>
              </a:r>
            </a:p>
          </p:txBody>
        </p:sp>
        <p:sp>
          <p:nvSpPr>
            <p:cNvPr id="78" name="Text Box 36">
              <a:extLst>
                <a:ext uri="{FF2B5EF4-FFF2-40B4-BE49-F238E27FC236}">
                  <a16:creationId xmlns:a16="http://schemas.microsoft.com/office/drawing/2014/main" id="{5AC6A863-028A-4ADE-BFB7-25BE9BA67FD1}"/>
                </a:ext>
              </a:extLst>
            </p:cNvPr>
            <p:cNvSpPr txBox="1">
              <a:spLocks noChangeArrowheads="1"/>
            </p:cNvSpPr>
            <p:nvPr/>
          </p:nvSpPr>
          <p:spPr bwMode="auto">
            <a:xfrm>
              <a:off x="2903656" y="3051648"/>
              <a:ext cx="323914" cy="3667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Arial" charset="0"/>
                  <a:cs typeface="Arial" charset="0"/>
                </a:rPr>
                <a:t>2</a:t>
              </a:r>
            </a:p>
          </p:txBody>
        </p:sp>
        <p:sp>
          <p:nvSpPr>
            <p:cNvPr id="79" name="Text Box 37">
              <a:extLst>
                <a:ext uri="{FF2B5EF4-FFF2-40B4-BE49-F238E27FC236}">
                  <a16:creationId xmlns:a16="http://schemas.microsoft.com/office/drawing/2014/main" id="{E6E70D9B-5323-4E5B-9AA7-E3F76BFBFF41}"/>
                </a:ext>
              </a:extLst>
            </p:cNvPr>
            <p:cNvSpPr txBox="1">
              <a:spLocks noChangeArrowheads="1"/>
            </p:cNvSpPr>
            <p:nvPr/>
          </p:nvSpPr>
          <p:spPr bwMode="auto">
            <a:xfrm>
              <a:off x="3125951" y="3710440"/>
              <a:ext cx="322326" cy="366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Arial" charset="0"/>
                  <a:cs typeface="Arial" charset="0"/>
                </a:rPr>
                <a:t>3</a:t>
              </a:r>
            </a:p>
          </p:txBody>
        </p:sp>
        <p:sp>
          <p:nvSpPr>
            <p:cNvPr id="80" name="Text Box 38">
              <a:extLst>
                <a:ext uri="{FF2B5EF4-FFF2-40B4-BE49-F238E27FC236}">
                  <a16:creationId xmlns:a16="http://schemas.microsoft.com/office/drawing/2014/main" id="{4DA7C133-A5FD-4F2C-98F6-5DC18811088F}"/>
                </a:ext>
              </a:extLst>
            </p:cNvPr>
            <p:cNvSpPr txBox="1">
              <a:spLocks noChangeArrowheads="1"/>
            </p:cNvSpPr>
            <p:nvPr/>
          </p:nvSpPr>
          <p:spPr bwMode="auto">
            <a:xfrm>
              <a:off x="2640079" y="3654879"/>
              <a:ext cx="323914" cy="3667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Arial" charset="0"/>
                  <a:cs typeface="Arial" charset="0"/>
                </a:rPr>
                <a:t>4</a:t>
              </a:r>
            </a:p>
          </p:txBody>
        </p:sp>
        <p:sp>
          <p:nvSpPr>
            <p:cNvPr id="81" name="Text Box 39">
              <a:extLst>
                <a:ext uri="{FF2B5EF4-FFF2-40B4-BE49-F238E27FC236}">
                  <a16:creationId xmlns:a16="http://schemas.microsoft.com/office/drawing/2014/main" id="{76905AB8-906C-4B61-9FCC-DBB2D638FB6A}"/>
                </a:ext>
              </a:extLst>
            </p:cNvPr>
            <p:cNvSpPr txBox="1">
              <a:spLocks noChangeArrowheads="1"/>
            </p:cNvSpPr>
            <p:nvPr/>
          </p:nvSpPr>
          <p:spPr bwMode="auto">
            <a:xfrm>
              <a:off x="2070052" y="3704090"/>
              <a:ext cx="323914" cy="366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Arial" charset="0"/>
                  <a:cs typeface="Arial" charset="0"/>
                </a:rPr>
                <a:t>5</a:t>
              </a:r>
            </a:p>
          </p:txBody>
        </p:sp>
        <p:sp>
          <p:nvSpPr>
            <p:cNvPr id="82" name="Text Box 40">
              <a:extLst>
                <a:ext uri="{FF2B5EF4-FFF2-40B4-BE49-F238E27FC236}">
                  <a16:creationId xmlns:a16="http://schemas.microsoft.com/office/drawing/2014/main" id="{C9B5A603-4A10-405D-9F1A-F664D862A8A7}"/>
                </a:ext>
              </a:extLst>
            </p:cNvPr>
            <p:cNvSpPr txBox="1">
              <a:spLocks noChangeArrowheads="1"/>
            </p:cNvSpPr>
            <p:nvPr/>
          </p:nvSpPr>
          <p:spPr bwMode="auto">
            <a:xfrm>
              <a:off x="2039884" y="3080222"/>
              <a:ext cx="319151" cy="3698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Arial" charset="0"/>
                  <a:cs typeface="Arial" charset="0"/>
                </a:rPr>
                <a:t>6</a:t>
              </a:r>
            </a:p>
          </p:txBody>
        </p:sp>
      </p:grpSp>
      <p:grpSp>
        <p:nvGrpSpPr>
          <p:cNvPr id="105" name="Group 36">
            <a:extLst>
              <a:ext uri="{FF2B5EF4-FFF2-40B4-BE49-F238E27FC236}">
                <a16:creationId xmlns:a16="http://schemas.microsoft.com/office/drawing/2014/main" id="{C619647C-C165-4D58-8A23-60762C66AFFE}"/>
              </a:ext>
            </a:extLst>
          </p:cNvPr>
          <p:cNvGrpSpPr>
            <a:grpSpLocks/>
          </p:cNvGrpSpPr>
          <p:nvPr/>
        </p:nvGrpSpPr>
        <p:grpSpPr bwMode="auto">
          <a:xfrm>
            <a:off x="7305515" y="1360113"/>
            <a:ext cx="1428750" cy="369887"/>
            <a:chOff x="1750" y="3514"/>
            <a:chExt cx="900" cy="233"/>
          </a:xfrm>
        </p:grpSpPr>
        <p:sp>
          <p:nvSpPr>
            <p:cNvPr id="106" name="Rectangle 32">
              <a:extLst>
                <a:ext uri="{FF2B5EF4-FFF2-40B4-BE49-F238E27FC236}">
                  <a16:creationId xmlns:a16="http://schemas.microsoft.com/office/drawing/2014/main" id="{8A6E5FD8-6FDF-4B1E-B141-6FE6FCABA49F}"/>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07" name="Text Box 33">
              <a:extLst>
                <a:ext uri="{FF2B5EF4-FFF2-40B4-BE49-F238E27FC236}">
                  <a16:creationId xmlns:a16="http://schemas.microsoft.com/office/drawing/2014/main" id="{01C646FD-0B4A-4407-A31E-3EFAC0868622}"/>
                </a:ext>
              </a:extLst>
            </p:cNvPr>
            <p:cNvSpPr txBox="1">
              <a:spLocks noChangeArrowheads="1"/>
            </p:cNvSpPr>
            <p:nvPr/>
          </p:nvSpPr>
          <p:spPr bwMode="auto">
            <a:xfrm>
              <a:off x="1750" y="3514"/>
              <a:ext cx="448"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Arial" charset="0"/>
                  <a:cs typeface="Arial" charset="0"/>
                </a:rPr>
                <a:t>A  A</a:t>
              </a:r>
              <a:r>
                <a:rPr lang="ja-JP" altLang="en-US" i="0" dirty="0">
                  <a:solidFill>
                    <a:srgbClr val="FFFFFF"/>
                  </a:solidFill>
                  <a:latin typeface="Arial" charset="0"/>
                  <a:cs typeface="Arial" charset="0"/>
                </a:rPr>
                <a:t>’</a:t>
              </a:r>
              <a:endParaRPr lang="en-US" i="0" dirty="0">
                <a:solidFill>
                  <a:srgbClr val="FFFFFF"/>
                </a:solidFill>
                <a:latin typeface="Arial" charset="0"/>
                <a:cs typeface="Arial" charset="0"/>
              </a:endParaRPr>
            </a:p>
          </p:txBody>
        </p:sp>
        <p:sp>
          <p:nvSpPr>
            <p:cNvPr id="108" name="Line 34">
              <a:extLst>
                <a:ext uri="{FF2B5EF4-FFF2-40B4-BE49-F238E27FC236}">
                  <a16:creationId xmlns:a16="http://schemas.microsoft.com/office/drawing/2014/main" id="{D63ED8AA-6C3C-4662-A70B-E83CAB9FD722}"/>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109" name="Line 35">
              <a:extLst>
                <a:ext uri="{FF2B5EF4-FFF2-40B4-BE49-F238E27FC236}">
                  <a16:creationId xmlns:a16="http://schemas.microsoft.com/office/drawing/2014/main" id="{34C93B94-45F5-4209-9149-4002371D0761}"/>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grpSp>
        <p:nvGrpSpPr>
          <p:cNvPr id="110" name="Group 41">
            <a:extLst>
              <a:ext uri="{FF2B5EF4-FFF2-40B4-BE49-F238E27FC236}">
                <a16:creationId xmlns:a16="http://schemas.microsoft.com/office/drawing/2014/main" id="{2001E0D3-E6EB-4308-8643-21154BE43CF6}"/>
              </a:ext>
            </a:extLst>
          </p:cNvPr>
          <p:cNvGrpSpPr>
            <a:grpSpLocks/>
          </p:cNvGrpSpPr>
          <p:nvPr/>
        </p:nvGrpSpPr>
        <p:grpSpPr bwMode="auto">
          <a:xfrm>
            <a:off x="7521415" y="661613"/>
            <a:ext cx="1352550" cy="714375"/>
            <a:chOff x="4406" y="331"/>
            <a:chExt cx="852" cy="450"/>
          </a:xfrm>
        </p:grpSpPr>
        <p:sp>
          <p:nvSpPr>
            <p:cNvPr id="111" name="Line 37">
              <a:extLst>
                <a:ext uri="{FF2B5EF4-FFF2-40B4-BE49-F238E27FC236}">
                  <a16:creationId xmlns:a16="http://schemas.microsoft.com/office/drawing/2014/main" id="{69FC84E3-DE86-42C1-88F2-5E69A6E866D1}"/>
                </a:ext>
              </a:extLst>
            </p:cNvPr>
            <p:cNvSpPr>
              <a:spLocks noChangeShapeType="1"/>
            </p:cNvSpPr>
            <p:nvPr/>
          </p:nvSpPr>
          <p:spPr bwMode="auto">
            <a:xfrm flipV="1">
              <a:off x="4406" y="439"/>
              <a:ext cx="252" cy="339"/>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112" name="Line 38">
              <a:extLst>
                <a:ext uri="{FF2B5EF4-FFF2-40B4-BE49-F238E27FC236}">
                  <a16:creationId xmlns:a16="http://schemas.microsoft.com/office/drawing/2014/main" id="{A7482D2A-F12F-4021-8C4A-8A86F0BB15FD}"/>
                </a:ext>
              </a:extLst>
            </p:cNvPr>
            <p:cNvSpPr>
              <a:spLocks noChangeShapeType="1"/>
            </p:cNvSpPr>
            <p:nvPr/>
          </p:nvSpPr>
          <p:spPr bwMode="auto">
            <a:xfrm flipV="1">
              <a:off x="4524" y="594"/>
              <a:ext cx="137" cy="187"/>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113" name="Text Box 39">
              <a:extLst>
                <a:ext uri="{FF2B5EF4-FFF2-40B4-BE49-F238E27FC236}">
                  <a16:creationId xmlns:a16="http://schemas.microsoft.com/office/drawing/2014/main" id="{0814E972-7BCD-4646-8636-403D08F4296A}"/>
                </a:ext>
              </a:extLst>
            </p:cNvPr>
            <p:cNvSpPr txBox="1">
              <a:spLocks noChangeArrowheads="1"/>
            </p:cNvSpPr>
            <p:nvPr/>
          </p:nvSpPr>
          <p:spPr bwMode="auto">
            <a:xfrm>
              <a:off x="4669" y="331"/>
              <a:ext cx="397"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zh-CN" altLang="en-US" sz="1600" i="0" dirty="0">
                  <a:solidFill>
                    <a:srgbClr val="000000"/>
                  </a:solidFill>
                  <a:latin typeface="Arial" charset="0"/>
                  <a:cs typeface="Arial" charset="0"/>
                </a:rPr>
                <a:t>源</a:t>
              </a:r>
              <a:r>
                <a:rPr lang="en-US" sz="1600" i="0" dirty="0">
                  <a:solidFill>
                    <a:srgbClr val="000000"/>
                  </a:solidFill>
                  <a:latin typeface="Arial" charset="0"/>
                  <a:cs typeface="Arial" charset="0"/>
                </a:rPr>
                <a:t>: A</a:t>
              </a:r>
            </a:p>
          </p:txBody>
        </p:sp>
        <p:sp>
          <p:nvSpPr>
            <p:cNvPr id="114" name="Text Box 40">
              <a:extLst>
                <a:ext uri="{FF2B5EF4-FFF2-40B4-BE49-F238E27FC236}">
                  <a16:creationId xmlns:a16="http://schemas.microsoft.com/office/drawing/2014/main" id="{EE29CEE2-E4A5-4189-93A6-B162331563BB}"/>
                </a:ext>
              </a:extLst>
            </p:cNvPr>
            <p:cNvSpPr txBox="1">
              <a:spLocks noChangeArrowheads="1"/>
            </p:cNvSpPr>
            <p:nvPr/>
          </p:nvSpPr>
          <p:spPr bwMode="auto">
            <a:xfrm>
              <a:off x="4660" y="492"/>
              <a:ext cx="598"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zh-CN" altLang="en-US" sz="1600" i="0" dirty="0">
                  <a:solidFill>
                    <a:srgbClr val="000000"/>
                  </a:solidFill>
                  <a:latin typeface="Arial" charset="0"/>
                  <a:cs typeface="Arial" charset="0"/>
                </a:rPr>
                <a:t>目的</a:t>
              </a:r>
              <a:r>
                <a:rPr lang="en-US" sz="1600" i="0" dirty="0">
                  <a:solidFill>
                    <a:srgbClr val="000000"/>
                  </a:solidFill>
                  <a:latin typeface="Arial" charset="0"/>
                  <a:cs typeface="Arial" charset="0"/>
                </a:rPr>
                <a:t>: A</a:t>
              </a:r>
              <a:r>
                <a:rPr lang="ja-JP" altLang="en-US" sz="1600" i="0" dirty="0">
                  <a:solidFill>
                    <a:srgbClr val="000000"/>
                  </a:solidFill>
                  <a:latin typeface="Arial" charset="0"/>
                  <a:cs typeface="Arial" charset="0"/>
                </a:rPr>
                <a:t>’</a:t>
              </a:r>
              <a:endParaRPr lang="en-US" sz="1600" i="0" dirty="0">
                <a:solidFill>
                  <a:srgbClr val="000000"/>
                </a:solidFill>
                <a:latin typeface="Arial" charset="0"/>
                <a:cs typeface="Arial" charset="0"/>
              </a:endParaRPr>
            </a:p>
          </p:txBody>
        </p:sp>
      </p:grpSp>
      <p:sp>
        <p:nvSpPr>
          <p:cNvPr id="115" name="Rectangle 3">
            <a:extLst>
              <a:ext uri="{FF2B5EF4-FFF2-40B4-BE49-F238E27FC236}">
                <a16:creationId xmlns:a16="http://schemas.microsoft.com/office/drawing/2014/main" id="{69D03B24-C54B-498F-970D-115A51EBFA4F}"/>
              </a:ext>
            </a:extLst>
          </p:cNvPr>
          <p:cNvSpPr txBox="1">
            <a:spLocks noChangeArrowheads="1"/>
          </p:cNvSpPr>
          <p:nvPr/>
        </p:nvSpPr>
        <p:spPr>
          <a:xfrm>
            <a:off x="448251" y="1718888"/>
            <a:ext cx="4352474" cy="40644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30000"/>
              </a:lnSpc>
              <a:spcBef>
                <a:spcPts val="600"/>
              </a:spcBef>
              <a:buFont typeface="Arial" panose="020B0604020202020204" pitchFamily="34" charset="0"/>
              <a:buBlip>
                <a:blip r:embed="rId6"/>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交换表无需提前配置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55600" indent="-355600">
              <a:lnSpc>
                <a:spcPct val="130000"/>
              </a:lnSpc>
              <a:spcBef>
                <a:spcPts val="600"/>
              </a:spcBef>
              <a:buFont typeface="Arial" panose="020B0604020202020204" pitchFamily="34" charset="0"/>
              <a:buBlip>
                <a:blip r:embed="rId6"/>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交换机在转发数据帧的过程中，学习哪个节点连接哪个接口</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indent="-331788">
              <a:lnSpc>
                <a:spcPct val="130000"/>
              </a:lnSpc>
              <a:spcBef>
                <a:spcPts val="600"/>
              </a:spcBef>
              <a:buFont typeface="Arial" panose="020B0604020202020204" pitchFamily="34" charset="0"/>
              <a:buBlip>
                <a:blip r:embed="rId7"/>
              </a:buBlip>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接收一个数据帧时，交换机基于该帧的源地址和到达的接口，记录</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地址与接口的映射关系</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D1D15255-F1BA-4176-B944-02885BCB3B57}"/>
              </a:ext>
            </a:extLst>
          </p:cNvPr>
          <p:cNvGraphicFramePr>
            <a:graphicFrameLocks noGrp="1"/>
          </p:cNvGraphicFramePr>
          <p:nvPr>
            <p:extLst>
              <p:ext uri="{D42A27DB-BD31-4B8C-83A1-F6EECF244321}">
                <p14:modId xmlns:p14="http://schemas.microsoft.com/office/powerpoint/2010/main" val="3816701931"/>
              </p:ext>
            </p:extLst>
          </p:nvPr>
        </p:nvGraphicFramePr>
        <p:xfrm>
          <a:off x="5369886" y="5064962"/>
          <a:ext cx="3270915" cy="1112520"/>
        </p:xfrm>
        <a:graphic>
          <a:graphicData uri="http://schemas.openxmlformats.org/drawingml/2006/table">
            <a:tbl>
              <a:tblPr firstRow="1" bandRow="1">
                <a:tableStyleId>{5C22544A-7EE6-4342-B048-85BDC9FD1C3A}</a:tableStyleId>
              </a:tblPr>
              <a:tblGrid>
                <a:gridCol w="1370898">
                  <a:extLst>
                    <a:ext uri="{9D8B030D-6E8A-4147-A177-3AD203B41FA5}">
                      <a16:colId xmlns:a16="http://schemas.microsoft.com/office/drawing/2014/main" val="3924847577"/>
                    </a:ext>
                  </a:extLst>
                </a:gridCol>
                <a:gridCol w="1142449">
                  <a:extLst>
                    <a:ext uri="{9D8B030D-6E8A-4147-A177-3AD203B41FA5}">
                      <a16:colId xmlns:a16="http://schemas.microsoft.com/office/drawing/2014/main" val="1638762028"/>
                    </a:ext>
                  </a:extLst>
                </a:gridCol>
                <a:gridCol w="757568">
                  <a:extLst>
                    <a:ext uri="{9D8B030D-6E8A-4147-A177-3AD203B41FA5}">
                      <a16:colId xmlns:a16="http://schemas.microsoft.com/office/drawing/2014/main" val="822350620"/>
                    </a:ext>
                  </a:extLst>
                </a:gridCol>
              </a:tblGrid>
              <a:tr h="370840">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MAC</a:t>
                      </a: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地址</a:t>
                      </a:r>
                      <a:endParaRPr lang="zh-CN" altLang="en-US" dirty="0">
                        <a:solidFill>
                          <a:schemeClr val="bg1"/>
                        </a:solidFill>
                      </a:endParaRPr>
                    </a:p>
                  </a:txBody>
                  <a:tcPr/>
                </a:tc>
                <a:tc>
                  <a:txBody>
                    <a:bodyPr/>
                    <a:lstStyle/>
                    <a:p>
                      <a:pPr algn="ct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接口</a:t>
                      </a:r>
                      <a:endParaRPr lang="zh-CN" altLang="en-US" dirty="0">
                        <a:solidFill>
                          <a:schemeClr val="bg1"/>
                        </a:solidFill>
                      </a:endParaRPr>
                    </a:p>
                  </a:txBody>
                  <a:tcPr/>
                </a:tc>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TTL</a:t>
                      </a:r>
                      <a:endParaRPr lang="zh-CN" altLang="en-US" dirty="0">
                        <a:solidFill>
                          <a:schemeClr val="bg1"/>
                        </a:solidFill>
                      </a:endParaRPr>
                    </a:p>
                  </a:txBody>
                  <a:tcPr/>
                </a:tc>
                <a:extLst>
                  <a:ext uri="{0D108BD9-81ED-4DB2-BD59-A6C34878D82A}">
                    <a16:rowId xmlns:a16="http://schemas.microsoft.com/office/drawing/2014/main" val="2944047477"/>
                  </a:ext>
                </a:extLst>
              </a:tr>
              <a:tr h="3708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74659818"/>
                  </a:ext>
                </a:extLst>
              </a:tr>
              <a:tr h="3708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3600969276"/>
                  </a:ext>
                </a:extLst>
              </a:tr>
            </a:tbl>
          </a:graphicData>
        </a:graphic>
      </p:graphicFrame>
      <p:grpSp>
        <p:nvGrpSpPr>
          <p:cNvPr id="6" name="Group 53"/>
          <p:cNvGrpSpPr>
            <a:grpSpLocks/>
          </p:cNvGrpSpPr>
          <p:nvPr/>
        </p:nvGrpSpPr>
        <p:grpSpPr bwMode="auto">
          <a:xfrm>
            <a:off x="5937281" y="5427136"/>
            <a:ext cx="2563812" cy="403551"/>
            <a:chOff x="2376" y="3387"/>
            <a:chExt cx="1615" cy="357"/>
          </a:xfrm>
        </p:grpSpPr>
        <p:sp>
          <p:nvSpPr>
            <p:cNvPr id="32803" name="Text Box 49"/>
            <p:cNvSpPr txBox="1">
              <a:spLocks noChangeArrowheads="1"/>
            </p:cNvSpPr>
            <p:nvPr/>
          </p:nvSpPr>
          <p:spPr bwMode="auto">
            <a:xfrm>
              <a:off x="2376" y="3388"/>
              <a:ext cx="233" cy="354"/>
            </a:xfrm>
            <a:prstGeom prst="rect">
              <a:avLst/>
            </a:prstGeom>
            <a:noFill/>
            <a:ln w="9525">
              <a:noFill/>
              <a:miter lim="800000"/>
              <a:headEnd/>
              <a:tailEnd/>
            </a:ln>
          </p:spPr>
          <p:txBody>
            <a:bodyPr wrap="none">
              <a:spAutoFit/>
            </a:bodyPr>
            <a:lstStyle/>
            <a:p>
              <a:r>
                <a:rPr lang="en-US" altLang="zh-CN" sz="2000" dirty="0">
                  <a:latin typeface="Times New Roman" panose="02020603050405020304" pitchFamily="18" charset="0"/>
                  <a:ea typeface="Arial Unicode MS" pitchFamily="34" charset="-122"/>
                  <a:cs typeface="Times New Roman" panose="02020603050405020304" pitchFamily="18" charset="0"/>
                </a:rPr>
                <a:t>A</a:t>
              </a:r>
            </a:p>
          </p:txBody>
        </p:sp>
        <p:sp>
          <p:nvSpPr>
            <p:cNvPr id="32804" name="Text Box 50"/>
            <p:cNvSpPr txBox="1">
              <a:spLocks noChangeArrowheads="1"/>
            </p:cNvSpPr>
            <p:nvPr/>
          </p:nvSpPr>
          <p:spPr bwMode="auto">
            <a:xfrm>
              <a:off x="3133" y="3387"/>
              <a:ext cx="197" cy="354"/>
            </a:xfrm>
            <a:prstGeom prst="rect">
              <a:avLst/>
            </a:prstGeom>
            <a:noFill/>
            <a:ln w="9525">
              <a:noFill/>
              <a:miter lim="800000"/>
              <a:headEnd/>
              <a:tailEnd/>
            </a:ln>
          </p:spPr>
          <p:txBody>
            <a:bodyPr wrap="none">
              <a:spAutoFit/>
            </a:bodyPr>
            <a:lstStyle/>
            <a:p>
              <a:r>
                <a:rPr lang="en-US" altLang="zh-CN" sz="2000">
                  <a:latin typeface="Times New Roman" panose="02020603050405020304" pitchFamily="18" charset="0"/>
                  <a:ea typeface="Arial Unicode MS" pitchFamily="34" charset="-122"/>
                  <a:cs typeface="Times New Roman" panose="02020603050405020304" pitchFamily="18" charset="0"/>
                </a:rPr>
                <a:t>1</a:t>
              </a:r>
            </a:p>
          </p:txBody>
        </p:sp>
        <p:sp>
          <p:nvSpPr>
            <p:cNvPr id="32805" name="Text Box 51"/>
            <p:cNvSpPr txBox="1">
              <a:spLocks noChangeArrowheads="1"/>
            </p:cNvSpPr>
            <p:nvPr/>
          </p:nvSpPr>
          <p:spPr bwMode="auto">
            <a:xfrm>
              <a:off x="3713" y="3390"/>
              <a:ext cx="278" cy="354"/>
            </a:xfrm>
            <a:prstGeom prst="rect">
              <a:avLst/>
            </a:prstGeom>
            <a:noFill/>
            <a:ln w="9525">
              <a:noFill/>
              <a:miter lim="800000"/>
              <a:headEnd/>
              <a:tailEnd/>
            </a:ln>
          </p:spPr>
          <p:txBody>
            <a:bodyPr wrap="none">
              <a:spAutoFit/>
            </a:bodyPr>
            <a:lstStyle/>
            <a:p>
              <a:r>
                <a:rPr lang="en-US" altLang="zh-CN" sz="2000" dirty="0">
                  <a:latin typeface="Times New Roman" panose="02020603050405020304" pitchFamily="18" charset="0"/>
                  <a:ea typeface="Arial Unicode MS" pitchFamily="34" charset="-122"/>
                  <a:cs typeface="Times New Roman" panose="02020603050405020304" pitchFamily="18" charset="0"/>
                </a:rPr>
                <a:t>60</a:t>
              </a:r>
            </a:p>
          </p:txBody>
        </p:sp>
      </p:grpSp>
    </p:spTree>
    <p:extLst>
      <p:ext uri="{BB962C8B-B14F-4D97-AF65-F5344CB8AC3E}">
        <p14:creationId xmlns:p14="http://schemas.microsoft.com/office/powerpoint/2010/main" val="337412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20912"/>
                                        </p:tgtEl>
                                        <p:attrNameLst>
                                          <p:attrName>style.visibility</p:attrName>
                                        </p:attrNameLst>
                                      </p:cBhvr>
                                      <p:to>
                                        <p:strVal val="visible"/>
                                      </p:to>
                                    </p:set>
                                    <p:animEffect transition="in" filter="dissolve">
                                      <p:cBhvr>
                                        <p:cTn id="7" dur="500"/>
                                        <p:tgtEl>
                                          <p:spTgt spid="4209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dissolve">
                                      <p:cBhvr>
                                        <p:cTn id="12" dur="500"/>
                                        <p:tgtEl>
                                          <p:spTgt spid="105"/>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110"/>
                                        </p:tgtEl>
                                        <p:attrNameLst>
                                          <p:attrName>style.visibility</p:attrName>
                                        </p:attrNameLst>
                                      </p:cBhvr>
                                      <p:to>
                                        <p:strVal val="hidden"/>
                                      </p:to>
                                    </p:set>
                                  </p:childTnLst>
                                </p:cTn>
                              </p:par>
                              <p:par>
                                <p:cTn id="20" presetID="0" presetClass="path" presetSubtype="0" accel="50000" decel="50000" fill="hold" nodeType="withEffect">
                                  <p:stCondLst>
                                    <p:cond delay="0"/>
                                  </p:stCondLst>
                                  <p:childTnLst>
                                    <p:animMotion origin="layout" path="M -4.44444E-6 -2.59259E-6 L -0.10694 0.11482 L -0.10694 0.24329 " pathEditMode="relative" rAng="0" ptsTypes="AAA">
                                      <p:cBhvr>
                                        <p:cTn id="21" dur="2000" fill="hold"/>
                                        <p:tgtEl>
                                          <p:spTgt spid="105"/>
                                        </p:tgtEl>
                                        <p:attrNameLst>
                                          <p:attrName>ppt_x</p:attrName>
                                          <p:attrName>ppt_y</p:attrName>
                                        </p:attrNameLst>
                                      </p:cBhvr>
                                      <p:rCtr x="-5347" y="12153"/>
                                    </p:animMotion>
                                  </p:childTnLst>
                                </p:cTn>
                              </p:par>
                            </p:childTnLst>
                          </p:cTn>
                        </p:par>
                        <p:par>
                          <p:cTn id="22" fill="hold">
                            <p:stCondLst>
                              <p:cond delay="2000"/>
                            </p:stCondLst>
                            <p:childTnLst>
                              <p:par>
                                <p:cTn id="23" presetID="9" presetClass="entr" presetSubtype="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498394" y="588888"/>
            <a:ext cx="8464550" cy="829030"/>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交换机：帧的过滤与转发</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7523" name="Rectangle 3"/>
          <p:cNvSpPr>
            <a:spLocks noGrp="1" noChangeArrowheads="1"/>
          </p:cNvSpPr>
          <p:nvPr>
            <p:ph type="body" idx="1"/>
          </p:nvPr>
        </p:nvSpPr>
        <p:spPr>
          <a:xfrm>
            <a:off x="498394" y="1449743"/>
            <a:ext cx="8064500" cy="4333425"/>
          </a:xfrm>
        </p:spPr>
        <p:txBody>
          <a:bodyPr>
            <a:normAutofit fontScale="92500" lnSpcReduction="20000"/>
          </a:bodyPr>
          <a:lstStyle/>
          <a:p>
            <a:pPr>
              <a:lnSpc>
                <a:spcPct val="120000"/>
              </a:lnSpc>
              <a:spcBef>
                <a:spcPts val="600"/>
              </a:spcBef>
              <a:buFont typeface="ZapfDingbats" pitchFamily="82" charset="2"/>
              <a:buNone/>
            </a:pPr>
            <a:r>
              <a:rPr lang="en-US" altLang="zh-CN" sz="2400" u="sng" dirty="0">
                <a:solidFill>
                  <a:srgbClr val="FF0000"/>
                </a:solidFill>
              </a:rPr>
              <a:t>When  frame received:</a:t>
            </a:r>
          </a:p>
          <a:p>
            <a:pPr>
              <a:lnSpc>
                <a:spcPct val="120000"/>
              </a:lnSpc>
              <a:spcBef>
                <a:spcPts val="600"/>
              </a:spcBef>
              <a:buFont typeface="ZapfDingbats" pitchFamily="82" charset="2"/>
              <a:buNone/>
            </a:pPr>
            <a:r>
              <a:rPr lang="en-US" altLang="zh-CN" sz="2400" b="1" dirty="0">
                <a:solidFill>
                  <a:schemeClr val="accent2"/>
                </a:solidFill>
              </a:rPr>
              <a:t>1. </a:t>
            </a:r>
            <a:r>
              <a:rPr lang="en-US" altLang="zh-CN" sz="2400" dirty="0"/>
              <a:t>record link associated with sending host</a:t>
            </a:r>
          </a:p>
          <a:p>
            <a:pPr>
              <a:lnSpc>
                <a:spcPct val="120000"/>
              </a:lnSpc>
              <a:spcBef>
                <a:spcPts val="600"/>
              </a:spcBef>
              <a:buFont typeface="ZapfDingbats" pitchFamily="82" charset="2"/>
              <a:buNone/>
            </a:pPr>
            <a:r>
              <a:rPr lang="en-US" altLang="zh-CN" sz="2400" b="1" dirty="0">
                <a:solidFill>
                  <a:schemeClr val="accent2"/>
                </a:solidFill>
              </a:rPr>
              <a:t>2. </a:t>
            </a:r>
            <a:r>
              <a:rPr lang="en-US" altLang="zh-CN" sz="2400" dirty="0"/>
              <a:t>index </a:t>
            </a:r>
            <a:r>
              <a:rPr lang="en-US" altLang="zh-CN" sz="2400" dirty="0">
                <a:solidFill>
                  <a:srgbClr val="00B0F0"/>
                </a:solidFill>
              </a:rPr>
              <a:t>switch table </a:t>
            </a:r>
            <a:r>
              <a:rPr lang="en-US" altLang="zh-CN" sz="2400" dirty="0"/>
              <a:t>using MAC destination address</a:t>
            </a:r>
            <a:endParaRPr lang="en-US" altLang="zh-CN" sz="2400" b="1" dirty="0">
              <a:solidFill>
                <a:schemeClr val="accent2"/>
              </a:solidFill>
            </a:endParaRPr>
          </a:p>
          <a:p>
            <a:pPr>
              <a:lnSpc>
                <a:spcPct val="120000"/>
              </a:lnSpc>
              <a:spcBef>
                <a:spcPts val="600"/>
              </a:spcBef>
              <a:buFont typeface="ZapfDingbats" pitchFamily="82" charset="2"/>
              <a:buNone/>
            </a:pPr>
            <a:r>
              <a:rPr lang="en-US" altLang="zh-CN" sz="2400" b="1" dirty="0">
                <a:solidFill>
                  <a:schemeClr val="accent2"/>
                </a:solidFill>
              </a:rPr>
              <a:t>3. if </a:t>
            </a:r>
            <a:r>
              <a:rPr lang="en-US" altLang="zh-CN" sz="2400" dirty="0"/>
              <a:t>entry found for destination</a:t>
            </a:r>
            <a:br>
              <a:rPr lang="en-US" altLang="zh-CN" sz="2400" dirty="0"/>
            </a:br>
            <a:r>
              <a:rPr lang="en-US" altLang="zh-CN" sz="2400" dirty="0"/>
              <a:t>   </a:t>
            </a:r>
            <a:r>
              <a:rPr lang="en-US" altLang="zh-CN" sz="2400" b="1" dirty="0">
                <a:solidFill>
                  <a:schemeClr val="accent2"/>
                </a:solidFill>
              </a:rPr>
              <a:t>then {</a:t>
            </a:r>
          </a:p>
          <a:p>
            <a:pPr>
              <a:lnSpc>
                <a:spcPct val="120000"/>
              </a:lnSpc>
              <a:spcBef>
                <a:spcPts val="600"/>
              </a:spcBef>
              <a:buFont typeface="ZapfDingbats" pitchFamily="82" charset="2"/>
              <a:buNone/>
            </a:pPr>
            <a:r>
              <a:rPr lang="en-US" altLang="zh-CN" sz="2400" b="1" dirty="0">
                <a:solidFill>
                  <a:schemeClr val="accent2"/>
                </a:solidFill>
              </a:rPr>
              <a:t>            if </a:t>
            </a:r>
            <a:r>
              <a:rPr lang="en-US" altLang="zh-CN" sz="2400" dirty="0"/>
              <a:t>destination on segment from which frame arrived</a:t>
            </a:r>
            <a:br>
              <a:rPr lang="en-US" altLang="zh-CN" sz="2400" dirty="0"/>
            </a:br>
            <a:r>
              <a:rPr lang="en-US" altLang="zh-CN" sz="2400" dirty="0"/>
              <a:t>              </a:t>
            </a:r>
            <a:r>
              <a:rPr lang="en-US" altLang="zh-CN" sz="2400" b="1" dirty="0">
                <a:solidFill>
                  <a:schemeClr val="accent2"/>
                </a:solidFill>
              </a:rPr>
              <a:t>then</a:t>
            </a:r>
            <a:r>
              <a:rPr lang="en-US" altLang="zh-CN" sz="2400" dirty="0"/>
              <a:t> drop the frame</a:t>
            </a:r>
          </a:p>
          <a:p>
            <a:pPr>
              <a:lnSpc>
                <a:spcPct val="120000"/>
              </a:lnSpc>
              <a:spcBef>
                <a:spcPts val="600"/>
              </a:spcBef>
              <a:buFont typeface="ZapfDingbats" pitchFamily="82" charset="2"/>
              <a:buNone/>
            </a:pPr>
            <a:r>
              <a:rPr lang="en-US" altLang="zh-CN" sz="2400" dirty="0"/>
              <a:t>        	    </a:t>
            </a:r>
            <a:r>
              <a:rPr lang="en-US" altLang="zh-CN" sz="2400" b="1" dirty="0">
                <a:solidFill>
                  <a:schemeClr val="accent2"/>
                </a:solidFill>
              </a:rPr>
              <a:t>else</a:t>
            </a:r>
            <a:r>
              <a:rPr lang="en-US" altLang="zh-CN" sz="2400" dirty="0"/>
              <a:t> forward the frame on interface indicated</a:t>
            </a:r>
          </a:p>
          <a:p>
            <a:pPr>
              <a:lnSpc>
                <a:spcPct val="120000"/>
              </a:lnSpc>
              <a:spcBef>
                <a:spcPts val="600"/>
              </a:spcBef>
              <a:buFont typeface="ZapfDingbats" pitchFamily="82" charset="2"/>
              <a:buNone/>
            </a:pPr>
            <a:r>
              <a:rPr lang="en-US" altLang="zh-CN" sz="2400" dirty="0"/>
              <a:t>     </a:t>
            </a:r>
            <a:r>
              <a:rPr lang="en-US" altLang="zh-CN" sz="2400" b="1" dirty="0">
                <a:solidFill>
                  <a:schemeClr val="accent2"/>
                </a:solidFill>
              </a:rPr>
              <a:t>            }   </a:t>
            </a:r>
            <a:endParaRPr lang="en-US" altLang="zh-CN" sz="2400" dirty="0"/>
          </a:p>
          <a:p>
            <a:pPr>
              <a:lnSpc>
                <a:spcPct val="120000"/>
              </a:lnSpc>
              <a:spcBef>
                <a:spcPts val="600"/>
              </a:spcBef>
              <a:buFont typeface="ZapfDingbats" pitchFamily="82" charset="2"/>
              <a:buNone/>
            </a:pPr>
            <a:r>
              <a:rPr lang="en-US" altLang="zh-CN" sz="2400" dirty="0"/>
              <a:t>       </a:t>
            </a:r>
            <a:r>
              <a:rPr lang="en-US" altLang="zh-CN" sz="2400" b="1" dirty="0">
                <a:solidFill>
                  <a:schemeClr val="accent2"/>
                </a:solidFill>
              </a:rPr>
              <a:t>else</a:t>
            </a:r>
            <a:r>
              <a:rPr lang="en-US" altLang="zh-CN" sz="2400" dirty="0"/>
              <a:t> flood</a:t>
            </a:r>
            <a:endParaRPr lang="en-US" altLang="zh-CN" dirty="0"/>
          </a:p>
          <a:p>
            <a:pPr lvl="3">
              <a:buFontTx/>
              <a:buNone/>
            </a:pPr>
            <a:r>
              <a:rPr lang="en-US" altLang="zh-CN" sz="1800" dirty="0">
                <a:ea typeface="宋体" pitchFamily="2" charset="-122"/>
              </a:rPr>
              <a:t>  </a:t>
            </a:r>
          </a:p>
        </p:txBody>
      </p:sp>
      <p:sp>
        <p:nvSpPr>
          <p:cNvPr id="101382" name="Text Box 4"/>
          <p:cNvSpPr txBox="1">
            <a:spLocks noChangeArrowheads="1"/>
          </p:cNvSpPr>
          <p:nvPr/>
        </p:nvSpPr>
        <p:spPr bwMode="auto">
          <a:xfrm>
            <a:off x="3094038" y="5453063"/>
            <a:ext cx="4076700" cy="830262"/>
          </a:xfrm>
          <a:prstGeom prst="rect">
            <a:avLst/>
          </a:prstGeom>
          <a:noFill/>
          <a:ln w="12700">
            <a:solidFill>
              <a:srgbClr val="FF0000"/>
            </a:solidFill>
            <a:miter lim="800000"/>
            <a:headEnd/>
            <a:tailEnd/>
          </a:ln>
        </p:spPr>
        <p:txBody>
          <a:bodyPr wrap="none">
            <a:spAutoFit/>
          </a:bodyPr>
          <a:lstStyle/>
          <a:p>
            <a:pPr>
              <a:defRPr/>
            </a:pPr>
            <a:r>
              <a:rPr lang="en-US" altLang="zh-CN" sz="2400" dirty="0">
                <a:solidFill>
                  <a:schemeClr val="accent2"/>
                </a:solidFill>
                <a:latin typeface="+mn-lt"/>
                <a:ea typeface="宋体" pitchFamily="2" charset="-122"/>
              </a:rPr>
              <a:t>forward on all but the interface </a:t>
            </a:r>
          </a:p>
          <a:p>
            <a:pPr>
              <a:defRPr/>
            </a:pPr>
            <a:r>
              <a:rPr lang="en-US" altLang="zh-CN" sz="2400" dirty="0">
                <a:solidFill>
                  <a:schemeClr val="accent2"/>
                </a:solidFill>
                <a:latin typeface="+mn-lt"/>
                <a:ea typeface="宋体" pitchFamily="2" charset="-122"/>
              </a:rPr>
              <a:t>on which the frame arrived</a:t>
            </a:r>
            <a:endParaRPr lang="en-US" altLang="zh-CN" sz="2000" dirty="0">
              <a:solidFill>
                <a:schemeClr val="accent2"/>
              </a:solidFill>
              <a:latin typeface="+mn-lt"/>
              <a:ea typeface="宋体" pitchFamily="2" charset="-122"/>
            </a:endParaRPr>
          </a:p>
        </p:txBody>
      </p:sp>
      <p:sp>
        <p:nvSpPr>
          <p:cNvPr id="107525" name="Line 5"/>
          <p:cNvSpPr>
            <a:spLocks noChangeShapeType="1"/>
          </p:cNvSpPr>
          <p:nvPr/>
        </p:nvSpPr>
        <p:spPr bwMode="auto">
          <a:xfrm flipH="1" flipV="1">
            <a:off x="1973261" y="5310963"/>
            <a:ext cx="1066801" cy="648512"/>
          </a:xfrm>
          <a:prstGeom prst="line">
            <a:avLst/>
          </a:prstGeom>
          <a:noFill/>
          <a:ln w="9525">
            <a:solidFill>
              <a:srgbClr val="FF0000"/>
            </a:solidFill>
            <a:round/>
            <a:headEnd/>
            <a:tailEnd type="triangle" w="med" len="med"/>
          </a:ln>
        </p:spPr>
        <p:txBody>
          <a:bodyPr wrap="none" anchor="ctr"/>
          <a:lstStyle/>
          <a:p>
            <a:endParaRPr lang="zh-CN" altLang="en-US"/>
          </a:p>
        </p:txBody>
      </p:sp>
      <p:sp>
        <p:nvSpPr>
          <p:cNvPr id="7" name="标题 1">
            <a:extLst>
              <a:ext uri="{FF2B5EF4-FFF2-40B4-BE49-F238E27FC236}">
                <a16:creationId xmlns:a16="http://schemas.microsoft.com/office/drawing/2014/main" id="{26564E1D-854A-4CE4-BBC4-D42CD2A157E5}"/>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spTree>
    <p:extLst>
      <p:ext uri="{BB962C8B-B14F-4D97-AF65-F5344CB8AC3E}">
        <p14:creationId xmlns:p14="http://schemas.microsoft.com/office/powerpoint/2010/main" val="1072096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0" name="Rectangle 2"/>
          <p:cNvSpPr>
            <a:spLocks noGrp="1" noChangeArrowheads="1"/>
          </p:cNvSpPr>
          <p:nvPr>
            <p:ph type="title"/>
          </p:nvPr>
        </p:nvSpPr>
        <p:spPr>
          <a:xfrm>
            <a:off x="339725" y="661538"/>
            <a:ext cx="8415968" cy="824803"/>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自学习及转发示例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 name="Group 37"/>
          <p:cNvGrpSpPr>
            <a:grpSpLocks/>
          </p:cNvGrpSpPr>
          <p:nvPr/>
        </p:nvGrpSpPr>
        <p:grpSpPr bwMode="auto">
          <a:xfrm>
            <a:off x="6754852" y="1663667"/>
            <a:ext cx="1463676" cy="714375"/>
            <a:chOff x="4406" y="331"/>
            <a:chExt cx="922" cy="450"/>
          </a:xfrm>
        </p:grpSpPr>
        <p:sp>
          <p:nvSpPr>
            <p:cNvPr id="21585" name="Line 38"/>
            <p:cNvSpPr>
              <a:spLocks noChangeShapeType="1"/>
            </p:cNvSpPr>
            <p:nvPr/>
          </p:nvSpPr>
          <p:spPr bwMode="auto">
            <a:xfrm flipV="1">
              <a:off x="4406" y="439"/>
              <a:ext cx="252" cy="339"/>
            </a:xfrm>
            <a:prstGeom prst="line">
              <a:avLst/>
            </a:prstGeom>
            <a:noFill/>
            <a:ln w="9525">
              <a:solidFill>
                <a:schemeClr val="tx1"/>
              </a:solidFill>
              <a:round/>
              <a:headEnd type="triangle" w="med" len="med"/>
              <a:tailEnd/>
            </a:ln>
          </p:spPr>
          <p:txBody>
            <a:bodyPr wrap="none"/>
            <a:lstStyle/>
            <a:p>
              <a:pPr>
                <a:defRPr/>
              </a:pPr>
              <a:endParaRPr lang="zh-CN" altLang="en-US" sz="2000">
                <a:latin typeface="Times New Roman" panose="02020603050405020304" pitchFamily="18" charset="0"/>
                <a:cs typeface="Times New Roman" panose="02020603050405020304" pitchFamily="18" charset="0"/>
              </a:endParaRPr>
            </a:p>
          </p:txBody>
        </p:sp>
        <p:sp>
          <p:nvSpPr>
            <p:cNvPr id="21586" name="Line 39"/>
            <p:cNvSpPr>
              <a:spLocks noChangeShapeType="1"/>
            </p:cNvSpPr>
            <p:nvPr/>
          </p:nvSpPr>
          <p:spPr bwMode="auto">
            <a:xfrm flipV="1">
              <a:off x="4524" y="594"/>
              <a:ext cx="137" cy="187"/>
            </a:xfrm>
            <a:prstGeom prst="line">
              <a:avLst/>
            </a:prstGeom>
            <a:noFill/>
            <a:ln w="9525">
              <a:solidFill>
                <a:schemeClr val="tx1"/>
              </a:solidFill>
              <a:round/>
              <a:headEnd type="triangle" w="med" len="med"/>
              <a:tailEnd/>
            </a:ln>
          </p:spPr>
          <p:txBody>
            <a:bodyPr wrap="none"/>
            <a:lstStyle/>
            <a:p>
              <a:pPr>
                <a:defRPr/>
              </a:pPr>
              <a:endParaRPr lang="zh-CN" altLang="en-US" sz="2000">
                <a:latin typeface="Times New Roman" panose="02020603050405020304" pitchFamily="18" charset="0"/>
                <a:cs typeface="Times New Roman" panose="02020603050405020304" pitchFamily="18" charset="0"/>
              </a:endParaRPr>
            </a:p>
          </p:txBody>
        </p:sp>
        <p:sp>
          <p:nvSpPr>
            <p:cNvPr id="21587" name="Text Box 40"/>
            <p:cNvSpPr txBox="1">
              <a:spLocks noChangeArrowheads="1"/>
            </p:cNvSpPr>
            <p:nvPr/>
          </p:nvSpPr>
          <p:spPr bwMode="auto">
            <a:xfrm>
              <a:off x="4643" y="331"/>
              <a:ext cx="511" cy="252"/>
            </a:xfrm>
            <a:prstGeom prst="rect">
              <a:avLst/>
            </a:prstGeom>
            <a:noFill/>
            <a:ln w="9525">
              <a:noFill/>
              <a:miter lim="800000"/>
              <a:headEnd/>
              <a:tailEnd/>
            </a:ln>
          </p:spPr>
          <p:txBody>
            <a:bodyPr wrap="none">
              <a:spAutoFit/>
            </a:bodyPr>
            <a:lstStyle/>
            <a:p>
              <a:pPr>
                <a:defRPr/>
              </a:pPr>
              <a:r>
                <a:rPr lang="en-US" altLang="zh-CN" sz="2000" dirty="0">
                  <a:latin typeface="Times New Roman" panose="02020603050405020304" pitchFamily="18" charset="0"/>
                  <a:ea typeface="宋体" pitchFamily="2" charset="-122"/>
                  <a:cs typeface="Times New Roman" panose="02020603050405020304" pitchFamily="18" charset="0"/>
                </a:rPr>
                <a:t> </a:t>
              </a:r>
              <a:r>
                <a:rPr lang="zh-CN" altLang="en-US" sz="2000" dirty="0">
                  <a:latin typeface="Times New Roman" panose="02020603050405020304" pitchFamily="18" charset="0"/>
                  <a:ea typeface="宋体" pitchFamily="2" charset="-122"/>
                  <a:cs typeface="Times New Roman" panose="02020603050405020304" pitchFamily="18" charset="0"/>
                </a:rPr>
                <a:t>源</a:t>
              </a:r>
              <a:r>
                <a:rPr lang="en-US" altLang="zh-CN" sz="2000" dirty="0">
                  <a:latin typeface="Times New Roman" panose="02020603050405020304" pitchFamily="18" charset="0"/>
                  <a:ea typeface="宋体" pitchFamily="2" charset="-122"/>
                  <a:cs typeface="Times New Roman" panose="02020603050405020304" pitchFamily="18" charset="0"/>
                </a:rPr>
                <a:t>: A</a:t>
              </a:r>
            </a:p>
          </p:txBody>
        </p:sp>
        <p:sp>
          <p:nvSpPr>
            <p:cNvPr id="21588" name="Text Box 41"/>
            <p:cNvSpPr txBox="1">
              <a:spLocks noChangeArrowheads="1"/>
            </p:cNvSpPr>
            <p:nvPr/>
          </p:nvSpPr>
          <p:spPr bwMode="auto">
            <a:xfrm>
              <a:off x="4660" y="492"/>
              <a:ext cx="668" cy="252"/>
            </a:xfrm>
            <a:prstGeom prst="rect">
              <a:avLst/>
            </a:prstGeom>
            <a:noFill/>
            <a:ln w="9525">
              <a:noFill/>
              <a:miter lim="800000"/>
              <a:headEnd/>
              <a:tailEnd/>
            </a:ln>
          </p:spPr>
          <p:txBody>
            <a:bodyPr wrap="none">
              <a:spAutoFit/>
            </a:bodyPr>
            <a:lstStyle/>
            <a:p>
              <a:pPr>
                <a:defRPr/>
              </a:pPr>
              <a:r>
                <a:rPr lang="zh-CN" altLang="en-US" sz="2000" dirty="0">
                  <a:latin typeface="Times New Roman" panose="02020603050405020304" pitchFamily="18" charset="0"/>
                  <a:ea typeface="宋体" pitchFamily="2" charset="-122"/>
                  <a:cs typeface="Times New Roman" panose="02020603050405020304" pitchFamily="18" charset="0"/>
                </a:rPr>
                <a:t>目的</a:t>
              </a:r>
              <a:r>
                <a:rPr lang="en-US" altLang="zh-CN" sz="2000" dirty="0">
                  <a:latin typeface="Times New Roman" panose="02020603050405020304" pitchFamily="18" charset="0"/>
                  <a:ea typeface="宋体" pitchFamily="2" charset="-122"/>
                  <a:cs typeface="Times New Roman" panose="02020603050405020304" pitchFamily="18" charset="0"/>
                </a:rPr>
                <a:t>: A’</a:t>
              </a:r>
            </a:p>
          </p:txBody>
        </p:sp>
      </p:grpSp>
      <p:sp>
        <p:nvSpPr>
          <p:cNvPr id="91" name="标题 1">
            <a:extLst>
              <a:ext uri="{FF2B5EF4-FFF2-40B4-BE49-F238E27FC236}">
                <a16:creationId xmlns:a16="http://schemas.microsoft.com/office/drawing/2014/main" id="{BE1DBA6D-EA6A-44C3-A151-2184B89392AE}"/>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grpSp>
        <p:nvGrpSpPr>
          <p:cNvPr id="92" name="Group 36">
            <a:extLst>
              <a:ext uri="{FF2B5EF4-FFF2-40B4-BE49-F238E27FC236}">
                <a16:creationId xmlns:a16="http://schemas.microsoft.com/office/drawing/2014/main" id="{EC8333D2-D78E-4B11-954D-F3B2787D9BB7}"/>
              </a:ext>
            </a:extLst>
          </p:cNvPr>
          <p:cNvGrpSpPr>
            <a:grpSpLocks/>
          </p:cNvGrpSpPr>
          <p:nvPr/>
        </p:nvGrpSpPr>
        <p:grpSpPr bwMode="auto">
          <a:xfrm>
            <a:off x="4216438" y="2354229"/>
            <a:ext cx="3660775" cy="3537983"/>
            <a:chOff x="731524" y="1819788"/>
            <a:chExt cx="3661504" cy="3537869"/>
          </a:xfrm>
        </p:grpSpPr>
        <p:sp>
          <p:nvSpPr>
            <p:cNvPr id="94" name="Text Box 23">
              <a:extLst>
                <a:ext uri="{FF2B5EF4-FFF2-40B4-BE49-F238E27FC236}">
                  <a16:creationId xmlns:a16="http://schemas.microsoft.com/office/drawing/2014/main" id="{53C1B4A3-96AE-44A2-9B5D-6E28D1690CD7}"/>
                </a:ext>
              </a:extLst>
            </p:cNvPr>
            <p:cNvSpPr txBox="1">
              <a:spLocks noChangeArrowheads="1"/>
            </p:cNvSpPr>
            <p:nvPr/>
          </p:nvSpPr>
          <p:spPr bwMode="auto">
            <a:xfrm>
              <a:off x="2655957" y="1819788"/>
              <a:ext cx="350907" cy="3667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Times New Roman" panose="02020603050405020304" pitchFamily="18" charset="0"/>
                  <a:cs typeface="Times New Roman" panose="02020603050405020304" pitchFamily="18" charset="0"/>
                </a:rPr>
                <a:t>A</a:t>
              </a:r>
            </a:p>
          </p:txBody>
        </p:sp>
        <p:sp>
          <p:nvSpPr>
            <p:cNvPr id="95" name="Text Box 24">
              <a:extLst>
                <a:ext uri="{FF2B5EF4-FFF2-40B4-BE49-F238E27FC236}">
                  <a16:creationId xmlns:a16="http://schemas.microsoft.com/office/drawing/2014/main" id="{F33BFB53-97A6-4851-B8F3-067752290DF7}"/>
                </a:ext>
              </a:extLst>
            </p:cNvPr>
            <p:cNvSpPr txBox="1">
              <a:spLocks noChangeArrowheads="1"/>
            </p:cNvSpPr>
            <p:nvPr/>
          </p:nvSpPr>
          <p:spPr bwMode="auto">
            <a:xfrm>
              <a:off x="2321975" y="4988337"/>
              <a:ext cx="466887"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Times New Roman" panose="02020603050405020304" pitchFamily="18" charset="0"/>
                  <a:cs typeface="Times New Roman" panose="02020603050405020304" pitchFamily="18" charset="0"/>
                </a:rPr>
                <a:t>A</a:t>
              </a:r>
              <a:r>
                <a:rPr lang="ja-JP" altLang="en-US" i="0" dirty="0">
                  <a:solidFill>
                    <a:srgbClr val="000000"/>
                  </a:solidFill>
                  <a:latin typeface="Times New Roman" panose="02020603050405020304" pitchFamily="18" charset="0"/>
                  <a:cs typeface="Times New Roman" panose="02020603050405020304" pitchFamily="18" charset="0"/>
                </a:rPr>
                <a:t>’</a:t>
              </a:r>
              <a:endParaRPr lang="en-US" i="0" dirty="0">
                <a:solidFill>
                  <a:srgbClr val="000000"/>
                </a:solidFill>
                <a:latin typeface="Times New Roman" panose="02020603050405020304" pitchFamily="18" charset="0"/>
                <a:cs typeface="Times New Roman" panose="02020603050405020304" pitchFamily="18" charset="0"/>
              </a:endParaRPr>
            </a:p>
          </p:txBody>
        </p:sp>
        <p:sp>
          <p:nvSpPr>
            <p:cNvPr id="96" name="Text Box 25">
              <a:extLst>
                <a:ext uri="{FF2B5EF4-FFF2-40B4-BE49-F238E27FC236}">
                  <a16:creationId xmlns:a16="http://schemas.microsoft.com/office/drawing/2014/main" id="{76C4047B-208D-4585-8D52-2116542BEBEE}"/>
                </a:ext>
              </a:extLst>
            </p:cNvPr>
            <p:cNvSpPr txBox="1">
              <a:spLocks noChangeArrowheads="1"/>
            </p:cNvSpPr>
            <p:nvPr/>
          </p:nvSpPr>
          <p:spPr bwMode="auto">
            <a:xfrm>
              <a:off x="3988134" y="2419844"/>
              <a:ext cx="338205" cy="3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Times New Roman" panose="02020603050405020304" pitchFamily="18" charset="0"/>
                  <a:cs typeface="Times New Roman" panose="02020603050405020304" pitchFamily="18" charset="0"/>
                </a:rPr>
                <a:t>B</a:t>
              </a:r>
            </a:p>
          </p:txBody>
        </p:sp>
        <p:sp>
          <p:nvSpPr>
            <p:cNvPr id="97" name="Text Box 26">
              <a:extLst>
                <a:ext uri="{FF2B5EF4-FFF2-40B4-BE49-F238E27FC236}">
                  <a16:creationId xmlns:a16="http://schemas.microsoft.com/office/drawing/2014/main" id="{D7FBFE5E-6805-4B03-AC50-E755AE7865E1}"/>
                </a:ext>
              </a:extLst>
            </p:cNvPr>
            <p:cNvSpPr txBox="1">
              <a:spLocks noChangeArrowheads="1"/>
            </p:cNvSpPr>
            <p:nvPr/>
          </p:nvSpPr>
          <p:spPr bwMode="auto">
            <a:xfrm>
              <a:off x="995101" y="4188262"/>
              <a:ext cx="454060"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Times New Roman" panose="02020603050405020304" pitchFamily="18" charset="0"/>
                  <a:cs typeface="Times New Roman" panose="02020603050405020304" pitchFamily="18" charset="0"/>
                </a:rPr>
                <a:t>B</a:t>
              </a:r>
              <a:r>
                <a:rPr lang="ja-JP" altLang="en-US" i="0">
                  <a:solidFill>
                    <a:srgbClr val="000000"/>
                  </a:solidFill>
                  <a:latin typeface="Times New Roman" panose="02020603050405020304" pitchFamily="18" charset="0"/>
                  <a:cs typeface="Times New Roman" panose="02020603050405020304" pitchFamily="18" charset="0"/>
                </a:rPr>
                <a:t>’</a:t>
              </a:r>
              <a:endParaRPr lang="en-US" i="0" dirty="0">
                <a:solidFill>
                  <a:srgbClr val="000000"/>
                </a:solidFill>
                <a:latin typeface="Times New Roman" panose="02020603050405020304" pitchFamily="18" charset="0"/>
                <a:cs typeface="Times New Roman" panose="02020603050405020304" pitchFamily="18" charset="0"/>
              </a:endParaRPr>
            </a:p>
          </p:txBody>
        </p:sp>
        <p:sp>
          <p:nvSpPr>
            <p:cNvPr id="98" name="Text Box 27">
              <a:extLst>
                <a:ext uri="{FF2B5EF4-FFF2-40B4-BE49-F238E27FC236}">
                  <a16:creationId xmlns:a16="http://schemas.microsoft.com/office/drawing/2014/main" id="{5FDB9C48-5864-4D3C-BC3B-37DFAE134B0A}"/>
                </a:ext>
              </a:extLst>
            </p:cNvPr>
            <p:cNvSpPr txBox="1">
              <a:spLocks noChangeArrowheads="1"/>
            </p:cNvSpPr>
            <p:nvPr/>
          </p:nvSpPr>
          <p:spPr bwMode="auto">
            <a:xfrm>
              <a:off x="3727782" y="4131114"/>
              <a:ext cx="350908" cy="3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Times New Roman" panose="02020603050405020304" pitchFamily="18" charset="0"/>
                  <a:cs typeface="Times New Roman" panose="02020603050405020304" pitchFamily="18" charset="0"/>
                </a:rPr>
                <a:t>C</a:t>
              </a:r>
            </a:p>
          </p:txBody>
        </p:sp>
        <p:sp>
          <p:nvSpPr>
            <p:cNvPr id="99" name="Text Box 28">
              <a:extLst>
                <a:ext uri="{FF2B5EF4-FFF2-40B4-BE49-F238E27FC236}">
                  <a16:creationId xmlns:a16="http://schemas.microsoft.com/office/drawing/2014/main" id="{BA670036-3C24-47FA-B60F-5226EB74D41C}"/>
                </a:ext>
              </a:extLst>
            </p:cNvPr>
            <p:cNvSpPr txBox="1">
              <a:spLocks noChangeArrowheads="1"/>
            </p:cNvSpPr>
            <p:nvPr/>
          </p:nvSpPr>
          <p:spPr bwMode="auto">
            <a:xfrm>
              <a:off x="1123714" y="2465880"/>
              <a:ext cx="454060"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Times New Roman" panose="02020603050405020304" pitchFamily="18" charset="0"/>
                  <a:cs typeface="Times New Roman" panose="02020603050405020304" pitchFamily="18" charset="0"/>
                </a:rPr>
                <a:t>C</a:t>
              </a:r>
              <a:r>
                <a:rPr lang="ja-JP" altLang="en-US" i="0">
                  <a:solidFill>
                    <a:srgbClr val="000000"/>
                  </a:solidFill>
                  <a:latin typeface="Times New Roman" panose="02020603050405020304" pitchFamily="18" charset="0"/>
                  <a:cs typeface="Times New Roman" panose="02020603050405020304" pitchFamily="18" charset="0"/>
                </a:rPr>
                <a:t>’</a:t>
              </a:r>
              <a:endParaRPr lang="en-US" i="0" dirty="0">
                <a:solidFill>
                  <a:srgbClr val="000000"/>
                </a:solidFill>
                <a:latin typeface="Times New Roman" panose="02020603050405020304" pitchFamily="18" charset="0"/>
                <a:cs typeface="Times New Roman" panose="02020603050405020304" pitchFamily="18" charset="0"/>
              </a:endParaRPr>
            </a:p>
          </p:txBody>
        </p:sp>
        <p:sp>
          <p:nvSpPr>
            <p:cNvPr id="100" name="Line 17">
              <a:extLst>
                <a:ext uri="{FF2B5EF4-FFF2-40B4-BE49-F238E27FC236}">
                  <a16:creationId xmlns:a16="http://schemas.microsoft.com/office/drawing/2014/main" id="{3CFDE9BD-59E7-4CA5-A2C5-78137436E813}"/>
                </a:ext>
              </a:extLst>
            </p:cNvPr>
            <p:cNvSpPr>
              <a:spLocks noChangeShapeType="1"/>
            </p:cNvSpPr>
            <p:nvPr/>
          </p:nvSpPr>
          <p:spPr bwMode="auto">
            <a:xfrm>
              <a:off x="1687389" y="3165945"/>
              <a:ext cx="720869" cy="29844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01" name="Line 18">
              <a:extLst>
                <a:ext uri="{FF2B5EF4-FFF2-40B4-BE49-F238E27FC236}">
                  <a16:creationId xmlns:a16="http://schemas.microsoft.com/office/drawing/2014/main" id="{8D13F6E0-863F-41EF-A204-6944EAF47993}"/>
                </a:ext>
              </a:extLst>
            </p:cNvPr>
            <p:cNvSpPr>
              <a:spLocks noChangeShapeType="1"/>
            </p:cNvSpPr>
            <p:nvPr/>
          </p:nvSpPr>
          <p:spPr bwMode="auto">
            <a:xfrm>
              <a:off x="2673423" y="2872267"/>
              <a:ext cx="0" cy="50480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02" name="Line 19">
              <a:extLst>
                <a:ext uri="{FF2B5EF4-FFF2-40B4-BE49-F238E27FC236}">
                  <a16:creationId xmlns:a16="http://schemas.microsoft.com/office/drawing/2014/main" id="{F2649C7C-FCC3-4D97-9C51-44B5F9768F5F}"/>
                </a:ext>
              </a:extLst>
            </p:cNvPr>
            <p:cNvSpPr>
              <a:spLocks noChangeShapeType="1"/>
            </p:cNvSpPr>
            <p:nvPr/>
          </p:nvSpPr>
          <p:spPr bwMode="auto">
            <a:xfrm flipH="1">
              <a:off x="2863961" y="2996088"/>
              <a:ext cx="892353" cy="48417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03" name="Line 20">
              <a:extLst>
                <a:ext uri="{FF2B5EF4-FFF2-40B4-BE49-F238E27FC236}">
                  <a16:creationId xmlns:a16="http://schemas.microsoft.com/office/drawing/2014/main" id="{4B970B5A-00DA-4DC1-BFCA-180EFF847936}"/>
                </a:ext>
              </a:extLst>
            </p:cNvPr>
            <p:cNvSpPr>
              <a:spLocks noChangeShapeType="1"/>
            </p:cNvSpPr>
            <p:nvPr/>
          </p:nvSpPr>
          <p:spPr bwMode="auto">
            <a:xfrm flipV="1">
              <a:off x="2673423" y="3605668"/>
              <a:ext cx="12703" cy="70958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nvGrpSpPr>
            <p:cNvPr id="104" name="Group 47">
              <a:extLst>
                <a:ext uri="{FF2B5EF4-FFF2-40B4-BE49-F238E27FC236}">
                  <a16:creationId xmlns:a16="http://schemas.microsoft.com/office/drawing/2014/main" id="{9FEA1AE1-FBC2-4B47-8391-A40C2D0DBB7C}"/>
                </a:ext>
              </a:extLst>
            </p:cNvPr>
            <p:cNvGrpSpPr>
              <a:grpSpLocks/>
            </p:cNvGrpSpPr>
            <p:nvPr/>
          </p:nvGrpSpPr>
          <p:grpSpPr bwMode="auto">
            <a:xfrm>
              <a:off x="747936" y="2733042"/>
              <a:ext cx="914403" cy="690308"/>
              <a:chOff x="1046480" y="3962400"/>
              <a:chExt cx="1026163" cy="761428"/>
            </a:xfrm>
          </p:grpSpPr>
          <p:sp>
            <p:nvSpPr>
              <p:cNvPr id="138" name="Rectangle 48">
                <a:extLst>
                  <a:ext uri="{FF2B5EF4-FFF2-40B4-BE49-F238E27FC236}">
                    <a16:creationId xmlns:a16="http://schemas.microsoft.com/office/drawing/2014/main" id="{4F712106-4BB3-47BA-B9A6-0BD40B74D585}"/>
                  </a:ext>
                </a:extLst>
              </p:cNvPr>
              <p:cNvSpPr>
                <a:spLocks noChangeArrowheads="1"/>
              </p:cNvSpPr>
              <p:nvPr/>
            </p:nvSpPr>
            <p:spPr bwMode="auto">
              <a:xfrm rot="16200000">
                <a:off x="1893248" y="4299428"/>
                <a:ext cx="110312" cy="247682"/>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grpSp>
            <p:nvGrpSpPr>
              <p:cNvPr id="139" name="Group 49">
                <a:extLst>
                  <a:ext uri="{FF2B5EF4-FFF2-40B4-BE49-F238E27FC236}">
                    <a16:creationId xmlns:a16="http://schemas.microsoft.com/office/drawing/2014/main" id="{4B0D54B0-6C82-4ED6-8655-71BCA2712234}"/>
                  </a:ext>
                </a:extLst>
              </p:cNvPr>
              <p:cNvGrpSpPr>
                <a:grpSpLocks/>
              </p:cNvGrpSpPr>
              <p:nvPr/>
            </p:nvGrpSpPr>
            <p:grpSpPr bwMode="auto">
              <a:xfrm>
                <a:off x="1046480" y="3962400"/>
                <a:ext cx="936071" cy="761428"/>
                <a:chOff x="-44" y="1473"/>
                <a:chExt cx="981" cy="1105"/>
              </a:xfrm>
            </p:grpSpPr>
            <p:pic>
              <p:nvPicPr>
                <p:cNvPr id="140" name="Picture 50" descr="desktop_computer_stylized_medium">
                  <a:extLst>
                    <a:ext uri="{FF2B5EF4-FFF2-40B4-BE49-F238E27FC236}">
                      <a16:creationId xmlns:a16="http://schemas.microsoft.com/office/drawing/2014/main" id="{33AF218E-7CCF-4B24-915A-19195C2A3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1" name="Freeform 51">
                  <a:extLst>
                    <a:ext uri="{FF2B5EF4-FFF2-40B4-BE49-F238E27FC236}">
                      <a16:creationId xmlns:a16="http://schemas.microsoft.com/office/drawing/2014/main" id="{FBC00C27-85C2-4629-BAE1-A6832859D5B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grpSp>
          <p:nvGrpSpPr>
            <p:cNvPr id="105" name="Group 48">
              <a:extLst>
                <a:ext uri="{FF2B5EF4-FFF2-40B4-BE49-F238E27FC236}">
                  <a16:creationId xmlns:a16="http://schemas.microsoft.com/office/drawing/2014/main" id="{F324B42A-603D-434F-9397-D2726F2CF74D}"/>
                </a:ext>
              </a:extLst>
            </p:cNvPr>
            <p:cNvGrpSpPr>
              <a:grpSpLocks/>
            </p:cNvGrpSpPr>
            <p:nvPr/>
          </p:nvGrpSpPr>
          <p:grpSpPr bwMode="auto">
            <a:xfrm>
              <a:off x="3539588" y="2669737"/>
              <a:ext cx="853440" cy="741680"/>
              <a:chOff x="7179310" y="4033520"/>
              <a:chExt cx="1009650" cy="855028"/>
            </a:xfrm>
          </p:grpSpPr>
          <p:grpSp>
            <p:nvGrpSpPr>
              <p:cNvPr id="134" name="Group 44">
                <a:extLst>
                  <a:ext uri="{FF2B5EF4-FFF2-40B4-BE49-F238E27FC236}">
                    <a16:creationId xmlns:a16="http://schemas.microsoft.com/office/drawing/2014/main" id="{B7E121FE-A793-4BAB-8C68-845ABB24B797}"/>
                  </a:ext>
                </a:extLst>
              </p:cNvPr>
              <p:cNvGrpSpPr>
                <a:grpSpLocks/>
              </p:cNvGrpSpPr>
              <p:nvPr/>
            </p:nvGrpSpPr>
            <p:grpSpPr bwMode="auto">
              <a:xfrm>
                <a:off x="7179310" y="4033520"/>
                <a:ext cx="1009650" cy="855028"/>
                <a:chOff x="-44" y="1473"/>
                <a:chExt cx="981" cy="1105"/>
              </a:xfrm>
            </p:grpSpPr>
            <p:pic>
              <p:nvPicPr>
                <p:cNvPr id="136" name="Picture 45" descr="desktop_computer_stylized_medium">
                  <a:extLst>
                    <a:ext uri="{FF2B5EF4-FFF2-40B4-BE49-F238E27FC236}">
                      <a16:creationId xmlns:a16="http://schemas.microsoft.com/office/drawing/2014/main" id="{17797494-7522-4D30-8387-E2357FC944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7" name="Freeform 46">
                  <a:extLst>
                    <a:ext uri="{FF2B5EF4-FFF2-40B4-BE49-F238E27FC236}">
                      <a16:creationId xmlns:a16="http://schemas.microsoft.com/office/drawing/2014/main" id="{6A843472-7A87-4D05-8410-A8B29BA2704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sp>
            <p:nvSpPr>
              <p:cNvPr id="135" name="Rectangle 43">
                <a:extLst>
                  <a:ext uri="{FF2B5EF4-FFF2-40B4-BE49-F238E27FC236}">
                    <a16:creationId xmlns:a16="http://schemas.microsoft.com/office/drawing/2014/main" id="{10BF38F3-30F0-4553-B760-C412B2F1A5BA}"/>
                  </a:ext>
                </a:extLst>
              </p:cNvPr>
              <p:cNvSpPr>
                <a:spLocks noChangeArrowheads="1"/>
              </p:cNvSpPr>
              <p:nvPr/>
            </p:nvSpPr>
            <p:spPr bwMode="auto">
              <a:xfrm rot="16200000">
                <a:off x="7440190" y="4309323"/>
                <a:ext cx="126273" cy="195358"/>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grpSp>
        <p:sp>
          <p:nvSpPr>
            <p:cNvPr id="106" name="Rectangle 43">
              <a:extLst>
                <a:ext uri="{FF2B5EF4-FFF2-40B4-BE49-F238E27FC236}">
                  <a16:creationId xmlns:a16="http://schemas.microsoft.com/office/drawing/2014/main" id="{FD3F1003-DA2B-4778-8149-A83FE5BF1BA1}"/>
                </a:ext>
              </a:extLst>
            </p:cNvPr>
            <p:cNvSpPr>
              <a:spLocks noChangeArrowheads="1"/>
            </p:cNvSpPr>
            <p:nvPr/>
          </p:nvSpPr>
          <p:spPr bwMode="auto">
            <a:xfrm>
              <a:off x="2614674" y="2705584"/>
              <a:ext cx="109559" cy="165095"/>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grpSp>
          <p:nvGrpSpPr>
            <p:cNvPr id="107" name="Group 44">
              <a:extLst>
                <a:ext uri="{FF2B5EF4-FFF2-40B4-BE49-F238E27FC236}">
                  <a16:creationId xmlns:a16="http://schemas.microsoft.com/office/drawing/2014/main" id="{FE4AA47D-01DD-4650-AF1C-A60BEB9F06ED}"/>
                </a:ext>
              </a:extLst>
            </p:cNvPr>
            <p:cNvGrpSpPr>
              <a:grpSpLocks/>
            </p:cNvGrpSpPr>
            <p:nvPr/>
          </p:nvGrpSpPr>
          <p:grpSpPr bwMode="auto">
            <a:xfrm>
              <a:off x="2233637" y="2138292"/>
              <a:ext cx="853440" cy="741680"/>
              <a:chOff x="-44" y="1473"/>
              <a:chExt cx="981" cy="1105"/>
            </a:xfrm>
          </p:grpSpPr>
          <p:pic>
            <p:nvPicPr>
              <p:cNvPr id="132" name="Picture 45" descr="desktop_computer_stylized_medium">
                <a:extLst>
                  <a:ext uri="{FF2B5EF4-FFF2-40B4-BE49-F238E27FC236}">
                    <a16:creationId xmlns:a16="http://schemas.microsoft.com/office/drawing/2014/main" id="{2C77C3B9-C0DF-4102-AFE8-5F5062B9F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 name="Freeform 46">
                <a:extLst>
                  <a:ext uri="{FF2B5EF4-FFF2-40B4-BE49-F238E27FC236}">
                    <a16:creationId xmlns:a16="http://schemas.microsoft.com/office/drawing/2014/main" id="{DE4D7847-D9B7-4E75-A5B9-A7ED68A1A63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nvGrpSpPr>
            <p:cNvPr id="108" name="Group 51">
              <a:extLst>
                <a:ext uri="{FF2B5EF4-FFF2-40B4-BE49-F238E27FC236}">
                  <a16:creationId xmlns:a16="http://schemas.microsoft.com/office/drawing/2014/main" id="{574991C8-88D1-4FB5-9505-A7374BBC94B3}"/>
                </a:ext>
              </a:extLst>
            </p:cNvPr>
            <p:cNvGrpSpPr>
              <a:grpSpLocks/>
            </p:cNvGrpSpPr>
            <p:nvPr/>
          </p:nvGrpSpPr>
          <p:grpSpPr bwMode="auto">
            <a:xfrm>
              <a:off x="2060917" y="4279843"/>
              <a:ext cx="853440" cy="835329"/>
              <a:chOff x="8077200" y="3320111"/>
              <a:chExt cx="853440" cy="835329"/>
            </a:xfrm>
          </p:grpSpPr>
          <p:sp>
            <p:nvSpPr>
              <p:cNvPr id="128" name="Rectangle 43">
                <a:extLst>
                  <a:ext uri="{FF2B5EF4-FFF2-40B4-BE49-F238E27FC236}">
                    <a16:creationId xmlns:a16="http://schemas.microsoft.com/office/drawing/2014/main" id="{467D2382-C534-4CAE-B92D-8775A75ED6DD}"/>
                  </a:ext>
                </a:extLst>
              </p:cNvPr>
              <p:cNvSpPr>
                <a:spLocks noChangeArrowheads="1"/>
              </p:cNvSpPr>
              <p:nvPr/>
            </p:nvSpPr>
            <p:spPr bwMode="auto">
              <a:xfrm>
                <a:off x="8630957" y="3320602"/>
                <a:ext cx="111147" cy="165095"/>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grpSp>
            <p:nvGrpSpPr>
              <p:cNvPr id="129" name="Group 44">
                <a:extLst>
                  <a:ext uri="{FF2B5EF4-FFF2-40B4-BE49-F238E27FC236}">
                    <a16:creationId xmlns:a16="http://schemas.microsoft.com/office/drawing/2014/main" id="{CC043F8F-BD89-48E5-8C1F-E801C290111C}"/>
                  </a:ext>
                </a:extLst>
              </p:cNvPr>
              <p:cNvGrpSpPr>
                <a:grpSpLocks/>
              </p:cNvGrpSpPr>
              <p:nvPr/>
            </p:nvGrpSpPr>
            <p:grpSpPr bwMode="auto">
              <a:xfrm>
                <a:off x="8077200" y="3413760"/>
                <a:ext cx="853440" cy="741680"/>
                <a:chOff x="-44" y="1473"/>
                <a:chExt cx="981" cy="1105"/>
              </a:xfrm>
            </p:grpSpPr>
            <p:pic>
              <p:nvPicPr>
                <p:cNvPr id="130" name="Picture 45" descr="desktop_computer_stylized_medium">
                  <a:extLst>
                    <a:ext uri="{FF2B5EF4-FFF2-40B4-BE49-F238E27FC236}">
                      <a16:creationId xmlns:a16="http://schemas.microsoft.com/office/drawing/2014/main" id="{629BEA4C-2994-47C2-97BB-776D96869B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1" name="Freeform 46">
                  <a:extLst>
                    <a:ext uri="{FF2B5EF4-FFF2-40B4-BE49-F238E27FC236}">
                      <a16:creationId xmlns:a16="http://schemas.microsoft.com/office/drawing/2014/main" id="{8E67DCF7-693D-43A5-8DDB-59385C3E843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pic>
          <p:nvPicPr>
            <p:cNvPr id="109" name="Picture 3">
              <a:extLst>
                <a:ext uri="{FF2B5EF4-FFF2-40B4-BE49-F238E27FC236}">
                  <a16:creationId xmlns:a16="http://schemas.microsoft.com/office/drawing/2014/main" id="{FEC82334-FD50-4025-8B16-DCC0281703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4913" y="3316753"/>
              <a:ext cx="603370" cy="3413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110" name="Group 53">
              <a:extLst>
                <a:ext uri="{FF2B5EF4-FFF2-40B4-BE49-F238E27FC236}">
                  <a16:creationId xmlns:a16="http://schemas.microsoft.com/office/drawing/2014/main" id="{154EAE65-5634-4D59-98B2-704109BD0A49}"/>
                </a:ext>
              </a:extLst>
            </p:cNvPr>
            <p:cNvGrpSpPr>
              <a:grpSpLocks/>
            </p:cNvGrpSpPr>
            <p:nvPr/>
          </p:nvGrpSpPr>
          <p:grpSpPr bwMode="auto">
            <a:xfrm>
              <a:off x="731524" y="3616962"/>
              <a:ext cx="914403" cy="690308"/>
              <a:chOff x="1046480" y="3962400"/>
              <a:chExt cx="1026163" cy="761428"/>
            </a:xfrm>
          </p:grpSpPr>
          <p:sp>
            <p:nvSpPr>
              <p:cNvPr id="124" name="Rectangle 48">
                <a:extLst>
                  <a:ext uri="{FF2B5EF4-FFF2-40B4-BE49-F238E27FC236}">
                    <a16:creationId xmlns:a16="http://schemas.microsoft.com/office/drawing/2014/main" id="{857E12B2-F8AF-4416-8B1C-3351C29AEB5C}"/>
                  </a:ext>
                </a:extLst>
              </p:cNvPr>
              <p:cNvSpPr>
                <a:spLocks noChangeArrowheads="1"/>
              </p:cNvSpPr>
              <p:nvPr/>
            </p:nvSpPr>
            <p:spPr bwMode="auto">
              <a:xfrm rot="16200000">
                <a:off x="1893846" y="4299747"/>
                <a:ext cx="110313" cy="247682"/>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grpSp>
            <p:nvGrpSpPr>
              <p:cNvPr id="125" name="Group 49">
                <a:extLst>
                  <a:ext uri="{FF2B5EF4-FFF2-40B4-BE49-F238E27FC236}">
                    <a16:creationId xmlns:a16="http://schemas.microsoft.com/office/drawing/2014/main" id="{DCF190FF-758A-4679-913B-FA533FF6A25D}"/>
                  </a:ext>
                </a:extLst>
              </p:cNvPr>
              <p:cNvGrpSpPr>
                <a:grpSpLocks/>
              </p:cNvGrpSpPr>
              <p:nvPr/>
            </p:nvGrpSpPr>
            <p:grpSpPr bwMode="auto">
              <a:xfrm>
                <a:off x="1046480" y="3962400"/>
                <a:ext cx="936071" cy="761428"/>
                <a:chOff x="-44" y="1473"/>
                <a:chExt cx="981" cy="1105"/>
              </a:xfrm>
            </p:grpSpPr>
            <p:pic>
              <p:nvPicPr>
                <p:cNvPr id="126" name="Picture 50" descr="desktop_computer_stylized_medium">
                  <a:extLst>
                    <a:ext uri="{FF2B5EF4-FFF2-40B4-BE49-F238E27FC236}">
                      <a16:creationId xmlns:a16="http://schemas.microsoft.com/office/drawing/2014/main" id="{99229273-B7F0-4513-A844-DF44F7AF1D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7" name="Freeform 51">
                  <a:extLst>
                    <a:ext uri="{FF2B5EF4-FFF2-40B4-BE49-F238E27FC236}">
                      <a16:creationId xmlns:a16="http://schemas.microsoft.com/office/drawing/2014/main" id="{516BAD9D-624F-48AF-8CA4-DD324A9BD7E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grpSp>
        <p:grpSp>
          <p:nvGrpSpPr>
            <p:cNvPr id="111" name="Group 54">
              <a:extLst>
                <a:ext uri="{FF2B5EF4-FFF2-40B4-BE49-F238E27FC236}">
                  <a16:creationId xmlns:a16="http://schemas.microsoft.com/office/drawing/2014/main" id="{55E884A8-0EE3-4DE3-BDA4-B5841E2B9023}"/>
                </a:ext>
              </a:extLst>
            </p:cNvPr>
            <p:cNvGrpSpPr>
              <a:grpSpLocks/>
            </p:cNvGrpSpPr>
            <p:nvPr/>
          </p:nvGrpSpPr>
          <p:grpSpPr bwMode="auto">
            <a:xfrm>
              <a:off x="3410634" y="3567725"/>
              <a:ext cx="853440" cy="741680"/>
              <a:chOff x="7179310" y="4033520"/>
              <a:chExt cx="1009650" cy="855028"/>
            </a:xfrm>
          </p:grpSpPr>
          <p:grpSp>
            <p:nvGrpSpPr>
              <p:cNvPr id="120" name="Group 44">
                <a:extLst>
                  <a:ext uri="{FF2B5EF4-FFF2-40B4-BE49-F238E27FC236}">
                    <a16:creationId xmlns:a16="http://schemas.microsoft.com/office/drawing/2014/main" id="{A3E41C56-D639-493E-A70C-CC86BF0A87C7}"/>
                  </a:ext>
                </a:extLst>
              </p:cNvPr>
              <p:cNvGrpSpPr>
                <a:grpSpLocks/>
              </p:cNvGrpSpPr>
              <p:nvPr/>
            </p:nvGrpSpPr>
            <p:grpSpPr bwMode="auto">
              <a:xfrm>
                <a:off x="7179310" y="4033520"/>
                <a:ext cx="1009650" cy="855028"/>
                <a:chOff x="-44" y="1473"/>
                <a:chExt cx="981" cy="1105"/>
              </a:xfrm>
            </p:grpSpPr>
            <p:pic>
              <p:nvPicPr>
                <p:cNvPr id="122" name="Picture 45" descr="desktop_computer_stylized_medium">
                  <a:extLst>
                    <a:ext uri="{FF2B5EF4-FFF2-40B4-BE49-F238E27FC236}">
                      <a16:creationId xmlns:a16="http://schemas.microsoft.com/office/drawing/2014/main" id="{F87AE483-47A0-407B-8AB8-4149659ACF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3" name="Freeform 46">
                  <a:extLst>
                    <a:ext uri="{FF2B5EF4-FFF2-40B4-BE49-F238E27FC236}">
                      <a16:creationId xmlns:a16="http://schemas.microsoft.com/office/drawing/2014/main" id="{4926A64E-9CC7-46FD-A097-3FF5C9CD76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Times New Roman" panose="02020603050405020304" pitchFamily="18" charset="0"/>
                    <a:cs typeface="Times New Roman" panose="02020603050405020304" pitchFamily="18" charset="0"/>
                  </a:endParaRPr>
                </a:p>
              </p:txBody>
            </p:sp>
          </p:grpSp>
          <p:sp>
            <p:nvSpPr>
              <p:cNvPr id="121" name="Rectangle 43">
                <a:extLst>
                  <a:ext uri="{FF2B5EF4-FFF2-40B4-BE49-F238E27FC236}">
                    <a16:creationId xmlns:a16="http://schemas.microsoft.com/office/drawing/2014/main" id="{09CEF6B9-A35F-4D28-A916-CB0DE821610F}"/>
                  </a:ext>
                </a:extLst>
              </p:cNvPr>
              <p:cNvSpPr>
                <a:spLocks noChangeArrowheads="1"/>
              </p:cNvSpPr>
              <p:nvPr/>
            </p:nvSpPr>
            <p:spPr bwMode="auto">
              <a:xfrm rot="16200000">
                <a:off x="7438739" y="4308053"/>
                <a:ext cx="128104" cy="197237"/>
              </a:xfrm>
              <a:prstGeom prst="rect">
                <a:avLst/>
              </a:prstGeom>
              <a:gradFill rotWithShape="1">
                <a:gsLst>
                  <a:gs pos="0">
                    <a:srgbClr val="008000"/>
                  </a:gs>
                  <a:gs pos="50000">
                    <a:schemeClr val="bg1"/>
                  </a:gs>
                  <a:gs pos="100000">
                    <a:srgbClr val="008000"/>
                  </a:gs>
                </a:gsLst>
                <a:lin ang="0" scaled="1"/>
              </a:gradFill>
              <a:ln w="9525">
                <a:solidFill>
                  <a:srgbClr val="008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grpSp>
        <p:sp>
          <p:nvSpPr>
            <p:cNvPr id="112" name="Line 17">
              <a:extLst>
                <a:ext uri="{FF2B5EF4-FFF2-40B4-BE49-F238E27FC236}">
                  <a16:creationId xmlns:a16="http://schemas.microsoft.com/office/drawing/2014/main" id="{9F472F60-65E2-4824-91BA-5FD72AB83F8A}"/>
                </a:ext>
              </a:extLst>
            </p:cNvPr>
            <p:cNvSpPr>
              <a:spLocks noChangeShapeType="1"/>
            </p:cNvSpPr>
            <p:nvPr/>
          </p:nvSpPr>
          <p:spPr bwMode="auto">
            <a:xfrm flipV="1">
              <a:off x="1660396" y="3600906"/>
              <a:ext cx="744686" cy="45083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13" name="Line 19">
              <a:extLst>
                <a:ext uri="{FF2B5EF4-FFF2-40B4-BE49-F238E27FC236}">
                  <a16:creationId xmlns:a16="http://schemas.microsoft.com/office/drawing/2014/main" id="{ED4E90CD-180F-4296-8B0C-497EAB2D98BC}"/>
                </a:ext>
              </a:extLst>
            </p:cNvPr>
            <p:cNvSpPr>
              <a:spLocks noChangeShapeType="1"/>
            </p:cNvSpPr>
            <p:nvPr/>
          </p:nvSpPr>
          <p:spPr bwMode="auto">
            <a:xfrm flipH="1" flipV="1">
              <a:off x="2968756" y="3545345"/>
              <a:ext cx="646242" cy="3381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14" name="Text Box 35">
              <a:extLst>
                <a:ext uri="{FF2B5EF4-FFF2-40B4-BE49-F238E27FC236}">
                  <a16:creationId xmlns:a16="http://schemas.microsoft.com/office/drawing/2014/main" id="{BF1710F7-683D-43B9-A021-19AD6DD1FE36}"/>
                </a:ext>
              </a:extLst>
            </p:cNvPr>
            <p:cNvSpPr txBox="1">
              <a:spLocks noChangeArrowheads="1"/>
            </p:cNvSpPr>
            <p:nvPr/>
          </p:nvSpPr>
          <p:spPr bwMode="auto">
            <a:xfrm>
              <a:off x="2401907" y="3026249"/>
              <a:ext cx="300142"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1</a:t>
              </a:r>
            </a:p>
          </p:txBody>
        </p:sp>
        <p:sp>
          <p:nvSpPr>
            <p:cNvPr id="115" name="Text Box 36">
              <a:extLst>
                <a:ext uri="{FF2B5EF4-FFF2-40B4-BE49-F238E27FC236}">
                  <a16:creationId xmlns:a16="http://schemas.microsoft.com/office/drawing/2014/main" id="{BBE1327B-AD4E-4CD4-87D7-BB08F6A7025D}"/>
                </a:ext>
              </a:extLst>
            </p:cNvPr>
            <p:cNvSpPr txBox="1">
              <a:spLocks noChangeArrowheads="1"/>
            </p:cNvSpPr>
            <p:nvPr/>
          </p:nvSpPr>
          <p:spPr bwMode="auto">
            <a:xfrm>
              <a:off x="2903656" y="3051648"/>
              <a:ext cx="300142"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2</a:t>
              </a:r>
            </a:p>
          </p:txBody>
        </p:sp>
        <p:sp>
          <p:nvSpPr>
            <p:cNvPr id="116" name="Text Box 37">
              <a:extLst>
                <a:ext uri="{FF2B5EF4-FFF2-40B4-BE49-F238E27FC236}">
                  <a16:creationId xmlns:a16="http://schemas.microsoft.com/office/drawing/2014/main" id="{7AEBA262-A735-42AE-9499-396D89CF4168}"/>
                </a:ext>
              </a:extLst>
            </p:cNvPr>
            <p:cNvSpPr txBox="1">
              <a:spLocks noChangeArrowheads="1"/>
            </p:cNvSpPr>
            <p:nvPr/>
          </p:nvSpPr>
          <p:spPr bwMode="auto">
            <a:xfrm>
              <a:off x="2971747" y="3566904"/>
              <a:ext cx="300142"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3</a:t>
              </a:r>
            </a:p>
          </p:txBody>
        </p:sp>
        <p:sp>
          <p:nvSpPr>
            <p:cNvPr id="117" name="Text Box 38">
              <a:extLst>
                <a:ext uri="{FF2B5EF4-FFF2-40B4-BE49-F238E27FC236}">
                  <a16:creationId xmlns:a16="http://schemas.microsoft.com/office/drawing/2014/main" id="{912384BF-6EDD-4A49-86B8-5C1954CB2468}"/>
                </a:ext>
              </a:extLst>
            </p:cNvPr>
            <p:cNvSpPr txBox="1">
              <a:spLocks noChangeArrowheads="1"/>
            </p:cNvSpPr>
            <p:nvPr/>
          </p:nvSpPr>
          <p:spPr bwMode="auto">
            <a:xfrm>
              <a:off x="2640079" y="3654879"/>
              <a:ext cx="300142"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4</a:t>
              </a:r>
            </a:p>
          </p:txBody>
        </p:sp>
        <p:sp>
          <p:nvSpPr>
            <p:cNvPr id="118" name="Text Box 39">
              <a:extLst>
                <a:ext uri="{FF2B5EF4-FFF2-40B4-BE49-F238E27FC236}">
                  <a16:creationId xmlns:a16="http://schemas.microsoft.com/office/drawing/2014/main" id="{28179B27-0B38-48E9-9E8C-C8A0EC360945}"/>
                </a:ext>
              </a:extLst>
            </p:cNvPr>
            <p:cNvSpPr txBox="1">
              <a:spLocks noChangeArrowheads="1"/>
            </p:cNvSpPr>
            <p:nvPr/>
          </p:nvSpPr>
          <p:spPr bwMode="auto">
            <a:xfrm>
              <a:off x="2070052" y="3704090"/>
              <a:ext cx="300142" cy="369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5</a:t>
              </a:r>
            </a:p>
          </p:txBody>
        </p:sp>
        <p:sp>
          <p:nvSpPr>
            <p:cNvPr id="119" name="Text Box 40">
              <a:extLst>
                <a:ext uri="{FF2B5EF4-FFF2-40B4-BE49-F238E27FC236}">
                  <a16:creationId xmlns:a16="http://schemas.microsoft.com/office/drawing/2014/main" id="{A423E1F8-3AA5-41AC-8212-7E5698DE26EE}"/>
                </a:ext>
              </a:extLst>
            </p:cNvPr>
            <p:cNvSpPr txBox="1">
              <a:spLocks noChangeArrowheads="1"/>
            </p:cNvSpPr>
            <p:nvPr/>
          </p:nvSpPr>
          <p:spPr bwMode="auto">
            <a:xfrm>
              <a:off x="2089662" y="3080106"/>
              <a:ext cx="319151" cy="3698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0000"/>
                  </a:solidFill>
                  <a:latin typeface="Times New Roman" panose="02020603050405020304" pitchFamily="18" charset="0"/>
                  <a:cs typeface="Times New Roman" panose="02020603050405020304" pitchFamily="18" charset="0"/>
                </a:rPr>
                <a:t>6</a:t>
              </a:r>
            </a:p>
          </p:txBody>
        </p:sp>
      </p:grpSp>
      <p:grpSp>
        <p:nvGrpSpPr>
          <p:cNvPr id="142" name="Group 32">
            <a:extLst>
              <a:ext uri="{FF2B5EF4-FFF2-40B4-BE49-F238E27FC236}">
                <a16:creationId xmlns:a16="http://schemas.microsoft.com/office/drawing/2014/main" id="{9C3C15C0-A9E0-42A5-B10B-2DEBBB97D95C}"/>
              </a:ext>
            </a:extLst>
          </p:cNvPr>
          <p:cNvGrpSpPr>
            <a:grpSpLocks/>
          </p:cNvGrpSpPr>
          <p:nvPr/>
        </p:nvGrpSpPr>
        <p:grpSpPr bwMode="auto">
          <a:xfrm>
            <a:off x="6538950" y="2362167"/>
            <a:ext cx="1428750" cy="369887"/>
            <a:chOff x="1750" y="3514"/>
            <a:chExt cx="900" cy="233"/>
          </a:xfrm>
        </p:grpSpPr>
        <p:sp>
          <p:nvSpPr>
            <p:cNvPr id="143" name="Rectangle 33">
              <a:extLst>
                <a:ext uri="{FF2B5EF4-FFF2-40B4-BE49-F238E27FC236}">
                  <a16:creationId xmlns:a16="http://schemas.microsoft.com/office/drawing/2014/main" id="{5362205C-EFE2-4F2A-8DA8-1C539C770BBE}"/>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44" name="Text Box 34">
              <a:extLst>
                <a:ext uri="{FF2B5EF4-FFF2-40B4-BE49-F238E27FC236}">
                  <a16:creationId xmlns:a16="http://schemas.microsoft.com/office/drawing/2014/main" id="{E9207EB1-22DF-4EBD-A593-92C69C8FDF30}"/>
                </a:ext>
              </a:extLst>
            </p:cNvPr>
            <p:cNvSpPr txBox="1">
              <a:spLocks noChangeArrowheads="1"/>
            </p:cNvSpPr>
            <p:nvPr/>
          </p:nvSpPr>
          <p:spPr bwMode="auto">
            <a:xfrm>
              <a:off x="1750" y="3514"/>
              <a:ext cx="4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  A</a:t>
              </a:r>
              <a:r>
                <a:rPr lang="ja-JP" altLang="en-US" i="0" dirty="0">
                  <a:solidFill>
                    <a:srgbClr val="FFFFFF"/>
                  </a:solidFill>
                  <a:latin typeface="Times New Roman" panose="02020603050405020304" pitchFamily="18" charset="0"/>
                  <a:cs typeface="Times New Roman" panose="02020603050405020304" pitchFamily="18" charset="0"/>
                </a:rPr>
                <a:t>’</a:t>
              </a:r>
              <a:endParaRPr lang="en-US" i="0" dirty="0">
                <a:solidFill>
                  <a:srgbClr val="FFFFFF"/>
                </a:solidFill>
                <a:latin typeface="Times New Roman" panose="02020603050405020304" pitchFamily="18" charset="0"/>
                <a:cs typeface="Times New Roman" panose="02020603050405020304" pitchFamily="18" charset="0"/>
              </a:endParaRPr>
            </a:p>
          </p:txBody>
        </p:sp>
        <p:sp>
          <p:nvSpPr>
            <p:cNvPr id="145" name="Line 35">
              <a:extLst>
                <a:ext uri="{FF2B5EF4-FFF2-40B4-BE49-F238E27FC236}">
                  <a16:creationId xmlns:a16="http://schemas.microsoft.com/office/drawing/2014/main" id="{09242841-BF50-4236-8870-2EDB9B305AF5}"/>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46" name="Line 36">
              <a:extLst>
                <a:ext uri="{FF2B5EF4-FFF2-40B4-BE49-F238E27FC236}">
                  <a16:creationId xmlns:a16="http://schemas.microsoft.com/office/drawing/2014/main" id="{F41522DD-37AC-45FB-8081-F5A50AE45AF5}"/>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grpSp>
        <p:nvGrpSpPr>
          <p:cNvPr id="152" name="Group 59">
            <a:extLst>
              <a:ext uri="{FF2B5EF4-FFF2-40B4-BE49-F238E27FC236}">
                <a16:creationId xmlns:a16="http://schemas.microsoft.com/office/drawing/2014/main" id="{2BC90635-B4BD-43CD-869A-A42A48301F25}"/>
              </a:ext>
            </a:extLst>
          </p:cNvPr>
          <p:cNvGrpSpPr>
            <a:grpSpLocks/>
          </p:cNvGrpSpPr>
          <p:nvPr/>
        </p:nvGrpSpPr>
        <p:grpSpPr bwMode="auto">
          <a:xfrm>
            <a:off x="5559463" y="4019517"/>
            <a:ext cx="1428750" cy="369887"/>
            <a:chOff x="1750" y="3514"/>
            <a:chExt cx="900" cy="233"/>
          </a:xfrm>
        </p:grpSpPr>
        <p:sp>
          <p:nvSpPr>
            <p:cNvPr id="153" name="Rectangle 60">
              <a:extLst>
                <a:ext uri="{FF2B5EF4-FFF2-40B4-BE49-F238E27FC236}">
                  <a16:creationId xmlns:a16="http://schemas.microsoft.com/office/drawing/2014/main" id="{B7BFC9D1-C8B7-401E-9FA6-16CC3D286B57}"/>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54" name="Text Box 61">
              <a:extLst>
                <a:ext uri="{FF2B5EF4-FFF2-40B4-BE49-F238E27FC236}">
                  <a16:creationId xmlns:a16="http://schemas.microsoft.com/office/drawing/2014/main" id="{A3A3EB12-C027-40FE-B63A-04AC52A45E72}"/>
                </a:ext>
              </a:extLst>
            </p:cNvPr>
            <p:cNvSpPr txBox="1">
              <a:spLocks noChangeArrowheads="1"/>
            </p:cNvSpPr>
            <p:nvPr/>
          </p:nvSpPr>
          <p:spPr bwMode="auto">
            <a:xfrm>
              <a:off x="1750" y="3514"/>
              <a:ext cx="41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 A</a:t>
              </a:r>
              <a:r>
                <a:rPr lang="ja-JP" altLang="en-US" i="0">
                  <a:solidFill>
                    <a:srgbClr val="FFFFFF"/>
                  </a:solidFill>
                  <a:latin typeface="Times New Roman" panose="02020603050405020304" pitchFamily="18" charset="0"/>
                  <a:cs typeface="Times New Roman" panose="02020603050405020304" pitchFamily="18" charset="0"/>
                </a:rPr>
                <a:t>’</a:t>
              </a:r>
              <a:endParaRPr lang="en-US" i="0" dirty="0">
                <a:solidFill>
                  <a:srgbClr val="FFFFFF"/>
                </a:solidFill>
                <a:latin typeface="Times New Roman" panose="02020603050405020304" pitchFamily="18" charset="0"/>
                <a:cs typeface="Times New Roman" panose="02020603050405020304" pitchFamily="18" charset="0"/>
              </a:endParaRPr>
            </a:p>
          </p:txBody>
        </p:sp>
        <p:sp>
          <p:nvSpPr>
            <p:cNvPr id="155" name="Line 62">
              <a:extLst>
                <a:ext uri="{FF2B5EF4-FFF2-40B4-BE49-F238E27FC236}">
                  <a16:creationId xmlns:a16="http://schemas.microsoft.com/office/drawing/2014/main" id="{0674EE8C-D142-4C1B-B748-86DB964FC2F3}"/>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56" name="Line 63">
              <a:extLst>
                <a:ext uri="{FF2B5EF4-FFF2-40B4-BE49-F238E27FC236}">
                  <a16:creationId xmlns:a16="http://schemas.microsoft.com/office/drawing/2014/main" id="{43E7F7A1-E449-4C8D-902B-AED361729786}"/>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grpSp>
        <p:nvGrpSpPr>
          <p:cNvPr id="157" name="Group 64">
            <a:extLst>
              <a:ext uri="{FF2B5EF4-FFF2-40B4-BE49-F238E27FC236}">
                <a16:creationId xmlns:a16="http://schemas.microsoft.com/office/drawing/2014/main" id="{1D7E4556-BA7C-4C65-8D6F-A36425F76B7A}"/>
              </a:ext>
            </a:extLst>
          </p:cNvPr>
          <p:cNvGrpSpPr>
            <a:grpSpLocks/>
          </p:cNvGrpSpPr>
          <p:nvPr/>
        </p:nvGrpSpPr>
        <p:grpSpPr bwMode="auto">
          <a:xfrm>
            <a:off x="5559463" y="4017929"/>
            <a:ext cx="1428750" cy="369888"/>
            <a:chOff x="1750" y="3514"/>
            <a:chExt cx="900" cy="233"/>
          </a:xfrm>
        </p:grpSpPr>
        <p:sp>
          <p:nvSpPr>
            <p:cNvPr id="158" name="Rectangle 65">
              <a:extLst>
                <a:ext uri="{FF2B5EF4-FFF2-40B4-BE49-F238E27FC236}">
                  <a16:creationId xmlns:a16="http://schemas.microsoft.com/office/drawing/2014/main" id="{8ED6B4EA-5083-40D9-8B18-B46A8F4493E4}"/>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59" name="Text Box 66">
              <a:extLst>
                <a:ext uri="{FF2B5EF4-FFF2-40B4-BE49-F238E27FC236}">
                  <a16:creationId xmlns:a16="http://schemas.microsoft.com/office/drawing/2014/main" id="{4E876844-DE1F-4F22-986F-96887D717DBA}"/>
                </a:ext>
              </a:extLst>
            </p:cNvPr>
            <p:cNvSpPr txBox="1">
              <a:spLocks noChangeArrowheads="1"/>
            </p:cNvSpPr>
            <p:nvPr/>
          </p:nvSpPr>
          <p:spPr bwMode="auto">
            <a:xfrm>
              <a:off x="1750" y="3514"/>
              <a:ext cx="41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 A</a:t>
              </a:r>
              <a:r>
                <a:rPr lang="ja-JP" altLang="en-US" i="0">
                  <a:solidFill>
                    <a:srgbClr val="FFFFFF"/>
                  </a:solidFill>
                  <a:latin typeface="Times New Roman" panose="02020603050405020304" pitchFamily="18" charset="0"/>
                  <a:cs typeface="Times New Roman" panose="02020603050405020304" pitchFamily="18" charset="0"/>
                </a:rPr>
                <a:t>’</a:t>
              </a:r>
              <a:endParaRPr lang="en-US" i="0" dirty="0">
                <a:solidFill>
                  <a:srgbClr val="FFFFFF"/>
                </a:solidFill>
                <a:latin typeface="Times New Roman" panose="02020603050405020304" pitchFamily="18" charset="0"/>
                <a:cs typeface="Times New Roman" panose="02020603050405020304" pitchFamily="18" charset="0"/>
              </a:endParaRPr>
            </a:p>
          </p:txBody>
        </p:sp>
        <p:sp>
          <p:nvSpPr>
            <p:cNvPr id="160" name="Line 67">
              <a:extLst>
                <a:ext uri="{FF2B5EF4-FFF2-40B4-BE49-F238E27FC236}">
                  <a16:creationId xmlns:a16="http://schemas.microsoft.com/office/drawing/2014/main" id="{A5750AA4-98A1-40F1-85CC-2F98BD06FE5A}"/>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61" name="Line 68">
              <a:extLst>
                <a:ext uri="{FF2B5EF4-FFF2-40B4-BE49-F238E27FC236}">
                  <a16:creationId xmlns:a16="http://schemas.microsoft.com/office/drawing/2014/main" id="{CE60F19E-86C9-4132-9AEF-732E76E3B53F}"/>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grpSp>
        <p:nvGrpSpPr>
          <p:cNvPr id="162" name="Group 69">
            <a:extLst>
              <a:ext uri="{FF2B5EF4-FFF2-40B4-BE49-F238E27FC236}">
                <a16:creationId xmlns:a16="http://schemas.microsoft.com/office/drawing/2014/main" id="{DFFE4C92-EF96-42A3-9155-6EE2E2B670C4}"/>
              </a:ext>
            </a:extLst>
          </p:cNvPr>
          <p:cNvGrpSpPr>
            <a:grpSpLocks/>
          </p:cNvGrpSpPr>
          <p:nvPr/>
        </p:nvGrpSpPr>
        <p:grpSpPr bwMode="auto">
          <a:xfrm>
            <a:off x="5559463" y="4021104"/>
            <a:ext cx="1428750" cy="369888"/>
            <a:chOff x="1750" y="3514"/>
            <a:chExt cx="900" cy="233"/>
          </a:xfrm>
        </p:grpSpPr>
        <p:sp>
          <p:nvSpPr>
            <p:cNvPr id="163" name="Rectangle 70">
              <a:extLst>
                <a:ext uri="{FF2B5EF4-FFF2-40B4-BE49-F238E27FC236}">
                  <a16:creationId xmlns:a16="http://schemas.microsoft.com/office/drawing/2014/main" id="{3EB12748-87A4-4045-AAE1-712A4C41D6BC}"/>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64" name="Text Box 71">
              <a:extLst>
                <a:ext uri="{FF2B5EF4-FFF2-40B4-BE49-F238E27FC236}">
                  <a16:creationId xmlns:a16="http://schemas.microsoft.com/office/drawing/2014/main" id="{78BC3EF6-CAFB-4167-AD49-BE770F773574}"/>
                </a:ext>
              </a:extLst>
            </p:cNvPr>
            <p:cNvSpPr txBox="1">
              <a:spLocks noChangeArrowheads="1"/>
            </p:cNvSpPr>
            <p:nvPr/>
          </p:nvSpPr>
          <p:spPr bwMode="auto">
            <a:xfrm>
              <a:off x="1750" y="3514"/>
              <a:ext cx="41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 A</a:t>
              </a:r>
              <a:r>
                <a:rPr lang="ja-JP" altLang="en-US" i="0">
                  <a:solidFill>
                    <a:srgbClr val="FFFFFF"/>
                  </a:solidFill>
                  <a:latin typeface="Times New Roman" panose="02020603050405020304" pitchFamily="18" charset="0"/>
                  <a:cs typeface="Times New Roman" panose="02020603050405020304" pitchFamily="18" charset="0"/>
                </a:rPr>
                <a:t>’</a:t>
              </a:r>
              <a:endParaRPr lang="en-US" i="0" dirty="0">
                <a:solidFill>
                  <a:srgbClr val="FFFFFF"/>
                </a:solidFill>
                <a:latin typeface="Times New Roman" panose="02020603050405020304" pitchFamily="18" charset="0"/>
                <a:cs typeface="Times New Roman" panose="02020603050405020304" pitchFamily="18" charset="0"/>
              </a:endParaRPr>
            </a:p>
          </p:txBody>
        </p:sp>
        <p:sp>
          <p:nvSpPr>
            <p:cNvPr id="165" name="Line 72">
              <a:extLst>
                <a:ext uri="{FF2B5EF4-FFF2-40B4-BE49-F238E27FC236}">
                  <a16:creationId xmlns:a16="http://schemas.microsoft.com/office/drawing/2014/main" id="{73685FEA-E47F-4EC8-BA73-79AC5C7F12E7}"/>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66" name="Line 73">
              <a:extLst>
                <a:ext uri="{FF2B5EF4-FFF2-40B4-BE49-F238E27FC236}">
                  <a16:creationId xmlns:a16="http://schemas.microsoft.com/office/drawing/2014/main" id="{4DE7C6F1-CC09-49E4-9802-C7AE35A027B1}"/>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grpSp>
        <p:nvGrpSpPr>
          <p:cNvPr id="167" name="Group 74">
            <a:extLst>
              <a:ext uri="{FF2B5EF4-FFF2-40B4-BE49-F238E27FC236}">
                <a16:creationId xmlns:a16="http://schemas.microsoft.com/office/drawing/2014/main" id="{A4C08AA5-6262-4F69-ABDA-229AFDAA62D7}"/>
              </a:ext>
            </a:extLst>
          </p:cNvPr>
          <p:cNvGrpSpPr>
            <a:grpSpLocks/>
          </p:cNvGrpSpPr>
          <p:nvPr/>
        </p:nvGrpSpPr>
        <p:grpSpPr bwMode="auto">
          <a:xfrm>
            <a:off x="5559463" y="4021104"/>
            <a:ext cx="1428750" cy="369888"/>
            <a:chOff x="1750" y="3514"/>
            <a:chExt cx="900" cy="233"/>
          </a:xfrm>
        </p:grpSpPr>
        <p:sp>
          <p:nvSpPr>
            <p:cNvPr id="168" name="Rectangle 75">
              <a:extLst>
                <a:ext uri="{FF2B5EF4-FFF2-40B4-BE49-F238E27FC236}">
                  <a16:creationId xmlns:a16="http://schemas.microsoft.com/office/drawing/2014/main" id="{C702B2DE-4987-4693-B399-81B67C443378}"/>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69" name="Text Box 76">
              <a:extLst>
                <a:ext uri="{FF2B5EF4-FFF2-40B4-BE49-F238E27FC236}">
                  <a16:creationId xmlns:a16="http://schemas.microsoft.com/office/drawing/2014/main" id="{2995C9AC-0EB2-4C1D-A1A9-BDB4BCA258AE}"/>
                </a:ext>
              </a:extLst>
            </p:cNvPr>
            <p:cNvSpPr txBox="1">
              <a:spLocks noChangeArrowheads="1"/>
            </p:cNvSpPr>
            <p:nvPr/>
          </p:nvSpPr>
          <p:spPr bwMode="auto">
            <a:xfrm>
              <a:off x="1750" y="3514"/>
              <a:ext cx="41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 A</a:t>
              </a:r>
              <a:r>
                <a:rPr lang="ja-JP" altLang="en-US" i="0">
                  <a:solidFill>
                    <a:srgbClr val="FFFFFF"/>
                  </a:solidFill>
                  <a:latin typeface="Times New Roman" panose="02020603050405020304" pitchFamily="18" charset="0"/>
                  <a:cs typeface="Times New Roman" panose="02020603050405020304" pitchFamily="18" charset="0"/>
                </a:rPr>
                <a:t>’</a:t>
              </a:r>
              <a:endParaRPr lang="en-US" i="0" dirty="0">
                <a:solidFill>
                  <a:srgbClr val="FFFFFF"/>
                </a:solidFill>
                <a:latin typeface="Times New Roman" panose="02020603050405020304" pitchFamily="18" charset="0"/>
                <a:cs typeface="Times New Roman" panose="02020603050405020304" pitchFamily="18" charset="0"/>
              </a:endParaRPr>
            </a:p>
          </p:txBody>
        </p:sp>
        <p:sp>
          <p:nvSpPr>
            <p:cNvPr id="170" name="Line 77">
              <a:extLst>
                <a:ext uri="{FF2B5EF4-FFF2-40B4-BE49-F238E27FC236}">
                  <a16:creationId xmlns:a16="http://schemas.microsoft.com/office/drawing/2014/main" id="{FBC00283-BC7A-48D1-8223-38145E26A390}"/>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71" name="Line 78">
              <a:extLst>
                <a:ext uri="{FF2B5EF4-FFF2-40B4-BE49-F238E27FC236}">
                  <a16:creationId xmlns:a16="http://schemas.microsoft.com/office/drawing/2014/main" id="{29A2A040-7FEF-410D-A509-8417FFAA1F47}"/>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grpSp>
        <p:nvGrpSpPr>
          <p:cNvPr id="172" name="Group 79">
            <a:extLst>
              <a:ext uri="{FF2B5EF4-FFF2-40B4-BE49-F238E27FC236}">
                <a16:creationId xmlns:a16="http://schemas.microsoft.com/office/drawing/2014/main" id="{173DF918-BE66-458E-8025-9F15D087DF7B}"/>
              </a:ext>
            </a:extLst>
          </p:cNvPr>
          <p:cNvGrpSpPr>
            <a:grpSpLocks/>
          </p:cNvGrpSpPr>
          <p:nvPr/>
        </p:nvGrpSpPr>
        <p:grpSpPr bwMode="auto">
          <a:xfrm>
            <a:off x="5556288" y="4017929"/>
            <a:ext cx="1428750" cy="369888"/>
            <a:chOff x="1750" y="3514"/>
            <a:chExt cx="900" cy="233"/>
          </a:xfrm>
        </p:grpSpPr>
        <p:sp>
          <p:nvSpPr>
            <p:cNvPr id="173" name="Rectangle 80">
              <a:extLst>
                <a:ext uri="{FF2B5EF4-FFF2-40B4-BE49-F238E27FC236}">
                  <a16:creationId xmlns:a16="http://schemas.microsoft.com/office/drawing/2014/main" id="{7EB0872D-EF0A-43D8-B394-B4C2A87BC06C}"/>
                </a:ext>
              </a:extLst>
            </p:cNvPr>
            <p:cNvSpPr>
              <a:spLocks noChangeArrowheads="1"/>
            </p:cNvSpPr>
            <p:nvPr/>
          </p:nvSpPr>
          <p:spPr bwMode="auto">
            <a:xfrm>
              <a:off x="1771" y="3542"/>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74" name="Text Box 81">
              <a:extLst>
                <a:ext uri="{FF2B5EF4-FFF2-40B4-BE49-F238E27FC236}">
                  <a16:creationId xmlns:a16="http://schemas.microsoft.com/office/drawing/2014/main" id="{AA34857E-1908-4DF9-A6D0-1CE01FE93B6B}"/>
                </a:ext>
              </a:extLst>
            </p:cNvPr>
            <p:cNvSpPr txBox="1">
              <a:spLocks noChangeArrowheads="1"/>
            </p:cNvSpPr>
            <p:nvPr/>
          </p:nvSpPr>
          <p:spPr bwMode="auto">
            <a:xfrm>
              <a:off x="1750" y="3514"/>
              <a:ext cx="4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  A</a:t>
              </a:r>
              <a:r>
                <a:rPr lang="ja-JP" altLang="en-US" i="0" dirty="0">
                  <a:solidFill>
                    <a:srgbClr val="FFFFFF"/>
                  </a:solidFill>
                  <a:latin typeface="Times New Roman" panose="02020603050405020304" pitchFamily="18" charset="0"/>
                  <a:cs typeface="Times New Roman" panose="02020603050405020304" pitchFamily="18" charset="0"/>
                </a:rPr>
                <a:t>’</a:t>
              </a:r>
              <a:endParaRPr lang="en-US" i="0" dirty="0">
                <a:solidFill>
                  <a:srgbClr val="FFFFFF"/>
                </a:solidFill>
                <a:latin typeface="Times New Roman" panose="02020603050405020304" pitchFamily="18" charset="0"/>
                <a:cs typeface="Times New Roman" panose="02020603050405020304" pitchFamily="18" charset="0"/>
              </a:endParaRPr>
            </a:p>
          </p:txBody>
        </p:sp>
        <p:sp>
          <p:nvSpPr>
            <p:cNvPr id="175" name="Line 82">
              <a:extLst>
                <a:ext uri="{FF2B5EF4-FFF2-40B4-BE49-F238E27FC236}">
                  <a16:creationId xmlns:a16="http://schemas.microsoft.com/office/drawing/2014/main" id="{E5EEAD7D-432C-4B64-9F96-657464508F08}"/>
                </a:ext>
              </a:extLst>
            </p:cNvPr>
            <p:cNvSpPr>
              <a:spLocks noChangeShapeType="1"/>
            </p:cNvSpPr>
            <p:nvPr/>
          </p:nvSpPr>
          <p:spPr bwMode="auto">
            <a:xfrm>
              <a:off x="1936" y="3535"/>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76" name="Line 83">
              <a:extLst>
                <a:ext uri="{FF2B5EF4-FFF2-40B4-BE49-F238E27FC236}">
                  <a16:creationId xmlns:a16="http://schemas.microsoft.com/office/drawing/2014/main" id="{54F36A49-8252-489A-B62A-C6F7C3021090}"/>
                </a:ext>
              </a:extLst>
            </p:cNvPr>
            <p:cNvSpPr>
              <a:spLocks noChangeShapeType="1"/>
            </p:cNvSpPr>
            <p:nvPr/>
          </p:nvSpPr>
          <p:spPr bwMode="auto">
            <a:xfrm>
              <a:off x="2116" y="3540"/>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grpSp>
        <p:nvGrpSpPr>
          <p:cNvPr id="177" name="Group 92">
            <a:extLst>
              <a:ext uri="{FF2B5EF4-FFF2-40B4-BE49-F238E27FC236}">
                <a16:creationId xmlns:a16="http://schemas.microsoft.com/office/drawing/2014/main" id="{DDA4940E-785A-4AE5-8395-A7FB6870E347}"/>
              </a:ext>
            </a:extLst>
          </p:cNvPr>
          <p:cNvGrpSpPr>
            <a:grpSpLocks/>
          </p:cNvGrpSpPr>
          <p:nvPr/>
        </p:nvGrpSpPr>
        <p:grpSpPr bwMode="auto">
          <a:xfrm>
            <a:off x="5891250" y="5119654"/>
            <a:ext cx="1428750" cy="369888"/>
            <a:chOff x="730" y="2472"/>
            <a:chExt cx="900" cy="233"/>
          </a:xfrm>
        </p:grpSpPr>
        <p:sp>
          <p:nvSpPr>
            <p:cNvPr id="178" name="Rectangle 88">
              <a:extLst>
                <a:ext uri="{FF2B5EF4-FFF2-40B4-BE49-F238E27FC236}">
                  <a16:creationId xmlns:a16="http://schemas.microsoft.com/office/drawing/2014/main" id="{D57F8F9A-8F9A-4FD8-893D-411C0105387F}"/>
                </a:ext>
              </a:extLst>
            </p:cNvPr>
            <p:cNvSpPr>
              <a:spLocks noChangeArrowheads="1"/>
            </p:cNvSpPr>
            <p:nvPr/>
          </p:nvSpPr>
          <p:spPr bwMode="auto">
            <a:xfrm>
              <a:off x="751" y="2500"/>
              <a:ext cx="879" cy="166"/>
            </a:xfrm>
            <a:prstGeom prst="rect">
              <a:avLst/>
            </a:prstGeom>
            <a:solidFill>
              <a:schemeClr val="accent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179" name="Text Box 89">
              <a:extLst>
                <a:ext uri="{FF2B5EF4-FFF2-40B4-BE49-F238E27FC236}">
                  <a16:creationId xmlns:a16="http://schemas.microsoft.com/office/drawing/2014/main" id="{3178717A-B8D4-4866-81D2-958CF39A7964}"/>
                </a:ext>
              </a:extLst>
            </p:cNvPr>
            <p:cNvSpPr txBox="1">
              <a:spLocks noChangeArrowheads="1"/>
            </p:cNvSpPr>
            <p:nvPr/>
          </p:nvSpPr>
          <p:spPr bwMode="auto">
            <a:xfrm>
              <a:off x="730" y="2472"/>
              <a:ext cx="427"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FFFFFF"/>
                  </a:solidFill>
                  <a:latin typeface="Times New Roman" panose="02020603050405020304" pitchFamily="18" charset="0"/>
                  <a:cs typeface="Times New Roman" panose="02020603050405020304" pitchFamily="18" charset="0"/>
                </a:rPr>
                <a:t>A</a:t>
              </a:r>
              <a:r>
                <a:rPr lang="ja-JP" altLang="en-US" i="0" dirty="0">
                  <a:solidFill>
                    <a:srgbClr val="FFFFFF"/>
                  </a:solidFill>
                  <a:latin typeface="Times New Roman" panose="02020603050405020304" pitchFamily="18" charset="0"/>
                  <a:cs typeface="Times New Roman" panose="02020603050405020304" pitchFamily="18" charset="0"/>
                </a:rPr>
                <a:t>’</a:t>
              </a:r>
              <a:r>
                <a:rPr lang="en-US" i="0" dirty="0">
                  <a:solidFill>
                    <a:srgbClr val="FFFFFF"/>
                  </a:solidFill>
                  <a:latin typeface="Times New Roman" panose="02020603050405020304" pitchFamily="18" charset="0"/>
                  <a:cs typeface="Times New Roman" panose="02020603050405020304" pitchFamily="18" charset="0"/>
                </a:rPr>
                <a:t> A</a:t>
              </a:r>
            </a:p>
          </p:txBody>
        </p:sp>
        <p:sp>
          <p:nvSpPr>
            <p:cNvPr id="180" name="Line 90">
              <a:extLst>
                <a:ext uri="{FF2B5EF4-FFF2-40B4-BE49-F238E27FC236}">
                  <a16:creationId xmlns:a16="http://schemas.microsoft.com/office/drawing/2014/main" id="{421E83CE-682E-48AA-8EF3-BE11F03EF782}"/>
                </a:ext>
              </a:extLst>
            </p:cNvPr>
            <p:cNvSpPr>
              <a:spLocks noChangeShapeType="1"/>
            </p:cNvSpPr>
            <p:nvPr/>
          </p:nvSpPr>
          <p:spPr bwMode="auto">
            <a:xfrm>
              <a:off x="937" y="2493"/>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sp>
          <p:nvSpPr>
            <p:cNvPr id="181" name="Line 91">
              <a:extLst>
                <a:ext uri="{FF2B5EF4-FFF2-40B4-BE49-F238E27FC236}">
                  <a16:creationId xmlns:a16="http://schemas.microsoft.com/office/drawing/2014/main" id="{0BC75532-88B4-40DA-9935-26259EF45C7B}"/>
                </a:ext>
              </a:extLst>
            </p:cNvPr>
            <p:cNvSpPr>
              <a:spLocks noChangeShapeType="1"/>
            </p:cNvSpPr>
            <p:nvPr/>
          </p:nvSpPr>
          <p:spPr bwMode="auto">
            <a:xfrm>
              <a:off x="1096" y="2498"/>
              <a:ext cx="0" cy="1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Times New Roman" panose="02020603050405020304" pitchFamily="18" charset="0"/>
                <a:cs typeface="Times New Roman" panose="02020603050405020304" pitchFamily="18" charset="0"/>
              </a:endParaRPr>
            </a:p>
          </p:txBody>
        </p:sp>
      </p:grpSp>
      <p:sp>
        <p:nvSpPr>
          <p:cNvPr id="147" name="Text Box 48">
            <a:extLst>
              <a:ext uri="{FF2B5EF4-FFF2-40B4-BE49-F238E27FC236}">
                <a16:creationId xmlns:a16="http://schemas.microsoft.com/office/drawing/2014/main" id="{3792862D-7B2D-4061-A26C-40EC04402A44}"/>
              </a:ext>
            </a:extLst>
          </p:cNvPr>
          <p:cNvSpPr txBox="1">
            <a:spLocks noChangeArrowheads="1"/>
          </p:cNvSpPr>
          <p:nvPr/>
        </p:nvSpPr>
        <p:spPr bwMode="auto">
          <a:xfrm>
            <a:off x="1266787" y="2972650"/>
            <a:ext cx="2793310" cy="400110"/>
          </a:xfrm>
          <a:prstGeom prst="rect">
            <a:avLst/>
          </a:prstGeom>
          <a:noFill/>
          <a:ln w="9525">
            <a:noFill/>
            <a:miter lim="800000"/>
            <a:headEnd/>
            <a:tailEnd/>
          </a:ln>
        </p:spPr>
        <p:txBody>
          <a:bodyPr wrap="square">
            <a:spAutoFit/>
          </a:bodyPr>
          <a:lstStyle/>
          <a:p>
            <a:pPr algn="ctr"/>
            <a:r>
              <a:rPr lang="zh-CN" altLang="en-US" sz="2000" dirty="0">
                <a:latin typeface="宋体" panose="02010600030101010101" pitchFamily="2" charset="-122"/>
                <a:ea typeface="宋体" panose="02010600030101010101" pitchFamily="2" charset="-122"/>
                <a:cs typeface="Arial Unicode MS" pitchFamily="34" charset="-122"/>
              </a:rPr>
              <a:t>交换表（初始为空）</a:t>
            </a:r>
            <a:endParaRPr lang="en-US" altLang="zh-CN" sz="2000" dirty="0">
              <a:latin typeface="宋体" panose="02010600030101010101" pitchFamily="2" charset="-122"/>
              <a:ea typeface="宋体" panose="02010600030101010101" pitchFamily="2" charset="-122"/>
              <a:cs typeface="Arial Unicode MS" pitchFamily="34" charset="-122"/>
            </a:endParaRPr>
          </a:p>
        </p:txBody>
      </p:sp>
      <p:graphicFrame>
        <p:nvGraphicFramePr>
          <p:cNvPr id="148" name="表格 147">
            <a:extLst>
              <a:ext uri="{FF2B5EF4-FFF2-40B4-BE49-F238E27FC236}">
                <a16:creationId xmlns:a16="http://schemas.microsoft.com/office/drawing/2014/main" id="{9596F435-133D-4689-8CAF-B9B3B5872A40}"/>
              </a:ext>
            </a:extLst>
          </p:cNvPr>
          <p:cNvGraphicFramePr>
            <a:graphicFrameLocks noGrp="1"/>
          </p:cNvGraphicFramePr>
          <p:nvPr>
            <p:extLst>
              <p:ext uri="{D42A27DB-BD31-4B8C-83A1-F6EECF244321}">
                <p14:modId xmlns:p14="http://schemas.microsoft.com/office/powerpoint/2010/main" val="2501286467"/>
              </p:ext>
            </p:extLst>
          </p:nvPr>
        </p:nvGraphicFramePr>
        <p:xfrm>
          <a:off x="1009769" y="1825819"/>
          <a:ext cx="3270915" cy="1112520"/>
        </p:xfrm>
        <a:graphic>
          <a:graphicData uri="http://schemas.openxmlformats.org/drawingml/2006/table">
            <a:tbl>
              <a:tblPr firstRow="1" bandRow="1">
                <a:tableStyleId>{5C22544A-7EE6-4342-B048-85BDC9FD1C3A}</a:tableStyleId>
              </a:tblPr>
              <a:tblGrid>
                <a:gridCol w="1370898">
                  <a:extLst>
                    <a:ext uri="{9D8B030D-6E8A-4147-A177-3AD203B41FA5}">
                      <a16:colId xmlns:a16="http://schemas.microsoft.com/office/drawing/2014/main" val="3924847577"/>
                    </a:ext>
                  </a:extLst>
                </a:gridCol>
                <a:gridCol w="1142449">
                  <a:extLst>
                    <a:ext uri="{9D8B030D-6E8A-4147-A177-3AD203B41FA5}">
                      <a16:colId xmlns:a16="http://schemas.microsoft.com/office/drawing/2014/main" val="1638762028"/>
                    </a:ext>
                  </a:extLst>
                </a:gridCol>
                <a:gridCol w="757568">
                  <a:extLst>
                    <a:ext uri="{9D8B030D-6E8A-4147-A177-3AD203B41FA5}">
                      <a16:colId xmlns:a16="http://schemas.microsoft.com/office/drawing/2014/main" val="822350620"/>
                    </a:ext>
                  </a:extLst>
                </a:gridCol>
              </a:tblGrid>
              <a:tr h="370840">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MAC</a:t>
                      </a: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地址</a:t>
                      </a:r>
                      <a:endParaRPr lang="zh-CN" altLang="en-US" dirty="0">
                        <a:solidFill>
                          <a:schemeClr val="bg1"/>
                        </a:solidFill>
                      </a:endParaRPr>
                    </a:p>
                  </a:txBody>
                  <a:tcPr/>
                </a:tc>
                <a:tc>
                  <a:txBody>
                    <a:bodyPr/>
                    <a:lstStyle/>
                    <a:p>
                      <a:pPr algn="ctr"/>
                      <a:r>
                        <a:rPr lang="zh-CN" altLang="en-US"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接口</a:t>
                      </a:r>
                      <a:endParaRPr lang="zh-CN" altLang="en-US" dirty="0">
                        <a:solidFill>
                          <a:schemeClr val="bg1"/>
                        </a:solidFill>
                      </a:endParaRPr>
                    </a:p>
                  </a:txBody>
                  <a:tcPr/>
                </a:tc>
                <a:tc>
                  <a:txBody>
                    <a:bodyPr/>
                    <a:lstStyle/>
                    <a:p>
                      <a:pPr algn="ctr"/>
                      <a:r>
                        <a:rPr lang="en-US" altLang="zh-CN" sz="18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TTL</a:t>
                      </a:r>
                      <a:endParaRPr lang="zh-CN" altLang="en-US" dirty="0">
                        <a:solidFill>
                          <a:schemeClr val="bg1"/>
                        </a:solidFill>
                      </a:endParaRPr>
                    </a:p>
                  </a:txBody>
                  <a:tcPr/>
                </a:tc>
                <a:extLst>
                  <a:ext uri="{0D108BD9-81ED-4DB2-BD59-A6C34878D82A}">
                    <a16:rowId xmlns:a16="http://schemas.microsoft.com/office/drawing/2014/main" val="2944047477"/>
                  </a:ext>
                </a:extLst>
              </a:tr>
              <a:tr h="3708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74659818"/>
                  </a:ext>
                </a:extLst>
              </a:tr>
              <a:tr h="3708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3600969276"/>
                  </a:ext>
                </a:extLst>
              </a:tr>
            </a:tbl>
          </a:graphicData>
        </a:graphic>
      </p:graphicFrame>
      <p:grpSp>
        <p:nvGrpSpPr>
          <p:cNvPr id="6" name="Group 49"/>
          <p:cNvGrpSpPr>
            <a:grpSpLocks/>
          </p:cNvGrpSpPr>
          <p:nvPr/>
        </p:nvGrpSpPr>
        <p:grpSpPr bwMode="auto">
          <a:xfrm>
            <a:off x="1568903" y="2189499"/>
            <a:ext cx="2546351" cy="409576"/>
            <a:chOff x="2376" y="3382"/>
            <a:chExt cx="1604" cy="258"/>
          </a:xfrm>
        </p:grpSpPr>
        <p:sp>
          <p:nvSpPr>
            <p:cNvPr id="21577" name="Text Box 50"/>
            <p:cNvSpPr txBox="1">
              <a:spLocks noChangeArrowheads="1"/>
            </p:cNvSpPr>
            <p:nvPr/>
          </p:nvSpPr>
          <p:spPr bwMode="auto">
            <a:xfrm>
              <a:off x="2376" y="3388"/>
              <a:ext cx="233" cy="252"/>
            </a:xfrm>
            <a:prstGeom prst="rect">
              <a:avLst/>
            </a:prstGeom>
            <a:noFill/>
            <a:ln w="9525">
              <a:noFill/>
              <a:miter lim="800000"/>
              <a:headEnd/>
              <a:tailEnd/>
            </a:ln>
          </p:spPr>
          <p:txBody>
            <a:bodyPr wrap="none">
              <a:spAutoFit/>
            </a:bodyPr>
            <a:lstStyle/>
            <a:p>
              <a:pPr>
                <a:defRPr/>
              </a:pPr>
              <a:r>
                <a:rPr lang="en-US" altLang="zh-CN" sz="2000">
                  <a:latin typeface="Times New Roman" panose="02020603050405020304" pitchFamily="18" charset="0"/>
                  <a:ea typeface="宋体" pitchFamily="2" charset="-122"/>
                  <a:cs typeface="Times New Roman" panose="02020603050405020304" pitchFamily="18" charset="0"/>
                </a:rPr>
                <a:t>A</a:t>
              </a:r>
            </a:p>
          </p:txBody>
        </p:sp>
        <p:sp>
          <p:nvSpPr>
            <p:cNvPr id="21578" name="Text Box 51"/>
            <p:cNvSpPr txBox="1">
              <a:spLocks noChangeArrowheads="1"/>
            </p:cNvSpPr>
            <p:nvPr/>
          </p:nvSpPr>
          <p:spPr bwMode="auto">
            <a:xfrm>
              <a:off x="3133" y="3387"/>
              <a:ext cx="197" cy="252"/>
            </a:xfrm>
            <a:prstGeom prst="rect">
              <a:avLst/>
            </a:prstGeom>
            <a:noFill/>
            <a:ln w="9525">
              <a:noFill/>
              <a:miter lim="800000"/>
              <a:headEnd/>
              <a:tailEnd/>
            </a:ln>
          </p:spPr>
          <p:txBody>
            <a:bodyPr wrap="none">
              <a:spAutoFit/>
            </a:bodyPr>
            <a:lstStyle/>
            <a:p>
              <a:pPr>
                <a:defRPr/>
              </a:pPr>
              <a:r>
                <a:rPr lang="en-US" altLang="zh-CN" sz="2000" dirty="0">
                  <a:latin typeface="Times New Roman" panose="02020603050405020304" pitchFamily="18" charset="0"/>
                  <a:ea typeface="宋体" pitchFamily="2" charset="-122"/>
                  <a:cs typeface="Times New Roman" panose="02020603050405020304" pitchFamily="18" charset="0"/>
                </a:rPr>
                <a:t>1</a:t>
              </a:r>
            </a:p>
          </p:txBody>
        </p:sp>
        <p:sp>
          <p:nvSpPr>
            <p:cNvPr id="21579" name="Text Box 52"/>
            <p:cNvSpPr txBox="1">
              <a:spLocks noChangeArrowheads="1"/>
            </p:cNvSpPr>
            <p:nvPr/>
          </p:nvSpPr>
          <p:spPr bwMode="auto">
            <a:xfrm>
              <a:off x="3702" y="3382"/>
              <a:ext cx="278" cy="252"/>
            </a:xfrm>
            <a:prstGeom prst="rect">
              <a:avLst/>
            </a:prstGeom>
            <a:noFill/>
            <a:ln w="9525">
              <a:noFill/>
              <a:miter lim="800000"/>
              <a:headEnd/>
              <a:tailEnd/>
            </a:ln>
          </p:spPr>
          <p:txBody>
            <a:bodyPr wrap="none">
              <a:spAutoFit/>
            </a:bodyPr>
            <a:lstStyle/>
            <a:p>
              <a:pPr>
                <a:defRPr/>
              </a:pPr>
              <a:r>
                <a:rPr lang="en-US" altLang="zh-CN" sz="2000" dirty="0">
                  <a:latin typeface="Times New Roman" panose="02020603050405020304" pitchFamily="18" charset="0"/>
                  <a:ea typeface="宋体" pitchFamily="2" charset="-122"/>
                  <a:cs typeface="Times New Roman" panose="02020603050405020304" pitchFamily="18" charset="0"/>
                </a:rPr>
                <a:t>60</a:t>
              </a:r>
            </a:p>
          </p:txBody>
        </p:sp>
      </p:grpSp>
      <p:grpSp>
        <p:nvGrpSpPr>
          <p:cNvPr id="13" name="Group 94"/>
          <p:cNvGrpSpPr>
            <a:grpSpLocks/>
          </p:cNvGrpSpPr>
          <p:nvPr/>
        </p:nvGrpSpPr>
        <p:grpSpPr bwMode="auto">
          <a:xfrm>
            <a:off x="1565728" y="2542203"/>
            <a:ext cx="2559051" cy="406400"/>
            <a:chOff x="2376" y="3384"/>
            <a:chExt cx="1612" cy="256"/>
          </a:xfrm>
        </p:grpSpPr>
        <p:sp>
          <p:nvSpPr>
            <p:cNvPr id="21550" name="Text Box 95"/>
            <p:cNvSpPr txBox="1">
              <a:spLocks noChangeArrowheads="1"/>
            </p:cNvSpPr>
            <p:nvPr/>
          </p:nvSpPr>
          <p:spPr bwMode="auto">
            <a:xfrm>
              <a:off x="2376" y="3388"/>
              <a:ext cx="269" cy="252"/>
            </a:xfrm>
            <a:prstGeom prst="rect">
              <a:avLst/>
            </a:prstGeom>
            <a:noFill/>
            <a:ln w="9525">
              <a:noFill/>
              <a:miter lim="800000"/>
              <a:headEnd/>
              <a:tailEnd/>
            </a:ln>
          </p:spPr>
          <p:txBody>
            <a:bodyPr wrap="none">
              <a:spAutoFit/>
            </a:bodyPr>
            <a:lstStyle/>
            <a:p>
              <a:pPr>
                <a:defRPr/>
              </a:pPr>
              <a:r>
                <a:rPr lang="en-US" altLang="zh-CN" sz="2000">
                  <a:latin typeface="Times New Roman" panose="02020603050405020304" pitchFamily="18" charset="0"/>
                  <a:ea typeface="宋体" pitchFamily="2" charset="-122"/>
                  <a:cs typeface="Times New Roman" panose="02020603050405020304" pitchFamily="18" charset="0"/>
                </a:rPr>
                <a:t>A’</a:t>
              </a:r>
            </a:p>
          </p:txBody>
        </p:sp>
        <p:sp>
          <p:nvSpPr>
            <p:cNvPr id="21551" name="Text Box 96"/>
            <p:cNvSpPr txBox="1">
              <a:spLocks noChangeArrowheads="1"/>
            </p:cNvSpPr>
            <p:nvPr/>
          </p:nvSpPr>
          <p:spPr bwMode="auto">
            <a:xfrm>
              <a:off x="3133" y="3387"/>
              <a:ext cx="197" cy="252"/>
            </a:xfrm>
            <a:prstGeom prst="rect">
              <a:avLst/>
            </a:prstGeom>
            <a:noFill/>
            <a:ln w="9525">
              <a:noFill/>
              <a:miter lim="800000"/>
              <a:headEnd/>
              <a:tailEnd/>
            </a:ln>
          </p:spPr>
          <p:txBody>
            <a:bodyPr wrap="none">
              <a:spAutoFit/>
            </a:bodyPr>
            <a:lstStyle/>
            <a:p>
              <a:pPr>
                <a:defRPr/>
              </a:pPr>
              <a:r>
                <a:rPr lang="en-US" altLang="zh-CN" sz="2000" dirty="0">
                  <a:latin typeface="Times New Roman" panose="02020603050405020304" pitchFamily="18" charset="0"/>
                  <a:ea typeface="宋体" pitchFamily="2" charset="-122"/>
                  <a:cs typeface="Times New Roman" panose="02020603050405020304" pitchFamily="18" charset="0"/>
                </a:rPr>
                <a:t>4</a:t>
              </a:r>
            </a:p>
          </p:txBody>
        </p:sp>
        <p:sp>
          <p:nvSpPr>
            <p:cNvPr id="21552" name="Text Box 97"/>
            <p:cNvSpPr txBox="1">
              <a:spLocks noChangeArrowheads="1"/>
            </p:cNvSpPr>
            <p:nvPr/>
          </p:nvSpPr>
          <p:spPr bwMode="auto">
            <a:xfrm>
              <a:off x="3710" y="3384"/>
              <a:ext cx="278" cy="252"/>
            </a:xfrm>
            <a:prstGeom prst="rect">
              <a:avLst/>
            </a:prstGeom>
            <a:noFill/>
            <a:ln w="9525">
              <a:noFill/>
              <a:miter lim="800000"/>
              <a:headEnd/>
              <a:tailEnd/>
            </a:ln>
          </p:spPr>
          <p:txBody>
            <a:bodyPr wrap="none">
              <a:spAutoFit/>
            </a:bodyPr>
            <a:lstStyle/>
            <a:p>
              <a:pPr>
                <a:defRPr/>
              </a:pPr>
              <a:r>
                <a:rPr lang="en-US" altLang="zh-CN" sz="2000" dirty="0">
                  <a:latin typeface="Times New Roman" panose="02020603050405020304" pitchFamily="18" charset="0"/>
                  <a:ea typeface="宋体" pitchFamily="2" charset="-122"/>
                  <a:cs typeface="Times New Roman" panose="02020603050405020304" pitchFamily="18" charset="0"/>
                </a:rPr>
                <a:t>60</a:t>
              </a:r>
            </a:p>
          </p:txBody>
        </p:sp>
      </p:grpSp>
      <p:sp>
        <p:nvSpPr>
          <p:cNvPr id="7" name="文本框 6">
            <a:extLst>
              <a:ext uri="{FF2B5EF4-FFF2-40B4-BE49-F238E27FC236}">
                <a16:creationId xmlns:a16="http://schemas.microsoft.com/office/drawing/2014/main" id="{0594BCF1-4B9E-49AF-B04B-B33D68F8FF53}"/>
              </a:ext>
            </a:extLst>
          </p:cNvPr>
          <p:cNvSpPr txBox="1"/>
          <p:nvPr/>
        </p:nvSpPr>
        <p:spPr>
          <a:xfrm>
            <a:off x="851771" y="5754421"/>
            <a:ext cx="4058404" cy="425758"/>
          </a:xfrm>
          <a:prstGeom prst="rect">
            <a:avLst/>
          </a:prstGeom>
          <a:solidFill>
            <a:schemeClr val="accent2">
              <a:lumMod val="20000"/>
              <a:lumOff val="80000"/>
            </a:schemeClr>
          </a:solidFill>
        </p:spPr>
        <p:txBody>
          <a:bodyPr wrap="square">
            <a:spAutoFit/>
          </a:bodyPr>
          <a:lstStyle/>
          <a:p>
            <a:pPr algn="ctr">
              <a:lnSpc>
                <a:spcPts val="2600"/>
              </a:lnSpc>
              <a:buClr>
                <a:srgbClr val="C00000"/>
              </a:buClr>
              <a:buSzPct val="90000"/>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交换机能否出现数据整帧丢失？</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0614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dissolve">
                                      <p:cBhvr>
                                        <p:cTn id="7" dur="5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dissolve">
                                      <p:cBhvr>
                                        <p:cTn id="12" dur="500"/>
                                        <p:tgtEl>
                                          <p:spTgt spid="142"/>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0" presetClass="path" presetSubtype="0" accel="50000" decel="50000" fill="hold" nodeType="withEffect">
                                  <p:stCondLst>
                                    <p:cond delay="0"/>
                                  </p:stCondLst>
                                  <p:childTnLst>
                                    <p:animMotion origin="layout" path="M 3.88889E-6 -4.07407E-6 L -0.10695 0.11482 L -0.10695 0.24329 " pathEditMode="relative" rAng="0" ptsTypes="AAA">
                                      <p:cBhvr>
                                        <p:cTn id="21" dur="2000" fill="hold"/>
                                        <p:tgtEl>
                                          <p:spTgt spid="142"/>
                                        </p:tgtEl>
                                        <p:attrNameLst>
                                          <p:attrName>ppt_x</p:attrName>
                                          <p:attrName>ppt_y</p:attrName>
                                        </p:attrNameLst>
                                      </p:cBhvr>
                                      <p:rCtr x="-5347" y="12153"/>
                                    </p:animMotion>
                                  </p:childTnLst>
                                </p:cTn>
                              </p:par>
                            </p:childTnLst>
                          </p:cTn>
                        </p:par>
                        <p:par>
                          <p:cTn id="22" fill="hold">
                            <p:stCondLst>
                              <p:cond delay="2500"/>
                            </p:stCondLst>
                            <p:childTnLst>
                              <p:par>
                                <p:cTn id="23" presetID="1" presetClass="exit" presetSubtype="0" fill="hold" nodeType="afterEffect">
                                  <p:stCondLst>
                                    <p:cond delay="0"/>
                                  </p:stCondLst>
                                  <p:childTnLst>
                                    <p:set>
                                      <p:cBhvr>
                                        <p:cTn id="24" dur="1" fill="hold">
                                          <p:stCondLst>
                                            <p:cond delay="0"/>
                                          </p:stCondLst>
                                        </p:cTn>
                                        <p:tgtEl>
                                          <p:spTgt spid="142"/>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52"/>
                                        </p:tgtEl>
                                        <p:attrNameLst>
                                          <p:attrName>style.visibility</p:attrName>
                                        </p:attrNameLst>
                                      </p:cBhvr>
                                      <p:to>
                                        <p:strVal val="visible"/>
                                      </p:to>
                                    </p:set>
                                  </p:childTnLst>
                                </p:cTn>
                              </p:par>
                              <p:par>
                                <p:cTn id="27" presetID="0" presetClass="path" presetSubtype="0" accel="50000" decel="50000" fill="hold" nodeType="withEffect">
                                  <p:stCondLst>
                                    <p:cond delay="0"/>
                                  </p:stCondLst>
                                  <p:childTnLst>
                                    <p:animMotion origin="layout" path="M 1.94444E-6 -7.40741E-7 L -0.12118 -0.09815 " pathEditMode="relative" rAng="0" ptsTypes="AA">
                                      <p:cBhvr>
                                        <p:cTn id="28" dur="2000" fill="hold"/>
                                        <p:tgtEl>
                                          <p:spTgt spid="152"/>
                                        </p:tgtEl>
                                        <p:attrNameLst>
                                          <p:attrName>ppt_x</p:attrName>
                                          <p:attrName>ppt_y</p:attrName>
                                        </p:attrNameLst>
                                      </p:cBhvr>
                                      <p:rCtr x="-6059" y="-4907"/>
                                    </p:animMotion>
                                  </p:childTnLst>
                                </p:cTn>
                              </p:par>
                              <p:par>
                                <p:cTn id="29" presetID="1" presetClass="entr" presetSubtype="0" fill="hold" nodeType="withEffect">
                                  <p:stCondLst>
                                    <p:cond delay="0"/>
                                  </p:stCondLst>
                                  <p:childTnLst>
                                    <p:set>
                                      <p:cBhvr>
                                        <p:cTn id="30" dur="1" fill="hold">
                                          <p:stCondLst>
                                            <p:cond delay="0"/>
                                          </p:stCondLst>
                                        </p:cTn>
                                        <p:tgtEl>
                                          <p:spTgt spid="157"/>
                                        </p:tgtEl>
                                        <p:attrNameLst>
                                          <p:attrName>style.visibility</p:attrName>
                                        </p:attrNameLst>
                                      </p:cBhvr>
                                      <p:to>
                                        <p:strVal val="visible"/>
                                      </p:to>
                                    </p:set>
                                  </p:childTnLst>
                                </p:cTn>
                              </p:par>
                              <p:par>
                                <p:cTn id="31" presetID="0" presetClass="path" presetSubtype="0" accel="50000" decel="50000" fill="hold" nodeType="withEffect">
                                  <p:stCondLst>
                                    <p:cond delay="0"/>
                                  </p:stCondLst>
                                  <p:childTnLst>
                                    <p:animMotion origin="layout" path="M 1.94444E-6 7.40741E-7 L -0.09531 0.14352 " pathEditMode="relative" rAng="0" ptsTypes="AA">
                                      <p:cBhvr>
                                        <p:cTn id="32" dur="2000" fill="hold"/>
                                        <p:tgtEl>
                                          <p:spTgt spid="157"/>
                                        </p:tgtEl>
                                        <p:attrNameLst>
                                          <p:attrName>ppt_x</p:attrName>
                                          <p:attrName>ppt_y</p:attrName>
                                        </p:attrNameLst>
                                      </p:cBhvr>
                                      <p:rCtr x="-4774" y="7176"/>
                                    </p:animMotion>
                                  </p:childTnLst>
                                </p:cTn>
                              </p:par>
                              <p:par>
                                <p:cTn id="33" presetID="1" presetClass="entr" presetSubtype="0" fill="hold" nodeType="withEffect">
                                  <p:stCondLst>
                                    <p:cond delay="0"/>
                                  </p:stCondLst>
                                  <p:childTnLst>
                                    <p:set>
                                      <p:cBhvr>
                                        <p:cTn id="34" dur="1" fill="hold">
                                          <p:stCondLst>
                                            <p:cond delay="0"/>
                                          </p:stCondLst>
                                        </p:cTn>
                                        <p:tgtEl>
                                          <p:spTgt spid="162"/>
                                        </p:tgtEl>
                                        <p:attrNameLst>
                                          <p:attrName>style.visibility</p:attrName>
                                        </p:attrNameLst>
                                      </p:cBhvr>
                                      <p:to>
                                        <p:strVal val="visible"/>
                                      </p:to>
                                    </p:set>
                                  </p:childTnLst>
                                </p:cTn>
                              </p:par>
                              <p:par>
                                <p:cTn id="35" presetID="0" presetClass="path" presetSubtype="0" accel="50000" decel="50000" fill="hold" nodeType="withEffect">
                                  <p:stCondLst>
                                    <p:cond delay="0"/>
                                  </p:stCondLst>
                                  <p:childTnLst>
                                    <p:animMotion origin="layout" path="M 1.94444E-6 -2.22222E-6 L 0.03489 0.15509 " pathEditMode="relative" rAng="0" ptsTypes="AA">
                                      <p:cBhvr>
                                        <p:cTn id="36" dur="2000" fill="hold"/>
                                        <p:tgtEl>
                                          <p:spTgt spid="162"/>
                                        </p:tgtEl>
                                        <p:attrNameLst>
                                          <p:attrName>ppt_x</p:attrName>
                                          <p:attrName>ppt_y</p:attrName>
                                        </p:attrNameLst>
                                      </p:cBhvr>
                                      <p:rCtr x="1736" y="7755"/>
                                    </p:animMotion>
                                  </p:childTnLst>
                                </p:cTn>
                              </p:par>
                              <p:par>
                                <p:cTn id="37" presetID="1" presetClass="entr" presetSubtype="0" fill="hold" nodeType="withEffect">
                                  <p:stCondLst>
                                    <p:cond delay="0"/>
                                  </p:stCondLst>
                                  <p:childTnLst>
                                    <p:set>
                                      <p:cBhvr>
                                        <p:cTn id="38" dur="1" fill="hold">
                                          <p:stCondLst>
                                            <p:cond delay="0"/>
                                          </p:stCondLst>
                                        </p:cTn>
                                        <p:tgtEl>
                                          <p:spTgt spid="167"/>
                                        </p:tgtEl>
                                        <p:attrNameLst>
                                          <p:attrName>style.visibility</p:attrName>
                                        </p:attrNameLst>
                                      </p:cBhvr>
                                      <p:to>
                                        <p:strVal val="visible"/>
                                      </p:to>
                                    </p:set>
                                  </p:childTnLst>
                                </p:cTn>
                              </p:par>
                              <p:par>
                                <p:cTn id="39" presetID="0" presetClass="path" presetSubtype="0" accel="50000" decel="50000" fill="hold" nodeType="withEffect">
                                  <p:stCondLst>
                                    <p:cond delay="0"/>
                                  </p:stCondLst>
                                  <p:childTnLst>
                                    <p:animMotion origin="layout" path="M 1.94444E-6 -2.22222E-6 L 0.16163 0.06667 " pathEditMode="relative" rAng="0" ptsTypes="AA">
                                      <p:cBhvr>
                                        <p:cTn id="40" dur="2000" fill="hold"/>
                                        <p:tgtEl>
                                          <p:spTgt spid="167"/>
                                        </p:tgtEl>
                                        <p:attrNameLst>
                                          <p:attrName>ppt_x</p:attrName>
                                          <p:attrName>ppt_y</p:attrName>
                                        </p:attrNameLst>
                                      </p:cBhvr>
                                      <p:rCtr x="8073" y="3333"/>
                                    </p:animMotion>
                                  </p:childTnLst>
                                </p:cTn>
                              </p:par>
                              <p:par>
                                <p:cTn id="41" presetID="1" presetClass="entr" presetSubtype="0" fill="hold" nodeType="withEffect">
                                  <p:stCondLst>
                                    <p:cond delay="0"/>
                                  </p:stCondLst>
                                  <p:childTnLst>
                                    <p:set>
                                      <p:cBhvr>
                                        <p:cTn id="42" dur="1" fill="hold">
                                          <p:stCondLst>
                                            <p:cond delay="0"/>
                                          </p:stCondLst>
                                        </p:cTn>
                                        <p:tgtEl>
                                          <p:spTgt spid="172"/>
                                        </p:tgtEl>
                                        <p:attrNameLst>
                                          <p:attrName>style.visibility</p:attrName>
                                        </p:attrNameLst>
                                      </p:cBhvr>
                                      <p:to>
                                        <p:strVal val="visible"/>
                                      </p:to>
                                    </p:set>
                                  </p:childTnLst>
                                </p:cTn>
                              </p:par>
                              <p:par>
                                <p:cTn id="43" presetID="0" presetClass="path" presetSubtype="0" accel="50000" decel="50000" fill="hold" nodeType="withEffect">
                                  <p:stCondLst>
                                    <p:cond delay="0"/>
                                  </p:stCondLst>
                                  <p:childTnLst>
                                    <p:animMotion origin="layout" path="M -8.33333E-7 7.40741E-7 L 0.11545 -0.10232 " pathEditMode="relative" rAng="0" ptsTypes="AA">
                                      <p:cBhvr>
                                        <p:cTn id="44" dur="2000" fill="hold"/>
                                        <p:tgtEl>
                                          <p:spTgt spid="172"/>
                                        </p:tgtEl>
                                        <p:attrNameLst>
                                          <p:attrName>ppt_x</p:attrName>
                                          <p:attrName>ppt_y</p:attrName>
                                        </p:attrNameLst>
                                      </p:cBhvr>
                                      <p:rCtr x="5764" y="-5116"/>
                                    </p:animMotion>
                                  </p:childTnLst>
                                </p:cTn>
                              </p:par>
                            </p:childTnLst>
                          </p:cTn>
                        </p:par>
                        <p:par>
                          <p:cTn id="45" fill="hold">
                            <p:stCondLst>
                              <p:cond delay="4500"/>
                            </p:stCondLst>
                            <p:childTnLst>
                              <p:par>
                                <p:cTn id="46" presetID="1" presetClass="exit" presetSubtype="0" fill="hold" nodeType="afterEffect">
                                  <p:stCondLst>
                                    <p:cond delay="0"/>
                                  </p:stCondLst>
                                  <p:childTnLst>
                                    <p:set>
                                      <p:cBhvr>
                                        <p:cTn id="47" dur="1" fill="hold">
                                          <p:stCondLst>
                                            <p:cond delay="0"/>
                                          </p:stCondLst>
                                        </p:cTn>
                                        <p:tgtEl>
                                          <p:spTgt spid="172"/>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67"/>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162"/>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157"/>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152"/>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177"/>
                                        </p:tgtEl>
                                        <p:attrNameLst>
                                          <p:attrName>style.visibility</p:attrName>
                                        </p:attrNameLst>
                                      </p:cBhvr>
                                      <p:to>
                                        <p:strVal val="visible"/>
                                      </p:to>
                                    </p:set>
                                    <p:animEffect transition="in" filter="dissolve">
                                      <p:cBhvr>
                                        <p:cTn id="60" dur="500"/>
                                        <p:tgtEl>
                                          <p:spTgt spid="177"/>
                                        </p:tgtEl>
                                      </p:cBhvr>
                                    </p:animEffect>
                                  </p:childTnLst>
                                </p:cTn>
                              </p:par>
                            </p:childTnLst>
                          </p:cTn>
                        </p:par>
                        <p:par>
                          <p:cTn id="61" fill="hold">
                            <p:stCondLst>
                              <p:cond delay="500"/>
                            </p:stCondLst>
                            <p:childTnLst>
                              <p:par>
                                <p:cTn id="62" presetID="0" presetClass="path" presetSubtype="0" accel="50000" decel="50000" fill="hold" nodeType="afterEffect">
                                  <p:stCondLst>
                                    <p:cond delay="0"/>
                                  </p:stCondLst>
                                  <p:childTnLst>
                                    <p:animMotion origin="layout" path="M -0.00139 -0.0051 L -0.03767 -0.17014 " pathEditMode="relative" rAng="0" ptsTypes="AA">
                                      <p:cBhvr>
                                        <p:cTn id="63" dur="2000" fill="hold"/>
                                        <p:tgtEl>
                                          <p:spTgt spid="177"/>
                                        </p:tgtEl>
                                        <p:attrNameLst>
                                          <p:attrName>ppt_x</p:attrName>
                                          <p:attrName>ppt_y</p:attrName>
                                        </p:attrNameLst>
                                      </p:cBhvr>
                                      <p:rCtr x="-1823" y="-8264"/>
                                    </p:animMotion>
                                  </p:childTnLst>
                                </p:cTn>
                              </p:par>
                            </p:childTnLst>
                          </p:cTn>
                        </p:par>
                        <p:par>
                          <p:cTn id="64" fill="hold">
                            <p:stCondLst>
                              <p:cond delay="2500"/>
                            </p:stCondLst>
                            <p:childTnLst>
                              <p:par>
                                <p:cTn id="65" presetID="9" presetClass="entr" presetSubtype="0" fill="hold" nodeType="after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dissolve">
                                      <p:cBhvr>
                                        <p:cTn id="67" dur="500"/>
                                        <p:tgtEl>
                                          <p:spTgt spid="13"/>
                                        </p:tgtEl>
                                      </p:cBhvr>
                                    </p:animEffect>
                                  </p:childTnLst>
                                </p:cTn>
                              </p:par>
                            </p:childTnLst>
                          </p:cTn>
                        </p:par>
                        <p:par>
                          <p:cTn id="68" fill="hold">
                            <p:stCondLst>
                              <p:cond delay="3000"/>
                            </p:stCondLst>
                            <p:childTnLst>
                              <p:par>
                                <p:cTn id="69" presetID="0" presetClass="path" presetSubtype="0" accel="50000" decel="50000" fill="hold" nodeType="afterEffect">
                                  <p:stCondLst>
                                    <p:cond delay="0"/>
                                  </p:stCondLst>
                                  <p:childTnLst>
                                    <p:animMotion origin="layout" path="M -0.03611 -0.1588 L -0.03472 -0.32871 " pathEditMode="relative" rAng="0" ptsTypes="AA">
                                      <p:cBhvr>
                                        <p:cTn id="70" dur="2000" fill="hold"/>
                                        <p:tgtEl>
                                          <p:spTgt spid="177"/>
                                        </p:tgtEl>
                                        <p:attrNameLst>
                                          <p:attrName>ppt_x</p:attrName>
                                          <p:attrName>ppt_y</p:attrName>
                                        </p:attrNameLst>
                                      </p:cBhvr>
                                      <p:rCtr x="69" y="-849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7" name="Rectangle 5"/>
          <p:cNvSpPr>
            <a:spLocks noGrp="1" noChangeArrowheads="1"/>
          </p:cNvSpPr>
          <p:nvPr>
            <p:ph type="title"/>
          </p:nvPr>
        </p:nvSpPr>
        <p:spPr>
          <a:xfrm>
            <a:off x="395288" y="620713"/>
            <a:ext cx="7923212" cy="792162"/>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互联的交换机</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81030" name="Rectangle 70"/>
          <p:cNvSpPr>
            <a:spLocks noChangeArrowheads="1"/>
          </p:cNvSpPr>
          <p:nvPr/>
        </p:nvSpPr>
        <p:spPr bwMode="auto">
          <a:xfrm>
            <a:off x="395288" y="4905689"/>
            <a:ext cx="8177212" cy="1031647"/>
          </a:xfrm>
          <a:prstGeom prst="rect">
            <a:avLst/>
          </a:prstGeom>
          <a:noFill/>
          <a:ln w="9525">
            <a:noFill/>
            <a:miter lim="800000"/>
            <a:headEnd/>
            <a:tailEnd/>
          </a:ln>
        </p:spPr>
        <p:txBody>
          <a:bodyPr/>
          <a:lstStyle/>
          <a:p>
            <a:pPr marL="342900" indent="-342900">
              <a:lnSpc>
                <a:spcPct val="120000"/>
              </a:lnSpc>
              <a:spcBef>
                <a:spcPts val="600"/>
              </a:spcBef>
              <a:buClr>
                <a:schemeClr val="accent2"/>
              </a:buClr>
              <a:buSzPct val="100000"/>
              <a:buFontTx/>
              <a:buBlip>
                <a:blip r:embed="rId3"/>
              </a:buBlip>
              <a:defRPr/>
            </a:pPr>
            <a:r>
              <a:rPr lang="zh-CN" altLang="en-US" sz="2400" b="1" dirty="0">
                <a:solidFill>
                  <a:srgbClr val="FF0000"/>
                </a:solidFill>
                <a:latin typeface="楷体" panose="02010609060101010101" pitchFamily="49" charset="-122"/>
                <a:ea typeface="楷体" panose="02010609060101010101" pitchFamily="49" charset="-122"/>
              </a:rPr>
              <a:t>问题：</a:t>
            </a:r>
            <a:r>
              <a:rPr lang="zh-CN" altLang="en-US" sz="2400" dirty="0">
                <a:latin typeface="Times New Roman" panose="02020603050405020304" pitchFamily="18" charset="0"/>
                <a:ea typeface="宋体" pitchFamily="2" charset="-122"/>
                <a:cs typeface="Times New Roman" panose="02020603050405020304" pitchFamily="18" charset="0"/>
              </a:rPr>
              <a:t>从主机</a:t>
            </a:r>
            <a:r>
              <a:rPr lang="en-US" altLang="zh-CN" sz="2400" dirty="0">
                <a:latin typeface="Times New Roman" panose="02020603050405020304" pitchFamily="18" charset="0"/>
                <a:ea typeface="宋体" pitchFamily="2" charset="-122"/>
                <a:cs typeface="Times New Roman" panose="02020603050405020304" pitchFamily="18" charset="0"/>
              </a:rPr>
              <a:t>A</a:t>
            </a:r>
            <a:r>
              <a:rPr lang="zh-CN" altLang="en-US" sz="2400" dirty="0">
                <a:latin typeface="Times New Roman" panose="02020603050405020304" pitchFamily="18" charset="0"/>
                <a:ea typeface="宋体" pitchFamily="2" charset="-122"/>
                <a:cs typeface="Times New Roman" panose="02020603050405020304" pitchFamily="18" charset="0"/>
              </a:rPr>
              <a:t>向</a:t>
            </a:r>
            <a:r>
              <a:rPr lang="en-US" altLang="zh-CN" sz="2400" dirty="0">
                <a:latin typeface="Times New Roman" panose="02020603050405020304" pitchFamily="18" charset="0"/>
                <a:ea typeface="宋体" pitchFamily="2" charset="-122"/>
                <a:cs typeface="Times New Roman" panose="02020603050405020304" pitchFamily="18" charset="0"/>
              </a:rPr>
              <a:t>G</a:t>
            </a:r>
            <a:r>
              <a:rPr lang="zh-CN" altLang="en-US" sz="2400" dirty="0">
                <a:latin typeface="Times New Roman" panose="02020603050405020304" pitchFamily="18" charset="0"/>
                <a:ea typeface="宋体" pitchFamily="2" charset="-122"/>
                <a:cs typeface="Times New Roman" panose="02020603050405020304" pitchFamily="18" charset="0"/>
              </a:rPr>
              <a:t>发送数据帧，</a:t>
            </a:r>
            <a:r>
              <a:rPr lang="en-US" altLang="zh-CN" sz="2400" dirty="0">
                <a:latin typeface="Times New Roman" panose="02020603050405020304" pitchFamily="18" charset="0"/>
                <a:ea typeface="宋体" pitchFamily="2" charset="-122"/>
                <a:cs typeface="Times New Roman" panose="02020603050405020304" pitchFamily="18" charset="0"/>
              </a:rPr>
              <a:t>S</a:t>
            </a:r>
            <a:r>
              <a:rPr lang="en-US" altLang="zh-CN" sz="2400" baseline="-25000" dirty="0">
                <a:latin typeface="Times New Roman" panose="02020603050405020304" pitchFamily="18" charset="0"/>
                <a:ea typeface="宋体" pitchFamily="2" charset="-122"/>
                <a:cs typeface="Times New Roman" panose="02020603050405020304" pitchFamily="18" charset="0"/>
              </a:rPr>
              <a:t>1</a:t>
            </a:r>
            <a:r>
              <a:rPr lang="zh-CN" altLang="en-US" sz="2400" dirty="0">
                <a:latin typeface="Times New Roman" panose="02020603050405020304" pitchFamily="18" charset="0"/>
                <a:ea typeface="宋体" pitchFamily="2" charset="-122"/>
                <a:cs typeface="Times New Roman" panose="02020603050405020304" pitchFamily="18" charset="0"/>
              </a:rPr>
              <a:t>如何知道转发到</a:t>
            </a:r>
            <a:r>
              <a:rPr lang="en-US" altLang="zh-CN" sz="2400" dirty="0">
                <a:latin typeface="Times New Roman" panose="02020603050405020304" pitchFamily="18" charset="0"/>
                <a:ea typeface="宋体" pitchFamily="2" charset="-122"/>
                <a:cs typeface="Times New Roman" panose="02020603050405020304" pitchFamily="18" charset="0"/>
              </a:rPr>
              <a:t>G</a:t>
            </a:r>
            <a:r>
              <a:rPr lang="zh-CN" altLang="en-US" sz="2400" dirty="0">
                <a:latin typeface="Times New Roman" panose="02020603050405020304" pitchFamily="18" charset="0"/>
                <a:ea typeface="宋体" pitchFamily="2" charset="-122"/>
                <a:cs typeface="Times New Roman" panose="02020603050405020304" pitchFamily="18" charset="0"/>
              </a:rPr>
              <a:t>的帧经过</a:t>
            </a:r>
            <a:r>
              <a:rPr lang="en-US" altLang="zh-CN" sz="2400" dirty="0">
                <a:latin typeface="Times New Roman" panose="02020603050405020304" pitchFamily="18" charset="0"/>
                <a:ea typeface="宋体" pitchFamily="2" charset="-122"/>
                <a:cs typeface="Times New Roman" panose="02020603050405020304" pitchFamily="18" charset="0"/>
              </a:rPr>
              <a:t>S</a:t>
            </a:r>
            <a:r>
              <a:rPr lang="en-US" altLang="zh-CN" sz="2400" baseline="-25000" dirty="0">
                <a:latin typeface="Times New Roman" panose="02020603050405020304" pitchFamily="18" charset="0"/>
                <a:ea typeface="宋体" pitchFamily="2" charset="-122"/>
                <a:cs typeface="Times New Roman" panose="02020603050405020304" pitchFamily="18" charset="0"/>
              </a:rPr>
              <a:t>4</a:t>
            </a:r>
            <a:r>
              <a:rPr lang="zh-CN" altLang="en-US" sz="2400" dirty="0">
                <a:latin typeface="Times New Roman" panose="02020603050405020304" pitchFamily="18" charset="0"/>
                <a:ea typeface="宋体" pitchFamily="2" charset="-122"/>
                <a:cs typeface="Times New Roman" panose="02020603050405020304" pitchFamily="18" charset="0"/>
              </a:rPr>
              <a:t>和</a:t>
            </a:r>
            <a:r>
              <a:rPr lang="en-US" altLang="zh-CN" sz="2400" dirty="0">
                <a:latin typeface="Times New Roman" panose="02020603050405020304" pitchFamily="18" charset="0"/>
                <a:ea typeface="宋体" pitchFamily="2" charset="-122"/>
                <a:cs typeface="Times New Roman" panose="02020603050405020304" pitchFamily="18" charset="0"/>
              </a:rPr>
              <a:t>S</a:t>
            </a:r>
            <a:r>
              <a:rPr lang="en-US" altLang="zh-CN" sz="2400" baseline="-25000" dirty="0">
                <a:latin typeface="Times New Roman" panose="02020603050405020304" pitchFamily="18" charset="0"/>
                <a:ea typeface="宋体" pitchFamily="2" charset="-122"/>
                <a:cs typeface="Times New Roman" panose="02020603050405020304" pitchFamily="18" charset="0"/>
              </a:rPr>
              <a:t>3</a:t>
            </a:r>
            <a:r>
              <a:rPr lang="en-US" altLang="zh-CN" sz="2400" dirty="0">
                <a:latin typeface="Times New Roman" panose="02020603050405020304" pitchFamily="18" charset="0"/>
                <a:ea typeface="宋体" pitchFamily="2" charset="-122"/>
                <a:cs typeface="Times New Roman" panose="02020603050405020304" pitchFamily="18" charset="0"/>
              </a:rPr>
              <a:t>?</a:t>
            </a:r>
          </a:p>
        </p:txBody>
      </p:sp>
      <p:sp>
        <p:nvSpPr>
          <p:cNvPr id="57" name="标题 1">
            <a:extLst>
              <a:ext uri="{FF2B5EF4-FFF2-40B4-BE49-F238E27FC236}">
                <a16:creationId xmlns:a16="http://schemas.microsoft.com/office/drawing/2014/main" id="{7E55A21A-E80F-45FB-889D-589471846187}"/>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grpSp>
        <p:nvGrpSpPr>
          <p:cNvPr id="59" name="Group 1">
            <a:extLst>
              <a:ext uri="{FF2B5EF4-FFF2-40B4-BE49-F238E27FC236}">
                <a16:creationId xmlns:a16="http://schemas.microsoft.com/office/drawing/2014/main" id="{8FD15E49-6C48-41DE-A949-6E6039F2D721}"/>
              </a:ext>
            </a:extLst>
          </p:cNvPr>
          <p:cNvGrpSpPr>
            <a:grpSpLocks/>
          </p:cNvGrpSpPr>
          <p:nvPr/>
        </p:nvGrpSpPr>
        <p:grpSpPr bwMode="auto">
          <a:xfrm>
            <a:off x="1370164" y="2996195"/>
            <a:ext cx="1909958" cy="1309550"/>
            <a:chOff x="1021555" y="2494093"/>
            <a:chExt cx="1910462" cy="1309367"/>
          </a:xfrm>
        </p:grpSpPr>
        <p:sp>
          <p:nvSpPr>
            <p:cNvPr id="60" name="Line 20">
              <a:extLst>
                <a:ext uri="{FF2B5EF4-FFF2-40B4-BE49-F238E27FC236}">
                  <a16:creationId xmlns:a16="http://schemas.microsoft.com/office/drawing/2014/main" id="{8AE4F040-846A-429A-B912-CAA1358A443F}"/>
                </a:ext>
              </a:extLst>
            </p:cNvPr>
            <p:cNvSpPr>
              <a:spLocks noChangeShapeType="1"/>
            </p:cNvSpPr>
            <p:nvPr/>
          </p:nvSpPr>
          <p:spPr bwMode="auto">
            <a:xfrm flipH="1">
              <a:off x="1582903" y="3030456"/>
              <a:ext cx="55577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1" name="Line 21">
              <a:extLst>
                <a:ext uri="{FF2B5EF4-FFF2-40B4-BE49-F238E27FC236}">
                  <a16:creationId xmlns:a16="http://schemas.microsoft.com/office/drawing/2014/main" id="{B74A500A-D0D7-47B0-A53A-84AD9F260244}"/>
                </a:ext>
              </a:extLst>
            </p:cNvPr>
            <p:cNvSpPr>
              <a:spLocks noChangeShapeType="1"/>
            </p:cNvSpPr>
            <p:nvPr/>
          </p:nvSpPr>
          <p:spPr bwMode="auto">
            <a:xfrm flipH="1">
              <a:off x="1970355" y="3078074"/>
              <a:ext cx="271534" cy="31428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2" name="Line 22">
              <a:extLst>
                <a:ext uri="{FF2B5EF4-FFF2-40B4-BE49-F238E27FC236}">
                  <a16:creationId xmlns:a16="http://schemas.microsoft.com/office/drawing/2014/main" id="{B7473F5B-F05E-4038-8A73-E7A36AABECC6}"/>
                </a:ext>
              </a:extLst>
            </p:cNvPr>
            <p:cNvSpPr>
              <a:spLocks noChangeShapeType="1"/>
            </p:cNvSpPr>
            <p:nvPr/>
          </p:nvSpPr>
          <p:spPr bwMode="auto">
            <a:xfrm>
              <a:off x="2389566" y="3106645"/>
              <a:ext cx="73044" cy="29523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3" name="Text Box 64">
              <a:extLst>
                <a:ext uri="{FF2B5EF4-FFF2-40B4-BE49-F238E27FC236}">
                  <a16:creationId xmlns:a16="http://schemas.microsoft.com/office/drawing/2014/main" id="{DBB2522C-6C43-48A8-B50B-A0E32D33937E}"/>
                </a:ext>
              </a:extLst>
            </p:cNvPr>
            <p:cNvSpPr txBox="1">
              <a:spLocks noChangeArrowheads="1"/>
            </p:cNvSpPr>
            <p:nvPr/>
          </p:nvSpPr>
          <p:spPr bwMode="auto">
            <a:xfrm>
              <a:off x="1021555" y="2807444"/>
              <a:ext cx="350931" cy="3666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b="1" i="0" dirty="0">
                  <a:solidFill>
                    <a:srgbClr val="00B0F0"/>
                  </a:solidFill>
                  <a:latin typeface="Arial" charset="0"/>
                  <a:cs typeface="Arial" charset="0"/>
                </a:rPr>
                <a:t>A</a:t>
              </a:r>
            </a:p>
          </p:txBody>
        </p:sp>
        <p:sp>
          <p:nvSpPr>
            <p:cNvPr id="64" name="Text Box 65">
              <a:extLst>
                <a:ext uri="{FF2B5EF4-FFF2-40B4-BE49-F238E27FC236}">
                  <a16:creationId xmlns:a16="http://schemas.microsoft.com/office/drawing/2014/main" id="{0A1C800D-53CB-4D50-BD8F-D2FA93B29E11}"/>
                </a:ext>
              </a:extLst>
            </p:cNvPr>
            <p:cNvSpPr txBox="1">
              <a:spLocks noChangeArrowheads="1"/>
            </p:cNvSpPr>
            <p:nvPr/>
          </p:nvSpPr>
          <p:spPr bwMode="auto">
            <a:xfrm>
              <a:off x="1432923" y="3293718"/>
              <a:ext cx="338226" cy="3698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B</a:t>
              </a:r>
            </a:p>
          </p:txBody>
        </p:sp>
        <p:sp>
          <p:nvSpPr>
            <p:cNvPr id="65" name="Text Box 73">
              <a:extLst>
                <a:ext uri="{FF2B5EF4-FFF2-40B4-BE49-F238E27FC236}">
                  <a16:creationId xmlns:a16="http://schemas.microsoft.com/office/drawing/2014/main" id="{B73A800B-4979-4261-9CBF-8E2218DFEDDD}"/>
                </a:ext>
              </a:extLst>
            </p:cNvPr>
            <p:cNvSpPr txBox="1">
              <a:spLocks noChangeArrowheads="1"/>
            </p:cNvSpPr>
            <p:nvPr/>
          </p:nvSpPr>
          <p:spPr bwMode="auto">
            <a:xfrm>
              <a:off x="2141849" y="2494093"/>
              <a:ext cx="423975" cy="3698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1</a:t>
              </a:r>
            </a:p>
          </p:txBody>
        </p:sp>
        <p:sp>
          <p:nvSpPr>
            <p:cNvPr id="66" name="Text Box 66">
              <a:extLst>
                <a:ext uri="{FF2B5EF4-FFF2-40B4-BE49-F238E27FC236}">
                  <a16:creationId xmlns:a16="http://schemas.microsoft.com/office/drawing/2014/main" id="{CBB3AD32-777F-4403-8B36-CE6504CD06ED}"/>
                </a:ext>
              </a:extLst>
            </p:cNvPr>
            <p:cNvSpPr txBox="1">
              <a:spLocks noChangeArrowheads="1"/>
            </p:cNvSpPr>
            <p:nvPr/>
          </p:nvSpPr>
          <p:spPr bwMode="auto">
            <a:xfrm>
              <a:off x="2581087" y="3299086"/>
              <a:ext cx="350930" cy="3698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C</a:t>
              </a:r>
            </a:p>
          </p:txBody>
        </p:sp>
        <p:grpSp>
          <p:nvGrpSpPr>
            <p:cNvPr id="67" name="Group 44">
              <a:extLst>
                <a:ext uri="{FF2B5EF4-FFF2-40B4-BE49-F238E27FC236}">
                  <a16:creationId xmlns:a16="http://schemas.microsoft.com/office/drawing/2014/main" id="{0B40982F-929B-4B9A-B2CC-749FEF025108}"/>
                </a:ext>
              </a:extLst>
            </p:cNvPr>
            <p:cNvGrpSpPr>
              <a:grpSpLocks/>
            </p:cNvGrpSpPr>
            <p:nvPr/>
          </p:nvGrpSpPr>
          <p:grpSpPr bwMode="auto">
            <a:xfrm>
              <a:off x="1127760" y="2834640"/>
              <a:ext cx="568960" cy="481140"/>
              <a:chOff x="-44" y="1473"/>
              <a:chExt cx="981" cy="1105"/>
            </a:xfrm>
          </p:grpSpPr>
          <p:pic>
            <p:nvPicPr>
              <p:cNvPr id="75" name="Picture 45" descr="desktop_computer_stylized_medium">
                <a:extLst>
                  <a:ext uri="{FF2B5EF4-FFF2-40B4-BE49-F238E27FC236}">
                    <a16:creationId xmlns:a16="http://schemas.microsoft.com/office/drawing/2014/main" id="{BF68D397-63D1-4B1F-9A5B-E58CACF32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6" name="Freeform 46">
                <a:extLst>
                  <a:ext uri="{FF2B5EF4-FFF2-40B4-BE49-F238E27FC236}">
                    <a16:creationId xmlns:a16="http://schemas.microsoft.com/office/drawing/2014/main" id="{CAFD5E3D-8E37-4278-9DCD-A8183F0C8FB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68" name="Group 44">
              <a:extLst>
                <a:ext uri="{FF2B5EF4-FFF2-40B4-BE49-F238E27FC236}">
                  <a16:creationId xmlns:a16="http://schemas.microsoft.com/office/drawing/2014/main" id="{9A629907-D50A-4F5C-8D18-96C803DCD8B0}"/>
                </a:ext>
              </a:extLst>
            </p:cNvPr>
            <p:cNvGrpSpPr>
              <a:grpSpLocks/>
            </p:cNvGrpSpPr>
            <p:nvPr/>
          </p:nvGrpSpPr>
          <p:grpSpPr bwMode="auto">
            <a:xfrm>
              <a:off x="1534160" y="3291840"/>
              <a:ext cx="568960" cy="481140"/>
              <a:chOff x="-44" y="1473"/>
              <a:chExt cx="981" cy="1105"/>
            </a:xfrm>
          </p:grpSpPr>
          <p:pic>
            <p:nvPicPr>
              <p:cNvPr id="73" name="Picture 45" descr="desktop_computer_stylized_medium">
                <a:extLst>
                  <a:ext uri="{FF2B5EF4-FFF2-40B4-BE49-F238E27FC236}">
                    <a16:creationId xmlns:a16="http://schemas.microsoft.com/office/drawing/2014/main" id="{F462EA67-C6AC-4CC1-AEE0-F9409DCCDE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4" name="Freeform 46">
                <a:extLst>
                  <a:ext uri="{FF2B5EF4-FFF2-40B4-BE49-F238E27FC236}">
                    <a16:creationId xmlns:a16="http://schemas.microsoft.com/office/drawing/2014/main" id="{99E0710E-A04C-435E-9BAB-F4F7FA3F46C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69" name="Group 44">
              <a:extLst>
                <a:ext uri="{FF2B5EF4-FFF2-40B4-BE49-F238E27FC236}">
                  <a16:creationId xmlns:a16="http://schemas.microsoft.com/office/drawing/2014/main" id="{AAF8DBEE-9546-43D8-BC1B-8C58BB51DC5C}"/>
                </a:ext>
              </a:extLst>
            </p:cNvPr>
            <p:cNvGrpSpPr>
              <a:grpSpLocks/>
            </p:cNvGrpSpPr>
            <p:nvPr/>
          </p:nvGrpSpPr>
          <p:grpSpPr bwMode="auto">
            <a:xfrm>
              <a:off x="2062480" y="3322320"/>
              <a:ext cx="568960" cy="481140"/>
              <a:chOff x="-44" y="1473"/>
              <a:chExt cx="981" cy="1105"/>
            </a:xfrm>
          </p:grpSpPr>
          <p:pic>
            <p:nvPicPr>
              <p:cNvPr id="71" name="Picture 45" descr="desktop_computer_stylized_medium">
                <a:extLst>
                  <a:ext uri="{FF2B5EF4-FFF2-40B4-BE49-F238E27FC236}">
                    <a16:creationId xmlns:a16="http://schemas.microsoft.com/office/drawing/2014/main" id="{883784D0-0620-4294-B2C5-54046A6763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2" name="Freeform 46">
                <a:extLst>
                  <a:ext uri="{FF2B5EF4-FFF2-40B4-BE49-F238E27FC236}">
                    <a16:creationId xmlns:a16="http://schemas.microsoft.com/office/drawing/2014/main" id="{120B2C42-3A89-4346-8FC0-AF092E660D3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pic>
          <p:nvPicPr>
            <p:cNvPr id="70" name="Picture 3">
              <a:extLst>
                <a:ext uri="{FF2B5EF4-FFF2-40B4-BE49-F238E27FC236}">
                  <a16:creationId xmlns:a16="http://schemas.microsoft.com/office/drawing/2014/main" id="{88490F44-3811-4142-85C6-3C286020CC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4817" y="2879664"/>
              <a:ext cx="678041" cy="2999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grpSp>
        <p:nvGrpSpPr>
          <p:cNvPr id="77" name="Group 2">
            <a:extLst>
              <a:ext uri="{FF2B5EF4-FFF2-40B4-BE49-F238E27FC236}">
                <a16:creationId xmlns:a16="http://schemas.microsoft.com/office/drawing/2014/main" id="{372858D6-4E48-4DA2-B7A7-708E4605E9EF}"/>
              </a:ext>
            </a:extLst>
          </p:cNvPr>
          <p:cNvGrpSpPr>
            <a:grpSpLocks/>
          </p:cNvGrpSpPr>
          <p:nvPr/>
        </p:nvGrpSpPr>
        <p:grpSpPr bwMode="auto">
          <a:xfrm>
            <a:off x="2810838" y="2262830"/>
            <a:ext cx="4711194" cy="2268342"/>
            <a:chOff x="2462205" y="1760794"/>
            <a:chExt cx="4710756" cy="2267726"/>
          </a:xfrm>
        </p:grpSpPr>
        <p:sp>
          <p:nvSpPr>
            <p:cNvPr id="83" name="Line 35">
              <a:extLst>
                <a:ext uri="{FF2B5EF4-FFF2-40B4-BE49-F238E27FC236}">
                  <a16:creationId xmlns:a16="http://schemas.microsoft.com/office/drawing/2014/main" id="{B0B8AB98-9265-4228-85E1-B9AA16EFA021}"/>
                </a:ext>
              </a:extLst>
            </p:cNvPr>
            <p:cNvSpPr>
              <a:spLocks noChangeShapeType="1"/>
            </p:cNvSpPr>
            <p:nvPr/>
          </p:nvSpPr>
          <p:spPr bwMode="auto">
            <a:xfrm flipH="1">
              <a:off x="2462205" y="2355749"/>
              <a:ext cx="1434965" cy="54682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8" name="Line 23">
              <a:extLst>
                <a:ext uri="{FF2B5EF4-FFF2-40B4-BE49-F238E27FC236}">
                  <a16:creationId xmlns:a16="http://schemas.microsoft.com/office/drawing/2014/main" id="{FF1B2BBA-6EB6-4F44-9123-19145F8B96FC}"/>
                </a:ext>
              </a:extLst>
            </p:cNvPr>
            <p:cNvSpPr>
              <a:spLocks noChangeShapeType="1"/>
            </p:cNvSpPr>
            <p:nvPr/>
          </p:nvSpPr>
          <p:spPr bwMode="auto">
            <a:xfrm flipH="1">
              <a:off x="3635258" y="3068344"/>
              <a:ext cx="346043" cy="21584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9" name="Line 24">
              <a:extLst>
                <a:ext uri="{FF2B5EF4-FFF2-40B4-BE49-F238E27FC236}">
                  <a16:creationId xmlns:a16="http://schemas.microsoft.com/office/drawing/2014/main" id="{64B44BED-F93E-4AF1-87C6-0B889E48CECC}"/>
                </a:ext>
              </a:extLst>
            </p:cNvPr>
            <p:cNvSpPr>
              <a:spLocks noChangeShapeType="1"/>
            </p:cNvSpPr>
            <p:nvPr/>
          </p:nvSpPr>
          <p:spPr bwMode="auto">
            <a:xfrm flipH="1">
              <a:off x="3949554" y="3087389"/>
              <a:ext cx="125401" cy="58721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0" name="Line 25">
              <a:extLst>
                <a:ext uri="{FF2B5EF4-FFF2-40B4-BE49-F238E27FC236}">
                  <a16:creationId xmlns:a16="http://schemas.microsoft.com/office/drawing/2014/main" id="{ACF9B302-5956-42D3-AFD0-92D828E0E04D}"/>
                </a:ext>
              </a:extLst>
            </p:cNvPr>
            <p:cNvSpPr>
              <a:spLocks noChangeShapeType="1"/>
            </p:cNvSpPr>
            <p:nvPr/>
          </p:nvSpPr>
          <p:spPr bwMode="auto">
            <a:xfrm>
              <a:off x="4254326" y="3030254"/>
              <a:ext cx="230167" cy="36185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1" name="Line 26">
              <a:extLst>
                <a:ext uri="{FF2B5EF4-FFF2-40B4-BE49-F238E27FC236}">
                  <a16:creationId xmlns:a16="http://schemas.microsoft.com/office/drawing/2014/main" id="{A10117B1-7BC8-45B0-BFD4-6672D8A26458}"/>
                </a:ext>
              </a:extLst>
            </p:cNvPr>
            <p:cNvSpPr>
              <a:spLocks noChangeShapeType="1"/>
            </p:cNvSpPr>
            <p:nvPr/>
          </p:nvSpPr>
          <p:spPr bwMode="auto">
            <a:xfrm flipH="1">
              <a:off x="5532145" y="3106433"/>
              <a:ext cx="428585" cy="24440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2" name="Line 27">
              <a:extLst>
                <a:ext uri="{FF2B5EF4-FFF2-40B4-BE49-F238E27FC236}">
                  <a16:creationId xmlns:a16="http://schemas.microsoft.com/office/drawing/2014/main" id="{14F4FA17-813D-428C-B721-E7718416AE3A}"/>
                </a:ext>
              </a:extLst>
            </p:cNvPr>
            <p:cNvSpPr>
              <a:spLocks noChangeShapeType="1"/>
            </p:cNvSpPr>
            <p:nvPr/>
          </p:nvSpPr>
          <p:spPr bwMode="auto">
            <a:xfrm flipH="1">
              <a:off x="6035335" y="3077866"/>
              <a:ext cx="9524" cy="46977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4" name="Line 36">
              <a:extLst>
                <a:ext uri="{FF2B5EF4-FFF2-40B4-BE49-F238E27FC236}">
                  <a16:creationId xmlns:a16="http://schemas.microsoft.com/office/drawing/2014/main" id="{25C8115B-15E0-486A-89DB-5D6C73337B51}"/>
                </a:ext>
              </a:extLst>
            </p:cNvPr>
            <p:cNvSpPr>
              <a:spLocks noChangeShapeType="1"/>
            </p:cNvSpPr>
            <p:nvPr/>
          </p:nvSpPr>
          <p:spPr bwMode="auto">
            <a:xfrm>
              <a:off x="4200356" y="2322421"/>
              <a:ext cx="0" cy="5999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5" name="Line 37">
              <a:extLst>
                <a:ext uri="{FF2B5EF4-FFF2-40B4-BE49-F238E27FC236}">
                  <a16:creationId xmlns:a16="http://schemas.microsoft.com/office/drawing/2014/main" id="{7027FF99-8381-4B04-8842-B4E10FF1A0D8}"/>
                </a:ext>
              </a:extLst>
            </p:cNvPr>
            <p:cNvSpPr>
              <a:spLocks noChangeShapeType="1"/>
            </p:cNvSpPr>
            <p:nvPr/>
          </p:nvSpPr>
          <p:spPr bwMode="auto">
            <a:xfrm flipH="1" flipV="1">
              <a:off x="4432958" y="2319245"/>
              <a:ext cx="1451576" cy="63417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6" name="Line 63">
              <a:extLst>
                <a:ext uri="{FF2B5EF4-FFF2-40B4-BE49-F238E27FC236}">
                  <a16:creationId xmlns:a16="http://schemas.microsoft.com/office/drawing/2014/main" id="{8FE25662-4207-4867-A038-AF466C626BAF}"/>
                </a:ext>
              </a:extLst>
            </p:cNvPr>
            <p:cNvSpPr>
              <a:spLocks noChangeShapeType="1"/>
            </p:cNvSpPr>
            <p:nvPr/>
          </p:nvSpPr>
          <p:spPr bwMode="auto">
            <a:xfrm>
              <a:off x="6411539" y="3131826"/>
              <a:ext cx="285723" cy="15870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7" name="Text Box 67">
              <a:extLst>
                <a:ext uri="{FF2B5EF4-FFF2-40B4-BE49-F238E27FC236}">
                  <a16:creationId xmlns:a16="http://schemas.microsoft.com/office/drawing/2014/main" id="{38F81712-B982-407B-84A2-984BA0AB214F}"/>
                </a:ext>
              </a:extLst>
            </p:cNvPr>
            <p:cNvSpPr txBox="1">
              <a:spLocks noChangeArrowheads="1"/>
            </p:cNvSpPr>
            <p:nvPr/>
          </p:nvSpPr>
          <p:spPr bwMode="auto">
            <a:xfrm>
              <a:off x="3620973" y="3222289"/>
              <a:ext cx="349218" cy="366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D</a:t>
              </a:r>
            </a:p>
          </p:txBody>
        </p:sp>
        <p:sp>
          <p:nvSpPr>
            <p:cNvPr id="88" name="Text Box 68">
              <a:extLst>
                <a:ext uri="{FF2B5EF4-FFF2-40B4-BE49-F238E27FC236}">
                  <a16:creationId xmlns:a16="http://schemas.microsoft.com/office/drawing/2014/main" id="{D5271B4F-CFB1-4A56-AE47-B34374796ADC}"/>
                </a:ext>
              </a:extLst>
            </p:cNvPr>
            <p:cNvSpPr txBox="1">
              <a:spLocks noChangeArrowheads="1"/>
            </p:cNvSpPr>
            <p:nvPr/>
          </p:nvSpPr>
          <p:spPr bwMode="auto">
            <a:xfrm>
              <a:off x="4094004" y="3658733"/>
              <a:ext cx="338106"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E</a:t>
              </a:r>
            </a:p>
          </p:txBody>
        </p:sp>
        <p:sp>
          <p:nvSpPr>
            <p:cNvPr id="89" name="Text Box 69">
              <a:extLst>
                <a:ext uri="{FF2B5EF4-FFF2-40B4-BE49-F238E27FC236}">
                  <a16:creationId xmlns:a16="http://schemas.microsoft.com/office/drawing/2014/main" id="{782302F5-9AEE-4F4F-8AD7-5350D6D1ED2F}"/>
                </a:ext>
              </a:extLst>
            </p:cNvPr>
            <p:cNvSpPr txBox="1">
              <a:spLocks noChangeArrowheads="1"/>
            </p:cNvSpPr>
            <p:nvPr/>
          </p:nvSpPr>
          <p:spPr bwMode="auto">
            <a:xfrm>
              <a:off x="4567035" y="3057234"/>
              <a:ext cx="325407" cy="3697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F</a:t>
              </a:r>
            </a:p>
          </p:txBody>
        </p:sp>
        <p:sp>
          <p:nvSpPr>
            <p:cNvPr id="90" name="Text Box 74">
              <a:extLst>
                <a:ext uri="{FF2B5EF4-FFF2-40B4-BE49-F238E27FC236}">
                  <a16:creationId xmlns:a16="http://schemas.microsoft.com/office/drawing/2014/main" id="{40E88BB4-CB03-45AF-91AA-B6D8EE1E7CF9}"/>
                </a:ext>
              </a:extLst>
            </p:cNvPr>
            <p:cNvSpPr txBox="1">
              <a:spLocks noChangeArrowheads="1"/>
            </p:cNvSpPr>
            <p:nvPr/>
          </p:nvSpPr>
          <p:spPr bwMode="auto">
            <a:xfrm>
              <a:off x="3537495" y="2543767"/>
              <a:ext cx="436521" cy="366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2</a:t>
              </a:r>
            </a:p>
          </p:txBody>
        </p:sp>
        <p:sp>
          <p:nvSpPr>
            <p:cNvPr id="91" name="Text Box 75">
              <a:extLst>
                <a:ext uri="{FF2B5EF4-FFF2-40B4-BE49-F238E27FC236}">
                  <a16:creationId xmlns:a16="http://schemas.microsoft.com/office/drawing/2014/main" id="{C3503182-8592-4B89-9847-1F3AB49E1D5E}"/>
                </a:ext>
              </a:extLst>
            </p:cNvPr>
            <p:cNvSpPr txBox="1">
              <a:spLocks noChangeArrowheads="1"/>
            </p:cNvSpPr>
            <p:nvPr/>
          </p:nvSpPr>
          <p:spPr bwMode="auto">
            <a:xfrm>
              <a:off x="4013048" y="1760794"/>
              <a:ext cx="436522" cy="366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4</a:t>
              </a:r>
            </a:p>
          </p:txBody>
        </p:sp>
        <p:sp>
          <p:nvSpPr>
            <p:cNvPr id="92" name="Text Box 76">
              <a:extLst>
                <a:ext uri="{FF2B5EF4-FFF2-40B4-BE49-F238E27FC236}">
                  <a16:creationId xmlns:a16="http://schemas.microsoft.com/office/drawing/2014/main" id="{70FAEF79-0315-4AAD-B9B6-48CC82F119A0}"/>
                </a:ext>
              </a:extLst>
            </p:cNvPr>
            <p:cNvSpPr txBox="1">
              <a:spLocks noChangeArrowheads="1"/>
            </p:cNvSpPr>
            <p:nvPr/>
          </p:nvSpPr>
          <p:spPr bwMode="auto">
            <a:xfrm>
              <a:off x="5884537" y="2571850"/>
              <a:ext cx="436522" cy="3666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3</a:t>
              </a:r>
            </a:p>
          </p:txBody>
        </p:sp>
        <p:sp>
          <p:nvSpPr>
            <p:cNvPr id="93" name="Text Box 78">
              <a:extLst>
                <a:ext uri="{FF2B5EF4-FFF2-40B4-BE49-F238E27FC236}">
                  <a16:creationId xmlns:a16="http://schemas.microsoft.com/office/drawing/2014/main" id="{66A195E5-64C2-4BDD-B736-E42E98043D7A}"/>
                </a:ext>
              </a:extLst>
            </p:cNvPr>
            <p:cNvSpPr txBox="1">
              <a:spLocks noChangeArrowheads="1"/>
            </p:cNvSpPr>
            <p:nvPr/>
          </p:nvSpPr>
          <p:spPr bwMode="auto">
            <a:xfrm>
              <a:off x="6077232" y="3492090"/>
              <a:ext cx="360329" cy="3666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H</a:t>
              </a:r>
            </a:p>
          </p:txBody>
        </p:sp>
        <p:sp>
          <p:nvSpPr>
            <p:cNvPr id="94" name="Text Box 79">
              <a:extLst>
                <a:ext uri="{FF2B5EF4-FFF2-40B4-BE49-F238E27FC236}">
                  <a16:creationId xmlns:a16="http://schemas.microsoft.com/office/drawing/2014/main" id="{6373AF27-9843-4977-87B9-1E3375C3C85B}"/>
                </a:ext>
              </a:extLst>
            </p:cNvPr>
            <p:cNvSpPr txBox="1">
              <a:spLocks noChangeArrowheads="1"/>
            </p:cNvSpPr>
            <p:nvPr/>
          </p:nvSpPr>
          <p:spPr bwMode="auto">
            <a:xfrm>
              <a:off x="6923747" y="3192985"/>
              <a:ext cx="249214"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I</a:t>
              </a:r>
            </a:p>
          </p:txBody>
        </p:sp>
        <p:sp>
          <p:nvSpPr>
            <p:cNvPr id="95" name="Text Box 80">
              <a:extLst>
                <a:ext uri="{FF2B5EF4-FFF2-40B4-BE49-F238E27FC236}">
                  <a16:creationId xmlns:a16="http://schemas.microsoft.com/office/drawing/2014/main" id="{133FC6CE-FD0A-43C3-853B-DA3B66D7BF9F}"/>
                </a:ext>
              </a:extLst>
            </p:cNvPr>
            <p:cNvSpPr txBox="1">
              <a:spLocks noChangeArrowheads="1"/>
            </p:cNvSpPr>
            <p:nvPr/>
          </p:nvSpPr>
          <p:spPr bwMode="auto">
            <a:xfrm>
              <a:off x="5103560" y="3595251"/>
              <a:ext cx="365091"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b="1" i="0" dirty="0">
                  <a:solidFill>
                    <a:srgbClr val="00B0F0"/>
                  </a:solidFill>
                  <a:latin typeface="Arial" charset="0"/>
                  <a:cs typeface="Arial" charset="0"/>
                </a:rPr>
                <a:t>G</a:t>
              </a:r>
            </a:p>
          </p:txBody>
        </p:sp>
        <p:pic>
          <p:nvPicPr>
            <p:cNvPr id="96" name="Picture 3">
              <a:extLst>
                <a:ext uri="{FF2B5EF4-FFF2-40B4-BE49-F238E27FC236}">
                  <a16:creationId xmlns:a16="http://schemas.microsoft.com/office/drawing/2014/main" id="{A42413DF-225C-496C-A3C2-DCBF755A43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3899" y="2930268"/>
              <a:ext cx="677799" cy="2999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97" name="Group 44">
              <a:extLst>
                <a:ext uri="{FF2B5EF4-FFF2-40B4-BE49-F238E27FC236}">
                  <a16:creationId xmlns:a16="http://schemas.microsoft.com/office/drawing/2014/main" id="{5221B5E0-2575-4CD8-B3E0-E5C670C9A088}"/>
                </a:ext>
              </a:extLst>
            </p:cNvPr>
            <p:cNvGrpSpPr>
              <a:grpSpLocks/>
            </p:cNvGrpSpPr>
            <p:nvPr/>
          </p:nvGrpSpPr>
          <p:grpSpPr bwMode="auto">
            <a:xfrm>
              <a:off x="3139440" y="3180080"/>
              <a:ext cx="568960" cy="481140"/>
              <a:chOff x="-44" y="1473"/>
              <a:chExt cx="981" cy="1105"/>
            </a:xfrm>
          </p:grpSpPr>
          <p:pic>
            <p:nvPicPr>
              <p:cNvPr id="115" name="Picture 45" descr="desktop_computer_stylized_medium">
                <a:extLst>
                  <a:ext uri="{FF2B5EF4-FFF2-40B4-BE49-F238E27FC236}">
                    <a16:creationId xmlns:a16="http://schemas.microsoft.com/office/drawing/2014/main" id="{A2507F0D-2190-4A7E-A6E2-29A3DDE2A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6" name="Freeform 46">
                <a:extLst>
                  <a:ext uri="{FF2B5EF4-FFF2-40B4-BE49-F238E27FC236}">
                    <a16:creationId xmlns:a16="http://schemas.microsoft.com/office/drawing/2014/main" id="{E6346667-A538-4F4E-9161-9CE6890F224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98" name="Group 44">
              <a:extLst>
                <a:ext uri="{FF2B5EF4-FFF2-40B4-BE49-F238E27FC236}">
                  <a16:creationId xmlns:a16="http://schemas.microsoft.com/office/drawing/2014/main" id="{34D87EA2-6AB7-4B8C-BE33-D8431CC158F6}"/>
                </a:ext>
              </a:extLst>
            </p:cNvPr>
            <p:cNvGrpSpPr>
              <a:grpSpLocks/>
            </p:cNvGrpSpPr>
            <p:nvPr/>
          </p:nvGrpSpPr>
          <p:grpSpPr bwMode="auto">
            <a:xfrm>
              <a:off x="3576320" y="3525520"/>
              <a:ext cx="568960" cy="481140"/>
              <a:chOff x="-44" y="1473"/>
              <a:chExt cx="981" cy="1105"/>
            </a:xfrm>
          </p:grpSpPr>
          <p:pic>
            <p:nvPicPr>
              <p:cNvPr id="113" name="Picture 45" descr="desktop_computer_stylized_medium">
                <a:extLst>
                  <a:ext uri="{FF2B5EF4-FFF2-40B4-BE49-F238E27FC236}">
                    <a16:creationId xmlns:a16="http://schemas.microsoft.com/office/drawing/2014/main" id="{CEBB3365-C300-4C28-AF8C-013E20B9DD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4" name="Freeform 46">
                <a:extLst>
                  <a:ext uri="{FF2B5EF4-FFF2-40B4-BE49-F238E27FC236}">
                    <a16:creationId xmlns:a16="http://schemas.microsoft.com/office/drawing/2014/main" id="{5C5F17B2-6B38-4D53-8C98-DBEBE3996FE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99" name="Group 44">
              <a:extLst>
                <a:ext uri="{FF2B5EF4-FFF2-40B4-BE49-F238E27FC236}">
                  <a16:creationId xmlns:a16="http://schemas.microsoft.com/office/drawing/2014/main" id="{5B970DFD-308B-4F6F-8B4C-49A6B96A2663}"/>
                </a:ext>
              </a:extLst>
            </p:cNvPr>
            <p:cNvGrpSpPr>
              <a:grpSpLocks/>
            </p:cNvGrpSpPr>
            <p:nvPr/>
          </p:nvGrpSpPr>
          <p:grpSpPr bwMode="auto">
            <a:xfrm>
              <a:off x="4135120" y="3281680"/>
              <a:ext cx="568960" cy="481140"/>
              <a:chOff x="-44" y="1473"/>
              <a:chExt cx="981" cy="1105"/>
            </a:xfrm>
          </p:grpSpPr>
          <p:pic>
            <p:nvPicPr>
              <p:cNvPr id="111" name="Picture 45" descr="desktop_computer_stylized_medium">
                <a:extLst>
                  <a:ext uri="{FF2B5EF4-FFF2-40B4-BE49-F238E27FC236}">
                    <a16:creationId xmlns:a16="http://schemas.microsoft.com/office/drawing/2014/main" id="{5DC9DB58-DBD7-43BF-9E40-4A6BF77A84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2" name="Freeform 46">
                <a:extLst>
                  <a:ext uri="{FF2B5EF4-FFF2-40B4-BE49-F238E27FC236}">
                    <a16:creationId xmlns:a16="http://schemas.microsoft.com/office/drawing/2014/main" id="{FD1D8A8D-1E3F-4BFB-A553-F7930376239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00" name="Group 44">
              <a:extLst>
                <a:ext uri="{FF2B5EF4-FFF2-40B4-BE49-F238E27FC236}">
                  <a16:creationId xmlns:a16="http://schemas.microsoft.com/office/drawing/2014/main" id="{8B93646F-145E-47E1-89D0-E85AAA35A9A3}"/>
                </a:ext>
              </a:extLst>
            </p:cNvPr>
            <p:cNvGrpSpPr>
              <a:grpSpLocks/>
            </p:cNvGrpSpPr>
            <p:nvPr/>
          </p:nvGrpSpPr>
          <p:grpSpPr bwMode="auto">
            <a:xfrm>
              <a:off x="5049520" y="3261360"/>
              <a:ext cx="568960" cy="481140"/>
              <a:chOff x="-44" y="1473"/>
              <a:chExt cx="981" cy="1105"/>
            </a:xfrm>
          </p:grpSpPr>
          <p:pic>
            <p:nvPicPr>
              <p:cNvPr id="109" name="Picture 45" descr="desktop_computer_stylized_medium">
                <a:extLst>
                  <a:ext uri="{FF2B5EF4-FFF2-40B4-BE49-F238E27FC236}">
                    <a16:creationId xmlns:a16="http://schemas.microsoft.com/office/drawing/2014/main" id="{67C10BCB-F950-4B95-9C2E-93DC04304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0" name="Freeform 46">
                <a:extLst>
                  <a:ext uri="{FF2B5EF4-FFF2-40B4-BE49-F238E27FC236}">
                    <a16:creationId xmlns:a16="http://schemas.microsoft.com/office/drawing/2014/main" id="{31994AEE-37FA-4D54-A1CF-D21A577002F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01" name="Group 44">
              <a:extLst>
                <a:ext uri="{FF2B5EF4-FFF2-40B4-BE49-F238E27FC236}">
                  <a16:creationId xmlns:a16="http://schemas.microsoft.com/office/drawing/2014/main" id="{9476A13B-26D1-4225-AB5A-2875C452C677}"/>
                </a:ext>
              </a:extLst>
            </p:cNvPr>
            <p:cNvGrpSpPr>
              <a:grpSpLocks/>
            </p:cNvGrpSpPr>
            <p:nvPr/>
          </p:nvGrpSpPr>
          <p:grpSpPr bwMode="auto">
            <a:xfrm>
              <a:off x="5588000" y="3434080"/>
              <a:ext cx="568960" cy="481140"/>
              <a:chOff x="-44" y="1473"/>
              <a:chExt cx="981" cy="1105"/>
            </a:xfrm>
          </p:grpSpPr>
          <p:pic>
            <p:nvPicPr>
              <p:cNvPr id="107" name="Picture 45" descr="desktop_computer_stylized_medium">
                <a:extLst>
                  <a:ext uri="{FF2B5EF4-FFF2-40B4-BE49-F238E27FC236}">
                    <a16:creationId xmlns:a16="http://schemas.microsoft.com/office/drawing/2014/main" id="{AFBB0770-00DF-4385-BA48-4CAAE0B5B2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8" name="Freeform 46">
                <a:extLst>
                  <a:ext uri="{FF2B5EF4-FFF2-40B4-BE49-F238E27FC236}">
                    <a16:creationId xmlns:a16="http://schemas.microsoft.com/office/drawing/2014/main" id="{758F64BB-0ECD-42FE-8048-4B2B0A1293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02" name="Group 44">
              <a:extLst>
                <a:ext uri="{FF2B5EF4-FFF2-40B4-BE49-F238E27FC236}">
                  <a16:creationId xmlns:a16="http://schemas.microsoft.com/office/drawing/2014/main" id="{40632B96-DDD6-44D1-B269-B7D4A9C0D0C2}"/>
                </a:ext>
              </a:extLst>
            </p:cNvPr>
            <p:cNvGrpSpPr>
              <a:grpSpLocks/>
            </p:cNvGrpSpPr>
            <p:nvPr/>
          </p:nvGrpSpPr>
          <p:grpSpPr bwMode="auto">
            <a:xfrm>
              <a:off x="6380480" y="3149600"/>
              <a:ext cx="568960" cy="481140"/>
              <a:chOff x="-44" y="1473"/>
              <a:chExt cx="981" cy="1105"/>
            </a:xfrm>
          </p:grpSpPr>
          <p:pic>
            <p:nvPicPr>
              <p:cNvPr id="105" name="Picture 45" descr="desktop_computer_stylized_medium">
                <a:extLst>
                  <a:ext uri="{FF2B5EF4-FFF2-40B4-BE49-F238E27FC236}">
                    <a16:creationId xmlns:a16="http://schemas.microsoft.com/office/drawing/2014/main" id="{3A5E2F62-774B-4C45-89C8-11D40611F3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6" name="Freeform 46">
                <a:extLst>
                  <a:ext uri="{FF2B5EF4-FFF2-40B4-BE49-F238E27FC236}">
                    <a16:creationId xmlns:a16="http://schemas.microsoft.com/office/drawing/2014/main" id="{4A10FEA0-5C61-4C27-9FC7-143DDFFB877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pic>
          <p:nvPicPr>
            <p:cNvPr id="103" name="Picture 3">
              <a:extLst>
                <a:ext uri="{FF2B5EF4-FFF2-40B4-BE49-F238E27FC236}">
                  <a16:creationId xmlns:a16="http://schemas.microsoft.com/office/drawing/2014/main" id="{07F17508-F46F-4121-8C3B-F1EE5E06C5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4313" y="2847741"/>
              <a:ext cx="677800" cy="3015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104" name="Picture 3">
              <a:extLst>
                <a:ext uri="{FF2B5EF4-FFF2-40B4-BE49-F238E27FC236}">
                  <a16:creationId xmlns:a16="http://schemas.microsoft.com/office/drawing/2014/main" id="{BF476995-AF6D-416F-A660-1A342A9C62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4949" y="2116102"/>
              <a:ext cx="676212" cy="3015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sp>
        <p:nvSpPr>
          <p:cNvPr id="117" name="Rectangle 70">
            <a:extLst>
              <a:ext uri="{FF2B5EF4-FFF2-40B4-BE49-F238E27FC236}">
                <a16:creationId xmlns:a16="http://schemas.microsoft.com/office/drawing/2014/main" id="{7E161D21-BFE6-4851-B698-63297E3214D0}"/>
              </a:ext>
            </a:extLst>
          </p:cNvPr>
          <p:cNvSpPr>
            <a:spLocks noChangeArrowheads="1"/>
          </p:cNvSpPr>
          <p:nvPr/>
        </p:nvSpPr>
        <p:spPr bwMode="auto">
          <a:xfrm>
            <a:off x="395288" y="1487937"/>
            <a:ext cx="8177212" cy="446216"/>
          </a:xfrm>
          <a:prstGeom prst="rect">
            <a:avLst/>
          </a:prstGeom>
          <a:noFill/>
          <a:ln w="9525">
            <a:noFill/>
            <a:miter lim="800000"/>
            <a:headEnd/>
            <a:tailEnd/>
          </a:ln>
        </p:spPr>
        <p:txBody>
          <a:bodyPr/>
          <a:lstStyle/>
          <a:p>
            <a:pPr marL="342900" indent="-342900">
              <a:spcBef>
                <a:spcPct val="20000"/>
              </a:spcBef>
              <a:buClr>
                <a:schemeClr val="accent2"/>
              </a:buClr>
              <a:buSzPct val="100000"/>
              <a:buBlip>
                <a:blip r:embed="rId3"/>
              </a:buBlip>
              <a:defRPr/>
            </a:pPr>
            <a:r>
              <a:rPr lang="zh-CN" altLang="en-US" sz="2400" dirty="0">
                <a:latin typeface="宋体" panose="02010600030101010101" pitchFamily="2" charset="-122"/>
                <a:ea typeface="宋体" panose="02010600030101010101" pitchFamily="2" charset="-122"/>
              </a:rPr>
              <a:t>交换机能够互相连接</a:t>
            </a:r>
            <a:r>
              <a:rPr lang="en-US" altLang="zh-CN" sz="2400" dirty="0">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325810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03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7" name="Rectangle 5"/>
          <p:cNvSpPr>
            <a:spLocks noGrp="1" noChangeArrowheads="1"/>
          </p:cNvSpPr>
          <p:nvPr>
            <p:ph type="title"/>
          </p:nvPr>
        </p:nvSpPr>
        <p:spPr>
          <a:xfrm>
            <a:off x="395288" y="620713"/>
            <a:ext cx="7923212" cy="792162"/>
          </a:xfrm>
        </p:spPr>
        <p:txBody>
          <a:bodyPr>
            <a:norm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互联的交换机：示例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81030" name="Rectangle 70"/>
          <p:cNvSpPr>
            <a:spLocks noChangeArrowheads="1"/>
          </p:cNvSpPr>
          <p:nvPr/>
        </p:nvSpPr>
        <p:spPr bwMode="auto">
          <a:xfrm>
            <a:off x="493231" y="4622421"/>
            <a:ext cx="8177212" cy="975767"/>
          </a:xfrm>
          <a:prstGeom prst="rect">
            <a:avLst/>
          </a:prstGeom>
          <a:noFill/>
          <a:ln w="9525">
            <a:noFill/>
            <a:miter lim="800000"/>
            <a:headEnd/>
            <a:tailEnd/>
          </a:ln>
        </p:spPr>
        <p:txBody>
          <a:bodyPr/>
          <a:lstStyle/>
          <a:p>
            <a:pPr marL="342900" indent="-342900">
              <a:lnSpc>
                <a:spcPct val="120000"/>
              </a:lnSpc>
              <a:spcBef>
                <a:spcPts val="600"/>
              </a:spcBef>
              <a:buClr>
                <a:schemeClr val="accent2"/>
              </a:buClr>
              <a:buSzPct val="100000"/>
              <a:buFontTx/>
              <a:buBlip>
                <a:blip r:embed="rId3"/>
              </a:buBlip>
              <a:defRPr/>
            </a:pPr>
            <a:r>
              <a:rPr lang="zh-CN" altLang="en-US" sz="2400" b="1" dirty="0">
                <a:solidFill>
                  <a:srgbClr val="FF0000"/>
                </a:solidFill>
                <a:latin typeface="楷体" panose="02010609060101010101" pitchFamily="49" charset="-122"/>
                <a:ea typeface="楷体" panose="02010609060101010101" pitchFamily="49" charset="-122"/>
              </a:rPr>
              <a:t>问题：</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给出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itchFamily="2" charset="-122"/>
                <a:cs typeface="Times New Roman" panose="02020603050405020304" pitchFamily="18" charset="0"/>
              </a:rPr>
              <a:t>中的交换表，并说明数据帧的转发方法</a:t>
            </a:r>
            <a:endParaRPr lang="en-US" altLang="zh-CN" sz="2400" dirty="0">
              <a:latin typeface="Times New Roman" panose="02020603050405020304" pitchFamily="18" charset="0"/>
              <a:ea typeface="宋体" pitchFamily="2" charset="-122"/>
              <a:cs typeface="Times New Roman" panose="02020603050405020304" pitchFamily="18" charset="0"/>
            </a:endParaRPr>
          </a:p>
        </p:txBody>
      </p:sp>
      <p:sp>
        <p:nvSpPr>
          <p:cNvPr id="57" name="标题 1">
            <a:extLst>
              <a:ext uri="{FF2B5EF4-FFF2-40B4-BE49-F238E27FC236}">
                <a16:creationId xmlns:a16="http://schemas.microsoft.com/office/drawing/2014/main" id="{7E55A21A-E80F-45FB-889D-589471846187}"/>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5.5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以太网</a:t>
            </a:r>
          </a:p>
        </p:txBody>
      </p:sp>
      <p:grpSp>
        <p:nvGrpSpPr>
          <p:cNvPr id="59" name="Group 1">
            <a:extLst>
              <a:ext uri="{FF2B5EF4-FFF2-40B4-BE49-F238E27FC236}">
                <a16:creationId xmlns:a16="http://schemas.microsoft.com/office/drawing/2014/main" id="{8FD15E49-6C48-41DE-A949-6E6039F2D721}"/>
              </a:ext>
            </a:extLst>
          </p:cNvPr>
          <p:cNvGrpSpPr>
            <a:grpSpLocks/>
          </p:cNvGrpSpPr>
          <p:nvPr/>
        </p:nvGrpSpPr>
        <p:grpSpPr bwMode="auto">
          <a:xfrm>
            <a:off x="1267619" y="2912150"/>
            <a:ext cx="1985093" cy="1295980"/>
            <a:chOff x="958850" y="2507661"/>
            <a:chExt cx="1985617" cy="1295799"/>
          </a:xfrm>
        </p:grpSpPr>
        <p:sp>
          <p:nvSpPr>
            <p:cNvPr id="60" name="Line 20">
              <a:extLst>
                <a:ext uri="{FF2B5EF4-FFF2-40B4-BE49-F238E27FC236}">
                  <a16:creationId xmlns:a16="http://schemas.microsoft.com/office/drawing/2014/main" id="{8AE4F040-846A-429A-B912-CAA1358A443F}"/>
                </a:ext>
              </a:extLst>
            </p:cNvPr>
            <p:cNvSpPr>
              <a:spLocks noChangeShapeType="1"/>
            </p:cNvSpPr>
            <p:nvPr/>
          </p:nvSpPr>
          <p:spPr bwMode="auto">
            <a:xfrm flipH="1">
              <a:off x="1582903" y="3030456"/>
              <a:ext cx="55577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1" name="Line 21">
              <a:extLst>
                <a:ext uri="{FF2B5EF4-FFF2-40B4-BE49-F238E27FC236}">
                  <a16:creationId xmlns:a16="http://schemas.microsoft.com/office/drawing/2014/main" id="{B74A500A-D0D7-47B0-A53A-84AD9F260244}"/>
                </a:ext>
              </a:extLst>
            </p:cNvPr>
            <p:cNvSpPr>
              <a:spLocks noChangeShapeType="1"/>
            </p:cNvSpPr>
            <p:nvPr/>
          </p:nvSpPr>
          <p:spPr bwMode="auto">
            <a:xfrm flipH="1">
              <a:off x="1970355" y="3078074"/>
              <a:ext cx="271534" cy="31428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2" name="Line 22">
              <a:extLst>
                <a:ext uri="{FF2B5EF4-FFF2-40B4-BE49-F238E27FC236}">
                  <a16:creationId xmlns:a16="http://schemas.microsoft.com/office/drawing/2014/main" id="{B7473F5B-F05E-4038-8A73-E7A36AABECC6}"/>
                </a:ext>
              </a:extLst>
            </p:cNvPr>
            <p:cNvSpPr>
              <a:spLocks noChangeShapeType="1"/>
            </p:cNvSpPr>
            <p:nvPr/>
          </p:nvSpPr>
          <p:spPr bwMode="auto">
            <a:xfrm>
              <a:off x="2389566" y="3106645"/>
              <a:ext cx="73044" cy="29523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63" name="Text Box 64">
              <a:extLst>
                <a:ext uri="{FF2B5EF4-FFF2-40B4-BE49-F238E27FC236}">
                  <a16:creationId xmlns:a16="http://schemas.microsoft.com/office/drawing/2014/main" id="{DBB2522C-6C43-48A8-B50B-A0E32D33937E}"/>
                </a:ext>
              </a:extLst>
            </p:cNvPr>
            <p:cNvSpPr txBox="1">
              <a:spLocks noChangeArrowheads="1"/>
            </p:cNvSpPr>
            <p:nvPr/>
          </p:nvSpPr>
          <p:spPr bwMode="auto">
            <a:xfrm>
              <a:off x="958850" y="2844744"/>
              <a:ext cx="350931" cy="3666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A</a:t>
              </a:r>
            </a:p>
          </p:txBody>
        </p:sp>
        <p:sp>
          <p:nvSpPr>
            <p:cNvPr id="64" name="Text Box 65">
              <a:extLst>
                <a:ext uri="{FF2B5EF4-FFF2-40B4-BE49-F238E27FC236}">
                  <a16:creationId xmlns:a16="http://schemas.microsoft.com/office/drawing/2014/main" id="{0A1C800D-53CB-4D50-BD8F-D2FA93B29E11}"/>
                </a:ext>
              </a:extLst>
            </p:cNvPr>
            <p:cNvSpPr txBox="1">
              <a:spLocks noChangeArrowheads="1"/>
            </p:cNvSpPr>
            <p:nvPr/>
          </p:nvSpPr>
          <p:spPr bwMode="auto">
            <a:xfrm>
              <a:off x="1408232" y="3306642"/>
              <a:ext cx="338226" cy="3698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B</a:t>
              </a:r>
            </a:p>
          </p:txBody>
        </p:sp>
        <p:sp>
          <p:nvSpPr>
            <p:cNvPr id="65" name="Text Box 73">
              <a:extLst>
                <a:ext uri="{FF2B5EF4-FFF2-40B4-BE49-F238E27FC236}">
                  <a16:creationId xmlns:a16="http://schemas.microsoft.com/office/drawing/2014/main" id="{B73A800B-4979-4261-9CBF-8E2218DFEDDD}"/>
                </a:ext>
              </a:extLst>
            </p:cNvPr>
            <p:cNvSpPr txBox="1">
              <a:spLocks noChangeArrowheads="1"/>
            </p:cNvSpPr>
            <p:nvPr/>
          </p:nvSpPr>
          <p:spPr bwMode="auto">
            <a:xfrm>
              <a:off x="2131227" y="2507661"/>
              <a:ext cx="423975" cy="3698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1</a:t>
              </a:r>
            </a:p>
          </p:txBody>
        </p:sp>
        <p:sp>
          <p:nvSpPr>
            <p:cNvPr id="66" name="Text Box 66">
              <a:extLst>
                <a:ext uri="{FF2B5EF4-FFF2-40B4-BE49-F238E27FC236}">
                  <a16:creationId xmlns:a16="http://schemas.microsoft.com/office/drawing/2014/main" id="{CBB3AD32-777F-4403-8B36-CE6504CD06ED}"/>
                </a:ext>
              </a:extLst>
            </p:cNvPr>
            <p:cNvSpPr txBox="1">
              <a:spLocks noChangeArrowheads="1"/>
            </p:cNvSpPr>
            <p:nvPr/>
          </p:nvSpPr>
          <p:spPr bwMode="auto">
            <a:xfrm>
              <a:off x="2593537" y="3326372"/>
              <a:ext cx="350930" cy="3698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b="1" i="0" dirty="0">
                  <a:solidFill>
                    <a:srgbClr val="00B0F0"/>
                  </a:solidFill>
                  <a:latin typeface="Arial" charset="0"/>
                  <a:cs typeface="Arial" charset="0"/>
                </a:rPr>
                <a:t>C</a:t>
              </a:r>
            </a:p>
          </p:txBody>
        </p:sp>
        <p:grpSp>
          <p:nvGrpSpPr>
            <p:cNvPr id="67" name="Group 44">
              <a:extLst>
                <a:ext uri="{FF2B5EF4-FFF2-40B4-BE49-F238E27FC236}">
                  <a16:creationId xmlns:a16="http://schemas.microsoft.com/office/drawing/2014/main" id="{0B40982F-929B-4B9A-B2CC-749FEF025108}"/>
                </a:ext>
              </a:extLst>
            </p:cNvPr>
            <p:cNvGrpSpPr>
              <a:grpSpLocks/>
            </p:cNvGrpSpPr>
            <p:nvPr/>
          </p:nvGrpSpPr>
          <p:grpSpPr bwMode="auto">
            <a:xfrm>
              <a:off x="1127760" y="2834640"/>
              <a:ext cx="568960" cy="481140"/>
              <a:chOff x="-44" y="1473"/>
              <a:chExt cx="981" cy="1105"/>
            </a:xfrm>
          </p:grpSpPr>
          <p:pic>
            <p:nvPicPr>
              <p:cNvPr id="75" name="Picture 45" descr="desktop_computer_stylized_medium">
                <a:extLst>
                  <a:ext uri="{FF2B5EF4-FFF2-40B4-BE49-F238E27FC236}">
                    <a16:creationId xmlns:a16="http://schemas.microsoft.com/office/drawing/2014/main" id="{BF68D397-63D1-4B1F-9A5B-E58CACF32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6" name="Freeform 46">
                <a:extLst>
                  <a:ext uri="{FF2B5EF4-FFF2-40B4-BE49-F238E27FC236}">
                    <a16:creationId xmlns:a16="http://schemas.microsoft.com/office/drawing/2014/main" id="{CAFD5E3D-8E37-4278-9DCD-A8183F0C8FB6}"/>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68" name="Group 44">
              <a:extLst>
                <a:ext uri="{FF2B5EF4-FFF2-40B4-BE49-F238E27FC236}">
                  <a16:creationId xmlns:a16="http://schemas.microsoft.com/office/drawing/2014/main" id="{9A629907-D50A-4F5C-8D18-96C803DCD8B0}"/>
                </a:ext>
              </a:extLst>
            </p:cNvPr>
            <p:cNvGrpSpPr>
              <a:grpSpLocks/>
            </p:cNvGrpSpPr>
            <p:nvPr/>
          </p:nvGrpSpPr>
          <p:grpSpPr bwMode="auto">
            <a:xfrm>
              <a:off x="1534160" y="3291840"/>
              <a:ext cx="568960" cy="481140"/>
              <a:chOff x="-44" y="1473"/>
              <a:chExt cx="981" cy="1105"/>
            </a:xfrm>
          </p:grpSpPr>
          <p:pic>
            <p:nvPicPr>
              <p:cNvPr id="73" name="Picture 45" descr="desktop_computer_stylized_medium">
                <a:extLst>
                  <a:ext uri="{FF2B5EF4-FFF2-40B4-BE49-F238E27FC236}">
                    <a16:creationId xmlns:a16="http://schemas.microsoft.com/office/drawing/2014/main" id="{F462EA67-C6AC-4CC1-AEE0-F9409DCCDE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4" name="Freeform 46">
                <a:extLst>
                  <a:ext uri="{FF2B5EF4-FFF2-40B4-BE49-F238E27FC236}">
                    <a16:creationId xmlns:a16="http://schemas.microsoft.com/office/drawing/2014/main" id="{99E0710E-A04C-435E-9BAB-F4F7FA3F46C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69" name="Group 44">
              <a:extLst>
                <a:ext uri="{FF2B5EF4-FFF2-40B4-BE49-F238E27FC236}">
                  <a16:creationId xmlns:a16="http://schemas.microsoft.com/office/drawing/2014/main" id="{AAF8DBEE-9546-43D8-BC1B-8C58BB51DC5C}"/>
                </a:ext>
              </a:extLst>
            </p:cNvPr>
            <p:cNvGrpSpPr>
              <a:grpSpLocks/>
            </p:cNvGrpSpPr>
            <p:nvPr/>
          </p:nvGrpSpPr>
          <p:grpSpPr bwMode="auto">
            <a:xfrm>
              <a:off x="2062480" y="3322320"/>
              <a:ext cx="568960" cy="481140"/>
              <a:chOff x="-44" y="1473"/>
              <a:chExt cx="981" cy="1105"/>
            </a:xfrm>
          </p:grpSpPr>
          <p:pic>
            <p:nvPicPr>
              <p:cNvPr id="71" name="Picture 45" descr="desktop_computer_stylized_medium">
                <a:extLst>
                  <a:ext uri="{FF2B5EF4-FFF2-40B4-BE49-F238E27FC236}">
                    <a16:creationId xmlns:a16="http://schemas.microsoft.com/office/drawing/2014/main" id="{883784D0-0620-4294-B2C5-54046A6763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2" name="Freeform 46">
                <a:extLst>
                  <a:ext uri="{FF2B5EF4-FFF2-40B4-BE49-F238E27FC236}">
                    <a16:creationId xmlns:a16="http://schemas.microsoft.com/office/drawing/2014/main" id="{120B2C42-3A89-4346-8FC0-AF092E660D3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pic>
          <p:nvPicPr>
            <p:cNvPr id="70" name="Picture 3">
              <a:extLst>
                <a:ext uri="{FF2B5EF4-FFF2-40B4-BE49-F238E27FC236}">
                  <a16:creationId xmlns:a16="http://schemas.microsoft.com/office/drawing/2014/main" id="{88490F44-3811-4142-85C6-3C286020CC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4817" y="2879664"/>
              <a:ext cx="678041" cy="2999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grpSp>
        <p:nvGrpSpPr>
          <p:cNvPr id="77" name="Group 2">
            <a:extLst>
              <a:ext uri="{FF2B5EF4-FFF2-40B4-BE49-F238E27FC236}">
                <a16:creationId xmlns:a16="http://schemas.microsoft.com/office/drawing/2014/main" id="{372858D6-4E48-4DA2-B7A7-708E4605E9EF}"/>
              </a:ext>
            </a:extLst>
          </p:cNvPr>
          <p:cNvGrpSpPr>
            <a:grpSpLocks/>
          </p:cNvGrpSpPr>
          <p:nvPr/>
        </p:nvGrpSpPr>
        <p:grpSpPr bwMode="auto">
          <a:xfrm>
            <a:off x="2688432" y="2175153"/>
            <a:ext cx="4780683" cy="2258403"/>
            <a:chOff x="2379663" y="1770730"/>
            <a:chExt cx="4780239" cy="2257790"/>
          </a:xfrm>
        </p:grpSpPr>
        <p:sp>
          <p:nvSpPr>
            <p:cNvPr id="78" name="Line 23">
              <a:extLst>
                <a:ext uri="{FF2B5EF4-FFF2-40B4-BE49-F238E27FC236}">
                  <a16:creationId xmlns:a16="http://schemas.microsoft.com/office/drawing/2014/main" id="{FF1B2BBA-6EB6-4F44-9123-19145F8B96FC}"/>
                </a:ext>
              </a:extLst>
            </p:cNvPr>
            <p:cNvSpPr>
              <a:spLocks noChangeShapeType="1"/>
            </p:cNvSpPr>
            <p:nvPr/>
          </p:nvSpPr>
          <p:spPr bwMode="auto">
            <a:xfrm flipH="1">
              <a:off x="3635258" y="3068344"/>
              <a:ext cx="346043" cy="21584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9" name="Line 24">
              <a:extLst>
                <a:ext uri="{FF2B5EF4-FFF2-40B4-BE49-F238E27FC236}">
                  <a16:creationId xmlns:a16="http://schemas.microsoft.com/office/drawing/2014/main" id="{64B44BED-F93E-4AF1-87C6-0B889E48CECC}"/>
                </a:ext>
              </a:extLst>
            </p:cNvPr>
            <p:cNvSpPr>
              <a:spLocks noChangeShapeType="1"/>
            </p:cNvSpPr>
            <p:nvPr/>
          </p:nvSpPr>
          <p:spPr bwMode="auto">
            <a:xfrm flipH="1">
              <a:off x="3949554" y="3087389"/>
              <a:ext cx="125401" cy="58721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0" name="Line 25">
              <a:extLst>
                <a:ext uri="{FF2B5EF4-FFF2-40B4-BE49-F238E27FC236}">
                  <a16:creationId xmlns:a16="http://schemas.microsoft.com/office/drawing/2014/main" id="{ACF9B302-5956-42D3-AFD0-92D828E0E04D}"/>
                </a:ext>
              </a:extLst>
            </p:cNvPr>
            <p:cNvSpPr>
              <a:spLocks noChangeShapeType="1"/>
            </p:cNvSpPr>
            <p:nvPr/>
          </p:nvSpPr>
          <p:spPr bwMode="auto">
            <a:xfrm>
              <a:off x="4254326" y="3030254"/>
              <a:ext cx="230167" cy="36185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1" name="Line 26">
              <a:extLst>
                <a:ext uri="{FF2B5EF4-FFF2-40B4-BE49-F238E27FC236}">
                  <a16:creationId xmlns:a16="http://schemas.microsoft.com/office/drawing/2014/main" id="{A10117B1-7BC8-45B0-BFD4-6672D8A26458}"/>
                </a:ext>
              </a:extLst>
            </p:cNvPr>
            <p:cNvSpPr>
              <a:spLocks noChangeShapeType="1"/>
            </p:cNvSpPr>
            <p:nvPr/>
          </p:nvSpPr>
          <p:spPr bwMode="auto">
            <a:xfrm flipH="1">
              <a:off x="5532145" y="3106433"/>
              <a:ext cx="428585" cy="24440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2" name="Line 27">
              <a:extLst>
                <a:ext uri="{FF2B5EF4-FFF2-40B4-BE49-F238E27FC236}">
                  <a16:creationId xmlns:a16="http://schemas.microsoft.com/office/drawing/2014/main" id="{14F4FA17-813D-428C-B721-E7718416AE3A}"/>
                </a:ext>
              </a:extLst>
            </p:cNvPr>
            <p:cNvSpPr>
              <a:spLocks noChangeShapeType="1"/>
            </p:cNvSpPr>
            <p:nvPr/>
          </p:nvSpPr>
          <p:spPr bwMode="auto">
            <a:xfrm flipH="1">
              <a:off x="6035335" y="3077866"/>
              <a:ext cx="9524" cy="46977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3" name="Line 35">
              <a:extLst>
                <a:ext uri="{FF2B5EF4-FFF2-40B4-BE49-F238E27FC236}">
                  <a16:creationId xmlns:a16="http://schemas.microsoft.com/office/drawing/2014/main" id="{B0B8AB98-9265-4228-85E1-B9AA16EFA021}"/>
                </a:ext>
              </a:extLst>
            </p:cNvPr>
            <p:cNvSpPr>
              <a:spLocks noChangeShapeType="1"/>
            </p:cNvSpPr>
            <p:nvPr/>
          </p:nvSpPr>
          <p:spPr bwMode="auto">
            <a:xfrm flipH="1">
              <a:off x="2379663" y="2355749"/>
              <a:ext cx="1517509" cy="536429"/>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4" name="Line 36">
              <a:extLst>
                <a:ext uri="{FF2B5EF4-FFF2-40B4-BE49-F238E27FC236}">
                  <a16:creationId xmlns:a16="http://schemas.microsoft.com/office/drawing/2014/main" id="{25C8115B-15E0-486A-89DB-5D6C73337B51}"/>
                </a:ext>
              </a:extLst>
            </p:cNvPr>
            <p:cNvSpPr>
              <a:spLocks noChangeShapeType="1"/>
            </p:cNvSpPr>
            <p:nvPr/>
          </p:nvSpPr>
          <p:spPr bwMode="auto">
            <a:xfrm>
              <a:off x="4200356" y="2322421"/>
              <a:ext cx="0" cy="599912"/>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5" name="Line 37">
              <a:extLst>
                <a:ext uri="{FF2B5EF4-FFF2-40B4-BE49-F238E27FC236}">
                  <a16:creationId xmlns:a16="http://schemas.microsoft.com/office/drawing/2014/main" id="{7027FF99-8381-4B04-8842-B4E10FF1A0D8}"/>
                </a:ext>
              </a:extLst>
            </p:cNvPr>
            <p:cNvSpPr>
              <a:spLocks noChangeShapeType="1"/>
            </p:cNvSpPr>
            <p:nvPr/>
          </p:nvSpPr>
          <p:spPr bwMode="auto">
            <a:xfrm flipH="1" flipV="1">
              <a:off x="4449571" y="2306551"/>
              <a:ext cx="1406394" cy="6840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6" name="Line 63">
              <a:extLst>
                <a:ext uri="{FF2B5EF4-FFF2-40B4-BE49-F238E27FC236}">
                  <a16:creationId xmlns:a16="http://schemas.microsoft.com/office/drawing/2014/main" id="{8FE25662-4207-4867-A038-AF466C626BAF}"/>
                </a:ext>
              </a:extLst>
            </p:cNvPr>
            <p:cNvSpPr>
              <a:spLocks noChangeShapeType="1"/>
            </p:cNvSpPr>
            <p:nvPr/>
          </p:nvSpPr>
          <p:spPr bwMode="auto">
            <a:xfrm>
              <a:off x="6411539" y="3131826"/>
              <a:ext cx="285723" cy="15870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87" name="Text Box 67">
              <a:extLst>
                <a:ext uri="{FF2B5EF4-FFF2-40B4-BE49-F238E27FC236}">
                  <a16:creationId xmlns:a16="http://schemas.microsoft.com/office/drawing/2014/main" id="{38F81712-B982-407B-84A2-984BA0AB214F}"/>
                </a:ext>
              </a:extLst>
            </p:cNvPr>
            <p:cNvSpPr txBox="1">
              <a:spLocks noChangeArrowheads="1"/>
            </p:cNvSpPr>
            <p:nvPr/>
          </p:nvSpPr>
          <p:spPr bwMode="auto">
            <a:xfrm>
              <a:off x="3620973" y="3222289"/>
              <a:ext cx="349218" cy="366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D</a:t>
              </a:r>
            </a:p>
          </p:txBody>
        </p:sp>
        <p:sp>
          <p:nvSpPr>
            <p:cNvPr id="88" name="Text Box 68">
              <a:extLst>
                <a:ext uri="{FF2B5EF4-FFF2-40B4-BE49-F238E27FC236}">
                  <a16:creationId xmlns:a16="http://schemas.microsoft.com/office/drawing/2014/main" id="{D5271B4F-CFB1-4A56-AE47-B34374796ADC}"/>
                </a:ext>
              </a:extLst>
            </p:cNvPr>
            <p:cNvSpPr txBox="1">
              <a:spLocks noChangeArrowheads="1"/>
            </p:cNvSpPr>
            <p:nvPr/>
          </p:nvSpPr>
          <p:spPr bwMode="auto">
            <a:xfrm>
              <a:off x="4094004" y="3658733"/>
              <a:ext cx="338106"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E</a:t>
              </a:r>
            </a:p>
          </p:txBody>
        </p:sp>
        <p:sp>
          <p:nvSpPr>
            <p:cNvPr id="89" name="Text Box 69">
              <a:extLst>
                <a:ext uri="{FF2B5EF4-FFF2-40B4-BE49-F238E27FC236}">
                  <a16:creationId xmlns:a16="http://schemas.microsoft.com/office/drawing/2014/main" id="{782302F5-9AEE-4F4F-8AD7-5350D6D1ED2F}"/>
                </a:ext>
              </a:extLst>
            </p:cNvPr>
            <p:cNvSpPr txBox="1">
              <a:spLocks noChangeArrowheads="1"/>
            </p:cNvSpPr>
            <p:nvPr/>
          </p:nvSpPr>
          <p:spPr bwMode="auto">
            <a:xfrm>
              <a:off x="4628188" y="3268746"/>
              <a:ext cx="325407" cy="3697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F</a:t>
              </a:r>
            </a:p>
          </p:txBody>
        </p:sp>
        <p:sp>
          <p:nvSpPr>
            <p:cNvPr id="90" name="Text Box 74">
              <a:extLst>
                <a:ext uri="{FF2B5EF4-FFF2-40B4-BE49-F238E27FC236}">
                  <a16:creationId xmlns:a16="http://schemas.microsoft.com/office/drawing/2014/main" id="{40E88BB4-CB03-45AF-91AA-B6D8EE1E7CF9}"/>
                </a:ext>
              </a:extLst>
            </p:cNvPr>
            <p:cNvSpPr txBox="1">
              <a:spLocks noChangeArrowheads="1"/>
            </p:cNvSpPr>
            <p:nvPr/>
          </p:nvSpPr>
          <p:spPr bwMode="auto">
            <a:xfrm>
              <a:off x="3494879" y="2642573"/>
              <a:ext cx="436521" cy="366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2</a:t>
              </a:r>
            </a:p>
          </p:txBody>
        </p:sp>
        <p:sp>
          <p:nvSpPr>
            <p:cNvPr id="91" name="Text Box 75">
              <a:extLst>
                <a:ext uri="{FF2B5EF4-FFF2-40B4-BE49-F238E27FC236}">
                  <a16:creationId xmlns:a16="http://schemas.microsoft.com/office/drawing/2014/main" id="{C3503182-8592-4B89-9847-1F3AB49E1D5E}"/>
                </a:ext>
              </a:extLst>
            </p:cNvPr>
            <p:cNvSpPr txBox="1">
              <a:spLocks noChangeArrowheads="1"/>
            </p:cNvSpPr>
            <p:nvPr/>
          </p:nvSpPr>
          <p:spPr bwMode="auto">
            <a:xfrm>
              <a:off x="3995587" y="1770730"/>
              <a:ext cx="436522" cy="3666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4</a:t>
              </a:r>
            </a:p>
          </p:txBody>
        </p:sp>
        <p:sp>
          <p:nvSpPr>
            <p:cNvPr id="92" name="Text Box 76">
              <a:extLst>
                <a:ext uri="{FF2B5EF4-FFF2-40B4-BE49-F238E27FC236}">
                  <a16:creationId xmlns:a16="http://schemas.microsoft.com/office/drawing/2014/main" id="{70FAEF79-0315-4AAD-B9B6-48CC82F119A0}"/>
                </a:ext>
              </a:extLst>
            </p:cNvPr>
            <p:cNvSpPr txBox="1">
              <a:spLocks noChangeArrowheads="1"/>
            </p:cNvSpPr>
            <p:nvPr/>
          </p:nvSpPr>
          <p:spPr bwMode="auto">
            <a:xfrm>
              <a:off x="5908955" y="2569563"/>
              <a:ext cx="436522" cy="3666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S</a:t>
              </a:r>
              <a:r>
                <a:rPr lang="en-US" i="0" baseline="-25000" dirty="0">
                  <a:solidFill>
                    <a:srgbClr val="000000"/>
                  </a:solidFill>
                  <a:latin typeface="Arial" charset="0"/>
                  <a:cs typeface="Arial" charset="0"/>
                </a:rPr>
                <a:t>3</a:t>
              </a:r>
            </a:p>
          </p:txBody>
        </p:sp>
        <p:sp>
          <p:nvSpPr>
            <p:cNvPr id="93" name="Text Box 78">
              <a:extLst>
                <a:ext uri="{FF2B5EF4-FFF2-40B4-BE49-F238E27FC236}">
                  <a16:creationId xmlns:a16="http://schemas.microsoft.com/office/drawing/2014/main" id="{66A195E5-64C2-4BDD-B736-E42E98043D7A}"/>
                </a:ext>
              </a:extLst>
            </p:cNvPr>
            <p:cNvSpPr txBox="1">
              <a:spLocks noChangeArrowheads="1"/>
            </p:cNvSpPr>
            <p:nvPr/>
          </p:nvSpPr>
          <p:spPr bwMode="auto">
            <a:xfrm>
              <a:off x="6090081" y="3453640"/>
              <a:ext cx="360329" cy="3666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charset="0"/>
                  <a:cs typeface="Arial" charset="0"/>
                </a:rPr>
                <a:t>H</a:t>
              </a:r>
            </a:p>
          </p:txBody>
        </p:sp>
        <p:sp>
          <p:nvSpPr>
            <p:cNvPr id="94" name="Text Box 79">
              <a:extLst>
                <a:ext uri="{FF2B5EF4-FFF2-40B4-BE49-F238E27FC236}">
                  <a16:creationId xmlns:a16="http://schemas.microsoft.com/office/drawing/2014/main" id="{6373AF27-9843-4977-87B9-1E3375C3C85B}"/>
                </a:ext>
              </a:extLst>
            </p:cNvPr>
            <p:cNvSpPr txBox="1">
              <a:spLocks noChangeArrowheads="1"/>
            </p:cNvSpPr>
            <p:nvPr/>
          </p:nvSpPr>
          <p:spPr bwMode="auto">
            <a:xfrm>
              <a:off x="6910688" y="3177852"/>
              <a:ext cx="249214"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b="1" i="0" dirty="0">
                  <a:solidFill>
                    <a:srgbClr val="00B0F0"/>
                  </a:solidFill>
                  <a:latin typeface="Arial" charset="0"/>
                  <a:cs typeface="Arial" charset="0"/>
                </a:rPr>
                <a:t>I</a:t>
              </a:r>
            </a:p>
          </p:txBody>
        </p:sp>
        <p:sp>
          <p:nvSpPr>
            <p:cNvPr id="95" name="Text Box 80">
              <a:extLst>
                <a:ext uri="{FF2B5EF4-FFF2-40B4-BE49-F238E27FC236}">
                  <a16:creationId xmlns:a16="http://schemas.microsoft.com/office/drawing/2014/main" id="{133FC6CE-FD0A-43C3-853B-DA3B66D7BF9F}"/>
                </a:ext>
              </a:extLst>
            </p:cNvPr>
            <p:cNvSpPr txBox="1">
              <a:spLocks noChangeArrowheads="1"/>
            </p:cNvSpPr>
            <p:nvPr/>
          </p:nvSpPr>
          <p:spPr bwMode="auto">
            <a:xfrm>
              <a:off x="5103560" y="3595251"/>
              <a:ext cx="365091"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cs typeface="Arial" charset="0"/>
                </a:rPr>
                <a:t>G</a:t>
              </a:r>
            </a:p>
          </p:txBody>
        </p:sp>
        <p:pic>
          <p:nvPicPr>
            <p:cNvPr id="96" name="Picture 3">
              <a:extLst>
                <a:ext uri="{FF2B5EF4-FFF2-40B4-BE49-F238E27FC236}">
                  <a16:creationId xmlns:a16="http://schemas.microsoft.com/office/drawing/2014/main" id="{A42413DF-225C-496C-A3C2-DCBF755A43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3899" y="2930268"/>
              <a:ext cx="677799" cy="2999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97" name="Group 44">
              <a:extLst>
                <a:ext uri="{FF2B5EF4-FFF2-40B4-BE49-F238E27FC236}">
                  <a16:creationId xmlns:a16="http://schemas.microsoft.com/office/drawing/2014/main" id="{5221B5E0-2575-4CD8-B3E0-E5C670C9A088}"/>
                </a:ext>
              </a:extLst>
            </p:cNvPr>
            <p:cNvGrpSpPr>
              <a:grpSpLocks/>
            </p:cNvGrpSpPr>
            <p:nvPr/>
          </p:nvGrpSpPr>
          <p:grpSpPr bwMode="auto">
            <a:xfrm>
              <a:off x="3139440" y="3180080"/>
              <a:ext cx="568960" cy="481140"/>
              <a:chOff x="-44" y="1473"/>
              <a:chExt cx="981" cy="1105"/>
            </a:xfrm>
          </p:grpSpPr>
          <p:pic>
            <p:nvPicPr>
              <p:cNvPr id="115" name="Picture 45" descr="desktop_computer_stylized_medium">
                <a:extLst>
                  <a:ext uri="{FF2B5EF4-FFF2-40B4-BE49-F238E27FC236}">
                    <a16:creationId xmlns:a16="http://schemas.microsoft.com/office/drawing/2014/main" id="{A2507F0D-2190-4A7E-A6E2-29A3DDE2A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6" name="Freeform 46">
                <a:extLst>
                  <a:ext uri="{FF2B5EF4-FFF2-40B4-BE49-F238E27FC236}">
                    <a16:creationId xmlns:a16="http://schemas.microsoft.com/office/drawing/2014/main" id="{E6346667-A538-4F4E-9161-9CE6890F224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98" name="Group 44">
              <a:extLst>
                <a:ext uri="{FF2B5EF4-FFF2-40B4-BE49-F238E27FC236}">
                  <a16:creationId xmlns:a16="http://schemas.microsoft.com/office/drawing/2014/main" id="{34D87EA2-6AB7-4B8C-BE33-D8431CC158F6}"/>
                </a:ext>
              </a:extLst>
            </p:cNvPr>
            <p:cNvGrpSpPr>
              <a:grpSpLocks/>
            </p:cNvGrpSpPr>
            <p:nvPr/>
          </p:nvGrpSpPr>
          <p:grpSpPr bwMode="auto">
            <a:xfrm>
              <a:off x="3576320" y="3525520"/>
              <a:ext cx="568960" cy="481140"/>
              <a:chOff x="-44" y="1473"/>
              <a:chExt cx="981" cy="1105"/>
            </a:xfrm>
          </p:grpSpPr>
          <p:pic>
            <p:nvPicPr>
              <p:cNvPr id="113" name="Picture 45" descr="desktop_computer_stylized_medium">
                <a:extLst>
                  <a:ext uri="{FF2B5EF4-FFF2-40B4-BE49-F238E27FC236}">
                    <a16:creationId xmlns:a16="http://schemas.microsoft.com/office/drawing/2014/main" id="{CEBB3365-C300-4C28-AF8C-013E20B9DD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4" name="Freeform 46">
                <a:extLst>
                  <a:ext uri="{FF2B5EF4-FFF2-40B4-BE49-F238E27FC236}">
                    <a16:creationId xmlns:a16="http://schemas.microsoft.com/office/drawing/2014/main" id="{5C5F17B2-6B38-4D53-8C98-DBEBE3996FE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99" name="Group 44">
              <a:extLst>
                <a:ext uri="{FF2B5EF4-FFF2-40B4-BE49-F238E27FC236}">
                  <a16:creationId xmlns:a16="http://schemas.microsoft.com/office/drawing/2014/main" id="{5B970DFD-308B-4F6F-8B4C-49A6B96A2663}"/>
                </a:ext>
              </a:extLst>
            </p:cNvPr>
            <p:cNvGrpSpPr>
              <a:grpSpLocks/>
            </p:cNvGrpSpPr>
            <p:nvPr/>
          </p:nvGrpSpPr>
          <p:grpSpPr bwMode="auto">
            <a:xfrm>
              <a:off x="4135120" y="3281680"/>
              <a:ext cx="568960" cy="481140"/>
              <a:chOff x="-44" y="1473"/>
              <a:chExt cx="981" cy="1105"/>
            </a:xfrm>
          </p:grpSpPr>
          <p:pic>
            <p:nvPicPr>
              <p:cNvPr id="111" name="Picture 45" descr="desktop_computer_stylized_medium">
                <a:extLst>
                  <a:ext uri="{FF2B5EF4-FFF2-40B4-BE49-F238E27FC236}">
                    <a16:creationId xmlns:a16="http://schemas.microsoft.com/office/drawing/2014/main" id="{5DC9DB58-DBD7-43BF-9E40-4A6BF77A84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2" name="Freeform 46">
                <a:extLst>
                  <a:ext uri="{FF2B5EF4-FFF2-40B4-BE49-F238E27FC236}">
                    <a16:creationId xmlns:a16="http://schemas.microsoft.com/office/drawing/2014/main" id="{FD1D8A8D-1E3F-4BFB-A553-F7930376239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00" name="Group 44">
              <a:extLst>
                <a:ext uri="{FF2B5EF4-FFF2-40B4-BE49-F238E27FC236}">
                  <a16:creationId xmlns:a16="http://schemas.microsoft.com/office/drawing/2014/main" id="{8B93646F-145E-47E1-89D0-E85AAA35A9A3}"/>
                </a:ext>
              </a:extLst>
            </p:cNvPr>
            <p:cNvGrpSpPr>
              <a:grpSpLocks/>
            </p:cNvGrpSpPr>
            <p:nvPr/>
          </p:nvGrpSpPr>
          <p:grpSpPr bwMode="auto">
            <a:xfrm>
              <a:off x="5049520" y="3261360"/>
              <a:ext cx="568960" cy="481140"/>
              <a:chOff x="-44" y="1473"/>
              <a:chExt cx="981" cy="1105"/>
            </a:xfrm>
          </p:grpSpPr>
          <p:pic>
            <p:nvPicPr>
              <p:cNvPr id="109" name="Picture 45" descr="desktop_computer_stylized_medium">
                <a:extLst>
                  <a:ext uri="{FF2B5EF4-FFF2-40B4-BE49-F238E27FC236}">
                    <a16:creationId xmlns:a16="http://schemas.microsoft.com/office/drawing/2014/main" id="{67C10BCB-F950-4B95-9C2E-93DC04304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0" name="Freeform 46">
                <a:extLst>
                  <a:ext uri="{FF2B5EF4-FFF2-40B4-BE49-F238E27FC236}">
                    <a16:creationId xmlns:a16="http://schemas.microsoft.com/office/drawing/2014/main" id="{31994AEE-37FA-4D54-A1CF-D21A577002F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01" name="Group 44">
              <a:extLst>
                <a:ext uri="{FF2B5EF4-FFF2-40B4-BE49-F238E27FC236}">
                  <a16:creationId xmlns:a16="http://schemas.microsoft.com/office/drawing/2014/main" id="{9476A13B-26D1-4225-AB5A-2875C452C677}"/>
                </a:ext>
              </a:extLst>
            </p:cNvPr>
            <p:cNvGrpSpPr>
              <a:grpSpLocks/>
            </p:cNvGrpSpPr>
            <p:nvPr/>
          </p:nvGrpSpPr>
          <p:grpSpPr bwMode="auto">
            <a:xfrm>
              <a:off x="5588000" y="3434080"/>
              <a:ext cx="568960" cy="481140"/>
              <a:chOff x="-44" y="1473"/>
              <a:chExt cx="981" cy="1105"/>
            </a:xfrm>
          </p:grpSpPr>
          <p:pic>
            <p:nvPicPr>
              <p:cNvPr id="107" name="Picture 45" descr="desktop_computer_stylized_medium">
                <a:extLst>
                  <a:ext uri="{FF2B5EF4-FFF2-40B4-BE49-F238E27FC236}">
                    <a16:creationId xmlns:a16="http://schemas.microsoft.com/office/drawing/2014/main" id="{AFBB0770-00DF-4385-BA48-4CAAE0B5B2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8" name="Freeform 46">
                <a:extLst>
                  <a:ext uri="{FF2B5EF4-FFF2-40B4-BE49-F238E27FC236}">
                    <a16:creationId xmlns:a16="http://schemas.microsoft.com/office/drawing/2014/main" id="{758F64BB-0ECD-42FE-8048-4B2B0A1293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02" name="Group 44">
              <a:extLst>
                <a:ext uri="{FF2B5EF4-FFF2-40B4-BE49-F238E27FC236}">
                  <a16:creationId xmlns:a16="http://schemas.microsoft.com/office/drawing/2014/main" id="{40632B96-DDD6-44D1-B269-B7D4A9C0D0C2}"/>
                </a:ext>
              </a:extLst>
            </p:cNvPr>
            <p:cNvGrpSpPr>
              <a:grpSpLocks/>
            </p:cNvGrpSpPr>
            <p:nvPr/>
          </p:nvGrpSpPr>
          <p:grpSpPr bwMode="auto">
            <a:xfrm>
              <a:off x="6380480" y="3149600"/>
              <a:ext cx="568960" cy="481140"/>
              <a:chOff x="-44" y="1473"/>
              <a:chExt cx="981" cy="1105"/>
            </a:xfrm>
          </p:grpSpPr>
          <p:pic>
            <p:nvPicPr>
              <p:cNvPr id="105" name="Picture 45" descr="desktop_computer_stylized_medium">
                <a:extLst>
                  <a:ext uri="{FF2B5EF4-FFF2-40B4-BE49-F238E27FC236}">
                    <a16:creationId xmlns:a16="http://schemas.microsoft.com/office/drawing/2014/main" id="{3A5E2F62-774B-4C45-89C8-11D40611F3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6" name="Freeform 46">
                <a:extLst>
                  <a:ext uri="{FF2B5EF4-FFF2-40B4-BE49-F238E27FC236}">
                    <a16:creationId xmlns:a16="http://schemas.microsoft.com/office/drawing/2014/main" id="{4A10FEA0-5C61-4C27-9FC7-143DDFFB877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pic>
          <p:nvPicPr>
            <p:cNvPr id="103" name="Picture 3">
              <a:extLst>
                <a:ext uri="{FF2B5EF4-FFF2-40B4-BE49-F238E27FC236}">
                  <a16:creationId xmlns:a16="http://schemas.microsoft.com/office/drawing/2014/main" id="{07F17508-F46F-4121-8C3B-F1EE5E06C5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4313" y="2847741"/>
              <a:ext cx="677800" cy="3015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104" name="Picture 3">
              <a:extLst>
                <a:ext uri="{FF2B5EF4-FFF2-40B4-BE49-F238E27FC236}">
                  <a16:creationId xmlns:a16="http://schemas.microsoft.com/office/drawing/2014/main" id="{BF476995-AF6D-416F-A660-1A342A9C62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4949" y="2116102"/>
              <a:ext cx="676212" cy="3015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sp>
        <p:nvSpPr>
          <p:cNvPr id="117" name="Rectangle 70">
            <a:extLst>
              <a:ext uri="{FF2B5EF4-FFF2-40B4-BE49-F238E27FC236}">
                <a16:creationId xmlns:a16="http://schemas.microsoft.com/office/drawing/2014/main" id="{7E161D21-BFE6-4851-B698-63297E3214D0}"/>
              </a:ext>
            </a:extLst>
          </p:cNvPr>
          <p:cNvSpPr>
            <a:spLocks noChangeArrowheads="1"/>
          </p:cNvSpPr>
          <p:nvPr/>
        </p:nvSpPr>
        <p:spPr bwMode="auto">
          <a:xfrm>
            <a:off x="483394" y="1487937"/>
            <a:ext cx="8177212" cy="446216"/>
          </a:xfrm>
          <a:prstGeom prst="rect">
            <a:avLst/>
          </a:prstGeom>
          <a:noFill/>
          <a:ln w="9525">
            <a:noFill/>
            <a:miter lim="800000"/>
            <a:headEnd/>
            <a:tailEnd/>
          </a:ln>
        </p:spPr>
        <p:txBody>
          <a:bodyPr/>
          <a:lstStyle/>
          <a:p>
            <a:pPr marL="342900" indent="-342900">
              <a:spcBef>
                <a:spcPct val="20000"/>
              </a:spcBef>
              <a:buClr>
                <a:schemeClr val="accent2"/>
              </a:buClr>
              <a:buSzPct val="100000"/>
              <a:buBlip>
                <a:blip r:embed="rId3"/>
              </a:buBlip>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例如：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向</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发送数据帧，</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向</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返回响应帧</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259A6B81-1B96-4A46-971F-8C78BCE7B1D2}"/>
              </a:ext>
            </a:extLst>
          </p:cNvPr>
          <p:cNvSpPr txBox="1"/>
          <p:nvPr/>
        </p:nvSpPr>
        <p:spPr>
          <a:xfrm>
            <a:off x="744279" y="5808835"/>
            <a:ext cx="7574221" cy="425758"/>
          </a:xfrm>
          <a:prstGeom prst="rect">
            <a:avLst/>
          </a:prstGeom>
          <a:solidFill>
            <a:schemeClr val="accent2">
              <a:lumMod val="20000"/>
              <a:lumOff val="80000"/>
            </a:schemeClr>
          </a:solidFill>
        </p:spPr>
        <p:txBody>
          <a:bodyPr wrap="square">
            <a:spAutoFit/>
          </a:bodyPr>
          <a:lstStyle/>
          <a:p>
            <a:pPr algn="ctr">
              <a:lnSpc>
                <a:spcPts val="2600"/>
              </a:lnSpc>
              <a:buClr>
                <a:srgbClr val="C00000"/>
              </a:buClr>
              <a:buSzPct val="90000"/>
              <a:defRPr/>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思考：如果交换机连接存在环，将会怎样？如何解决？</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Text Box 113">
            <a:extLst>
              <a:ext uri="{FF2B5EF4-FFF2-40B4-BE49-F238E27FC236}">
                <a16:creationId xmlns:a16="http://schemas.microsoft.com/office/drawing/2014/main" id="{DF72595C-548B-465B-9D04-048D51858F23}"/>
              </a:ext>
            </a:extLst>
          </p:cNvPr>
          <p:cNvSpPr txBox="1">
            <a:spLocks noChangeArrowheads="1"/>
          </p:cNvSpPr>
          <p:nvPr/>
        </p:nvSpPr>
        <p:spPr bwMode="auto">
          <a:xfrm>
            <a:off x="3880923" y="2437275"/>
            <a:ext cx="312738" cy="40005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1</a:t>
            </a:r>
          </a:p>
        </p:txBody>
      </p:sp>
      <p:sp>
        <p:nvSpPr>
          <p:cNvPr id="4" name="Text Box 113">
            <a:extLst>
              <a:ext uri="{FF2B5EF4-FFF2-40B4-BE49-F238E27FC236}">
                <a16:creationId xmlns:a16="http://schemas.microsoft.com/office/drawing/2014/main" id="{264DED3A-1F46-4D8F-80D2-B95417C97DE1}"/>
              </a:ext>
            </a:extLst>
          </p:cNvPr>
          <p:cNvSpPr txBox="1">
            <a:spLocks noChangeArrowheads="1"/>
          </p:cNvSpPr>
          <p:nvPr/>
        </p:nvSpPr>
        <p:spPr bwMode="auto">
          <a:xfrm>
            <a:off x="4470400" y="2904341"/>
            <a:ext cx="312738" cy="40005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1</a:t>
            </a:r>
          </a:p>
        </p:txBody>
      </p:sp>
      <p:sp>
        <p:nvSpPr>
          <p:cNvPr id="5" name="Text Box 113">
            <a:extLst>
              <a:ext uri="{FF2B5EF4-FFF2-40B4-BE49-F238E27FC236}">
                <a16:creationId xmlns:a16="http://schemas.microsoft.com/office/drawing/2014/main" id="{AE36B44F-6C87-4271-B62C-406EBB7DB179}"/>
              </a:ext>
            </a:extLst>
          </p:cNvPr>
          <p:cNvSpPr txBox="1">
            <a:spLocks noChangeArrowheads="1"/>
          </p:cNvSpPr>
          <p:nvPr/>
        </p:nvSpPr>
        <p:spPr bwMode="auto">
          <a:xfrm>
            <a:off x="2774950" y="2880315"/>
            <a:ext cx="312738" cy="40005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1</a:t>
            </a:r>
          </a:p>
        </p:txBody>
      </p:sp>
      <p:sp>
        <p:nvSpPr>
          <p:cNvPr id="6" name="Text Box 113">
            <a:extLst>
              <a:ext uri="{FF2B5EF4-FFF2-40B4-BE49-F238E27FC236}">
                <a16:creationId xmlns:a16="http://schemas.microsoft.com/office/drawing/2014/main" id="{C5E38091-F4A9-498B-BD32-C14FA4AD2C22}"/>
              </a:ext>
            </a:extLst>
          </p:cNvPr>
          <p:cNvSpPr txBox="1">
            <a:spLocks noChangeArrowheads="1"/>
          </p:cNvSpPr>
          <p:nvPr/>
        </p:nvSpPr>
        <p:spPr bwMode="auto">
          <a:xfrm>
            <a:off x="5980113" y="2983299"/>
            <a:ext cx="312738" cy="40005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1</a:t>
            </a:r>
          </a:p>
        </p:txBody>
      </p:sp>
      <p:sp>
        <p:nvSpPr>
          <p:cNvPr id="7" name="Text Box 113">
            <a:extLst>
              <a:ext uri="{FF2B5EF4-FFF2-40B4-BE49-F238E27FC236}">
                <a16:creationId xmlns:a16="http://schemas.microsoft.com/office/drawing/2014/main" id="{5447C8AF-BAD2-4BF4-8631-E119D5942048}"/>
              </a:ext>
            </a:extLst>
          </p:cNvPr>
          <p:cNvSpPr txBox="1">
            <a:spLocks noChangeArrowheads="1"/>
          </p:cNvSpPr>
          <p:nvPr/>
        </p:nvSpPr>
        <p:spPr bwMode="auto">
          <a:xfrm>
            <a:off x="2090737" y="3073635"/>
            <a:ext cx="312738" cy="40005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2</a:t>
            </a:r>
          </a:p>
        </p:txBody>
      </p:sp>
      <p:sp>
        <p:nvSpPr>
          <p:cNvPr id="8" name="Text Box 113">
            <a:extLst>
              <a:ext uri="{FF2B5EF4-FFF2-40B4-BE49-F238E27FC236}">
                <a16:creationId xmlns:a16="http://schemas.microsoft.com/office/drawing/2014/main" id="{F36AD03B-354F-49D4-BDA0-0FBCA05FFE54}"/>
              </a:ext>
            </a:extLst>
          </p:cNvPr>
          <p:cNvSpPr txBox="1">
            <a:spLocks noChangeArrowheads="1"/>
          </p:cNvSpPr>
          <p:nvPr/>
        </p:nvSpPr>
        <p:spPr bwMode="auto">
          <a:xfrm>
            <a:off x="4031457" y="3441344"/>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ea typeface="宋体" pitchFamily="2" charset="-122"/>
              </a:rPr>
              <a:t>2</a:t>
            </a:r>
            <a:endParaRPr lang="en-US" altLang="zh-CN" sz="2000" dirty="0">
              <a:solidFill>
                <a:srgbClr val="FF0000"/>
              </a:solidFill>
              <a:latin typeface="+mn-lt"/>
              <a:ea typeface="宋体" pitchFamily="2" charset="-122"/>
            </a:endParaRPr>
          </a:p>
        </p:txBody>
      </p:sp>
      <p:sp>
        <p:nvSpPr>
          <p:cNvPr id="9" name="Text Box 113">
            <a:extLst>
              <a:ext uri="{FF2B5EF4-FFF2-40B4-BE49-F238E27FC236}">
                <a16:creationId xmlns:a16="http://schemas.microsoft.com/office/drawing/2014/main" id="{5DE69E6E-F42D-46FC-B7A6-581160A5DF74}"/>
              </a:ext>
            </a:extLst>
          </p:cNvPr>
          <p:cNvSpPr txBox="1">
            <a:spLocks noChangeArrowheads="1"/>
          </p:cNvSpPr>
          <p:nvPr/>
        </p:nvSpPr>
        <p:spPr bwMode="auto">
          <a:xfrm>
            <a:off x="5797534" y="3346150"/>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ea typeface="宋体" pitchFamily="2" charset="-122"/>
              </a:rPr>
              <a:t>2</a:t>
            </a:r>
            <a:endParaRPr lang="en-US" altLang="zh-CN" sz="2000" dirty="0">
              <a:solidFill>
                <a:srgbClr val="FF0000"/>
              </a:solidFill>
              <a:latin typeface="+mn-lt"/>
              <a:ea typeface="宋体" pitchFamily="2" charset="-122"/>
            </a:endParaRPr>
          </a:p>
        </p:txBody>
      </p:sp>
      <p:sp>
        <p:nvSpPr>
          <p:cNvPr id="10" name="Text Box 113">
            <a:extLst>
              <a:ext uri="{FF2B5EF4-FFF2-40B4-BE49-F238E27FC236}">
                <a16:creationId xmlns:a16="http://schemas.microsoft.com/office/drawing/2014/main" id="{B87F3530-9A80-461B-8276-7E08579ABCF9}"/>
              </a:ext>
            </a:extLst>
          </p:cNvPr>
          <p:cNvSpPr txBox="1">
            <a:spLocks noChangeArrowheads="1"/>
          </p:cNvSpPr>
          <p:nvPr/>
        </p:nvSpPr>
        <p:spPr bwMode="auto">
          <a:xfrm>
            <a:off x="4312259" y="3528898"/>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3</a:t>
            </a:r>
          </a:p>
        </p:txBody>
      </p:sp>
      <p:sp>
        <p:nvSpPr>
          <p:cNvPr id="11" name="Text Box 113">
            <a:extLst>
              <a:ext uri="{FF2B5EF4-FFF2-40B4-BE49-F238E27FC236}">
                <a16:creationId xmlns:a16="http://schemas.microsoft.com/office/drawing/2014/main" id="{C3166E8B-345B-4369-B55D-9C9FA3F1AFBB}"/>
              </a:ext>
            </a:extLst>
          </p:cNvPr>
          <p:cNvSpPr txBox="1">
            <a:spLocks noChangeArrowheads="1"/>
          </p:cNvSpPr>
          <p:nvPr/>
        </p:nvSpPr>
        <p:spPr bwMode="auto">
          <a:xfrm>
            <a:off x="6288657" y="3517539"/>
            <a:ext cx="256623" cy="400110"/>
          </a:xfrm>
          <a:prstGeom prst="rect">
            <a:avLst/>
          </a:prstGeom>
          <a:noFill/>
          <a:ln w="9525">
            <a:noFill/>
            <a:miter lim="800000"/>
            <a:headEnd/>
            <a:tailEnd/>
          </a:ln>
        </p:spPr>
        <p:txBody>
          <a:bodyPr wrap="square">
            <a:spAutoFit/>
          </a:bodyPr>
          <a:lstStyle/>
          <a:p>
            <a:pPr>
              <a:defRPr/>
            </a:pPr>
            <a:r>
              <a:rPr lang="en-US" altLang="zh-CN" sz="2000" dirty="0">
                <a:solidFill>
                  <a:srgbClr val="FF0000"/>
                </a:solidFill>
                <a:latin typeface="+mn-lt"/>
                <a:ea typeface="宋体" pitchFamily="2" charset="-122"/>
              </a:rPr>
              <a:t>3</a:t>
            </a:r>
          </a:p>
        </p:txBody>
      </p:sp>
      <p:sp>
        <p:nvSpPr>
          <p:cNvPr id="12" name="Text Box 113">
            <a:extLst>
              <a:ext uri="{FF2B5EF4-FFF2-40B4-BE49-F238E27FC236}">
                <a16:creationId xmlns:a16="http://schemas.microsoft.com/office/drawing/2014/main" id="{17D2C664-0747-4C6B-B321-99E36F85BCB8}"/>
              </a:ext>
            </a:extLst>
          </p:cNvPr>
          <p:cNvSpPr txBox="1">
            <a:spLocks noChangeArrowheads="1"/>
          </p:cNvSpPr>
          <p:nvPr/>
        </p:nvSpPr>
        <p:spPr bwMode="auto">
          <a:xfrm>
            <a:off x="2355554" y="3507653"/>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3</a:t>
            </a:r>
          </a:p>
        </p:txBody>
      </p:sp>
      <p:sp>
        <p:nvSpPr>
          <p:cNvPr id="13" name="Text Box 113">
            <a:extLst>
              <a:ext uri="{FF2B5EF4-FFF2-40B4-BE49-F238E27FC236}">
                <a16:creationId xmlns:a16="http://schemas.microsoft.com/office/drawing/2014/main" id="{94FBE9F3-0CF8-45F7-9ED0-FD3770F8129A}"/>
              </a:ext>
            </a:extLst>
          </p:cNvPr>
          <p:cNvSpPr txBox="1">
            <a:spLocks noChangeArrowheads="1"/>
          </p:cNvSpPr>
          <p:nvPr/>
        </p:nvSpPr>
        <p:spPr bwMode="auto">
          <a:xfrm>
            <a:off x="4814723" y="2467298"/>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latin typeface="+mn-lt"/>
                <a:ea typeface="宋体" pitchFamily="2" charset="-122"/>
              </a:rPr>
              <a:t>3</a:t>
            </a:r>
          </a:p>
        </p:txBody>
      </p:sp>
      <p:sp>
        <p:nvSpPr>
          <p:cNvPr id="14" name="Text Box 113">
            <a:extLst>
              <a:ext uri="{FF2B5EF4-FFF2-40B4-BE49-F238E27FC236}">
                <a16:creationId xmlns:a16="http://schemas.microsoft.com/office/drawing/2014/main" id="{7AAD9E89-E0F5-4221-926A-C4F653EE23AA}"/>
              </a:ext>
            </a:extLst>
          </p:cNvPr>
          <p:cNvSpPr txBox="1">
            <a:spLocks noChangeArrowheads="1"/>
          </p:cNvSpPr>
          <p:nvPr/>
        </p:nvSpPr>
        <p:spPr bwMode="auto">
          <a:xfrm>
            <a:off x="6718955" y="3249910"/>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ea typeface="宋体" pitchFamily="2" charset="-122"/>
              </a:rPr>
              <a:t>4</a:t>
            </a:r>
            <a:endParaRPr lang="en-US" altLang="zh-CN" sz="2000" dirty="0">
              <a:solidFill>
                <a:srgbClr val="FF0000"/>
              </a:solidFill>
              <a:latin typeface="+mn-lt"/>
              <a:ea typeface="宋体" pitchFamily="2" charset="-122"/>
            </a:endParaRPr>
          </a:p>
        </p:txBody>
      </p:sp>
      <p:sp>
        <p:nvSpPr>
          <p:cNvPr id="15" name="Text Box 113">
            <a:extLst>
              <a:ext uri="{FF2B5EF4-FFF2-40B4-BE49-F238E27FC236}">
                <a16:creationId xmlns:a16="http://schemas.microsoft.com/office/drawing/2014/main" id="{F3E9549F-7BEB-4533-AD0A-E67DE4A0A4C1}"/>
              </a:ext>
            </a:extLst>
          </p:cNvPr>
          <p:cNvSpPr txBox="1">
            <a:spLocks noChangeArrowheads="1"/>
          </p:cNvSpPr>
          <p:nvPr/>
        </p:nvSpPr>
        <p:spPr bwMode="auto">
          <a:xfrm>
            <a:off x="4257490" y="2702958"/>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ea typeface="宋体" pitchFamily="2" charset="-122"/>
              </a:rPr>
              <a:t>2</a:t>
            </a:r>
            <a:endParaRPr lang="en-US" altLang="zh-CN" sz="2000" dirty="0">
              <a:solidFill>
                <a:srgbClr val="FF0000"/>
              </a:solidFill>
              <a:latin typeface="+mn-lt"/>
              <a:ea typeface="宋体" pitchFamily="2" charset="-122"/>
            </a:endParaRPr>
          </a:p>
        </p:txBody>
      </p:sp>
      <p:sp>
        <p:nvSpPr>
          <p:cNvPr id="16" name="Text Box 113">
            <a:extLst>
              <a:ext uri="{FF2B5EF4-FFF2-40B4-BE49-F238E27FC236}">
                <a16:creationId xmlns:a16="http://schemas.microsoft.com/office/drawing/2014/main" id="{F7A18BB5-F66D-4269-92E4-5E4F26C61458}"/>
              </a:ext>
            </a:extLst>
          </p:cNvPr>
          <p:cNvSpPr txBox="1">
            <a:spLocks noChangeArrowheads="1"/>
          </p:cNvSpPr>
          <p:nvPr/>
        </p:nvSpPr>
        <p:spPr bwMode="auto">
          <a:xfrm>
            <a:off x="2709786" y="3462090"/>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ea typeface="宋体" pitchFamily="2" charset="-122"/>
              </a:rPr>
              <a:t>4</a:t>
            </a:r>
            <a:endParaRPr lang="en-US" altLang="zh-CN" sz="2000" dirty="0">
              <a:solidFill>
                <a:srgbClr val="FF0000"/>
              </a:solidFill>
              <a:latin typeface="+mn-lt"/>
              <a:ea typeface="宋体" pitchFamily="2" charset="-122"/>
            </a:endParaRPr>
          </a:p>
        </p:txBody>
      </p:sp>
      <p:sp>
        <p:nvSpPr>
          <p:cNvPr id="17" name="Text Box 113">
            <a:extLst>
              <a:ext uri="{FF2B5EF4-FFF2-40B4-BE49-F238E27FC236}">
                <a16:creationId xmlns:a16="http://schemas.microsoft.com/office/drawing/2014/main" id="{49E3B907-49DC-4299-8A59-A4CD56679C31}"/>
              </a:ext>
            </a:extLst>
          </p:cNvPr>
          <p:cNvSpPr txBox="1">
            <a:spLocks noChangeArrowheads="1"/>
          </p:cNvSpPr>
          <p:nvPr/>
        </p:nvSpPr>
        <p:spPr bwMode="auto">
          <a:xfrm>
            <a:off x="4677459" y="3432637"/>
            <a:ext cx="314510" cy="400110"/>
          </a:xfrm>
          <a:prstGeom prst="rect">
            <a:avLst/>
          </a:prstGeom>
          <a:noFill/>
          <a:ln w="9525">
            <a:noFill/>
            <a:miter lim="800000"/>
            <a:headEnd/>
            <a:tailEnd/>
          </a:ln>
        </p:spPr>
        <p:txBody>
          <a:bodyPr wrap="none">
            <a:spAutoFit/>
          </a:bodyPr>
          <a:lstStyle/>
          <a:p>
            <a:pPr>
              <a:defRPr/>
            </a:pPr>
            <a:r>
              <a:rPr lang="en-US" altLang="zh-CN" sz="2000" dirty="0">
                <a:solidFill>
                  <a:srgbClr val="FF0000"/>
                </a:solidFill>
                <a:ea typeface="宋体" pitchFamily="2" charset="-122"/>
              </a:rPr>
              <a:t>4</a:t>
            </a:r>
            <a:endParaRPr lang="en-US" altLang="zh-CN" sz="2000" dirty="0">
              <a:solidFill>
                <a:srgbClr val="FF0000"/>
              </a:solidFill>
              <a:latin typeface="+mn-lt"/>
              <a:ea typeface="宋体" pitchFamily="2" charset="-122"/>
            </a:endParaRPr>
          </a:p>
        </p:txBody>
      </p:sp>
    </p:spTree>
    <p:extLst>
      <p:ext uri="{BB962C8B-B14F-4D97-AF65-F5344CB8AC3E}">
        <p14:creationId xmlns:p14="http://schemas.microsoft.com/office/powerpoint/2010/main" val="361005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ircle(in)">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030" grpId="0"/>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8" name="Freeform 81"/>
          <p:cNvSpPr>
            <a:spLocks/>
          </p:cNvSpPr>
          <p:nvPr/>
        </p:nvSpPr>
        <p:spPr bwMode="auto">
          <a:xfrm rot="5400000">
            <a:off x="1187451" y="1112838"/>
            <a:ext cx="2789237" cy="4313238"/>
          </a:xfrm>
          <a:custGeom>
            <a:avLst/>
            <a:gdLst>
              <a:gd name="T0" fmla="*/ 2147483647 w 10000"/>
              <a:gd name="T1" fmla="*/ 2147483647 h 9831"/>
              <a:gd name="T2" fmla="*/ 2147483647 w 10000"/>
              <a:gd name="T3" fmla="*/ 2147483647 h 9831"/>
              <a:gd name="T4" fmla="*/ 2147483647 w 10000"/>
              <a:gd name="T5" fmla="*/ 2147483647 h 9831"/>
              <a:gd name="T6" fmla="*/ 2147483647 w 10000"/>
              <a:gd name="T7" fmla="*/ 2147483647 h 9831"/>
              <a:gd name="T8" fmla="*/ 2147483647 w 10000"/>
              <a:gd name="T9" fmla="*/ 2147483647 h 9831"/>
              <a:gd name="T10" fmla="*/ 2147483647 w 10000"/>
              <a:gd name="T11" fmla="*/ 2147483647 h 9831"/>
              <a:gd name="T12" fmla="*/ 2147483647 w 10000"/>
              <a:gd name="T13" fmla="*/ 2147483647 h 9831"/>
              <a:gd name="T14" fmla="*/ 2147483647 w 10000"/>
              <a:gd name="T15" fmla="*/ 2147483647 h 9831"/>
              <a:gd name="T16" fmla="*/ 2147483647 w 10000"/>
              <a:gd name="T17" fmla="*/ 2147483647 h 9831"/>
              <a:gd name="T18" fmla="*/ 2147483647 w 10000"/>
              <a:gd name="T19" fmla="*/ 2147483647 h 9831"/>
              <a:gd name="T20" fmla="*/ 2147483647 w 10000"/>
              <a:gd name="T21" fmla="*/ 2147483647 h 9831"/>
              <a:gd name="T22" fmla="*/ 2147483647 w 10000"/>
              <a:gd name="T23" fmla="*/ 2147483647 h 98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000" h="9831">
                <a:moveTo>
                  <a:pt x="3018" y="119"/>
                </a:moveTo>
                <a:cubicBezTo>
                  <a:pt x="2111" y="198"/>
                  <a:pt x="1047" y="-39"/>
                  <a:pt x="545" y="518"/>
                </a:cubicBezTo>
                <a:cubicBezTo>
                  <a:pt x="43" y="1076"/>
                  <a:pt x="40" y="2518"/>
                  <a:pt x="8" y="3464"/>
                </a:cubicBezTo>
                <a:cubicBezTo>
                  <a:pt x="-24" y="4411"/>
                  <a:pt x="32" y="5681"/>
                  <a:pt x="354" y="6198"/>
                </a:cubicBezTo>
                <a:cubicBezTo>
                  <a:pt x="677" y="6715"/>
                  <a:pt x="1127" y="6126"/>
                  <a:pt x="1947" y="6568"/>
                </a:cubicBezTo>
                <a:cubicBezTo>
                  <a:pt x="2769" y="7010"/>
                  <a:pt x="4247" y="8310"/>
                  <a:pt x="5285" y="8849"/>
                </a:cubicBezTo>
                <a:cubicBezTo>
                  <a:pt x="6321" y="9388"/>
                  <a:pt x="7408" y="9963"/>
                  <a:pt x="8172" y="9805"/>
                </a:cubicBezTo>
                <a:cubicBezTo>
                  <a:pt x="8934" y="9645"/>
                  <a:pt x="9588" y="8930"/>
                  <a:pt x="9864" y="7895"/>
                </a:cubicBezTo>
                <a:cubicBezTo>
                  <a:pt x="10140" y="6857"/>
                  <a:pt x="9927" y="4774"/>
                  <a:pt x="9830" y="3590"/>
                </a:cubicBezTo>
                <a:cubicBezTo>
                  <a:pt x="9733" y="2406"/>
                  <a:pt x="10004" y="1276"/>
                  <a:pt x="9282" y="788"/>
                </a:cubicBezTo>
                <a:cubicBezTo>
                  <a:pt x="8561" y="302"/>
                  <a:pt x="7028" y="160"/>
                  <a:pt x="5984" y="49"/>
                </a:cubicBezTo>
                <a:cubicBezTo>
                  <a:pt x="4940" y="-62"/>
                  <a:pt x="3924" y="41"/>
                  <a:pt x="3018" y="119"/>
                </a:cubicBezTo>
                <a:close/>
              </a:path>
            </a:pathLst>
          </a:custGeom>
          <a:solidFill>
            <a:srgbClr val="00CCFF"/>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72717" name="Line 33"/>
          <p:cNvSpPr>
            <a:spLocks noChangeShapeType="1"/>
          </p:cNvSpPr>
          <p:nvPr/>
        </p:nvSpPr>
        <p:spPr bwMode="auto">
          <a:xfrm flipH="1">
            <a:off x="1319213" y="2886075"/>
            <a:ext cx="1181100" cy="9144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18" name="Line 34"/>
          <p:cNvSpPr>
            <a:spLocks noChangeShapeType="1"/>
          </p:cNvSpPr>
          <p:nvPr/>
        </p:nvSpPr>
        <p:spPr bwMode="auto">
          <a:xfrm>
            <a:off x="2611438" y="2878138"/>
            <a:ext cx="0" cy="94615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19" name="Line 35"/>
          <p:cNvSpPr>
            <a:spLocks noChangeShapeType="1"/>
          </p:cNvSpPr>
          <p:nvPr/>
        </p:nvSpPr>
        <p:spPr bwMode="auto">
          <a:xfrm flipH="1" flipV="1">
            <a:off x="2722563" y="2835275"/>
            <a:ext cx="1063625" cy="104775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0" name="Line 59"/>
          <p:cNvSpPr>
            <a:spLocks noChangeShapeType="1"/>
          </p:cNvSpPr>
          <p:nvPr/>
        </p:nvSpPr>
        <p:spPr bwMode="auto">
          <a:xfrm flipV="1">
            <a:off x="2782633" y="2620518"/>
            <a:ext cx="695141" cy="17932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1" name="Line 60"/>
          <p:cNvSpPr>
            <a:spLocks noChangeShapeType="1"/>
          </p:cNvSpPr>
          <p:nvPr/>
        </p:nvSpPr>
        <p:spPr bwMode="auto">
          <a:xfrm flipV="1">
            <a:off x="2663825" y="2228850"/>
            <a:ext cx="385763" cy="49053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2" name="Line 77"/>
          <p:cNvSpPr>
            <a:spLocks noChangeShapeType="1"/>
          </p:cNvSpPr>
          <p:nvPr/>
        </p:nvSpPr>
        <p:spPr bwMode="auto">
          <a:xfrm>
            <a:off x="2032000" y="2328863"/>
            <a:ext cx="498475" cy="4159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3" name="Line 78"/>
          <p:cNvSpPr>
            <a:spLocks noChangeShapeType="1"/>
          </p:cNvSpPr>
          <p:nvPr/>
        </p:nvSpPr>
        <p:spPr bwMode="auto">
          <a:xfrm flipH="1">
            <a:off x="1228725" y="2262188"/>
            <a:ext cx="49053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4" name="Line 20"/>
          <p:cNvSpPr>
            <a:spLocks noChangeShapeType="1"/>
          </p:cNvSpPr>
          <p:nvPr/>
        </p:nvSpPr>
        <p:spPr bwMode="auto">
          <a:xfrm flipH="1">
            <a:off x="922338" y="3768725"/>
            <a:ext cx="3206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5" name="Line 21"/>
          <p:cNvSpPr>
            <a:spLocks noChangeShapeType="1"/>
          </p:cNvSpPr>
          <p:nvPr/>
        </p:nvSpPr>
        <p:spPr bwMode="auto">
          <a:xfrm flipH="1">
            <a:off x="1146175" y="3798888"/>
            <a:ext cx="157163" cy="203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26" name="Line 22"/>
          <p:cNvSpPr>
            <a:spLocks noChangeShapeType="1"/>
          </p:cNvSpPr>
          <p:nvPr/>
        </p:nvSpPr>
        <p:spPr bwMode="auto">
          <a:xfrm>
            <a:off x="1387475" y="3817938"/>
            <a:ext cx="42863" cy="190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nvGrpSpPr>
          <p:cNvPr id="181269" name="Group 44"/>
          <p:cNvGrpSpPr>
            <a:grpSpLocks/>
          </p:cNvGrpSpPr>
          <p:nvPr/>
        </p:nvGrpSpPr>
        <p:grpSpPr bwMode="auto">
          <a:xfrm>
            <a:off x="659837" y="3641913"/>
            <a:ext cx="328359" cy="310623"/>
            <a:chOff x="-44" y="1473"/>
            <a:chExt cx="981" cy="1105"/>
          </a:xfrm>
        </p:grpSpPr>
        <p:pic>
          <p:nvPicPr>
            <p:cNvPr id="181397"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98"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1270" name="Group 44"/>
          <p:cNvGrpSpPr>
            <a:grpSpLocks/>
          </p:cNvGrpSpPr>
          <p:nvPr/>
        </p:nvGrpSpPr>
        <p:grpSpPr bwMode="auto">
          <a:xfrm>
            <a:off x="894379" y="3937080"/>
            <a:ext cx="328359" cy="310623"/>
            <a:chOff x="-44" y="1473"/>
            <a:chExt cx="981" cy="1105"/>
          </a:xfrm>
        </p:grpSpPr>
        <p:pic>
          <p:nvPicPr>
            <p:cNvPr id="181395"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96"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1271" name="Group 44"/>
          <p:cNvGrpSpPr>
            <a:grpSpLocks/>
          </p:cNvGrpSpPr>
          <p:nvPr/>
        </p:nvGrpSpPr>
        <p:grpSpPr bwMode="auto">
          <a:xfrm>
            <a:off x="1199283" y="3956758"/>
            <a:ext cx="328359" cy="310623"/>
            <a:chOff x="-44" y="1473"/>
            <a:chExt cx="981" cy="1105"/>
          </a:xfrm>
        </p:grpSpPr>
        <p:pic>
          <p:nvPicPr>
            <p:cNvPr id="181393"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94"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sp>
        <p:nvSpPr>
          <p:cNvPr id="72730" name="Line 21"/>
          <p:cNvSpPr>
            <a:spLocks noChangeShapeType="1"/>
          </p:cNvSpPr>
          <p:nvPr/>
        </p:nvSpPr>
        <p:spPr bwMode="auto">
          <a:xfrm>
            <a:off x="1514475" y="3773488"/>
            <a:ext cx="219075" cy="19685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31" name="Line 22"/>
          <p:cNvSpPr>
            <a:spLocks noChangeShapeType="1"/>
          </p:cNvSpPr>
          <p:nvPr/>
        </p:nvSpPr>
        <p:spPr bwMode="auto">
          <a:xfrm flipH="1">
            <a:off x="1647825" y="4092575"/>
            <a:ext cx="69850" cy="18891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32" name="Line 22"/>
          <p:cNvSpPr>
            <a:spLocks noChangeShapeType="1"/>
          </p:cNvSpPr>
          <p:nvPr/>
        </p:nvSpPr>
        <p:spPr bwMode="auto">
          <a:xfrm>
            <a:off x="1882775" y="4098925"/>
            <a:ext cx="41275" cy="190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33" name="Line 20"/>
          <p:cNvSpPr>
            <a:spLocks noChangeShapeType="1"/>
          </p:cNvSpPr>
          <p:nvPr/>
        </p:nvSpPr>
        <p:spPr bwMode="auto">
          <a:xfrm flipH="1">
            <a:off x="1822450" y="4022725"/>
            <a:ext cx="3206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nvGrpSpPr>
          <p:cNvPr id="181276" name="Group 44"/>
          <p:cNvGrpSpPr>
            <a:grpSpLocks/>
          </p:cNvGrpSpPr>
          <p:nvPr/>
        </p:nvGrpSpPr>
        <p:grpSpPr bwMode="auto">
          <a:xfrm>
            <a:off x="1432814" y="4197642"/>
            <a:ext cx="328359" cy="310623"/>
            <a:chOff x="-44" y="1473"/>
            <a:chExt cx="981" cy="1105"/>
          </a:xfrm>
        </p:grpSpPr>
        <p:pic>
          <p:nvPicPr>
            <p:cNvPr id="181391"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92"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sz="1600" dirty="0"/>
            </a:p>
          </p:txBody>
        </p:sp>
      </p:grpSp>
      <p:grpSp>
        <p:nvGrpSpPr>
          <p:cNvPr id="181277" name="Group 44"/>
          <p:cNvGrpSpPr>
            <a:grpSpLocks/>
          </p:cNvGrpSpPr>
          <p:nvPr/>
        </p:nvGrpSpPr>
        <p:grpSpPr bwMode="auto">
          <a:xfrm>
            <a:off x="1696673" y="4241748"/>
            <a:ext cx="328359" cy="310623"/>
            <a:chOff x="-44" y="1473"/>
            <a:chExt cx="981" cy="1105"/>
          </a:xfrm>
        </p:grpSpPr>
        <p:pic>
          <p:nvPicPr>
            <p:cNvPr id="181389"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90"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sz="1600" dirty="0"/>
            </a:p>
          </p:txBody>
        </p:sp>
      </p:grpSp>
      <p:pic>
        <p:nvPicPr>
          <p:cNvPr id="7273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3670300"/>
            <a:ext cx="390525" cy="19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7273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4963" y="3938588"/>
            <a:ext cx="392112" cy="193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181280" name="Group 44"/>
          <p:cNvGrpSpPr>
            <a:grpSpLocks/>
          </p:cNvGrpSpPr>
          <p:nvPr/>
        </p:nvGrpSpPr>
        <p:grpSpPr bwMode="auto">
          <a:xfrm>
            <a:off x="1942336" y="3892298"/>
            <a:ext cx="328359" cy="310623"/>
            <a:chOff x="-44" y="1473"/>
            <a:chExt cx="981" cy="1105"/>
          </a:xfrm>
        </p:grpSpPr>
        <p:pic>
          <p:nvPicPr>
            <p:cNvPr id="181387"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88"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sp>
        <p:nvSpPr>
          <p:cNvPr id="72739" name="Line 20"/>
          <p:cNvSpPr>
            <a:spLocks noChangeShapeType="1"/>
          </p:cNvSpPr>
          <p:nvPr/>
        </p:nvSpPr>
        <p:spPr bwMode="auto">
          <a:xfrm flipH="1">
            <a:off x="3357563" y="3941763"/>
            <a:ext cx="3206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40" name="Line 21"/>
          <p:cNvSpPr>
            <a:spLocks noChangeShapeType="1"/>
          </p:cNvSpPr>
          <p:nvPr/>
        </p:nvSpPr>
        <p:spPr bwMode="auto">
          <a:xfrm flipH="1">
            <a:off x="3581400" y="3971925"/>
            <a:ext cx="157163" cy="203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41" name="Line 22"/>
          <p:cNvSpPr>
            <a:spLocks noChangeShapeType="1"/>
          </p:cNvSpPr>
          <p:nvPr/>
        </p:nvSpPr>
        <p:spPr bwMode="auto">
          <a:xfrm>
            <a:off x="3822700" y="3990975"/>
            <a:ext cx="42863" cy="190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nvGrpSpPr>
          <p:cNvPr id="181284" name="Group 44"/>
          <p:cNvGrpSpPr>
            <a:grpSpLocks/>
          </p:cNvGrpSpPr>
          <p:nvPr/>
        </p:nvGrpSpPr>
        <p:grpSpPr bwMode="auto">
          <a:xfrm>
            <a:off x="3180152" y="3821727"/>
            <a:ext cx="328359" cy="310623"/>
            <a:chOff x="-44" y="1473"/>
            <a:chExt cx="981" cy="1105"/>
          </a:xfrm>
        </p:grpSpPr>
        <p:pic>
          <p:nvPicPr>
            <p:cNvPr id="181385"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86"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1285" name="Group 44"/>
          <p:cNvGrpSpPr>
            <a:grpSpLocks/>
          </p:cNvGrpSpPr>
          <p:nvPr/>
        </p:nvGrpSpPr>
        <p:grpSpPr bwMode="auto">
          <a:xfrm>
            <a:off x="3329773" y="4110110"/>
            <a:ext cx="328359" cy="310623"/>
            <a:chOff x="-44" y="1473"/>
            <a:chExt cx="981" cy="1105"/>
          </a:xfrm>
        </p:grpSpPr>
        <p:pic>
          <p:nvPicPr>
            <p:cNvPr id="181383"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84"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1286" name="Group 44"/>
          <p:cNvGrpSpPr>
            <a:grpSpLocks/>
          </p:cNvGrpSpPr>
          <p:nvPr/>
        </p:nvGrpSpPr>
        <p:grpSpPr bwMode="auto">
          <a:xfrm>
            <a:off x="3634678" y="4129787"/>
            <a:ext cx="328359" cy="310623"/>
            <a:chOff x="-44" y="1473"/>
            <a:chExt cx="981" cy="1105"/>
          </a:xfrm>
        </p:grpSpPr>
        <p:pic>
          <p:nvPicPr>
            <p:cNvPr id="181381"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82"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sp>
        <p:nvSpPr>
          <p:cNvPr id="72745" name="Line 20"/>
          <p:cNvSpPr>
            <a:spLocks noChangeShapeType="1"/>
          </p:cNvSpPr>
          <p:nvPr/>
        </p:nvSpPr>
        <p:spPr bwMode="auto">
          <a:xfrm flipH="1" flipV="1">
            <a:off x="2767013" y="3971925"/>
            <a:ext cx="349250" cy="20161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46" name="Line 21"/>
          <p:cNvSpPr>
            <a:spLocks noChangeShapeType="1"/>
          </p:cNvSpPr>
          <p:nvPr/>
        </p:nvSpPr>
        <p:spPr bwMode="auto">
          <a:xfrm flipH="1">
            <a:off x="2498725" y="3941763"/>
            <a:ext cx="157163" cy="203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sp>
        <p:nvSpPr>
          <p:cNvPr id="72747" name="Line 22"/>
          <p:cNvSpPr>
            <a:spLocks noChangeShapeType="1"/>
          </p:cNvSpPr>
          <p:nvPr/>
        </p:nvSpPr>
        <p:spPr bwMode="auto">
          <a:xfrm>
            <a:off x="2740025" y="3960813"/>
            <a:ext cx="42863" cy="190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nvGrpSpPr>
          <p:cNvPr id="181290" name="Group 44"/>
          <p:cNvGrpSpPr>
            <a:grpSpLocks/>
          </p:cNvGrpSpPr>
          <p:nvPr/>
        </p:nvGrpSpPr>
        <p:grpSpPr bwMode="auto">
          <a:xfrm>
            <a:off x="2849569" y="4076181"/>
            <a:ext cx="328359" cy="310623"/>
            <a:chOff x="-44" y="1473"/>
            <a:chExt cx="981" cy="1105"/>
          </a:xfrm>
        </p:grpSpPr>
        <p:pic>
          <p:nvPicPr>
            <p:cNvPr id="181379"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80"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1291" name="Group 44"/>
          <p:cNvGrpSpPr>
            <a:grpSpLocks/>
          </p:cNvGrpSpPr>
          <p:nvPr/>
        </p:nvGrpSpPr>
        <p:grpSpPr bwMode="auto">
          <a:xfrm>
            <a:off x="2247039" y="4079575"/>
            <a:ext cx="328359" cy="310623"/>
            <a:chOff x="-44" y="1473"/>
            <a:chExt cx="981" cy="1105"/>
          </a:xfrm>
        </p:grpSpPr>
        <p:pic>
          <p:nvPicPr>
            <p:cNvPr id="181377"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78"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1292" name="Group 44"/>
          <p:cNvGrpSpPr>
            <a:grpSpLocks/>
          </p:cNvGrpSpPr>
          <p:nvPr/>
        </p:nvGrpSpPr>
        <p:grpSpPr bwMode="auto">
          <a:xfrm>
            <a:off x="2551943" y="4099253"/>
            <a:ext cx="328359" cy="310623"/>
            <a:chOff x="-44" y="1473"/>
            <a:chExt cx="981" cy="1105"/>
          </a:xfrm>
        </p:grpSpPr>
        <p:pic>
          <p:nvPicPr>
            <p:cNvPr id="181375"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76"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pic>
        <p:nvPicPr>
          <p:cNvPr id="727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25" y="3813175"/>
            <a:ext cx="392113" cy="193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72752" name="Line 20"/>
          <p:cNvSpPr>
            <a:spLocks noChangeShapeType="1"/>
          </p:cNvSpPr>
          <p:nvPr/>
        </p:nvSpPr>
        <p:spPr bwMode="auto">
          <a:xfrm flipH="1">
            <a:off x="3840163" y="3992563"/>
            <a:ext cx="32067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pic>
        <p:nvPicPr>
          <p:cNvPr id="7275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6800" y="3843338"/>
            <a:ext cx="392113" cy="195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181296" name="Group 44"/>
          <p:cNvGrpSpPr>
            <a:grpSpLocks/>
          </p:cNvGrpSpPr>
          <p:nvPr/>
        </p:nvGrpSpPr>
        <p:grpSpPr bwMode="auto">
          <a:xfrm>
            <a:off x="3935336" y="3852262"/>
            <a:ext cx="328359" cy="310623"/>
            <a:chOff x="-44" y="1473"/>
            <a:chExt cx="981" cy="1105"/>
          </a:xfrm>
        </p:grpSpPr>
        <p:pic>
          <p:nvPicPr>
            <p:cNvPr id="181373"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1374"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pic>
        <p:nvPicPr>
          <p:cNvPr id="7275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3788" y="2676525"/>
            <a:ext cx="539750" cy="268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181298" name="Group 906"/>
          <p:cNvGrpSpPr>
            <a:grpSpLocks/>
          </p:cNvGrpSpPr>
          <p:nvPr/>
        </p:nvGrpSpPr>
        <p:grpSpPr bwMode="auto">
          <a:xfrm>
            <a:off x="3043590" y="1962625"/>
            <a:ext cx="312515" cy="473511"/>
            <a:chOff x="4140" y="429"/>
            <a:chExt cx="1425" cy="2396"/>
          </a:xfrm>
        </p:grpSpPr>
        <p:sp>
          <p:nvSpPr>
            <p:cNvPr id="181341" name="Freeform 907"/>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2800" name="Rectangle 908"/>
            <p:cNvSpPr>
              <a:spLocks noChangeArrowheads="1"/>
            </p:cNvSpPr>
            <p:nvPr/>
          </p:nvSpPr>
          <p:spPr bwMode="auto">
            <a:xfrm>
              <a:off x="4202" y="427"/>
              <a:ext cx="1057" cy="2290"/>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1343" name="Freeform 909"/>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81344" name="Freeform 910"/>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2803" name="Rectangle 911"/>
            <p:cNvSpPr>
              <a:spLocks noChangeArrowheads="1"/>
            </p:cNvSpPr>
            <p:nvPr/>
          </p:nvSpPr>
          <p:spPr bwMode="auto">
            <a:xfrm>
              <a:off x="4212" y="692"/>
              <a:ext cx="598" cy="5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nvGrpSpPr>
            <p:cNvPr id="181346" name="Group 912"/>
            <p:cNvGrpSpPr>
              <a:grpSpLocks/>
            </p:cNvGrpSpPr>
            <p:nvPr/>
          </p:nvGrpSpPr>
          <p:grpSpPr bwMode="auto">
            <a:xfrm>
              <a:off x="4749" y="668"/>
              <a:ext cx="581" cy="145"/>
              <a:chOff x="614" y="2568"/>
              <a:chExt cx="725" cy="139"/>
            </a:xfrm>
          </p:grpSpPr>
          <p:sp>
            <p:nvSpPr>
              <p:cNvPr id="72829" name="AutoShape 913"/>
              <p:cNvSpPr>
                <a:spLocks noChangeArrowheads="1"/>
              </p:cNvSpPr>
              <p:nvPr/>
            </p:nvSpPr>
            <p:spPr bwMode="auto">
              <a:xfrm>
                <a:off x="610" y="2571"/>
                <a:ext cx="733" cy="137"/>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30" name="AutoShape 914"/>
              <p:cNvSpPr>
                <a:spLocks noChangeArrowheads="1"/>
              </p:cNvSpPr>
              <p:nvPr/>
            </p:nvSpPr>
            <p:spPr bwMode="auto">
              <a:xfrm>
                <a:off x="624" y="2591"/>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72805" name="Rectangle 915"/>
            <p:cNvSpPr>
              <a:spLocks noChangeArrowheads="1"/>
            </p:cNvSpPr>
            <p:nvPr/>
          </p:nvSpPr>
          <p:spPr bwMode="auto">
            <a:xfrm>
              <a:off x="4223" y="1017"/>
              <a:ext cx="598" cy="5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nvGrpSpPr>
            <p:cNvPr id="181348" name="Group 916"/>
            <p:cNvGrpSpPr>
              <a:grpSpLocks/>
            </p:cNvGrpSpPr>
            <p:nvPr/>
          </p:nvGrpSpPr>
          <p:grpSpPr bwMode="auto">
            <a:xfrm>
              <a:off x="4747" y="994"/>
              <a:ext cx="581" cy="134"/>
              <a:chOff x="614" y="2568"/>
              <a:chExt cx="725" cy="139"/>
            </a:xfrm>
          </p:grpSpPr>
          <p:sp>
            <p:nvSpPr>
              <p:cNvPr id="72827" name="AutoShape 917"/>
              <p:cNvSpPr>
                <a:spLocks noChangeArrowheads="1"/>
              </p:cNvSpPr>
              <p:nvPr/>
            </p:nvSpPr>
            <p:spPr bwMode="auto">
              <a:xfrm>
                <a:off x="613" y="2571"/>
                <a:ext cx="772" cy="137"/>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28" name="AutoShape 918"/>
              <p:cNvSpPr>
                <a:spLocks noChangeArrowheads="1"/>
              </p:cNvSpPr>
              <p:nvPr/>
            </p:nvSpPr>
            <p:spPr bwMode="auto">
              <a:xfrm>
                <a:off x="626" y="2582"/>
                <a:ext cx="706"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72807" name="Rectangle 919"/>
            <p:cNvSpPr>
              <a:spLocks noChangeArrowheads="1"/>
            </p:cNvSpPr>
            <p:nvPr/>
          </p:nvSpPr>
          <p:spPr bwMode="auto">
            <a:xfrm>
              <a:off x="4212" y="1363"/>
              <a:ext cx="598" cy="4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08" name="Rectangle 920"/>
            <p:cNvSpPr>
              <a:spLocks noChangeArrowheads="1"/>
            </p:cNvSpPr>
            <p:nvPr/>
          </p:nvSpPr>
          <p:spPr bwMode="auto">
            <a:xfrm>
              <a:off x="4223" y="1659"/>
              <a:ext cx="598" cy="4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nvGrpSpPr>
            <p:cNvPr id="181351" name="Group 921"/>
            <p:cNvGrpSpPr>
              <a:grpSpLocks/>
            </p:cNvGrpSpPr>
            <p:nvPr/>
          </p:nvGrpSpPr>
          <p:grpSpPr bwMode="auto">
            <a:xfrm>
              <a:off x="4735" y="1627"/>
              <a:ext cx="582" cy="151"/>
              <a:chOff x="614" y="2568"/>
              <a:chExt cx="725" cy="139"/>
            </a:xfrm>
          </p:grpSpPr>
          <p:sp>
            <p:nvSpPr>
              <p:cNvPr id="72825" name="AutoShape 922"/>
              <p:cNvSpPr>
                <a:spLocks noChangeArrowheads="1"/>
              </p:cNvSpPr>
              <p:nvPr/>
            </p:nvSpPr>
            <p:spPr bwMode="auto">
              <a:xfrm>
                <a:off x="614" y="2569"/>
                <a:ext cx="731" cy="14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26" name="AutoShape 923"/>
              <p:cNvSpPr>
                <a:spLocks noChangeArrowheads="1"/>
              </p:cNvSpPr>
              <p:nvPr/>
            </p:nvSpPr>
            <p:spPr bwMode="auto">
              <a:xfrm>
                <a:off x="628" y="2588"/>
                <a:ext cx="74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181352" name="Freeform 924"/>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181353" name="Group 925"/>
            <p:cNvGrpSpPr>
              <a:grpSpLocks/>
            </p:cNvGrpSpPr>
            <p:nvPr/>
          </p:nvGrpSpPr>
          <p:grpSpPr bwMode="auto">
            <a:xfrm>
              <a:off x="4739" y="1327"/>
              <a:ext cx="582" cy="139"/>
              <a:chOff x="614" y="2568"/>
              <a:chExt cx="725" cy="139"/>
            </a:xfrm>
          </p:grpSpPr>
          <p:sp>
            <p:nvSpPr>
              <p:cNvPr id="72823" name="AutoShape 926"/>
              <p:cNvSpPr>
                <a:spLocks noChangeArrowheads="1"/>
              </p:cNvSpPr>
              <p:nvPr/>
            </p:nvSpPr>
            <p:spPr bwMode="auto">
              <a:xfrm>
                <a:off x="609" y="2564"/>
                <a:ext cx="731" cy="143"/>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24" name="AutoShape 927"/>
              <p:cNvSpPr>
                <a:spLocks noChangeArrowheads="1"/>
              </p:cNvSpPr>
              <p:nvPr/>
            </p:nvSpPr>
            <p:spPr bwMode="auto">
              <a:xfrm>
                <a:off x="623" y="2584"/>
                <a:ext cx="705"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72812" name="Rectangle 928"/>
            <p:cNvSpPr>
              <a:spLocks noChangeArrowheads="1"/>
            </p:cNvSpPr>
            <p:nvPr/>
          </p:nvSpPr>
          <p:spPr bwMode="auto">
            <a:xfrm>
              <a:off x="5248" y="427"/>
              <a:ext cx="75"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1355" name="Freeform 929"/>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81356" name="Freeform 930"/>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2815" name="Oval 931"/>
            <p:cNvSpPr>
              <a:spLocks noChangeArrowheads="1"/>
            </p:cNvSpPr>
            <p:nvPr/>
          </p:nvSpPr>
          <p:spPr bwMode="auto">
            <a:xfrm>
              <a:off x="5514" y="2616"/>
              <a:ext cx="53" cy="92"/>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1358" name="Freeform 932"/>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2817" name="AutoShape 933"/>
            <p:cNvSpPr>
              <a:spLocks noChangeArrowheads="1"/>
            </p:cNvSpPr>
            <p:nvPr/>
          </p:nvSpPr>
          <p:spPr bwMode="auto">
            <a:xfrm>
              <a:off x="4138" y="2687"/>
              <a:ext cx="1206" cy="143"/>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18" name="AutoShape 934"/>
            <p:cNvSpPr>
              <a:spLocks noChangeArrowheads="1"/>
            </p:cNvSpPr>
            <p:nvPr/>
          </p:nvSpPr>
          <p:spPr bwMode="auto">
            <a:xfrm>
              <a:off x="4202" y="2717"/>
              <a:ext cx="1078"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19" name="Oval 935"/>
            <p:cNvSpPr>
              <a:spLocks noChangeArrowheads="1"/>
            </p:cNvSpPr>
            <p:nvPr/>
          </p:nvSpPr>
          <p:spPr bwMode="auto">
            <a:xfrm>
              <a:off x="4308" y="2381"/>
              <a:ext cx="160" cy="153"/>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20" name="Oval 936"/>
            <p:cNvSpPr>
              <a:spLocks noChangeArrowheads="1"/>
            </p:cNvSpPr>
            <p:nvPr/>
          </p:nvSpPr>
          <p:spPr bwMode="auto">
            <a:xfrm>
              <a:off x="4490" y="2392"/>
              <a:ext cx="160" cy="143"/>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i="0" dirty="0">
                <a:solidFill>
                  <a:srgbClr val="FF0000"/>
                </a:solidFill>
                <a:latin typeface="Arial" charset="0"/>
                <a:cs typeface="Arial" charset="0"/>
              </a:endParaRPr>
            </a:p>
          </p:txBody>
        </p:sp>
        <p:sp>
          <p:nvSpPr>
            <p:cNvPr id="72821" name="Oval 937"/>
            <p:cNvSpPr>
              <a:spLocks noChangeArrowheads="1"/>
            </p:cNvSpPr>
            <p:nvPr/>
          </p:nvSpPr>
          <p:spPr bwMode="auto">
            <a:xfrm>
              <a:off x="4661" y="2381"/>
              <a:ext cx="160" cy="143"/>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2822" name="Rectangle 938"/>
            <p:cNvSpPr>
              <a:spLocks noChangeArrowheads="1"/>
            </p:cNvSpPr>
            <p:nvPr/>
          </p:nvSpPr>
          <p:spPr bwMode="auto">
            <a:xfrm>
              <a:off x="5066" y="1832"/>
              <a:ext cx="85" cy="763"/>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72709" name="Rectangle 2"/>
          <p:cNvSpPr>
            <a:spLocks noGrp="1" noChangeArrowheads="1"/>
          </p:cNvSpPr>
          <p:nvPr>
            <p:ph type="title"/>
          </p:nvPr>
        </p:nvSpPr>
        <p:spPr>
          <a:xfrm>
            <a:off x="339725" y="611029"/>
            <a:ext cx="7772400" cy="912522"/>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虚拟局域网：动机</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2710" name="Rectangle 3"/>
          <p:cNvSpPr>
            <a:spLocks noGrp="1" noChangeArrowheads="1"/>
          </p:cNvSpPr>
          <p:nvPr>
            <p:ph type="body" idx="1"/>
          </p:nvPr>
        </p:nvSpPr>
        <p:spPr>
          <a:xfrm>
            <a:off x="4972221" y="1462925"/>
            <a:ext cx="3666816" cy="4596499"/>
          </a:xfrm>
        </p:spPr>
        <p:txBody>
          <a:bodyPr>
            <a:noAutofit/>
          </a:bodyPr>
          <a:lstStyle/>
          <a:p>
            <a:pPr>
              <a:lnSpc>
                <a:spcPts val="2800"/>
              </a:lnSpc>
              <a:spcBef>
                <a:spcPts val="600"/>
              </a:spcBef>
              <a:buFont typeface="Wingdings" charset="0"/>
              <a:buNone/>
              <a:defRPr/>
            </a:pPr>
            <a:r>
              <a:rPr lang="zh-CN" altLang="en-US" sz="2400" b="1" dirty="0">
                <a:solidFill>
                  <a:srgbClr val="000099"/>
                </a:solidFill>
                <a:latin typeface="楷体" panose="02010609060101010101" pitchFamily="49" charset="-122"/>
                <a:ea typeface="楷体" panose="02010609060101010101" pitchFamily="49" charset="-122"/>
                <a:cs typeface="Times New Roman" panose="02020603050405020304" pitchFamily="18" charset="0"/>
              </a:rPr>
              <a:t>考虑场景</a:t>
            </a:r>
            <a:r>
              <a:rPr lang="en-US" sz="2400" b="1" dirty="0">
                <a:solidFill>
                  <a:srgbClr val="000099"/>
                </a:solidFill>
                <a:latin typeface="楷体" panose="02010609060101010101" pitchFamily="49" charset="-122"/>
                <a:ea typeface="楷体" panose="02010609060101010101" pitchFamily="49" charset="-122"/>
                <a:cs typeface="Times New Roman" panose="02020603050405020304" pitchFamily="18" charset="0"/>
              </a:rPr>
              <a:t>:</a:t>
            </a:r>
          </a:p>
          <a:p>
            <a:pPr marL="265113" indent="-265113">
              <a:lnSpc>
                <a:spcPts val="3500"/>
              </a:lnSpc>
              <a:spcBef>
                <a:spcPts val="600"/>
              </a:spcBef>
              <a:buClr>
                <a:srgbClr val="C00000"/>
              </a:buClr>
              <a:buFont typeface="Wingdings" panose="05000000000000000000" pitchFamily="2" charset="2"/>
              <a:buChar char="n"/>
              <a:defRPr/>
            </a:pPr>
            <a:r>
              <a:rPr lang="en-US" sz="2200" dirty="0">
                <a:latin typeface="Times New Roman" panose="02020603050405020304" pitchFamily="18" charset="0"/>
                <a:ea typeface="宋体" panose="02010600030101010101" pitchFamily="2" charset="-122"/>
                <a:cs typeface="Times New Roman" panose="02020603050405020304" pitchFamily="18" charset="0"/>
              </a:rPr>
              <a:t>CS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用户将办公室搬到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，仍希望连接</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交换机</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265113" indent="-265113">
              <a:lnSpc>
                <a:spcPts val="3500"/>
              </a:lnSpc>
              <a:spcBef>
                <a:spcPts val="600"/>
              </a:spcBef>
              <a:buClr>
                <a:srgbClr val="C00000"/>
              </a:buClr>
              <a:buFont typeface="Wingdings" panose="05000000000000000000" pitchFamily="2" charset="2"/>
              <a:buChar char="n"/>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单一广播域</a:t>
            </a:r>
            <a:r>
              <a:rPr lang="en-US" sz="2200" dirty="0">
                <a:latin typeface="Times New Roman" panose="02020603050405020304" pitchFamily="18" charset="0"/>
                <a:ea typeface="宋体" panose="02010600030101010101" pitchFamily="2" charset="-122"/>
                <a:cs typeface="Times New Roman" panose="02020603050405020304" pitchFamily="18" charset="0"/>
              </a:rPr>
              <a:t>:</a:t>
            </a:r>
          </a:p>
          <a:p>
            <a:pPr marL="681038" lvl="1" indent="-223838">
              <a:lnSpc>
                <a:spcPts val="3200"/>
              </a:lnSpc>
              <a:spcBef>
                <a:spcPts val="600"/>
              </a:spcBef>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所有</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层广播流量（如</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等，目的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地址不确定的数据帧）传播到整个网络</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81038" lvl="1" indent="-223838">
              <a:lnSpc>
                <a:spcPts val="3200"/>
              </a:lnSpc>
              <a:spcBef>
                <a:spcPts val="600"/>
              </a:spcBef>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存在安全性、私密性及效率问题</a:t>
            </a:r>
            <a:endParaRPr lang="en-US" sz="2200" dirty="0">
              <a:latin typeface="Gill Sans MT" charset="0"/>
              <a:cs typeface="+mn-cs"/>
            </a:endParaRPr>
          </a:p>
        </p:txBody>
      </p:sp>
      <p:sp>
        <p:nvSpPr>
          <p:cNvPr id="72711" name="Text Box 86"/>
          <p:cNvSpPr txBox="1">
            <a:spLocks noChangeArrowheads="1"/>
          </p:cNvSpPr>
          <p:nvPr/>
        </p:nvSpPr>
        <p:spPr bwMode="auto">
          <a:xfrm>
            <a:off x="737939" y="4408267"/>
            <a:ext cx="1143262"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solidFill>
                  <a:srgbClr val="000000"/>
                </a:solidFill>
                <a:latin typeface="Arial" charset="0"/>
                <a:cs typeface="Arial" charset="0"/>
              </a:rPr>
              <a:t>Computer </a:t>
            </a:r>
          </a:p>
          <a:p>
            <a:pPr>
              <a:defRPr/>
            </a:pPr>
            <a:r>
              <a:rPr lang="en-US" sz="1600" i="0" dirty="0">
                <a:solidFill>
                  <a:srgbClr val="000000"/>
                </a:solidFill>
                <a:latin typeface="Arial" charset="0"/>
                <a:cs typeface="Arial" charset="0"/>
              </a:rPr>
              <a:t>Science</a:t>
            </a:r>
            <a:endParaRPr lang="en-US" sz="1600" dirty="0">
              <a:solidFill>
                <a:srgbClr val="000000"/>
              </a:solidFill>
              <a:latin typeface="Arial" charset="0"/>
              <a:cs typeface="Arial" charset="0"/>
            </a:endParaRPr>
          </a:p>
        </p:txBody>
      </p:sp>
      <p:sp>
        <p:nvSpPr>
          <p:cNvPr id="72712" name="Text Box 87"/>
          <p:cNvSpPr txBox="1">
            <a:spLocks noChangeArrowheads="1"/>
          </p:cNvSpPr>
          <p:nvPr/>
        </p:nvSpPr>
        <p:spPr bwMode="auto">
          <a:xfrm>
            <a:off x="2178827" y="4398575"/>
            <a:ext cx="12763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solidFill>
                  <a:srgbClr val="000000"/>
                </a:solidFill>
                <a:latin typeface="Arial" charset="0"/>
                <a:cs typeface="Arial" charset="0"/>
              </a:rPr>
              <a:t>Electrical</a:t>
            </a:r>
          </a:p>
          <a:p>
            <a:pPr>
              <a:defRPr/>
            </a:pPr>
            <a:r>
              <a:rPr lang="en-US" sz="1600" i="0" dirty="0">
                <a:solidFill>
                  <a:srgbClr val="000000"/>
                </a:solidFill>
                <a:latin typeface="Arial" charset="0"/>
                <a:cs typeface="Arial" charset="0"/>
              </a:rPr>
              <a:t>Engineering</a:t>
            </a:r>
            <a:endParaRPr lang="en-US" sz="1600" dirty="0">
              <a:solidFill>
                <a:srgbClr val="000000"/>
              </a:solidFill>
              <a:latin typeface="Arial" charset="0"/>
              <a:cs typeface="Arial" charset="0"/>
            </a:endParaRPr>
          </a:p>
        </p:txBody>
      </p:sp>
      <p:sp>
        <p:nvSpPr>
          <p:cNvPr id="72713" name="Text Box 88"/>
          <p:cNvSpPr txBox="1">
            <a:spLocks noChangeArrowheads="1"/>
          </p:cNvSpPr>
          <p:nvPr/>
        </p:nvSpPr>
        <p:spPr bwMode="auto">
          <a:xfrm>
            <a:off x="3508356" y="4408180"/>
            <a:ext cx="108555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solidFill>
                  <a:srgbClr val="000000"/>
                </a:solidFill>
                <a:latin typeface="Arial" charset="0"/>
                <a:cs typeface="Arial" charset="0"/>
              </a:rPr>
              <a:t>Computer</a:t>
            </a:r>
          </a:p>
          <a:p>
            <a:pPr>
              <a:defRPr/>
            </a:pPr>
            <a:r>
              <a:rPr lang="en-US" altLang="zh-CN" sz="1600" i="0" dirty="0">
                <a:solidFill>
                  <a:srgbClr val="000000"/>
                </a:solidFill>
                <a:latin typeface="Arial" charset="0"/>
                <a:cs typeface="Arial" charset="0"/>
              </a:rPr>
              <a:t>Software</a:t>
            </a:r>
            <a:endParaRPr lang="en-US" sz="1600" dirty="0">
              <a:solidFill>
                <a:srgbClr val="000000"/>
              </a:solidFill>
              <a:latin typeface="Arial" charset="0"/>
              <a:cs typeface="Arial" charset="0"/>
            </a:endParaRPr>
          </a:p>
        </p:txBody>
      </p:sp>
      <p:grpSp>
        <p:nvGrpSpPr>
          <p:cNvPr id="154" name="Group 347"/>
          <p:cNvGrpSpPr>
            <a:grpSpLocks/>
          </p:cNvGrpSpPr>
          <p:nvPr/>
        </p:nvGrpSpPr>
        <p:grpSpPr bwMode="auto">
          <a:xfrm>
            <a:off x="1613842" y="2120742"/>
            <a:ext cx="518892" cy="300522"/>
            <a:chOff x="1871277" y="1576300"/>
            <a:chExt cx="1128371" cy="437861"/>
          </a:xfrm>
        </p:grpSpPr>
        <p:sp>
          <p:nvSpPr>
            <p:cNvPr id="155" name="Oval 154"/>
            <p:cNvSpPr/>
            <p:nvPr/>
          </p:nvSpPr>
          <p:spPr bwMode="auto">
            <a:xfrm flipV="1">
              <a:off x="1874446" y="1694641"/>
              <a:ext cx="1125202" cy="319520"/>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6" name="Rectangle 155"/>
            <p:cNvSpPr/>
            <p:nvPr/>
          </p:nvSpPr>
          <p:spPr bwMode="auto">
            <a:xfrm>
              <a:off x="1871277" y="1739611"/>
              <a:ext cx="1128371" cy="115973"/>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7" name="Oval 156"/>
            <p:cNvSpPr/>
            <p:nvPr/>
          </p:nvSpPr>
          <p:spPr bwMode="auto">
            <a:xfrm flipV="1">
              <a:off x="1871277" y="1576300"/>
              <a:ext cx="1125200" cy="319520"/>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8" name="Freeform 157"/>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59" name="Freeform 158"/>
            <p:cNvSpPr/>
            <p:nvPr/>
          </p:nvSpPr>
          <p:spPr bwMode="auto">
            <a:xfrm>
              <a:off x="2102655" y="1633103"/>
              <a:ext cx="662444" cy="111241"/>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0" name="Freeform 159"/>
            <p:cNvSpPr/>
            <p:nvPr/>
          </p:nvSpPr>
          <p:spPr bwMode="auto">
            <a:xfrm>
              <a:off x="2536889" y="1727776"/>
              <a:ext cx="244057" cy="9704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61" name="Freeform 160"/>
            <p:cNvSpPr/>
            <p:nvPr/>
          </p:nvSpPr>
          <p:spPr bwMode="auto">
            <a:xfrm>
              <a:off x="2089977" y="1730144"/>
              <a:ext cx="240888" cy="97039"/>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162" name="Straight Connector 161"/>
            <p:cNvCxnSpPr>
              <a:endCxn id="157" idx="2"/>
            </p:cNvCxnSpPr>
            <p:nvPr/>
          </p:nvCxnSpPr>
          <p:spPr bwMode="auto">
            <a:xfrm flipH="1" flipV="1">
              <a:off x="1871277" y="1737243"/>
              <a:ext cx="3169" cy="12307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63" name="Straight Connector 162"/>
            <p:cNvCxnSpPr/>
            <p:nvPr/>
          </p:nvCxnSpPr>
          <p:spPr bwMode="auto">
            <a:xfrm flipH="1" flipV="1">
              <a:off x="2996477" y="1734877"/>
              <a:ext cx="3171" cy="12307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sp>
        <p:nvSpPr>
          <p:cNvPr id="164" name="标题 1">
            <a:extLst>
              <a:ext uri="{FF2B5EF4-FFF2-40B4-BE49-F238E27FC236}">
                <a16:creationId xmlns:a16="http://schemas.microsoft.com/office/drawing/2014/main" id="{DE86C983-9124-4AAC-A8EA-150C5B2B1F5F}"/>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5.6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虚拟局域网</a:t>
            </a:r>
          </a:p>
        </p:txBody>
      </p:sp>
      <p:grpSp>
        <p:nvGrpSpPr>
          <p:cNvPr id="150" name="Group 906">
            <a:extLst>
              <a:ext uri="{FF2B5EF4-FFF2-40B4-BE49-F238E27FC236}">
                <a16:creationId xmlns:a16="http://schemas.microsoft.com/office/drawing/2014/main" id="{A297FC7D-DCC2-4D75-9AC3-170E7776C1B5}"/>
              </a:ext>
            </a:extLst>
          </p:cNvPr>
          <p:cNvGrpSpPr>
            <a:grpSpLocks/>
          </p:cNvGrpSpPr>
          <p:nvPr/>
        </p:nvGrpSpPr>
        <p:grpSpPr bwMode="auto">
          <a:xfrm>
            <a:off x="3482143" y="2390682"/>
            <a:ext cx="312515" cy="473511"/>
            <a:chOff x="4140" y="429"/>
            <a:chExt cx="1425" cy="2396"/>
          </a:xfrm>
        </p:grpSpPr>
        <p:sp>
          <p:nvSpPr>
            <p:cNvPr id="151" name="Freeform 907">
              <a:extLst>
                <a:ext uri="{FF2B5EF4-FFF2-40B4-BE49-F238E27FC236}">
                  <a16:creationId xmlns:a16="http://schemas.microsoft.com/office/drawing/2014/main" id="{C021C387-897B-4D04-9B36-669E29965916}"/>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52" name="Rectangle 908">
              <a:extLst>
                <a:ext uri="{FF2B5EF4-FFF2-40B4-BE49-F238E27FC236}">
                  <a16:creationId xmlns:a16="http://schemas.microsoft.com/office/drawing/2014/main" id="{4C0C4B27-6932-464E-89F7-041E5D5D1402}"/>
                </a:ext>
              </a:extLst>
            </p:cNvPr>
            <p:cNvSpPr>
              <a:spLocks noChangeArrowheads="1"/>
            </p:cNvSpPr>
            <p:nvPr/>
          </p:nvSpPr>
          <p:spPr bwMode="auto">
            <a:xfrm>
              <a:off x="4202" y="427"/>
              <a:ext cx="1057" cy="2290"/>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53" name="Freeform 909">
              <a:extLst>
                <a:ext uri="{FF2B5EF4-FFF2-40B4-BE49-F238E27FC236}">
                  <a16:creationId xmlns:a16="http://schemas.microsoft.com/office/drawing/2014/main" id="{40E6E7CE-FB79-49DE-9C51-91CECC2C670A}"/>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65" name="Freeform 910">
              <a:extLst>
                <a:ext uri="{FF2B5EF4-FFF2-40B4-BE49-F238E27FC236}">
                  <a16:creationId xmlns:a16="http://schemas.microsoft.com/office/drawing/2014/main" id="{1958B52A-4249-4EB0-B263-D5EC222D139B}"/>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66" name="Rectangle 911">
              <a:extLst>
                <a:ext uri="{FF2B5EF4-FFF2-40B4-BE49-F238E27FC236}">
                  <a16:creationId xmlns:a16="http://schemas.microsoft.com/office/drawing/2014/main" id="{00C6A03B-464C-4456-A7BB-76E35A5FA73A}"/>
                </a:ext>
              </a:extLst>
            </p:cNvPr>
            <p:cNvSpPr>
              <a:spLocks noChangeArrowheads="1"/>
            </p:cNvSpPr>
            <p:nvPr/>
          </p:nvSpPr>
          <p:spPr bwMode="auto">
            <a:xfrm>
              <a:off x="4212" y="692"/>
              <a:ext cx="598" cy="5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nvGrpSpPr>
            <p:cNvPr id="167" name="Group 912">
              <a:extLst>
                <a:ext uri="{FF2B5EF4-FFF2-40B4-BE49-F238E27FC236}">
                  <a16:creationId xmlns:a16="http://schemas.microsoft.com/office/drawing/2014/main" id="{E5F599F9-DE52-4BB3-969F-687246F2AF2A}"/>
                </a:ext>
              </a:extLst>
            </p:cNvPr>
            <p:cNvGrpSpPr>
              <a:grpSpLocks/>
            </p:cNvGrpSpPr>
            <p:nvPr/>
          </p:nvGrpSpPr>
          <p:grpSpPr bwMode="auto">
            <a:xfrm>
              <a:off x="4749" y="668"/>
              <a:ext cx="581" cy="145"/>
              <a:chOff x="614" y="2568"/>
              <a:chExt cx="725" cy="139"/>
            </a:xfrm>
          </p:grpSpPr>
          <p:sp>
            <p:nvSpPr>
              <p:cNvPr id="192" name="AutoShape 913">
                <a:extLst>
                  <a:ext uri="{FF2B5EF4-FFF2-40B4-BE49-F238E27FC236}">
                    <a16:creationId xmlns:a16="http://schemas.microsoft.com/office/drawing/2014/main" id="{565E0818-A739-4337-9CD0-BEEC0C1BCAEA}"/>
                  </a:ext>
                </a:extLst>
              </p:cNvPr>
              <p:cNvSpPr>
                <a:spLocks noChangeArrowheads="1"/>
              </p:cNvSpPr>
              <p:nvPr/>
            </p:nvSpPr>
            <p:spPr bwMode="auto">
              <a:xfrm>
                <a:off x="610" y="2571"/>
                <a:ext cx="733" cy="137"/>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93" name="AutoShape 914">
                <a:extLst>
                  <a:ext uri="{FF2B5EF4-FFF2-40B4-BE49-F238E27FC236}">
                    <a16:creationId xmlns:a16="http://schemas.microsoft.com/office/drawing/2014/main" id="{2F63DA02-38B6-4548-830D-501D354B144C}"/>
                  </a:ext>
                </a:extLst>
              </p:cNvPr>
              <p:cNvSpPr>
                <a:spLocks noChangeArrowheads="1"/>
              </p:cNvSpPr>
              <p:nvPr/>
            </p:nvSpPr>
            <p:spPr bwMode="auto">
              <a:xfrm>
                <a:off x="624" y="2591"/>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168" name="Rectangle 915">
              <a:extLst>
                <a:ext uri="{FF2B5EF4-FFF2-40B4-BE49-F238E27FC236}">
                  <a16:creationId xmlns:a16="http://schemas.microsoft.com/office/drawing/2014/main" id="{4E0827BC-B02B-4310-821C-4D518505417A}"/>
                </a:ext>
              </a:extLst>
            </p:cNvPr>
            <p:cNvSpPr>
              <a:spLocks noChangeArrowheads="1"/>
            </p:cNvSpPr>
            <p:nvPr/>
          </p:nvSpPr>
          <p:spPr bwMode="auto">
            <a:xfrm>
              <a:off x="4223" y="1017"/>
              <a:ext cx="598" cy="5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nvGrpSpPr>
            <p:cNvPr id="169" name="Group 916">
              <a:extLst>
                <a:ext uri="{FF2B5EF4-FFF2-40B4-BE49-F238E27FC236}">
                  <a16:creationId xmlns:a16="http://schemas.microsoft.com/office/drawing/2014/main" id="{31F442F5-B63B-456A-896D-9F8D7369D336}"/>
                </a:ext>
              </a:extLst>
            </p:cNvPr>
            <p:cNvGrpSpPr>
              <a:grpSpLocks/>
            </p:cNvGrpSpPr>
            <p:nvPr/>
          </p:nvGrpSpPr>
          <p:grpSpPr bwMode="auto">
            <a:xfrm>
              <a:off x="4747" y="994"/>
              <a:ext cx="581" cy="134"/>
              <a:chOff x="614" y="2568"/>
              <a:chExt cx="725" cy="139"/>
            </a:xfrm>
          </p:grpSpPr>
          <p:sp>
            <p:nvSpPr>
              <p:cNvPr id="190" name="AutoShape 917">
                <a:extLst>
                  <a:ext uri="{FF2B5EF4-FFF2-40B4-BE49-F238E27FC236}">
                    <a16:creationId xmlns:a16="http://schemas.microsoft.com/office/drawing/2014/main" id="{D98609C3-A6CB-4307-B9DA-086E7A67412E}"/>
                  </a:ext>
                </a:extLst>
              </p:cNvPr>
              <p:cNvSpPr>
                <a:spLocks noChangeArrowheads="1"/>
              </p:cNvSpPr>
              <p:nvPr/>
            </p:nvSpPr>
            <p:spPr bwMode="auto">
              <a:xfrm>
                <a:off x="613" y="2571"/>
                <a:ext cx="772" cy="137"/>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91" name="AutoShape 918">
                <a:extLst>
                  <a:ext uri="{FF2B5EF4-FFF2-40B4-BE49-F238E27FC236}">
                    <a16:creationId xmlns:a16="http://schemas.microsoft.com/office/drawing/2014/main" id="{04CA1ABD-010F-44E4-BFF4-DE21235C9DB5}"/>
                  </a:ext>
                </a:extLst>
              </p:cNvPr>
              <p:cNvSpPr>
                <a:spLocks noChangeArrowheads="1"/>
              </p:cNvSpPr>
              <p:nvPr/>
            </p:nvSpPr>
            <p:spPr bwMode="auto">
              <a:xfrm>
                <a:off x="626" y="2582"/>
                <a:ext cx="706"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170" name="Rectangle 919">
              <a:extLst>
                <a:ext uri="{FF2B5EF4-FFF2-40B4-BE49-F238E27FC236}">
                  <a16:creationId xmlns:a16="http://schemas.microsoft.com/office/drawing/2014/main" id="{B88E1419-5D78-439E-B067-338C1CA406CA}"/>
                </a:ext>
              </a:extLst>
            </p:cNvPr>
            <p:cNvSpPr>
              <a:spLocks noChangeArrowheads="1"/>
            </p:cNvSpPr>
            <p:nvPr/>
          </p:nvSpPr>
          <p:spPr bwMode="auto">
            <a:xfrm>
              <a:off x="4212" y="1363"/>
              <a:ext cx="598" cy="4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71" name="Rectangle 920">
              <a:extLst>
                <a:ext uri="{FF2B5EF4-FFF2-40B4-BE49-F238E27FC236}">
                  <a16:creationId xmlns:a16="http://schemas.microsoft.com/office/drawing/2014/main" id="{5D53A109-CEEB-4B5A-935D-EDF6160A0FF5}"/>
                </a:ext>
              </a:extLst>
            </p:cNvPr>
            <p:cNvSpPr>
              <a:spLocks noChangeArrowheads="1"/>
            </p:cNvSpPr>
            <p:nvPr/>
          </p:nvSpPr>
          <p:spPr bwMode="auto">
            <a:xfrm>
              <a:off x="4223" y="1659"/>
              <a:ext cx="598" cy="41"/>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nvGrpSpPr>
            <p:cNvPr id="172" name="Group 921">
              <a:extLst>
                <a:ext uri="{FF2B5EF4-FFF2-40B4-BE49-F238E27FC236}">
                  <a16:creationId xmlns:a16="http://schemas.microsoft.com/office/drawing/2014/main" id="{6DBEAD60-417F-497A-A38D-78BE306D5713}"/>
                </a:ext>
              </a:extLst>
            </p:cNvPr>
            <p:cNvGrpSpPr>
              <a:grpSpLocks/>
            </p:cNvGrpSpPr>
            <p:nvPr/>
          </p:nvGrpSpPr>
          <p:grpSpPr bwMode="auto">
            <a:xfrm>
              <a:off x="4735" y="1627"/>
              <a:ext cx="582" cy="151"/>
              <a:chOff x="614" y="2568"/>
              <a:chExt cx="725" cy="139"/>
            </a:xfrm>
          </p:grpSpPr>
          <p:sp>
            <p:nvSpPr>
              <p:cNvPr id="188" name="AutoShape 922">
                <a:extLst>
                  <a:ext uri="{FF2B5EF4-FFF2-40B4-BE49-F238E27FC236}">
                    <a16:creationId xmlns:a16="http://schemas.microsoft.com/office/drawing/2014/main" id="{C9C2A967-CAD5-4BB3-99B5-3A9FFEBC3A4F}"/>
                  </a:ext>
                </a:extLst>
              </p:cNvPr>
              <p:cNvSpPr>
                <a:spLocks noChangeArrowheads="1"/>
              </p:cNvSpPr>
              <p:nvPr/>
            </p:nvSpPr>
            <p:spPr bwMode="auto">
              <a:xfrm>
                <a:off x="614" y="2569"/>
                <a:ext cx="731" cy="14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9" name="AutoShape 923">
                <a:extLst>
                  <a:ext uri="{FF2B5EF4-FFF2-40B4-BE49-F238E27FC236}">
                    <a16:creationId xmlns:a16="http://schemas.microsoft.com/office/drawing/2014/main" id="{E7DC50B5-2785-4380-BEEC-4326F920BF85}"/>
                  </a:ext>
                </a:extLst>
              </p:cNvPr>
              <p:cNvSpPr>
                <a:spLocks noChangeArrowheads="1"/>
              </p:cNvSpPr>
              <p:nvPr/>
            </p:nvSpPr>
            <p:spPr bwMode="auto">
              <a:xfrm>
                <a:off x="628" y="2588"/>
                <a:ext cx="74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173" name="Freeform 924">
              <a:extLst>
                <a:ext uri="{FF2B5EF4-FFF2-40B4-BE49-F238E27FC236}">
                  <a16:creationId xmlns:a16="http://schemas.microsoft.com/office/drawing/2014/main" id="{9C035326-2D33-40FB-BE92-4BAB79CB552B}"/>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174" name="Group 925">
              <a:extLst>
                <a:ext uri="{FF2B5EF4-FFF2-40B4-BE49-F238E27FC236}">
                  <a16:creationId xmlns:a16="http://schemas.microsoft.com/office/drawing/2014/main" id="{08D5E34E-907A-49F4-83A1-EA49E9311E84}"/>
                </a:ext>
              </a:extLst>
            </p:cNvPr>
            <p:cNvGrpSpPr>
              <a:grpSpLocks/>
            </p:cNvGrpSpPr>
            <p:nvPr/>
          </p:nvGrpSpPr>
          <p:grpSpPr bwMode="auto">
            <a:xfrm>
              <a:off x="4739" y="1327"/>
              <a:ext cx="582" cy="139"/>
              <a:chOff x="614" y="2568"/>
              <a:chExt cx="725" cy="139"/>
            </a:xfrm>
          </p:grpSpPr>
          <p:sp>
            <p:nvSpPr>
              <p:cNvPr id="186" name="AutoShape 926">
                <a:extLst>
                  <a:ext uri="{FF2B5EF4-FFF2-40B4-BE49-F238E27FC236}">
                    <a16:creationId xmlns:a16="http://schemas.microsoft.com/office/drawing/2014/main" id="{AB482E5A-6C21-4574-9D7E-263FE7368A9A}"/>
                  </a:ext>
                </a:extLst>
              </p:cNvPr>
              <p:cNvSpPr>
                <a:spLocks noChangeArrowheads="1"/>
              </p:cNvSpPr>
              <p:nvPr/>
            </p:nvSpPr>
            <p:spPr bwMode="auto">
              <a:xfrm>
                <a:off x="609" y="2564"/>
                <a:ext cx="731" cy="143"/>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7" name="AutoShape 927">
                <a:extLst>
                  <a:ext uri="{FF2B5EF4-FFF2-40B4-BE49-F238E27FC236}">
                    <a16:creationId xmlns:a16="http://schemas.microsoft.com/office/drawing/2014/main" id="{CE00856C-2BBD-4646-A99B-1E4BB5BC76FA}"/>
                  </a:ext>
                </a:extLst>
              </p:cNvPr>
              <p:cNvSpPr>
                <a:spLocks noChangeArrowheads="1"/>
              </p:cNvSpPr>
              <p:nvPr/>
            </p:nvSpPr>
            <p:spPr bwMode="auto">
              <a:xfrm>
                <a:off x="623" y="2584"/>
                <a:ext cx="705"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
          <p:nvSpPr>
            <p:cNvPr id="175" name="Rectangle 928">
              <a:extLst>
                <a:ext uri="{FF2B5EF4-FFF2-40B4-BE49-F238E27FC236}">
                  <a16:creationId xmlns:a16="http://schemas.microsoft.com/office/drawing/2014/main" id="{2C1735E2-1646-4D9F-BA31-DD013DCE7272}"/>
                </a:ext>
              </a:extLst>
            </p:cNvPr>
            <p:cNvSpPr>
              <a:spLocks noChangeArrowheads="1"/>
            </p:cNvSpPr>
            <p:nvPr/>
          </p:nvSpPr>
          <p:spPr bwMode="auto">
            <a:xfrm>
              <a:off x="5248" y="427"/>
              <a:ext cx="75"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76" name="Freeform 929">
              <a:extLst>
                <a:ext uri="{FF2B5EF4-FFF2-40B4-BE49-F238E27FC236}">
                  <a16:creationId xmlns:a16="http://schemas.microsoft.com/office/drawing/2014/main" id="{5DB17F1F-25E0-42BB-8B55-E51B44481EB6}"/>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77" name="Freeform 930">
              <a:extLst>
                <a:ext uri="{FF2B5EF4-FFF2-40B4-BE49-F238E27FC236}">
                  <a16:creationId xmlns:a16="http://schemas.microsoft.com/office/drawing/2014/main" id="{47622847-CE26-4D80-BC92-B147D8FC2B8C}"/>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78" name="Oval 931">
              <a:extLst>
                <a:ext uri="{FF2B5EF4-FFF2-40B4-BE49-F238E27FC236}">
                  <a16:creationId xmlns:a16="http://schemas.microsoft.com/office/drawing/2014/main" id="{7FAB13FB-A4C2-4445-B6ED-664FFB2C9431}"/>
                </a:ext>
              </a:extLst>
            </p:cNvPr>
            <p:cNvSpPr>
              <a:spLocks noChangeArrowheads="1"/>
            </p:cNvSpPr>
            <p:nvPr/>
          </p:nvSpPr>
          <p:spPr bwMode="auto">
            <a:xfrm>
              <a:off x="5514" y="2616"/>
              <a:ext cx="53" cy="92"/>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79" name="Freeform 932">
              <a:extLst>
                <a:ext uri="{FF2B5EF4-FFF2-40B4-BE49-F238E27FC236}">
                  <a16:creationId xmlns:a16="http://schemas.microsoft.com/office/drawing/2014/main" id="{2B56CF78-8352-4831-B44D-FB67CEF9BBC0}"/>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80" name="AutoShape 933">
              <a:extLst>
                <a:ext uri="{FF2B5EF4-FFF2-40B4-BE49-F238E27FC236}">
                  <a16:creationId xmlns:a16="http://schemas.microsoft.com/office/drawing/2014/main" id="{94179CB2-CC06-4FB9-A8E6-988341BD28AA}"/>
                </a:ext>
              </a:extLst>
            </p:cNvPr>
            <p:cNvSpPr>
              <a:spLocks noChangeArrowheads="1"/>
            </p:cNvSpPr>
            <p:nvPr/>
          </p:nvSpPr>
          <p:spPr bwMode="auto">
            <a:xfrm>
              <a:off x="4138" y="2687"/>
              <a:ext cx="1206" cy="143"/>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1" name="AutoShape 934">
              <a:extLst>
                <a:ext uri="{FF2B5EF4-FFF2-40B4-BE49-F238E27FC236}">
                  <a16:creationId xmlns:a16="http://schemas.microsoft.com/office/drawing/2014/main" id="{0704E4CF-93B3-4EDD-99C1-09AD49FFED2D}"/>
                </a:ext>
              </a:extLst>
            </p:cNvPr>
            <p:cNvSpPr>
              <a:spLocks noChangeArrowheads="1"/>
            </p:cNvSpPr>
            <p:nvPr/>
          </p:nvSpPr>
          <p:spPr bwMode="auto">
            <a:xfrm>
              <a:off x="4202" y="2717"/>
              <a:ext cx="1078"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2" name="Oval 935">
              <a:extLst>
                <a:ext uri="{FF2B5EF4-FFF2-40B4-BE49-F238E27FC236}">
                  <a16:creationId xmlns:a16="http://schemas.microsoft.com/office/drawing/2014/main" id="{31D2B179-CFE2-4FEA-AA96-52547445D44C}"/>
                </a:ext>
              </a:extLst>
            </p:cNvPr>
            <p:cNvSpPr>
              <a:spLocks noChangeArrowheads="1"/>
            </p:cNvSpPr>
            <p:nvPr/>
          </p:nvSpPr>
          <p:spPr bwMode="auto">
            <a:xfrm>
              <a:off x="4308" y="2381"/>
              <a:ext cx="160" cy="153"/>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3" name="Oval 936">
              <a:extLst>
                <a:ext uri="{FF2B5EF4-FFF2-40B4-BE49-F238E27FC236}">
                  <a16:creationId xmlns:a16="http://schemas.microsoft.com/office/drawing/2014/main" id="{5402CB3D-4695-4F3C-BFD6-4C0E856E7ABC}"/>
                </a:ext>
              </a:extLst>
            </p:cNvPr>
            <p:cNvSpPr>
              <a:spLocks noChangeArrowheads="1"/>
            </p:cNvSpPr>
            <p:nvPr/>
          </p:nvSpPr>
          <p:spPr bwMode="auto">
            <a:xfrm>
              <a:off x="4490" y="2392"/>
              <a:ext cx="160" cy="143"/>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endParaRPr lang="en-US" i="0" dirty="0">
                <a:solidFill>
                  <a:srgbClr val="FF0000"/>
                </a:solidFill>
                <a:latin typeface="Arial" charset="0"/>
                <a:cs typeface="Arial" charset="0"/>
              </a:endParaRPr>
            </a:p>
          </p:txBody>
        </p:sp>
        <p:sp>
          <p:nvSpPr>
            <p:cNvPr id="184" name="Oval 937">
              <a:extLst>
                <a:ext uri="{FF2B5EF4-FFF2-40B4-BE49-F238E27FC236}">
                  <a16:creationId xmlns:a16="http://schemas.microsoft.com/office/drawing/2014/main" id="{8DAF4DFC-2B46-426A-B534-DDCF41F0E408}"/>
                </a:ext>
              </a:extLst>
            </p:cNvPr>
            <p:cNvSpPr>
              <a:spLocks noChangeArrowheads="1"/>
            </p:cNvSpPr>
            <p:nvPr/>
          </p:nvSpPr>
          <p:spPr bwMode="auto">
            <a:xfrm>
              <a:off x="4661" y="2381"/>
              <a:ext cx="160" cy="143"/>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185" name="Rectangle 938">
              <a:extLst>
                <a:ext uri="{FF2B5EF4-FFF2-40B4-BE49-F238E27FC236}">
                  <a16:creationId xmlns:a16="http://schemas.microsoft.com/office/drawing/2014/main" id="{69F0614C-D967-470A-B4DD-BFD297A40B77}"/>
                </a:ext>
              </a:extLst>
            </p:cNvPr>
            <p:cNvSpPr>
              <a:spLocks noChangeArrowheads="1"/>
            </p:cNvSpPr>
            <p:nvPr/>
          </p:nvSpPr>
          <p:spPr bwMode="auto">
            <a:xfrm>
              <a:off x="5066" y="1832"/>
              <a:ext cx="85" cy="763"/>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grpSp>
    </p:spTree>
    <p:extLst>
      <p:ext uri="{BB962C8B-B14F-4D97-AF65-F5344CB8AC3E}">
        <p14:creationId xmlns:p14="http://schemas.microsoft.com/office/powerpoint/2010/main" val="2034255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13"/>
          <p:cNvSpPr>
            <a:spLocks noChangeArrowheads="1"/>
          </p:cNvSpPr>
          <p:nvPr/>
        </p:nvSpPr>
        <p:spPr bwMode="auto">
          <a:xfrm>
            <a:off x="7171712" y="2611185"/>
            <a:ext cx="279400" cy="2286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cs typeface="+mn-cs"/>
            </a:endParaRPr>
          </a:p>
        </p:txBody>
      </p:sp>
      <p:sp>
        <p:nvSpPr>
          <p:cNvPr id="73736" name="Rectangle 212"/>
          <p:cNvSpPr>
            <a:spLocks noChangeArrowheads="1"/>
          </p:cNvSpPr>
          <p:nvPr/>
        </p:nvSpPr>
        <p:spPr bwMode="auto">
          <a:xfrm>
            <a:off x="5098437" y="2395285"/>
            <a:ext cx="273050" cy="196850"/>
          </a:xfrm>
          <a:prstGeom prst="rect">
            <a:avLst/>
          </a:prstGeom>
          <a:solidFill>
            <a:srgbClr val="00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cs typeface="+mn-cs"/>
            </a:endParaRPr>
          </a:p>
        </p:txBody>
      </p:sp>
      <p:sp>
        <p:nvSpPr>
          <p:cNvPr id="73737" name="Rectangle 2"/>
          <p:cNvSpPr>
            <a:spLocks noGrp="1" noChangeArrowheads="1"/>
          </p:cNvSpPr>
          <p:nvPr>
            <p:ph type="title"/>
          </p:nvPr>
        </p:nvSpPr>
        <p:spPr>
          <a:xfrm>
            <a:off x="432179" y="573087"/>
            <a:ext cx="3066197" cy="1019175"/>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虚拟局域网</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VLAN</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3738" name="Rectangle 3"/>
          <p:cNvSpPr>
            <a:spLocks noGrp="1" noChangeArrowheads="1"/>
          </p:cNvSpPr>
          <p:nvPr>
            <p:ph type="body" idx="1"/>
          </p:nvPr>
        </p:nvSpPr>
        <p:spPr>
          <a:xfrm>
            <a:off x="4205601" y="807786"/>
            <a:ext cx="4678098" cy="1019175"/>
          </a:xfrm>
        </p:spPr>
        <p:txBody>
          <a:bodyPr>
            <a:normAutofit fontScale="92500" lnSpcReduction="10000"/>
          </a:bodyPr>
          <a:lstStyle/>
          <a:p>
            <a:pPr marL="0" indent="0">
              <a:lnSpc>
                <a:spcPct val="100000"/>
              </a:lnSpc>
              <a:buFont typeface="Wingdings" charset="0"/>
              <a:buNone/>
              <a:defRPr/>
            </a:pPr>
            <a:r>
              <a:rPr lang="zh-CN" altLang="en-US" sz="2400" b="1" dirty="0">
                <a:solidFill>
                  <a:srgbClr val="CC0000"/>
                </a:solidFill>
                <a:latin typeface="楷体" panose="02010609060101010101" pitchFamily="49" charset="-122"/>
                <a:ea typeface="楷体" panose="02010609060101010101" pitchFamily="49" charset="-122"/>
                <a:cs typeface="Times New Roman" panose="02020603050405020304" pitchFamily="18" charset="0"/>
              </a:rPr>
              <a:t>基于端口的</a:t>
            </a:r>
            <a:r>
              <a:rPr lang="en-US" sz="2400" b="1" dirty="0">
                <a:solidFill>
                  <a:srgbClr val="CC0000"/>
                </a:solidFill>
                <a:latin typeface="Times New Roman" panose="02020603050405020304" pitchFamily="18" charset="0"/>
                <a:ea typeface="宋体" panose="02010600030101010101" pitchFamily="2" charset="-122"/>
                <a:cs typeface="Times New Roman" panose="02020603050405020304" pitchFamily="18" charset="0"/>
              </a:rPr>
              <a:t>VLAN: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交换机的端口被分组，单个物理交换机能够作为多个虚拟交换机运行</a:t>
            </a:r>
            <a:endParaRPr 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39" name="Text Box 85"/>
          <p:cNvSpPr txBox="1">
            <a:spLocks noChangeArrowheads="1"/>
          </p:cNvSpPr>
          <p:nvPr/>
        </p:nvSpPr>
        <p:spPr bwMode="auto">
          <a:xfrm>
            <a:off x="715874" y="2578980"/>
            <a:ext cx="2711309" cy="15286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nSpc>
                <a:spcPts val="2800"/>
              </a:lnSpc>
              <a:defRPr/>
            </a:pPr>
            <a:r>
              <a:rPr lang="zh-CN" altLang="en-US" sz="24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支持</a:t>
            </a:r>
            <a:r>
              <a:rPr lang="en-US" altLang="zh-CN" sz="24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VLAN</a:t>
            </a:r>
            <a:r>
              <a:rPr lang="zh-CN" altLang="en-US" sz="24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的交换机能够在单一物理</a:t>
            </a:r>
            <a:r>
              <a:rPr lang="en-US" altLang="zh-CN" sz="24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LAN</a:t>
            </a:r>
            <a:r>
              <a:rPr lang="zh-CN" altLang="en-US" sz="24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结构上配置定义多个虚拟</a:t>
            </a:r>
            <a:r>
              <a:rPr lang="en-US" altLang="zh-CN" sz="240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LAN</a:t>
            </a:r>
          </a:p>
        </p:txBody>
      </p:sp>
      <p:sp>
        <p:nvSpPr>
          <p:cNvPr id="73740" name="Rectangle 86"/>
          <p:cNvSpPr>
            <a:spLocks noChangeArrowheads="1"/>
          </p:cNvSpPr>
          <p:nvPr/>
        </p:nvSpPr>
        <p:spPr bwMode="auto">
          <a:xfrm>
            <a:off x="547883" y="2022223"/>
            <a:ext cx="2915813" cy="2131068"/>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charset="0"/>
              <a:cs typeface="Arial" charset="0"/>
            </a:endParaRPr>
          </a:p>
        </p:txBody>
      </p:sp>
      <p:sp>
        <p:nvSpPr>
          <p:cNvPr id="73741" name="Text Box 87"/>
          <p:cNvSpPr txBox="1">
            <a:spLocks noChangeArrowheads="1"/>
          </p:cNvSpPr>
          <p:nvPr/>
        </p:nvSpPr>
        <p:spPr bwMode="auto">
          <a:xfrm>
            <a:off x="697589" y="2117107"/>
            <a:ext cx="2531590" cy="40011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altLang="zh-CN" sz="2000" b="1" dirty="0">
                <a:solidFill>
                  <a:srgbClr val="CC0000"/>
                </a:solidFill>
                <a:latin typeface="Arial" charset="0"/>
                <a:cs typeface="Arial" charset="0"/>
              </a:rPr>
              <a:t>VLAN</a:t>
            </a:r>
            <a:r>
              <a:rPr lang="zh-CN" altLang="en-US" sz="2000" b="1" dirty="0">
                <a:solidFill>
                  <a:srgbClr val="CC0000"/>
                </a:solidFill>
                <a:latin typeface="Arial" charset="0"/>
                <a:cs typeface="Arial" charset="0"/>
              </a:rPr>
              <a:t>（</a:t>
            </a:r>
            <a:r>
              <a:rPr lang="en-US" altLang="zh-CN" sz="2000" b="1" dirty="0">
                <a:solidFill>
                  <a:srgbClr val="CC0000"/>
                </a:solidFill>
                <a:latin typeface="Arial" charset="0"/>
                <a:cs typeface="Arial" charset="0"/>
              </a:rPr>
              <a:t>Virtual LAN</a:t>
            </a:r>
            <a:r>
              <a:rPr lang="zh-CN" altLang="en-US" sz="2000" b="1" dirty="0">
                <a:solidFill>
                  <a:srgbClr val="CC0000"/>
                </a:solidFill>
                <a:latin typeface="Arial" charset="0"/>
                <a:cs typeface="Arial" charset="0"/>
              </a:rPr>
              <a:t>）</a:t>
            </a:r>
            <a:endParaRPr lang="en-US" sz="2000" b="1" dirty="0">
              <a:solidFill>
                <a:srgbClr val="CC0000"/>
              </a:solidFill>
              <a:latin typeface="Arial" charset="0"/>
              <a:cs typeface="Arial" charset="0"/>
            </a:endParaRPr>
          </a:p>
        </p:txBody>
      </p:sp>
      <p:sp>
        <p:nvSpPr>
          <p:cNvPr id="182282" name="Rectangle 80"/>
          <p:cNvSpPr>
            <a:spLocks noChangeArrowheads="1"/>
          </p:cNvSpPr>
          <p:nvPr/>
        </p:nvSpPr>
        <p:spPr bwMode="auto">
          <a:xfrm>
            <a:off x="5090500" y="2604835"/>
            <a:ext cx="290512" cy="242888"/>
          </a:xfrm>
          <a:prstGeom prst="rect">
            <a:avLst/>
          </a:prstGeom>
          <a:solidFill>
            <a:srgbClr val="00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283" name="Rectangle 77"/>
          <p:cNvSpPr>
            <a:spLocks noChangeArrowheads="1"/>
          </p:cNvSpPr>
          <p:nvPr/>
        </p:nvSpPr>
        <p:spPr bwMode="auto">
          <a:xfrm>
            <a:off x="7162187" y="2385760"/>
            <a:ext cx="290513" cy="20955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284" name="Rectangle 76"/>
          <p:cNvSpPr>
            <a:spLocks noChangeArrowheads="1"/>
          </p:cNvSpPr>
          <p:nvPr/>
        </p:nvSpPr>
        <p:spPr bwMode="auto">
          <a:xfrm>
            <a:off x="6271600" y="2390523"/>
            <a:ext cx="890587" cy="4572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285" name="Rectangle 75"/>
          <p:cNvSpPr>
            <a:spLocks noChangeArrowheads="1"/>
          </p:cNvSpPr>
          <p:nvPr/>
        </p:nvSpPr>
        <p:spPr bwMode="auto">
          <a:xfrm>
            <a:off x="5376250" y="2390523"/>
            <a:ext cx="900112" cy="452437"/>
          </a:xfrm>
          <a:prstGeom prst="rect">
            <a:avLst/>
          </a:prstGeom>
          <a:solidFill>
            <a:srgbClr val="00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286" name="Rectangle 2"/>
          <p:cNvSpPr>
            <a:spLocks noChangeArrowheads="1"/>
          </p:cNvSpPr>
          <p:nvPr/>
        </p:nvSpPr>
        <p:spPr bwMode="auto">
          <a:xfrm>
            <a:off x="5090500" y="2382585"/>
            <a:ext cx="2370137" cy="46831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hangingPunct="1"/>
            <a:endParaRPr lang="en-US" i="0" dirty="0">
              <a:solidFill>
                <a:srgbClr val="000000"/>
              </a:solidFill>
              <a:latin typeface="Arial" charset="0"/>
            </a:endParaRPr>
          </a:p>
        </p:txBody>
      </p:sp>
      <p:sp>
        <p:nvSpPr>
          <p:cNvPr id="182287" name="Line 3"/>
          <p:cNvSpPr>
            <a:spLocks noChangeShapeType="1"/>
          </p:cNvSpPr>
          <p:nvPr/>
        </p:nvSpPr>
        <p:spPr bwMode="auto">
          <a:xfrm>
            <a:off x="5092087" y="2598485"/>
            <a:ext cx="2351088" cy="4763"/>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88" name="Text Box 6"/>
          <p:cNvSpPr txBox="1">
            <a:spLocks noChangeArrowheads="1"/>
          </p:cNvSpPr>
          <p:nvPr/>
        </p:nvSpPr>
        <p:spPr bwMode="auto">
          <a:xfrm>
            <a:off x="5007950" y="2341310"/>
            <a:ext cx="24130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a:t>
            </a:r>
          </a:p>
        </p:txBody>
      </p:sp>
      <p:sp>
        <p:nvSpPr>
          <p:cNvPr id="182289" name="Line 7"/>
          <p:cNvSpPr>
            <a:spLocks noChangeShapeType="1"/>
          </p:cNvSpPr>
          <p:nvPr/>
        </p:nvSpPr>
        <p:spPr bwMode="auto">
          <a:xfrm>
            <a:off x="6271600" y="2387348"/>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90" name="AutoShape 8"/>
          <p:cNvSpPr>
            <a:spLocks noChangeArrowheads="1"/>
          </p:cNvSpPr>
          <p:nvPr/>
        </p:nvSpPr>
        <p:spPr bwMode="auto">
          <a:xfrm>
            <a:off x="5061925" y="2123823"/>
            <a:ext cx="3176587" cy="261937"/>
          </a:xfrm>
          <a:prstGeom prst="parallelogram">
            <a:avLst>
              <a:gd name="adj" fmla="val 303182"/>
            </a:avLst>
          </a:prstGeom>
          <a:solidFill>
            <a:schemeClr val="bg1"/>
          </a:solidFill>
          <a:ln w="9525">
            <a:solidFill>
              <a:schemeClr val="tx1"/>
            </a:solidFill>
            <a:miter lim="800000"/>
            <a:headEnd/>
            <a:tailEnd/>
          </a:ln>
        </p:spPr>
        <p:txBody>
          <a:bodyPr wrap="none" anchor="ctr"/>
          <a:lstStyle/>
          <a:p>
            <a:pPr eaLnBrk="1" hangingPunct="1"/>
            <a:endParaRPr lang="en-US" i="0" dirty="0">
              <a:solidFill>
                <a:srgbClr val="000000"/>
              </a:solidFill>
              <a:latin typeface="Arial" charset="0"/>
            </a:endParaRPr>
          </a:p>
        </p:txBody>
      </p:sp>
      <p:sp>
        <p:nvSpPr>
          <p:cNvPr id="182291" name="Freeform 9"/>
          <p:cNvSpPr>
            <a:spLocks/>
          </p:cNvSpPr>
          <p:nvPr/>
        </p:nvSpPr>
        <p:spPr bwMode="auto">
          <a:xfrm>
            <a:off x="7465400" y="2126998"/>
            <a:ext cx="763587" cy="720725"/>
          </a:xfrm>
          <a:custGeom>
            <a:avLst/>
            <a:gdLst>
              <a:gd name="T0" fmla="*/ 0 w 232"/>
              <a:gd name="T1" fmla="*/ 2147483647 h 454"/>
              <a:gd name="T2" fmla="*/ 2147483647 w 232"/>
              <a:gd name="T3" fmla="*/ 2147483647 h 454"/>
              <a:gd name="T4" fmla="*/ 2147483647 w 232"/>
              <a:gd name="T5" fmla="*/ 0 h 454"/>
              <a:gd name="T6" fmla="*/ 0 60000 65536"/>
              <a:gd name="T7" fmla="*/ 0 60000 65536"/>
              <a:gd name="T8" fmla="*/ 0 60000 65536"/>
              <a:gd name="T9" fmla="*/ 0 w 232"/>
              <a:gd name="T10" fmla="*/ 0 h 454"/>
              <a:gd name="T11" fmla="*/ 232 w 232"/>
              <a:gd name="T12" fmla="*/ 454 h 454"/>
            </a:gdLst>
            <a:ahLst/>
            <a:cxnLst>
              <a:cxn ang="T6">
                <a:pos x="T0" y="T1"/>
              </a:cxn>
              <a:cxn ang="T7">
                <a:pos x="T2" y="T3"/>
              </a:cxn>
              <a:cxn ang="T8">
                <a:pos x="T4" y="T5"/>
              </a:cxn>
            </a:cxnLst>
            <a:rect l="T9" t="T10" r="T11" b="T12"/>
            <a:pathLst>
              <a:path w="232" h="454">
                <a:moveTo>
                  <a:pt x="0" y="454"/>
                </a:moveTo>
                <a:lnTo>
                  <a:pt x="232" y="274"/>
                </a:lnTo>
                <a:lnTo>
                  <a:pt x="229"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p>
        </p:txBody>
      </p:sp>
      <p:sp>
        <p:nvSpPr>
          <p:cNvPr id="182292" name="Freeform 10"/>
          <p:cNvSpPr>
            <a:spLocks/>
          </p:cNvSpPr>
          <p:nvPr/>
        </p:nvSpPr>
        <p:spPr bwMode="auto">
          <a:xfrm>
            <a:off x="5463562" y="2171448"/>
            <a:ext cx="2228850" cy="150812"/>
          </a:xfrm>
          <a:custGeom>
            <a:avLst/>
            <a:gdLst>
              <a:gd name="T0" fmla="*/ 0 w 678"/>
              <a:gd name="T1" fmla="*/ 2147483647 h 110"/>
              <a:gd name="T2" fmla="*/ 2147483647 w 678"/>
              <a:gd name="T3" fmla="*/ 2147483647 h 110"/>
              <a:gd name="T4" fmla="*/ 2147483647 w 678"/>
              <a:gd name="T5" fmla="*/ 0 h 110"/>
              <a:gd name="T6" fmla="*/ 2147483647 w 678"/>
              <a:gd name="T7" fmla="*/ 0 h 110"/>
              <a:gd name="T8" fmla="*/ 0 60000 65536"/>
              <a:gd name="T9" fmla="*/ 0 60000 65536"/>
              <a:gd name="T10" fmla="*/ 0 60000 65536"/>
              <a:gd name="T11" fmla="*/ 0 60000 65536"/>
              <a:gd name="T12" fmla="*/ 0 w 678"/>
              <a:gd name="T13" fmla="*/ 0 h 110"/>
              <a:gd name="T14" fmla="*/ 678 w 678"/>
              <a:gd name="T15" fmla="*/ 110 h 110"/>
            </a:gdLst>
            <a:ahLst/>
            <a:cxnLst>
              <a:cxn ang="T8">
                <a:pos x="T0" y="T1"/>
              </a:cxn>
              <a:cxn ang="T9">
                <a:pos x="T2" y="T3"/>
              </a:cxn>
              <a:cxn ang="T10">
                <a:pos x="T4" y="T5"/>
              </a:cxn>
              <a:cxn ang="T11">
                <a:pos x="T6" y="T7"/>
              </a:cxn>
            </a:cxnLst>
            <a:rect l="T12" t="T13" r="T14" b="T15"/>
            <a:pathLst>
              <a:path w="678" h="110">
                <a:moveTo>
                  <a:pt x="0" y="110"/>
                </a:moveTo>
                <a:lnTo>
                  <a:pt x="148" y="108"/>
                </a:lnTo>
                <a:lnTo>
                  <a:pt x="567" y="0"/>
                </a:lnTo>
                <a:lnTo>
                  <a:pt x="678"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p>
        </p:txBody>
      </p:sp>
      <p:sp>
        <p:nvSpPr>
          <p:cNvPr id="182293" name="Freeform 11"/>
          <p:cNvSpPr>
            <a:spLocks/>
          </p:cNvSpPr>
          <p:nvPr/>
        </p:nvSpPr>
        <p:spPr bwMode="auto">
          <a:xfrm>
            <a:off x="5936637" y="2171448"/>
            <a:ext cx="1420813" cy="166687"/>
          </a:xfrm>
          <a:custGeom>
            <a:avLst/>
            <a:gdLst>
              <a:gd name="T0" fmla="*/ 0 w 432"/>
              <a:gd name="T1" fmla="*/ 0 h 105"/>
              <a:gd name="T2" fmla="*/ 2147483647 w 432"/>
              <a:gd name="T3" fmla="*/ 0 h 105"/>
              <a:gd name="T4" fmla="*/ 2147483647 w 432"/>
              <a:gd name="T5" fmla="*/ 2147483647 h 105"/>
              <a:gd name="T6" fmla="*/ 2147483647 w 432"/>
              <a:gd name="T7" fmla="*/ 2147483647 h 105"/>
              <a:gd name="T8" fmla="*/ 0 60000 65536"/>
              <a:gd name="T9" fmla="*/ 0 60000 65536"/>
              <a:gd name="T10" fmla="*/ 0 60000 65536"/>
              <a:gd name="T11" fmla="*/ 0 60000 65536"/>
              <a:gd name="T12" fmla="*/ 0 w 432"/>
              <a:gd name="T13" fmla="*/ 0 h 105"/>
              <a:gd name="T14" fmla="*/ 432 w 432"/>
              <a:gd name="T15" fmla="*/ 105 h 105"/>
            </a:gdLst>
            <a:ahLst/>
            <a:cxnLst>
              <a:cxn ang="T8">
                <a:pos x="T0" y="T1"/>
              </a:cxn>
              <a:cxn ang="T9">
                <a:pos x="T2" y="T3"/>
              </a:cxn>
              <a:cxn ang="T10">
                <a:pos x="T4" y="T5"/>
              </a:cxn>
              <a:cxn ang="T11">
                <a:pos x="T6" y="T7"/>
              </a:cxn>
            </a:cxnLst>
            <a:rect l="T12" t="T13" r="T14" b="T15"/>
            <a:pathLst>
              <a:path w="432" h="105">
                <a:moveTo>
                  <a:pt x="0" y="0"/>
                </a:moveTo>
                <a:lnTo>
                  <a:pt x="85" y="0"/>
                </a:lnTo>
                <a:lnTo>
                  <a:pt x="307" y="105"/>
                </a:lnTo>
                <a:lnTo>
                  <a:pt x="432" y="105"/>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p>
        </p:txBody>
      </p:sp>
      <p:sp>
        <p:nvSpPr>
          <p:cNvPr id="182294" name="Line 17"/>
          <p:cNvSpPr>
            <a:spLocks noChangeShapeType="1"/>
          </p:cNvSpPr>
          <p:nvPr/>
        </p:nvSpPr>
        <p:spPr bwMode="auto">
          <a:xfrm>
            <a:off x="6871675" y="2392110"/>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95" name="Line 18"/>
          <p:cNvSpPr>
            <a:spLocks noChangeShapeType="1"/>
          </p:cNvSpPr>
          <p:nvPr/>
        </p:nvSpPr>
        <p:spPr bwMode="auto">
          <a:xfrm>
            <a:off x="5671525" y="2387348"/>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96" name="Line 21"/>
          <p:cNvSpPr>
            <a:spLocks noChangeShapeType="1"/>
          </p:cNvSpPr>
          <p:nvPr/>
        </p:nvSpPr>
        <p:spPr bwMode="auto">
          <a:xfrm>
            <a:off x="5381012" y="2384173"/>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97" name="Line 22"/>
          <p:cNvSpPr>
            <a:spLocks noChangeShapeType="1"/>
          </p:cNvSpPr>
          <p:nvPr/>
        </p:nvSpPr>
        <p:spPr bwMode="auto">
          <a:xfrm>
            <a:off x="5090500" y="2396873"/>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98" name="Line 23"/>
          <p:cNvSpPr>
            <a:spLocks noChangeShapeType="1"/>
          </p:cNvSpPr>
          <p:nvPr/>
        </p:nvSpPr>
        <p:spPr bwMode="auto">
          <a:xfrm>
            <a:off x="5952512" y="2392110"/>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299" name="Line 24"/>
          <p:cNvSpPr>
            <a:spLocks noChangeShapeType="1"/>
          </p:cNvSpPr>
          <p:nvPr/>
        </p:nvSpPr>
        <p:spPr bwMode="auto">
          <a:xfrm>
            <a:off x="6576400" y="2387348"/>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00" name="Line 25"/>
          <p:cNvSpPr>
            <a:spLocks noChangeShapeType="1"/>
          </p:cNvSpPr>
          <p:nvPr/>
        </p:nvSpPr>
        <p:spPr bwMode="auto">
          <a:xfrm>
            <a:off x="7166950" y="2382585"/>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01" name="Text Box 26"/>
          <p:cNvSpPr txBox="1">
            <a:spLocks noChangeArrowheads="1"/>
          </p:cNvSpPr>
          <p:nvPr/>
        </p:nvSpPr>
        <p:spPr bwMode="auto">
          <a:xfrm>
            <a:off x="5889012" y="2550860"/>
            <a:ext cx="24130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8</a:t>
            </a:r>
          </a:p>
        </p:txBody>
      </p:sp>
      <p:sp>
        <p:nvSpPr>
          <p:cNvPr id="182302" name="Text Box 27"/>
          <p:cNvSpPr txBox="1">
            <a:spLocks noChangeArrowheads="1"/>
          </p:cNvSpPr>
          <p:nvPr/>
        </p:nvSpPr>
        <p:spPr bwMode="auto">
          <a:xfrm>
            <a:off x="6208100" y="2336548"/>
            <a:ext cx="24130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9</a:t>
            </a:r>
          </a:p>
        </p:txBody>
      </p:sp>
      <p:sp>
        <p:nvSpPr>
          <p:cNvPr id="182303" name="Text Box 28"/>
          <p:cNvSpPr txBox="1">
            <a:spLocks noChangeArrowheads="1"/>
          </p:cNvSpPr>
          <p:nvPr/>
        </p:nvSpPr>
        <p:spPr bwMode="auto">
          <a:xfrm>
            <a:off x="7084400" y="2555623"/>
            <a:ext cx="29845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16</a:t>
            </a:r>
          </a:p>
        </p:txBody>
      </p:sp>
      <p:sp>
        <p:nvSpPr>
          <p:cNvPr id="182304" name="Text Box 29"/>
          <p:cNvSpPr txBox="1">
            <a:spLocks noChangeArrowheads="1"/>
          </p:cNvSpPr>
          <p:nvPr/>
        </p:nvSpPr>
        <p:spPr bwMode="auto">
          <a:xfrm>
            <a:off x="6189050" y="2555623"/>
            <a:ext cx="29845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10</a:t>
            </a:r>
          </a:p>
        </p:txBody>
      </p:sp>
      <p:sp>
        <p:nvSpPr>
          <p:cNvPr id="182305" name="Text Box 30"/>
          <p:cNvSpPr txBox="1">
            <a:spLocks noChangeArrowheads="1"/>
          </p:cNvSpPr>
          <p:nvPr/>
        </p:nvSpPr>
        <p:spPr bwMode="auto">
          <a:xfrm>
            <a:off x="5017475" y="2541335"/>
            <a:ext cx="24130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2</a:t>
            </a:r>
          </a:p>
        </p:txBody>
      </p:sp>
      <p:sp>
        <p:nvSpPr>
          <p:cNvPr id="182306" name="Text Box 57"/>
          <p:cNvSpPr txBox="1">
            <a:spLocks noChangeArrowheads="1"/>
          </p:cNvSpPr>
          <p:nvPr/>
        </p:nvSpPr>
        <p:spPr bwMode="auto">
          <a:xfrm>
            <a:off x="5884250" y="2336548"/>
            <a:ext cx="24130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7</a:t>
            </a:r>
          </a:p>
        </p:txBody>
      </p:sp>
      <p:sp>
        <p:nvSpPr>
          <p:cNvPr id="182307" name="Line 61"/>
          <p:cNvSpPr>
            <a:spLocks noChangeShapeType="1"/>
          </p:cNvSpPr>
          <p:nvPr/>
        </p:nvSpPr>
        <p:spPr bwMode="auto">
          <a:xfrm flipH="1">
            <a:off x="4330087" y="2717548"/>
            <a:ext cx="901700" cy="2794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08" name="Line 62"/>
          <p:cNvSpPr>
            <a:spLocks noChangeShapeType="1"/>
          </p:cNvSpPr>
          <p:nvPr/>
        </p:nvSpPr>
        <p:spPr bwMode="auto">
          <a:xfrm flipH="1">
            <a:off x="4715850" y="2717548"/>
            <a:ext cx="806450" cy="4191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09" name="Line 63"/>
          <p:cNvSpPr>
            <a:spLocks noChangeShapeType="1"/>
          </p:cNvSpPr>
          <p:nvPr/>
        </p:nvSpPr>
        <p:spPr bwMode="auto">
          <a:xfrm flipH="1">
            <a:off x="5434987" y="2733423"/>
            <a:ext cx="709613" cy="36036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10" name="Text Box 64"/>
          <p:cNvSpPr txBox="1">
            <a:spLocks noChangeArrowheads="1"/>
          </p:cNvSpPr>
          <p:nvPr/>
        </p:nvSpPr>
        <p:spPr bwMode="auto">
          <a:xfrm>
            <a:off x="7155837" y="3095373"/>
            <a:ext cx="4127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1800" i="0" dirty="0">
                <a:solidFill>
                  <a:srgbClr val="000000"/>
                </a:solidFill>
                <a:latin typeface="Arial" charset="0"/>
              </a:rPr>
              <a:t>…</a:t>
            </a:r>
          </a:p>
        </p:txBody>
      </p:sp>
      <p:sp>
        <p:nvSpPr>
          <p:cNvPr id="182311" name="Line 69"/>
          <p:cNvSpPr>
            <a:spLocks noChangeShapeType="1"/>
          </p:cNvSpPr>
          <p:nvPr/>
        </p:nvSpPr>
        <p:spPr bwMode="auto">
          <a:xfrm>
            <a:off x="6443050" y="2720723"/>
            <a:ext cx="101600" cy="37782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12" name="Line 70"/>
          <p:cNvSpPr>
            <a:spLocks noChangeShapeType="1"/>
          </p:cNvSpPr>
          <p:nvPr/>
        </p:nvSpPr>
        <p:spPr bwMode="auto">
          <a:xfrm>
            <a:off x="6433525" y="2519110"/>
            <a:ext cx="479425" cy="6032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13" name="Line 71"/>
          <p:cNvSpPr>
            <a:spLocks noChangeShapeType="1"/>
          </p:cNvSpPr>
          <p:nvPr/>
        </p:nvSpPr>
        <p:spPr bwMode="auto">
          <a:xfrm>
            <a:off x="7289187" y="2463548"/>
            <a:ext cx="514350" cy="4841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14" name="Text Box 72"/>
          <p:cNvSpPr txBox="1">
            <a:spLocks noChangeArrowheads="1"/>
          </p:cNvSpPr>
          <p:nvPr/>
        </p:nvSpPr>
        <p:spPr bwMode="auto">
          <a:xfrm>
            <a:off x="4187306" y="3638298"/>
            <a:ext cx="1917513"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400" i="0" dirty="0">
                <a:solidFill>
                  <a:srgbClr val="000000"/>
                </a:solidFill>
                <a:latin typeface="Arial" charset="0"/>
              </a:rPr>
              <a:t>Electrical Engineering</a:t>
            </a:r>
          </a:p>
          <a:p>
            <a:pPr algn="ctr" eaLnBrk="1" hangingPunct="1"/>
            <a:r>
              <a:rPr lang="en-US" sz="1400" i="0" dirty="0">
                <a:solidFill>
                  <a:srgbClr val="000000"/>
                </a:solidFill>
                <a:latin typeface="Arial" charset="0"/>
              </a:rPr>
              <a:t>(VLAN ports 1-8)</a:t>
            </a:r>
          </a:p>
        </p:txBody>
      </p:sp>
      <p:sp>
        <p:nvSpPr>
          <p:cNvPr id="182315" name="Text Box 73"/>
          <p:cNvSpPr txBox="1">
            <a:spLocks noChangeArrowheads="1"/>
          </p:cNvSpPr>
          <p:nvPr/>
        </p:nvSpPr>
        <p:spPr bwMode="auto">
          <a:xfrm>
            <a:off x="6370581" y="3625598"/>
            <a:ext cx="1657826"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400" i="0" dirty="0">
                <a:solidFill>
                  <a:srgbClr val="000000"/>
                </a:solidFill>
                <a:latin typeface="Arial" charset="0"/>
              </a:rPr>
              <a:t>Computer Science</a:t>
            </a:r>
          </a:p>
          <a:p>
            <a:pPr algn="ctr" eaLnBrk="1" hangingPunct="1"/>
            <a:r>
              <a:rPr lang="en-US" sz="1400" i="0" dirty="0">
                <a:solidFill>
                  <a:srgbClr val="000000"/>
                </a:solidFill>
                <a:latin typeface="Arial" charset="0"/>
              </a:rPr>
              <a:t>(VLAN ports 9-15)</a:t>
            </a:r>
          </a:p>
        </p:txBody>
      </p:sp>
      <p:sp>
        <p:nvSpPr>
          <p:cNvPr id="182316" name="Text Box 74"/>
          <p:cNvSpPr txBox="1">
            <a:spLocks noChangeArrowheads="1"/>
          </p:cNvSpPr>
          <p:nvPr/>
        </p:nvSpPr>
        <p:spPr bwMode="auto">
          <a:xfrm>
            <a:off x="7079637" y="2331785"/>
            <a:ext cx="29845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15</a:t>
            </a:r>
          </a:p>
        </p:txBody>
      </p:sp>
      <p:sp>
        <p:nvSpPr>
          <p:cNvPr id="182317" name="Oval 81"/>
          <p:cNvSpPr>
            <a:spLocks noChangeArrowheads="1"/>
          </p:cNvSpPr>
          <p:nvPr/>
        </p:nvSpPr>
        <p:spPr bwMode="auto">
          <a:xfrm>
            <a:off x="5206387" y="2696910"/>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18" name="Oval 82"/>
          <p:cNvSpPr>
            <a:spLocks noChangeArrowheads="1"/>
          </p:cNvSpPr>
          <p:nvPr/>
        </p:nvSpPr>
        <p:spPr bwMode="auto">
          <a:xfrm>
            <a:off x="5498487" y="2693735"/>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19" name="Oval 83"/>
          <p:cNvSpPr>
            <a:spLocks noChangeArrowheads="1"/>
          </p:cNvSpPr>
          <p:nvPr/>
        </p:nvSpPr>
        <p:spPr bwMode="auto">
          <a:xfrm>
            <a:off x="6085862" y="2698498"/>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20" name="Oval 84"/>
          <p:cNvSpPr>
            <a:spLocks noChangeArrowheads="1"/>
          </p:cNvSpPr>
          <p:nvPr/>
        </p:nvSpPr>
        <p:spPr bwMode="auto">
          <a:xfrm>
            <a:off x="6417650" y="2695323"/>
            <a:ext cx="42862"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21" name="Oval 85"/>
          <p:cNvSpPr>
            <a:spLocks noChangeArrowheads="1"/>
          </p:cNvSpPr>
          <p:nvPr/>
        </p:nvSpPr>
        <p:spPr bwMode="auto">
          <a:xfrm>
            <a:off x="6404950" y="2481010"/>
            <a:ext cx="42862"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22" name="Oval 86"/>
          <p:cNvSpPr>
            <a:spLocks noChangeArrowheads="1"/>
          </p:cNvSpPr>
          <p:nvPr/>
        </p:nvSpPr>
        <p:spPr bwMode="auto">
          <a:xfrm>
            <a:off x="7279662" y="2477835"/>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23" name="Text Box 45"/>
          <p:cNvSpPr txBox="1">
            <a:spLocks noChangeArrowheads="1"/>
          </p:cNvSpPr>
          <p:nvPr/>
        </p:nvSpPr>
        <p:spPr bwMode="auto">
          <a:xfrm>
            <a:off x="4869837" y="3062035"/>
            <a:ext cx="4127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1800" i="0" dirty="0">
                <a:solidFill>
                  <a:srgbClr val="000000"/>
                </a:solidFill>
                <a:latin typeface="Arial" charset="0"/>
              </a:rPr>
              <a:t>…</a:t>
            </a:r>
          </a:p>
        </p:txBody>
      </p:sp>
      <p:grpSp>
        <p:nvGrpSpPr>
          <p:cNvPr id="182324" name="Group 44"/>
          <p:cNvGrpSpPr>
            <a:grpSpLocks/>
          </p:cNvGrpSpPr>
          <p:nvPr/>
        </p:nvGrpSpPr>
        <p:grpSpPr bwMode="auto">
          <a:xfrm>
            <a:off x="3793512" y="2903285"/>
            <a:ext cx="609600" cy="558800"/>
            <a:chOff x="-44" y="1473"/>
            <a:chExt cx="981" cy="1105"/>
          </a:xfrm>
        </p:grpSpPr>
        <p:pic>
          <p:nvPicPr>
            <p:cNvPr id="182414"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415"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25" name="Group 44"/>
          <p:cNvGrpSpPr>
            <a:grpSpLocks/>
          </p:cNvGrpSpPr>
          <p:nvPr/>
        </p:nvGrpSpPr>
        <p:grpSpPr bwMode="auto">
          <a:xfrm>
            <a:off x="4322150" y="2995360"/>
            <a:ext cx="609600" cy="558800"/>
            <a:chOff x="-44" y="1473"/>
            <a:chExt cx="981" cy="1105"/>
          </a:xfrm>
        </p:grpSpPr>
        <p:pic>
          <p:nvPicPr>
            <p:cNvPr id="182412"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413"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26" name="Group 44"/>
          <p:cNvGrpSpPr>
            <a:grpSpLocks/>
          </p:cNvGrpSpPr>
          <p:nvPr/>
        </p:nvGrpSpPr>
        <p:grpSpPr bwMode="auto">
          <a:xfrm>
            <a:off x="5042875" y="3015998"/>
            <a:ext cx="609600" cy="558800"/>
            <a:chOff x="-44" y="1473"/>
            <a:chExt cx="981" cy="1105"/>
          </a:xfrm>
        </p:grpSpPr>
        <p:pic>
          <p:nvPicPr>
            <p:cNvPr id="182410"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411"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27" name="Group 44"/>
          <p:cNvGrpSpPr>
            <a:grpSpLocks/>
          </p:cNvGrpSpPr>
          <p:nvPr/>
        </p:nvGrpSpPr>
        <p:grpSpPr bwMode="auto">
          <a:xfrm>
            <a:off x="6058875" y="3036635"/>
            <a:ext cx="609600" cy="558800"/>
            <a:chOff x="-44" y="1473"/>
            <a:chExt cx="981" cy="1105"/>
          </a:xfrm>
        </p:grpSpPr>
        <p:pic>
          <p:nvPicPr>
            <p:cNvPr id="182408"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409"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28" name="Group 44"/>
          <p:cNvGrpSpPr>
            <a:grpSpLocks/>
          </p:cNvGrpSpPr>
          <p:nvPr/>
        </p:nvGrpSpPr>
        <p:grpSpPr bwMode="auto">
          <a:xfrm>
            <a:off x="6566875" y="3046160"/>
            <a:ext cx="609600" cy="558800"/>
            <a:chOff x="-44" y="1473"/>
            <a:chExt cx="981" cy="1105"/>
          </a:xfrm>
        </p:grpSpPr>
        <p:pic>
          <p:nvPicPr>
            <p:cNvPr id="182406"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407"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29" name="Group 44"/>
          <p:cNvGrpSpPr>
            <a:grpSpLocks/>
          </p:cNvGrpSpPr>
          <p:nvPr/>
        </p:nvGrpSpPr>
        <p:grpSpPr bwMode="auto">
          <a:xfrm>
            <a:off x="7430475" y="2863598"/>
            <a:ext cx="609600" cy="558800"/>
            <a:chOff x="-44" y="1473"/>
            <a:chExt cx="981" cy="1105"/>
          </a:xfrm>
        </p:grpSpPr>
        <p:pic>
          <p:nvPicPr>
            <p:cNvPr id="182404"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405"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2" name="Group 1"/>
          <p:cNvGrpSpPr>
            <a:grpSpLocks/>
          </p:cNvGrpSpPr>
          <p:nvPr/>
        </p:nvGrpSpPr>
        <p:grpSpPr bwMode="auto">
          <a:xfrm>
            <a:off x="3498376" y="4217735"/>
            <a:ext cx="5174970" cy="2264707"/>
            <a:chOff x="3902075" y="4090988"/>
            <a:chExt cx="5175250" cy="2264707"/>
          </a:xfrm>
        </p:grpSpPr>
        <p:sp>
          <p:nvSpPr>
            <p:cNvPr id="182332" name="Cloud"/>
            <p:cNvSpPr>
              <a:spLocks noChangeAspect="1" noEditPoints="1" noChangeArrowheads="1"/>
            </p:cNvSpPr>
            <p:nvPr/>
          </p:nvSpPr>
          <p:spPr bwMode="auto">
            <a:xfrm>
              <a:off x="4560888" y="4090988"/>
              <a:ext cx="4516437" cy="121443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sp>
          <p:nvSpPr>
            <p:cNvPr id="73734" name="Rectangle 263"/>
            <p:cNvSpPr>
              <a:spLocks noChangeArrowheads="1"/>
            </p:cNvSpPr>
            <p:nvPr/>
          </p:nvSpPr>
          <p:spPr bwMode="auto">
            <a:xfrm>
              <a:off x="5135630" y="4583113"/>
              <a:ext cx="269890" cy="204787"/>
            </a:xfrm>
            <a:prstGeom prst="rect">
              <a:avLst/>
            </a:prstGeom>
            <a:solidFill>
              <a:srgbClr val="00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cs typeface="+mn-cs"/>
              </a:endParaRPr>
            </a:p>
          </p:txBody>
        </p:sp>
        <p:sp>
          <p:nvSpPr>
            <p:cNvPr id="73735" name="Rectangle 262"/>
            <p:cNvSpPr>
              <a:spLocks noChangeArrowheads="1"/>
            </p:cNvSpPr>
            <p:nvPr/>
          </p:nvSpPr>
          <p:spPr bwMode="auto">
            <a:xfrm>
              <a:off x="8064726" y="4811713"/>
              <a:ext cx="279415" cy="238125"/>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cs typeface="+mn-cs"/>
              </a:endParaRPr>
            </a:p>
          </p:txBody>
        </p:sp>
        <p:sp>
          <p:nvSpPr>
            <p:cNvPr id="182335" name="Line 61"/>
            <p:cNvSpPr>
              <a:spLocks noChangeShapeType="1"/>
            </p:cNvSpPr>
            <p:nvPr/>
          </p:nvSpPr>
          <p:spPr bwMode="auto">
            <a:xfrm flipH="1">
              <a:off x="4364038" y="4911725"/>
              <a:ext cx="901700" cy="2794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36" name="Line 62"/>
            <p:cNvSpPr>
              <a:spLocks noChangeShapeType="1"/>
            </p:cNvSpPr>
            <p:nvPr/>
          </p:nvSpPr>
          <p:spPr bwMode="auto">
            <a:xfrm flipH="1">
              <a:off x="4749800" y="4911725"/>
              <a:ext cx="806450" cy="4191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37" name="Line 63"/>
            <p:cNvSpPr>
              <a:spLocks noChangeShapeType="1"/>
            </p:cNvSpPr>
            <p:nvPr/>
          </p:nvSpPr>
          <p:spPr bwMode="auto">
            <a:xfrm flipH="1">
              <a:off x="5468938" y="4921250"/>
              <a:ext cx="684212" cy="366713"/>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38" name="Text Box 72"/>
            <p:cNvSpPr txBox="1">
              <a:spLocks noChangeArrowheads="1"/>
            </p:cNvSpPr>
            <p:nvPr/>
          </p:nvSpPr>
          <p:spPr bwMode="auto">
            <a:xfrm>
              <a:off x="4221205" y="5832475"/>
              <a:ext cx="1917617"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400" i="0" dirty="0">
                  <a:solidFill>
                    <a:srgbClr val="000000"/>
                  </a:solidFill>
                  <a:latin typeface="Arial" charset="0"/>
                </a:rPr>
                <a:t>Electrical Engineering</a:t>
              </a:r>
            </a:p>
            <a:p>
              <a:pPr algn="ctr" eaLnBrk="1" hangingPunct="1"/>
              <a:r>
                <a:rPr lang="en-US" sz="1400" i="0" dirty="0">
                  <a:solidFill>
                    <a:srgbClr val="000000"/>
                  </a:solidFill>
                  <a:latin typeface="Arial" charset="0"/>
                </a:rPr>
                <a:t>(VLAN ports 1-8)</a:t>
              </a:r>
            </a:p>
          </p:txBody>
        </p:sp>
        <p:sp>
          <p:nvSpPr>
            <p:cNvPr id="182339" name="Text Box 45"/>
            <p:cNvSpPr txBox="1">
              <a:spLocks noChangeArrowheads="1"/>
            </p:cNvSpPr>
            <p:nvPr/>
          </p:nvSpPr>
          <p:spPr bwMode="auto">
            <a:xfrm>
              <a:off x="4903788" y="5256213"/>
              <a:ext cx="4127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1800" i="0" dirty="0">
                  <a:solidFill>
                    <a:srgbClr val="000000"/>
                  </a:solidFill>
                  <a:latin typeface="Arial" charset="0"/>
                </a:rPr>
                <a:t>…</a:t>
              </a:r>
            </a:p>
          </p:txBody>
        </p:sp>
        <p:grpSp>
          <p:nvGrpSpPr>
            <p:cNvPr id="182340" name="Group 186"/>
            <p:cNvGrpSpPr>
              <a:grpSpLocks/>
            </p:cNvGrpSpPr>
            <p:nvPr/>
          </p:nvGrpSpPr>
          <p:grpSpPr bwMode="auto">
            <a:xfrm>
              <a:off x="5041900" y="4316413"/>
              <a:ext cx="1684338" cy="738187"/>
              <a:chOff x="3479" y="2610"/>
              <a:chExt cx="1061" cy="465"/>
            </a:xfrm>
          </p:grpSpPr>
          <p:sp>
            <p:nvSpPr>
              <p:cNvPr id="182385" name="Rectangle 80"/>
              <p:cNvSpPr>
                <a:spLocks noChangeArrowheads="1"/>
              </p:cNvSpPr>
              <p:nvPr/>
            </p:nvSpPr>
            <p:spPr bwMode="auto">
              <a:xfrm>
                <a:off x="3531" y="2914"/>
                <a:ext cx="183" cy="153"/>
              </a:xfrm>
              <a:prstGeom prst="rect">
                <a:avLst/>
              </a:prstGeom>
              <a:solidFill>
                <a:srgbClr val="00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86" name="Rectangle 75"/>
              <p:cNvSpPr>
                <a:spLocks noChangeArrowheads="1"/>
              </p:cNvSpPr>
              <p:nvPr/>
            </p:nvSpPr>
            <p:spPr bwMode="auto">
              <a:xfrm>
                <a:off x="3711" y="2779"/>
                <a:ext cx="567" cy="285"/>
              </a:xfrm>
              <a:prstGeom prst="rect">
                <a:avLst/>
              </a:prstGeom>
              <a:solidFill>
                <a:srgbClr val="00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87" name="Rectangle 2"/>
              <p:cNvSpPr>
                <a:spLocks noChangeArrowheads="1"/>
              </p:cNvSpPr>
              <p:nvPr/>
            </p:nvSpPr>
            <p:spPr bwMode="auto">
              <a:xfrm>
                <a:off x="3531" y="2774"/>
                <a:ext cx="745" cy="29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hangingPunct="1"/>
                <a:endParaRPr lang="en-US" i="0" dirty="0">
                  <a:solidFill>
                    <a:srgbClr val="000000"/>
                  </a:solidFill>
                  <a:latin typeface="Arial" charset="0"/>
                </a:endParaRPr>
              </a:p>
            </p:txBody>
          </p:sp>
          <p:sp>
            <p:nvSpPr>
              <p:cNvPr id="182388" name="Line 3"/>
              <p:cNvSpPr>
                <a:spLocks noChangeShapeType="1"/>
              </p:cNvSpPr>
              <p:nvPr/>
            </p:nvSpPr>
            <p:spPr bwMode="auto">
              <a:xfrm>
                <a:off x="3532" y="2910"/>
                <a:ext cx="741" cy="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89" name="Text Box 6"/>
              <p:cNvSpPr txBox="1">
                <a:spLocks noChangeArrowheads="1"/>
              </p:cNvSpPr>
              <p:nvPr/>
            </p:nvSpPr>
            <p:spPr bwMode="auto">
              <a:xfrm>
                <a:off x="3479" y="2748"/>
                <a:ext cx="152"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a:t>
                </a:r>
              </a:p>
            </p:txBody>
          </p:sp>
          <p:sp>
            <p:nvSpPr>
              <p:cNvPr id="182390" name="AutoShape 8"/>
              <p:cNvSpPr>
                <a:spLocks noChangeArrowheads="1"/>
              </p:cNvSpPr>
              <p:nvPr/>
            </p:nvSpPr>
            <p:spPr bwMode="auto">
              <a:xfrm>
                <a:off x="3513" y="2611"/>
                <a:ext cx="1027" cy="165"/>
              </a:xfrm>
              <a:prstGeom prst="parallelogram">
                <a:avLst>
                  <a:gd name="adj" fmla="val 155606"/>
                </a:avLst>
              </a:prstGeom>
              <a:solidFill>
                <a:schemeClr val="bg1"/>
              </a:solidFill>
              <a:ln w="9525">
                <a:solidFill>
                  <a:schemeClr val="tx1"/>
                </a:solidFill>
                <a:miter lim="800000"/>
                <a:headEnd/>
                <a:tailEnd/>
              </a:ln>
            </p:spPr>
            <p:txBody>
              <a:bodyPr wrap="none" anchor="ctr"/>
              <a:lstStyle/>
              <a:p>
                <a:pPr eaLnBrk="1" hangingPunct="1"/>
                <a:endParaRPr lang="en-US" i="0" dirty="0">
                  <a:solidFill>
                    <a:srgbClr val="000000"/>
                  </a:solidFill>
                  <a:latin typeface="Arial" charset="0"/>
                </a:endParaRPr>
              </a:p>
            </p:txBody>
          </p:sp>
          <p:sp>
            <p:nvSpPr>
              <p:cNvPr id="182391" name="Freeform 10"/>
              <p:cNvSpPr>
                <a:spLocks/>
              </p:cNvSpPr>
              <p:nvPr/>
            </p:nvSpPr>
            <p:spPr bwMode="auto">
              <a:xfrm>
                <a:off x="3628" y="2639"/>
                <a:ext cx="746" cy="105"/>
              </a:xfrm>
              <a:custGeom>
                <a:avLst/>
                <a:gdLst>
                  <a:gd name="T0" fmla="*/ 0 w 678"/>
                  <a:gd name="T1" fmla="*/ 83 h 110"/>
                  <a:gd name="T2" fmla="*/ 263 w 678"/>
                  <a:gd name="T3" fmla="*/ 82 h 110"/>
                  <a:gd name="T4" fmla="*/ 1007 w 678"/>
                  <a:gd name="T5" fmla="*/ 0 h 110"/>
                  <a:gd name="T6" fmla="*/ 1204 w 678"/>
                  <a:gd name="T7" fmla="*/ 0 h 110"/>
                  <a:gd name="T8" fmla="*/ 0 60000 65536"/>
                  <a:gd name="T9" fmla="*/ 0 60000 65536"/>
                  <a:gd name="T10" fmla="*/ 0 60000 65536"/>
                  <a:gd name="T11" fmla="*/ 0 60000 65536"/>
                  <a:gd name="T12" fmla="*/ 0 w 678"/>
                  <a:gd name="T13" fmla="*/ 0 h 110"/>
                  <a:gd name="T14" fmla="*/ 678 w 678"/>
                  <a:gd name="T15" fmla="*/ 110 h 110"/>
                </a:gdLst>
                <a:ahLst/>
                <a:cxnLst>
                  <a:cxn ang="T8">
                    <a:pos x="T0" y="T1"/>
                  </a:cxn>
                  <a:cxn ang="T9">
                    <a:pos x="T2" y="T3"/>
                  </a:cxn>
                  <a:cxn ang="T10">
                    <a:pos x="T4" y="T5"/>
                  </a:cxn>
                  <a:cxn ang="T11">
                    <a:pos x="T6" y="T7"/>
                  </a:cxn>
                </a:cxnLst>
                <a:rect l="T12" t="T13" r="T14" b="T15"/>
                <a:pathLst>
                  <a:path w="678" h="110">
                    <a:moveTo>
                      <a:pt x="0" y="110"/>
                    </a:moveTo>
                    <a:lnTo>
                      <a:pt x="148" y="108"/>
                    </a:lnTo>
                    <a:lnTo>
                      <a:pt x="567" y="0"/>
                    </a:lnTo>
                    <a:lnTo>
                      <a:pt x="678"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p>
            </p:txBody>
          </p:sp>
          <p:sp>
            <p:nvSpPr>
              <p:cNvPr id="182392" name="Line 18"/>
              <p:cNvSpPr>
                <a:spLocks noChangeShapeType="1"/>
              </p:cNvSpPr>
              <p:nvPr/>
            </p:nvSpPr>
            <p:spPr bwMode="auto">
              <a:xfrm>
                <a:off x="3897" y="2777"/>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93" name="Line 21"/>
              <p:cNvSpPr>
                <a:spLocks noChangeShapeType="1"/>
              </p:cNvSpPr>
              <p:nvPr/>
            </p:nvSpPr>
            <p:spPr bwMode="auto">
              <a:xfrm>
                <a:off x="3714" y="2775"/>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94" name="Line 22"/>
              <p:cNvSpPr>
                <a:spLocks noChangeShapeType="1"/>
              </p:cNvSpPr>
              <p:nvPr/>
            </p:nvSpPr>
            <p:spPr bwMode="auto">
              <a:xfrm>
                <a:off x="3531" y="2783"/>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95" name="Line 23"/>
              <p:cNvSpPr>
                <a:spLocks noChangeShapeType="1"/>
              </p:cNvSpPr>
              <p:nvPr/>
            </p:nvSpPr>
            <p:spPr bwMode="auto">
              <a:xfrm>
                <a:off x="4074" y="2780"/>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96" name="Text Box 26"/>
              <p:cNvSpPr txBox="1">
                <a:spLocks noChangeArrowheads="1"/>
              </p:cNvSpPr>
              <p:nvPr/>
            </p:nvSpPr>
            <p:spPr bwMode="auto">
              <a:xfrm>
                <a:off x="4034" y="2880"/>
                <a:ext cx="152"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8</a:t>
                </a:r>
              </a:p>
            </p:txBody>
          </p:sp>
          <p:sp>
            <p:nvSpPr>
              <p:cNvPr id="182397" name="Text Box 30"/>
              <p:cNvSpPr txBox="1">
                <a:spLocks noChangeArrowheads="1"/>
              </p:cNvSpPr>
              <p:nvPr/>
            </p:nvSpPr>
            <p:spPr bwMode="auto">
              <a:xfrm>
                <a:off x="3485" y="2874"/>
                <a:ext cx="152"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2</a:t>
                </a:r>
              </a:p>
            </p:txBody>
          </p:sp>
          <p:sp>
            <p:nvSpPr>
              <p:cNvPr id="182398" name="Text Box 57"/>
              <p:cNvSpPr txBox="1">
                <a:spLocks noChangeArrowheads="1"/>
              </p:cNvSpPr>
              <p:nvPr/>
            </p:nvSpPr>
            <p:spPr bwMode="auto">
              <a:xfrm>
                <a:off x="4031" y="2745"/>
                <a:ext cx="152"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7</a:t>
                </a:r>
              </a:p>
            </p:txBody>
          </p:sp>
          <p:sp>
            <p:nvSpPr>
              <p:cNvPr id="182399" name="Oval 81"/>
              <p:cNvSpPr>
                <a:spLocks noChangeArrowheads="1"/>
              </p:cNvSpPr>
              <p:nvPr/>
            </p:nvSpPr>
            <p:spPr bwMode="auto">
              <a:xfrm>
                <a:off x="3604" y="2972"/>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400" name="Oval 82"/>
              <p:cNvSpPr>
                <a:spLocks noChangeArrowheads="1"/>
              </p:cNvSpPr>
              <p:nvPr/>
            </p:nvSpPr>
            <p:spPr bwMode="auto">
              <a:xfrm>
                <a:off x="3788" y="2970"/>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401" name="Oval 83"/>
              <p:cNvSpPr>
                <a:spLocks noChangeArrowheads="1"/>
              </p:cNvSpPr>
              <p:nvPr/>
            </p:nvSpPr>
            <p:spPr bwMode="auto">
              <a:xfrm>
                <a:off x="4158" y="2973"/>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402" name="Freeform 10"/>
              <p:cNvSpPr>
                <a:spLocks/>
              </p:cNvSpPr>
              <p:nvPr/>
            </p:nvSpPr>
            <p:spPr bwMode="auto">
              <a:xfrm flipV="1">
                <a:off x="3754" y="2639"/>
                <a:ext cx="550" cy="105"/>
              </a:xfrm>
              <a:custGeom>
                <a:avLst/>
                <a:gdLst>
                  <a:gd name="T0" fmla="*/ 0 w 678"/>
                  <a:gd name="T1" fmla="*/ 83 h 110"/>
                  <a:gd name="T2" fmla="*/ 42 w 678"/>
                  <a:gd name="T3" fmla="*/ 82 h 110"/>
                  <a:gd name="T4" fmla="*/ 162 w 678"/>
                  <a:gd name="T5" fmla="*/ 0 h 110"/>
                  <a:gd name="T6" fmla="*/ 193 w 678"/>
                  <a:gd name="T7" fmla="*/ 0 h 110"/>
                  <a:gd name="T8" fmla="*/ 0 60000 65536"/>
                  <a:gd name="T9" fmla="*/ 0 60000 65536"/>
                  <a:gd name="T10" fmla="*/ 0 60000 65536"/>
                  <a:gd name="T11" fmla="*/ 0 60000 65536"/>
                  <a:gd name="T12" fmla="*/ 0 w 678"/>
                  <a:gd name="T13" fmla="*/ 0 h 110"/>
                  <a:gd name="T14" fmla="*/ 678 w 678"/>
                  <a:gd name="T15" fmla="*/ 110 h 110"/>
                </a:gdLst>
                <a:ahLst/>
                <a:cxnLst>
                  <a:cxn ang="T8">
                    <a:pos x="T0" y="T1"/>
                  </a:cxn>
                  <a:cxn ang="T9">
                    <a:pos x="T2" y="T3"/>
                  </a:cxn>
                  <a:cxn ang="T10">
                    <a:pos x="T4" y="T5"/>
                  </a:cxn>
                  <a:cxn ang="T11">
                    <a:pos x="T6" y="T7"/>
                  </a:cxn>
                </a:cxnLst>
                <a:rect l="T12" t="T13" r="T14" b="T15"/>
                <a:pathLst>
                  <a:path w="678" h="110">
                    <a:moveTo>
                      <a:pt x="0" y="110"/>
                    </a:moveTo>
                    <a:lnTo>
                      <a:pt x="148" y="108"/>
                    </a:lnTo>
                    <a:lnTo>
                      <a:pt x="567" y="0"/>
                    </a:lnTo>
                    <a:lnTo>
                      <a:pt x="678"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rot="10800000"/>
              <a:lstStyle/>
              <a:p>
                <a:endParaRPr lang="en-US" dirty="0"/>
              </a:p>
            </p:txBody>
          </p:sp>
          <p:sp>
            <p:nvSpPr>
              <p:cNvPr id="182403" name="Freeform 185"/>
              <p:cNvSpPr>
                <a:spLocks/>
              </p:cNvSpPr>
              <p:nvPr/>
            </p:nvSpPr>
            <p:spPr bwMode="auto">
              <a:xfrm>
                <a:off x="4274" y="2610"/>
                <a:ext cx="264" cy="456"/>
              </a:xfrm>
              <a:custGeom>
                <a:avLst/>
                <a:gdLst>
                  <a:gd name="T0" fmla="*/ 264 w 264"/>
                  <a:gd name="T1" fmla="*/ 0 h 456"/>
                  <a:gd name="T2" fmla="*/ 262 w 264"/>
                  <a:gd name="T3" fmla="*/ 248 h 456"/>
                  <a:gd name="T4" fmla="*/ 0 w 264"/>
                  <a:gd name="T5" fmla="*/ 456 h 456"/>
                  <a:gd name="T6" fmla="*/ 0 60000 65536"/>
                  <a:gd name="T7" fmla="*/ 0 60000 65536"/>
                  <a:gd name="T8" fmla="*/ 0 60000 65536"/>
                </a:gdLst>
                <a:ahLst/>
                <a:cxnLst>
                  <a:cxn ang="T6">
                    <a:pos x="T0" y="T1"/>
                  </a:cxn>
                  <a:cxn ang="T7">
                    <a:pos x="T2" y="T3"/>
                  </a:cxn>
                  <a:cxn ang="T8">
                    <a:pos x="T4" y="T5"/>
                  </a:cxn>
                </a:cxnLst>
                <a:rect l="0" t="0" r="r" b="b"/>
                <a:pathLst>
                  <a:path w="264" h="456">
                    <a:moveTo>
                      <a:pt x="264" y="0"/>
                    </a:moveTo>
                    <a:lnTo>
                      <a:pt x="262" y="248"/>
                    </a:lnTo>
                    <a:lnTo>
                      <a:pt x="0" y="456"/>
                    </a:ln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41" name="Group 210"/>
            <p:cNvGrpSpPr>
              <a:grpSpLocks/>
            </p:cNvGrpSpPr>
            <p:nvPr/>
          </p:nvGrpSpPr>
          <p:grpSpPr bwMode="auto">
            <a:xfrm>
              <a:off x="7080250" y="4318000"/>
              <a:ext cx="1698625" cy="742950"/>
              <a:chOff x="1003" y="3585"/>
              <a:chExt cx="1070" cy="468"/>
            </a:xfrm>
          </p:grpSpPr>
          <p:grpSp>
            <p:nvGrpSpPr>
              <p:cNvPr id="182366" name="Group 207"/>
              <p:cNvGrpSpPr>
                <a:grpSpLocks/>
              </p:cNvGrpSpPr>
              <p:nvPr/>
            </p:nvGrpSpPr>
            <p:grpSpPr bwMode="auto">
              <a:xfrm>
                <a:off x="1003" y="3723"/>
                <a:ext cx="796" cy="330"/>
                <a:chOff x="2444" y="3759"/>
                <a:chExt cx="796" cy="330"/>
              </a:xfrm>
            </p:grpSpPr>
            <p:sp>
              <p:nvSpPr>
                <p:cNvPr id="182373" name="Rectangle 77"/>
                <p:cNvSpPr>
                  <a:spLocks noChangeArrowheads="1"/>
                </p:cNvSpPr>
                <p:nvPr/>
              </p:nvSpPr>
              <p:spPr bwMode="auto">
                <a:xfrm>
                  <a:off x="3057" y="3793"/>
                  <a:ext cx="183" cy="132"/>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74" name="Rectangle 76"/>
                <p:cNvSpPr>
                  <a:spLocks noChangeArrowheads="1"/>
                </p:cNvSpPr>
                <p:nvPr/>
              </p:nvSpPr>
              <p:spPr bwMode="auto">
                <a:xfrm>
                  <a:off x="2496" y="3796"/>
                  <a:ext cx="561" cy="288"/>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75" name="Line 17"/>
                <p:cNvSpPr>
                  <a:spLocks noChangeShapeType="1"/>
                </p:cNvSpPr>
                <p:nvPr/>
              </p:nvSpPr>
              <p:spPr bwMode="auto">
                <a:xfrm>
                  <a:off x="2874" y="3797"/>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76" name="Line 24"/>
                <p:cNvSpPr>
                  <a:spLocks noChangeShapeType="1"/>
                </p:cNvSpPr>
                <p:nvPr/>
              </p:nvSpPr>
              <p:spPr bwMode="auto">
                <a:xfrm>
                  <a:off x="2688" y="3794"/>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77" name="Line 25"/>
                <p:cNvSpPr>
                  <a:spLocks noChangeShapeType="1"/>
                </p:cNvSpPr>
                <p:nvPr/>
              </p:nvSpPr>
              <p:spPr bwMode="auto">
                <a:xfrm>
                  <a:off x="3060" y="3791"/>
                  <a:ext cx="0" cy="2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78" name="Text Box 27"/>
                <p:cNvSpPr txBox="1">
                  <a:spLocks noChangeArrowheads="1"/>
                </p:cNvSpPr>
                <p:nvPr/>
              </p:nvSpPr>
              <p:spPr bwMode="auto">
                <a:xfrm>
                  <a:off x="2456" y="3762"/>
                  <a:ext cx="152"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9</a:t>
                  </a:r>
                </a:p>
              </p:txBody>
            </p:sp>
            <p:sp>
              <p:nvSpPr>
                <p:cNvPr id="182379" name="Text Box 28"/>
                <p:cNvSpPr txBox="1">
                  <a:spLocks noChangeArrowheads="1"/>
                </p:cNvSpPr>
                <p:nvPr/>
              </p:nvSpPr>
              <p:spPr bwMode="auto">
                <a:xfrm>
                  <a:off x="3008" y="3900"/>
                  <a:ext cx="188"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16</a:t>
                  </a:r>
                </a:p>
              </p:txBody>
            </p:sp>
            <p:sp>
              <p:nvSpPr>
                <p:cNvPr id="182380" name="Text Box 29"/>
                <p:cNvSpPr txBox="1">
                  <a:spLocks noChangeArrowheads="1"/>
                </p:cNvSpPr>
                <p:nvPr/>
              </p:nvSpPr>
              <p:spPr bwMode="auto">
                <a:xfrm>
                  <a:off x="2444" y="3900"/>
                  <a:ext cx="188"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10</a:t>
                  </a:r>
                </a:p>
              </p:txBody>
            </p:sp>
            <p:sp>
              <p:nvSpPr>
                <p:cNvPr id="182381" name="Text Box 74"/>
                <p:cNvSpPr txBox="1">
                  <a:spLocks noChangeArrowheads="1"/>
                </p:cNvSpPr>
                <p:nvPr/>
              </p:nvSpPr>
              <p:spPr bwMode="auto">
                <a:xfrm>
                  <a:off x="3005" y="3759"/>
                  <a:ext cx="188" cy="1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charset="0"/>
                    </a:rPr>
                    <a:t>15</a:t>
                  </a:r>
                </a:p>
              </p:txBody>
            </p:sp>
            <p:sp>
              <p:nvSpPr>
                <p:cNvPr id="182382" name="Oval 84"/>
                <p:cNvSpPr>
                  <a:spLocks noChangeArrowheads="1"/>
                </p:cNvSpPr>
                <p:nvPr/>
              </p:nvSpPr>
              <p:spPr bwMode="auto">
                <a:xfrm>
                  <a:off x="2588" y="3988"/>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83" name="Oval 85"/>
                <p:cNvSpPr>
                  <a:spLocks noChangeArrowheads="1"/>
                </p:cNvSpPr>
                <p:nvPr/>
              </p:nvSpPr>
              <p:spPr bwMode="auto">
                <a:xfrm>
                  <a:off x="2580" y="3853"/>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sp>
              <p:nvSpPr>
                <p:cNvPr id="182384" name="Oval 86"/>
                <p:cNvSpPr>
                  <a:spLocks noChangeArrowheads="1"/>
                </p:cNvSpPr>
                <p:nvPr/>
              </p:nvSpPr>
              <p:spPr bwMode="auto">
                <a:xfrm>
                  <a:off x="3131" y="3851"/>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charset="0"/>
                  </a:endParaRPr>
                </a:p>
              </p:txBody>
            </p:sp>
          </p:grpSp>
          <p:sp>
            <p:nvSpPr>
              <p:cNvPr id="182367" name="AutoShape 8"/>
              <p:cNvSpPr>
                <a:spLocks noChangeArrowheads="1"/>
              </p:cNvSpPr>
              <p:nvPr/>
            </p:nvSpPr>
            <p:spPr bwMode="auto">
              <a:xfrm>
                <a:off x="1046" y="3586"/>
                <a:ext cx="1027" cy="165"/>
              </a:xfrm>
              <a:prstGeom prst="parallelogram">
                <a:avLst>
                  <a:gd name="adj" fmla="val 155606"/>
                </a:avLst>
              </a:prstGeom>
              <a:solidFill>
                <a:schemeClr val="bg1"/>
              </a:solidFill>
              <a:ln w="9525">
                <a:solidFill>
                  <a:schemeClr val="tx1"/>
                </a:solidFill>
                <a:miter lim="800000"/>
                <a:headEnd/>
                <a:tailEnd/>
              </a:ln>
            </p:spPr>
            <p:txBody>
              <a:bodyPr wrap="none" anchor="ctr"/>
              <a:lstStyle/>
              <a:p>
                <a:pPr eaLnBrk="1" hangingPunct="1"/>
                <a:endParaRPr lang="en-US" i="0" dirty="0">
                  <a:solidFill>
                    <a:srgbClr val="000000"/>
                  </a:solidFill>
                  <a:latin typeface="Arial" charset="0"/>
                </a:endParaRPr>
              </a:p>
            </p:txBody>
          </p:sp>
          <p:sp>
            <p:nvSpPr>
              <p:cNvPr id="182368" name="Freeform 10"/>
              <p:cNvSpPr>
                <a:spLocks/>
              </p:cNvSpPr>
              <p:nvPr/>
            </p:nvSpPr>
            <p:spPr bwMode="auto">
              <a:xfrm>
                <a:off x="1161" y="3614"/>
                <a:ext cx="746" cy="105"/>
              </a:xfrm>
              <a:custGeom>
                <a:avLst/>
                <a:gdLst>
                  <a:gd name="T0" fmla="*/ 0 w 678"/>
                  <a:gd name="T1" fmla="*/ 83 h 110"/>
                  <a:gd name="T2" fmla="*/ 263 w 678"/>
                  <a:gd name="T3" fmla="*/ 82 h 110"/>
                  <a:gd name="T4" fmla="*/ 1007 w 678"/>
                  <a:gd name="T5" fmla="*/ 0 h 110"/>
                  <a:gd name="T6" fmla="*/ 1204 w 678"/>
                  <a:gd name="T7" fmla="*/ 0 h 110"/>
                  <a:gd name="T8" fmla="*/ 0 60000 65536"/>
                  <a:gd name="T9" fmla="*/ 0 60000 65536"/>
                  <a:gd name="T10" fmla="*/ 0 60000 65536"/>
                  <a:gd name="T11" fmla="*/ 0 60000 65536"/>
                  <a:gd name="T12" fmla="*/ 0 w 678"/>
                  <a:gd name="T13" fmla="*/ 0 h 110"/>
                  <a:gd name="T14" fmla="*/ 678 w 678"/>
                  <a:gd name="T15" fmla="*/ 110 h 110"/>
                </a:gdLst>
                <a:ahLst/>
                <a:cxnLst>
                  <a:cxn ang="T8">
                    <a:pos x="T0" y="T1"/>
                  </a:cxn>
                  <a:cxn ang="T9">
                    <a:pos x="T2" y="T3"/>
                  </a:cxn>
                  <a:cxn ang="T10">
                    <a:pos x="T4" y="T5"/>
                  </a:cxn>
                  <a:cxn ang="T11">
                    <a:pos x="T6" y="T7"/>
                  </a:cxn>
                </a:cxnLst>
                <a:rect l="T12" t="T13" r="T14" b="T15"/>
                <a:pathLst>
                  <a:path w="678" h="110">
                    <a:moveTo>
                      <a:pt x="0" y="110"/>
                    </a:moveTo>
                    <a:lnTo>
                      <a:pt x="148" y="108"/>
                    </a:lnTo>
                    <a:lnTo>
                      <a:pt x="567" y="0"/>
                    </a:lnTo>
                    <a:lnTo>
                      <a:pt x="678"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p>
            </p:txBody>
          </p:sp>
          <p:sp>
            <p:nvSpPr>
              <p:cNvPr id="182369" name="Freeform 10"/>
              <p:cNvSpPr>
                <a:spLocks/>
              </p:cNvSpPr>
              <p:nvPr/>
            </p:nvSpPr>
            <p:spPr bwMode="auto">
              <a:xfrm flipV="1">
                <a:off x="1287" y="3614"/>
                <a:ext cx="550" cy="105"/>
              </a:xfrm>
              <a:custGeom>
                <a:avLst/>
                <a:gdLst>
                  <a:gd name="T0" fmla="*/ 0 w 678"/>
                  <a:gd name="T1" fmla="*/ 83 h 110"/>
                  <a:gd name="T2" fmla="*/ 42 w 678"/>
                  <a:gd name="T3" fmla="*/ 82 h 110"/>
                  <a:gd name="T4" fmla="*/ 162 w 678"/>
                  <a:gd name="T5" fmla="*/ 0 h 110"/>
                  <a:gd name="T6" fmla="*/ 193 w 678"/>
                  <a:gd name="T7" fmla="*/ 0 h 110"/>
                  <a:gd name="T8" fmla="*/ 0 60000 65536"/>
                  <a:gd name="T9" fmla="*/ 0 60000 65536"/>
                  <a:gd name="T10" fmla="*/ 0 60000 65536"/>
                  <a:gd name="T11" fmla="*/ 0 60000 65536"/>
                  <a:gd name="T12" fmla="*/ 0 w 678"/>
                  <a:gd name="T13" fmla="*/ 0 h 110"/>
                  <a:gd name="T14" fmla="*/ 678 w 678"/>
                  <a:gd name="T15" fmla="*/ 110 h 110"/>
                </a:gdLst>
                <a:ahLst/>
                <a:cxnLst>
                  <a:cxn ang="T8">
                    <a:pos x="T0" y="T1"/>
                  </a:cxn>
                  <a:cxn ang="T9">
                    <a:pos x="T2" y="T3"/>
                  </a:cxn>
                  <a:cxn ang="T10">
                    <a:pos x="T4" y="T5"/>
                  </a:cxn>
                  <a:cxn ang="T11">
                    <a:pos x="T6" y="T7"/>
                  </a:cxn>
                </a:cxnLst>
                <a:rect l="T12" t="T13" r="T14" b="T15"/>
                <a:pathLst>
                  <a:path w="678" h="110">
                    <a:moveTo>
                      <a:pt x="0" y="110"/>
                    </a:moveTo>
                    <a:lnTo>
                      <a:pt x="148" y="108"/>
                    </a:lnTo>
                    <a:lnTo>
                      <a:pt x="567" y="0"/>
                    </a:lnTo>
                    <a:lnTo>
                      <a:pt x="678"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rot="10800000"/>
              <a:lstStyle/>
              <a:p>
                <a:endParaRPr lang="en-US" dirty="0"/>
              </a:p>
            </p:txBody>
          </p:sp>
          <p:sp>
            <p:nvSpPr>
              <p:cNvPr id="182370" name="Freeform 206"/>
              <p:cNvSpPr>
                <a:spLocks/>
              </p:cNvSpPr>
              <p:nvPr/>
            </p:nvSpPr>
            <p:spPr bwMode="auto">
              <a:xfrm>
                <a:off x="1807" y="3585"/>
                <a:ext cx="264" cy="456"/>
              </a:xfrm>
              <a:custGeom>
                <a:avLst/>
                <a:gdLst>
                  <a:gd name="T0" fmla="*/ 264 w 264"/>
                  <a:gd name="T1" fmla="*/ 0 h 456"/>
                  <a:gd name="T2" fmla="*/ 262 w 264"/>
                  <a:gd name="T3" fmla="*/ 248 h 456"/>
                  <a:gd name="T4" fmla="*/ 0 w 264"/>
                  <a:gd name="T5" fmla="*/ 456 h 456"/>
                  <a:gd name="T6" fmla="*/ 0 60000 65536"/>
                  <a:gd name="T7" fmla="*/ 0 60000 65536"/>
                  <a:gd name="T8" fmla="*/ 0 60000 65536"/>
                </a:gdLst>
                <a:ahLst/>
                <a:cxnLst>
                  <a:cxn ang="T6">
                    <a:pos x="T0" y="T1"/>
                  </a:cxn>
                  <a:cxn ang="T7">
                    <a:pos x="T2" y="T3"/>
                  </a:cxn>
                  <a:cxn ang="T8">
                    <a:pos x="T4" y="T5"/>
                  </a:cxn>
                </a:cxnLst>
                <a:rect l="0" t="0" r="r" b="b"/>
                <a:pathLst>
                  <a:path w="264" h="456">
                    <a:moveTo>
                      <a:pt x="264" y="0"/>
                    </a:moveTo>
                    <a:lnTo>
                      <a:pt x="262" y="248"/>
                    </a:lnTo>
                    <a:lnTo>
                      <a:pt x="0" y="456"/>
                    </a:ln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sp>
            <p:nvSpPr>
              <p:cNvPr id="182371" name="Freeform 208"/>
              <p:cNvSpPr>
                <a:spLocks/>
              </p:cNvSpPr>
              <p:nvPr/>
            </p:nvSpPr>
            <p:spPr bwMode="auto">
              <a:xfrm>
                <a:off x="1044" y="3747"/>
                <a:ext cx="762" cy="303"/>
              </a:xfrm>
              <a:custGeom>
                <a:avLst/>
                <a:gdLst>
                  <a:gd name="T0" fmla="*/ 0 w 762"/>
                  <a:gd name="T1" fmla="*/ 3 h 303"/>
                  <a:gd name="T2" fmla="*/ 0 w 762"/>
                  <a:gd name="T3" fmla="*/ 303 h 303"/>
                  <a:gd name="T4" fmla="*/ 762 w 762"/>
                  <a:gd name="T5" fmla="*/ 303 h 303"/>
                  <a:gd name="T6" fmla="*/ 762 w 762"/>
                  <a:gd name="T7" fmla="*/ 0 h 30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2" h="303">
                    <a:moveTo>
                      <a:pt x="0" y="3"/>
                    </a:moveTo>
                    <a:lnTo>
                      <a:pt x="0" y="303"/>
                    </a:lnTo>
                    <a:lnTo>
                      <a:pt x="762" y="303"/>
                    </a:lnTo>
                    <a:lnTo>
                      <a:pt x="762" y="0"/>
                    </a:ln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sp>
            <p:nvSpPr>
              <p:cNvPr id="73840" name="Line 209"/>
              <p:cNvSpPr>
                <a:spLocks noChangeShapeType="1"/>
              </p:cNvSpPr>
              <p:nvPr/>
            </p:nvSpPr>
            <p:spPr bwMode="auto">
              <a:xfrm flipV="1">
                <a:off x="1044" y="3888"/>
                <a:ext cx="768" cy="3"/>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cs typeface="+mn-cs"/>
                </a:endParaRPr>
              </a:p>
            </p:txBody>
          </p:sp>
        </p:grpSp>
        <p:sp>
          <p:nvSpPr>
            <p:cNvPr id="182342" name="Text Box 64"/>
            <p:cNvSpPr txBox="1">
              <a:spLocks noChangeArrowheads="1"/>
            </p:cNvSpPr>
            <p:nvPr/>
          </p:nvSpPr>
          <p:spPr bwMode="auto">
            <a:xfrm>
              <a:off x="8037513" y="5297488"/>
              <a:ext cx="4127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1800" i="0" dirty="0">
                  <a:solidFill>
                    <a:srgbClr val="000000"/>
                  </a:solidFill>
                  <a:latin typeface="Arial" charset="0"/>
                </a:rPr>
                <a:t>…</a:t>
              </a:r>
            </a:p>
          </p:txBody>
        </p:sp>
        <p:sp>
          <p:nvSpPr>
            <p:cNvPr id="182343" name="Line 69"/>
            <p:cNvSpPr>
              <a:spLocks noChangeShapeType="1"/>
            </p:cNvSpPr>
            <p:nvPr/>
          </p:nvSpPr>
          <p:spPr bwMode="auto">
            <a:xfrm>
              <a:off x="7324725" y="4922838"/>
              <a:ext cx="101600" cy="37782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44" name="Line 70"/>
            <p:cNvSpPr>
              <a:spLocks noChangeShapeType="1"/>
            </p:cNvSpPr>
            <p:nvPr/>
          </p:nvSpPr>
          <p:spPr bwMode="auto">
            <a:xfrm>
              <a:off x="7315200" y="4721225"/>
              <a:ext cx="479425" cy="6032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45" name="Line 71"/>
            <p:cNvSpPr>
              <a:spLocks noChangeShapeType="1"/>
            </p:cNvSpPr>
            <p:nvPr/>
          </p:nvSpPr>
          <p:spPr bwMode="auto">
            <a:xfrm>
              <a:off x="8170863" y="4665663"/>
              <a:ext cx="514350" cy="4841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p>
          </p:txBody>
        </p:sp>
        <p:sp>
          <p:nvSpPr>
            <p:cNvPr id="182346" name="Text Box 73"/>
            <p:cNvSpPr txBox="1">
              <a:spLocks noChangeArrowheads="1"/>
            </p:cNvSpPr>
            <p:nvPr/>
          </p:nvSpPr>
          <p:spPr bwMode="auto">
            <a:xfrm>
              <a:off x="7252211" y="5827713"/>
              <a:ext cx="1657916"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400" i="0" dirty="0">
                  <a:solidFill>
                    <a:srgbClr val="000000"/>
                  </a:solidFill>
                  <a:latin typeface="Arial" charset="0"/>
                </a:rPr>
                <a:t>Computer Science</a:t>
              </a:r>
            </a:p>
            <a:p>
              <a:pPr algn="ctr" eaLnBrk="1" hangingPunct="1"/>
              <a:r>
                <a:rPr lang="en-US" sz="1400" i="0" dirty="0">
                  <a:solidFill>
                    <a:srgbClr val="000000"/>
                  </a:solidFill>
                  <a:latin typeface="Arial" charset="0"/>
                </a:rPr>
                <a:t>(VLAN ports 9-16)</a:t>
              </a:r>
            </a:p>
          </p:txBody>
        </p:sp>
        <p:grpSp>
          <p:nvGrpSpPr>
            <p:cNvPr id="182348" name="Group 44"/>
            <p:cNvGrpSpPr>
              <a:grpSpLocks/>
            </p:cNvGrpSpPr>
            <p:nvPr/>
          </p:nvGrpSpPr>
          <p:grpSpPr bwMode="auto">
            <a:xfrm>
              <a:off x="3902075" y="5110163"/>
              <a:ext cx="609600" cy="558800"/>
              <a:chOff x="-44" y="1473"/>
              <a:chExt cx="981" cy="1105"/>
            </a:xfrm>
          </p:grpSpPr>
          <p:pic>
            <p:nvPicPr>
              <p:cNvPr id="182364"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365"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49" name="Group 44"/>
            <p:cNvGrpSpPr>
              <a:grpSpLocks/>
            </p:cNvGrpSpPr>
            <p:nvPr/>
          </p:nvGrpSpPr>
          <p:grpSpPr bwMode="auto">
            <a:xfrm>
              <a:off x="4429125" y="5202238"/>
              <a:ext cx="609600" cy="558800"/>
              <a:chOff x="-44" y="1473"/>
              <a:chExt cx="981" cy="1105"/>
            </a:xfrm>
          </p:grpSpPr>
          <p:pic>
            <p:nvPicPr>
              <p:cNvPr id="182362"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363"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50" name="Group 44"/>
            <p:cNvGrpSpPr>
              <a:grpSpLocks/>
            </p:cNvGrpSpPr>
            <p:nvPr/>
          </p:nvGrpSpPr>
          <p:grpSpPr bwMode="auto">
            <a:xfrm>
              <a:off x="5151438" y="5222875"/>
              <a:ext cx="609600" cy="558800"/>
              <a:chOff x="-44" y="1473"/>
              <a:chExt cx="981" cy="1105"/>
            </a:xfrm>
          </p:grpSpPr>
          <p:pic>
            <p:nvPicPr>
              <p:cNvPr id="182360"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361"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51" name="Group 44"/>
            <p:cNvGrpSpPr>
              <a:grpSpLocks/>
            </p:cNvGrpSpPr>
            <p:nvPr/>
          </p:nvGrpSpPr>
          <p:grpSpPr bwMode="auto">
            <a:xfrm>
              <a:off x="6969125" y="5253038"/>
              <a:ext cx="609600" cy="558800"/>
              <a:chOff x="-44" y="1473"/>
              <a:chExt cx="981" cy="1105"/>
            </a:xfrm>
          </p:grpSpPr>
          <p:pic>
            <p:nvPicPr>
              <p:cNvPr id="182358"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359"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52" name="Group 44"/>
            <p:cNvGrpSpPr>
              <a:grpSpLocks/>
            </p:cNvGrpSpPr>
            <p:nvPr/>
          </p:nvGrpSpPr>
          <p:grpSpPr bwMode="auto">
            <a:xfrm>
              <a:off x="7477125" y="5262563"/>
              <a:ext cx="609600" cy="558800"/>
              <a:chOff x="-44" y="1473"/>
              <a:chExt cx="981" cy="1105"/>
            </a:xfrm>
          </p:grpSpPr>
          <p:pic>
            <p:nvPicPr>
              <p:cNvPr id="182356"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357"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nvGrpSpPr>
            <p:cNvPr id="182353" name="Group 44"/>
            <p:cNvGrpSpPr>
              <a:grpSpLocks/>
            </p:cNvGrpSpPr>
            <p:nvPr/>
          </p:nvGrpSpPr>
          <p:grpSpPr bwMode="auto">
            <a:xfrm>
              <a:off x="8340725" y="5080000"/>
              <a:ext cx="609600" cy="558800"/>
              <a:chOff x="-44" y="1473"/>
              <a:chExt cx="981" cy="1105"/>
            </a:xfrm>
          </p:grpSpPr>
          <p:pic>
            <p:nvPicPr>
              <p:cNvPr id="182354"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2355"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p>
            </p:txBody>
          </p:sp>
        </p:grpSp>
      </p:grpSp>
      <p:sp>
        <p:nvSpPr>
          <p:cNvPr id="147" name="标题 1">
            <a:extLst>
              <a:ext uri="{FF2B5EF4-FFF2-40B4-BE49-F238E27FC236}">
                <a16:creationId xmlns:a16="http://schemas.microsoft.com/office/drawing/2014/main" id="{20A63934-1C5F-4A01-9733-8F458562398B}"/>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5.6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虚拟局域网</a:t>
            </a:r>
          </a:p>
        </p:txBody>
      </p:sp>
    </p:spTree>
    <p:extLst>
      <p:ext uri="{BB962C8B-B14F-4D97-AF65-F5344CB8AC3E}">
        <p14:creationId xmlns:p14="http://schemas.microsoft.com/office/powerpoint/2010/main" val="16618575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115"/>
          <p:cNvSpPr>
            <a:spLocks noChangeArrowheads="1"/>
          </p:cNvSpPr>
          <p:nvPr/>
        </p:nvSpPr>
        <p:spPr bwMode="auto">
          <a:xfrm>
            <a:off x="7584821" y="3147497"/>
            <a:ext cx="279400" cy="2286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757" name="Rectangle 4"/>
          <p:cNvSpPr>
            <a:spLocks noChangeArrowheads="1"/>
          </p:cNvSpPr>
          <p:nvPr/>
        </p:nvSpPr>
        <p:spPr bwMode="auto">
          <a:xfrm>
            <a:off x="5511546" y="2931597"/>
            <a:ext cx="273050" cy="196850"/>
          </a:xfrm>
          <a:prstGeom prst="rect">
            <a:avLst/>
          </a:prstGeom>
          <a:solidFill>
            <a:srgbClr val="00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758" name="Rectangle 5"/>
          <p:cNvSpPr>
            <a:spLocks noGrp="1" noChangeArrowheads="1"/>
          </p:cNvSpPr>
          <p:nvPr>
            <p:ph type="title"/>
          </p:nvPr>
        </p:nvSpPr>
        <p:spPr>
          <a:xfrm>
            <a:off x="312738" y="585686"/>
            <a:ext cx="8202612" cy="915573"/>
          </a:xfrm>
        </p:spPr>
        <p:txBody>
          <a:bodyPr>
            <a:norm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基于端口的</a:t>
            </a:r>
            <a:r>
              <a:rPr lang="en-US" sz="2800" b="1" dirty="0">
                <a:latin typeface="Times New Roman" panose="02020603050405020304" pitchFamily="18" charset="0"/>
                <a:ea typeface="黑体" panose="02010609060101010101" pitchFamily="49" charset="-122"/>
                <a:cs typeface="Times New Roman" panose="02020603050405020304" pitchFamily="18" charset="0"/>
              </a:rPr>
              <a:t>VLAN</a:t>
            </a:r>
          </a:p>
        </p:txBody>
      </p:sp>
      <p:sp>
        <p:nvSpPr>
          <p:cNvPr id="183302" name="Rectangle 80"/>
          <p:cNvSpPr>
            <a:spLocks noChangeArrowheads="1"/>
          </p:cNvSpPr>
          <p:nvPr/>
        </p:nvSpPr>
        <p:spPr bwMode="auto">
          <a:xfrm>
            <a:off x="5503609" y="3141147"/>
            <a:ext cx="290512" cy="242888"/>
          </a:xfrm>
          <a:prstGeom prst="rect">
            <a:avLst/>
          </a:prstGeom>
          <a:solidFill>
            <a:srgbClr val="00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03" name="Rectangle 77"/>
          <p:cNvSpPr>
            <a:spLocks noChangeArrowheads="1"/>
          </p:cNvSpPr>
          <p:nvPr/>
        </p:nvSpPr>
        <p:spPr bwMode="auto">
          <a:xfrm>
            <a:off x="7575296" y="2922072"/>
            <a:ext cx="290513" cy="20955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04" name="Rectangle 76"/>
          <p:cNvSpPr>
            <a:spLocks noChangeArrowheads="1"/>
          </p:cNvSpPr>
          <p:nvPr/>
        </p:nvSpPr>
        <p:spPr bwMode="auto">
          <a:xfrm>
            <a:off x="6684709" y="2926835"/>
            <a:ext cx="890587" cy="4572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05" name="Rectangle 75"/>
          <p:cNvSpPr>
            <a:spLocks noChangeArrowheads="1"/>
          </p:cNvSpPr>
          <p:nvPr/>
        </p:nvSpPr>
        <p:spPr bwMode="auto">
          <a:xfrm>
            <a:off x="5789359" y="2926835"/>
            <a:ext cx="900112" cy="452437"/>
          </a:xfrm>
          <a:prstGeom prst="rect">
            <a:avLst/>
          </a:prstGeom>
          <a:solidFill>
            <a:srgbClr val="00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06" name="Rectangle 2"/>
          <p:cNvSpPr>
            <a:spLocks noChangeArrowheads="1"/>
          </p:cNvSpPr>
          <p:nvPr/>
        </p:nvSpPr>
        <p:spPr bwMode="auto">
          <a:xfrm>
            <a:off x="5503609" y="2918897"/>
            <a:ext cx="2370137" cy="46831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07" name="Line 3"/>
          <p:cNvSpPr>
            <a:spLocks noChangeShapeType="1"/>
          </p:cNvSpPr>
          <p:nvPr/>
        </p:nvSpPr>
        <p:spPr bwMode="auto">
          <a:xfrm>
            <a:off x="5505196" y="3134797"/>
            <a:ext cx="2351088" cy="4763"/>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08" name="Text Box 6"/>
          <p:cNvSpPr txBox="1">
            <a:spLocks noChangeArrowheads="1"/>
          </p:cNvSpPr>
          <p:nvPr/>
        </p:nvSpPr>
        <p:spPr bwMode="auto">
          <a:xfrm>
            <a:off x="5421059" y="2877622"/>
            <a:ext cx="24130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a:t>
            </a:r>
          </a:p>
        </p:txBody>
      </p:sp>
      <p:sp>
        <p:nvSpPr>
          <p:cNvPr id="183309" name="Line 7"/>
          <p:cNvSpPr>
            <a:spLocks noChangeShapeType="1"/>
          </p:cNvSpPr>
          <p:nvPr/>
        </p:nvSpPr>
        <p:spPr bwMode="auto">
          <a:xfrm>
            <a:off x="6684709" y="2923660"/>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0" name="AutoShape 8"/>
          <p:cNvSpPr>
            <a:spLocks noChangeArrowheads="1"/>
          </p:cNvSpPr>
          <p:nvPr/>
        </p:nvSpPr>
        <p:spPr bwMode="auto">
          <a:xfrm>
            <a:off x="5475034" y="2660135"/>
            <a:ext cx="3176587" cy="261937"/>
          </a:xfrm>
          <a:prstGeom prst="parallelogram">
            <a:avLst>
              <a:gd name="adj" fmla="val 303182"/>
            </a:avLst>
          </a:prstGeom>
          <a:solidFill>
            <a:schemeClr val="bg1"/>
          </a:solidFill>
          <a:ln w="9525">
            <a:solidFill>
              <a:schemeClr val="tx1"/>
            </a:solidFill>
            <a:miter lim="800000"/>
            <a:headEnd/>
            <a:tailEnd/>
          </a:ln>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1" name="Freeform 9"/>
          <p:cNvSpPr>
            <a:spLocks/>
          </p:cNvSpPr>
          <p:nvPr/>
        </p:nvSpPr>
        <p:spPr bwMode="auto">
          <a:xfrm>
            <a:off x="7878509" y="2663310"/>
            <a:ext cx="763587" cy="720725"/>
          </a:xfrm>
          <a:custGeom>
            <a:avLst/>
            <a:gdLst>
              <a:gd name="T0" fmla="*/ 0 w 232"/>
              <a:gd name="T1" fmla="*/ 2147483647 h 454"/>
              <a:gd name="T2" fmla="*/ 2147483647 w 232"/>
              <a:gd name="T3" fmla="*/ 2147483647 h 454"/>
              <a:gd name="T4" fmla="*/ 2147483647 w 232"/>
              <a:gd name="T5" fmla="*/ 0 h 454"/>
              <a:gd name="T6" fmla="*/ 0 60000 65536"/>
              <a:gd name="T7" fmla="*/ 0 60000 65536"/>
              <a:gd name="T8" fmla="*/ 0 60000 65536"/>
              <a:gd name="T9" fmla="*/ 0 w 232"/>
              <a:gd name="T10" fmla="*/ 0 h 454"/>
              <a:gd name="T11" fmla="*/ 232 w 232"/>
              <a:gd name="T12" fmla="*/ 454 h 454"/>
            </a:gdLst>
            <a:ahLst/>
            <a:cxnLst>
              <a:cxn ang="T6">
                <a:pos x="T0" y="T1"/>
              </a:cxn>
              <a:cxn ang="T7">
                <a:pos x="T2" y="T3"/>
              </a:cxn>
              <a:cxn ang="T8">
                <a:pos x="T4" y="T5"/>
              </a:cxn>
            </a:cxnLst>
            <a:rect l="T9" t="T10" r="T11" b="T12"/>
            <a:pathLst>
              <a:path w="232" h="454">
                <a:moveTo>
                  <a:pt x="0" y="454"/>
                </a:moveTo>
                <a:lnTo>
                  <a:pt x="232" y="274"/>
                </a:lnTo>
                <a:lnTo>
                  <a:pt x="229"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2" name="Freeform 10"/>
          <p:cNvSpPr>
            <a:spLocks/>
          </p:cNvSpPr>
          <p:nvPr/>
        </p:nvSpPr>
        <p:spPr bwMode="auto">
          <a:xfrm>
            <a:off x="5876671" y="2707760"/>
            <a:ext cx="2228850" cy="150812"/>
          </a:xfrm>
          <a:custGeom>
            <a:avLst/>
            <a:gdLst>
              <a:gd name="T0" fmla="*/ 0 w 678"/>
              <a:gd name="T1" fmla="*/ 2147483647 h 110"/>
              <a:gd name="T2" fmla="*/ 2147483647 w 678"/>
              <a:gd name="T3" fmla="*/ 2147483647 h 110"/>
              <a:gd name="T4" fmla="*/ 2147483647 w 678"/>
              <a:gd name="T5" fmla="*/ 0 h 110"/>
              <a:gd name="T6" fmla="*/ 2147483647 w 678"/>
              <a:gd name="T7" fmla="*/ 0 h 110"/>
              <a:gd name="T8" fmla="*/ 0 60000 65536"/>
              <a:gd name="T9" fmla="*/ 0 60000 65536"/>
              <a:gd name="T10" fmla="*/ 0 60000 65536"/>
              <a:gd name="T11" fmla="*/ 0 60000 65536"/>
              <a:gd name="T12" fmla="*/ 0 w 678"/>
              <a:gd name="T13" fmla="*/ 0 h 110"/>
              <a:gd name="T14" fmla="*/ 678 w 678"/>
              <a:gd name="T15" fmla="*/ 110 h 110"/>
            </a:gdLst>
            <a:ahLst/>
            <a:cxnLst>
              <a:cxn ang="T8">
                <a:pos x="T0" y="T1"/>
              </a:cxn>
              <a:cxn ang="T9">
                <a:pos x="T2" y="T3"/>
              </a:cxn>
              <a:cxn ang="T10">
                <a:pos x="T4" y="T5"/>
              </a:cxn>
              <a:cxn ang="T11">
                <a:pos x="T6" y="T7"/>
              </a:cxn>
            </a:cxnLst>
            <a:rect l="T12" t="T13" r="T14" b="T15"/>
            <a:pathLst>
              <a:path w="678" h="110">
                <a:moveTo>
                  <a:pt x="0" y="110"/>
                </a:moveTo>
                <a:lnTo>
                  <a:pt x="148" y="108"/>
                </a:lnTo>
                <a:lnTo>
                  <a:pt x="567" y="0"/>
                </a:lnTo>
                <a:lnTo>
                  <a:pt x="678" y="0"/>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3" name="Freeform 11"/>
          <p:cNvSpPr>
            <a:spLocks/>
          </p:cNvSpPr>
          <p:nvPr/>
        </p:nvSpPr>
        <p:spPr bwMode="auto">
          <a:xfrm>
            <a:off x="6349746" y="2707760"/>
            <a:ext cx="1420813" cy="166687"/>
          </a:xfrm>
          <a:custGeom>
            <a:avLst/>
            <a:gdLst>
              <a:gd name="T0" fmla="*/ 0 w 432"/>
              <a:gd name="T1" fmla="*/ 0 h 105"/>
              <a:gd name="T2" fmla="*/ 2147483647 w 432"/>
              <a:gd name="T3" fmla="*/ 0 h 105"/>
              <a:gd name="T4" fmla="*/ 2147483647 w 432"/>
              <a:gd name="T5" fmla="*/ 2147483647 h 105"/>
              <a:gd name="T6" fmla="*/ 2147483647 w 432"/>
              <a:gd name="T7" fmla="*/ 2147483647 h 105"/>
              <a:gd name="T8" fmla="*/ 0 60000 65536"/>
              <a:gd name="T9" fmla="*/ 0 60000 65536"/>
              <a:gd name="T10" fmla="*/ 0 60000 65536"/>
              <a:gd name="T11" fmla="*/ 0 60000 65536"/>
              <a:gd name="T12" fmla="*/ 0 w 432"/>
              <a:gd name="T13" fmla="*/ 0 h 105"/>
              <a:gd name="T14" fmla="*/ 432 w 432"/>
              <a:gd name="T15" fmla="*/ 105 h 105"/>
            </a:gdLst>
            <a:ahLst/>
            <a:cxnLst>
              <a:cxn ang="T8">
                <a:pos x="T0" y="T1"/>
              </a:cxn>
              <a:cxn ang="T9">
                <a:pos x="T2" y="T3"/>
              </a:cxn>
              <a:cxn ang="T10">
                <a:pos x="T4" y="T5"/>
              </a:cxn>
              <a:cxn ang="T11">
                <a:pos x="T6" y="T7"/>
              </a:cxn>
            </a:cxnLst>
            <a:rect l="T12" t="T13" r="T14" b="T15"/>
            <a:pathLst>
              <a:path w="432" h="105">
                <a:moveTo>
                  <a:pt x="0" y="0"/>
                </a:moveTo>
                <a:lnTo>
                  <a:pt x="85" y="0"/>
                </a:lnTo>
                <a:lnTo>
                  <a:pt x="307" y="105"/>
                </a:lnTo>
                <a:lnTo>
                  <a:pt x="432" y="105"/>
                </a:lnTo>
              </a:path>
            </a:pathLst>
          </a:cu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4" name="Line 17"/>
          <p:cNvSpPr>
            <a:spLocks noChangeShapeType="1"/>
          </p:cNvSpPr>
          <p:nvPr/>
        </p:nvSpPr>
        <p:spPr bwMode="auto">
          <a:xfrm>
            <a:off x="7284784" y="2928422"/>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5" name="Line 18"/>
          <p:cNvSpPr>
            <a:spLocks noChangeShapeType="1"/>
          </p:cNvSpPr>
          <p:nvPr/>
        </p:nvSpPr>
        <p:spPr bwMode="auto">
          <a:xfrm>
            <a:off x="6084634" y="2923660"/>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6" name="Line 21"/>
          <p:cNvSpPr>
            <a:spLocks noChangeShapeType="1"/>
          </p:cNvSpPr>
          <p:nvPr/>
        </p:nvSpPr>
        <p:spPr bwMode="auto">
          <a:xfrm>
            <a:off x="5794121" y="2920485"/>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7" name="Line 22"/>
          <p:cNvSpPr>
            <a:spLocks noChangeShapeType="1"/>
          </p:cNvSpPr>
          <p:nvPr/>
        </p:nvSpPr>
        <p:spPr bwMode="auto">
          <a:xfrm>
            <a:off x="5503609" y="2933185"/>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8" name="Line 23"/>
          <p:cNvSpPr>
            <a:spLocks noChangeShapeType="1"/>
          </p:cNvSpPr>
          <p:nvPr/>
        </p:nvSpPr>
        <p:spPr bwMode="auto">
          <a:xfrm>
            <a:off x="6365621" y="2928422"/>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19" name="Line 24"/>
          <p:cNvSpPr>
            <a:spLocks noChangeShapeType="1"/>
          </p:cNvSpPr>
          <p:nvPr/>
        </p:nvSpPr>
        <p:spPr bwMode="auto">
          <a:xfrm>
            <a:off x="6989509" y="2923660"/>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20" name="Line 25"/>
          <p:cNvSpPr>
            <a:spLocks noChangeShapeType="1"/>
          </p:cNvSpPr>
          <p:nvPr/>
        </p:nvSpPr>
        <p:spPr bwMode="auto">
          <a:xfrm>
            <a:off x="7580059" y="2918897"/>
            <a:ext cx="0" cy="4635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21" name="Text Box 26"/>
          <p:cNvSpPr txBox="1">
            <a:spLocks noChangeArrowheads="1"/>
          </p:cNvSpPr>
          <p:nvPr/>
        </p:nvSpPr>
        <p:spPr bwMode="auto">
          <a:xfrm>
            <a:off x="6302121" y="3087172"/>
            <a:ext cx="24130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8</a:t>
            </a:r>
          </a:p>
        </p:txBody>
      </p:sp>
      <p:sp>
        <p:nvSpPr>
          <p:cNvPr id="183322" name="Text Box 27"/>
          <p:cNvSpPr txBox="1">
            <a:spLocks noChangeArrowheads="1"/>
          </p:cNvSpPr>
          <p:nvPr/>
        </p:nvSpPr>
        <p:spPr bwMode="auto">
          <a:xfrm>
            <a:off x="6621209" y="2872860"/>
            <a:ext cx="24130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9</a:t>
            </a:r>
          </a:p>
        </p:txBody>
      </p:sp>
      <p:sp>
        <p:nvSpPr>
          <p:cNvPr id="183323" name="Text Box 28"/>
          <p:cNvSpPr txBox="1">
            <a:spLocks noChangeArrowheads="1"/>
          </p:cNvSpPr>
          <p:nvPr/>
        </p:nvSpPr>
        <p:spPr bwMode="auto">
          <a:xfrm>
            <a:off x="7497509" y="3091935"/>
            <a:ext cx="29845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16</a:t>
            </a:r>
          </a:p>
        </p:txBody>
      </p:sp>
      <p:sp>
        <p:nvSpPr>
          <p:cNvPr id="183324" name="Text Box 29"/>
          <p:cNvSpPr txBox="1">
            <a:spLocks noChangeArrowheads="1"/>
          </p:cNvSpPr>
          <p:nvPr/>
        </p:nvSpPr>
        <p:spPr bwMode="auto">
          <a:xfrm>
            <a:off x="6602159" y="3091935"/>
            <a:ext cx="29845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10</a:t>
            </a:r>
          </a:p>
        </p:txBody>
      </p:sp>
      <p:sp>
        <p:nvSpPr>
          <p:cNvPr id="183325" name="Text Box 30"/>
          <p:cNvSpPr txBox="1">
            <a:spLocks noChangeArrowheads="1"/>
          </p:cNvSpPr>
          <p:nvPr/>
        </p:nvSpPr>
        <p:spPr bwMode="auto">
          <a:xfrm>
            <a:off x="5430584" y="3087172"/>
            <a:ext cx="24130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a:t>
            </a:r>
          </a:p>
        </p:txBody>
      </p:sp>
      <p:sp>
        <p:nvSpPr>
          <p:cNvPr id="183326" name="Text Box 57"/>
          <p:cNvSpPr txBox="1">
            <a:spLocks noChangeArrowheads="1"/>
          </p:cNvSpPr>
          <p:nvPr/>
        </p:nvSpPr>
        <p:spPr bwMode="auto">
          <a:xfrm>
            <a:off x="6297359" y="2872860"/>
            <a:ext cx="241300" cy="214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7</a:t>
            </a:r>
          </a:p>
        </p:txBody>
      </p:sp>
      <p:sp>
        <p:nvSpPr>
          <p:cNvPr id="183327" name="Line 61"/>
          <p:cNvSpPr>
            <a:spLocks noChangeShapeType="1"/>
          </p:cNvSpPr>
          <p:nvPr/>
        </p:nvSpPr>
        <p:spPr bwMode="auto">
          <a:xfrm flipH="1">
            <a:off x="4743196" y="3263385"/>
            <a:ext cx="901700" cy="2794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28" name="Line 62"/>
          <p:cNvSpPr>
            <a:spLocks noChangeShapeType="1"/>
          </p:cNvSpPr>
          <p:nvPr/>
        </p:nvSpPr>
        <p:spPr bwMode="auto">
          <a:xfrm flipH="1">
            <a:off x="5128959" y="3253860"/>
            <a:ext cx="806450" cy="4191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29" name="Line 63"/>
          <p:cNvSpPr>
            <a:spLocks noChangeShapeType="1"/>
          </p:cNvSpPr>
          <p:nvPr/>
        </p:nvSpPr>
        <p:spPr bwMode="auto">
          <a:xfrm flipH="1">
            <a:off x="5848096" y="3269735"/>
            <a:ext cx="709613" cy="36036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30" name="Text Box 64"/>
          <p:cNvSpPr txBox="1">
            <a:spLocks noChangeArrowheads="1"/>
          </p:cNvSpPr>
          <p:nvPr/>
        </p:nvSpPr>
        <p:spPr bwMode="auto">
          <a:xfrm>
            <a:off x="7568946" y="3631685"/>
            <a:ext cx="4127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1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p>
        </p:txBody>
      </p:sp>
      <p:sp>
        <p:nvSpPr>
          <p:cNvPr id="183331" name="Line 69"/>
          <p:cNvSpPr>
            <a:spLocks noChangeShapeType="1"/>
          </p:cNvSpPr>
          <p:nvPr/>
        </p:nvSpPr>
        <p:spPr bwMode="auto">
          <a:xfrm>
            <a:off x="6856159" y="3257035"/>
            <a:ext cx="101600" cy="377825"/>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32" name="Line 70"/>
          <p:cNvSpPr>
            <a:spLocks noChangeShapeType="1"/>
          </p:cNvSpPr>
          <p:nvPr/>
        </p:nvSpPr>
        <p:spPr bwMode="auto">
          <a:xfrm>
            <a:off x="6846634" y="3055422"/>
            <a:ext cx="479425" cy="6032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33" name="Line 71"/>
          <p:cNvSpPr>
            <a:spLocks noChangeShapeType="1"/>
          </p:cNvSpPr>
          <p:nvPr/>
        </p:nvSpPr>
        <p:spPr bwMode="auto">
          <a:xfrm>
            <a:off x="7702296" y="2999860"/>
            <a:ext cx="514350" cy="4841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34" name="Text Box 72"/>
          <p:cNvSpPr txBox="1">
            <a:spLocks noChangeArrowheads="1"/>
          </p:cNvSpPr>
          <p:nvPr/>
        </p:nvSpPr>
        <p:spPr bwMode="auto">
          <a:xfrm>
            <a:off x="4733671" y="4174610"/>
            <a:ext cx="1651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2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Electrical Engineering</a:t>
            </a:r>
          </a:p>
          <a:p>
            <a:pPr algn="ctr" eaLnBrk="1" hangingPunct="1"/>
            <a:r>
              <a:rPr lang="en-US" sz="12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(VLAN ports 1-8)</a:t>
            </a:r>
          </a:p>
        </p:txBody>
      </p:sp>
      <p:sp>
        <p:nvSpPr>
          <p:cNvPr id="183335" name="Text Box 73"/>
          <p:cNvSpPr txBox="1">
            <a:spLocks noChangeArrowheads="1"/>
          </p:cNvSpPr>
          <p:nvPr/>
        </p:nvSpPr>
        <p:spPr bwMode="auto">
          <a:xfrm>
            <a:off x="6895846" y="4161910"/>
            <a:ext cx="14335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eaLnBrk="1" hangingPunct="1"/>
            <a:r>
              <a:rPr lang="en-US" sz="12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Computer Science</a:t>
            </a:r>
          </a:p>
          <a:p>
            <a:pPr algn="ctr" eaLnBrk="1" hangingPunct="1"/>
            <a:r>
              <a:rPr lang="en-US" sz="12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(VLAN ports 9-15)</a:t>
            </a:r>
          </a:p>
        </p:txBody>
      </p:sp>
      <p:sp>
        <p:nvSpPr>
          <p:cNvPr id="183336" name="Text Box 74"/>
          <p:cNvSpPr txBox="1">
            <a:spLocks noChangeArrowheads="1"/>
          </p:cNvSpPr>
          <p:nvPr/>
        </p:nvSpPr>
        <p:spPr bwMode="auto">
          <a:xfrm>
            <a:off x="7492746" y="2868097"/>
            <a:ext cx="298450"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15</a:t>
            </a:r>
          </a:p>
        </p:txBody>
      </p:sp>
      <p:sp>
        <p:nvSpPr>
          <p:cNvPr id="183337" name="Oval 81"/>
          <p:cNvSpPr>
            <a:spLocks noChangeArrowheads="1"/>
          </p:cNvSpPr>
          <p:nvPr/>
        </p:nvSpPr>
        <p:spPr bwMode="auto">
          <a:xfrm>
            <a:off x="5619496" y="3242747"/>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38" name="Oval 82"/>
          <p:cNvSpPr>
            <a:spLocks noChangeArrowheads="1"/>
          </p:cNvSpPr>
          <p:nvPr/>
        </p:nvSpPr>
        <p:spPr bwMode="auto">
          <a:xfrm>
            <a:off x="5911596" y="3230047"/>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39" name="Oval 83"/>
          <p:cNvSpPr>
            <a:spLocks noChangeArrowheads="1"/>
          </p:cNvSpPr>
          <p:nvPr/>
        </p:nvSpPr>
        <p:spPr bwMode="auto">
          <a:xfrm>
            <a:off x="6498971" y="3234810"/>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40" name="Oval 84"/>
          <p:cNvSpPr>
            <a:spLocks noChangeArrowheads="1"/>
          </p:cNvSpPr>
          <p:nvPr/>
        </p:nvSpPr>
        <p:spPr bwMode="auto">
          <a:xfrm>
            <a:off x="6830759" y="3231635"/>
            <a:ext cx="42862"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41" name="Oval 85"/>
          <p:cNvSpPr>
            <a:spLocks noChangeArrowheads="1"/>
          </p:cNvSpPr>
          <p:nvPr/>
        </p:nvSpPr>
        <p:spPr bwMode="auto">
          <a:xfrm>
            <a:off x="6818059" y="3017322"/>
            <a:ext cx="42862"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42" name="Oval 86"/>
          <p:cNvSpPr>
            <a:spLocks noChangeArrowheads="1"/>
          </p:cNvSpPr>
          <p:nvPr/>
        </p:nvSpPr>
        <p:spPr bwMode="auto">
          <a:xfrm>
            <a:off x="7692771" y="3014147"/>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43" name="Text Box 45"/>
          <p:cNvSpPr txBox="1">
            <a:spLocks noChangeArrowheads="1"/>
          </p:cNvSpPr>
          <p:nvPr/>
        </p:nvSpPr>
        <p:spPr bwMode="auto">
          <a:xfrm>
            <a:off x="5282946" y="3607872"/>
            <a:ext cx="4127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eaLnBrk="1" hangingPunct="1"/>
            <a:r>
              <a:rPr lang="en-US" sz="18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p>
        </p:txBody>
      </p:sp>
      <p:sp>
        <p:nvSpPr>
          <p:cNvPr id="74801" name="Rectangle 116"/>
          <p:cNvSpPr>
            <a:spLocks noGrp="1" noChangeArrowheads="1"/>
          </p:cNvSpPr>
          <p:nvPr>
            <p:ph type="body" idx="1"/>
          </p:nvPr>
        </p:nvSpPr>
        <p:spPr>
          <a:xfrm>
            <a:off x="373811" y="1606612"/>
            <a:ext cx="4159055" cy="1452560"/>
          </a:xfrm>
        </p:spPr>
        <p:txBody>
          <a:bodyPr>
            <a:noAutofit/>
          </a:bodyPr>
          <a:lstStyle/>
          <a:p>
            <a:pPr marL="265113" indent="-265113">
              <a:lnSpc>
                <a:spcPct val="120000"/>
              </a:lnSpc>
              <a:spcBef>
                <a:spcPts val="600"/>
              </a:spcBef>
              <a:buClr>
                <a:srgbClr val="C00000"/>
              </a:buClr>
              <a:buSzPct val="85000"/>
              <a:buFont typeface="Wingdings" panose="05000000000000000000" pitchFamily="2" charset="2"/>
              <a:buChar char="n"/>
              <a:defRPr/>
            </a:pPr>
            <a:r>
              <a:rPr lang="zh-CN" altLang="en-US" sz="24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隔离通信流量</a:t>
            </a:r>
            <a:r>
              <a:rPr 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来自或到达端口</a:t>
            </a:r>
            <a:r>
              <a:rPr lang="en-US" sz="2400" dirty="0">
                <a:latin typeface="Times New Roman" panose="02020603050405020304" pitchFamily="18" charset="0"/>
                <a:ea typeface="宋体" panose="02010600030101010101" pitchFamily="2" charset="-122"/>
                <a:cs typeface="Times New Roman" panose="02020603050405020304" pitchFamily="18" charset="0"/>
              </a:rPr>
              <a:t>1-8</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的流量仅到达</a:t>
            </a:r>
            <a:r>
              <a:rPr lang="en-US" sz="2400" dirty="0">
                <a:latin typeface="Times New Roman" panose="02020603050405020304" pitchFamily="18" charset="0"/>
                <a:ea typeface="宋体" panose="02010600030101010101" pitchFamily="2" charset="-122"/>
                <a:cs typeface="Times New Roman" panose="02020603050405020304" pitchFamily="18" charset="0"/>
              </a:rPr>
              <a:t>1-8</a:t>
            </a:r>
          </a:p>
          <a:p>
            <a:pPr marL="681038" lvl="1" indent="-223838">
              <a:lnSpc>
                <a:spcPct val="120000"/>
              </a:lnSpc>
              <a:spcBef>
                <a:spcPts val="600"/>
              </a:spcBef>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地址定义</a:t>
            </a:r>
            <a:r>
              <a:rPr lang="en-US" sz="2000" dirty="0">
                <a:latin typeface="Times New Roman" panose="02020603050405020304" pitchFamily="18" charset="0"/>
                <a:ea typeface="宋体" panose="02010600030101010101" pitchFamily="2" charset="-122"/>
                <a:cs typeface="Times New Roman" panose="02020603050405020304" pitchFamily="18" charset="0"/>
              </a:rPr>
              <a:t>VLAN</a:t>
            </a:r>
          </a:p>
        </p:txBody>
      </p:sp>
      <p:sp>
        <p:nvSpPr>
          <p:cNvPr id="691342" name="Text Box 142"/>
          <p:cNvSpPr txBox="1">
            <a:spLocks noChangeArrowheads="1"/>
          </p:cNvSpPr>
          <p:nvPr/>
        </p:nvSpPr>
        <p:spPr bwMode="auto">
          <a:xfrm>
            <a:off x="6510084" y="1245672"/>
            <a:ext cx="787400" cy="369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router</a:t>
            </a:r>
          </a:p>
        </p:txBody>
      </p:sp>
      <p:grpSp>
        <p:nvGrpSpPr>
          <p:cNvPr id="183376" name="Group 149"/>
          <p:cNvGrpSpPr>
            <a:grpSpLocks/>
          </p:cNvGrpSpPr>
          <p:nvPr/>
        </p:nvGrpSpPr>
        <p:grpSpPr bwMode="auto">
          <a:xfrm>
            <a:off x="6106861" y="1615560"/>
            <a:ext cx="1077913" cy="1444625"/>
            <a:chOff x="3939" y="965"/>
            <a:chExt cx="679" cy="910"/>
          </a:xfrm>
        </p:grpSpPr>
        <p:grpSp>
          <p:nvGrpSpPr>
            <p:cNvPr id="183377" name="Group 126"/>
            <p:cNvGrpSpPr>
              <a:grpSpLocks/>
            </p:cNvGrpSpPr>
            <p:nvPr/>
          </p:nvGrpSpPr>
          <p:grpSpPr bwMode="auto">
            <a:xfrm>
              <a:off x="4259" y="965"/>
              <a:ext cx="359" cy="180"/>
              <a:chOff x="533" y="321"/>
              <a:chExt cx="359" cy="180"/>
            </a:xfrm>
          </p:grpSpPr>
          <p:grpSp>
            <p:nvGrpSpPr>
              <p:cNvPr id="183384" name="Group 127"/>
              <p:cNvGrpSpPr>
                <a:grpSpLocks/>
              </p:cNvGrpSpPr>
              <p:nvPr/>
            </p:nvGrpSpPr>
            <p:grpSpPr bwMode="auto">
              <a:xfrm>
                <a:off x="533" y="321"/>
                <a:ext cx="359" cy="180"/>
                <a:chOff x="1009" y="655"/>
                <a:chExt cx="359" cy="180"/>
              </a:xfrm>
            </p:grpSpPr>
            <p:sp>
              <p:nvSpPr>
                <p:cNvPr id="74843" name="Oval 128"/>
                <p:cNvSpPr>
                  <a:spLocks noChangeArrowheads="1"/>
                </p:cNvSpPr>
                <p:nvPr/>
              </p:nvSpPr>
              <p:spPr bwMode="auto">
                <a:xfrm>
                  <a:off x="1012" y="735"/>
                  <a:ext cx="356" cy="100"/>
                </a:xfrm>
                <a:prstGeom prst="ellipse">
                  <a:avLst/>
                </a:prstGeom>
                <a:solidFill>
                  <a:schemeClr val="hlink"/>
                </a:solidFill>
                <a:ln w="127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44" name="Line 129"/>
                <p:cNvSpPr>
                  <a:spLocks noChangeShapeType="1"/>
                </p:cNvSpPr>
                <p:nvPr/>
              </p:nvSpPr>
              <p:spPr bwMode="auto">
                <a:xfrm>
                  <a:off x="1012" y="727"/>
                  <a:ext cx="0" cy="62"/>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45" name="Line 130"/>
                <p:cNvSpPr>
                  <a:spLocks noChangeShapeType="1"/>
                </p:cNvSpPr>
                <p:nvPr/>
              </p:nvSpPr>
              <p:spPr bwMode="auto">
                <a:xfrm>
                  <a:off x="1368" y="727"/>
                  <a:ext cx="0" cy="62"/>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46" name="Rectangle 131"/>
                <p:cNvSpPr>
                  <a:spLocks noChangeArrowheads="1"/>
                </p:cNvSpPr>
                <p:nvPr/>
              </p:nvSpPr>
              <p:spPr bwMode="auto">
                <a:xfrm>
                  <a:off x="1012" y="727"/>
                  <a:ext cx="353" cy="61"/>
                </a:xfrm>
                <a:prstGeom prst="rect">
                  <a:avLst/>
                </a:prstGeom>
                <a:solidFill>
                  <a:schemeClr val="hlink"/>
                </a:solidFill>
                <a:ln>
                  <a:noFill/>
                </a:ln>
                <a:effectLst/>
                <a:extLs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47" name="Oval 132"/>
                <p:cNvSpPr>
                  <a:spLocks noChangeArrowheads="1"/>
                </p:cNvSpPr>
                <p:nvPr/>
              </p:nvSpPr>
              <p:spPr bwMode="auto">
                <a:xfrm>
                  <a:off x="1009" y="655"/>
                  <a:ext cx="356" cy="116"/>
                </a:xfrm>
                <a:prstGeom prst="ellipse">
                  <a:avLst/>
                </a:prstGeom>
                <a:solidFill>
                  <a:schemeClr val="hlink"/>
                </a:solidFill>
                <a:ln w="127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83391" name="Group 133"/>
                <p:cNvGrpSpPr>
                  <a:grpSpLocks/>
                </p:cNvGrpSpPr>
                <p:nvPr/>
              </p:nvGrpSpPr>
              <p:grpSpPr bwMode="auto">
                <a:xfrm>
                  <a:off x="1095" y="681"/>
                  <a:ext cx="176" cy="68"/>
                  <a:chOff x="2848" y="848"/>
                  <a:chExt cx="140" cy="98"/>
                </a:xfrm>
              </p:grpSpPr>
              <p:sp>
                <p:nvSpPr>
                  <p:cNvPr id="74853" name="Line 134"/>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54" name="Line 13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55" name="Line 136"/>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92" name="Group 137"/>
                <p:cNvGrpSpPr>
                  <a:grpSpLocks/>
                </p:cNvGrpSpPr>
                <p:nvPr/>
              </p:nvGrpSpPr>
              <p:grpSpPr bwMode="auto">
                <a:xfrm flipV="1">
                  <a:off x="1095" y="680"/>
                  <a:ext cx="176" cy="68"/>
                  <a:chOff x="2848" y="848"/>
                  <a:chExt cx="140" cy="98"/>
                </a:xfrm>
              </p:grpSpPr>
              <p:sp>
                <p:nvSpPr>
                  <p:cNvPr id="74850" name="Line 138"/>
                  <p:cNvSpPr>
                    <a:spLocks noChangeShapeType="1"/>
                  </p:cNvSpPr>
                  <p:nvPr/>
                </p:nvSpPr>
                <p:spPr bwMode="auto">
                  <a:xfrm flipV="1">
                    <a:off x="2848" y="848"/>
                    <a:ext cx="50" cy="1"/>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51" name="Line 13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52" name="Line 140"/>
                  <p:cNvSpPr>
                    <a:spLocks noChangeShapeType="1"/>
                  </p:cNvSpPr>
                  <p:nvPr/>
                </p:nvSpPr>
                <p:spPr bwMode="auto">
                  <a:xfrm>
                    <a:off x="2894" y="849"/>
                    <a:ext cx="52" cy="97"/>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sp>
            <p:nvSpPr>
              <p:cNvPr id="74842" name="Line 141"/>
              <p:cNvSpPr>
                <a:spLocks noChangeShapeType="1"/>
              </p:cNvSpPr>
              <p:nvPr/>
            </p:nvSpPr>
            <p:spPr bwMode="auto">
              <a:xfrm>
                <a:off x="535" y="368"/>
                <a:ext cx="0" cy="62"/>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
          <p:nvSpPr>
            <p:cNvPr id="183378" name="Oval 85"/>
            <p:cNvSpPr>
              <a:spLocks noChangeArrowheads="1"/>
            </p:cNvSpPr>
            <p:nvPr/>
          </p:nvSpPr>
          <p:spPr bwMode="auto">
            <a:xfrm>
              <a:off x="4180" y="1845"/>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79" name="Oval 85"/>
            <p:cNvSpPr>
              <a:spLocks noChangeArrowheads="1"/>
            </p:cNvSpPr>
            <p:nvPr/>
          </p:nvSpPr>
          <p:spPr bwMode="auto">
            <a:xfrm>
              <a:off x="4567" y="1845"/>
              <a:ext cx="27" cy="30"/>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37" name="Line 145"/>
            <p:cNvSpPr>
              <a:spLocks noChangeShapeType="1"/>
            </p:cNvSpPr>
            <p:nvPr/>
          </p:nvSpPr>
          <p:spPr bwMode="auto">
            <a:xfrm flipV="1">
              <a:off x="4188" y="1143"/>
              <a:ext cx="159" cy="71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38" name="Line 146"/>
            <p:cNvSpPr>
              <a:spLocks noChangeShapeType="1"/>
            </p:cNvSpPr>
            <p:nvPr/>
          </p:nvSpPr>
          <p:spPr bwMode="auto">
            <a:xfrm flipH="1" flipV="1">
              <a:off x="4469" y="1148"/>
              <a:ext cx="112" cy="71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39" name="Line 147"/>
            <p:cNvSpPr>
              <a:spLocks noChangeShapeType="1"/>
            </p:cNvSpPr>
            <p:nvPr/>
          </p:nvSpPr>
          <p:spPr bwMode="auto">
            <a:xfrm>
              <a:off x="4101" y="1062"/>
              <a:ext cx="159"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40" name="Line 148"/>
            <p:cNvSpPr>
              <a:spLocks noChangeShapeType="1"/>
            </p:cNvSpPr>
            <p:nvPr/>
          </p:nvSpPr>
          <p:spPr bwMode="auto">
            <a:xfrm>
              <a:off x="3939" y="1062"/>
              <a:ext cx="159" cy="0"/>
            </a:xfrm>
            <a:prstGeom prst="line">
              <a:avLst/>
            </a:prstGeom>
            <a:noFill/>
            <a:ln w="9525">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48" name="Group 44"/>
          <p:cNvGrpSpPr>
            <a:grpSpLocks/>
          </p:cNvGrpSpPr>
          <p:nvPr/>
        </p:nvGrpSpPr>
        <p:grpSpPr bwMode="auto">
          <a:xfrm>
            <a:off x="4130421" y="3426897"/>
            <a:ext cx="722313" cy="598488"/>
            <a:chOff x="-44" y="1473"/>
            <a:chExt cx="981" cy="1105"/>
          </a:xfrm>
        </p:grpSpPr>
        <p:pic>
          <p:nvPicPr>
            <p:cNvPr id="183373"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74"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sz="22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49" name="Group 44"/>
          <p:cNvGrpSpPr>
            <a:grpSpLocks/>
          </p:cNvGrpSpPr>
          <p:nvPr/>
        </p:nvGrpSpPr>
        <p:grpSpPr bwMode="auto">
          <a:xfrm>
            <a:off x="4578096" y="3579297"/>
            <a:ext cx="720725" cy="598488"/>
            <a:chOff x="-44" y="1473"/>
            <a:chExt cx="981" cy="1105"/>
          </a:xfrm>
        </p:grpSpPr>
        <p:pic>
          <p:nvPicPr>
            <p:cNvPr id="183371"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72"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50" name="Group 44"/>
          <p:cNvGrpSpPr>
            <a:grpSpLocks/>
          </p:cNvGrpSpPr>
          <p:nvPr/>
        </p:nvGrpSpPr>
        <p:grpSpPr bwMode="auto">
          <a:xfrm>
            <a:off x="5340096" y="3538022"/>
            <a:ext cx="720725" cy="600075"/>
            <a:chOff x="-44" y="1473"/>
            <a:chExt cx="981" cy="1105"/>
          </a:xfrm>
        </p:grpSpPr>
        <p:pic>
          <p:nvPicPr>
            <p:cNvPr id="183369"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70"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51" name="Group 44"/>
          <p:cNvGrpSpPr>
            <a:grpSpLocks/>
          </p:cNvGrpSpPr>
          <p:nvPr/>
        </p:nvGrpSpPr>
        <p:grpSpPr bwMode="auto">
          <a:xfrm>
            <a:off x="6346571" y="3528497"/>
            <a:ext cx="720725" cy="598488"/>
            <a:chOff x="-44" y="1473"/>
            <a:chExt cx="981" cy="1105"/>
          </a:xfrm>
        </p:grpSpPr>
        <p:pic>
          <p:nvPicPr>
            <p:cNvPr id="183367"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68"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52" name="Group 44"/>
          <p:cNvGrpSpPr>
            <a:grpSpLocks/>
          </p:cNvGrpSpPr>
          <p:nvPr/>
        </p:nvGrpSpPr>
        <p:grpSpPr bwMode="auto">
          <a:xfrm>
            <a:off x="6914896" y="3538022"/>
            <a:ext cx="720725" cy="600075"/>
            <a:chOff x="-44" y="1473"/>
            <a:chExt cx="981" cy="1105"/>
          </a:xfrm>
        </p:grpSpPr>
        <p:pic>
          <p:nvPicPr>
            <p:cNvPr id="183365"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66"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183353" name="Group 44"/>
          <p:cNvGrpSpPr>
            <a:grpSpLocks/>
          </p:cNvGrpSpPr>
          <p:nvPr/>
        </p:nvGrpSpPr>
        <p:grpSpPr bwMode="auto">
          <a:xfrm>
            <a:off x="7768971" y="3385622"/>
            <a:ext cx="720725" cy="600075"/>
            <a:chOff x="-44" y="1473"/>
            <a:chExt cx="981" cy="1105"/>
          </a:xfrm>
        </p:grpSpPr>
        <p:pic>
          <p:nvPicPr>
            <p:cNvPr id="183363"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64"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nvGrpSpPr>
          <p:cNvPr id="2" name="Group 1"/>
          <p:cNvGrpSpPr>
            <a:grpSpLocks/>
          </p:cNvGrpSpPr>
          <p:nvPr/>
        </p:nvGrpSpPr>
        <p:grpSpPr bwMode="auto">
          <a:xfrm>
            <a:off x="4517771" y="2633147"/>
            <a:ext cx="1550988" cy="600075"/>
            <a:chOff x="4907280" y="294640"/>
            <a:chExt cx="1551062" cy="599440"/>
          </a:xfrm>
        </p:grpSpPr>
        <p:sp>
          <p:nvSpPr>
            <p:cNvPr id="74814" name="Rectangle 118"/>
            <p:cNvSpPr>
              <a:spLocks noChangeArrowheads="1"/>
            </p:cNvSpPr>
            <p:nvPr/>
          </p:nvSpPr>
          <p:spPr bwMode="auto">
            <a:xfrm>
              <a:off x="6178929" y="589603"/>
              <a:ext cx="279413" cy="206157"/>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4815" name="Line 120"/>
            <p:cNvSpPr>
              <a:spLocks noChangeShapeType="1"/>
            </p:cNvSpPr>
            <p:nvPr/>
          </p:nvSpPr>
          <p:spPr bwMode="auto">
            <a:xfrm flipH="1" flipV="1">
              <a:off x="5507384" y="507140"/>
              <a:ext cx="793788" cy="20932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3359" name="Oval 82"/>
            <p:cNvSpPr>
              <a:spLocks noChangeArrowheads="1"/>
            </p:cNvSpPr>
            <p:nvPr/>
          </p:nvSpPr>
          <p:spPr bwMode="auto">
            <a:xfrm>
              <a:off x="6282127" y="684530"/>
              <a:ext cx="42863" cy="47625"/>
            </a:xfrm>
            <a:prstGeom prst="ellipse">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1" hangingPunct="1"/>
              <a:endParaRPr lang="en-US" i="0" dirty="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83360" name="Group 44"/>
            <p:cNvGrpSpPr>
              <a:grpSpLocks/>
            </p:cNvGrpSpPr>
            <p:nvPr/>
          </p:nvGrpSpPr>
          <p:grpSpPr bwMode="auto">
            <a:xfrm>
              <a:off x="4907280" y="294640"/>
              <a:ext cx="721360" cy="599440"/>
              <a:chOff x="-44" y="1473"/>
              <a:chExt cx="981" cy="1105"/>
            </a:xfrm>
          </p:grpSpPr>
          <p:pic>
            <p:nvPicPr>
              <p:cNvPr id="183361" name="Picture 4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83362" name="Freeform 46"/>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grpSp>
      <p:grpSp>
        <p:nvGrpSpPr>
          <p:cNvPr id="106" name="Group 347"/>
          <p:cNvGrpSpPr>
            <a:grpSpLocks/>
          </p:cNvGrpSpPr>
          <p:nvPr/>
        </p:nvGrpSpPr>
        <p:grpSpPr bwMode="auto">
          <a:xfrm>
            <a:off x="6554515" y="1616841"/>
            <a:ext cx="681857" cy="351801"/>
            <a:chOff x="1871277" y="1576300"/>
            <a:chExt cx="1128371" cy="437861"/>
          </a:xfrm>
        </p:grpSpPr>
        <p:sp>
          <p:nvSpPr>
            <p:cNvPr id="107" name="Oval 106"/>
            <p:cNvSpPr/>
            <p:nvPr/>
          </p:nvSpPr>
          <p:spPr bwMode="auto">
            <a:xfrm flipV="1">
              <a:off x="1874446" y="1694641"/>
              <a:ext cx="1125202" cy="319520"/>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08" name="Rectangle 107"/>
            <p:cNvSpPr/>
            <p:nvPr/>
          </p:nvSpPr>
          <p:spPr bwMode="auto">
            <a:xfrm>
              <a:off x="1871277" y="1739611"/>
              <a:ext cx="1128371" cy="115973"/>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09" name="Oval 108"/>
            <p:cNvSpPr/>
            <p:nvPr/>
          </p:nvSpPr>
          <p:spPr bwMode="auto">
            <a:xfrm flipV="1">
              <a:off x="1871277" y="1576300"/>
              <a:ext cx="1125200" cy="319520"/>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0" name="Freeform 109"/>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1" name="Freeform 110"/>
            <p:cNvSpPr/>
            <p:nvPr/>
          </p:nvSpPr>
          <p:spPr bwMode="auto">
            <a:xfrm>
              <a:off x="2102655" y="1633103"/>
              <a:ext cx="662444" cy="111241"/>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2" name="Freeform 111"/>
            <p:cNvSpPr/>
            <p:nvPr/>
          </p:nvSpPr>
          <p:spPr bwMode="auto">
            <a:xfrm>
              <a:off x="2536889" y="1727776"/>
              <a:ext cx="244057" cy="9704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3" name="Freeform 112"/>
            <p:cNvSpPr/>
            <p:nvPr/>
          </p:nvSpPr>
          <p:spPr bwMode="auto">
            <a:xfrm>
              <a:off x="2089977" y="1730144"/>
              <a:ext cx="240888" cy="97039"/>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114" name="Straight Connector 113"/>
            <p:cNvCxnSpPr>
              <a:endCxn id="109" idx="2"/>
            </p:cNvCxnSpPr>
            <p:nvPr/>
          </p:nvCxnSpPr>
          <p:spPr bwMode="auto">
            <a:xfrm flipH="1" flipV="1">
              <a:off x="1871277" y="1737243"/>
              <a:ext cx="3169" cy="12307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15" name="Straight Connector 114"/>
            <p:cNvCxnSpPr/>
            <p:nvPr/>
          </p:nvCxnSpPr>
          <p:spPr bwMode="auto">
            <a:xfrm flipH="1" flipV="1">
              <a:off x="2996477" y="1734877"/>
              <a:ext cx="3171" cy="12307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sp>
        <p:nvSpPr>
          <p:cNvPr id="116" name="标题 1">
            <a:extLst>
              <a:ext uri="{FF2B5EF4-FFF2-40B4-BE49-F238E27FC236}">
                <a16:creationId xmlns:a16="http://schemas.microsoft.com/office/drawing/2014/main" id="{F04A513A-A4BF-4C81-8F49-98E41E1233D5}"/>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5.6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虚拟局域网</a:t>
            </a:r>
          </a:p>
        </p:txBody>
      </p:sp>
      <p:sp>
        <p:nvSpPr>
          <p:cNvPr id="118" name="Text Box 6">
            <a:extLst>
              <a:ext uri="{FF2B5EF4-FFF2-40B4-BE49-F238E27FC236}">
                <a16:creationId xmlns:a16="http://schemas.microsoft.com/office/drawing/2014/main" id="{429B6167-243F-4C78-925D-D445E7ECCF65}"/>
              </a:ext>
            </a:extLst>
          </p:cNvPr>
          <p:cNvSpPr txBox="1">
            <a:spLocks noChangeArrowheads="1"/>
          </p:cNvSpPr>
          <p:nvPr/>
        </p:nvSpPr>
        <p:spPr bwMode="auto">
          <a:xfrm>
            <a:off x="615726" y="5824894"/>
            <a:ext cx="3292395" cy="430887"/>
          </a:xfrm>
          <a:prstGeom prst="rect">
            <a:avLst/>
          </a:prstGeom>
          <a:solidFill>
            <a:schemeClr val="accent6">
              <a:lumMod val="20000"/>
              <a:lumOff val="80000"/>
            </a:schemeClr>
          </a:solidFill>
          <a:ln w="9525">
            <a:solidFill>
              <a:srgbClr val="C00000"/>
            </a:solidFill>
            <a:miter lim="800000"/>
            <a:headEnd/>
            <a:tailEnd/>
          </a:ln>
        </p:spPr>
        <p:txBody>
          <a:bodyPr wrap="square">
            <a:spAutoFit/>
          </a:bodyPr>
          <a:lstStyle/>
          <a:p>
            <a:pPr algn="ctr" eaLnBrk="0" hangingPunct="0"/>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三层交换技术如何工作？</a:t>
            </a:r>
            <a:endPar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9" name="Rectangle 116">
            <a:extLst>
              <a:ext uri="{FF2B5EF4-FFF2-40B4-BE49-F238E27FC236}">
                <a16:creationId xmlns:a16="http://schemas.microsoft.com/office/drawing/2014/main" id="{3459EA8C-C57E-4382-A920-B096113A231E}"/>
              </a:ext>
            </a:extLst>
          </p:cNvPr>
          <p:cNvSpPr txBox="1">
            <a:spLocks noChangeArrowheads="1"/>
          </p:cNvSpPr>
          <p:nvPr/>
        </p:nvSpPr>
        <p:spPr>
          <a:xfrm>
            <a:off x="380520" y="3082410"/>
            <a:ext cx="4019537" cy="973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indent="-265113">
              <a:lnSpc>
                <a:spcPct val="120000"/>
              </a:lnSpc>
              <a:spcBef>
                <a:spcPts val="600"/>
              </a:spcBef>
              <a:buClr>
                <a:srgbClr val="C00000"/>
              </a:buClr>
              <a:buSzPct val="85000"/>
              <a:buFont typeface="Wingdings" panose="05000000000000000000" pitchFamily="2" charset="2"/>
              <a:buChar char="n"/>
              <a:defRPr/>
            </a:pPr>
            <a:r>
              <a:rPr lang="zh-CN" altLang="en-US" sz="24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动态配置</a:t>
            </a:r>
            <a:r>
              <a:rPr 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端口能够在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VLAN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之间动态配置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Rectangle 116">
            <a:extLst>
              <a:ext uri="{FF2B5EF4-FFF2-40B4-BE49-F238E27FC236}">
                <a16:creationId xmlns:a16="http://schemas.microsoft.com/office/drawing/2014/main" id="{90BD2D46-90E7-40A1-81B6-0AFE09FC40F3}"/>
              </a:ext>
            </a:extLst>
          </p:cNvPr>
          <p:cNvSpPr txBox="1">
            <a:spLocks noChangeArrowheads="1"/>
          </p:cNvSpPr>
          <p:nvPr/>
        </p:nvSpPr>
        <p:spPr>
          <a:xfrm>
            <a:off x="380520" y="4138097"/>
            <a:ext cx="3956954" cy="135217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indent="-265113">
              <a:lnSpc>
                <a:spcPct val="120000"/>
              </a:lnSpc>
              <a:spcBef>
                <a:spcPts val="600"/>
              </a:spcBef>
              <a:buClr>
                <a:srgbClr val="C00000"/>
              </a:buClr>
              <a:buSzPct val="85000"/>
              <a:buFont typeface="Wingdings" panose="05000000000000000000" pitchFamily="2" charset="2"/>
              <a:buChar char="n"/>
              <a:defRPr/>
            </a:pPr>
            <a:r>
              <a:rPr lang="en-US" altLang="zh-CN" sz="24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VLAN</a:t>
            </a:r>
            <a:r>
              <a:rPr lang="zh-CN" altLang="en-US" sz="24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之间转发</a:t>
            </a:r>
            <a:r>
              <a:rPr 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类似独立的交换机，通过路由机制进行转发</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爆炸形: 14 pt  116">
            <a:extLst>
              <a:ext uri="{FF2B5EF4-FFF2-40B4-BE49-F238E27FC236}">
                <a16:creationId xmlns:a16="http://schemas.microsoft.com/office/drawing/2014/main" id="{63C0DB51-0D60-49D6-A647-0689C3553F1D}"/>
              </a:ext>
            </a:extLst>
          </p:cNvPr>
          <p:cNvSpPr/>
          <p:nvPr/>
        </p:nvSpPr>
        <p:spPr>
          <a:xfrm>
            <a:off x="7492746" y="5489433"/>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5-2</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931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91342"/>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134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479697" y="611365"/>
            <a:ext cx="7769126" cy="852083"/>
          </a:xfrm>
        </p:spPr>
        <p:txBody>
          <a:bodyPr>
            <a:normAutofit/>
          </a:bodyPr>
          <a:lstStyle/>
          <a:p>
            <a:r>
              <a:rPr lang="zh-CN" altLang="en-US" sz="2800" b="1" u="none" dirty="0">
                <a:ea typeface="宋体" charset="-122"/>
              </a:rPr>
              <a:t>无线局域网组网模式</a:t>
            </a:r>
            <a:endParaRPr lang="en-US" altLang="x-none" sz="2800" u="none" dirty="0">
              <a:ea typeface="ＭＳ Ｐゴシック" charset="-128"/>
            </a:endParaRPr>
          </a:p>
        </p:txBody>
      </p:sp>
      <p:sp>
        <p:nvSpPr>
          <p:cNvPr id="293" name="内容占位符 3">
            <a:extLst>
              <a:ext uri="{FF2B5EF4-FFF2-40B4-BE49-F238E27FC236}">
                <a16:creationId xmlns:a16="http://schemas.microsoft.com/office/drawing/2014/main" id="{FD469363-FC7F-4A5C-93CE-4CF9622A2ACE}"/>
              </a:ext>
            </a:extLst>
          </p:cNvPr>
          <p:cNvSpPr txBox="1">
            <a:spLocks/>
          </p:cNvSpPr>
          <p:nvPr/>
        </p:nvSpPr>
        <p:spPr bwMode="auto">
          <a:xfrm>
            <a:off x="5595702" y="4863553"/>
            <a:ext cx="3043772" cy="1239803"/>
          </a:xfrm>
          <a:prstGeom prst="rect">
            <a:avLst/>
          </a:prstGeom>
          <a:solidFill>
            <a:schemeClr val="accent5">
              <a:lumMod val="20000"/>
              <a:lumOff val="80000"/>
            </a:schemeClr>
          </a:solidFill>
          <a:ln w="9525">
            <a:solidFill>
              <a:srgbClr val="C00000"/>
            </a:solid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ts val="2995"/>
              </a:lnSpc>
              <a:spcBef>
                <a:spcPts val="0"/>
              </a:spcBef>
              <a:buNone/>
            </a:pPr>
            <a:r>
              <a:rPr lang="zh-CN" altLang="en-US" sz="2200" kern="0" dirty="0"/>
              <a:t>每个</a:t>
            </a:r>
            <a:r>
              <a:rPr lang="en-US" altLang="zh-CN" sz="2200" kern="0" dirty="0"/>
              <a:t>BSS</a:t>
            </a:r>
            <a:r>
              <a:rPr lang="zh-CN" altLang="en-US" sz="2200" kern="0" dirty="0"/>
              <a:t>中的站点和</a:t>
            </a:r>
            <a:r>
              <a:rPr lang="en-US" altLang="zh-CN" sz="2200" kern="0" dirty="0"/>
              <a:t>AP</a:t>
            </a:r>
            <a:r>
              <a:rPr lang="zh-CN" altLang="en-US" sz="2200" kern="0" dirty="0"/>
              <a:t>共享同一</a:t>
            </a:r>
            <a:r>
              <a:rPr lang="zh-CN" altLang="en-US" sz="2200" kern="0" dirty="0">
                <a:solidFill>
                  <a:srgbClr val="FF0000"/>
                </a:solidFill>
              </a:rPr>
              <a:t>无线信道</a:t>
            </a:r>
            <a:r>
              <a:rPr lang="zh-CN" altLang="en-US" sz="2200" kern="0" dirty="0"/>
              <a:t>；站点通过</a:t>
            </a:r>
            <a:r>
              <a:rPr lang="en-US" altLang="zh-CN" sz="2200" kern="0" dirty="0"/>
              <a:t>AP</a:t>
            </a:r>
            <a:r>
              <a:rPr lang="zh-CN" altLang="en-US" sz="2200" kern="0" dirty="0"/>
              <a:t>转发数据</a:t>
            </a:r>
            <a:endParaRPr lang="en-US" altLang="zh-CN" sz="2200" kern="0" dirty="0"/>
          </a:p>
        </p:txBody>
      </p:sp>
      <p:sp>
        <p:nvSpPr>
          <p:cNvPr id="294" name="内容占位符 3">
            <a:extLst>
              <a:ext uri="{FF2B5EF4-FFF2-40B4-BE49-F238E27FC236}">
                <a16:creationId xmlns:a16="http://schemas.microsoft.com/office/drawing/2014/main" id="{7BD904CC-8CF0-4E34-BC71-431C7F254A65}"/>
              </a:ext>
            </a:extLst>
          </p:cNvPr>
          <p:cNvSpPr txBox="1">
            <a:spLocks/>
          </p:cNvSpPr>
          <p:nvPr/>
        </p:nvSpPr>
        <p:spPr bwMode="auto">
          <a:xfrm>
            <a:off x="5466547" y="1448985"/>
            <a:ext cx="3189470" cy="2511234"/>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266220" indent="-266220">
              <a:spcBef>
                <a:spcPts val="799"/>
              </a:spcBef>
            </a:pPr>
            <a:r>
              <a:rPr lang="zh-CN" altLang="en-US" sz="2396" kern="0" dirty="0"/>
              <a:t>基础架构模式：</a:t>
            </a:r>
            <a:endParaRPr lang="en-US" altLang="zh-CN" sz="2396" kern="0" dirty="0"/>
          </a:p>
          <a:p>
            <a:pPr marL="537194" lvl="1" indent="-270974">
              <a:spcBef>
                <a:spcPts val="799"/>
              </a:spcBef>
            </a:pPr>
            <a:r>
              <a:rPr lang="zh-CN" altLang="en-US" sz="2200" kern="0" dirty="0"/>
              <a:t>站点（</a:t>
            </a:r>
            <a:r>
              <a:rPr lang="en-US" altLang="zh-CN" sz="2200" kern="0" dirty="0"/>
              <a:t>STA</a:t>
            </a:r>
            <a:r>
              <a:rPr lang="zh-CN" altLang="en-US" sz="2200" kern="0" dirty="0"/>
              <a:t>）</a:t>
            </a:r>
            <a:endParaRPr lang="en-US" altLang="zh-CN" sz="2200" kern="0" dirty="0"/>
          </a:p>
          <a:p>
            <a:pPr marL="537194" lvl="1" indent="-270974">
              <a:spcBef>
                <a:spcPts val="799"/>
              </a:spcBef>
            </a:pPr>
            <a:r>
              <a:rPr lang="zh-CN" altLang="en-US" sz="2200" kern="0" dirty="0"/>
              <a:t>访问点（</a:t>
            </a:r>
            <a:r>
              <a:rPr lang="en-US" altLang="zh-CN" sz="2200" kern="0" dirty="0"/>
              <a:t>AP</a:t>
            </a:r>
            <a:r>
              <a:rPr lang="zh-CN" altLang="en-US" sz="2200" kern="0" dirty="0"/>
              <a:t>）</a:t>
            </a:r>
            <a:endParaRPr lang="en-US" altLang="zh-CN" sz="2200" kern="0" dirty="0"/>
          </a:p>
          <a:p>
            <a:pPr marL="537194" lvl="1" indent="-270974">
              <a:spcBef>
                <a:spcPts val="799"/>
              </a:spcBef>
            </a:pPr>
            <a:r>
              <a:rPr lang="zh-CN" altLang="en-US" sz="2200" kern="0" dirty="0"/>
              <a:t>基本服务器（</a:t>
            </a:r>
            <a:r>
              <a:rPr lang="en-US" altLang="zh-CN" sz="2200" kern="0" dirty="0"/>
              <a:t>BSS</a:t>
            </a:r>
            <a:r>
              <a:rPr lang="zh-CN" altLang="en-US" sz="2200" kern="0" dirty="0"/>
              <a:t>）</a:t>
            </a:r>
            <a:endParaRPr lang="en-US" altLang="zh-CN" sz="2200" kern="0" dirty="0"/>
          </a:p>
          <a:p>
            <a:pPr marL="537194" lvl="1" indent="-270974">
              <a:spcBef>
                <a:spcPts val="799"/>
              </a:spcBef>
            </a:pPr>
            <a:r>
              <a:rPr lang="zh-CN" altLang="en-US" sz="2200" kern="0" dirty="0"/>
              <a:t>扩展服务器（</a:t>
            </a:r>
            <a:r>
              <a:rPr lang="en-US" altLang="zh-CN" sz="2200" kern="0" dirty="0"/>
              <a:t>ESS</a:t>
            </a:r>
            <a:r>
              <a:rPr lang="zh-CN" altLang="en-US" sz="2200" kern="0" dirty="0"/>
              <a:t>）</a:t>
            </a:r>
            <a:endParaRPr lang="en-US" altLang="zh-CN" sz="2200" kern="0" dirty="0"/>
          </a:p>
        </p:txBody>
      </p:sp>
      <p:sp>
        <p:nvSpPr>
          <p:cNvPr id="3" name="标题 1">
            <a:extLst>
              <a:ext uri="{FF2B5EF4-FFF2-40B4-BE49-F238E27FC236}">
                <a16:creationId xmlns:a16="http://schemas.microsoft.com/office/drawing/2014/main" id="{8B9A508C-0114-45F5-B511-88240F5FA60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
        <p:nvSpPr>
          <p:cNvPr id="317" name="Oval 4">
            <a:extLst>
              <a:ext uri="{FF2B5EF4-FFF2-40B4-BE49-F238E27FC236}">
                <a16:creationId xmlns:a16="http://schemas.microsoft.com/office/drawing/2014/main" id="{EAF617B4-A752-4C6F-BE39-160E656089DA}"/>
              </a:ext>
            </a:extLst>
          </p:cNvPr>
          <p:cNvSpPr>
            <a:spLocks noChangeArrowheads="1"/>
          </p:cNvSpPr>
          <p:nvPr/>
        </p:nvSpPr>
        <p:spPr bwMode="auto">
          <a:xfrm>
            <a:off x="2711192" y="4190773"/>
            <a:ext cx="2055813" cy="1946275"/>
          </a:xfrm>
          <a:prstGeom prst="ellipse">
            <a:avLst/>
          </a:prstGeom>
          <a:solidFill>
            <a:srgbClr val="CCECFF"/>
          </a:solidFill>
          <a:ln w="9525">
            <a:noFill/>
            <a:round/>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sz="2000">
              <a:latin typeface="Arial Unicode MS" pitchFamily="34" charset="-122"/>
              <a:ea typeface="Arial Unicode MS" pitchFamily="34" charset="-122"/>
              <a:cs typeface="Arial Unicode MS" pitchFamily="34" charset="-122"/>
            </a:endParaRPr>
          </a:p>
        </p:txBody>
      </p:sp>
      <p:sp>
        <p:nvSpPr>
          <p:cNvPr id="318" name="Oval 5">
            <a:extLst>
              <a:ext uri="{FF2B5EF4-FFF2-40B4-BE49-F238E27FC236}">
                <a16:creationId xmlns:a16="http://schemas.microsoft.com/office/drawing/2014/main" id="{74B1AF2D-E7C1-4499-BD75-2C0D37EDC385}"/>
              </a:ext>
            </a:extLst>
          </p:cNvPr>
          <p:cNvSpPr>
            <a:spLocks noChangeArrowheads="1"/>
          </p:cNvSpPr>
          <p:nvPr/>
        </p:nvSpPr>
        <p:spPr bwMode="auto">
          <a:xfrm>
            <a:off x="669667" y="2452461"/>
            <a:ext cx="2055813" cy="1946275"/>
          </a:xfrm>
          <a:prstGeom prst="ellipse">
            <a:avLst/>
          </a:prstGeom>
          <a:solidFill>
            <a:srgbClr val="CCECFF"/>
          </a:solidFill>
          <a:ln w="9525">
            <a:noFill/>
            <a:round/>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sz="2000">
              <a:latin typeface="Arial Unicode MS" pitchFamily="34" charset="-122"/>
              <a:ea typeface="Arial Unicode MS" pitchFamily="34" charset="-122"/>
              <a:cs typeface="Arial Unicode MS" pitchFamily="34" charset="-122"/>
            </a:endParaRPr>
          </a:p>
        </p:txBody>
      </p:sp>
      <p:grpSp>
        <p:nvGrpSpPr>
          <p:cNvPr id="319" name="Group 6">
            <a:extLst>
              <a:ext uri="{FF2B5EF4-FFF2-40B4-BE49-F238E27FC236}">
                <a16:creationId xmlns:a16="http://schemas.microsoft.com/office/drawing/2014/main" id="{0EA9980F-F1FA-4D33-AB82-7A9EE727F025}"/>
              </a:ext>
            </a:extLst>
          </p:cNvPr>
          <p:cNvGrpSpPr>
            <a:grpSpLocks/>
          </p:cNvGrpSpPr>
          <p:nvPr/>
        </p:nvGrpSpPr>
        <p:grpSpPr bwMode="auto">
          <a:xfrm>
            <a:off x="3349367" y="3566886"/>
            <a:ext cx="417513" cy="192087"/>
            <a:chOff x="3600" y="219"/>
            <a:chExt cx="360" cy="175"/>
          </a:xfrm>
        </p:grpSpPr>
        <p:sp>
          <p:nvSpPr>
            <p:cNvPr id="320" name="Oval 7">
              <a:extLst>
                <a:ext uri="{FF2B5EF4-FFF2-40B4-BE49-F238E27FC236}">
                  <a16:creationId xmlns:a16="http://schemas.microsoft.com/office/drawing/2014/main" id="{83610D59-D77B-4972-89FE-16F4F991938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sz="2000">
                <a:latin typeface="Arial Unicode MS" pitchFamily="34" charset="-122"/>
                <a:ea typeface="Arial Unicode MS" pitchFamily="34" charset="-122"/>
                <a:cs typeface="Arial Unicode MS" pitchFamily="34" charset="-122"/>
              </a:endParaRPr>
            </a:p>
          </p:txBody>
        </p:sp>
        <p:sp>
          <p:nvSpPr>
            <p:cNvPr id="321" name="Line 8">
              <a:extLst>
                <a:ext uri="{FF2B5EF4-FFF2-40B4-BE49-F238E27FC236}">
                  <a16:creationId xmlns:a16="http://schemas.microsoft.com/office/drawing/2014/main" id="{55CA8467-84C1-439D-AFCC-062BA6D9934A}"/>
                </a:ext>
              </a:extLst>
            </p:cNvPr>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322" name="Line 9">
              <a:extLst>
                <a:ext uri="{FF2B5EF4-FFF2-40B4-BE49-F238E27FC236}">
                  <a16:creationId xmlns:a16="http://schemas.microsoft.com/office/drawing/2014/main" id="{94F732AF-44DF-41EB-939B-2DF0CB1E436B}"/>
                </a:ext>
              </a:extLst>
            </p:cNvPr>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323" name="Rectangle 10">
              <a:extLst>
                <a:ext uri="{FF2B5EF4-FFF2-40B4-BE49-F238E27FC236}">
                  <a16:creationId xmlns:a16="http://schemas.microsoft.com/office/drawing/2014/main" id="{5EBC5CEE-00D4-4EC6-8FDD-90826B912037}"/>
                </a:ext>
              </a:extLst>
            </p:cNvPr>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eaLnBrk="0" hangingPunct="0"/>
              <a:endParaRPr kumimoji="0" lang="zh-CN" altLang="zh-CN" sz="2000">
                <a:latin typeface="Arial Unicode MS" pitchFamily="34" charset="-122"/>
                <a:ea typeface="Arial Unicode MS" pitchFamily="34" charset="-122"/>
                <a:cs typeface="Arial Unicode MS" pitchFamily="34" charset="-122"/>
              </a:endParaRPr>
            </a:p>
          </p:txBody>
        </p:sp>
        <p:sp>
          <p:nvSpPr>
            <p:cNvPr id="324" name="Oval 11">
              <a:extLst>
                <a:ext uri="{FF2B5EF4-FFF2-40B4-BE49-F238E27FC236}">
                  <a16:creationId xmlns:a16="http://schemas.microsoft.com/office/drawing/2014/main" id="{72EC6602-6DFC-4A30-9119-52CF19A6B81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sz="2000">
                <a:latin typeface="Arial Unicode MS" pitchFamily="34" charset="-122"/>
                <a:ea typeface="Arial Unicode MS" pitchFamily="34" charset="-122"/>
                <a:cs typeface="Arial Unicode MS" pitchFamily="34" charset="-122"/>
              </a:endParaRPr>
            </a:p>
          </p:txBody>
        </p:sp>
        <p:grpSp>
          <p:nvGrpSpPr>
            <p:cNvPr id="325" name="Group 12">
              <a:extLst>
                <a:ext uri="{FF2B5EF4-FFF2-40B4-BE49-F238E27FC236}">
                  <a16:creationId xmlns:a16="http://schemas.microsoft.com/office/drawing/2014/main" id="{C9CA321A-B607-43D6-865D-F14DD302FE0C}"/>
                </a:ext>
              </a:extLst>
            </p:cNvPr>
            <p:cNvGrpSpPr>
              <a:grpSpLocks/>
            </p:cNvGrpSpPr>
            <p:nvPr/>
          </p:nvGrpSpPr>
          <p:grpSpPr bwMode="auto">
            <a:xfrm>
              <a:off x="3686" y="244"/>
              <a:ext cx="177" cy="66"/>
              <a:chOff x="2848" y="848"/>
              <a:chExt cx="140" cy="98"/>
            </a:xfrm>
          </p:grpSpPr>
          <p:sp>
            <p:nvSpPr>
              <p:cNvPr id="330" name="Line 13">
                <a:extLst>
                  <a:ext uri="{FF2B5EF4-FFF2-40B4-BE49-F238E27FC236}">
                    <a16:creationId xmlns:a16="http://schemas.microsoft.com/office/drawing/2014/main" id="{39CA25EA-D689-49E6-97AC-1BE0A15B9EA3}"/>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zh-CN" altLang="en-US"/>
              </a:p>
            </p:txBody>
          </p:sp>
          <p:sp>
            <p:nvSpPr>
              <p:cNvPr id="331" name="Line 14">
                <a:extLst>
                  <a:ext uri="{FF2B5EF4-FFF2-40B4-BE49-F238E27FC236}">
                    <a16:creationId xmlns:a16="http://schemas.microsoft.com/office/drawing/2014/main" id="{6DD146F5-27CD-4EF8-97D8-117AE118F3BA}"/>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zh-CN" altLang="en-US"/>
              </a:p>
            </p:txBody>
          </p:sp>
          <p:sp>
            <p:nvSpPr>
              <p:cNvPr id="332" name="Line 15">
                <a:extLst>
                  <a:ext uri="{FF2B5EF4-FFF2-40B4-BE49-F238E27FC236}">
                    <a16:creationId xmlns:a16="http://schemas.microsoft.com/office/drawing/2014/main" id="{024E7DE5-091F-4E8D-B285-C4EDB2464D2A}"/>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zh-CN" altLang="en-US"/>
              </a:p>
            </p:txBody>
          </p:sp>
        </p:grpSp>
        <p:grpSp>
          <p:nvGrpSpPr>
            <p:cNvPr id="326" name="Group 16">
              <a:extLst>
                <a:ext uri="{FF2B5EF4-FFF2-40B4-BE49-F238E27FC236}">
                  <a16:creationId xmlns:a16="http://schemas.microsoft.com/office/drawing/2014/main" id="{6FFD4929-66E7-4F5E-AE26-4F76FCBB9EB0}"/>
                </a:ext>
              </a:extLst>
            </p:cNvPr>
            <p:cNvGrpSpPr>
              <a:grpSpLocks/>
            </p:cNvGrpSpPr>
            <p:nvPr/>
          </p:nvGrpSpPr>
          <p:grpSpPr bwMode="auto">
            <a:xfrm flipV="1">
              <a:off x="3686" y="243"/>
              <a:ext cx="177" cy="66"/>
              <a:chOff x="2848" y="848"/>
              <a:chExt cx="140" cy="98"/>
            </a:xfrm>
          </p:grpSpPr>
          <p:sp>
            <p:nvSpPr>
              <p:cNvPr id="327" name="Line 17">
                <a:extLst>
                  <a:ext uri="{FF2B5EF4-FFF2-40B4-BE49-F238E27FC236}">
                    <a16:creationId xmlns:a16="http://schemas.microsoft.com/office/drawing/2014/main" id="{EDACD39F-601F-479D-A0E6-869958F9C3A7}"/>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zh-CN" altLang="en-US"/>
              </a:p>
            </p:txBody>
          </p:sp>
          <p:sp>
            <p:nvSpPr>
              <p:cNvPr id="328" name="Line 18">
                <a:extLst>
                  <a:ext uri="{FF2B5EF4-FFF2-40B4-BE49-F238E27FC236}">
                    <a16:creationId xmlns:a16="http://schemas.microsoft.com/office/drawing/2014/main" id="{C61532BE-6F55-471A-A084-70261AC5F42B}"/>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zh-CN" altLang="en-US"/>
              </a:p>
            </p:txBody>
          </p:sp>
          <p:sp>
            <p:nvSpPr>
              <p:cNvPr id="329" name="Line 19">
                <a:extLst>
                  <a:ext uri="{FF2B5EF4-FFF2-40B4-BE49-F238E27FC236}">
                    <a16:creationId xmlns:a16="http://schemas.microsoft.com/office/drawing/2014/main" id="{0B13B58B-D2E5-47CE-80BF-84A4E3C2E77C}"/>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zh-CN" altLang="en-US"/>
              </a:p>
            </p:txBody>
          </p:sp>
        </p:grpSp>
      </p:grpSp>
      <p:grpSp>
        <p:nvGrpSpPr>
          <p:cNvPr id="333" name="Group 20">
            <a:extLst>
              <a:ext uri="{FF2B5EF4-FFF2-40B4-BE49-F238E27FC236}">
                <a16:creationId xmlns:a16="http://schemas.microsoft.com/office/drawing/2014/main" id="{4DA840D7-9FBC-4DDB-A815-CB2A1DFE2777}"/>
              </a:ext>
            </a:extLst>
          </p:cNvPr>
          <p:cNvGrpSpPr>
            <a:grpSpLocks/>
          </p:cNvGrpSpPr>
          <p:nvPr/>
        </p:nvGrpSpPr>
        <p:grpSpPr bwMode="auto">
          <a:xfrm>
            <a:off x="1231642" y="3536723"/>
            <a:ext cx="415925" cy="509588"/>
            <a:chOff x="2870" y="1518"/>
            <a:chExt cx="292" cy="320"/>
          </a:xfrm>
        </p:grpSpPr>
        <p:graphicFrame>
          <p:nvGraphicFramePr>
            <p:cNvPr id="334" name="Object 21">
              <a:extLst>
                <a:ext uri="{FF2B5EF4-FFF2-40B4-BE49-F238E27FC236}">
                  <a16:creationId xmlns:a16="http://schemas.microsoft.com/office/drawing/2014/main" id="{239C64DD-589A-43D5-8BC3-87EBE87B2CE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
                    <p:embed/>
                  </p:oleObj>
                </mc:Choice>
                <mc:Fallback>
                  <p:oleObj name="Clip" r:id="rId3" imgW="819000" imgH="847800" progId="">
                    <p:embed/>
                    <p:pic>
                      <p:nvPicPr>
                        <p:cNvPr id="22542"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5" name="Object 22">
              <a:extLst>
                <a:ext uri="{FF2B5EF4-FFF2-40B4-BE49-F238E27FC236}">
                  <a16:creationId xmlns:a16="http://schemas.microsoft.com/office/drawing/2014/main" id="{9036519E-429A-40DC-AEC1-9D3C0B88858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
                    <p:embed/>
                  </p:oleObj>
                </mc:Choice>
                <mc:Fallback>
                  <p:oleObj name="Clip" r:id="rId5" imgW="1266840" imgH="1200240" progId="">
                    <p:embed/>
                    <p:pic>
                      <p:nvPicPr>
                        <p:cNvPr id="22543"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6" name="Text Box 23">
            <a:extLst>
              <a:ext uri="{FF2B5EF4-FFF2-40B4-BE49-F238E27FC236}">
                <a16:creationId xmlns:a16="http://schemas.microsoft.com/office/drawing/2014/main" id="{037F0C70-6898-44FE-8DAF-332C48C6AEBE}"/>
              </a:ext>
            </a:extLst>
          </p:cNvPr>
          <p:cNvSpPr txBox="1">
            <a:spLocks noChangeArrowheads="1"/>
          </p:cNvSpPr>
          <p:nvPr/>
        </p:nvSpPr>
        <p:spPr bwMode="auto">
          <a:xfrm>
            <a:off x="1277694" y="4243024"/>
            <a:ext cx="917575" cy="400050"/>
          </a:xfrm>
          <a:prstGeom prst="rect">
            <a:avLst/>
          </a:prstGeom>
          <a:noFill/>
          <a:ln w="9525">
            <a:noFill/>
            <a:miter lim="800000"/>
            <a:headEnd/>
            <a:tailEnd/>
          </a:ln>
        </p:spPr>
        <p:txBody>
          <a:bodyPr>
            <a:spAutoFit/>
          </a:bodyPr>
          <a:lstStyle/>
          <a:p>
            <a:r>
              <a:rPr kumimoji="0" lang="en-US" altLang="zh-CN" sz="2000" dirty="0">
                <a:latin typeface="Arial Unicode MS" pitchFamily="34" charset="-122"/>
                <a:ea typeface="Arial Unicode MS" pitchFamily="34" charset="-122"/>
                <a:cs typeface="Arial Unicode MS" pitchFamily="34" charset="-122"/>
              </a:rPr>
              <a:t>BSS 1</a:t>
            </a:r>
          </a:p>
        </p:txBody>
      </p:sp>
      <p:sp>
        <p:nvSpPr>
          <p:cNvPr id="337" name="Line 24">
            <a:extLst>
              <a:ext uri="{FF2B5EF4-FFF2-40B4-BE49-F238E27FC236}">
                <a16:creationId xmlns:a16="http://schemas.microsoft.com/office/drawing/2014/main" id="{8B104D01-60CA-49C6-BC6D-AC02BFEEA0D2}"/>
              </a:ext>
            </a:extLst>
          </p:cNvPr>
          <p:cNvSpPr>
            <a:spLocks noChangeShapeType="1"/>
          </p:cNvSpPr>
          <p:nvPr/>
        </p:nvSpPr>
        <p:spPr bwMode="auto">
          <a:xfrm>
            <a:off x="3539867" y="3754211"/>
            <a:ext cx="192088" cy="812800"/>
          </a:xfrm>
          <a:prstGeom prst="line">
            <a:avLst/>
          </a:prstGeom>
          <a:noFill/>
          <a:ln w="9525">
            <a:solidFill>
              <a:schemeClr val="tx1"/>
            </a:solidFill>
            <a:round/>
            <a:headEnd/>
            <a:tailEnd/>
          </a:ln>
        </p:spPr>
        <p:txBody>
          <a:bodyPr/>
          <a:lstStyle/>
          <a:p>
            <a:endParaRPr lang="zh-CN" altLang="en-US"/>
          </a:p>
        </p:txBody>
      </p:sp>
      <p:sp>
        <p:nvSpPr>
          <p:cNvPr id="338" name="Line 25">
            <a:extLst>
              <a:ext uri="{FF2B5EF4-FFF2-40B4-BE49-F238E27FC236}">
                <a16:creationId xmlns:a16="http://schemas.microsoft.com/office/drawing/2014/main" id="{1FADF74F-7929-4170-8193-15BA80638BFB}"/>
              </a:ext>
            </a:extLst>
          </p:cNvPr>
          <p:cNvSpPr>
            <a:spLocks noChangeShapeType="1"/>
          </p:cNvSpPr>
          <p:nvPr/>
        </p:nvSpPr>
        <p:spPr bwMode="auto">
          <a:xfrm>
            <a:off x="2327017" y="3692298"/>
            <a:ext cx="1022350" cy="0"/>
          </a:xfrm>
          <a:prstGeom prst="line">
            <a:avLst/>
          </a:prstGeom>
          <a:noFill/>
          <a:ln w="9525">
            <a:solidFill>
              <a:schemeClr val="tx1"/>
            </a:solidFill>
            <a:round/>
            <a:headEnd/>
            <a:tailEnd/>
          </a:ln>
        </p:spPr>
        <p:txBody>
          <a:bodyPr/>
          <a:lstStyle/>
          <a:p>
            <a:endParaRPr lang="zh-CN" altLang="en-US"/>
          </a:p>
        </p:txBody>
      </p:sp>
      <p:sp>
        <p:nvSpPr>
          <p:cNvPr id="339" name="Text Box 26">
            <a:extLst>
              <a:ext uri="{FF2B5EF4-FFF2-40B4-BE49-F238E27FC236}">
                <a16:creationId xmlns:a16="http://schemas.microsoft.com/office/drawing/2014/main" id="{E85EAFF0-2E97-40B9-8E4B-77C0DDD220E6}"/>
              </a:ext>
            </a:extLst>
          </p:cNvPr>
          <p:cNvSpPr txBox="1">
            <a:spLocks noChangeArrowheads="1"/>
          </p:cNvSpPr>
          <p:nvPr/>
        </p:nvSpPr>
        <p:spPr bwMode="auto">
          <a:xfrm>
            <a:off x="3309876" y="5898045"/>
            <a:ext cx="912812" cy="400050"/>
          </a:xfrm>
          <a:prstGeom prst="rect">
            <a:avLst/>
          </a:prstGeom>
          <a:noFill/>
          <a:ln w="9525">
            <a:noFill/>
            <a:miter lim="800000"/>
            <a:headEnd/>
            <a:tailEnd/>
          </a:ln>
        </p:spPr>
        <p:txBody>
          <a:bodyPr wrap="none">
            <a:spAutoFit/>
          </a:bodyPr>
          <a:lstStyle/>
          <a:p>
            <a:r>
              <a:rPr kumimoji="0" lang="en-US" altLang="zh-CN" sz="2000" dirty="0">
                <a:latin typeface="Arial Unicode MS" pitchFamily="34" charset="-122"/>
                <a:ea typeface="Arial Unicode MS" pitchFamily="34" charset="-122"/>
                <a:cs typeface="Arial Unicode MS" pitchFamily="34" charset="-122"/>
              </a:rPr>
              <a:t>BSS 2</a:t>
            </a:r>
          </a:p>
        </p:txBody>
      </p:sp>
      <p:sp>
        <p:nvSpPr>
          <p:cNvPr id="340" name="Line 27">
            <a:extLst>
              <a:ext uri="{FF2B5EF4-FFF2-40B4-BE49-F238E27FC236}">
                <a16:creationId xmlns:a16="http://schemas.microsoft.com/office/drawing/2014/main" id="{BFE49CCF-9CFC-497E-9847-3E49B75D7108}"/>
              </a:ext>
            </a:extLst>
          </p:cNvPr>
          <p:cNvSpPr>
            <a:spLocks noChangeShapeType="1"/>
          </p:cNvSpPr>
          <p:nvPr/>
        </p:nvSpPr>
        <p:spPr bwMode="auto">
          <a:xfrm flipV="1">
            <a:off x="3512880" y="2644548"/>
            <a:ext cx="214312" cy="908050"/>
          </a:xfrm>
          <a:prstGeom prst="line">
            <a:avLst/>
          </a:prstGeom>
          <a:noFill/>
          <a:ln w="9525">
            <a:solidFill>
              <a:schemeClr val="tx1"/>
            </a:solidFill>
            <a:round/>
            <a:headEnd/>
            <a:tailEnd/>
          </a:ln>
        </p:spPr>
        <p:txBody>
          <a:bodyPr/>
          <a:lstStyle/>
          <a:p>
            <a:endParaRPr lang="zh-CN" altLang="en-US"/>
          </a:p>
        </p:txBody>
      </p:sp>
      <p:grpSp>
        <p:nvGrpSpPr>
          <p:cNvPr id="341" name="Group 28">
            <a:extLst>
              <a:ext uri="{FF2B5EF4-FFF2-40B4-BE49-F238E27FC236}">
                <a16:creationId xmlns:a16="http://schemas.microsoft.com/office/drawing/2014/main" id="{396A7550-F5F8-4F8A-BC72-3DAFB4D64133}"/>
              </a:ext>
            </a:extLst>
          </p:cNvPr>
          <p:cNvGrpSpPr>
            <a:grpSpLocks/>
          </p:cNvGrpSpPr>
          <p:nvPr/>
        </p:nvGrpSpPr>
        <p:grpSpPr bwMode="auto">
          <a:xfrm>
            <a:off x="2784217" y="1463448"/>
            <a:ext cx="1978025" cy="1444625"/>
            <a:chOff x="3744" y="1392"/>
            <a:chExt cx="1488" cy="1110"/>
          </a:xfrm>
        </p:grpSpPr>
        <p:sp>
          <p:nvSpPr>
            <p:cNvPr id="342" name="Freeform 29">
              <a:extLst>
                <a:ext uri="{FF2B5EF4-FFF2-40B4-BE49-F238E27FC236}">
                  <a16:creationId xmlns:a16="http://schemas.microsoft.com/office/drawing/2014/main" id="{CFE6707D-27AB-4A13-81C5-E057239FF2BD}"/>
                </a:ext>
              </a:extLst>
            </p:cNvPr>
            <p:cNvSpPr>
              <a:spLocks/>
            </p:cNvSpPr>
            <p:nvPr/>
          </p:nvSpPr>
          <p:spPr bwMode="auto">
            <a:xfrm>
              <a:off x="3744" y="1392"/>
              <a:ext cx="1488" cy="1110"/>
            </a:xfrm>
            <a:custGeom>
              <a:avLst/>
              <a:gdLst>
                <a:gd name="T0" fmla="*/ 1 w 2135"/>
                <a:gd name="T1" fmla="*/ 1 h 1662"/>
                <a:gd name="T2" fmla="*/ 1 w 2135"/>
                <a:gd name="T3" fmla="*/ 1 h 1662"/>
                <a:gd name="T4" fmla="*/ 1 w 2135"/>
                <a:gd name="T5" fmla="*/ 1 h 1662"/>
                <a:gd name="T6" fmla="*/ 1 w 2135"/>
                <a:gd name="T7" fmla="*/ 1 h 1662"/>
                <a:gd name="T8" fmla="*/ 1 w 2135"/>
                <a:gd name="T9" fmla="*/ 1 h 1662"/>
                <a:gd name="T10" fmla="*/ 1 w 2135"/>
                <a:gd name="T11" fmla="*/ 1 h 1662"/>
                <a:gd name="T12" fmla="*/ 1 w 2135"/>
                <a:gd name="T13" fmla="*/ 1 h 1662"/>
                <a:gd name="T14" fmla="*/ 1 w 2135"/>
                <a:gd name="T15" fmla="*/ 1 h 1662"/>
                <a:gd name="T16" fmla="*/ 1 w 2135"/>
                <a:gd name="T17" fmla="*/ 1 h 1662"/>
                <a:gd name="T18" fmla="*/ 1 w 2135"/>
                <a:gd name="T19" fmla="*/ 1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round/>
              <a:headEnd/>
              <a:tailEnd/>
            </a:ln>
          </p:spPr>
          <p:txBody>
            <a:bodyPr wrap="none" anchor="ctr"/>
            <a:lstStyle/>
            <a:p>
              <a:endParaRPr lang="zh-CN" altLang="en-US"/>
            </a:p>
          </p:txBody>
        </p:sp>
        <p:sp>
          <p:nvSpPr>
            <p:cNvPr id="343" name="Text Box 30">
              <a:extLst>
                <a:ext uri="{FF2B5EF4-FFF2-40B4-BE49-F238E27FC236}">
                  <a16:creationId xmlns:a16="http://schemas.microsoft.com/office/drawing/2014/main" id="{829FFD78-BEE3-4C71-A95A-4E32A6CA2A0C}"/>
                </a:ext>
              </a:extLst>
            </p:cNvPr>
            <p:cNvSpPr txBox="1">
              <a:spLocks noChangeArrowheads="1"/>
            </p:cNvSpPr>
            <p:nvPr/>
          </p:nvSpPr>
          <p:spPr bwMode="auto">
            <a:xfrm>
              <a:off x="4129" y="1776"/>
              <a:ext cx="860" cy="331"/>
            </a:xfrm>
            <a:prstGeom prst="rect">
              <a:avLst/>
            </a:prstGeom>
            <a:noFill/>
            <a:ln w="9525">
              <a:noFill/>
              <a:miter lim="800000"/>
              <a:headEnd/>
              <a:tailEnd/>
            </a:ln>
          </p:spPr>
          <p:txBody>
            <a:bodyPr wrap="none">
              <a:spAutoFit/>
            </a:bodyPr>
            <a:lstStyle/>
            <a:p>
              <a:r>
                <a:rPr kumimoji="0" lang="en-US" altLang="zh-CN" sz="2200" dirty="0">
                  <a:latin typeface="Arial Unicode MS" pitchFamily="34" charset="-122"/>
                  <a:ea typeface="Arial Unicode MS" pitchFamily="34" charset="-122"/>
                  <a:cs typeface="Arial Unicode MS" pitchFamily="34" charset="-122"/>
                </a:rPr>
                <a:t>Internet</a:t>
              </a:r>
            </a:p>
          </p:txBody>
        </p:sp>
      </p:grpSp>
      <p:sp>
        <p:nvSpPr>
          <p:cNvPr id="344" name="Text Box 31">
            <a:extLst>
              <a:ext uri="{FF2B5EF4-FFF2-40B4-BE49-F238E27FC236}">
                <a16:creationId xmlns:a16="http://schemas.microsoft.com/office/drawing/2014/main" id="{5ED288F9-CCD1-4C73-9529-AEA4CA6C05BB}"/>
              </a:ext>
            </a:extLst>
          </p:cNvPr>
          <p:cNvSpPr txBox="1">
            <a:spLocks noChangeArrowheads="1"/>
          </p:cNvSpPr>
          <p:nvPr/>
        </p:nvSpPr>
        <p:spPr bwMode="auto">
          <a:xfrm>
            <a:off x="3723886" y="3367921"/>
            <a:ext cx="954107" cy="707886"/>
          </a:xfrm>
          <a:prstGeom prst="rect">
            <a:avLst/>
          </a:prstGeom>
          <a:noFill/>
          <a:ln w="9525">
            <a:noFill/>
            <a:miter lim="800000"/>
            <a:headEnd/>
            <a:tailEnd/>
          </a:ln>
        </p:spPr>
        <p:txBody>
          <a:bodyPr wrap="none">
            <a:spAutoFit/>
          </a:bodyPr>
          <a:lstStyle/>
          <a:p>
            <a:r>
              <a:rPr kumimoji="0" lang="zh-CN" altLang="en-US" sz="2000" dirty="0">
                <a:latin typeface="Times New Roman" panose="02020603050405020304" pitchFamily="18" charset="0"/>
                <a:ea typeface="宋体" panose="02010600030101010101" pitchFamily="2" charset="-122"/>
                <a:cs typeface="Times New Roman" panose="02020603050405020304" pitchFamily="18" charset="0"/>
              </a:rPr>
              <a:t>交换机</a:t>
            </a:r>
            <a:endParaRPr kumimoji="0"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kumimoji="0" lang="zh-CN" altLang="en-US" sz="2000" dirty="0">
                <a:latin typeface="Times New Roman" panose="02020603050405020304" pitchFamily="18" charset="0"/>
                <a:ea typeface="宋体" panose="02010600030101010101" pitchFamily="2" charset="-122"/>
                <a:cs typeface="Times New Roman" panose="02020603050405020304" pitchFamily="18" charset="0"/>
              </a:rPr>
              <a:t>路由器</a:t>
            </a:r>
            <a:endParaRPr kumimoji="0"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45" name="Group 32">
            <a:extLst>
              <a:ext uri="{FF2B5EF4-FFF2-40B4-BE49-F238E27FC236}">
                <a16:creationId xmlns:a16="http://schemas.microsoft.com/office/drawing/2014/main" id="{E64C8287-B55B-4B1E-9A40-4988B8842AFA}"/>
              </a:ext>
            </a:extLst>
          </p:cNvPr>
          <p:cNvGrpSpPr>
            <a:grpSpLocks/>
          </p:cNvGrpSpPr>
          <p:nvPr/>
        </p:nvGrpSpPr>
        <p:grpSpPr bwMode="auto">
          <a:xfrm>
            <a:off x="1860292" y="3223986"/>
            <a:ext cx="782638" cy="950912"/>
            <a:chOff x="1952" y="1032"/>
            <a:chExt cx="589" cy="732"/>
          </a:xfrm>
        </p:grpSpPr>
        <p:sp>
          <p:nvSpPr>
            <p:cNvPr id="346" name="Text Box 33">
              <a:extLst>
                <a:ext uri="{FF2B5EF4-FFF2-40B4-BE49-F238E27FC236}">
                  <a16:creationId xmlns:a16="http://schemas.microsoft.com/office/drawing/2014/main" id="{4CC77A02-92D8-420F-BF8C-BDC331DC5719}"/>
                </a:ext>
              </a:extLst>
            </p:cNvPr>
            <p:cNvSpPr txBox="1">
              <a:spLocks noChangeArrowheads="1"/>
            </p:cNvSpPr>
            <p:nvPr/>
          </p:nvSpPr>
          <p:spPr bwMode="auto">
            <a:xfrm>
              <a:off x="2080" y="1456"/>
              <a:ext cx="397" cy="308"/>
            </a:xfrm>
            <a:prstGeom prst="rect">
              <a:avLst/>
            </a:prstGeom>
            <a:noFill/>
            <a:ln w="9525">
              <a:noFill/>
              <a:miter lim="800000"/>
              <a:headEnd/>
              <a:tailEnd/>
            </a:ln>
          </p:spPr>
          <p:txBody>
            <a:bodyPr wrap="none">
              <a:spAutoFit/>
            </a:bodyPr>
            <a:lstStyle/>
            <a:p>
              <a:r>
                <a:rPr kumimoji="0" lang="en-US" altLang="zh-CN" sz="2000" dirty="0">
                  <a:latin typeface="Arial Unicode MS" pitchFamily="34" charset="-122"/>
                  <a:ea typeface="Arial Unicode MS" pitchFamily="34" charset="-122"/>
                  <a:cs typeface="Arial Unicode MS" pitchFamily="34" charset="-122"/>
                </a:rPr>
                <a:t>AP</a:t>
              </a:r>
            </a:p>
          </p:txBody>
        </p:sp>
        <p:grpSp>
          <p:nvGrpSpPr>
            <p:cNvPr id="347" name="Group 34">
              <a:extLst>
                <a:ext uri="{FF2B5EF4-FFF2-40B4-BE49-F238E27FC236}">
                  <a16:creationId xmlns:a16="http://schemas.microsoft.com/office/drawing/2014/main" id="{B33546E4-A734-40B9-AD44-FB056E6EC736}"/>
                </a:ext>
              </a:extLst>
            </p:cNvPr>
            <p:cNvGrpSpPr>
              <a:grpSpLocks/>
            </p:cNvGrpSpPr>
            <p:nvPr/>
          </p:nvGrpSpPr>
          <p:grpSpPr bwMode="auto">
            <a:xfrm>
              <a:off x="1952" y="1032"/>
              <a:ext cx="589" cy="440"/>
              <a:chOff x="1160" y="2192"/>
              <a:chExt cx="589" cy="440"/>
            </a:xfrm>
          </p:grpSpPr>
          <p:pic>
            <p:nvPicPr>
              <p:cNvPr id="348" name="Picture 35" descr="31u_bnrz[1]">
                <a:extLst>
                  <a:ext uri="{FF2B5EF4-FFF2-40B4-BE49-F238E27FC236}">
                    <a16:creationId xmlns:a16="http://schemas.microsoft.com/office/drawing/2014/main" id="{1F9937E3-4361-4666-B938-43CD3485E51B}"/>
                  </a:ext>
                </a:extLst>
              </p:cNvPr>
              <p:cNvPicPr>
                <a:picLocks noChangeAspect="1" noChangeArrowheads="1"/>
              </p:cNvPicPr>
              <p:nvPr/>
            </p:nvPicPr>
            <p:blipFill>
              <a:blip r:embed="rId7"/>
              <a:srcRect/>
              <a:stretch>
                <a:fillRect/>
              </a:stretch>
            </p:blipFill>
            <p:spPr bwMode="auto">
              <a:xfrm rot="-5400000">
                <a:off x="1349" y="2458"/>
                <a:ext cx="212" cy="135"/>
              </a:xfrm>
              <a:prstGeom prst="rect">
                <a:avLst/>
              </a:prstGeom>
              <a:noFill/>
              <a:ln w="9525">
                <a:noFill/>
                <a:miter lim="800000"/>
                <a:headEnd/>
                <a:tailEnd/>
              </a:ln>
            </p:spPr>
          </p:pic>
          <p:sp>
            <p:nvSpPr>
              <p:cNvPr id="349" name="AutoShape 36">
                <a:extLst>
                  <a:ext uri="{FF2B5EF4-FFF2-40B4-BE49-F238E27FC236}">
                    <a16:creationId xmlns:a16="http://schemas.microsoft.com/office/drawing/2014/main" id="{E89BA292-6C43-4A5A-B519-7C75A8802584}"/>
                  </a:ext>
                </a:extLst>
              </p:cNvPr>
              <p:cNvSpPr>
                <a:spLocks noChangeAspect="1" noChangeArrowheads="1" noTextEdit="1"/>
              </p:cNvSpPr>
              <p:nvPr/>
            </p:nvSpPr>
            <p:spPr bwMode="auto">
              <a:xfrm>
                <a:off x="1160" y="2192"/>
                <a:ext cx="589" cy="220"/>
              </a:xfrm>
              <a:prstGeom prst="rect">
                <a:avLst/>
              </a:prstGeom>
              <a:noFill/>
              <a:ln w="9525">
                <a:noFill/>
                <a:miter lim="800000"/>
                <a:headEnd/>
                <a:tailEnd/>
              </a:ln>
            </p:spPr>
            <p:txBody>
              <a:bodyPr/>
              <a:lstStyle/>
              <a:p>
                <a:endParaRPr lang="zh-CN" altLang="en-US"/>
              </a:p>
            </p:txBody>
          </p:sp>
          <p:sp>
            <p:nvSpPr>
              <p:cNvPr id="350" name="Freeform 37">
                <a:extLst>
                  <a:ext uri="{FF2B5EF4-FFF2-40B4-BE49-F238E27FC236}">
                    <a16:creationId xmlns:a16="http://schemas.microsoft.com/office/drawing/2014/main" id="{13A133A0-28FF-45D1-BD3B-CCC57B3AE6AA}"/>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round/>
                <a:headEnd/>
                <a:tailEnd/>
              </a:ln>
            </p:spPr>
            <p:txBody>
              <a:bodyPr/>
              <a:lstStyle/>
              <a:p>
                <a:endParaRPr lang="zh-CN" altLang="en-US"/>
              </a:p>
            </p:txBody>
          </p:sp>
          <p:sp>
            <p:nvSpPr>
              <p:cNvPr id="351" name="Freeform 38">
                <a:extLst>
                  <a:ext uri="{FF2B5EF4-FFF2-40B4-BE49-F238E27FC236}">
                    <a16:creationId xmlns:a16="http://schemas.microsoft.com/office/drawing/2014/main" id="{7D2F32F9-E234-4C81-9537-2A5258BA3205}"/>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round/>
                <a:headEnd/>
                <a:tailEnd/>
              </a:ln>
            </p:spPr>
            <p:txBody>
              <a:bodyPr/>
              <a:lstStyle/>
              <a:p>
                <a:endParaRPr lang="zh-CN" altLang="en-US"/>
              </a:p>
            </p:txBody>
          </p:sp>
          <p:sp>
            <p:nvSpPr>
              <p:cNvPr id="352" name="Freeform 39">
                <a:extLst>
                  <a:ext uri="{FF2B5EF4-FFF2-40B4-BE49-F238E27FC236}">
                    <a16:creationId xmlns:a16="http://schemas.microsoft.com/office/drawing/2014/main" id="{359B9B1C-19FB-42AD-940E-A2377B1EA4A2}"/>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round/>
                <a:headEnd/>
                <a:tailEnd/>
              </a:ln>
            </p:spPr>
            <p:txBody>
              <a:bodyPr/>
              <a:lstStyle/>
              <a:p>
                <a:endParaRPr lang="zh-CN" altLang="en-US"/>
              </a:p>
            </p:txBody>
          </p:sp>
          <p:sp>
            <p:nvSpPr>
              <p:cNvPr id="353" name="Freeform 40">
                <a:extLst>
                  <a:ext uri="{FF2B5EF4-FFF2-40B4-BE49-F238E27FC236}">
                    <a16:creationId xmlns:a16="http://schemas.microsoft.com/office/drawing/2014/main" id="{B46EE8DB-AABC-4D5C-AB0A-BE44885119C7}"/>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round/>
                <a:headEnd/>
                <a:tailEnd/>
              </a:ln>
            </p:spPr>
            <p:txBody>
              <a:bodyPr/>
              <a:lstStyle/>
              <a:p>
                <a:endParaRPr lang="zh-CN" altLang="en-US"/>
              </a:p>
            </p:txBody>
          </p:sp>
          <p:sp>
            <p:nvSpPr>
              <p:cNvPr id="354" name="Freeform 41">
                <a:extLst>
                  <a:ext uri="{FF2B5EF4-FFF2-40B4-BE49-F238E27FC236}">
                    <a16:creationId xmlns:a16="http://schemas.microsoft.com/office/drawing/2014/main" id="{0F4BF6CF-D525-4872-A47D-B1326BBEE7B1}"/>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round/>
                <a:headEnd/>
                <a:tailEnd/>
              </a:ln>
            </p:spPr>
            <p:txBody>
              <a:bodyPr/>
              <a:lstStyle/>
              <a:p>
                <a:endParaRPr lang="zh-CN" altLang="en-US"/>
              </a:p>
            </p:txBody>
          </p:sp>
          <p:sp>
            <p:nvSpPr>
              <p:cNvPr id="355" name="Freeform 42">
                <a:extLst>
                  <a:ext uri="{FF2B5EF4-FFF2-40B4-BE49-F238E27FC236}">
                    <a16:creationId xmlns:a16="http://schemas.microsoft.com/office/drawing/2014/main" id="{2E433CD8-D840-404A-83CB-A3C2E08CA510}"/>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round/>
                <a:headEnd/>
                <a:tailEnd/>
              </a:ln>
            </p:spPr>
            <p:txBody>
              <a:bodyPr/>
              <a:lstStyle/>
              <a:p>
                <a:endParaRPr lang="zh-CN" altLang="en-US"/>
              </a:p>
            </p:txBody>
          </p:sp>
          <p:sp>
            <p:nvSpPr>
              <p:cNvPr id="356" name="Freeform 43">
                <a:extLst>
                  <a:ext uri="{FF2B5EF4-FFF2-40B4-BE49-F238E27FC236}">
                    <a16:creationId xmlns:a16="http://schemas.microsoft.com/office/drawing/2014/main" id="{C4F3AC95-D17B-48E0-AAAB-CF03560E6CEE}"/>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round/>
                <a:headEnd/>
                <a:tailEnd/>
              </a:ln>
            </p:spPr>
            <p:txBody>
              <a:bodyPr/>
              <a:lstStyle/>
              <a:p>
                <a:endParaRPr lang="zh-CN" altLang="en-US"/>
              </a:p>
            </p:txBody>
          </p:sp>
          <p:sp>
            <p:nvSpPr>
              <p:cNvPr id="357" name="Freeform 44">
                <a:extLst>
                  <a:ext uri="{FF2B5EF4-FFF2-40B4-BE49-F238E27FC236}">
                    <a16:creationId xmlns:a16="http://schemas.microsoft.com/office/drawing/2014/main" id="{5E1745ED-96C2-4F74-A247-CA07168279F3}"/>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round/>
                <a:headEnd/>
                <a:tailEnd/>
              </a:ln>
            </p:spPr>
            <p:txBody>
              <a:bodyPr/>
              <a:lstStyle/>
              <a:p>
                <a:endParaRPr lang="zh-CN" altLang="en-US"/>
              </a:p>
            </p:txBody>
          </p:sp>
          <p:sp>
            <p:nvSpPr>
              <p:cNvPr id="358" name="Freeform 45">
                <a:extLst>
                  <a:ext uri="{FF2B5EF4-FFF2-40B4-BE49-F238E27FC236}">
                    <a16:creationId xmlns:a16="http://schemas.microsoft.com/office/drawing/2014/main" id="{79BAF11E-1EB8-4136-979E-E917438257C5}"/>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round/>
                <a:headEnd/>
                <a:tailEnd/>
              </a:ln>
            </p:spPr>
            <p:txBody>
              <a:bodyPr/>
              <a:lstStyle/>
              <a:p>
                <a:endParaRPr lang="zh-CN" altLang="en-US"/>
              </a:p>
            </p:txBody>
          </p:sp>
          <p:sp>
            <p:nvSpPr>
              <p:cNvPr id="359" name="Freeform 46">
                <a:extLst>
                  <a:ext uri="{FF2B5EF4-FFF2-40B4-BE49-F238E27FC236}">
                    <a16:creationId xmlns:a16="http://schemas.microsoft.com/office/drawing/2014/main" id="{99408D6E-9FC2-4A90-9856-9DF94DF672F4}"/>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round/>
                <a:headEnd/>
                <a:tailEnd/>
              </a:ln>
            </p:spPr>
            <p:txBody>
              <a:bodyPr/>
              <a:lstStyle/>
              <a:p>
                <a:endParaRPr lang="zh-CN" altLang="en-US"/>
              </a:p>
            </p:txBody>
          </p:sp>
          <p:sp>
            <p:nvSpPr>
              <p:cNvPr id="360" name="Freeform 47">
                <a:extLst>
                  <a:ext uri="{FF2B5EF4-FFF2-40B4-BE49-F238E27FC236}">
                    <a16:creationId xmlns:a16="http://schemas.microsoft.com/office/drawing/2014/main" id="{4DCACD4F-8806-47AE-9BFF-677D5831B22B}"/>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round/>
                <a:headEnd/>
                <a:tailEnd/>
              </a:ln>
            </p:spPr>
            <p:txBody>
              <a:bodyPr/>
              <a:lstStyle/>
              <a:p>
                <a:endParaRPr lang="zh-CN" altLang="en-US"/>
              </a:p>
            </p:txBody>
          </p:sp>
          <p:sp>
            <p:nvSpPr>
              <p:cNvPr id="361" name="Freeform 48">
                <a:extLst>
                  <a:ext uri="{FF2B5EF4-FFF2-40B4-BE49-F238E27FC236}">
                    <a16:creationId xmlns:a16="http://schemas.microsoft.com/office/drawing/2014/main" id="{3381E391-265C-4410-87DE-065D2D43A87E}"/>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round/>
                <a:headEnd/>
                <a:tailEnd/>
              </a:ln>
            </p:spPr>
            <p:txBody>
              <a:bodyPr/>
              <a:lstStyle/>
              <a:p>
                <a:endParaRPr lang="zh-CN" altLang="en-US"/>
              </a:p>
            </p:txBody>
          </p:sp>
          <p:sp>
            <p:nvSpPr>
              <p:cNvPr id="362" name="Freeform 49">
                <a:extLst>
                  <a:ext uri="{FF2B5EF4-FFF2-40B4-BE49-F238E27FC236}">
                    <a16:creationId xmlns:a16="http://schemas.microsoft.com/office/drawing/2014/main" id="{BD30FAEE-7010-4C2E-AAAE-E82A2701BD8C}"/>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round/>
                <a:headEnd/>
                <a:tailEnd/>
              </a:ln>
            </p:spPr>
            <p:txBody>
              <a:bodyPr/>
              <a:lstStyle/>
              <a:p>
                <a:endParaRPr lang="zh-CN" altLang="en-US"/>
              </a:p>
            </p:txBody>
          </p:sp>
          <p:sp>
            <p:nvSpPr>
              <p:cNvPr id="363" name="Freeform 50">
                <a:extLst>
                  <a:ext uri="{FF2B5EF4-FFF2-40B4-BE49-F238E27FC236}">
                    <a16:creationId xmlns:a16="http://schemas.microsoft.com/office/drawing/2014/main" id="{33069DC2-5586-4BC1-8AE2-E8EABB663370}"/>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round/>
                <a:headEnd/>
                <a:tailEnd/>
              </a:ln>
            </p:spPr>
            <p:txBody>
              <a:bodyPr/>
              <a:lstStyle/>
              <a:p>
                <a:endParaRPr lang="zh-CN" altLang="en-US"/>
              </a:p>
            </p:txBody>
          </p:sp>
          <p:sp>
            <p:nvSpPr>
              <p:cNvPr id="364" name="Freeform 51">
                <a:extLst>
                  <a:ext uri="{FF2B5EF4-FFF2-40B4-BE49-F238E27FC236}">
                    <a16:creationId xmlns:a16="http://schemas.microsoft.com/office/drawing/2014/main" id="{059EF110-E61B-4672-9FF3-04F8D64B6922}"/>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round/>
                <a:headEnd/>
                <a:tailEnd/>
              </a:ln>
            </p:spPr>
            <p:txBody>
              <a:bodyPr/>
              <a:lstStyle/>
              <a:p>
                <a:endParaRPr lang="zh-CN" altLang="en-US"/>
              </a:p>
            </p:txBody>
          </p:sp>
          <p:sp>
            <p:nvSpPr>
              <p:cNvPr id="365" name="Freeform 52">
                <a:extLst>
                  <a:ext uri="{FF2B5EF4-FFF2-40B4-BE49-F238E27FC236}">
                    <a16:creationId xmlns:a16="http://schemas.microsoft.com/office/drawing/2014/main" id="{AE222878-11F3-45FE-8BA1-BD5E17AEDE95}"/>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round/>
                <a:headEnd/>
                <a:tailEnd/>
              </a:ln>
            </p:spPr>
            <p:txBody>
              <a:bodyPr/>
              <a:lstStyle/>
              <a:p>
                <a:endParaRPr lang="zh-CN" altLang="en-US"/>
              </a:p>
            </p:txBody>
          </p:sp>
        </p:grpSp>
      </p:grpSp>
      <p:grpSp>
        <p:nvGrpSpPr>
          <p:cNvPr id="366" name="Group 53">
            <a:extLst>
              <a:ext uri="{FF2B5EF4-FFF2-40B4-BE49-F238E27FC236}">
                <a16:creationId xmlns:a16="http://schemas.microsoft.com/office/drawing/2014/main" id="{A0253D39-3353-4C8B-991F-246B8ED4E46F}"/>
              </a:ext>
            </a:extLst>
          </p:cNvPr>
          <p:cNvGrpSpPr>
            <a:grpSpLocks/>
          </p:cNvGrpSpPr>
          <p:nvPr/>
        </p:nvGrpSpPr>
        <p:grpSpPr bwMode="auto">
          <a:xfrm>
            <a:off x="955417" y="2952523"/>
            <a:ext cx="414338" cy="511175"/>
            <a:chOff x="2870" y="1518"/>
            <a:chExt cx="292" cy="320"/>
          </a:xfrm>
        </p:grpSpPr>
        <p:graphicFrame>
          <p:nvGraphicFramePr>
            <p:cNvPr id="367" name="Object 54">
              <a:extLst>
                <a:ext uri="{FF2B5EF4-FFF2-40B4-BE49-F238E27FC236}">
                  <a16:creationId xmlns:a16="http://schemas.microsoft.com/office/drawing/2014/main" id="{E1562D61-2D6B-42CB-9C54-74902F8985D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8" imgW="819000" imgH="847800" progId="">
                    <p:embed/>
                  </p:oleObj>
                </mc:Choice>
                <mc:Fallback>
                  <p:oleObj name="Clip" r:id="rId8" imgW="819000" imgH="847800" progId="">
                    <p:embed/>
                    <p:pic>
                      <p:nvPicPr>
                        <p:cNvPr id="2254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 name="Object 55">
              <a:extLst>
                <a:ext uri="{FF2B5EF4-FFF2-40B4-BE49-F238E27FC236}">
                  <a16:creationId xmlns:a16="http://schemas.microsoft.com/office/drawing/2014/main" id="{0F6976DF-9C5D-4E47-8691-9F560D4FED9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9" imgW="1266840" imgH="1200240" progId="">
                    <p:embed/>
                  </p:oleObj>
                </mc:Choice>
                <mc:Fallback>
                  <p:oleObj name="Clip" r:id="rId9" imgW="1266840" imgH="1200240" progId="">
                    <p:embed/>
                    <p:pic>
                      <p:nvPicPr>
                        <p:cNvPr id="22541"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69" name="Group 56">
            <a:extLst>
              <a:ext uri="{FF2B5EF4-FFF2-40B4-BE49-F238E27FC236}">
                <a16:creationId xmlns:a16="http://schemas.microsoft.com/office/drawing/2014/main" id="{20A45C3C-2054-4181-818F-18AAD4A9A83E}"/>
              </a:ext>
            </a:extLst>
          </p:cNvPr>
          <p:cNvGrpSpPr>
            <a:grpSpLocks/>
          </p:cNvGrpSpPr>
          <p:nvPr/>
        </p:nvGrpSpPr>
        <p:grpSpPr bwMode="auto">
          <a:xfrm>
            <a:off x="1507867" y="2735036"/>
            <a:ext cx="415925" cy="509587"/>
            <a:chOff x="2870" y="1518"/>
            <a:chExt cx="292" cy="320"/>
          </a:xfrm>
        </p:grpSpPr>
        <p:graphicFrame>
          <p:nvGraphicFramePr>
            <p:cNvPr id="370" name="Object 57">
              <a:extLst>
                <a:ext uri="{FF2B5EF4-FFF2-40B4-BE49-F238E27FC236}">
                  <a16:creationId xmlns:a16="http://schemas.microsoft.com/office/drawing/2014/main" id="{C5D871DA-9400-42F6-BA00-4E875CC8BEF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0" imgW="819000" imgH="847800" progId="">
                    <p:embed/>
                  </p:oleObj>
                </mc:Choice>
                <mc:Fallback>
                  <p:oleObj name="Clip" r:id="rId10" imgW="819000" imgH="847800" progId="">
                    <p:embed/>
                    <p:pic>
                      <p:nvPicPr>
                        <p:cNvPr id="22538"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 name="Object 58">
              <a:extLst>
                <a:ext uri="{FF2B5EF4-FFF2-40B4-BE49-F238E27FC236}">
                  <a16:creationId xmlns:a16="http://schemas.microsoft.com/office/drawing/2014/main" id="{8F6B25C0-CE35-4C60-BB8C-9B92E299631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1" imgW="1266840" imgH="1200240" progId="">
                    <p:embed/>
                  </p:oleObj>
                </mc:Choice>
                <mc:Fallback>
                  <p:oleObj name="Clip" r:id="rId11" imgW="1266840" imgH="1200240" progId="">
                    <p:embed/>
                    <p:pic>
                      <p:nvPicPr>
                        <p:cNvPr id="22539"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72" name="Group 59">
            <a:extLst>
              <a:ext uri="{FF2B5EF4-FFF2-40B4-BE49-F238E27FC236}">
                <a16:creationId xmlns:a16="http://schemas.microsoft.com/office/drawing/2014/main" id="{12707EFA-BFD2-442D-8433-6553EEC31285}"/>
              </a:ext>
            </a:extLst>
          </p:cNvPr>
          <p:cNvGrpSpPr>
            <a:grpSpLocks/>
          </p:cNvGrpSpPr>
          <p:nvPr/>
        </p:nvGrpSpPr>
        <p:grpSpPr bwMode="auto">
          <a:xfrm>
            <a:off x="3412867" y="4192361"/>
            <a:ext cx="782638" cy="950912"/>
            <a:chOff x="1952" y="1032"/>
            <a:chExt cx="589" cy="732"/>
          </a:xfrm>
        </p:grpSpPr>
        <p:sp>
          <p:nvSpPr>
            <p:cNvPr id="373" name="Text Box 60">
              <a:extLst>
                <a:ext uri="{FF2B5EF4-FFF2-40B4-BE49-F238E27FC236}">
                  <a16:creationId xmlns:a16="http://schemas.microsoft.com/office/drawing/2014/main" id="{8BFB3AF2-7627-4DC8-8FF5-C0D0EACE41F8}"/>
                </a:ext>
              </a:extLst>
            </p:cNvPr>
            <p:cNvSpPr txBox="1">
              <a:spLocks noChangeArrowheads="1"/>
            </p:cNvSpPr>
            <p:nvPr/>
          </p:nvSpPr>
          <p:spPr bwMode="auto">
            <a:xfrm>
              <a:off x="2080" y="1456"/>
              <a:ext cx="397" cy="308"/>
            </a:xfrm>
            <a:prstGeom prst="rect">
              <a:avLst/>
            </a:prstGeom>
            <a:noFill/>
            <a:ln w="9525">
              <a:noFill/>
              <a:miter lim="800000"/>
              <a:headEnd/>
              <a:tailEnd/>
            </a:ln>
          </p:spPr>
          <p:txBody>
            <a:bodyPr wrap="none">
              <a:spAutoFit/>
            </a:bodyPr>
            <a:lstStyle/>
            <a:p>
              <a:r>
                <a:rPr kumimoji="0" lang="en-US" altLang="zh-CN" sz="2000">
                  <a:latin typeface="Arial Unicode MS" pitchFamily="34" charset="-122"/>
                  <a:ea typeface="Arial Unicode MS" pitchFamily="34" charset="-122"/>
                  <a:cs typeface="Arial Unicode MS" pitchFamily="34" charset="-122"/>
                </a:rPr>
                <a:t>AP</a:t>
              </a:r>
            </a:p>
          </p:txBody>
        </p:sp>
        <p:grpSp>
          <p:nvGrpSpPr>
            <p:cNvPr id="374" name="Group 61">
              <a:extLst>
                <a:ext uri="{FF2B5EF4-FFF2-40B4-BE49-F238E27FC236}">
                  <a16:creationId xmlns:a16="http://schemas.microsoft.com/office/drawing/2014/main" id="{2D9DF4B4-856A-4550-A8FD-94FF98176BC6}"/>
                </a:ext>
              </a:extLst>
            </p:cNvPr>
            <p:cNvGrpSpPr>
              <a:grpSpLocks/>
            </p:cNvGrpSpPr>
            <p:nvPr/>
          </p:nvGrpSpPr>
          <p:grpSpPr bwMode="auto">
            <a:xfrm>
              <a:off x="1952" y="1032"/>
              <a:ext cx="589" cy="440"/>
              <a:chOff x="1160" y="2192"/>
              <a:chExt cx="589" cy="440"/>
            </a:xfrm>
          </p:grpSpPr>
          <p:pic>
            <p:nvPicPr>
              <p:cNvPr id="375" name="Picture 62" descr="31u_bnrz[1]">
                <a:extLst>
                  <a:ext uri="{FF2B5EF4-FFF2-40B4-BE49-F238E27FC236}">
                    <a16:creationId xmlns:a16="http://schemas.microsoft.com/office/drawing/2014/main" id="{7091A78A-A82F-49E3-B10C-142076EB1B6F}"/>
                  </a:ext>
                </a:extLst>
              </p:cNvPr>
              <p:cNvPicPr>
                <a:picLocks noChangeAspect="1" noChangeArrowheads="1"/>
              </p:cNvPicPr>
              <p:nvPr/>
            </p:nvPicPr>
            <p:blipFill>
              <a:blip r:embed="rId7"/>
              <a:srcRect/>
              <a:stretch>
                <a:fillRect/>
              </a:stretch>
            </p:blipFill>
            <p:spPr bwMode="auto">
              <a:xfrm rot="-5400000">
                <a:off x="1349" y="2458"/>
                <a:ext cx="212" cy="135"/>
              </a:xfrm>
              <a:prstGeom prst="rect">
                <a:avLst/>
              </a:prstGeom>
              <a:noFill/>
              <a:ln w="9525">
                <a:noFill/>
                <a:miter lim="800000"/>
                <a:headEnd/>
                <a:tailEnd/>
              </a:ln>
            </p:spPr>
          </p:pic>
          <p:sp>
            <p:nvSpPr>
              <p:cNvPr id="376" name="AutoShape 63">
                <a:extLst>
                  <a:ext uri="{FF2B5EF4-FFF2-40B4-BE49-F238E27FC236}">
                    <a16:creationId xmlns:a16="http://schemas.microsoft.com/office/drawing/2014/main" id="{092F3819-8C77-46A9-B3C3-0E8103C2DAC5}"/>
                  </a:ext>
                </a:extLst>
              </p:cNvPr>
              <p:cNvSpPr>
                <a:spLocks noChangeAspect="1" noChangeArrowheads="1" noTextEdit="1"/>
              </p:cNvSpPr>
              <p:nvPr/>
            </p:nvSpPr>
            <p:spPr bwMode="auto">
              <a:xfrm>
                <a:off x="1160" y="2192"/>
                <a:ext cx="589" cy="220"/>
              </a:xfrm>
              <a:prstGeom prst="rect">
                <a:avLst/>
              </a:prstGeom>
              <a:noFill/>
              <a:ln w="9525">
                <a:noFill/>
                <a:miter lim="800000"/>
                <a:headEnd/>
                <a:tailEnd/>
              </a:ln>
            </p:spPr>
            <p:txBody>
              <a:bodyPr/>
              <a:lstStyle/>
              <a:p>
                <a:endParaRPr lang="zh-CN" altLang="en-US"/>
              </a:p>
            </p:txBody>
          </p:sp>
          <p:sp>
            <p:nvSpPr>
              <p:cNvPr id="377" name="Freeform 64">
                <a:extLst>
                  <a:ext uri="{FF2B5EF4-FFF2-40B4-BE49-F238E27FC236}">
                    <a16:creationId xmlns:a16="http://schemas.microsoft.com/office/drawing/2014/main" id="{33B847E7-8C78-47A1-9368-46EA895CDF0B}"/>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round/>
                <a:headEnd/>
                <a:tailEnd/>
              </a:ln>
            </p:spPr>
            <p:txBody>
              <a:bodyPr/>
              <a:lstStyle/>
              <a:p>
                <a:endParaRPr lang="zh-CN" altLang="en-US"/>
              </a:p>
            </p:txBody>
          </p:sp>
          <p:sp>
            <p:nvSpPr>
              <p:cNvPr id="378" name="Freeform 65">
                <a:extLst>
                  <a:ext uri="{FF2B5EF4-FFF2-40B4-BE49-F238E27FC236}">
                    <a16:creationId xmlns:a16="http://schemas.microsoft.com/office/drawing/2014/main" id="{059855F0-4D25-486A-B58B-5FD3D8747066}"/>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round/>
                <a:headEnd/>
                <a:tailEnd/>
              </a:ln>
            </p:spPr>
            <p:txBody>
              <a:bodyPr/>
              <a:lstStyle/>
              <a:p>
                <a:endParaRPr lang="zh-CN" altLang="en-US"/>
              </a:p>
            </p:txBody>
          </p:sp>
          <p:sp>
            <p:nvSpPr>
              <p:cNvPr id="379" name="Freeform 66">
                <a:extLst>
                  <a:ext uri="{FF2B5EF4-FFF2-40B4-BE49-F238E27FC236}">
                    <a16:creationId xmlns:a16="http://schemas.microsoft.com/office/drawing/2014/main" id="{63D4DC1B-25E1-4380-829C-44F9E70FC4EC}"/>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round/>
                <a:headEnd/>
                <a:tailEnd/>
              </a:ln>
            </p:spPr>
            <p:txBody>
              <a:bodyPr/>
              <a:lstStyle/>
              <a:p>
                <a:endParaRPr lang="zh-CN" altLang="en-US"/>
              </a:p>
            </p:txBody>
          </p:sp>
          <p:sp>
            <p:nvSpPr>
              <p:cNvPr id="380" name="Freeform 67">
                <a:extLst>
                  <a:ext uri="{FF2B5EF4-FFF2-40B4-BE49-F238E27FC236}">
                    <a16:creationId xmlns:a16="http://schemas.microsoft.com/office/drawing/2014/main" id="{AD307E75-B7A3-44C8-AE31-0ACD0AB6E861}"/>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round/>
                <a:headEnd/>
                <a:tailEnd/>
              </a:ln>
            </p:spPr>
            <p:txBody>
              <a:bodyPr/>
              <a:lstStyle/>
              <a:p>
                <a:endParaRPr lang="zh-CN" altLang="en-US"/>
              </a:p>
            </p:txBody>
          </p:sp>
          <p:sp>
            <p:nvSpPr>
              <p:cNvPr id="381" name="Freeform 68">
                <a:extLst>
                  <a:ext uri="{FF2B5EF4-FFF2-40B4-BE49-F238E27FC236}">
                    <a16:creationId xmlns:a16="http://schemas.microsoft.com/office/drawing/2014/main" id="{10178110-9C1E-41D6-BEE0-9F1E8B8FFA97}"/>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round/>
                <a:headEnd/>
                <a:tailEnd/>
              </a:ln>
            </p:spPr>
            <p:txBody>
              <a:bodyPr/>
              <a:lstStyle/>
              <a:p>
                <a:endParaRPr lang="zh-CN" altLang="en-US"/>
              </a:p>
            </p:txBody>
          </p:sp>
          <p:sp>
            <p:nvSpPr>
              <p:cNvPr id="382" name="Freeform 69">
                <a:extLst>
                  <a:ext uri="{FF2B5EF4-FFF2-40B4-BE49-F238E27FC236}">
                    <a16:creationId xmlns:a16="http://schemas.microsoft.com/office/drawing/2014/main" id="{B6203DFA-5172-465E-9B6D-E1AE9816105F}"/>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round/>
                <a:headEnd/>
                <a:tailEnd/>
              </a:ln>
            </p:spPr>
            <p:txBody>
              <a:bodyPr/>
              <a:lstStyle/>
              <a:p>
                <a:endParaRPr lang="zh-CN" altLang="en-US"/>
              </a:p>
            </p:txBody>
          </p:sp>
          <p:sp>
            <p:nvSpPr>
              <p:cNvPr id="383" name="Freeform 70">
                <a:extLst>
                  <a:ext uri="{FF2B5EF4-FFF2-40B4-BE49-F238E27FC236}">
                    <a16:creationId xmlns:a16="http://schemas.microsoft.com/office/drawing/2014/main" id="{C8CCFA21-3514-47A7-8212-D0A108784006}"/>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round/>
                <a:headEnd/>
                <a:tailEnd/>
              </a:ln>
            </p:spPr>
            <p:txBody>
              <a:bodyPr/>
              <a:lstStyle/>
              <a:p>
                <a:endParaRPr lang="zh-CN" altLang="en-US"/>
              </a:p>
            </p:txBody>
          </p:sp>
          <p:sp>
            <p:nvSpPr>
              <p:cNvPr id="384" name="Freeform 71">
                <a:extLst>
                  <a:ext uri="{FF2B5EF4-FFF2-40B4-BE49-F238E27FC236}">
                    <a16:creationId xmlns:a16="http://schemas.microsoft.com/office/drawing/2014/main" id="{1FEA231C-1B5D-4DF4-B559-0661FDE65582}"/>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round/>
                <a:headEnd/>
                <a:tailEnd/>
              </a:ln>
            </p:spPr>
            <p:txBody>
              <a:bodyPr/>
              <a:lstStyle/>
              <a:p>
                <a:endParaRPr lang="zh-CN" altLang="en-US"/>
              </a:p>
            </p:txBody>
          </p:sp>
          <p:sp>
            <p:nvSpPr>
              <p:cNvPr id="385" name="Freeform 72">
                <a:extLst>
                  <a:ext uri="{FF2B5EF4-FFF2-40B4-BE49-F238E27FC236}">
                    <a16:creationId xmlns:a16="http://schemas.microsoft.com/office/drawing/2014/main" id="{81B5F9F7-9128-4C4A-AA5A-B09E48FF17AF}"/>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round/>
                <a:headEnd/>
                <a:tailEnd/>
              </a:ln>
            </p:spPr>
            <p:txBody>
              <a:bodyPr/>
              <a:lstStyle/>
              <a:p>
                <a:endParaRPr lang="zh-CN" altLang="en-US"/>
              </a:p>
            </p:txBody>
          </p:sp>
          <p:sp>
            <p:nvSpPr>
              <p:cNvPr id="386" name="Freeform 73">
                <a:extLst>
                  <a:ext uri="{FF2B5EF4-FFF2-40B4-BE49-F238E27FC236}">
                    <a16:creationId xmlns:a16="http://schemas.microsoft.com/office/drawing/2014/main" id="{FA704A92-65EA-4E54-9100-038240C3BBCA}"/>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round/>
                <a:headEnd/>
                <a:tailEnd/>
              </a:ln>
            </p:spPr>
            <p:txBody>
              <a:bodyPr/>
              <a:lstStyle/>
              <a:p>
                <a:endParaRPr lang="zh-CN" altLang="en-US"/>
              </a:p>
            </p:txBody>
          </p:sp>
          <p:sp>
            <p:nvSpPr>
              <p:cNvPr id="387" name="Freeform 74">
                <a:extLst>
                  <a:ext uri="{FF2B5EF4-FFF2-40B4-BE49-F238E27FC236}">
                    <a16:creationId xmlns:a16="http://schemas.microsoft.com/office/drawing/2014/main" id="{BF1F8E3C-B329-49C1-8D83-0827FD229BAD}"/>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round/>
                <a:headEnd/>
                <a:tailEnd/>
              </a:ln>
            </p:spPr>
            <p:txBody>
              <a:bodyPr/>
              <a:lstStyle/>
              <a:p>
                <a:endParaRPr lang="zh-CN" altLang="en-US"/>
              </a:p>
            </p:txBody>
          </p:sp>
          <p:sp>
            <p:nvSpPr>
              <p:cNvPr id="388" name="Freeform 75">
                <a:extLst>
                  <a:ext uri="{FF2B5EF4-FFF2-40B4-BE49-F238E27FC236}">
                    <a16:creationId xmlns:a16="http://schemas.microsoft.com/office/drawing/2014/main" id="{78283D68-FC81-4CD7-B54B-9622052FE52C}"/>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round/>
                <a:headEnd/>
                <a:tailEnd/>
              </a:ln>
            </p:spPr>
            <p:txBody>
              <a:bodyPr/>
              <a:lstStyle/>
              <a:p>
                <a:endParaRPr lang="zh-CN" altLang="en-US"/>
              </a:p>
            </p:txBody>
          </p:sp>
          <p:sp>
            <p:nvSpPr>
              <p:cNvPr id="389" name="Freeform 76">
                <a:extLst>
                  <a:ext uri="{FF2B5EF4-FFF2-40B4-BE49-F238E27FC236}">
                    <a16:creationId xmlns:a16="http://schemas.microsoft.com/office/drawing/2014/main" id="{6288D618-B2A6-4163-B0D1-A709CAD67CFC}"/>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round/>
                <a:headEnd/>
                <a:tailEnd/>
              </a:ln>
            </p:spPr>
            <p:txBody>
              <a:bodyPr/>
              <a:lstStyle/>
              <a:p>
                <a:endParaRPr lang="zh-CN" altLang="en-US"/>
              </a:p>
            </p:txBody>
          </p:sp>
          <p:sp>
            <p:nvSpPr>
              <p:cNvPr id="390" name="Freeform 77">
                <a:extLst>
                  <a:ext uri="{FF2B5EF4-FFF2-40B4-BE49-F238E27FC236}">
                    <a16:creationId xmlns:a16="http://schemas.microsoft.com/office/drawing/2014/main" id="{6E1A9F7C-A3A9-4F39-9A5E-AB9ED7F06FEA}"/>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round/>
                <a:headEnd/>
                <a:tailEnd/>
              </a:ln>
            </p:spPr>
            <p:txBody>
              <a:bodyPr/>
              <a:lstStyle/>
              <a:p>
                <a:endParaRPr lang="zh-CN" altLang="en-US"/>
              </a:p>
            </p:txBody>
          </p:sp>
          <p:sp>
            <p:nvSpPr>
              <p:cNvPr id="391" name="Freeform 78">
                <a:extLst>
                  <a:ext uri="{FF2B5EF4-FFF2-40B4-BE49-F238E27FC236}">
                    <a16:creationId xmlns:a16="http://schemas.microsoft.com/office/drawing/2014/main" id="{A2908859-1F31-4C1F-9D5E-CCE92BAE955D}"/>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round/>
                <a:headEnd/>
                <a:tailEnd/>
              </a:ln>
            </p:spPr>
            <p:txBody>
              <a:bodyPr/>
              <a:lstStyle/>
              <a:p>
                <a:endParaRPr lang="zh-CN" altLang="en-US"/>
              </a:p>
            </p:txBody>
          </p:sp>
          <p:sp>
            <p:nvSpPr>
              <p:cNvPr id="392" name="Freeform 79">
                <a:extLst>
                  <a:ext uri="{FF2B5EF4-FFF2-40B4-BE49-F238E27FC236}">
                    <a16:creationId xmlns:a16="http://schemas.microsoft.com/office/drawing/2014/main" id="{47C3644A-E7CA-4C80-B603-F560F9281281}"/>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round/>
                <a:headEnd/>
                <a:tailEnd/>
              </a:ln>
            </p:spPr>
            <p:txBody>
              <a:bodyPr/>
              <a:lstStyle/>
              <a:p>
                <a:endParaRPr lang="zh-CN" altLang="en-US"/>
              </a:p>
            </p:txBody>
          </p:sp>
        </p:grpSp>
      </p:grpSp>
      <p:grpSp>
        <p:nvGrpSpPr>
          <p:cNvPr id="393" name="Group 80">
            <a:extLst>
              <a:ext uri="{FF2B5EF4-FFF2-40B4-BE49-F238E27FC236}">
                <a16:creationId xmlns:a16="http://schemas.microsoft.com/office/drawing/2014/main" id="{16C5A806-0E56-4DCA-9327-25F6DC01F6B6}"/>
              </a:ext>
            </a:extLst>
          </p:cNvPr>
          <p:cNvGrpSpPr>
            <a:grpSpLocks/>
          </p:cNvGrpSpPr>
          <p:nvPr/>
        </p:nvGrpSpPr>
        <p:grpSpPr bwMode="auto">
          <a:xfrm>
            <a:off x="2923917" y="4722586"/>
            <a:ext cx="414338" cy="509587"/>
            <a:chOff x="2870" y="1518"/>
            <a:chExt cx="292" cy="320"/>
          </a:xfrm>
        </p:grpSpPr>
        <p:graphicFrame>
          <p:nvGraphicFramePr>
            <p:cNvPr id="394" name="Object 81">
              <a:extLst>
                <a:ext uri="{FF2B5EF4-FFF2-40B4-BE49-F238E27FC236}">
                  <a16:creationId xmlns:a16="http://schemas.microsoft.com/office/drawing/2014/main" id="{C21A9C56-C284-4825-A289-938A214E429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2" imgW="819000" imgH="847800" progId="">
                    <p:embed/>
                  </p:oleObj>
                </mc:Choice>
                <mc:Fallback>
                  <p:oleObj name="Clip" r:id="rId12" imgW="819000" imgH="847800" progId="">
                    <p:embed/>
                    <p:pic>
                      <p:nvPicPr>
                        <p:cNvPr id="22536" name="Object 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5" name="Object 82">
              <a:extLst>
                <a:ext uri="{FF2B5EF4-FFF2-40B4-BE49-F238E27FC236}">
                  <a16:creationId xmlns:a16="http://schemas.microsoft.com/office/drawing/2014/main" id="{63420313-D37F-41E8-9D8A-2EDAAD7CC29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3" imgW="1266840" imgH="1200240" progId="">
                    <p:embed/>
                  </p:oleObj>
                </mc:Choice>
                <mc:Fallback>
                  <p:oleObj name="Clip" r:id="rId13" imgW="1266840" imgH="1200240" progId="">
                    <p:embed/>
                    <p:pic>
                      <p:nvPicPr>
                        <p:cNvPr id="22537" name="Object 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96" name="Group 83">
            <a:extLst>
              <a:ext uri="{FF2B5EF4-FFF2-40B4-BE49-F238E27FC236}">
                <a16:creationId xmlns:a16="http://schemas.microsoft.com/office/drawing/2014/main" id="{A45657E4-44D5-4663-BF5D-061E6BA43491}"/>
              </a:ext>
            </a:extLst>
          </p:cNvPr>
          <p:cNvGrpSpPr>
            <a:grpSpLocks/>
          </p:cNvGrpSpPr>
          <p:nvPr/>
        </p:nvGrpSpPr>
        <p:grpSpPr bwMode="auto">
          <a:xfrm>
            <a:off x="3103305" y="5263923"/>
            <a:ext cx="415925" cy="509588"/>
            <a:chOff x="2870" y="1518"/>
            <a:chExt cx="292" cy="320"/>
          </a:xfrm>
        </p:grpSpPr>
        <p:graphicFrame>
          <p:nvGraphicFramePr>
            <p:cNvPr id="397" name="Object 84">
              <a:extLst>
                <a:ext uri="{FF2B5EF4-FFF2-40B4-BE49-F238E27FC236}">
                  <a16:creationId xmlns:a16="http://schemas.microsoft.com/office/drawing/2014/main" id="{99F42AEF-C13C-4F11-B75F-DC7A2710C2B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4" imgW="819000" imgH="847800" progId="">
                    <p:embed/>
                  </p:oleObj>
                </mc:Choice>
                <mc:Fallback>
                  <p:oleObj name="Clip" r:id="rId14" imgW="819000" imgH="847800" progId="">
                    <p:embed/>
                    <p:pic>
                      <p:nvPicPr>
                        <p:cNvPr id="22534"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8" name="Object 85">
              <a:extLst>
                <a:ext uri="{FF2B5EF4-FFF2-40B4-BE49-F238E27FC236}">
                  <a16:creationId xmlns:a16="http://schemas.microsoft.com/office/drawing/2014/main" id="{E03AED46-1105-454B-BF7E-2DA4FBF032B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5" imgW="1266840" imgH="1200240" progId="">
                    <p:embed/>
                  </p:oleObj>
                </mc:Choice>
                <mc:Fallback>
                  <p:oleObj name="Clip" r:id="rId15" imgW="1266840" imgH="1200240" progId="">
                    <p:embed/>
                    <p:pic>
                      <p:nvPicPr>
                        <p:cNvPr id="22535" name="Object 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99" name="Group 86">
            <a:extLst>
              <a:ext uri="{FF2B5EF4-FFF2-40B4-BE49-F238E27FC236}">
                <a16:creationId xmlns:a16="http://schemas.microsoft.com/office/drawing/2014/main" id="{9E1047E2-62FC-4568-BD0F-58A0AC0D2CF9}"/>
              </a:ext>
            </a:extLst>
          </p:cNvPr>
          <p:cNvGrpSpPr>
            <a:grpSpLocks/>
          </p:cNvGrpSpPr>
          <p:nvPr/>
        </p:nvGrpSpPr>
        <p:grpSpPr bwMode="auto">
          <a:xfrm>
            <a:off x="4135180" y="4732111"/>
            <a:ext cx="415925" cy="511175"/>
            <a:chOff x="2870" y="1518"/>
            <a:chExt cx="292" cy="320"/>
          </a:xfrm>
        </p:grpSpPr>
        <p:graphicFrame>
          <p:nvGraphicFramePr>
            <p:cNvPr id="400" name="Object 87">
              <a:extLst>
                <a:ext uri="{FF2B5EF4-FFF2-40B4-BE49-F238E27FC236}">
                  <a16:creationId xmlns:a16="http://schemas.microsoft.com/office/drawing/2014/main" id="{5E18D729-C205-4C54-9DF1-D585785510C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6" imgW="819000" imgH="847800" progId="">
                    <p:embed/>
                  </p:oleObj>
                </mc:Choice>
                <mc:Fallback>
                  <p:oleObj name="Clip" r:id="rId16" imgW="819000" imgH="847800" progId="">
                    <p:embed/>
                    <p:pic>
                      <p:nvPicPr>
                        <p:cNvPr id="22532" name="Object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1" name="Object 88">
              <a:extLst>
                <a:ext uri="{FF2B5EF4-FFF2-40B4-BE49-F238E27FC236}">
                  <a16:creationId xmlns:a16="http://schemas.microsoft.com/office/drawing/2014/main" id="{FDE50EC5-425C-483B-AC80-D95BDBE0E7A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6840" imgH="1200240" progId="">
                    <p:embed/>
                  </p:oleObj>
                </mc:Choice>
                <mc:Fallback>
                  <p:oleObj name="Clip" r:id="rId17" imgW="1266840" imgH="1200240" progId="">
                    <p:embed/>
                    <p:pic>
                      <p:nvPicPr>
                        <p:cNvPr id="22533" name="Object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02" name="Group 89">
            <a:extLst>
              <a:ext uri="{FF2B5EF4-FFF2-40B4-BE49-F238E27FC236}">
                <a16:creationId xmlns:a16="http://schemas.microsoft.com/office/drawing/2014/main" id="{A5D11D9D-B714-4F2C-A8E9-50E897E262DB}"/>
              </a:ext>
            </a:extLst>
          </p:cNvPr>
          <p:cNvGrpSpPr>
            <a:grpSpLocks/>
          </p:cNvGrpSpPr>
          <p:nvPr/>
        </p:nvGrpSpPr>
        <p:grpSpPr bwMode="auto">
          <a:xfrm>
            <a:off x="3689092" y="5273448"/>
            <a:ext cx="414338" cy="509588"/>
            <a:chOff x="2870" y="1518"/>
            <a:chExt cx="292" cy="320"/>
          </a:xfrm>
        </p:grpSpPr>
        <p:graphicFrame>
          <p:nvGraphicFramePr>
            <p:cNvPr id="403" name="Object 90">
              <a:extLst>
                <a:ext uri="{FF2B5EF4-FFF2-40B4-BE49-F238E27FC236}">
                  <a16:creationId xmlns:a16="http://schemas.microsoft.com/office/drawing/2014/main" id="{5673C196-7D25-47B7-8744-7C50C7B375F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8" imgW="819000" imgH="847800" progId="">
                    <p:embed/>
                  </p:oleObj>
                </mc:Choice>
                <mc:Fallback>
                  <p:oleObj name="Clip" r:id="rId18" imgW="819000" imgH="847800" progId="">
                    <p:embed/>
                    <p:pic>
                      <p:nvPicPr>
                        <p:cNvPr id="22530" name="Object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 name="Object 91">
              <a:extLst>
                <a:ext uri="{FF2B5EF4-FFF2-40B4-BE49-F238E27FC236}">
                  <a16:creationId xmlns:a16="http://schemas.microsoft.com/office/drawing/2014/main" id="{E8616B8E-A558-4D65-A21F-21E0C22D5BF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9" imgW="1266840" imgH="1200240" progId="">
                    <p:embed/>
                  </p:oleObj>
                </mc:Choice>
                <mc:Fallback>
                  <p:oleObj name="Clip" r:id="rId19" imgW="1266840" imgH="1200240" progId="">
                    <p:embed/>
                    <p:pic>
                      <p:nvPicPr>
                        <p:cNvPr id="22531" name="Object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5" name="文本框 404">
            <a:extLst>
              <a:ext uri="{FF2B5EF4-FFF2-40B4-BE49-F238E27FC236}">
                <a16:creationId xmlns:a16="http://schemas.microsoft.com/office/drawing/2014/main" id="{3749F2AD-B4CC-459C-A25D-0D8FF4D062F2}"/>
              </a:ext>
            </a:extLst>
          </p:cNvPr>
          <p:cNvSpPr txBox="1"/>
          <p:nvPr/>
        </p:nvSpPr>
        <p:spPr>
          <a:xfrm>
            <a:off x="808778" y="3761260"/>
            <a:ext cx="662984" cy="400110"/>
          </a:xfrm>
          <a:prstGeom prst="rect">
            <a:avLst/>
          </a:prstGeom>
          <a:noFill/>
        </p:spPr>
        <p:txBody>
          <a:bodyPr wrap="square">
            <a:spAutoFit/>
          </a:bodyPr>
          <a:lstStyle/>
          <a:p>
            <a:r>
              <a:rPr lang="en-US" altLang="zh-CN" sz="2000" kern="0" dirty="0"/>
              <a:t>STA</a:t>
            </a:r>
            <a:endParaRPr lang="zh-CN" altLang="en-US" sz="2000" dirty="0"/>
          </a:p>
        </p:txBody>
      </p:sp>
    </p:spTree>
    <p:extLst>
      <p:ext uri="{BB962C8B-B14F-4D97-AF65-F5344CB8AC3E}">
        <p14:creationId xmlns:p14="http://schemas.microsoft.com/office/powerpoint/2010/main" val="230242101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462652" y="631714"/>
            <a:ext cx="7918718" cy="724148"/>
          </a:xfrm>
        </p:spPr>
        <p:txBody>
          <a:bodyPr>
            <a:normAutofit/>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无线局域网组网模式（续）</a:t>
            </a:r>
            <a:endParaRPr lang="en-US" altLang="x-none" sz="28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1">
            <a:extLst>
              <a:ext uri="{FF2B5EF4-FFF2-40B4-BE49-F238E27FC236}">
                <a16:creationId xmlns:a16="http://schemas.microsoft.com/office/drawing/2014/main" id="{B216D496-418C-4919-ABF0-A0B071A38C68}"/>
              </a:ext>
            </a:extLst>
          </p:cNvPr>
          <p:cNvGrpSpPr/>
          <p:nvPr/>
        </p:nvGrpSpPr>
        <p:grpSpPr>
          <a:xfrm>
            <a:off x="4422011" y="1769444"/>
            <a:ext cx="4078331" cy="4042878"/>
            <a:chOff x="4794374" y="1535137"/>
            <a:chExt cx="2791469" cy="2404269"/>
          </a:xfrm>
        </p:grpSpPr>
        <p:sp>
          <p:nvSpPr>
            <p:cNvPr id="278" name="Oval 5">
              <a:extLst>
                <a:ext uri="{FF2B5EF4-FFF2-40B4-BE49-F238E27FC236}">
                  <a16:creationId xmlns:a16="http://schemas.microsoft.com/office/drawing/2014/main" id="{4C5141F4-5D20-4B95-AE5A-C2752F6E605E}"/>
                </a:ext>
              </a:extLst>
            </p:cNvPr>
            <p:cNvSpPr>
              <a:spLocks noChangeArrowheads="1"/>
            </p:cNvSpPr>
            <p:nvPr/>
          </p:nvSpPr>
          <p:spPr bwMode="auto">
            <a:xfrm>
              <a:off x="4794374" y="1535137"/>
              <a:ext cx="2791469" cy="2404269"/>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sz="1797"/>
            </a:p>
          </p:txBody>
        </p:sp>
        <p:grpSp>
          <p:nvGrpSpPr>
            <p:cNvPr id="279" name="Group 6">
              <a:extLst>
                <a:ext uri="{FF2B5EF4-FFF2-40B4-BE49-F238E27FC236}">
                  <a16:creationId xmlns:a16="http://schemas.microsoft.com/office/drawing/2014/main" id="{0ECA0795-BBCB-4665-8D89-3AC01B37D5C5}"/>
                </a:ext>
              </a:extLst>
            </p:cNvPr>
            <p:cNvGrpSpPr>
              <a:grpSpLocks/>
            </p:cNvGrpSpPr>
            <p:nvPr/>
          </p:nvGrpSpPr>
          <p:grpSpPr bwMode="auto">
            <a:xfrm>
              <a:off x="5289675" y="2307681"/>
              <a:ext cx="400050" cy="457200"/>
              <a:chOff x="2870" y="1518"/>
              <a:chExt cx="292" cy="320"/>
            </a:xfrm>
          </p:grpSpPr>
          <p:graphicFrame>
            <p:nvGraphicFramePr>
              <p:cNvPr id="280" name="Object 7">
                <a:extLst>
                  <a:ext uri="{FF2B5EF4-FFF2-40B4-BE49-F238E27FC236}">
                    <a16:creationId xmlns:a16="http://schemas.microsoft.com/office/drawing/2014/main" id="{1B791259-A272-492C-B4FF-A195450F2C6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
                      <p:embed/>
                    </p:oleObj>
                  </mc:Choice>
                  <mc:Fallback>
                    <p:oleObj name="Clip" r:id="rId3" imgW="819000" imgH="847800" progId="">
                      <p:embed/>
                      <p:pic>
                        <p:nvPicPr>
                          <p:cNvPr id="280" name="Object 7">
                            <a:extLst>
                              <a:ext uri="{FF2B5EF4-FFF2-40B4-BE49-F238E27FC236}">
                                <a16:creationId xmlns:a16="http://schemas.microsoft.com/office/drawing/2014/main" id="{1B791259-A272-492C-B4FF-A195450F2C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1" name="Object 8">
                <a:extLst>
                  <a:ext uri="{FF2B5EF4-FFF2-40B4-BE49-F238E27FC236}">
                    <a16:creationId xmlns:a16="http://schemas.microsoft.com/office/drawing/2014/main" id="{E7A7C356-76D4-4692-BBDF-A39A35AE67C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
                      <p:embed/>
                    </p:oleObj>
                  </mc:Choice>
                  <mc:Fallback>
                    <p:oleObj name="Clip" r:id="rId5" imgW="1266840" imgH="1200240" progId="">
                      <p:embed/>
                      <p:pic>
                        <p:nvPicPr>
                          <p:cNvPr id="281" name="Object 8">
                            <a:extLst>
                              <a:ext uri="{FF2B5EF4-FFF2-40B4-BE49-F238E27FC236}">
                                <a16:creationId xmlns:a16="http://schemas.microsoft.com/office/drawing/2014/main" id="{E7A7C356-76D4-4692-BBDF-A39A35AE67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24" name="Rectangle 17">
              <a:extLst>
                <a:ext uri="{FF2B5EF4-FFF2-40B4-BE49-F238E27FC236}">
                  <a16:creationId xmlns:a16="http://schemas.microsoft.com/office/drawing/2014/main" id="{77B233B7-659A-4B19-A865-ED32874E5846}"/>
                </a:ext>
              </a:extLst>
            </p:cNvPr>
            <p:cNvSpPr>
              <a:spLocks noChangeArrowheads="1"/>
            </p:cNvSpPr>
            <p:nvPr/>
          </p:nvSpPr>
          <p:spPr bwMode="auto">
            <a:xfrm>
              <a:off x="6037366" y="3629584"/>
              <a:ext cx="433878" cy="19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58" tIns="44391" rIns="90358" bIns="44391">
              <a:spAutoFit/>
            </a:bodyPr>
            <a:lstStyle/>
            <a:p>
              <a:pPr algn="ctr"/>
              <a:r>
                <a:rPr lang="en-US" altLang="zh-CN" sz="1397" dirty="0">
                  <a:solidFill>
                    <a:srgbClr val="000000"/>
                  </a:solidFill>
                  <a:latin typeface="Arial" charset="0"/>
                </a:rPr>
                <a:t>I</a:t>
              </a:r>
              <a:r>
                <a:rPr lang="de-DE" altLang="x-none" sz="1397" dirty="0">
                  <a:solidFill>
                    <a:srgbClr val="000000"/>
                  </a:solidFill>
                  <a:latin typeface="Arial" charset="0"/>
                </a:rPr>
                <a:t>BSS</a:t>
              </a:r>
            </a:p>
          </p:txBody>
        </p:sp>
        <p:grpSp>
          <p:nvGrpSpPr>
            <p:cNvPr id="325" name="Group 6">
              <a:extLst>
                <a:ext uri="{FF2B5EF4-FFF2-40B4-BE49-F238E27FC236}">
                  <a16:creationId xmlns:a16="http://schemas.microsoft.com/office/drawing/2014/main" id="{53277A02-A92F-4693-9AF5-6C036B9D8450}"/>
                </a:ext>
              </a:extLst>
            </p:cNvPr>
            <p:cNvGrpSpPr>
              <a:grpSpLocks/>
            </p:cNvGrpSpPr>
            <p:nvPr/>
          </p:nvGrpSpPr>
          <p:grpSpPr bwMode="auto">
            <a:xfrm>
              <a:off x="6005259" y="1733496"/>
              <a:ext cx="375389" cy="441484"/>
              <a:chOff x="3076" y="984"/>
              <a:chExt cx="274" cy="309"/>
            </a:xfrm>
          </p:grpSpPr>
          <p:graphicFrame>
            <p:nvGraphicFramePr>
              <p:cNvPr id="326" name="Object 7">
                <a:extLst>
                  <a:ext uri="{FF2B5EF4-FFF2-40B4-BE49-F238E27FC236}">
                    <a16:creationId xmlns:a16="http://schemas.microsoft.com/office/drawing/2014/main" id="{90632666-5B2D-4D9E-98DE-123379B83DF6}"/>
                  </a:ext>
                </a:extLst>
              </p:cNvPr>
              <p:cNvGraphicFramePr>
                <a:graphicFrameLocks noChangeAspect="1"/>
              </p:cNvGraphicFramePr>
              <p:nvPr/>
            </p:nvGraphicFramePr>
            <p:xfrm>
              <a:off x="3076" y="984"/>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
                      <p:embed/>
                    </p:oleObj>
                  </mc:Choice>
                  <mc:Fallback>
                    <p:oleObj name="Clip" r:id="rId3" imgW="819000" imgH="847800" progId="">
                      <p:embed/>
                      <p:pic>
                        <p:nvPicPr>
                          <p:cNvPr id="326" name="Object 7">
                            <a:extLst>
                              <a:ext uri="{FF2B5EF4-FFF2-40B4-BE49-F238E27FC236}">
                                <a16:creationId xmlns:a16="http://schemas.microsoft.com/office/drawing/2014/main" id="{90632666-5B2D-4D9E-98DE-123379B83D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984"/>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 name="Object 8">
                <a:extLst>
                  <a:ext uri="{FF2B5EF4-FFF2-40B4-BE49-F238E27FC236}">
                    <a16:creationId xmlns:a16="http://schemas.microsoft.com/office/drawing/2014/main" id="{FC5FF1D9-5E25-4E28-AAED-996D1D78EF6F}"/>
                  </a:ext>
                </a:extLst>
              </p:cNvPr>
              <p:cNvGraphicFramePr>
                <a:graphicFrameLocks noChangeAspect="1"/>
              </p:cNvGraphicFramePr>
              <p:nvPr/>
            </p:nvGraphicFramePr>
            <p:xfrm>
              <a:off x="3101" y="1057"/>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
                      <p:embed/>
                    </p:oleObj>
                  </mc:Choice>
                  <mc:Fallback>
                    <p:oleObj name="Clip" r:id="rId5" imgW="1266840" imgH="1200240" progId="">
                      <p:embed/>
                      <p:pic>
                        <p:nvPicPr>
                          <p:cNvPr id="327" name="Object 8">
                            <a:extLst>
                              <a:ext uri="{FF2B5EF4-FFF2-40B4-BE49-F238E27FC236}">
                                <a16:creationId xmlns:a16="http://schemas.microsoft.com/office/drawing/2014/main" id="{FC5FF1D9-5E25-4E28-AAED-996D1D78EF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1" y="1057"/>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29" name="Object 7">
              <a:extLst>
                <a:ext uri="{FF2B5EF4-FFF2-40B4-BE49-F238E27FC236}">
                  <a16:creationId xmlns:a16="http://schemas.microsoft.com/office/drawing/2014/main" id="{0AE09F59-0818-46CC-A387-E7AB8B85F1FE}"/>
                </a:ext>
              </a:extLst>
            </p:cNvPr>
            <p:cNvGraphicFramePr>
              <a:graphicFrameLocks noChangeAspect="1"/>
            </p:cNvGraphicFramePr>
            <p:nvPr/>
          </p:nvGraphicFramePr>
          <p:xfrm>
            <a:off x="6755092" y="2005196"/>
            <a:ext cx="372649" cy="402908"/>
          </p:xfrm>
          <a:graphic>
            <a:graphicData uri="http://schemas.openxmlformats.org/presentationml/2006/ole">
              <mc:AlternateContent xmlns:mc="http://schemas.openxmlformats.org/markup-compatibility/2006">
                <mc:Choice xmlns:v="urn:schemas-microsoft-com:vml" Requires="v">
                  <p:oleObj name="Clip" r:id="rId7" imgW="819000" imgH="847800" progId="">
                    <p:embed/>
                  </p:oleObj>
                </mc:Choice>
                <mc:Fallback>
                  <p:oleObj name="Clip" r:id="rId7" imgW="819000" imgH="847800" progId="">
                    <p:embed/>
                    <p:pic>
                      <p:nvPicPr>
                        <p:cNvPr id="329" name="Object 7">
                          <a:extLst>
                            <a:ext uri="{FF2B5EF4-FFF2-40B4-BE49-F238E27FC236}">
                              <a16:creationId xmlns:a16="http://schemas.microsoft.com/office/drawing/2014/main" id="{0AE09F59-0818-46CC-A387-E7AB8B85F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5092" y="2005196"/>
                          <a:ext cx="372649" cy="4029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0" name="Object 8">
              <a:extLst>
                <a:ext uri="{FF2B5EF4-FFF2-40B4-BE49-F238E27FC236}">
                  <a16:creationId xmlns:a16="http://schemas.microsoft.com/office/drawing/2014/main" id="{E3B154F3-9D1F-4CA8-BD2D-10C9C2F66D61}"/>
                </a:ext>
              </a:extLst>
            </p:cNvPr>
            <p:cNvGraphicFramePr>
              <a:graphicFrameLocks noChangeAspect="1"/>
            </p:cNvGraphicFramePr>
            <p:nvPr/>
          </p:nvGraphicFramePr>
          <p:xfrm>
            <a:off x="6786602" y="2122513"/>
            <a:ext cx="341139" cy="337185"/>
          </p:xfrm>
          <a:graphic>
            <a:graphicData uri="http://schemas.openxmlformats.org/presentationml/2006/ole">
              <mc:AlternateContent xmlns:mc="http://schemas.openxmlformats.org/markup-compatibility/2006">
                <mc:Choice xmlns:v="urn:schemas-microsoft-com:vml" Requires="v">
                  <p:oleObj name="Clip" r:id="rId5" imgW="1266840" imgH="1200240" progId="">
                    <p:embed/>
                  </p:oleObj>
                </mc:Choice>
                <mc:Fallback>
                  <p:oleObj name="Clip" r:id="rId5" imgW="1266840" imgH="1200240" progId="">
                    <p:embed/>
                    <p:pic>
                      <p:nvPicPr>
                        <p:cNvPr id="330" name="Object 8">
                          <a:extLst>
                            <a:ext uri="{FF2B5EF4-FFF2-40B4-BE49-F238E27FC236}">
                              <a16:creationId xmlns:a16="http://schemas.microsoft.com/office/drawing/2014/main" id="{E3B154F3-9D1F-4CA8-BD2D-10C9C2F66D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6602" y="2122513"/>
                          <a:ext cx="341139" cy="3371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1" name="Group 6">
              <a:extLst>
                <a:ext uri="{FF2B5EF4-FFF2-40B4-BE49-F238E27FC236}">
                  <a16:creationId xmlns:a16="http://schemas.microsoft.com/office/drawing/2014/main" id="{F7B66761-5091-4906-A0D8-9803DB9BF3B6}"/>
                </a:ext>
              </a:extLst>
            </p:cNvPr>
            <p:cNvGrpSpPr>
              <a:grpSpLocks/>
            </p:cNvGrpSpPr>
            <p:nvPr/>
          </p:nvGrpSpPr>
          <p:grpSpPr bwMode="auto">
            <a:xfrm>
              <a:off x="5533776" y="3117784"/>
              <a:ext cx="379499" cy="465773"/>
              <a:chOff x="3180" y="1932"/>
              <a:chExt cx="277" cy="326"/>
            </a:xfrm>
          </p:grpSpPr>
          <p:graphicFrame>
            <p:nvGraphicFramePr>
              <p:cNvPr id="332" name="Object 7">
                <a:extLst>
                  <a:ext uri="{FF2B5EF4-FFF2-40B4-BE49-F238E27FC236}">
                    <a16:creationId xmlns:a16="http://schemas.microsoft.com/office/drawing/2014/main" id="{54B68E46-C4B4-40D3-9FAC-42EA029BC7F2}"/>
                  </a:ext>
                </a:extLst>
              </p:cNvPr>
              <p:cNvGraphicFramePr>
                <a:graphicFrameLocks noChangeAspect="1"/>
              </p:cNvGraphicFramePr>
              <p:nvPr/>
            </p:nvGraphicFramePr>
            <p:xfrm>
              <a:off x="3180" y="1932"/>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
                      <p:embed/>
                    </p:oleObj>
                  </mc:Choice>
                  <mc:Fallback>
                    <p:oleObj name="Clip" r:id="rId3" imgW="819000" imgH="847800" progId="">
                      <p:embed/>
                      <p:pic>
                        <p:nvPicPr>
                          <p:cNvPr id="332" name="Object 7">
                            <a:extLst>
                              <a:ext uri="{FF2B5EF4-FFF2-40B4-BE49-F238E27FC236}">
                                <a16:creationId xmlns:a16="http://schemas.microsoft.com/office/drawing/2014/main" id="{54B68E46-C4B4-40D3-9FAC-42EA029BC7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0" y="1932"/>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3" name="Object 8">
                <a:extLst>
                  <a:ext uri="{FF2B5EF4-FFF2-40B4-BE49-F238E27FC236}">
                    <a16:creationId xmlns:a16="http://schemas.microsoft.com/office/drawing/2014/main" id="{D2786DF2-2B27-4A52-9206-1971DABD67E1}"/>
                  </a:ext>
                </a:extLst>
              </p:cNvPr>
              <p:cNvGraphicFramePr>
                <a:graphicFrameLocks noChangeAspect="1"/>
              </p:cNvGraphicFramePr>
              <p:nvPr/>
            </p:nvGraphicFramePr>
            <p:xfrm>
              <a:off x="3208" y="2022"/>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
                      <p:embed/>
                    </p:oleObj>
                  </mc:Choice>
                  <mc:Fallback>
                    <p:oleObj name="Clip" r:id="rId5" imgW="1266840" imgH="1200240" progId="">
                      <p:embed/>
                      <p:pic>
                        <p:nvPicPr>
                          <p:cNvPr id="333" name="Object 8">
                            <a:extLst>
                              <a:ext uri="{FF2B5EF4-FFF2-40B4-BE49-F238E27FC236}">
                                <a16:creationId xmlns:a16="http://schemas.microsoft.com/office/drawing/2014/main" id="{D2786DF2-2B27-4A52-9206-1971DABD67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8" y="202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34" name="Group 6">
              <a:extLst>
                <a:ext uri="{FF2B5EF4-FFF2-40B4-BE49-F238E27FC236}">
                  <a16:creationId xmlns:a16="http://schemas.microsoft.com/office/drawing/2014/main" id="{46686CD5-F6B5-40AC-8521-BC2F934D711C}"/>
                </a:ext>
              </a:extLst>
            </p:cNvPr>
            <p:cNvGrpSpPr>
              <a:grpSpLocks/>
            </p:cNvGrpSpPr>
            <p:nvPr/>
          </p:nvGrpSpPr>
          <p:grpSpPr bwMode="auto">
            <a:xfrm>
              <a:off x="6370341" y="2804888"/>
              <a:ext cx="375389" cy="441484"/>
              <a:chOff x="3076" y="984"/>
              <a:chExt cx="274" cy="309"/>
            </a:xfrm>
          </p:grpSpPr>
          <p:graphicFrame>
            <p:nvGraphicFramePr>
              <p:cNvPr id="335" name="Object 7">
                <a:extLst>
                  <a:ext uri="{FF2B5EF4-FFF2-40B4-BE49-F238E27FC236}">
                    <a16:creationId xmlns:a16="http://schemas.microsoft.com/office/drawing/2014/main" id="{E83AA2C8-D022-43DE-A1FF-7737C8CB3279}"/>
                  </a:ext>
                </a:extLst>
              </p:cNvPr>
              <p:cNvGraphicFramePr>
                <a:graphicFrameLocks noChangeAspect="1"/>
              </p:cNvGraphicFramePr>
              <p:nvPr/>
            </p:nvGraphicFramePr>
            <p:xfrm>
              <a:off x="3076" y="984"/>
              <a:ext cx="272" cy="282"/>
            </p:xfrm>
            <a:graphic>
              <a:graphicData uri="http://schemas.openxmlformats.org/presentationml/2006/ole">
                <mc:AlternateContent xmlns:mc="http://schemas.openxmlformats.org/markup-compatibility/2006">
                  <mc:Choice xmlns:v="urn:schemas-microsoft-com:vml" Requires="v">
                    <p:oleObj name="Clip" r:id="rId3" imgW="819000" imgH="847800" progId="">
                      <p:embed/>
                    </p:oleObj>
                  </mc:Choice>
                  <mc:Fallback>
                    <p:oleObj name="Clip" r:id="rId3" imgW="819000" imgH="847800" progId="">
                      <p:embed/>
                      <p:pic>
                        <p:nvPicPr>
                          <p:cNvPr id="335" name="Object 7">
                            <a:extLst>
                              <a:ext uri="{FF2B5EF4-FFF2-40B4-BE49-F238E27FC236}">
                                <a16:creationId xmlns:a16="http://schemas.microsoft.com/office/drawing/2014/main" id="{E83AA2C8-D022-43DE-A1FF-7737C8CB32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984"/>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6" name="Object 8">
                <a:extLst>
                  <a:ext uri="{FF2B5EF4-FFF2-40B4-BE49-F238E27FC236}">
                    <a16:creationId xmlns:a16="http://schemas.microsoft.com/office/drawing/2014/main" id="{5713CDFA-8AE7-4FA9-82A2-A5FCDADE71C7}"/>
                  </a:ext>
                </a:extLst>
              </p:cNvPr>
              <p:cNvGraphicFramePr>
                <a:graphicFrameLocks noChangeAspect="1"/>
              </p:cNvGraphicFramePr>
              <p:nvPr/>
            </p:nvGraphicFramePr>
            <p:xfrm>
              <a:off x="3101" y="1057"/>
              <a:ext cx="249" cy="236"/>
            </p:xfrm>
            <a:graphic>
              <a:graphicData uri="http://schemas.openxmlformats.org/presentationml/2006/ole">
                <mc:AlternateContent xmlns:mc="http://schemas.openxmlformats.org/markup-compatibility/2006">
                  <mc:Choice xmlns:v="urn:schemas-microsoft-com:vml" Requires="v">
                    <p:oleObj name="Clip" r:id="rId5" imgW="1266840" imgH="1200240" progId="">
                      <p:embed/>
                    </p:oleObj>
                  </mc:Choice>
                  <mc:Fallback>
                    <p:oleObj name="Clip" r:id="rId5" imgW="1266840" imgH="1200240" progId="">
                      <p:embed/>
                      <p:pic>
                        <p:nvPicPr>
                          <p:cNvPr id="336" name="Object 8">
                            <a:extLst>
                              <a:ext uri="{FF2B5EF4-FFF2-40B4-BE49-F238E27FC236}">
                                <a16:creationId xmlns:a16="http://schemas.microsoft.com/office/drawing/2014/main" id="{5713CDFA-8AE7-4FA9-82A2-A5FCDADE71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1" y="1057"/>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41" name="Group 32">
              <a:extLst>
                <a:ext uri="{FF2B5EF4-FFF2-40B4-BE49-F238E27FC236}">
                  <a16:creationId xmlns:a16="http://schemas.microsoft.com/office/drawing/2014/main" id="{E7F0962B-906C-49E8-B98C-B1F539084C1C}"/>
                </a:ext>
              </a:extLst>
            </p:cNvPr>
            <p:cNvGrpSpPr>
              <a:grpSpLocks/>
            </p:cNvGrpSpPr>
            <p:nvPr/>
          </p:nvGrpSpPr>
          <p:grpSpPr bwMode="auto">
            <a:xfrm flipH="1">
              <a:off x="6222083" y="2298164"/>
              <a:ext cx="211633" cy="402908"/>
              <a:chOff x="1248" y="2736"/>
              <a:chExt cx="240" cy="192"/>
            </a:xfrm>
          </p:grpSpPr>
          <p:sp>
            <p:nvSpPr>
              <p:cNvPr id="342" name="Line 33">
                <a:extLst>
                  <a:ext uri="{FF2B5EF4-FFF2-40B4-BE49-F238E27FC236}">
                    <a16:creationId xmlns:a16="http://schemas.microsoft.com/office/drawing/2014/main" id="{D4C76101-44F2-4DEC-A446-CF6A2D6AF0BC}"/>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43" name="Line 34">
                <a:extLst>
                  <a:ext uri="{FF2B5EF4-FFF2-40B4-BE49-F238E27FC236}">
                    <a16:creationId xmlns:a16="http://schemas.microsoft.com/office/drawing/2014/main" id="{96EF0007-F305-4FC9-8728-7855307A8231}"/>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44" name="Line 35">
                <a:extLst>
                  <a:ext uri="{FF2B5EF4-FFF2-40B4-BE49-F238E27FC236}">
                    <a16:creationId xmlns:a16="http://schemas.microsoft.com/office/drawing/2014/main" id="{64836F80-62A1-4320-9CCB-7DCC4B31EE92}"/>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nvGrpSpPr>
            <p:cNvPr id="345" name="Group 32">
              <a:extLst>
                <a:ext uri="{FF2B5EF4-FFF2-40B4-BE49-F238E27FC236}">
                  <a16:creationId xmlns:a16="http://schemas.microsoft.com/office/drawing/2014/main" id="{629B46F9-756C-45A2-88E6-0ED747CC7EC1}"/>
                </a:ext>
              </a:extLst>
            </p:cNvPr>
            <p:cNvGrpSpPr>
              <a:grpSpLocks/>
            </p:cNvGrpSpPr>
            <p:nvPr/>
          </p:nvGrpSpPr>
          <p:grpSpPr bwMode="auto">
            <a:xfrm flipH="1" flipV="1">
              <a:off x="5636370" y="2074793"/>
              <a:ext cx="304800" cy="279483"/>
              <a:chOff x="1248" y="2736"/>
              <a:chExt cx="240" cy="192"/>
            </a:xfrm>
          </p:grpSpPr>
          <p:sp>
            <p:nvSpPr>
              <p:cNvPr id="346" name="Line 33">
                <a:extLst>
                  <a:ext uri="{FF2B5EF4-FFF2-40B4-BE49-F238E27FC236}">
                    <a16:creationId xmlns:a16="http://schemas.microsoft.com/office/drawing/2014/main" id="{1081EA46-CF93-4C99-A64F-CFA36150A48D}"/>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47" name="Line 34">
                <a:extLst>
                  <a:ext uri="{FF2B5EF4-FFF2-40B4-BE49-F238E27FC236}">
                    <a16:creationId xmlns:a16="http://schemas.microsoft.com/office/drawing/2014/main" id="{A0AF3DAE-18CB-469C-B6E7-A3326CC6C9AD}"/>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48" name="Line 35">
                <a:extLst>
                  <a:ext uri="{FF2B5EF4-FFF2-40B4-BE49-F238E27FC236}">
                    <a16:creationId xmlns:a16="http://schemas.microsoft.com/office/drawing/2014/main" id="{FF72FDB6-E451-4670-BC90-5F650D9102D5}"/>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nvGrpSpPr>
            <p:cNvPr id="349" name="Group 32">
              <a:extLst>
                <a:ext uri="{FF2B5EF4-FFF2-40B4-BE49-F238E27FC236}">
                  <a16:creationId xmlns:a16="http://schemas.microsoft.com/office/drawing/2014/main" id="{2C33CF8F-3780-4EB7-BE8C-B47B7C04F64D}"/>
                </a:ext>
              </a:extLst>
            </p:cNvPr>
            <p:cNvGrpSpPr>
              <a:grpSpLocks/>
            </p:cNvGrpSpPr>
            <p:nvPr/>
          </p:nvGrpSpPr>
          <p:grpSpPr bwMode="auto">
            <a:xfrm>
              <a:off x="6779981" y="2517171"/>
              <a:ext cx="189343" cy="392014"/>
              <a:chOff x="1248" y="2736"/>
              <a:chExt cx="240" cy="192"/>
            </a:xfrm>
          </p:grpSpPr>
          <p:sp>
            <p:nvSpPr>
              <p:cNvPr id="350" name="Line 33">
                <a:extLst>
                  <a:ext uri="{FF2B5EF4-FFF2-40B4-BE49-F238E27FC236}">
                    <a16:creationId xmlns:a16="http://schemas.microsoft.com/office/drawing/2014/main" id="{71FA6D19-F4CF-44C0-BAD0-A9AFF4EC3047}"/>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51" name="Line 34">
                <a:extLst>
                  <a:ext uri="{FF2B5EF4-FFF2-40B4-BE49-F238E27FC236}">
                    <a16:creationId xmlns:a16="http://schemas.microsoft.com/office/drawing/2014/main" id="{3A23D174-61BE-4027-B8FA-5A88A42BEF0F}"/>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52" name="Line 35">
                <a:extLst>
                  <a:ext uri="{FF2B5EF4-FFF2-40B4-BE49-F238E27FC236}">
                    <a16:creationId xmlns:a16="http://schemas.microsoft.com/office/drawing/2014/main" id="{6E331F21-6770-4C2B-8710-592521D1C727}"/>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nvGrpSpPr>
            <p:cNvPr id="353" name="Group 32">
              <a:extLst>
                <a:ext uri="{FF2B5EF4-FFF2-40B4-BE49-F238E27FC236}">
                  <a16:creationId xmlns:a16="http://schemas.microsoft.com/office/drawing/2014/main" id="{F8331CDF-C9C0-41AC-A4F3-3A3FCB799C74}"/>
                </a:ext>
              </a:extLst>
            </p:cNvPr>
            <p:cNvGrpSpPr>
              <a:grpSpLocks/>
            </p:cNvGrpSpPr>
            <p:nvPr/>
          </p:nvGrpSpPr>
          <p:grpSpPr bwMode="auto">
            <a:xfrm flipH="1" flipV="1">
              <a:off x="5947526" y="3089130"/>
              <a:ext cx="422815" cy="296636"/>
              <a:chOff x="1248" y="2736"/>
              <a:chExt cx="240" cy="192"/>
            </a:xfrm>
          </p:grpSpPr>
          <p:sp>
            <p:nvSpPr>
              <p:cNvPr id="354" name="Line 33">
                <a:extLst>
                  <a:ext uri="{FF2B5EF4-FFF2-40B4-BE49-F238E27FC236}">
                    <a16:creationId xmlns:a16="http://schemas.microsoft.com/office/drawing/2014/main" id="{8FC5233B-AE33-4BDF-93FF-07A0B7737534}"/>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55" name="Line 34">
                <a:extLst>
                  <a:ext uri="{FF2B5EF4-FFF2-40B4-BE49-F238E27FC236}">
                    <a16:creationId xmlns:a16="http://schemas.microsoft.com/office/drawing/2014/main" id="{9A6E8E85-F64E-4E16-A254-C6FF0E9DE6D7}"/>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56" name="Line 35">
                <a:extLst>
                  <a:ext uri="{FF2B5EF4-FFF2-40B4-BE49-F238E27FC236}">
                    <a16:creationId xmlns:a16="http://schemas.microsoft.com/office/drawing/2014/main" id="{A580AC0A-327E-4FC0-B43B-28FD79805B4A}"/>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nvGrpSpPr>
            <p:cNvPr id="357" name="Group 32">
              <a:extLst>
                <a:ext uri="{FF2B5EF4-FFF2-40B4-BE49-F238E27FC236}">
                  <a16:creationId xmlns:a16="http://schemas.microsoft.com/office/drawing/2014/main" id="{F88D55E7-3A38-427E-94B1-A9BD9FB5D4D3}"/>
                </a:ext>
              </a:extLst>
            </p:cNvPr>
            <p:cNvGrpSpPr>
              <a:grpSpLocks/>
            </p:cNvGrpSpPr>
            <p:nvPr/>
          </p:nvGrpSpPr>
          <p:grpSpPr bwMode="auto">
            <a:xfrm flipH="1">
              <a:off x="5759426" y="2615977"/>
              <a:ext cx="549970" cy="293208"/>
              <a:chOff x="1248" y="2736"/>
              <a:chExt cx="240" cy="192"/>
            </a:xfrm>
          </p:grpSpPr>
          <p:sp>
            <p:nvSpPr>
              <p:cNvPr id="358" name="Line 33">
                <a:extLst>
                  <a:ext uri="{FF2B5EF4-FFF2-40B4-BE49-F238E27FC236}">
                    <a16:creationId xmlns:a16="http://schemas.microsoft.com/office/drawing/2014/main" id="{838D1A9B-A343-417A-8B36-F056BE8857F2}"/>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59" name="Line 34">
                <a:extLst>
                  <a:ext uri="{FF2B5EF4-FFF2-40B4-BE49-F238E27FC236}">
                    <a16:creationId xmlns:a16="http://schemas.microsoft.com/office/drawing/2014/main" id="{C9B25C0C-51AC-409E-A1EF-4CAD07012C65}"/>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60" name="Line 35">
                <a:extLst>
                  <a:ext uri="{FF2B5EF4-FFF2-40B4-BE49-F238E27FC236}">
                    <a16:creationId xmlns:a16="http://schemas.microsoft.com/office/drawing/2014/main" id="{F3CDD1DE-C7D0-409B-A85B-4EC26A629484}"/>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nvGrpSpPr>
            <p:cNvPr id="361" name="Group 32">
              <a:extLst>
                <a:ext uri="{FF2B5EF4-FFF2-40B4-BE49-F238E27FC236}">
                  <a16:creationId xmlns:a16="http://schemas.microsoft.com/office/drawing/2014/main" id="{CD0871BA-F582-4934-A822-0D6339CF307D}"/>
                </a:ext>
              </a:extLst>
            </p:cNvPr>
            <p:cNvGrpSpPr>
              <a:grpSpLocks/>
            </p:cNvGrpSpPr>
            <p:nvPr/>
          </p:nvGrpSpPr>
          <p:grpSpPr bwMode="auto">
            <a:xfrm flipH="1">
              <a:off x="5506830" y="2791147"/>
              <a:ext cx="243840" cy="272346"/>
              <a:chOff x="1248" y="2736"/>
              <a:chExt cx="240" cy="192"/>
            </a:xfrm>
          </p:grpSpPr>
          <p:sp>
            <p:nvSpPr>
              <p:cNvPr id="362" name="Line 33">
                <a:extLst>
                  <a:ext uri="{FF2B5EF4-FFF2-40B4-BE49-F238E27FC236}">
                    <a16:creationId xmlns:a16="http://schemas.microsoft.com/office/drawing/2014/main" id="{30857825-13B6-4497-A066-714588F7E619}"/>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63" name="Line 34">
                <a:extLst>
                  <a:ext uri="{FF2B5EF4-FFF2-40B4-BE49-F238E27FC236}">
                    <a16:creationId xmlns:a16="http://schemas.microsoft.com/office/drawing/2014/main" id="{31F5838A-26FA-4CF4-9F11-9032D317B760}"/>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64" name="Line 35">
                <a:extLst>
                  <a:ext uri="{FF2B5EF4-FFF2-40B4-BE49-F238E27FC236}">
                    <a16:creationId xmlns:a16="http://schemas.microsoft.com/office/drawing/2014/main" id="{5A24D444-3A7D-4BC3-A524-69906FA6A0AE}"/>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nvGrpSpPr>
            <p:cNvPr id="365" name="Group 32">
              <a:extLst>
                <a:ext uri="{FF2B5EF4-FFF2-40B4-BE49-F238E27FC236}">
                  <a16:creationId xmlns:a16="http://schemas.microsoft.com/office/drawing/2014/main" id="{4A2BFF2F-D39A-4789-B05E-BEC511B59CFB}"/>
                </a:ext>
              </a:extLst>
            </p:cNvPr>
            <p:cNvGrpSpPr>
              <a:grpSpLocks/>
            </p:cNvGrpSpPr>
            <p:nvPr/>
          </p:nvGrpSpPr>
          <p:grpSpPr bwMode="auto">
            <a:xfrm flipH="1">
              <a:off x="6412286" y="2005469"/>
              <a:ext cx="381000" cy="306387"/>
              <a:chOff x="1248" y="2736"/>
              <a:chExt cx="240" cy="192"/>
            </a:xfrm>
          </p:grpSpPr>
          <p:sp>
            <p:nvSpPr>
              <p:cNvPr id="366" name="Line 33">
                <a:extLst>
                  <a:ext uri="{FF2B5EF4-FFF2-40B4-BE49-F238E27FC236}">
                    <a16:creationId xmlns:a16="http://schemas.microsoft.com/office/drawing/2014/main" id="{F62ABDA5-737F-459D-B213-B2B148AEF622}"/>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67" name="Line 34">
                <a:extLst>
                  <a:ext uri="{FF2B5EF4-FFF2-40B4-BE49-F238E27FC236}">
                    <a16:creationId xmlns:a16="http://schemas.microsoft.com/office/drawing/2014/main" id="{2E42309D-C198-4AE1-A51E-7985A434935F}"/>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sp>
            <p:nvSpPr>
              <p:cNvPr id="368" name="Line 35">
                <a:extLst>
                  <a:ext uri="{FF2B5EF4-FFF2-40B4-BE49-F238E27FC236}">
                    <a16:creationId xmlns:a16="http://schemas.microsoft.com/office/drawing/2014/main" id="{89C87814-3A75-42B8-A45C-10A66323F0A7}"/>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797">
                  <a:solidFill>
                    <a:srgbClr val="000000"/>
                  </a:solidFill>
                </a:endParaRPr>
              </a:p>
            </p:txBody>
          </p:sp>
        </p:grpSp>
      </p:grpSp>
      <p:sp>
        <p:nvSpPr>
          <p:cNvPr id="293" name="内容占位符 3">
            <a:extLst>
              <a:ext uri="{FF2B5EF4-FFF2-40B4-BE49-F238E27FC236}">
                <a16:creationId xmlns:a16="http://schemas.microsoft.com/office/drawing/2014/main" id="{CE07E9A2-A07C-4FC8-8190-80AEEC034B6E}"/>
              </a:ext>
            </a:extLst>
          </p:cNvPr>
          <p:cNvSpPr txBox="1">
            <a:spLocks/>
          </p:cNvSpPr>
          <p:nvPr/>
        </p:nvSpPr>
        <p:spPr bwMode="auto">
          <a:xfrm>
            <a:off x="547801" y="1540702"/>
            <a:ext cx="3943130" cy="2417950"/>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266220" indent="-266220">
              <a:lnSpc>
                <a:spcPts val="3594"/>
              </a:lnSpc>
              <a:spcBef>
                <a:spcPts val="0"/>
              </a:spcBef>
            </a:pPr>
            <a:r>
              <a:rPr lang="zh-CN" altLang="en-US" sz="2396" kern="0" dirty="0"/>
              <a:t>自组织模式：</a:t>
            </a:r>
            <a:endParaRPr lang="en-US" altLang="zh-CN" sz="2396" kern="0" dirty="0"/>
          </a:p>
          <a:p>
            <a:pPr marL="537194" lvl="1" indent="-270974">
              <a:lnSpc>
                <a:spcPts val="3594"/>
              </a:lnSpc>
              <a:spcBef>
                <a:spcPts val="0"/>
              </a:spcBef>
            </a:pPr>
            <a:r>
              <a:rPr lang="zh-CN" altLang="en-US" sz="2200" kern="0" dirty="0"/>
              <a:t>站点（</a:t>
            </a:r>
            <a:r>
              <a:rPr lang="en-US" altLang="zh-CN" sz="2200" kern="0" dirty="0"/>
              <a:t>STA</a:t>
            </a:r>
            <a:r>
              <a:rPr lang="zh-CN" altLang="en-US" sz="2200" kern="0" dirty="0"/>
              <a:t>）</a:t>
            </a:r>
            <a:endParaRPr lang="en-US" altLang="zh-CN" sz="2200" kern="0" dirty="0"/>
          </a:p>
          <a:p>
            <a:pPr marL="537194" lvl="1" indent="-270974">
              <a:lnSpc>
                <a:spcPts val="3594"/>
              </a:lnSpc>
              <a:spcBef>
                <a:spcPts val="0"/>
              </a:spcBef>
            </a:pPr>
            <a:r>
              <a:rPr lang="zh-CN" altLang="en-US" sz="2200" kern="0" dirty="0"/>
              <a:t>独立基本服务器（</a:t>
            </a:r>
            <a:r>
              <a:rPr lang="en-US" altLang="zh-CN" sz="2200" kern="0" dirty="0"/>
              <a:t>IBSS</a:t>
            </a:r>
            <a:r>
              <a:rPr lang="zh-CN" altLang="en-US" sz="2200" kern="0" dirty="0"/>
              <a:t>）</a:t>
            </a:r>
            <a:endParaRPr lang="en-US" altLang="zh-CN" sz="2200" kern="0" dirty="0"/>
          </a:p>
          <a:p>
            <a:pPr marL="537194" lvl="1" indent="-270974">
              <a:lnSpc>
                <a:spcPts val="3594"/>
              </a:lnSpc>
              <a:spcBef>
                <a:spcPts val="0"/>
              </a:spcBef>
            </a:pPr>
            <a:r>
              <a:rPr lang="zh-CN" altLang="en-US" sz="2200" kern="0" dirty="0"/>
              <a:t>站点之间直接通信</a:t>
            </a:r>
            <a:endParaRPr lang="en-US" altLang="zh-CN" sz="2200" kern="0" dirty="0"/>
          </a:p>
          <a:p>
            <a:pPr marL="537194" lvl="1" indent="-270974">
              <a:lnSpc>
                <a:spcPts val="3594"/>
              </a:lnSpc>
              <a:spcBef>
                <a:spcPts val="0"/>
              </a:spcBef>
            </a:pPr>
            <a:r>
              <a:rPr lang="zh-CN" altLang="en-US" sz="2200" kern="0" dirty="0"/>
              <a:t>共享同一无线信道</a:t>
            </a:r>
            <a:endParaRPr lang="en-US" altLang="zh-CN" sz="2200" kern="0" dirty="0"/>
          </a:p>
        </p:txBody>
      </p:sp>
      <p:sp>
        <p:nvSpPr>
          <p:cNvPr id="50" name="内容占位符 3">
            <a:extLst>
              <a:ext uri="{FF2B5EF4-FFF2-40B4-BE49-F238E27FC236}">
                <a16:creationId xmlns:a16="http://schemas.microsoft.com/office/drawing/2014/main" id="{12C31933-01B1-408D-AE2D-E508335B3492}"/>
              </a:ext>
            </a:extLst>
          </p:cNvPr>
          <p:cNvSpPr txBox="1">
            <a:spLocks/>
          </p:cNvSpPr>
          <p:nvPr/>
        </p:nvSpPr>
        <p:spPr bwMode="auto">
          <a:xfrm>
            <a:off x="775646" y="4768862"/>
            <a:ext cx="3016038" cy="893147"/>
          </a:xfrm>
          <a:prstGeom prst="rect">
            <a:avLst/>
          </a:prstGeom>
          <a:solidFill>
            <a:schemeClr val="accent5">
              <a:lumMod val="20000"/>
              <a:lumOff val="80000"/>
            </a:schemeClr>
          </a:solidFill>
          <a:ln w="9525">
            <a:solidFill>
              <a:srgbClr val="C00000"/>
            </a:solid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ts val="2995"/>
              </a:lnSpc>
              <a:spcBef>
                <a:spcPts val="0"/>
              </a:spcBef>
              <a:buNone/>
            </a:pPr>
            <a:r>
              <a:rPr lang="zh-CN" altLang="en-US" sz="2200" kern="0" dirty="0"/>
              <a:t>每个站点在某个时刻仅工作在一种模式</a:t>
            </a:r>
            <a:endParaRPr lang="en-US" altLang="zh-CN" sz="2200" kern="0" dirty="0"/>
          </a:p>
        </p:txBody>
      </p:sp>
      <p:sp>
        <p:nvSpPr>
          <p:cNvPr id="3" name="标题 1">
            <a:extLst>
              <a:ext uri="{FF2B5EF4-FFF2-40B4-BE49-F238E27FC236}">
                <a16:creationId xmlns:a16="http://schemas.microsoft.com/office/drawing/2014/main" id="{B5D02B4E-83AE-4E81-9C4D-EBFE71AD1B8D}"/>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262038838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343032" y="672798"/>
            <a:ext cx="7886700" cy="554702"/>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IEEE802.11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标准化工作</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443EB38A-9BDA-467C-9280-130078694C03}"/>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pic>
        <p:nvPicPr>
          <p:cNvPr id="61" name="图片 60">
            <a:extLst>
              <a:ext uri="{FF2B5EF4-FFF2-40B4-BE49-F238E27FC236}">
                <a16:creationId xmlns:a16="http://schemas.microsoft.com/office/drawing/2014/main" id="{ECF1F100-A910-4712-BEAE-C0257E3A2E0C}"/>
              </a:ext>
            </a:extLst>
          </p:cNvPr>
          <p:cNvPicPr>
            <a:picLocks noChangeAspect="1"/>
          </p:cNvPicPr>
          <p:nvPr/>
        </p:nvPicPr>
        <p:blipFill>
          <a:blip r:embed="rId3"/>
          <a:stretch>
            <a:fillRect/>
          </a:stretch>
        </p:blipFill>
        <p:spPr>
          <a:xfrm>
            <a:off x="137422" y="1366254"/>
            <a:ext cx="8868792" cy="3205746"/>
          </a:xfrm>
          <a:prstGeom prst="rect">
            <a:avLst/>
          </a:prstGeom>
        </p:spPr>
      </p:pic>
      <p:graphicFrame>
        <p:nvGraphicFramePr>
          <p:cNvPr id="3" name="表格 2">
            <a:extLst>
              <a:ext uri="{FF2B5EF4-FFF2-40B4-BE49-F238E27FC236}">
                <a16:creationId xmlns:a16="http://schemas.microsoft.com/office/drawing/2014/main" id="{F7C75A6B-A7ED-466C-942C-8A6B088ADEBD}"/>
              </a:ext>
            </a:extLst>
          </p:cNvPr>
          <p:cNvGraphicFramePr>
            <a:graphicFrameLocks noGrp="1"/>
          </p:cNvGraphicFramePr>
          <p:nvPr>
            <p:extLst>
              <p:ext uri="{D42A27DB-BD31-4B8C-83A1-F6EECF244321}">
                <p14:modId xmlns:p14="http://schemas.microsoft.com/office/powerpoint/2010/main" val="1766452249"/>
              </p:ext>
            </p:extLst>
          </p:nvPr>
        </p:nvGraphicFramePr>
        <p:xfrm>
          <a:off x="1723762" y="4835049"/>
          <a:ext cx="7077206" cy="1561686"/>
        </p:xfrm>
        <a:graphic>
          <a:graphicData uri="http://schemas.openxmlformats.org/drawingml/2006/table">
            <a:tbl>
              <a:tblPr firstRow="1" firstCol="1" bandRow="1">
                <a:tableStyleId>{5C22544A-7EE6-4342-B048-85BDC9FD1C3A}</a:tableStyleId>
              </a:tblPr>
              <a:tblGrid>
                <a:gridCol w="1967662">
                  <a:extLst>
                    <a:ext uri="{9D8B030D-6E8A-4147-A177-3AD203B41FA5}">
                      <a16:colId xmlns:a16="http://schemas.microsoft.com/office/drawing/2014/main" val="1623354002"/>
                    </a:ext>
                  </a:extLst>
                </a:gridCol>
                <a:gridCol w="2666968">
                  <a:extLst>
                    <a:ext uri="{9D8B030D-6E8A-4147-A177-3AD203B41FA5}">
                      <a16:colId xmlns:a16="http://schemas.microsoft.com/office/drawing/2014/main" val="218844670"/>
                    </a:ext>
                  </a:extLst>
                </a:gridCol>
                <a:gridCol w="1231644">
                  <a:extLst>
                    <a:ext uri="{9D8B030D-6E8A-4147-A177-3AD203B41FA5}">
                      <a16:colId xmlns:a16="http://schemas.microsoft.com/office/drawing/2014/main" val="1684671293"/>
                    </a:ext>
                  </a:extLst>
                </a:gridCol>
                <a:gridCol w="1210932">
                  <a:extLst>
                    <a:ext uri="{9D8B030D-6E8A-4147-A177-3AD203B41FA5}">
                      <a16:colId xmlns:a16="http://schemas.microsoft.com/office/drawing/2014/main" val="3598589141"/>
                    </a:ext>
                  </a:extLst>
                </a:gridCol>
              </a:tblGrid>
              <a:tr h="520562">
                <a:tc>
                  <a:txBody>
                    <a:bodyPr/>
                    <a:lstStyle/>
                    <a:p>
                      <a:pPr algn="ctr">
                        <a:lnSpc>
                          <a:spcPct val="115000"/>
                        </a:lnSpc>
                      </a:pPr>
                      <a:r>
                        <a:rPr lang="en-US" sz="2400" b="0" kern="100" dirty="0">
                          <a:effectLst/>
                        </a:rPr>
                        <a:t>IEEE802.11ad</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a:effectLst/>
                        </a:rPr>
                        <a:t>60GHz</a:t>
                      </a:r>
                      <a:endParaRPr lang="zh-CN" sz="24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a:effectLst/>
                        </a:rPr>
                        <a:t>7Gbps</a:t>
                      </a:r>
                      <a:endParaRPr lang="zh-CN" sz="24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a:effectLst/>
                        </a:rPr>
                        <a:t>2012</a:t>
                      </a:r>
                      <a:r>
                        <a:rPr lang="zh-CN" sz="2400" b="0" kern="100">
                          <a:effectLst/>
                        </a:rPr>
                        <a:t>年</a:t>
                      </a:r>
                      <a:endParaRPr lang="zh-CN" sz="24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22374088"/>
                  </a:ext>
                </a:extLst>
              </a:tr>
              <a:tr h="520562">
                <a:tc>
                  <a:txBody>
                    <a:bodyPr/>
                    <a:lstStyle/>
                    <a:p>
                      <a:pPr algn="ctr">
                        <a:lnSpc>
                          <a:spcPct val="115000"/>
                        </a:lnSpc>
                      </a:pPr>
                      <a:r>
                        <a:rPr lang="en-US" sz="2400" b="0" kern="100" dirty="0">
                          <a:effectLst/>
                        </a:rPr>
                        <a:t>IEEE802.11ay</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dirty="0">
                          <a:effectLst/>
                        </a:rPr>
                        <a:t>60GHz</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dirty="0">
                          <a:effectLst/>
                        </a:rPr>
                        <a:t>20Gbps</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dirty="0">
                          <a:effectLst/>
                        </a:rPr>
                        <a:t>2021</a:t>
                      </a:r>
                      <a:r>
                        <a:rPr lang="zh-CN" sz="2400" b="0" kern="100" dirty="0">
                          <a:effectLst/>
                        </a:rPr>
                        <a:t>年</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09358512"/>
                  </a:ext>
                </a:extLst>
              </a:tr>
              <a:tr h="520562">
                <a:tc>
                  <a:txBody>
                    <a:bodyPr/>
                    <a:lstStyle/>
                    <a:p>
                      <a:pPr algn="ctr">
                        <a:lnSpc>
                          <a:spcPct val="115000"/>
                        </a:lnSpc>
                      </a:pPr>
                      <a:r>
                        <a:rPr lang="en-US" sz="2400" b="0" kern="100">
                          <a:effectLst/>
                        </a:rPr>
                        <a:t>IEEE802.11be</a:t>
                      </a:r>
                      <a:endParaRPr lang="zh-CN" sz="24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a:effectLst/>
                        </a:rPr>
                        <a:t>2.4GHz/5GHz/6GHz</a:t>
                      </a:r>
                      <a:endParaRPr lang="zh-CN" sz="24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dirty="0">
                          <a:effectLst/>
                        </a:rPr>
                        <a:t>30Gbps</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2400" b="0" kern="100" dirty="0">
                          <a:effectLst/>
                        </a:rPr>
                        <a:t>2024</a:t>
                      </a:r>
                      <a:r>
                        <a:rPr lang="zh-CN" sz="2400" b="0" kern="100" dirty="0">
                          <a:effectLst/>
                        </a:rPr>
                        <a:t>年</a:t>
                      </a:r>
                      <a:endParaRPr lang="zh-CN" sz="2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7124705"/>
                  </a:ext>
                </a:extLst>
              </a:tr>
            </a:tbl>
          </a:graphicData>
        </a:graphic>
      </p:graphicFrame>
      <p:sp>
        <p:nvSpPr>
          <p:cNvPr id="7" name="内容占位符 3">
            <a:extLst>
              <a:ext uri="{FF2B5EF4-FFF2-40B4-BE49-F238E27FC236}">
                <a16:creationId xmlns:a16="http://schemas.microsoft.com/office/drawing/2014/main" id="{6D88BDF0-5A67-47BC-B621-CAA1D8C210EF}"/>
              </a:ext>
            </a:extLst>
          </p:cNvPr>
          <p:cNvSpPr txBox="1">
            <a:spLocks/>
          </p:cNvSpPr>
          <p:nvPr/>
        </p:nvSpPr>
        <p:spPr bwMode="auto">
          <a:xfrm>
            <a:off x="538619" y="5887233"/>
            <a:ext cx="1185143" cy="509502"/>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ts val="2995"/>
              </a:lnSpc>
              <a:spcBef>
                <a:spcPts val="0"/>
              </a:spcBef>
              <a:buNone/>
            </a:pPr>
            <a:r>
              <a:rPr lang="en-US" altLang="zh-CN" sz="2400" b="1" kern="0" dirty="0"/>
              <a:t>Wi-Fi 7</a:t>
            </a:r>
          </a:p>
        </p:txBody>
      </p:sp>
    </p:spTree>
    <p:extLst>
      <p:ext uri="{BB962C8B-B14F-4D97-AF65-F5344CB8AC3E}">
        <p14:creationId xmlns:p14="http://schemas.microsoft.com/office/powerpoint/2010/main" val="3559662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03256" y="604336"/>
            <a:ext cx="7846843" cy="833154"/>
          </a:xfrm>
        </p:spPr>
        <p:txBody>
          <a:bodyPr>
            <a:normAutofit/>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无线局域网体系结构</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403256" y="1474847"/>
            <a:ext cx="6135330" cy="4124655"/>
          </a:xfrm>
          <a:prstGeom prst="rect">
            <a:avLst/>
          </a:prstGeom>
          <a:noFill/>
        </p:spPr>
        <p:txBody>
          <a:bodyPr wrap="square" rtlCol="0">
            <a:spAutoFit/>
          </a:bodyPr>
          <a:lstStyle/>
          <a:p>
            <a:pPr marL="171141" indent="-171141">
              <a:lnSpc>
                <a:spcPts val="3993"/>
              </a:lnSpc>
              <a:buClr>
                <a:srgbClr val="C00000"/>
              </a:buClr>
              <a:buFont typeface="Wingdings" panose="05000000000000000000" pitchFamily="2" charset="2"/>
              <a:buChar char="n"/>
            </a:pPr>
            <a:r>
              <a:rPr lang="en-US" altLang="zh-CN" sz="1996" b="1" dirty="0"/>
              <a:t> </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物理介质相关子层（</a:t>
            </a:r>
            <a:r>
              <a:rPr lang="en-US" altLang="zh-CN" sz="2396" dirty="0">
                <a:latin typeface="Times New Roman" panose="02020603050405020304" pitchFamily="18" charset="0"/>
                <a:ea typeface="宋体" panose="02010600030101010101" pitchFamily="2" charset="-122"/>
                <a:cs typeface="Times New Roman" panose="02020603050405020304" pitchFamily="18" charset="0"/>
              </a:rPr>
              <a:t>PMD</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396" dirty="0">
              <a:latin typeface="Times New Roman" panose="02020603050405020304" pitchFamily="18" charset="0"/>
              <a:ea typeface="宋体" panose="02010600030101010101" pitchFamily="2" charset="-122"/>
              <a:cs typeface="Times New Roman" panose="02020603050405020304" pitchFamily="18" charset="0"/>
            </a:endParaRPr>
          </a:p>
          <a:p>
            <a:pPr marL="714674" lvl="1" indent="-258297">
              <a:lnSpc>
                <a:spcPts val="3993"/>
              </a:lnSpc>
              <a:buClr>
                <a:schemeClr val="accent2">
                  <a:lumMod val="75000"/>
                </a:schemeClr>
              </a:buClr>
              <a:buFont typeface="Wingdings" panose="05000000000000000000" pitchFamily="2" charset="2"/>
              <a:buChar char="Ø"/>
            </a:pPr>
            <a:r>
              <a:rPr lang="en-US" altLang="zh-CN" sz="1996"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调制解调和编码</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解码</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71141" indent="-171141">
              <a:lnSpc>
                <a:spcPts val="3993"/>
              </a:lnSpc>
              <a:buClr>
                <a:srgbClr val="C00000"/>
              </a:buClr>
              <a:buFont typeface="Wingdings" panose="05000000000000000000" pitchFamily="2" charset="2"/>
              <a:buChar char="n"/>
            </a:pPr>
            <a:r>
              <a:rPr lang="en-US" altLang="zh-CN" sz="1996"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物理层汇聚协议（</a:t>
            </a:r>
            <a:r>
              <a:rPr lang="en-US" altLang="zh-CN" sz="2396" dirty="0">
                <a:latin typeface="Times New Roman" panose="02020603050405020304" pitchFamily="18" charset="0"/>
                <a:ea typeface="宋体" panose="02010600030101010101" pitchFamily="2" charset="-122"/>
                <a:cs typeface="Times New Roman" panose="02020603050405020304" pitchFamily="18" charset="0"/>
              </a:rPr>
              <a:t>PLCP</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396"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ts val="3993"/>
              </a:lnSpc>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向上提供独立于传输技术的物理层访问点</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71141" indent="-171141">
              <a:lnSpc>
                <a:spcPts val="3993"/>
              </a:lnSpc>
              <a:buClr>
                <a:srgbClr val="C00000"/>
              </a:buClr>
              <a:buFont typeface="Wingdings" panose="05000000000000000000" pitchFamily="2" charset="2"/>
              <a:buChar char="n"/>
            </a:pPr>
            <a:r>
              <a:rPr lang="zh-CN" altLang="en-US" sz="1996"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介质访问控制层（</a:t>
            </a:r>
            <a:r>
              <a:rPr lang="en-US" altLang="zh-CN" sz="2396"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396"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ts val="3993"/>
              </a:lnSpc>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可靠数据传输</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ts val="3993"/>
              </a:lnSpc>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控制介质访问</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ts val="3993"/>
              </a:lnSpc>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安全机制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3"/>
          <a:stretch>
            <a:fillRect/>
          </a:stretch>
        </p:blipFill>
        <p:spPr>
          <a:xfrm>
            <a:off x="1540701" y="3928063"/>
            <a:ext cx="7415668" cy="2484971"/>
          </a:xfrm>
          <a:prstGeom prst="rect">
            <a:avLst/>
          </a:prstGeom>
        </p:spPr>
      </p:pic>
      <p:pic>
        <p:nvPicPr>
          <p:cNvPr id="2" name="图片 1"/>
          <p:cNvPicPr>
            <a:picLocks noChangeAspect="1"/>
          </p:cNvPicPr>
          <p:nvPr/>
        </p:nvPicPr>
        <p:blipFill>
          <a:blip r:embed="rId4"/>
          <a:stretch>
            <a:fillRect/>
          </a:stretch>
        </p:blipFill>
        <p:spPr>
          <a:xfrm>
            <a:off x="6952320" y="876823"/>
            <a:ext cx="2004049" cy="2269462"/>
          </a:xfrm>
          <a:prstGeom prst="rect">
            <a:avLst/>
          </a:prstGeom>
        </p:spPr>
      </p:pic>
      <p:sp>
        <p:nvSpPr>
          <p:cNvPr id="3" name="标题 1">
            <a:extLst>
              <a:ext uri="{FF2B5EF4-FFF2-40B4-BE49-F238E27FC236}">
                <a16:creationId xmlns:a16="http://schemas.microsoft.com/office/drawing/2014/main" id="{27ED5353-B145-4757-AE01-9E33DF9D045E}"/>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384101" y="611371"/>
            <a:ext cx="7886700" cy="701750"/>
          </a:xfrm>
        </p:spPr>
        <p:txBody>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无线局域网需解决的问题</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489551" y="1378841"/>
            <a:ext cx="6608975" cy="5015604"/>
          </a:xfrm>
          <a:prstGeom prst="rect">
            <a:avLst/>
          </a:prstGeom>
          <a:noFill/>
        </p:spPr>
        <p:txBody>
          <a:bodyPr wrap="square" rtlCol="0">
            <a:spAutoFit/>
          </a:bodyPr>
          <a:lstStyle/>
          <a:p>
            <a:pPr marL="171141" indent="-171141">
              <a:lnSpc>
                <a:spcPct val="120000"/>
              </a:lnSpc>
              <a:spcBef>
                <a:spcPts val="300"/>
              </a:spcBef>
              <a:buClr>
                <a:srgbClr val="C00000"/>
              </a:buClr>
              <a:buFont typeface="Wingdings" panose="05000000000000000000" pitchFamily="2" charset="2"/>
              <a:buChar char="n"/>
            </a:pPr>
            <a:r>
              <a:rPr lang="zh-CN" altLang="en-US" sz="2396" b="1" dirty="0"/>
              <a:t> </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有限的无线频谱带宽资源</a:t>
            </a:r>
            <a:endParaRPr lang="en-US" altLang="zh-CN" sz="2396" dirty="0">
              <a:latin typeface="Times New Roman" panose="02020603050405020304" pitchFamily="18" charset="0"/>
              <a:ea typeface="宋体" panose="02010600030101010101" pitchFamily="2" charset="-122"/>
              <a:cs typeface="Times New Roman" panose="02020603050405020304" pitchFamily="18" charset="0"/>
            </a:endParaRPr>
          </a:p>
          <a:p>
            <a:pPr marL="714674" lvl="1" indent="-258297">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信道划分、空间重用</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14674" lvl="1" indent="-258297">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提高传输速率，解决传输问题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14674" lvl="1" indent="-258297">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提高抗干扰能力和保密性</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71141" indent="-171141">
              <a:lnSpc>
                <a:spcPct val="120000"/>
              </a:lnSpc>
              <a:spcBef>
                <a:spcPts val="300"/>
              </a:spcBef>
              <a:buClr>
                <a:srgbClr val="C00000"/>
              </a:buClr>
              <a:buFont typeface="Wingdings" panose="05000000000000000000" pitchFamily="2" charset="2"/>
              <a:buChar char="n"/>
            </a:pPr>
            <a:r>
              <a:rPr lang="en-US" altLang="zh-CN" sz="2396"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共享的无线信道</a:t>
            </a:r>
            <a:endParaRPr lang="en-US" altLang="zh-CN" sz="2396"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介质访问控制方法（</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CSMA/CA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可靠性传输、安全性</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71141" indent="-171141">
              <a:lnSpc>
                <a:spcPct val="120000"/>
              </a:lnSpc>
              <a:spcBef>
                <a:spcPts val="300"/>
              </a:spcBef>
              <a:buClr>
                <a:srgbClr val="C00000"/>
              </a:buClr>
              <a:buFont typeface="Wingdings" panose="05000000000000000000" pitchFamily="2" charset="2"/>
              <a:buChar char="n"/>
            </a:pPr>
            <a:r>
              <a:rPr lang="zh-CN" altLang="en-US" sz="2396" dirty="0">
                <a:latin typeface="Times New Roman" panose="02020603050405020304" pitchFamily="18" charset="0"/>
                <a:ea typeface="宋体" panose="02010600030101010101" pitchFamily="2" charset="-122"/>
                <a:cs typeface="Times New Roman" panose="02020603050405020304" pitchFamily="18" charset="0"/>
              </a:rPr>
              <a:t> 组网模式管理</a:t>
            </a:r>
            <a:endParaRPr lang="en-US" altLang="zh-CN" sz="2396"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ct val="120000"/>
              </a:lnSpc>
              <a:spcBef>
                <a:spcPts val="300"/>
              </a:spcBef>
              <a:buClr>
                <a:schemeClr val="accent2">
                  <a:lumMod val="75000"/>
                </a:schemeClr>
              </a:buClr>
              <a:buFont typeface="Wingdings" panose="05000000000000000000" pitchFamily="2" charset="2"/>
              <a:buChar char="Ø"/>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BSS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构建、关联、认证</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移动性支持</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98660" lvl="1" indent="-342283">
              <a:lnSpc>
                <a:spcPct val="120000"/>
              </a:lnSpc>
              <a:spcBef>
                <a:spcPts val="300"/>
              </a:spcBef>
              <a:buClr>
                <a:schemeClr val="accent2">
                  <a:lumMod val="75000"/>
                </a:schemeClr>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睡眠管理</a:t>
            </a:r>
          </a:p>
        </p:txBody>
      </p:sp>
      <p:pic>
        <p:nvPicPr>
          <p:cNvPr id="7" name="图片 6"/>
          <p:cNvPicPr>
            <a:picLocks noChangeAspect="1"/>
          </p:cNvPicPr>
          <p:nvPr/>
        </p:nvPicPr>
        <p:blipFill>
          <a:blip r:embed="rId3"/>
          <a:stretch>
            <a:fillRect/>
          </a:stretch>
        </p:blipFill>
        <p:spPr>
          <a:xfrm>
            <a:off x="6379957" y="1509534"/>
            <a:ext cx="2069123" cy="2343154"/>
          </a:xfrm>
          <a:prstGeom prst="rect">
            <a:avLst/>
          </a:prstGeom>
        </p:spPr>
      </p:pic>
      <p:sp>
        <p:nvSpPr>
          <p:cNvPr id="8" name="矩形 7">
            <a:extLst>
              <a:ext uri="{FF2B5EF4-FFF2-40B4-BE49-F238E27FC236}">
                <a16:creationId xmlns:a16="http://schemas.microsoft.com/office/drawing/2014/main" id="{88B2B82C-2846-4A4B-BC33-973DBC9B7C44}"/>
              </a:ext>
            </a:extLst>
          </p:cNvPr>
          <p:cNvSpPr/>
          <p:nvPr/>
        </p:nvSpPr>
        <p:spPr bwMode="auto">
          <a:xfrm>
            <a:off x="6379957" y="1999953"/>
            <a:ext cx="2062585" cy="1745329"/>
          </a:xfrm>
          <a:prstGeom prst="rect">
            <a:avLst/>
          </a:prstGeom>
          <a:noFill/>
          <a:ln w="19050" cap="flat" cmpd="sng" algn="ctr">
            <a:solidFill>
              <a:srgbClr val="C00000"/>
            </a:solidFill>
            <a:prstDash val="sysDash"/>
            <a:round/>
            <a:headEnd type="none" w="med" len="med"/>
            <a:tailEnd type="none" w="med" len="med"/>
          </a:ln>
          <a:effectLst/>
        </p:spPr>
        <p:txBody>
          <a:bodyPr vert="horz" wrap="square" lIns="91271" tIns="45635" rIns="91271" bIns="45635" numCol="1" rtlCol="0" anchor="t" anchorCtr="0" compatLnSpc="1">
            <a:prstTxWarp prst="textNoShape">
              <a:avLst/>
            </a:prstTxWarp>
          </a:bodyPr>
          <a:lstStyle/>
          <a:p>
            <a:pPr algn="ctr" defTabSz="912754" eaLnBrk="0" fontAlgn="base" hangingPunct="0">
              <a:spcBef>
                <a:spcPct val="0"/>
              </a:spcBef>
              <a:spcAft>
                <a:spcPct val="0"/>
              </a:spcAft>
            </a:pPr>
            <a:endParaRPr lang="zh-CN" altLang="en-US" sz="499">
              <a:latin typeface="Times New Roman" pitchFamily="18" charset="0"/>
            </a:endParaRPr>
          </a:p>
        </p:txBody>
      </p:sp>
      <p:sp>
        <p:nvSpPr>
          <p:cNvPr id="2" name="标题 1">
            <a:extLst>
              <a:ext uri="{FF2B5EF4-FFF2-40B4-BE49-F238E27FC236}">
                <a16:creationId xmlns:a16="http://schemas.microsoft.com/office/drawing/2014/main" id="{2F70F79B-74EC-4F46-B97B-7B918A93E872}"/>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1963900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330226" y="605253"/>
            <a:ext cx="8131962" cy="740660"/>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330226" y="1376593"/>
            <a:ext cx="8535146" cy="4240619"/>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ts val="3594"/>
              </a:lnSpc>
              <a:spcBef>
                <a:spcPts val="0"/>
              </a:spcBef>
            </a:pPr>
            <a:r>
              <a:rPr lang="en-US" altLang="zh-CN" sz="2396" kern="0" dirty="0">
                <a:ea typeface="宋体" charset="-122"/>
              </a:rPr>
              <a:t>CSMA/CA</a:t>
            </a:r>
            <a:r>
              <a:rPr lang="zh-CN" altLang="en-US" sz="2196" kern="0" dirty="0">
                <a:ea typeface="宋体" charset="-122"/>
              </a:rPr>
              <a:t>（</a:t>
            </a:r>
            <a:r>
              <a:rPr lang="en-US" altLang="zh-CN" sz="2196" dirty="0"/>
              <a:t>Carrier Sense Multiple Access with Collision Avoid</a:t>
            </a:r>
            <a:r>
              <a:rPr lang="zh-CN" altLang="en-US" sz="2196" dirty="0"/>
              <a:t>）</a:t>
            </a:r>
            <a:endParaRPr lang="zh-CN" altLang="en-US" sz="2196" kern="0" dirty="0">
              <a:ea typeface="宋体" charset="-122"/>
            </a:endParaRPr>
          </a:p>
          <a:p>
            <a:pPr marL="717844" lvl="1" indent="-316929">
              <a:lnSpc>
                <a:spcPts val="3594"/>
              </a:lnSpc>
              <a:spcBef>
                <a:spcPts val="0"/>
              </a:spcBef>
            </a:pPr>
            <a:r>
              <a:rPr lang="zh-CN" altLang="en-US" sz="2200" kern="0" dirty="0">
                <a:ea typeface="宋体" charset="-122"/>
              </a:rPr>
              <a:t>当信道空闲时间大于</a:t>
            </a:r>
            <a:r>
              <a:rPr lang="en-US" altLang="zh-CN" sz="2200" kern="0" dirty="0">
                <a:ea typeface="宋体" charset="-122"/>
              </a:rPr>
              <a:t>IFS</a:t>
            </a:r>
            <a:r>
              <a:rPr lang="zh-CN" altLang="en-US" sz="2200" kern="0" dirty="0">
                <a:ea typeface="宋体" charset="-122"/>
              </a:rPr>
              <a:t>（帧间隙），立即传输</a:t>
            </a:r>
          </a:p>
          <a:p>
            <a:pPr marL="717844" lvl="1" indent="-316929">
              <a:lnSpc>
                <a:spcPts val="3594"/>
              </a:lnSpc>
              <a:spcBef>
                <a:spcPts val="0"/>
              </a:spcBef>
            </a:pPr>
            <a:r>
              <a:rPr lang="zh-CN" altLang="en-US" sz="2200" kern="0" dirty="0">
                <a:ea typeface="宋体" charset="-122"/>
              </a:rPr>
              <a:t>当信道忙时，延迟直到当前传输结束</a:t>
            </a:r>
            <a:r>
              <a:rPr lang="en-US" altLang="zh-CN" sz="2200" kern="0" dirty="0">
                <a:ea typeface="宋体" charset="-122"/>
              </a:rPr>
              <a:t>+IFS</a:t>
            </a:r>
            <a:r>
              <a:rPr lang="zh-CN" altLang="en-US" sz="2200" kern="0" dirty="0">
                <a:ea typeface="宋体" charset="-122"/>
              </a:rPr>
              <a:t>时间</a:t>
            </a:r>
          </a:p>
          <a:p>
            <a:pPr marL="717844" lvl="1" indent="-316929">
              <a:lnSpc>
                <a:spcPts val="3594"/>
              </a:lnSpc>
              <a:spcBef>
                <a:spcPts val="0"/>
              </a:spcBef>
            </a:pPr>
            <a:r>
              <a:rPr lang="zh-CN" altLang="en-US" sz="2200" kern="0" dirty="0">
                <a:ea typeface="宋体" charset="-122"/>
              </a:rPr>
              <a:t>开始随机退后过程</a:t>
            </a:r>
          </a:p>
          <a:p>
            <a:pPr marL="984063" lvl="2" indent="-183819">
              <a:lnSpc>
                <a:spcPts val="3594"/>
              </a:lnSpc>
              <a:spcBef>
                <a:spcPts val="0"/>
              </a:spcBef>
            </a:pPr>
            <a:r>
              <a:rPr lang="zh-CN" altLang="en-US" kern="0" dirty="0">
                <a:ea typeface="宋体" charset="-122"/>
              </a:rPr>
              <a:t>从（</a:t>
            </a:r>
            <a:r>
              <a:rPr lang="en-US" altLang="zh-CN" kern="0" dirty="0">
                <a:ea typeface="宋体" charset="-122"/>
              </a:rPr>
              <a:t>0</a:t>
            </a:r>
            <a:r>
              <a:rPr lang="zh-CN" altLang="en-US" kern="0" dirty="0">
                <a:ea typeface="宋体" charset="-122"/>
              </a:rPr>
              <a:t>，</a:t>
            </a:r>
            <a:r>
              <a:rPr lang="en-US" altLang="zh-CN" kern="0" dirty="0" err="1">
                <a:ea typeface="宋体" charset="-122"/>
              </a:rPr>
              <a:t>CWindow</a:t>
            </a:r>
            <a:r>
              <a:rPr lang="zh-CN" altLang="en-US" kern="0" dirty="0">
                <a:ea typeface="宋体" charset="-122"/>
              </a:rPr>
              <a:t>）中选择一个随机数作为退后计数器</a:t>
            </a:r>
            <a:endParaRPr lang="en-US" altLang="zh-CN" kern="0" dirty="0">
              <a:ea typeface="宋体" charset="-122"/>
            </a:endParaRPr>
          </a:p>
          <a:p>
            <a:pPr marL="984063" lvl="2" indent="-183819">
              <a:lnSpc>
                <a:spcPts val="3594"/>
              </a:lnSpc>
              <a:spcBef>
                <a:spcPts val="0"/>
              </a:spcBef>
            </a:pPr>
            <a:r>
              <a:rPr lang="zh-CN" altLang="en-US" kern="0" dirty="0">
                <a:ea typeface="宋体" charset="-122"/>
              </a:rPr>
              <a:t>通过侦听确定每个时间槽是否活动</a:t>
            </a:r>
          </a:p>
          <a:p>
            <a:pPr marL="984063" lvl="2" indent="-183819">
              <a:lnSpc>
                <a:spcPts val="3594"/>
              </a:lnSpc>
              <a:spcBef>
                <a:spcPts val="0"/>
              </a:spcBef>
            </a:pPr>
            <a:r>
              <a:rPr lang="zh-CN" altLang="en-US" kern="0" dirty="0">
                <a:ea typeface="宋体" charset="-122"/>
              </a:rPr>
              <a:t>如果没有活动，则减少退后时间</a:t>
            </a:r>
          </a:p>
          <a:p>
            <a:pPr marL="757460" lvl="1" indent="-356545">
              <a:lnSpc>
                <a:spcPts val="3594"/>
              </a:lnSpc>
              <a:spcBef>
                <a:spcPts val="0"/>
              </a:spcBef>
            </a:pPr>
            <a:r>
              <a:rPr lang="zh-CN" altLang="en-US" sz="2200" kern="0" dirty="0">
                <a:solidFill>
                  <a:srgbClr val="C00000"/>
                </a:solidFill>
                <a:ea typeface="宋体" charset="-122"/>
              </a:rPr>
              <a:t>退后过程如果信道忙，则挂起退后过程</a:t>
            </a:r>
          </a:p>
          <a:p>
            <a:pPr marL="757460" lvl="1" indent="-356545">
              <a:lnSpc>
                <a:spcPts val="3594"/>
              </a:lnSpc>
              <a:spcBef>
                <a:spcPts val="0"/>
              </a:spcBef>
            </a:pPr>
            <a:r>
              <a:rPr lang="zh-CN" altLang="en-US" sz="2200" kern="0" dirty="0">
                <a:ea typeface="宋体" charset="-122"/>
              </a:rPr>
              <a:t>在当前帧传输结束后恢复退后过程</a:t>
            </a:r>
          </a:p>
        </p:txBody>
      </p:sp>
      <p:sp>
        <p:nvSpPr>
          <p:cNvPr id="4" name="矩形 3">
            <a:extLst>
              <a:ext uri="{FF2B5EF4-FFF2-40B4-BE49-F238E27FC236}">
                <a16:creationId xmlns:a16="http://schemas.microsoft.com/office/drawing/2014/main" id="{ADAEAE4D-7093-440C-B3D6-DB189F9F2B8A}"/>
              </a:ext>
            </a:extLst>
          </p:cNvPr>
          <p:cNvSpPr/>
          <p:nvPr/>
        </p:nvSpPr>
        <p:spPr>
          <a:xfrm>
            <a:off x="818734" y="5811551"/>
            <a:ext cx="7626829" cy="443455"/>
          </a:xfrm>
          <a:prstGeom prst="rect">
            <a:avLst/>
          </a:prstGeom>
          <a:solidFill>
            <a:schemeClr val="accent5">
              <a:lumMod val="20000"/>
              <a:lumOff val="80000"/>
            </a:schemeClr>
          </a:solidFill>
          <a:ln>
            <a:solidFill>
              <a:srgbClr val="C00000"/>
            </a:solidFill>
          </a:ln>
        </p:spPr>
        <p:txBody>
          <a:bodyPr wrap="square">
            <a:spAutoFit/>
          </a:bodyPr>
          <a:lstStyle/>
          <a:p>
            <a:pPr marL="356545" indent="-356545">
              <a:lnSpc>
                <a:spcPts val="2995"/>
              </a:lnSpc>
            </a:pPr>
            <a:r>
              <a:rPr lang="zh-CN" altLang="en-US" sz="1996" kern="0" dirty="0">
                <a:ea typeface="宋体" charset="-122"/>
              </a:rPr>
              <a:t>采用退后过程延迟发送的目的是避免多个站点同时传输引起的冲突</a:t>
            </a:r>
            <a:endParaRPr lang="en-US" altLang="zh-CN" sz="1996" kern="0" dirty="0">
              <a:ea typeface="宋体" charset="-122"/>
            </a:endParaRPr>
          </a:p>
        </p:txBody>
      </p:sp>
      <p:sp>
        <p:nvSpPr>
          <p:cNvPr id="2" name="标题 1">
            <a:extLst>
              <a:ext uri="{FF2B5EF4-FFF2-40B4-BE49-F238E27FC236}">
                <a16:creationId xmlns:a16="http://schemas.microsoft.com/office/drawing/2014/main" id="{C7EE3B02-EC1B-490F-9C20-FE067476F19F}"/>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10968979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02848" y="596609"/>
            <a:ext cx="7886700" cy="601696"/>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02848" y="1224976"/>
            <a:ext cx="8377224" cy="531712"/>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ts val="3594"/>
              </a:lnSpc>
              <a:spcBef>
                <a:spcPts val="0"/>
              </a:spcBef>
            </a:pPr>
            <a:r>
              <a:rPr lang="en-US" altLang="zh-CN" sz="2396" kern="0" dirty="0">
                <a:ea typeface="宋体" charset="-122"/>
              </a:rPr>
              <a:t>CSMA/CA</a:t>
            </a:r>
            <a:r>
              <a:rPr lang="zh-CN" altLang="en-US" sz="2196" kern="0" dirty="0">
                <a:ea typeface="宋体" charset="-122"/>
              </a:rPr>
              <a:t>发送流程</a:t>
            </a:r>
            <a:endParaRPr lang="en-US" altLang="zh-CN" sz="2196" kern="0" dirty="0">
              <a:ea typeface="宋体" charset="-122"/>
            </a:endParaRPr>
          </a:p>
        </p:txBody>
      </p:sp>
      <p:sp>
        <p:nvSpPr>
          <p:cNvPr id="5" name="矩形 4">
            <a:extLst>
              <a:ext uri="{FF2B5EF4-FFF2-40B4-BE49-F238E27FC236}">
                <a16:creationId xmlns:a16="http://schemas.microsoft.com/office/drawing/2014/main" id="{3E335A62-6649-4B23-BCF6-C431874E360D}"/>
              </a:ext>
            </a:extLst>
          </p:cNvPr>
          <p:cNvSpPr/>
          <p:nvPr/>
        </p:nvSpPr>
        <p:spPr>
          <a:xfrm>
            <a:off x="1829320" y="2096189"/>
            <a:ext cx="1437445" cy="422329"/>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等待传输</a:t>
            </a:r>
          </a:p>
        </p:txBody>
      </p:sp>
      <p:sp>
        <p:nvSpPr>
          <p:cNvPr id="6" name="菱形 5">
            <a:extLst>
              <a:ext uri="{FF2B5EF4-FFF2-40B4-BE49-F238E27FC236}">
                <a16:creationId xmlns:a16="http://schemas.microsoft.com/office/drawing/2014/main" id="{39A5D552-FAFF-4110-8528-73F22806D355}"/>
              </a:ext>
            </a:extLst>
          </p:cNvPr>
          <p:cNvSpPr/>
          <p:nvPr/>
        </p:nvSpPr>
        <p:spPr>
          <a:xfrm>
            <a:off x="1468736" y="3513289"/>
            <a:ext cx="2155483" cy="470658"/>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信道空闲？</a:t>
            </a:r>
          </a:p>
        </p:txBody>
      </p:sp>
      <p:sp>
        <p:nvSpPr>
          <p:cNvPr id="7" name="矩形 6">
            <a:extLst>
              <a:ext uri="{FF2B5EF4-FFF2-40B4-BE49-F238E27FC236}">
                <a16:creationId xmlns:a16="http://schemas.microsoft.com/office/drawing/2014/main" id="{5BEE7B3E-B96D-447A-B357-0DC3A7159042}"/>
              </a:ext>
            </a:extLst>
          </p:cNvPr>
          <p:cNvSpPr/>
          <p:nvPr/>
        </p:nvSpPr>
        <p:spPr>
          <a:xfrm>
            <a:off x="1998546" y="4294010"/>
            <a:ext cx="1101367" cy="481374"/>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等</a:t>
            </a:r>
            <a:r>
              <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IFS</a:t>
            </a:r>
            <a:endPar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A5649A62-796B-4C86-98E9-0BC0F096B5C3}"/>
              </a:ext>
            </a:extLst>
          </p:cNvPr>
          <p:cNvSpPr/>
          <p:nvPr/>
        </p:nvSpPr>
        <p:spPr>
          <a:xfrm>
            <a:off x="3424027" y="5885755"/>
            <a:ext cx="1437445" cy="375636"/>
          </a:xfrm>
          <a:prstGeom prst="rect">
            <a:avLst/>
          </a:prstGeom>
          <a:solidFill>
            <a:srgbClr val="F6BF6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二进制指数退避</a:t>
            </a:r>
          </a:p>
        </p:txBody>
      </p:sp>
      <p:sp>
        <p:nvSpPr>
          <p:cNvPr id="9" name="矩形 8">
            <a:extLst>
              <a:ext uri="{FF2B5EF4-FFF2-40B4-BE49-F238E27FC236}">
                <a16:creationId xmlns:a16="http://schemas.microsoft.com/office/drawing/2014/main" id="{0C885206-8556-433D-BA9B-1555FCFD1447}"/>
              </a:ext>
            </a:extLst>
          </p:cNvPr>
          <p:cNvSpPr/>
          <p:nvPr/>
        </p:nvSpPr>
        <p:spPr>
          <a:xfrm>
            <a:off x="1531664" y="2794063"/>
            <a:ext cx="2029829" cy="447971"/>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载波侦听，检测信道</a:t>
            </a:r>
          </a:p>
        </p:txBody>
      </p:sp>
      <p:cxnSp>
        <p:nvCxnSpPr>
          <p:cNvPr id="10" name="直接箭头连接符 9">
            <a:extLst>
              <a:ext uri="{FF2B5EF4-FFF2-40B4-BE49-F238E27FC236}">
                <a16:creationId xmlns:a16="http://schemas.microsoft.com/office/drawing/2014/main" id="{5B8CAFAD-A134-469F-AF66-DFAB7A34D790}"/>
              </a:ext>
            </a:extLst>
          </p:cNvPr>
          <p:cNvCxnSpPr>
            <a:cxnSpLocks/>
            <a:stCxn id="15" idx="2"/>
            <a:endCxn id="26" idx="0"/>
          </p:cNvCxnSpPr>
          <p:nvPr/>
        </p:nvCxnSpPr>
        <p:spPr>
          <a:xfrm>
            <a:off x="6716967" y="4787115"/>
            <a:ext cx="1" cy="28334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1AFF6321-B707-4018-833F-AE63B616515D}"/>
              </a:ext>
            </a:extLst>
          </p:cNvPr>
          <p:cNvCxnSpPr>
            <a:cxnSpLocks/>
            <a:stCxn id="22" idx="2"/>
            <a:endCxn id="24" idx="0"/>
          </p:cNvCxnSpPr>
          <p:nvPr/>
        </p:nvCxnSpPr>
        <p:spPr>
          <a:xfrm flipH="1">
            <a:off x="4591461" y="4770343"/>
            <a:ext cx="2798" cy="33515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B036C5CA-9BF8-4D01-AAAF-E80E94D191C3}"/>
              </a:ext>
            </a:extLst>
          </p:cNvPr>
          <p:cNvCxnSpPr>
            <a:cxnSpLocks/>
            <a:stCxn id="6" idx="2"/>
            <a:endCxn id="7" idx="0"/>
          </p:cNvCxnSpPr>
          <p:nvPr/>
        </p:nvCxnSpPr>
        <p:spPr>
          <a:xfrm>
            <a:off x="2546478" y="3983947"/>
            <a:ext cx="2752" cy="31006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92DF23D8-FA08-4A6D-B284-72CDA0915AD7}"/>
              </a:ext>
            </a:extLst>
          </p:cNvPr>
          <p:cNvCxnSpPr>
            <a:cxnSpLocks/>
            <a:stCxn id="9" idx="2"/>
            <a:endCxn id="6" idx="0"/>
          </p:cNvCxnSpPr>
          <p:nvPr/>
        </p:nvCxnSpPr>
        <p:spPr>
          <a:xfrm flipH="1">
            <a:off x="2546478" y="3242034"/>
            <a:ext cx="101" cy="2712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1B957758-EA30-4D94-A01E-E73AFA962BF8}"/>
              </a:ext>
            </a:extLst>
          </p:cNvPr>
          <p:cNvCxnSpPr>
            <a:cxnSpLocks/>
            <a:stCxn id="5" idx="2"/>
            <a:endCxn id="9" idx="0"/>
          </p:cNvCxnSpPr>
          <p:nvPr/>
        </p:nvCxnSpPr>
        <p:spPr>
          <a:xfrm flipH="1">
            <a:off x="2546579" y="2518518"/>
            <a:ext cx="1463" cy="27554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F87E3EE4-91B3-4263-B360-AF927E2E926A}"/>
              </a:ext>
            </a:extLst>
          </p:cNvPr>
          <p:cNvSpPr/>
          <p:nvPr/>
        </p:nvSpPr>
        <p:spPr>
          <a:xfrm>
            <a:off x="6204035" y="4272653"/>
            <a:ext cx="1025864" cy="514462"/>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等待直到传输结束</a:t>
            </a:r>
            <a:endPar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6" name="直接箭头连接符 15">
            <a:extLst>
              <a:ext uri="{FF2B5EF4-FFF2-40B4-BE49-F238E27FC236}">
                <a16:creationId xmlns:a16="http://schemas.microsoft.com/office/drawing/2014/main" id="{B121B137-593D-4AF6-AA09-F40D44CC81B4}"/>
              </a:ext>
            </a:extLst>
          </p:cNvPr>
          <p:cNvCxnSpPr>
            <a:cxnSpLocks/>
            <a:stCxn id="24" idx="1"/>
          </p:cNvCxnSpPr>
          <p:nvPr/>
        </p:nvCxnSpPr>
        <p:spPr>
          <a:xfrm flipH="1" flipV="1">
            <a:off x="906381" y="5267500"/>
            <a:ext cx="2966358" cy="2581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D74AD220-C9C5-4C5A-A065-8F0E8EA73159}"/>
              </a:ext>
            </a:extLst>
          </p:cNvPr>
          <p:cNvCxnSpPr>
            <a:cxnSpLocks/>
            <a:stCxn id="22" idx="3"/>
            <a:endCxn id="15" idx="1"/>
          </p:cNvCxnSpPr>
          <p:nvPr/>
        </p:nvCxnSpPr>
        <p:spPr>
          <a:xfrm flipV="1">
            <a:off x="5854736" y="4529884"/>
            <a:ext cx="349299" cy="1043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肘形连接符 108">
            <a:extLst>
              <a:ext uri="{FF2B5EF4-FFF2-40B4-BE49-F238E27FC236}">
                <a16:creationId xmlns:a16="http://schemas.microsoft.com/office/drawing/2014/main" id="{8BDF9484-6CBA-442A-B899-B5285C20BAD7}"/>
              </a:ext>
            </a:extLst>
          </p:cNvPr>
          <p:cNvCxnSpPr>
            <a:cxnSpLocks/>
            <a:stCxn id="6" idx="3"/>
            <a:endCxn id="15" idx="0"/>
          </p:cNvCxnSpPr>
          <p:nvPr/>
        </p:nvCxnSpPr>
        <p:spPr>
          <a:xfrm>
            <a:off x="3624219" y="3748618"/>
            <a:ext cx="3092748" cy="524035"/>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 name="TextBox 109">
            <a:extLst>
              <a:ext uri="{FF2B5EF4-FFF2-40B4-BE49-F238E27FC236}">
                <a16:creationId xmlns:a16="http://schemas.microsoft.com/office/drawing/2014/main" id="{B82294A5-5B99-4FBF-B0E8-AB74D46F6CA8}"/>
              </a:ext>
            </a:extLst>
          </p:cNvPr>
          <p:cNvSpPr txBox="1"/>
          <p:nvPr/>
        </p:nvSpPr>
        <p:spPr>
          <a:xfrm>
            <a:off x="3466649" y="3420966"/>
            <a:ext cx="309838" cy="307777"/>
          </a:xfrm>
          <a:prstGeom prst="rect">
            <a:avLst/>
          </a:prstGeom>
          <a:noFill/>
          <a:ln w="9525">
            <a:noFill/>
          </a:ln>
        </p:spPr>
        <p:txBody>
          <a:bodyPr wrap="square" rtlCol="0">
            <a:spAutoFit/>
          </a:bodyPr>
          <a:lstStyle/>
          <a:p>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否</a:t>
            </a:r>
          </a:p>
        </p:txBody>
      </p:sp>
      <p:sp>
        <p:nvSpPr>
          <p:cNvPr id="20" name="TextBox 111">
            <a:extLst>
              <a:ext uri="{FF2B5EF4-FFF2-40B4-BE49-F238E27FC236}">
                <a16:creationId xmlns:a16="http://schemas.microsoft.com/office/drawing/2014/main" id="{E3AD2D98-5B94-4297-AA09-5532C5D52B7F}"/>
              </a:ext>
            </a:extLst>
          </p:cNvPr>
          <p:cNvSpPr txBox="1"/>
          <p:nvPr/>
        </p:nvSpPr>
        <p:spPr>
          <a:xfrm>
            <a:off x="5087390" y="5797087"/>
            <a:ext cx="313714" cy="307777"/>
          </a:xfrm>
          <a:prstGeom prst="rect">
            <a:avLst/>
          </a:prstGeom>
          <a:noFill/>
          <a:ln w="9525">
            <a:noFill/>
          </a:ln>
        </p:spPr>
        <p:txBody>
          <a:bodyPr wrap="square" rtlCol="0">
            <a:spAutoFit/>
          </a:bodyPr>
          <a:lstStyle/>
          <a:p>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是</a:t>
            </a:r>
          </a:p>
        </p:txBody>
      </p:sp>
      <p:sp>
        <p:nvSpPr>
          <p:cNvPr id="21" name="TextBox 112">
            <a:extLst>
              <a:ext uri="{FF2B5EF4-FFF2-40B4-BE49-F238E27FC236}">
                <a16:creationId xmlns:a16="http://schemas.microsoft.com/office/drawing/2014/main" id="{96678C2E-A2EA-45DD-9DF9-C5B344193A9A}"/>
              </a:ext>
            </a:extLst>
          </p:cNvPr>
          <p:cNvSpPr txBox="1"/>
          <p:nvPr/>
        </p:nvSpPr>
        <p:spPr>
          <a:xfrm>
            <a:off x="2096295" y="3923968"/>
            <a:ext cx="313714" cy="307777"/>
          </a:xfrm>
          <a:prstGeom prst="rect">
            <a:avLst/>
          </a:prstGeom>
          <a:noFill/>
          <a:ln w="9525">
            <a:noFill/>
          </a:ln>
        </p:spPr>
        <p:txBody>
          <a:bodyPr wrap="square" rtlCol="0">
            <a:spAutoFit/>
          </a:bodyPr>
          <a:lstStyle/>
          <a:p>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是</a:t>
            </a:r>
          </a:p>
        </p:txBody>
      </p:sp>
      <p:sp>
        <p:nvSpPr>
          <p:cNvPr id="22" name="菱形 21">
            <a:extLst>
              <a:ext uri="{FF2B5EF4-FFF2-40B4-BE49-F238E27FC236}">
                <a16:creationId xmlns:a16="http://schemas.microsoft.com/office/drawing/2014/main" id="{08ADBEA0-F106-4456-997D-E9E68E83D798}"/>
              </a:ext>
            </a:extLst>
          </p:cNvPr>
          <p:cNvSpPr/>
          <p:nvPr/>
        </p:nvSpPr>
        <p:spPr>
          <a:xfrm>
            <a:off x="3333781" y="4310295"/>
            <a:ext cx="2520955" cy="460048"/>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信道仍空闲？</a:t>
            </a:r>
          </a:p>
        </p:txBody>
      </p:sp>
      <p:cxnSp>
        <p:nvCxnSpPr>
          <p:cNvPr id="23" name="直接箭头连接符 22">
            <a:extLst>
              <a:ext uri="{FF2B5EF4-FFF2-40B4-BE49-F238E27FC236}">
                <a16:creationId xmlns:a16="http://schemas.microsoft.com/office/drawing/2014/main" id="{5E4E2230-3524-421F-B255-A3A6F092AA4A}"/>
              </a:ext>
            </a:extLst>
          </p:cNvPr>
          <p:cNvCxnSpPr>
            <a:cxnSpLocks/>
            <a:stCxn id="7" idx="3"/>
            <a:endCxn id="22" idx="1"/>
          </p:cNvCxnSpPr>
          <p:nvPr/>
        </p:nvCxnSpPr>
        <p:spPr>
          <a:xfrm>
            <a:off x="3099914" y="4534697"/>
            <a:ext cx="233868" cy="562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F43A3E97-1224-4B32-9336-AED696833F11}"/>
              </a:ext>
            </a:extLst>
          </p:cNvPr>
          <p:cNvSpPr/>
          <p:nvPr/>
        </p:nvSpPr>
        <p:spPr>
          <a:xfrm>
            <a:off x="3872738" y="5105494"/>
            <a:ext cx="1437445"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传输帧</a:t>
            </a:r>
          </a:p>
        </p:txBody>
      </p:sp>
      <p:sp>
        <p:nvSpPr>
          <p:cNvPr id="25" name="TextBox 109">
            <a:extLst>
              <a:ext uri="{FF2B5EF4-FFF2-40B4-BE49-F238E27FC236}">
                <a16:creationId xmlns:a16="http://schemas.microsoft.com/office/drawing/2014/main" id="{9806E768-696E-4352-A615-0B1FBAD1D580}"/>
              </a:ext>
            </a:extLst>
          </p:cNvPr>
          <p:cNvSpPr txBox="1"/>
          <p:nvPr/>
        </p:nvSpPr>
        <p:spPr>
          <a:xfrm>
            <a:off x="5676598" y="4231745"/>
            <a:ext cx="287639" cy="307777"/>
          </a:xfrm>
          <a:prstGeom prst="rect">
            <a:avLst/>
          </a:prstGeom>
          <a:noFill/>
          <a:ln w="9525">
            <a:noFill/>
          </a:ln>
        </p:spPr>
        <p:txBody>
          <a:bodyPr wrap="square" rtlCol="0">
            <a:spAutoFit/>
          </a:bodyPr>
          <a:lstStyle/>
          <a:p>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否</a:t>
            </a:r>
          </a:p>
        </p:txBody>
      </p:sp>
      <p:sp>
        <p:nvSpPr>
          <p:cNvPr id="26" name="矩形 25">
            <a:extLst>
              <a:ext uri="{FF2B5EF4-FFF2-40B4-BE49-F238E27FC236}">
                <a16:creationId xmlns:a16="http://schemas.microsoft.com/office/drawing/2014/main" id="{5BDAEBCA-6468-4EA7-9D4A-873B4EDFA24E}"/>
              </a:ext>
            </a:extLst>
          </p:cNvPr>
          <p:cNvSpPr/>
          <p:nvPr/>
        </p:nvSpPr>
        <p:spPr>
          <a:xfrm>
            <a:off x="6204036" y="5070462"/>
            <a:ext cx="1025864" cy="481374"/>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等</a:t>
            </a:r>
            <a:r>
              <a:rPr lang="en-US" altLang="zh-CN"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IFS</a:t>
            </a:r>
            <a:endPar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菱形 26">
            <a:extLst>
              <a:ext uri="{FF2B5EF4-FFF2-40B4-BE49-F238E27FC236}">
                <a16:creationId xmlns:a16="http://schemas.microsoft.com/office/drawing/2014/main" id="{D08717C4-5A4D-41C7-9CAC-2C4BA9C11A71}"/>
              </a:ext>
            </a:extLst>
          </p:cNvPr>
          <p:cNvSpPr/>
          <p:nvPr/>
        </p:nvSpPr>
        <p:spPr>
          <a:xfrm>
            <a:off x="5417770" y="5835183"/>
            <a:ext cx="2598394" cy="481375"/>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信道仍空闲？</a:t>
            </a:r>
          </a:p>
        </p:txBody>
      </p:sp>
      <p:cxnSp>
        <p:nvCxnSpPr>
          <p:cNvPr id="28" name="直接箭头连接符 27">
            <a:extLst>
              <a:ext uri="{FF2B5EF4-FFF2-40B4-BE49-F238E27FC236}">
                <a16:creationId xmlns:a16="http://schemas.microsoft.com/office/drawing/2014/main" id="{3816DC5A-9A3A-4942-817D-069DD3724850}"/>
              </a:ext>
            </a:extLst>
          </p:cNvPr>
          <p:cNvCxnSpPr>
            <a:cxnSpLocks/>
            <a:stCxn id="26" idx="2"/>
            <a:endCxn id="27" idx="0"/>
          </p:cNvCxnSpPr>
          <p:nvPr/>
        </p:nvCxnSpPr>
        <p:spPr>
          <a:xfrm flipH="1">
            <a:off x="6716967" y="5551836"/>
            <a:ext cx="1" cy="28334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9" name="肘形连接符 108">
            <a:extLst>
              <a:ext uri="{FF2B5EF4-FFF2-40B4-BE49-F238E27FC236}">
                <a16:creationId xmlns:a16="http://schemas.microsoft.com/office/drawing/2014/main" id="{67F52AD0-0FC4-4158-9AA3-2550E970A07B}"/>
              </a:ext>
            </a:extLst>
          </p:cNvPr>
          <p:cNvCxnSpPr>
            <a:cxnSpLocks/>
            <a:stCxn id="27" idx="3"/>
            <a:endCxn id="15" idx="3"/>
          </p:cNvCxnSpPr>
          <p:nvPr/>
        </p:nvCxnSpPr>
        <p:spPr>
          <a:xfrm flipH="1" flipV="1">
            <a:off x="7229899" y="4529885"/>
            <a:ext cx="786265" cy="1545986"/>
          </a:xfrm>
          <a:prstGeom prst="bentConnector3">
            <a:avLst>
              <a:gd name="adj1" fmla="val -29020"/>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30" name="TextBox 109">
            <a:extLst>
              <a:ext uri="{FF2B5EF4-FFF2-40B4-BE49-F238E27FC236}">
                <a16:creationId xmlns:a16="http://schemas.microsoft.com/office/drawing/2014/main" id="{0C59E0D3-4EF2-42FC-862B-A22B602E0362}"/>
              </a:ext>
            </a:extLst>
          </p:cNvPr>
          <p:cNvSpPr txBox="1"/>
          <p:nvPr/>
        </p:nvSpPr>
        <p:spPr>
          <a:xfrm>
            <a:off x="7899283" y="5781484"/>
            <a:ext cx="287639" cy="307777"/>
          </a:xfrm>
          <a:prstGeom prst="rect">
            <a:avLst/>
          </a:prstGeom>
          <a:noFill/>
          <a:ln w="9525">
            <a:noFill/>
          </a:ln>
        </p:spPr>
        <p:txBody>
          <a:bodyPr wrap="square" rtlCol="0">
            <a:spAutoFit/>
          </a:bodyPr>
          <a:lstStyle/>
          <a:p>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否</a:t>
            </a:r>
          </a:p>
        </p:txBody>
      </p:sp>
      <p:cxnSp>
        <p:nvCxnSpPr>
          <p:cNvPr id="31" name="直接箭头连接符 30">
            <a:extLst>
              <a:ext uri="{FF2B5EF4-FFF2-40B4-BE49-F238E27FC236}">
                <a16:creationId xmlns:a16="http://schemas.microsoft.com/office/drawing/2014/main" id="{C94AE8CF-B357-409E-B260-D4788E9D7EC1}"/>
              </a:ext>
            </a:extLst>
          </p:cNvPr>
          <p:cNvCxnSpPr>
            <a:cxnSpLocks/>
            <a:stCxn id="27" idx="1"/>
            <a:endCxn id="8" idx="3"/>
          </p:cNvCxnSpPr>
          <p:nvPr/>
        </p:nvCxnSpPr>
        <p:spPr>
          <a:xfrm flipH="1" flipV="1">
            <a:off x="4861472" y="6073574"/>
            <a:ext cx="556298" cy="229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27EA2252-2F4C-4352-AF92-D47739A59D40}"/>
              </a:ext>
            </a:extLst>
          </p:cNvPr>
          <p:cNvSpPr/>
          <p:nvPr/>
        </p:nvSpPr>
        <p:spPr>
          <a:xfrm>
            <a:off x="1553255" y="5885755"/>
            <a:ext cx="1437445"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传输帧</a:t>
            </a:r>
          </a:p>
        </p:txBody>
      </p:sp>
      <p:cxnSp>
        <p:nvCxnSpPr>
          <p:cNvPr id="33" name="直接箭头连接符 32">
            <a:extLst>
              <a:ext uri="{FF2B5EF4-FFF2-40B4-BE49-F238E27FC236}">
                <a16:creationId xmlns:a16="http://schemas.microsoft.com/office/drawing/2014/main" id="{BFF58829-22FD-45A3-8DEE-DB32934205B5}"/>
              </a:ext>
            </a:extLst>
          </p:cNvPr>
          <p:cNvCxnSpPr>
            <a:cxnSpLocks/>
            <a:stCxn id="8" idx="1"/>
            <a:endCxn id="32" idx="3"/>
          </p:cNvCxnSpPr>
          <p:nvPr/>
        </p:nvCxnSpPr>
        <p:spPr>
          <a:xfrm flipH="1">
            <a:off x="2990699" y="6073573"/>
            <a:ext cx="433328"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4" name="肘形连接符 108">
            <a:extLst>
              <a:ext uri="{FF2B5EF4-FFF2-40B4-BE49-F238E27FC236}">
                <a16:creationId xmlns:a16="http://schemas.microsoft.com/office/drawing/2014/main" id="{CF160DC6-AE86-4676-89F8-164DC86F0055}"/>
              </a:ext>
            </a:extLst>
          </p:cNvPr>
          <p:cNvCxnSpPr>
            <a:cxnSpLocks/>
            <a:stCxn id="32" idx="1"/>
            <a:endCxn id="5" idx="1"/>
          </p:cNvCxnSpPr>
          <p:nvPr/>
        </p:nvCxnSpPr>
        <p:spPr>
          <a:xfrm rot="10800000" flipH="1">
            <a:off x="1553254" y="2307354"/>
            <a:ext cx="276065" cy="3766220"/>
          </a:xfrm>
          <a:prstGeom prst="bentConnector3">
            <a:avLst>
              <a:gd name="adj1" fmla="val -234186"/>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35" name="TextBox 109">
            <a:extLst>
              <a:ext uri="{FF2B5EF4-FFF2-40B4-BE49-F238E27FC236}">
                <a16:creationId xmlns:a16="http://schemas.microsoft.com/office/drawing/2014/main" id="{86D9B184-2D87-4CCB-81F7-5405EE5A546C}"/>
              </a:ext>
            </a:extLst>
          </p:cNvPr>
          <p:cNvSpPr txBox="1"/>
          <p:nvPr/>
        </p:nvSpPr>
        <p:spPr>
          <a:xfrm>
            <a:off x="4128706" y="4740339"/>
            <a:ext cx="287639" cy="307777"/>
          </a:xfrm>
          <a:prstGeom prst="rect">
            <a:avLst/>
          </a:prstGeom>
          <a:noFill/>
          <a:ln w="9525">
            <a:noFill/>
          </a:ln>
        </p:spPr>
        <p:txBody>
          <a:bodyPr wrap="square" rtlCol="0">
            <a:spAutoFit/>
          </a:bodyPr>
          <a:lstStyle/>
          <a:p>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是</a:t>
            </a:r>
          </a:p>
        </p:txBody>
      </p:sp>
      <p:sp>
        <p:nvSpPr>
          <p:cNvPr id="36" name="矩形 35">
            <a:extLst>
              <a:ext uri="{FF2B5EF4-FFF2-40B4-BE49-F238E27FC236}">
                <a16:creationId xmlns:a16="http://schemas.microsoft.com/office/drawing/2014/main" id="{0A818B2E-BF54-47FC-9512-12BAE04EA7F5}"/>
              </a:ext>
            </a:extLst>
          </p:cNvPr>
          <p:cNvSpPr/>
          <p:nvPr/>
        </p:nvSpPr>
        <p:spPr>
          <a:xfrm>
            <a:off x="5271262" y="1264031"/>
            <a:ext cx="3469890" cy="1405385"/>
          </a:xfrm>
          <a:prstGeom prst="rect">
            <a:avLst/>
          </a:prstGeom>
          <a:solidFill>
            <a:schemeClr val="accent5">
              <a:lumMod val="20000"/>
              <a:lumOff val="80000"/>
            </a:schemeClr>
          </a:solidFill>
          <a:ln>
            <a:solidFill>
              <a:srgbClr val="C00000"/>
            </a:solidFill>
          </a:ln>
        </p:spPr>
        <p:txBody>
          <a:bodyPr wrap="square">
            <a:spAutoFit/>
          </a:bodyPr>
          <a:lstStyle/>
          <a:p>
            <a:pPr algn="just">
              <a:lnSpc>
                <a:spcPts val="2595"/>
              </a:lnSpc>
            </a:pPr>
            <a:r>
              <a:rPr lang="zh-CN" altLang="en-US" sz="2000" dirty="0">
                <a:ea typeface="宋体" panose="02010600030101010101" pitchFamily="2" charset="-122"/>
                <a:cs typeface="Times New Roman" panose="02020603050405020304" pitchFamily="18" charset="0"/>
              </a:rPr>
              <a:t>所有站点完成发送后，必须等待一段很短时间才能发送下一帧。这段时间称为帧间间隔或帧间隙（</a:t>
            </a:r>
            <a:r>
              <a:rPr lang="en-US" altLang="zh-CN" sz="2000" dirty="0">
                <a:ea typeface="宋体" panose="02010600030101010101" pitchFamily="2" charset="-122"/>
                <a:cs typeface="Times New Roman" panose="02020603050405020304" pitchFamily="18" charset="0"/>
              </a:rPr>
              <a:t>IFS</a:t>
            </a:r>
            <a:r>
              <a:rPr lang="zh-CN" altLang="en-US" sz="2000" dirty="0">
                <a:ea typeface="宋体" panose="02010600030101010101" pitchFamily="2" charset="-122"/>
                <a:cs typeface="Times New Roman" panose="02020603050405020304" pitchFamily="18" charset="0"/>
              </a:rPr>
              <a:t>）</a:t>
            </a:r>
          </a:p>
        </p:txBody>
      </p:sp>
      <p:sp>
        <p:nvSpPr>
          <p:cNvPr id="2" name="标题 1">
            <a:extLst>
              <a:ext uri="{FF2B5EF4-FFF2-40B4-BE49-F238E27FC236}">
                <a16:creationId xmlns:a16="http://schemas.microsoft.com/office/drawing/2014/main" id="{0E14540F-B75A-4978-8A45-A34DFDCA12E2}"/>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654970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09352" y="574159"/>
            <a:ext cx="7808285" cy="878860"/>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09352" y="1453019"/>
            <a:ext cx="8377224" cy="531712"/>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ts val="3594"/>
              </a:lnSpc>
              <a:spcBef>
                <a:spcPts val="0"/>
              </a:spcBef>
            </a:pPr>
            <a:r>
              <a:rPr lang="en-US" altLang="zh-CN" sz="2396" kern="0" dirty="0">
                <a:ea typeface="宋体" charset="-122"/>
              </a:rPr>
              <a:t>CSMA/CA</a:t>
            </a:r>
            <a:r>
              <a:rPr lang="zh-CN" altLang="en-US" sz="2196" kern="0" dirty="0">
                <a:ea typeface="宋体" charset="-122"/>
              </a:rPr>
              <a:t>示例</a:t>
            </a:r>
            <a:endParaRPr lang="en-US" altLang="zh-CN" sz="2196" kern="0" dirty="0">
              <a:ea typeface="宋体" charset="-122"/>
            </a:endParaRPr>
          </a:p>
        </p:txBody>
      </p:sp>
      <p:grpSp>
        <p:nvGrpSpPr>
          <p:cNvPr id="4" name="组合 3">
            <a:extLst>
              <a:ext uri="{FF2B5EF4-FFF2-40B4-BE49-F238E27FC236}">
                <a16:creationId xmlns:a16="http://schemas.microsoft.com/office/drawing/2014/main" id="{6E7DFBF1-CEDC-4B12-A115-24DC74FA1637}"/>
              </a:ext>
            </a:extLst>
          </p:cNvPr>
          <p:cNvGrpSpPr/>
          <p:nvPr/>
        </p:nvGrpSpPr>
        <p:grpSpPr>
          <a:xfrm>
            <a:off x="938367" y="2088085"/>
            <a:ext cx="7184553" cy="4096995"/>
            <a:chOff x="826227" y="1953911"/>
            <a:chExt cx="7197858" cy="4104582"/>
          </a:xfrm>
        </p:grpSpPr>
        <p:pic>
          <p:nvPicPr>
            <p:cNvPr id="2" name="图片 1">
              <a:extLst>
                <a:ext uri="{FF2B5EF4-FFF2-40B4-BE49-F238E27FC236}">
                  <a16:creationId xmlns:a16="http://schemas.microsoft.com/office/drawing/2014/main" id="{0E35834E-2395-4CDF-81B1-4FF2FE32289C}"/>
                </a:ext>
              </a:extLst>
            </p:cNvPr>
            <p:cNvPicPr>
              <a:picLocks noChangeAspect="1"/>
            </p:cNvPicPr>
            <p:nvPr/>
          </p:nvPicPr>
          <p:blipFill>
            <a:blip r:embed="rId3"/>
            <a:stretch>
              <a:fillRect/>
            </a:stretch>
          </p:blipFill>
          <p:spPr>
            <a:xfrm>
              <a:off x="826227" y="1953911"/>
              <a:ext cx="7197858" cy="4104582"/>
            </a:xfrm>
            <a:prstGeom prst="rect">
              <a:avLst/>
            </a:prstGeom>
          </p:spPr>
        </p:pic>
        <p:sp>
          <p:nvSpPr>
            <p:cNvPr id="3" name="爆炸形: 8 pt  2">
              <a:extLst>
                <a:ext uri="{FF2B5EF4-FFF2-40B4-BE49-F238E27FC236}">
                  <a16:creationId xmlns:a16="http://schemas.microsoft.com/office/drawing/2014/main" id="{7CB840B1-7AF5-418B-883A-83ADF567B7AF}"/>
                </a:ext>
              </a:extLst>
            </p:cNvPr>
            <p:cNvSpPr/>
            <p:nvPr/>
          </p:nvSpPr>
          <p:spPr bwMode="auto">
            <a:xfrm>
              <a:off x="5154414" y="4947518"/>
              <a:ext cx="1224136" cy="792089"/>
            </a:xfrm>
            <a:prstGeom prst="irregularSeal1">
              <a:avLst/>
            </a:prstGeom>
            <a:gradFill flip="none" rotWithShape="1">
              <a:gsLst>
                <a:gs pos="0">
                  <a:srgbClr val="FFFFCC">
                    <a:shade val="30000"/>
                    <a:satMod val="115000"/>
                  </a:srgbClr>
                </a:gs>
                <a:gs pos="50000">
                  <a:srgbClr val="FFFFCC">
                    <a:shade val="67500"/>
                    <a:satMod val="115000"/>
                  </a:srgbClr>
                </a:gs>
                <a:gs pos="100000">
                  <a:srgbClr val="FFFFCC">
                    <a:shade val="100000"/>
                    <a:satMod val="115000"/>
                  </a:srgbClr>
                </a:gs>
              </a:gsLst>
              <a:path path="circle">
                <a:fillToRect l="50000" t="50000" r="50000" b="50000"/>
              </a:path>
              <a:tileRect/>
            </a:gradFill>
            <a:ln w="3175" cap="flat" cmpd="sng" algn="ctr">
              <a:solidFill>
                <a:srgbClr val="C00000"/>
              </a:solidFill>
              <a:prstDash val="solid"/>
              <a:round/>
              <a:headEnd type="none" w="med" len="med"/>
              <a:tailEnd type="none" w="med" len="med"/>
            </a:ln>
            <a:effectLst/>
          </p:spPr>
          <p:txBody>
            <a:bodyPr vert="horz" wrap="square" lIns="91271" tIns="45635" rIns="91271" bIns="45635" numCol="1" rtlCol="0" anchor="t" anchorCtr="0" compatLnSpc="1">
              <a:prstTxWarp prst="textNoShape">
                <a:avLst/>
              </a:prstTxWarp>
            </a:bodyPr>
            <a:lstStyle/>
            <a:p>
              <a:pPr algn="ctr" defTabSz="912754" eaLnBrk="0" fontAlgn="base" hangingPunct="0">
                <a:spcBef>
                  <a:spcPct val="0"/>
                </a:spcBef>
                <a:spcAft>
                  <a:spcPct val="0"/>
                </a:spcAft>
              </a:pPr>
              <a:r>
                <a:rPr lang="zh-CN" altLang="en-US" sz="1597" dirty="0">
                  <a:latin typeface="Times New Roman" pitchFamily="18" charset="0"/>
                </a:rPr>
                <a:t>冲突</a:t>
              </a:r>
            </a:p>
          </p:txBody>
        </p:sp>
      </p:grpSp>
      <p:sp>
        <p:nvSpPr>
          <p:cNvPr id="5" name="标题 1">
            <a:extLst>
              <a:ext uri="{FF2B5EF4-FFF2-40B4-BE49-F238E27FC236}">
                <a16:creationId xmlns:a16="http://schemas.microsoft.com/office/drawing/2014/main" id="{A8D7A2E2-42D0-4EA3-8F25-71CF0D190006}"/>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2659556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15168" y="638107"/>
            <a:ext cx="7886700" cy="789860"/>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520423"/>
            <a:ext cx="8397451" cy="4855325"/>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ct val="130000"/>
              </a:lnSpc>
              <a:spcBef>
                <a:spcPts val="600"/>
              </a:spcBef>
            </a:pPr>
            <a:r>
              <a:rPr lang="zh-CN" altLang="en-US" sz="2396" kern="0" dirty="0"/>
              <a:t>竞争窗口（</a:t>
            </a:r>
            <a:r>
              <a:rPr lang="en-US" altLang="zh-CN" sz="2396" kern="0" dirty="0" err="1"/>
              <a:t>CWindow</a:t>
            </a:r>
            <a:r>
              <a:rPr lang="zh-CN" altLang="en-US" sz="2396" kern="0" dirty="0"/>
              <a:t>）选择</a:t>
            </a:r>
            <a:endParaRPr lang="en-US" altLang="zh-CN" sz="2396" kern="0" dirty="0"/>
          </a:p>
          <a:p>
            <a:pPr marL="757460" lvl="1" indent="-356545">
              <a:lnSpc>
                <a:spcPct val="130000"/>
              </a:lnSpc>
              <a:spcBef>
                <a:spcPts val="600"/>
              </a:spcBef>
            </a:pPr>
            <a:r>
              <a:rPr lang="zh-CN" altLang="en-US" sz="2200" kern="0" dirty="0"/>
              <a:t>竞争窗口选择应与网络负载情况相适应</a:t>
            </a:r>
            <a:endParaRPr lang="en-US" altLang="zh-CN" sz="2200" kern="0" dirty="0"/>
          </a:p>
          <a:p>
            <a:pPr marL="757460" lvl="1" indent="-356545">
              <a:lnSpc>
                <a:spcPct val="130000"/>
              </a:lnSpc>
              <a:spcBef>
                <a:spcPts val="600"/>
              </a:spcBef>
            </a:pPr>
            <a:r>
              <a:rPr lang="zh-CN" altLang="en-US" sz="2200" kern="0" dirty="0"/>
              <a:t>冲突次数间接反应网络的负载情况</a:t>
            </a:r>
            <a:endParaRPr lang="en-US" altLang="zh-CN" sz="2200" kern="0" dirty="0"/>
          </a:p>
          <a:p>
            <a:pPr marL="1074388" lvl="2" indent="-274144">
              <a:lnSpc>
                <a:spcPct val="130000"/>
              </a:lnSpc>
              <a:spcBef>
                <a:spcPts val="600"/>
              </a:spcBef>
            </a:pPr>
            <a:r>
              <a:rPr lang="zh-CN" altLang="en-US" kern="0" dirty="0"/>
              <a:t>冲突次数越多，表明网络负载越重</a:t>
            </a:r>
            <a:endParaRPr lang="en-US" altLang="zh-CN" kern="0" dirty="0"/>
          </a:p>
          <a:p>
            <a:pPr marL="757460" lvl="1" indent="-356545">
              <a:lnSpc>
                <a:spcPct val="130000"/>
              </a:lnSpc>
              <a:spcBef>
                <a:spcPts val="600"/>
              </a:spcBef>
            </a:pPr>
            <a:r>
              <a:rPr lang="zh-CN" altLang="en-US" sz="2200" kern="0" dirty="0">
                <a:solidFill>
                  <a:srgbClr val="C00000"/>
                </a:solidFill>
              </a:rPr>
              <a:t>二进制指数退后算法</a:t>
            </a:r>
            <a:r>
              <a:rPr lang="zh-CN" altLang="en-US" sz="2200" kern="0" dirty="0"/>
              <a:t>：</a:t>
            </a:r>
            <a:endParaRPr lang="en-US" altLang="zh-CN" sz="2200" kern="0" dirty="0"/>
          </a:p>
          <a:p>
            <a:pPr marL="1074388" lvl="2" indent="-274144">
              <a:lnSpc>
                <a:spcPct val="130000"/>
              </a:lnSpc>
              <a:spcBef>
                <a:spcPts val="600"/>
              </a:spcBef>
            </a:pPr>
            <a:r>
              <a:rPr lang="zh-CN" altLang="en-US" kern="0" dirty="0"/>
              <a:t>竞争窗口初始值为最小值，发生冲突时加大窗口，直到最大值</a:t>
            </a:r>
          </a:p>
          <a:p>
            <a:pPr marL="757460" lvl="1" indent="-356545">
              <a:lnSpc>
                <a:spcPct val="130000"/>
              </a:lnSpc>
              <a:spcBef>
                <a:spcPts val="600"/>
              </a:spcBef>
            </a:pPr>
            <a:r>
              <a:rPr lang="zh-CN" altLang="en-US" sz="1996" kern="0" dirty="0"/>
              <a:t>二进制指数退后算法对网络负载情况的自适应性</a:t>
            </a:r>
            <a:endParaRPr lang="en-US" altLang="zh-CN" sz="1996" kern="0" dirty="0"/>
          </a:p>
          <a:p>
            <a:pPr marL="1074388" lvl="2" indent="-274144">
              <a:lnSpc>
                <a:spcPct val="130000"/>
              </a:lnSpc>
              <a:spcBef>
                <a:spcPts val="600"/>
              </a:spcBef>
            </a:pPr>
            <a:r>
              <a:rPr lang="zh-CN" altLang="en-US" kern="0" dirty="0"/>
              <a:t>网络负载轻，冲突机率小，选择较小竞争窗口，减小站点等待</a:t>
            </a:r>
            <a:endParaRPr lang="en-US" altLang="zh-CN" kern="0" dirty="0"/>
          </a:p>
          <a:p>
            <a:pPr marL="1074388" lvl="2" indent="-274144">
              <a:lnSpc>
                <a:spcPct val="130000"/>
              </a:lnSpc>
              <a:spcBef>
                <a:spcPts val="600"/>
              </a:spcBef>
            </a:pPr>
            <a:r>
              <a:rPr lang="zh-CN" altLang="en-US" kern="0" dirty="0"/>
              <a:t>网络负载重，冲突机率大，选择较大竞争窗口，避免站点间选择的随机值过于接近，从而导致更多冲突</a:t>
            </a:r>
          </a:p>
        </p:txBody>
      </p:sp>
      <p:sp>
        <p:nvSpPr>
          <p:cNvPr id="2" name="标题 1">
            <a:extLst>
              <a:ext uri="{FF2B5EF4-FFF2-40B4-BE49-F238E27FC236}">
                <a16:creationId xmlns:a16="http://schemas.microsoft.com/office/drawing/2014/main" id="{EA2E36B6-0844-456D-B9FD-D34D35A76BB8}"/>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40025945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BBE803B-9973-421E-86EB-F4AFFDD612EB}"/>
              </a:ext>
            </a:extLst>
          </p:cNvPr>
          <p:cNvPicPr>
            <a:picLocks noChangeAspect="1"/>
          </p:cNvPicPr>
          <p:nvPr/>
        </p:nvPicPr>
        <p:blipFill>
          <a:blip r:embed="rId2"/>
          <a:stretch>
            <a:fillRect/>
          </a:stretch>
        </p:blipFill>
        <p:spPr>
          <a:xfrm>
            <a:off x="3376186" y="990069"/>
            <a:ext cx="4671868" cy="5349355"/>
          </a:xfrm>
          <a:prstGeom prst="rect">
            <a:avLst/>
          </a:prstGeom>
        </p:spPr>
      </p:pic>
      <p:sp>
        <p:nvSpPr>
          <p:cNvPr id="3075" name="Rectangle 2"/>
          <p:cNvSpPr>
            <a:spLocks noGrp="1" noChangeArrowheads="1"/>
          </p:cNvSpPr>
          <p:nvPr>
            <p:ph type="title"/>
          </p:nvPr>
        </p:nvSpPr>
        <p:spPr>
          <a:xfrm>
            <a:off x="415168" y="616720"/>
            <a:ext cx="7886700" cy="727909"/>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403909"/>
            <a:ext cx="8397451" cy="531713"/>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ts val="3594"/>
              </a:lnSpc>
              <a:spcBef>
                <a:spcPts val="0"/>
              </a:spcBef>
            </a:pPr>
            <a:r>
              <a:rPr lang="zh-CN" altLang="en-US" sz="2396" kern="0" dirty="0"/>
              <a:t>竞争窗口（</a:t>
            </a:r>
            <a:r>
              <a:rPr lang="en-US" altLang="zh-CN" sz="2396" kern="0" dirty="0" err="1"/>
              <a:t>CWindow</a:t>
            </a:r>
            <a:r>
              <a:rPr lang="zh-CN" altLang="en-US" sz="2396" kern="0" dirty="0"/>
              <a:t>）选择</a:t>
            </a:r>
            <a:endParaRPr lang="en-US" altLang="zh-CN" sz="2396" kern="0" dirty="0"/>
          </a:p>
        </p:txBody>
      </p:sp>
      <p:sp>
        <p:nvSpPr>
          <p:cNvPr id="7" name="矩形 6">
            <a:extLst>
              <a:ext uri="{FF2B5EF4-FFF2-40B4-BE49-F238E27FC236}">
                <a16:creationId xmlns:a16="http://schemas.microsoft.com/office/drawing/2014/main" id="{18E05870-5636-4008-AE94-59BE1852C411}"/>
              </a:ext>
            </a:extLst>
          </p:cNvPr>
          <p:cNvSpPr/>
          <p:nvPr/>
        </p:nvSpPr>
        <p:spPr>
          <a:xfrm>
            <a:off x="1991638" y="4472172"/>
            <a:ext cx="1753644"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宋体" panose="02010600030101010101" pitchFamily="2" charset="-122"/>
                <a:ea typeface="宋体" panose="02010600030101010101" pitchFamily="2" charset="-122"/>
              </a:rPr>
              <a:t>最小竞争窗口</a:t>
            </a:r>
          </a:p>
        </p:txBody>
      </p:sp>
      <p:cxnSp>
        <p:nvCxnSpPr>
          <p:cNvPr id="8" name="直接箭头连接符 7">
            <a:extLst>
              <a:ext uri="{FF2B5EF4-FFF2-40B4-BE49-F238E27FC236}">
                <a16:creationId xmlns:a16="http://schemas.microsoft.com/office/drawing/2014/main" id="{9ADF87D7-F7BE-43B2-9BC7-816E9FD3D42E}"/>
              </a:ext>
            </a:extLst>
          </p:cNvPr>
          <p:cNvCxnSpPr>
            <a:cxnSpLocks/>
          </p:cNvCxnSpPr>
          <p:nvPr/>
        </p:nvCxnSpPr>
        <p:spPr bwMode="auto">
          <a:xfrm>
            <a:off x="2861534" y="4925764"/>
            <a:ext cx="574999" cy="86249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1" name="矩形 10">
            <a:extLst>
              <a:ext uri="{FF2B5EF4-FFF2-40B4-BE49-F238E27FC236}">
                <a16:creationId xmlns:a16="http://schemas.microsoft.com/office/drawing/2014/main" id="{C5E2F887-B61E-4A50-8A5B-0EABB9BE12DE}"/>
              </a:ext>
            </a:extLst>
          </p:cNvPr>
          <p:cNvSpPr/>
          <p:nvPr/>
        </p:nvSpPr>
        <p:spPr>
          <a:xfrm>
            <a:off x="5185775" y="2224446"/>
            <a:ext cx="1728592"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宋体" panose="02010600030101010101" pitchFamily="2" charset="-122"/>
                <a:ea typeface="宋体" panose="02010600030101010101" pitchFamily="2" charset="-122"/>
              </a:rPr>
              <a:t>最大竞争窗口</a:t>
            </a:r>
          </a:p>
        </p:txBody>
      </p:sp>
      <p:cxnSp>
        <p:nvCxnSpPr>
          <p:cNvPr id="12" name="直接箭头连接符 11">
            <a:extLst>
              <a:ext uri="{FF2B5EF4-FFF2-40B4-BE49-F238E27FC236}">
                <a16:creationId xmlns:a16="http://schemas.microsoft.com/office/drawing/2014/main" id="{224E6789-A182-4E4B-8B1F-D75556D35A73}"/>
              </a:ext>
            </a:extLst>
          </p:cNvPr>
          <p:cNvCxnSpPr>
            <a:cxnSpLocks/>
          </p:cNvCxnSpPr>
          <p:nvPr/>
        </p:nvCxnSpPr>
        <p:spPr bwMode="auto">
          <a:xfrm flipV="1">
            <a:off x="6075123" y="1286731"/>
            <a:ext cx="1056534" cy="842694"/>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 name="标题 1">
            <a:extLst>
              <a:ext uri="{FF2B5EF4-FFF2-40B4-BE49-F238E27FC236}">
                <a16:creationId xmlns:a16="http://schemas.microsoft.com/office/drawing/2014/main" id="{E1B20373-C31D-4972-BBA7-588636DA9D06}"/>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392782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331381" y="602909"/>
            <a:ext cx="7886700" cy="774954"/>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338638"/>
            <a:ext cx="8215265" cy="1969210"/>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ts val="3594"/>
              </a:lnSpc>
              <a:spcBef>
                <a:spcPts val="0"/>
              </a:spcBef>
            </a:pPr>
            <a:r>
              <a:rPr lang="zh-CN" altLang="en-US" sz="2396" kern="0" dirty="0"/>
              <a:t>差错检测与确认重传</a:t>
            </a:r>
            <a:endParaRPr lang="en-US" altLang="zh-CN" sz="2396" kern="0" dirty="0"/>
          </a:p>
          <a:p>
            <a:pPr marL="757460" lvl="1" indent="-356545">
              <a:lnSpc>
                <a:spcPts val="3594"/>
              </a:lnSpc>
              <a:spcBef>
                <a:spcPts val="0"/>
              </a:spcBef>
            </a:pPr>
            <a:r>
              <a:rPr lang="zh-CN" altLang="en-US" sz="2200" kern="0" dirty="0"/>
              <a:t>差错检测：</a:t>
            </a:r>
            <a:r>
              <a:rPr lang="en-US" altLang="zh-CN" sz="2200" kern="0" dirty="0"/>
              <a:t>32</a:t>
            </a:r>
            <a:r>
              <a:rPr lang="zh-CN" altLang="en-US" sz="2200" kern="0" dirty="0"/>
              <a:t>位</a:t>
            </a:r>
            <a:r>
              <a:rPr lang="en-US" altLang="zh-CN" sz="2200" kern="0" dirty="0"/>
              <a:t>CRC</a:t>
            </a:r>
            <a:r>
              <a:rPr lang="zh-CN" altLang="en-US" sz="2200" kern="0" dirty="0"/>
              <a:t>校验（与以太网相同）</a:t>
            </a:r>
            <a:endParaRPr lang="en-US" altLang="zh-CN" sz="2200" kern="0" dirty="0"/>
          </a:p>
          <a:p>
            <a:pPr marL="757460" lvl="1" indent="-356545">
              <a:lnSpc>
                <a:spcPts val="3594"/>
              </a:lnSpc>
              <a:spcBef>
                <a:spcPts val="0"/>
              </a:spcBef>
            </a:pPr>
            <a:r>
              <a:rPr lang="zh-CN" altLang="en-US" sz="2200" kern="0" dirty="0"/>
              <a:t>采用停等机制：发送数据，等待确认，超时重传</a:t>
            </a:r>
            <a:endParaRPr lang="en-US" altLang="zh-CN" sz="2200" kern="0" dirty="0"/>
          </a:p>
          <a:p>
            <a:pPr marL="757460" lvl="1" indent="-356545">
              <a:lnSpc>
                <a:spcPts val="3594"/>
              </a:lnSpc>
              <a:spcBef>
                <a:spcPts val="0"/>
              </a:spcBef>
            </a:pPr>
            <a:r>
              <a:rPr lang="zh-CN" altLang="en-US" sz="2200" kern="0" dirty="0"/>
              <a:t>如果达到最大重传限制，该帧被丢弃，并告知上层协议</a:t>
            </a:r>
            <a:endParaRPr lang="en-US" altLang="zh-CN" sz="2200" kern="0" dirty="0"/>
          </a:p>
          <a:p>
            <a:pPr marL="757460" lvl="1" indent="-356545">
              <a:lnSpc>
                <a:spcPts val="3594"/>
              </a:lnSpc>
              <a:spcBef>
                <a:spcPts val="0"/>
              </a:spcBef>
            </a:pPr>
            <a:endParaRPr lang="en-US" altLang="zh-CN" sz="1996" kern="0" dirty="0"/>
          </a:p>
        </p:txBody>
      </p:sp>
      <p:sp>
        <p:nvSpPr>
          <p:cNvPr id="41" name="矩形 40">
            <a:extLst>
              <a:ext uri="{FF2B5EF4-FFF2-40B4-BE49-F238E27FC236}">
                <a16:creationId xmlns:a16="http://schemas.microsoft.com/office/drawing/2014/main" id="{2871ADF6-D23D-4142-8954-7AF27D2A2B62}"/>
              </a:ext>
            </a:extLst>
          </p:cNvPr>
          <p:cNvSpPr/>
          <p:nvPr/>
        </p:nvSpPr>
        <p:spPr>
          <a:xfrm>
            <a:off x="615725" y="5939651"/>
            <a:ext cx="6311168" cy="428515"/>
          </a:xfrm>
          <a:prstGeom prst="rect">
            <a:avLst/>
          </a:prstGeom>
          <a:solidFill>
            <a:schemeClr val="accent5">
              <a:lumMod val="20000"/>
              <a:lumOff val="80000"/>
            </a:schemeClr>
          </a:solidFill>
          <a:ln>
            <a:solidFill>
              <a:srgbClr val="C00000"/>
            </a:solidFill>
          </a:ln>
        </p:spPr>
        <p:txBody>
          <a:bodyPr wrap="square">
            <a:spAutoFit/>
          </a:bodyPr>
          <a:lstStyle/>
          <a:p>
            <a:pPr marL="356545" indent="-356545">
              <a:lnSpc>
                <a:spcPts val="2995"/>
              </a:lnSpc>
            </a:pPr>
            <a:r>
              <a:rPr lang="zh-CN" altLang="en-US" sz="2200" b="1" kern="0" dirty="0">
                <a:latin typeface="楷体" panose="02010609060101010101" pitchFamily="49" charset="-122"/>
                <a:ea typeface="楷体" panose="02010609060101010101" pitchFamily="49" charset="-122"/>
              </a:rPr>
              <a:t>思考</a:t>
            </a:r>
            <a:r>
              <a:rPr lang="zh-CN" altLang="en-US" sz="2200" kern="0" dirty="0">
                <a:latin typeface="楷体" panose="02010609060101010101" pitchFamily="49" charset="-122"/>
                <a:ea typeface="楷体" panose="02010609060101010101" pitchFamily="49" charset="-122"/>
              </a:rPr>
              <a:t>：为什么采用停等机制，而不是流水线机制？</a:t>
            </a:r>
            <a:endParaRPr lang="en-US" altLang="zh-CN" sz="2200" kern="0" dirty="0">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CD3B7F89-81EC-46F5-ADB0-823B6CE09560}"/>
              </a:ext>
            </a:extLst>
          </p:cNvPr>
          <p:cNvPicPr>
            <a:picLocks noChangeAspect="1"/>
          </p:cNvPicPr>
          <p:nvPr/>
        </p:nvPicPr>
        <p:blipFill>
          <a:blip r:embed="rId3"/>
          <a:stretch>
            <a:fillRect/>
          </a:stretch>
        </p:blipFill>
        <p:spPr>
          <a:xfrm>
            <a:off x="1776042" y="3344743"/>
            <a:ext cx="5493515" cy="2558013"/>
          </a:xfrm>
          <a:prstGeom prst="rect">
            <a:avLst/>
          </a:prstGeom>
        </p:spPr>
      </p:pic>
      <p:sp>
        <p:nvSpPr>
          <p:cNvPr id="2" name="标题 1">
            <a:extLst>
              <a:ext uri="{FF2B5EF4-FFF2-40B4-BE49-F238E27FC236}">
                <a16:creationId xmlns:a16="http://schemas.microsoft.com/office/drawing/2014/main" id="{FA2951FC-2A46-4B50-BA9B-4ADFCB262A67}"/>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42566832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15168" y="581151"/>
            <a:ext cx="7886700" cy="846816"/>
          </a:xfrm>
        </p:spPr>
        <p:txBody>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463466"/>
            <a:ext cx="8397451" cy="2240968"/>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ct val="130000"/>
              </a:lnSpc>
              <a:spcBef>
                <a:spcPts val="600"/>
              </a:spcBef>
            </a:pPr>
            <a:r>
              <a:rPr lang="zh-CN" altLang="en-US" sz="2396" kern="0" dirty="0"/>
              <a:t>不同帧间隙控制优先级</a:t>
            </a:r>
            <a:endParaRPr lang="en-US" altLang="zh-CN" sz="2396" kern="0" dirty="0"/>
          </a:p>
          <a:p>
            <a:pPr marL="757460" lvl="1" indent="-356545">
              <a:lnSpc>
                <a:spcPct val="130000"/>
              </a:lnSpc>
              <a:spcBef>
                <a:spcPts val="600"/>
              </a:spcBef>
            </a:pPr>
            <a:r>
              <a:rPr lang="en-US" altLang="zh-CN" sz="2200" kern="0" dirty="0"/>
              <a:t>SIFS</a:t>
            </a:r>
            <a:r>
              <a:rPr lang="zh-CN" altLang="en-US" sz="2200" kern="0" dirty="0"/>
              <a:t>（</a:t>
            </a:r>
            <a:r>
              <a:rPr lang="en-US" altLang="zh-CN" sz="2200" kern="0" dirty="0"/>
              <a:t>Short IFS</a:t>
            </a:r>
            <a:r>
              <a:rPr lang="zh-CN" altLang="en-US" sz="2200" kern="0" dirty="0"/>
              <a:t>）：最高优先级，</a:t>
            </a:r>
            <a:r>
              <a:rPr lang="en-US" altLang="zh-CN" sz="2200" kern="0" dirty="0"/>
              <a:t>ACK</a:t>
            </a:r>
            <a:r>
              <a:rPr lang="zh-CN" altLang="en-US" sz="2200" kern="0" dirty="0"/>
              <a:t>、</a:t>
            </a:r>
            <a:r>
              <a:rPr lang="en-US" altLang="zh-CN" sz="2200" kern="0" dirty="0"/>
              <a:t>CTS</a:t>
            </a:r>
            <a:r>
              <a:rPr lang="zh-CN" altLang="en-US" sz="2200" kern="0" dirty="0"/>
              <a:t>、轮询响应等</a:t>
            </a:r>
            <a:endParaRPr lang="en-US" altLang="zh-CN" sz="2200" kern="0" dirty="0"/>
          </a:p>
          <a:p>
            <a:pPr marL="757460" lvl="1" indent="-356545">
              <a:lnSpc>
                <a:spcPct val="130000"/>
              </a:lnSpc>
              <a:spcBef>
                <a:spcPts val="600"/>
              </a:spcBef>
            </a:pPr>
            <a:r>
              <a:rPr lang="en-US" altLang="zh-CN" sz="2200" kern="0" dirty="0"/>
              <a:t>PIFS</a:t>
            </a:r>
            <a:r>
              <a:rPr lang="zh-CN" altLang="en-US" sz="2200" kern="0" dirty="0"/>
              <a:t>（</a:t>
            </a:r>
            <a:r>
              <a:rPr lang="en-US" altLang="zh-CN" sz="2200" kern="0" dirty="0"/>
              <a:t>PCF IFS</a:t>
            </a:r>
            <a:r>
              <a:rPr lang="zh-CN" altLang="en-US" sz="2200" kern="0" dirty="0"/>
              <a:t>）：中等优先级（</a:t>
            </a:r>
            <a:r>
              <a:rPr lang="en-US" altLang="zh-CN" sz="2200" kern="0" dirty="0"/>
              <a:t>SIFS+1</a:t>
            </a:r>
            <a:r>
              <a:rPr lang="zh-CN" altLang="en-US" sz="2200" kern="0" dirty="0"/>
              <a:t>），轮询请求</a:t>
            </a:r>
            <a:endParaRPr lang="en-US" altLang="zh-CN" sz="2200" kern="0" dirty="0"/>
          </a:p>
          <a:p>
            <a:pPr marL="757460" lvl="1" indent="-356545">
              <a:lnSpc>
                <a:spcPct val="130000"/>
              </a:lnSpc>
              <a:spcBef>
                <a:spcPts val="600"/>
              </a:spcBef>
            </a:pPr>
            <a:r>
              <a:rPr lang="en-US" altLang="zh-CN" sz="2200" kern="0" dirty="0"/>
              <a:t>DIFS</a:t>
            </a:r>
            <a:r>
              <a:rPr lang="zh-CN" altLang="en-US" sz="2200" kern="0" dirty="0"/>
              <a:t>（</a:t>
            </a:r>
            <a:r>
              <a:rPr lang="en-US" altLang="zh-CN" sz="2200" kern="0" dirty="0"/>
              <a:t>DCF IFS</a:t>
            </a:r>
            <a:r>
              <a:rPr lang="zh-CN" altLang="en-US" sz="2200" kern="0" dirty="0"/>
              <a:t>）：最低优先级（</a:t>
            </a:r>
            <a:r>
              <a:rPr lang="en-US" altLang="zh-CN" sz="2200" kern="0" dirty="0"/>
              <a:t>SIFS+2</a:t>
            </a:r>
            <a:r>
              <a:rPr lang="zh-CN" altLang="en-US" sz="2200" kern="0" dirty="0"/>
              <a:t>），异步数据传输</a:t>
            </a:r>
            <a:endParaRPr lang="en-US" altLang="zh-CN" sz="2200" kern="0" dirty="0"/>
          </a:p>
        </p:txBody>
      </p:sp>
      <p:pic>
        <p:nvPicPr>
          <p:cNvPr id="3" name="图片 2">
            <a:extLst>
              <a:ext uri="{FF2B5EF4-FFF2-40B4-BE49-F238E27FC236}">
                <a16:creationId xmlns:a16="http://schemas.microsoft.com/office/drawing/2014/main" id="{89984FEF-30B6-417E-A140-A5C8FF915298}"/>
              </a:ext>
            </a:extLst>
          </p:cNvPr>
          <p:cNvPicPr>
            <a:picLocks noChangeAspect="1"/>
          </p:cNvPicPr>
          <p:nvPr/>
        </p:nvPicPr>
        <p:blipFill>
          <a:blip r:embed="rId2"/>
          <a:stretch>
            <a:fillRect/>
          </a:stretch>
        </p:blipFill>
        <p:spPr>
          <a:xfrm>
            <a:off x="1409571" y="3874106"/>
            <a:ext cx="6242146" cy="2402743"/>
          </a:xfrm>
          <a:prstGeom prst="rect">
            <a:avLst/>
          </a:prstGeom>
        </p:spPr>
      </p:pic>
      <p:sp>
        <p:nvSpPr>
          <p:cNvPr id="2" name="标题 1">
            <a:extLst>
              <a:ext uri="{FF2B5EF4-FFF2-40B4-BE49-F238E27FC236}">
                <a16:creationId xmlns:a16="http://schemas.microsoft.com/office/drawing/2014/main" id="{3B4B46A8-D07E-4273-8FAE-A9E892772E94}"/>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27662055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15168" y="628058"/>
            <a:ext cx="7886700" cy="792354"/>
          </a:xfrm>
        </p:spPr>
        <p:txBody>
          <a:bodyP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640605"/>
            <a:ext cx="4682925" cy="3211169"/>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16929" indent="-316929">
              <a:lnSpc>
                <a:spcPts val="2995"/>
              </a:lnSpc>
              <a:spcBef>
                <a:spcPts val="599"/>
              </a:spcBef>
            </a:pPr>
            <a:r>
              <a:rPr lang="zh-CN" altLang="en-US" sz="2396" kern="0" dirty="0"/>
              <a:t>冲突发生</a:t>
            </a:r>
            <a:endParaRPr lang="en-US" altLang="zh-CN" sz="2396" kern="0" dirty="0"/>
          </a:p>
          <a:p>
            <a:pPr marL="717844" lvl="1" indent="-313759">
              <a:lnSpc>
                <a:spcPts val="2995"/>
              </a:lnSpc>
              <a:spcBef>
                <a:spcPts val="599"/>
              </a:spcBef>
            </a:pPr>
            <a:r>
              <a:rPr lang="zh-CN" altLang="en-US" sz="2200" kern="0" dirty="0"/>
              <a:t>几乎同时开始发送的节点之间</a:t>
            </a:r>
            <a:endParaRPr lang="en-US" altLang="zh-CN" sz="2200" kern="0" dirty="0"/>
          </a:p>
          <a:p>
            <a:pPr marL="984063" lvl="2" indent="-180649">
              <a:lnSpc>
                <a:spcPts val="2995"/>
              </a:lnSpc>
              <a:spcBef>
                <a:spcPts val="599"/>
              </a:spcBef>
            </a:pPr>
            <a:r>
              <a:rPr lang="zh-CN" altLang="en-US" kern="0" dirty="0"/>
              <a:t>传播延时，类似以太网</a:t>
            </a:r>
          </a:p>
          <a:p>
            <a:pPr marL="717844" lvl="1" indent="-313759">
              <a:lnSpc>
                <a:spcPts val="2995"/>
              </a:lnSpc>
              <a:spcBef>
                <a:spcPts val="599"/>
              </a:spcBef>
            </a:pPr>
            <a:r>
              <a:rPr lang="zh-CN" altLang="en-US" sz="2200" kern="0" dirty="0"/>
              <a:t>隐藏终端问题</a:t>
            </a:r>
            <a:endParaRPr lang="en-US" altLang="zh-CN" sz="2200" kern="0" dirty="0"/>
          </a:p>
          <a:p>
            <a:pPr marL="316929" indent="-313759">
              <a:lnSpc>
                <a:spcPts val="2995"/>
              </a:lnSpc>
              <a:spcBef>
                <a:spcPts val="1797"/>
              </a:spcBef>
            </a:pPr>
            <a:r>
              <a:rPr lang="zh-CN" altLang="en-US" sz="2396" kern="0" dirty="0"/>
              <a:t>超时重传解决出错</a:t>
            </a:r>
            <a:endParaRPr lang="en-US" altLang="zh-CN" sz="2396" kern="0" dirty="0"/>
          </a:p>
          <a:p>
            <a:pPr marL="316929" indent="-313759">
              <a:lnSpc>
                <a:spcPts val="2995"/>
              </a:lnSpc>
              <a:spcBef>
                <a:spcPts val="1797"/>
              </a:spcBef>
            </a:pPr>
            <a:r>
              <a:rPr lang="zh-CN" altLang="en-US" sz="2396" kern="0" dirty="0"/>
              <a:t>长帧冲突代价高</a:t>
            </a:r>
            <a:endParaRPr lang="en-US" altLang="zh-CN" sz="2396" kern="0" dirty="0"/>
          </a:p>
        </p:txBody>
      </p:sp>
      <p:pic>
        <p:nvPicPr>
          <p:cNvPr id="2" name="图片 1">
            <a:extLst>
              <a:ext uri="{FF2B5EF4-FFF2-40B4-BE49-F238E27FC236}">
                <a16:creationId xmlns:a16="http://schemas.microsoft.com/office/drawing/2014/main" id="{48BDECFA-F02D-40B1-B3D9-26C21878B62E}"/>
              </a:ext>
            </a:extLst>
          </p:cNvPr>
          <p:cNvPicPr>
            <a:picLocks noChangeAspect="1"/>
          </p:cNvPicPr>
          <p:nvPr/>
        </p:nvPicPr>
        <p:blipFill>
          <a:blip r:embed="rId3"/>
          <a:stretch>
            <a:fillRect/>
          </a:stretch>
        </p:blipFill>
        <p:spPr>
          <a:xfrm>
            <a:off x="3392307" y="3246189"/>
            <a:ext cx="5594033" cy="3211169"/>
          </a:xfrm>
          <a:prstGeom prst="rect">
            <a:avLst/>
          </a:prstGeom>
        </p:spPr>
      </p:pic>
      <p:sp>
        <p:nvSpPr>
          <p:cNvPr id="3" name="标题 1">
            <a:extLst>
              <a:ext uri="{FF2B5EF4-FFF2-40B4-BE49-F238E27FC236}">
                <a16:creationId xmlns:a16="http://schemas.microsoft.com/office/drawing/2014/main" id="{D6F41F8F-E89D-48E2-9AE2-703B4F1141AD}"/>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3501174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7" y="1377863"/>
            <a:ext cx="5572274" cy="5060516"/>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56545" indent="-356545">
              <a:lnSpc>
                <a:spcPts val="3194"/>
              </a:lnSpc>
              <a:spcBef>
                <a:spcPts val="1198"/>
              </a:spcBef>
            </a:pPr>
            <a:r>
              <a:rPr lang="zh-CN" altLang="en-US" sz="2396" kern="0" dirty="0"/>
              <a:t>冲突避免：</a:t>
            </a:r>
            <a:r>
              <a:rPr lang="en-US" altLang="zh-CN" sz="2396" kern="0" dirty="0"/>
              <a:t>RTS-CTS</a:t>
            </a:r>
            <a:r>
              <a:rPr lang="zh-CN" altLang="en-US" sz="2396" kern="0" dirty="0"/>
              <a:t>机制</a:t>
            </a:r>
            <a:endParaRPr lang="en-US" altLang="zh-CN" sz="2396" kern="0" dirty="0"/>
          </a:p>
          <a:p>
            <a:pPr marL="717844" lvl="1" indent="-313759">
              <a:lnSpc>
                <a:spcPts val="3194"/>
              </a:lnSpc>
              <a:spcBef>
                <a:spcPts val="599"/>
              </a:spcBef>
            </a:pPr>
            <a:r>
              <a:rPr lang="zh-CN" altLang="en-US" sz="2200" b="1" kern="0" dirty="0">
                <a:solidFill>
                  <a:srgbClr val="C00000"/>
                </a:solidFill>
              </a:rPr>
              <a:t>通过信道预约，避免长帧冲突</a:t>
            </a:r>
            <a:endParaRPr lang="en-US" altLang="zh-CN" sz="2200" b="1" kern="0" dirty="0">
              <a:solidFill>
                <a:srgbClr val="C00000"/>
              </a:solidFill>
            </a:endParaRPr>
          </a:p>
          <a:p>
            <a:pPr marL="717844" lvl="1" indent="-313759">
              <a:lnSpc>
                <a:spcPts val="3194"/>
              </a:lnSpc>
              <a:spcBef>
                <a:spcPts val="599"/>
              </a:spcBef>
            </a:pPr>
            <a:r>
              <a:rPr lang="zh-CN" altLang="en-US" sz="2200" dirty="0"/>
              <a:t>发送端发送</a:t>
            </a:r>
            <a:r>
              <a:rPr lang="en-US" altLang="zh-CN" sz="2200" dirty="0"/>
              <a:t>RTS</a:t>
            </a:r>
            <a:r>
              <a:rPr lang="zh-CN" altLang="en-US" sz="2200" dirty="0"/>
              <a:t>（</a:t>
            </a:r>
            <a:r>
              <a:rPr lang="en-US" altLang="zh-CN" sz="2200" dirty="0"/>
              <a:t>request to send</a:t>
            </a:r>
            <a:r>
              <a:rPr lang="zh-CN" altLang="en-US" sz="2200" dirty="0"/>
              <a:t>）</a:t>
            </a:r>
          </a:p>
          <a:p>
            <a:pPr marL="717844" lvl="1" indent="-313759">
              <a:lnSpc>
                <a:spcPts val="3194"/>
              </a:lnSpc>
              <a:spcBef>
                <a:spcPts val="599"/>
              </a:spcBef>
            </a:pPr>
            <a:r>
              <a:rPr lang="zh-CN" altLang="en-US" sz="2200" dirty="0"/>
              <a:t>接收端回送</a:t>
            </a:r>
            <a:r>
              <a:rPr lang="en-US" altLang="zh-CN" sz="2200" dirty="0"/>
              <a:t>CTS</a:t>
            </a:r>
            <a:r>
              <a:rPr lang="zh-CN" altLang="en-US" sz="2200" dirty="0"/>
              <a:t>（</a:t>
            </a:r>
            <a:r>
              <a:rPr lang="en-US" altLang="zh-CN" sz="2200" dirty="0"/>
              <a:t>clear to send</a:t>
            </a:r>
            <a:r>
              <a:rPr lang="zh-CN" altLang="en-US" sz="2200" dirty="0"/>
              <a:t>） </a:t>
            </a:r>
            <a:endParaRPr lang="en-US" altLang="zh-CN" sz="2200" dirty="0"/>
          </a:p>
          <a:p>
            <a:pPr marL="717844" lvl="1" indent="-313759">
              <a:lnSpc>
                <a:spcPts val="3194"/>
              </a:lnSpc>
              <a:spcBef>
                <a:spcPts val="599"/>
              </a:spcBef>
            </a:pPr>
            <a:r>
              <a:rPr lang="en-US" altLang="zh-CN" sz="2200" dirty="0"/>
              <a:t>RTS</a:t>
            </a:r>
            <a:r>
              <a:rPr lang="zh-CN" altLang="en-US" sz="2200" dirty="0"/>
              <a:t>和</a:t>
            </a:r>
            <a:r>
              <a:rPr lang="en-US" altLang="zh-CN" sz="2200" dirty="0"/>
              <a:t>CTS</a:t>
            </a:r>
            <a:r>
              <a:rPr lang="zh-CN" altLang="en-US" sz="2200" dirty="0"/>
              <a:t>的</a:t>
            </a:r>
            <a:r>
              <a:rPr lang="en-US" altLang="zh-CN" sz="2200" dirty="0"/>
              <a:t>Duration ID</a:t>
            </a:r>
            <a:r>
              <a:rPr lang="zh-CN" altLang="en-US" sz="2200" dirty="0"/>
              <a:t>指明传输所需时间（数据</a:t>
            </a:r>
            <a:r>
              <a:rPr lang="en-US" altLang="zh-CN" sz="2200" dirty="0"/>
              <a:t>+</a:t>
            </a:r>
            <a:r>
              <a:rPr lang="zh-CN" altLang="en-US" sz="2200" dirty="0"/>
              <a:t>控制）</a:t>
            </a:r>
            <a:endParaRPr lang="en-US" altLang="zh-CN" sz="2200" dirty="0"/>
          </a:p>
          <a:p>
            <a:pPr marL="717844" lvl="1" indent="-313759">
              <a:lnSpc>
                <a:spcPts val="3194"/>
              </a:lnSpc>
              <a:spcBef>
                <a:spcPts val="599"/>
              </a:spcBef>
            </a:pPr>
            <a:r>
              <a:rPr lang="zh-CN" altLang="en-US" sz="2200" dirty="0"/>
              <a:t>其他相关站点收到</a:t>
            </a:r>
            <a:r>
              <a:rPr lang="en-US" altLang="zh-CN" sz="2200" dirty="0"/>
              <a:t>RTS</a:t>
            </a:r>
            <a:r>
              <a:rPr lang="zh-CN" altLang="en-US" sz="2200" dirty="0"/>
              <a:t>或</a:t>
            </a:r>
            <a:r>
              <a:rPr lang="en-US" altLang="zh-CN" sz="2200" dirty="0"/>
              <a:t>CTS</a:t>
            </a:r>
            <a:r>
              <a:rPr lang="zh-CN" altLang="en-US" sz="2200" dirty="0"/>
              <a:t>，</a:t>
            </a:r>
            <a:r>
              <a:rPr lang="zh-CN" altLang="en-US" sz="2200" kern="0" dirty="0"/>
              <a:t>维护</a:t>
            </a:r>
            <a:r>
              <a:rPr lang="en-US" altLang="zh-CN" sz="2200" kern="0" dirty="0"/>
              <a:t>NAV</a:t>
            </a:r>
            <a:r>
              <a:rPr lang="zh-CN" altLang="en-US" sz="2200" kern="0" dirty="0"/>
              <a:t>（</a:t>
            </a:r>
            <a:r>
              <a:rPr lang="en-US" altLang="zh-CN" sz="2200" dirty="0"/>
              <a:t>Network Allocation Vector </a:t>
            </a:r>
            <a:r>
              <a:rPr lang="zh-CN" altLang="en-US" sz="2200" dirty="0"/>
              <a:t>）</a:t>
            </a:r>
            <a:endParaRPr lang="en-US" altLang="zh-CN" sz="2200" dirty="0"/>
          </a:p>
          <a:p>
            <a:pPr marL="984063" lvl="2" indent="-180649">
              <a:lnSpc>
                <a:spcPts val="3194"/>
              </a:lnSpc>
              <a:spcBef>
                <a:spcPts val="0"/>
              </a:spcBef>
            </a:pPr>
            <a:r>
              <a:rPr lang="zh-CN" altLang="en-US" kern="0" dirty="0"/>
              <a:t>虚拟载波侦听（</a:t>
            </a:r>
            <a:r>
              <a:rPr lang="en-US" altLang="zh-CN" kern="0" dirty="0"/>
              <a:t>Virtual Carrier Sense</a:t>
            </a:r>
            <a:r>
              <a:rPr lang="zh-CN" altLang="en-US" kern="0" dirty="0"/>
              <a:t>）</a:t>
            </a:r>
            <a:endParaRPr lang="en-US" altLang="zh-CN" kern="0" dirty="0"/>
          </a:p>
          <a:p>
            <a:pPr marL="717844" lvl="1" indent="-313759">
              <a:lnSpc>
                <a:spcPts val="3194"/>
              </a:lnSpc>
              <a:spcBef>
                <a:spcPts val="599"/>
              </a:spcBef>
            </a:pPr>
            <a:r>
              <a:rPr lang="zh-CN" altLang="en-US" sz="2200" dirty="0"/>
              <a:t>通常</a:t>
            </a:r>
            <a:r>
              <a:rPr lang="en-US" altLang="zh-CN" sz="2200" dirty="0"/>
              <a:t>RTS</a:t>
            </a:r>
            <a:r>
              <a:rPr lang="zh-CN" altLang="en-US" sz="2200" dirty="0"/>
              <a:t>和</a:t>
            </a:r>
            <a:r>
              <a:rPr lang="en-US" altLang="zh-CN" sz="2200" dirty="0"/>
              <a:t>CTS</a:t>
            </a:r>
            <a:r>
              <a:rPr lang="zh-CN" altLang="en-US" sz="2200" dirty="0"/>
              <a:t>帧很短，冲突概率小，信道浪费少</a:t>
            </a:r>
            <a:endParaRPr lang="en-US" altLang="zh-CN" sz="2200" dirty="0"/>
          </a:p>
        </p:txBody>
      </p:sp>
      <p:pic>
        <p:nvPicPr>
          <p:cNvPr id="2" name="图片 1">
            <a:extLst>
              <a:ext uri="{FF2B5EF4-FFF2-40B4-BE49-F238E27FC236}">
                <a16:creationId xmlns:a16="http://schemas.microsoft.com/office/drawing/2014/main" id="{87864B2C-40EC-4697-8FDD-5DB6D87CAF18}"/>
              </a:ext>
            </a:extLst>
          </p:cNvPr>
          <p:cNvPicPr>
            <a:picLocks noChangeAspect="1"/>
          </p:cNvPicPr>
          <p:nvPr/>
        </p:nvPicPr>
        <p:blipFill>
          <a:blip r:embed="rId3"/>
          <a:stretch>
            <a:fillRect/>
          </a:stretch>
        </p:blipFill>
        <p:spPr>
          <a:xfrm>
            <a:off x="5887995" y="1632128"/>
            <a:ext cx="2996499" cy="2150732"/>
          </a:xfrm>
          <a:prstGeom prst="rect">
            <a:avLst/>
          </a:prstGeom>
        </p:spPr>
      </p:pic>
      <p:sp>
        <p:nvSpPr>
          <p:cNvPr id="8" name="Rectangle 2">
            <a:extLst>
              <a:ext uri="{FF2B5EF4-FFF2-40B4-BE49-F238E27FC236}">
                <a16:creationId xmlns:a16="http://schemas.microsoft.com/office/drawing/2014/main" id="{20EE2A6C-FA76-4EE3-A0FA-6CB56E0B4912}"/>
              </a:ext>
            </a:extLst>
          </p:cNvPr>
          <p:cNvSpPr>
            <a:spLocks noGrp="1" noChangeArrowheads="1"/>
          </p:cNvSpPr>
          <p:nvPr>
            <p:ph type="title"/>
          </p:nvPr>
        </p:nvSpPr>
        <p:spPr>
          <a:xfrm>
            <a:off x="415168" y="660665"/>
            <a:ext cx="7886700" cy="597121"/>
          </a:xfrm>
        </p:spPr>
        <p:txBody>
          <a:bodyP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标题 1">
            <a:extLst>
              <a:ext uri="{FF2B5EF4-FFF2-40B4-BE49-F238E27FC236}">
                <a16:creationId xmlns:a16="http://schemas.microsoft.com/office/drawing/2014/main" id="{0EFC5808-5119-472B-B6C9-873849FE3F02}"/>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19897804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416719"/>
            <a:ext cx="8397451" cy="1000804"/>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16929" indent="-316929">
              <a:lnSpc>
                <a:spcPts val="2995"/>
              </a:lnSpc>
              <a:spcBef>
                <a:spcPts val="599"/>
              </a:spcBef>
            </a:pPr>
            <a:r>
              <a:rPr lang="en-US" altLang="zh-CN" sz="2396" kern="0" dirty="0"/>
              <a:t>RTS-CTS</a:t>
            </a:r>
            <a:r>
              <a:rPr lang="zh-CN" altLang="en-US" sz="2396" kern="0" dirty="0"/>
              <a:t>机制示例</a:t>
            </a:r>
            <a:endParaRPr lang="en-US" altLang="zh-CN" sz="2396" kern="0" dirty="0"/>
          </a:p>
          <a:p>
            <a:pPr marL="717844" lvl="1" indent="-316929">
              <a:lnSpc>
                <a:spcPts val="2995"/>
              </a:lnSpc>
              <a:spcBef>
                <a:spcPts val="599"/>
              </a:spcBef>
            </a:pPr>
            <a:r>
              <a:rPr lang="zh-CN" altLang="en-US" sz="2200" kern="0" dirty="0"/>
              <a:t>源站点的隐藏站点可以接收到目的站点发送的</a:t>
            </a:r>
            <a:r>
              <a:rPr lang="en-US" altLang="zh-CN" sz="2200" kern="0" dirty="0"/>
              <a:t>CTS</a:t>
            </a:r>
          </a:p>
          <a:p>
            <a:pPr marL="404084" lvl="1" indent="0">
              <a:lnSpc>
                <a:spcPts val="2995"/>
              </a:lnSpc>
              <a:spcBef>
                <a:spcPts val="0"/>
              </a:spcBef>
              <a:buNone/>
            </a:pPr>
            <a:endParaRPr lang="en-US" altLang="zh-CN" sz="1996" kern="0" dirty="0"/>
          </a:p>
        </p:txBody>
      </p:sp>
      <p:pic>
        <p:nvPicPr>
          <p:cNvPr id="3" name="图片 2">
            <a:extLst>
              <a:ext uri="{FF2B5EF4-FFF2-40B4-BE49-F238E27FC236}">
                <a16:creationId xmlns:a16="http://schemas.microsoft.com/office/drawing/2014/main" id="{AB493463-C31E-4748-9966-A812FEA5F0AC}"/>
              </a:ext>
            </a:extLst>
          </p:cNvPr>
          <p:cNvPicPr>
            <a:picLocks noChangeAspect="1"/>
          </p:cNvPicPr>
          <p:nvPr/>
        </p:nvPicPr>
        <p:blipFill>
          <a:blip r:embed="rId3"/>
          <a:stretch>
            <a:fillRect/>
          </a:stretch>
        </p:blipFill>
        <p:spPr>
          <a:xfrm>
            <a:off x="855287" y="2797796"/>
            <a:ext cx="7350714" cy="3399539"/>
          </a:xfrm>
          <a:prstGeom prst="rect">
            <a:avLst/>
          </a:prstGeom>
        </p:spPr>
      </p:pic>
      <p:sp>
        <p:nvSpPr>
          <p:cNvPr id="8" name="Rectangle 2">
            <a:extLst>
              <a:ext uri="{FF2B5EF4-FFF2-40B4-BE49-F238E27FC236}">
                <a16:creationId xmlns:a16="http://schemas.microsoft.com/office/drawing/2014/main" id="{7AE7BC2F-554B-46E9-A585-9506409C9CF9}"/>
              </a:ext>
            </a:extLst>
          </p:cNvPr>
          <p:cNvSpPr>
            <a:spLocks noGrp="1" noChangeArrowheads="1"/>
          </p:cNvSpPr>
          <p:nvPr>
            <p:ph type="title"/>
          </p:nvPr>
        </p:nvSpPr>
        <p:spPr>
          <a:xfrm>
            <a:off x="415168" y="660665"/>
            <a:ext cx="7886700" cy="597121"/>
          </a:xfrm>
        </p:spPr>
        <p:txBody>
          <a:bodyP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标题 1">
            <a:extLst>
              <a:ext uri="{FF2B5EF4-FFF2-40B4-BE49-F238E27FC236}">
                <a16:creationId xmlns:a16="http://schemas.microsoft.com/office/drawing/2014/main" id="{4960BE0D-FA9A-408B-A080-31805C9C3DDB}"/>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1456127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内容占位符 3">
            <a:extLst>
              <a:ext uri="{FF2B5EF4-FFF2-40B4-BE49-F238E27FC236}">
                <a16:creationId xmlns:a16="http://schemas.microsoft.com/office/drawing/2014/main" id="{9EABD202-23A3-460B-B514-8DB70F532E6E}"/>
              </a:ext>
            </a:extLst>
          </p:cNvPr>
          <p:cNvSpPr txBox="1">
            <a:spLocks/>
          </p:cNvSpPr>
          <p:nvPr/>
        </p:nvSpPr>
        <p:spPr bwMode="auto">
          <a:xfrm>
            <a:off x="415168" y="1503123"/>
            <a:ext cx="8194977" cy="1428508"/>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rgbClr val="C00000"/>
              </a:buClr>
              <a:buSzPct val="85000"/>
              <a:buFont typeface="ZapfDingbats" pitchFamily="82" charset="2"/>
              <a:buChar char="r"/>
              <a:defRPr sz="28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4588"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3375" indent="-230188"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marL="316929" indent="-316929">
              <a:lnSpc>
                <a:spcPts val="2995"/>
              </a:lnSpc>
              <a:spcBef>
                <a:spcPts val="599"/>
              </a:spcBef>
            </a:pPr>
            <a:r>
              <a:rPr lang="zh-CN" altLang="en-US" sz="2396" kern="0" dirty="0"/>
              <a:t>无线链路较高的出错率</a:t>
            </a:r>
            <a:endParaRPr lang="en-US" altLang="zh-CN" sz="2396" kern="0" dirty="0"/>
          </a:p>
          <a:p>
            <a:pPr lvl="1">
              <a:lnSpc>
                <a:spcPts val="2995"/>
              </a:lnSpc>
            </a:pPr>
            <a:r>
              <a:rPr lang="zh-CN" altLang="zh-CN" sz="2200" dirty="0"/>
              <a:t>采用较小的帧</a:t>
            </a:r>
            <a:r>
              <a:rPr lang="zh-CN" altLang="en-US" sz="2200" dirty="0"/>
              <a:t>（</a:t>
            </a:r>
            <a:r>
              <a:rPr lang="zh-CN" altLang="zh-CN" sz="2200" dirty="0"/>
              <a:t>数据帧分段机制对用户透明</a:t>
            </a:r>
            <a:r>
              <a:rPr lang="zh-CN" altLang="en-US" sz="2200" dirty="0"/>
              <a:t>）</a:t>
            </a:r>
            <a:endParaRPr lang="zh-CN" altLang="zh-CN" sz="2200" dirty="0"/>
          </a:p>
          <a:p>
            <a:pPr lvl="1">
              <a:lnSpc>
                <a:spcPts val="2995"/>
              </a:lnSpc>
            </a:pPr>
            <a:r>
              <a:rPr lang="en-US" altLang="zh-CN" sz="2200" dirty="0"/>
              <a:t>F</a:t>
            </a:r>
            <a:r>
              <a:rPr lang="en-US" altLang="zh-CN" sz="2200" baseline="-25000" dirty="0"/>
              <a:t>i</a:t>
            </a:r>
            <a:r>
              <a:rPr lang="zh-CN" altLang="zh-CN" sz="2200" dirty="0"/>
              <a:t>帧中携带</a:t>
            </a:r>
            <a:r>
              <a:rPr lang="en-US" altLang="zh-CN" sz="2200" dirty="0"/>
              <a:t>F</a:t>
            </a:r>
            <a:r>
              <a:rPr lang="en-US" altLang="zh-CN" sz="2200" baseline="-25000" dirty="0"/>
              <a:t>i+1</a:t>
            </a:r>
            <a:r>
              <a:rPr lang="zh-CN" altLang="zh-CN" sz="2200" dirty="0"/>
              <a:t>的传输时间</a:t>
            </a:r>
          </a:p>
        </p:txBody>
      </p:sp>
      <p:pic>
        <p:nvPicPr>
          <p:cNvPr id="2" name="图片 1">
            <a:extLst>
              <a:ext uri="{FF2B5EF4-FFF2-40B4-BE49-F238E27FC236}">
                <a16:creationId xmlns:a16="http://schemas.microsoft.com/office/drawing/2014/main" id="{1BFD65E2-FF51-4F19-9A82-3BA3B41C020F}"/>
              </a:ext>
            </a:extLst>
          </p:cNvPr>
          <p:cNvPicPr>
            <a:picLocks noChangeAspect="1"/>
          </p:cNvPicPr>
          <p:nvPr/>
        </p:nvPicPr>
        <p:blipFill>
          <a:blip r:embed="rId2"/>
          <a:stretch>
            <a:fillRect/>
          </a:stretch>
        </p:blipFill>
        <p:spPr>
          <a:xfrm>
            <a:off x="533854" y="3047162"/>
            <a:ext cx="8076291" cy="3462244"/>
          </a:xfrm>
          <a:prstGeom prst="rect">
            <a:avLst/>
          </a:prstGeom>
        </p:spPr>
      </p:pic>
      <p:sp>
        <p:nvSpPr>
          <p:cNvPr id="8" name="Rectangle 2">
            <a:extLst>
              <a:ext uri="{FF2B5EF4-FFF2-40B4-BE49-F238E27FC236}">
                <a16:creationId xmlns:a16="http://schemas.microsoft.com/office/drawing/2014/main" id="{07C745F7-64F2-4E65-BD71-9CC4129CB0C7}"/>
              </a:ext>
            </a:extLst>
          </p:cNvPr>
          <p:cNvSpPr>
            <a:spLocks noGrp="1" noChangeArrowheads="1"/>
          </p:cNvSpPr>
          <p:nvPr>
            <p:ph type="title"/>
          </p:nvPr>
        </p:nvSpPr>
        <p:spPr>
          <a:xfrm>
            <a:off x="415168" y="583423"/>
            <a:ext cx="7886700" cy="882122"/>
          </a:xfrm>
        </p:spPr>
        <p:txBody>
          <a:bodyP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介质访问控制方法（续）</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标题 1">
            <a:extLst>
              <a:ext uri="{FF2B5EF4-FFF2-40B4-BE49-F238E27FC236}">
                <a16:creationId xmlns:a16="http://schemas.microsoft.com/office/drawing/2014/main" id="{7B9E0B6D-0E88-4F5F-AE06-D1207BD216E8}"/>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
        <p:nvSpPr>
          <p:cNvPr id="6" name="爆炸形: 14 pt  5">
            <a:extLst>
              <a:ext uri="{FF2B5EF4-FFF2-40B4-BE49-F238E27FC236}">
                <a16:creationId xmlns:a16="http://schemas.microsoft.com/office/drawing/2014/main" id="{575737AF-9C41-44F5-ABBE-3358E06F065C}"/>
              </a:ext>
            </a:extLst>
          </p:cNvPr>
          <p:cNvSpPr/>
          <p:nvPr/>
        </p:nvSpPr>
        <p:spPr>
          <a:xfrm>
            <a:off x="7484468" y="806472"/>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5-3</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3866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01638" y="2505074"/>
            <a:ext cx="8077200" cy="923925"/>
            <a:chOff x="240" y="906"/>
            <a:chExt cx="5088" cy="582"/>
          </a:xfrm>
        </p:grpSpPr>
        <p:sp>
          <p:nvSpPr>
            <p:cNvPr id="102436" name="Rectangle 3"/>
            <p:cNvSpPr>
              <a:spLocks noChangeArrowheads="1"/>
            </p:cNvSpPr>
            <p:nvPr/>
          </p:nvSpPr>
          <p:spPr bwMode="auto">
            <a:xfrm>
              <a:off x="240"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kumimoji="0" lang="en-US" altLang="zh-CN" sz="1600" dirty="0">
                  <a:latin typeface="Arial Unicode MS" pitchFamily="34" charset="-122"/>
                  <a:ea typeface="Arial Unicode MS" pitchFamily="34" charset="-122"/>
                  <a:cs typeface="Arial Unicode MS" pitchFamily="34" charset="-122"/>
                </a:rPr>
                <a:t>Frame</a:t>
              </a:r>
            </a:p>
            <a:p>
              <a:pPr algn="ctr"/>
              <a:r>
                <a:rPr kumimoji="0" lang="en-US" altLang="zh-CN" sz="1600" dirty="0">
                  <a:latin typeface="Arial Unicode MS" pitchFamily="34" charset="-122"/>
                  <a:ea typeface="Arial Unicode MS" pitchFamily="34" charset="-122"/>
                  <a:cs typeface="Arial Unicode MS" pitchFamily="34" charset="-122"/>
                </a:rPr>
                <a:t>control</a:t>
              </a:r>
            </a:p>
          </p:txBody>
        </p:sp>
        <p:sp>
          <p:nvSpPr>
            <p:cNvPr id="102437" name="Rectangle 4"/>
            <p:cNvSpPr>
              <a:spLocks noChangeArrowheads="1"/>
            </p:cNvSpPr>
            <p:nvPr/>
          </p:nvSpPr>
          <p:spPr bwMode="auto">
            <a:xfrm>
              <a:off x="768"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altLang="zh-CN" sz="1600" dirty="0">
                  <a:latin typeface="Arial Unicode MS" pitchFamily="34" charset="-122"/>
                  <a:ea typeface="Arial Unicode MS" pitchFamily="34" charset="-122"/>
                  <a:cs typeface="Arial Unicode MS" pitchFamily="34" charset="-122"/>
                </a:rPr>
                <a:t>Duration</a:t>
              </a:r>
            </a:p>
          </p:txBody>
        </p:sp>
        <p:sp>
          <p:nvSpPr>
            <p:cNvPr id="102438" name="Rectangle 5"/>
            <p:cNvSpPr>
              <a:spLocks noChangeArrowheads="1"/>
            </p:cNvSpPr>
            <p:nvPr/>
          </p:nvSpPr>
          <p:spPr bwMode="auto">
            <a:xfrm>
              <a:off x="1296"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altLang="zh-CN" sz="1600" dirty="0">
                  <a:latin typeface="Arial Unicode MS" pitchFamily="34" charset="-122"/>
                  <a:ea typeface="Arial Unicode MS" pitchFamily="34" charset="-122"/>
                  <a:cs typeface="Arial Unicode MS" pitchFamily="34" charset="-122"/>
                </a:rPr>
                <a:t>Address</a:t>
              </a:r>
            </a:p>
            <a:p>
              <a:pPr algn="ctr"/>
              <a:r>
                <a:rPr lang="en-US" altLang="zh-CN" sz="1600" dirty="0">
                  <a:latin typeface="Arial Unicode MS" pitchFamily="34" charset="-122"/>
                  <a:ea typeface="Arial Unicode MS" pitchFamily="34" charset="-122"/>
                  <a:cs typeface="Arial Unicode MS" pitchFamily="34" charset="-122"/>
                </a:rPr>
                <a:t>1</a:t>
              </a:r>
            </a:p>
          </p:txBody>
        </p:sp>
        <p:sp>
          <p:nvSpPr>
            <p:cNvPr id="102439" name="Rectangle 6"/>
            <p:cNvSpPr>
              <a:spLocks noChangeArrowheads="1"/>
            </p:cNvSpPr>
            <p:nvPr/>
          </p:nvSpPr>
          <p:spPr bwMode="auto">
            <a:xfrm>
              <a:off x="1824"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altLang="zh-CN" sz="1600" dirty="0">
                  <a:latin typeface="Arial Unicode MS" pitchFamily="34" charset="-122"/>
                  <a:ea typeface="Arial Unicode MS" pitchFamily="34" charset="-122"/>
                  <a:cs typeface="Arial Unicode MS" pitchFamily="34" charset="-122"/>
                </a:rPr>
                <a:t>Address</a:t>
              </a:r>
            </a:p>
            <a:p>
              <a:pPr algn="ctr"/>
              <a:r>
                <a:rPr lang="en-US" altLang="zh-CN" sz="1600" dirty="0">
                  <a:latin typeface="Arial Unicode MS" pitchFamily="34" charset="-122"/>
                  <a:ea typeface="Arial Unicode MS" pitchFamily="34" charset="-122"/>
                  <a:cs typeface="Arial Unicode MS" pitchFamily="34" charset="-122"/>
                </a:rPr>
                <a:t>2</a:t>
              </a:r>
            </a:p>
          </p:txBody>
        </p:sp>
        <p:sp>
          <p:nvSpPr>
            <p:cNvPr id="102440" name="Rectangle 7"/>
            <p:cNvSpPr>
              <a:spLocks noChangeArrowheads="1"/>
            </p:cNvSpPr>
            <p:nvPr/>
          </p:nvSpPr>
          <p:spPr bwMode="auto">
            <a:xfrm>
              <a:off x="3408"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altLang="zh-CN" sz="1600" dirty="0">
                  <a:latin typeface="Arial Unicode MS" pitchFamily="34" charset="-122"/>
                  <a:ea typeface="Arial Unicode MS" pitchFamily="34" charset="-122"/>
                  <a:cs typeface="Arial Unicode MS" pitchFamily="34" charset="-122"/>
                </a:rPr>
                <a:t>Address</a:t>
              </a:r>
            </a:p>
            <a:p>
              <a:pPr algn="ctr"/>
              <a:r>
                <a:rPr lang="en-US" altLang="zh-CN" sz="1600" dirty="0">
                  <a:latin typeface="Arial Unicode MS" pitchFamily="34" charset="-122"/>
                  <a:ea typeface="Arial Unicode MS" pitchFamily="34" charset="-122"/>
                  <a:cs typeface="Arial Unicode MS" pitchFamily="34" charset="-122"/>
                </a:rPr>
                <a:t>4</a:t>
              </a:r>
            </a:p>
          </p:txBody>
        </p:sp>
        <p:sp>
          <p:nvSpPr>
            <p:cNvPr id="102441" name="Rectangle 8"/>
            <p:cNvSpPr>
              <a:spLocks noChangeArrowheads="1"/>
            </p:cNvSpPr>
            <p:nvPr/>
          </p:nvSpPr>
          <p:spPr bwMode="auto">
            <a:xfrm>
              <a:off x="2352"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altLang="zh-CN" sz="1600" dirty="0">
                  <a:latin typeface="Arial Unicode MS" pitchFamily="34" charset="-122"/>
                  <a:ea typeface="Arial Unicode MS" pitchFamily="34" charset="-122"/>
                  <a:cs typeface="Arial Unicode MS" pitchFamily="34" charset="-122"/>
                </a:rPr>
                <a:t>Address</a:t>
              </a:r>
            </a:p>
            <a:p>
              <a:pPr algn="ctr"/>
              <a:r>
                <a:rPr lang="en-US" altLang="zh-CN" sz="1600" dirty="0">
                  <a:latin typeface="Arial Unicode MS" pitchFamily="34" charset="-122"/>
                  <a:ea typeface="Arial Unicode MS" pitchFamily="34" charset="-122"/>
                  <a:cs typeface="Arial Unicode MS" pitchFamily="34" charset="-122"/>
                </a:rPr>
                <a:t>3</a:t>
              </a:r>
            </a:p>
          </p:txBody>
        </p:sp>
        <p:sp>
          <p:nvSpPr>
            <p:cNvPr id="102443" name="Rectangle 10"/>
            <p:cNvSpPr>
              <a:spLocks noChangeArrowheads="1"/>
            </p:cNvSpPr>
            <p:nvPr/>
          </p:nvSpPr>
          <p:spPr bwMode="auto">
            <a:xfrm>
              <a:off x="3936" y="1104"/>
              <a:ext cx="864" cy="384"/>
            </a:xfrm>
            <a:prstGeom prst="rect">
              <a:avLst/>
            </a:prstGeom>
            <a:solidFill>
              <a:srgbClr val="FFFF99"/>
            </a:solidFill>
            <a:ln w="9525">
              <a:solidFill>
                <a:schemeClr val="tx1"/>
              </a:solidFill>
              <a:miter lim="800000"/>
              <a:headEnd/>
              <a:tailEnd/>
            </a:ln>
          </p:spPr>
          <p:txBody>
            <a:bodyPr wrap="none" anchor="ctr"/>
            <a:lstStyle/>
            <a:p>
              <a:pPr algn="ctr"/>
              <a:r>
                <a:rPr kumimoji="0" lang="en-US" altLang="zh-CN" sz="1600" dirty="0">
                  <a:latin typeface="Arial Unicode MS" pitchFamily="34" charset="-122"/>
                  <a:ea typeface="Arial Unicode MS" pitchFamily="34" charset="-122"/>
                  <a:cs typeface="Arial Unicode MS" pitchFamily="34" charset="-122"/>
                </a:rPr>
                <a:t>Payload</a:t>
              </a:r>
            </a:p>
          </p:txBody>
        </p:sp>
        <p:sp>
          <p:nvSpPr>
            <p:cNvPr id="102444" name="Rectangle 11"/>
            <p:cNvSpPr>
              <a:spLocks noChangeArrowheads="1"/>
            </p:cNvSpPr>
            <p:nvPr/>
          </p:nvSpPr>
          <p:spPr bwMode="auto">
            <a:xfrm>
              <a:off x="4800"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altLang="zh-CN" sz="1600" dirty="0">
                  <a:latin typeface="Arial Unicode MS" pitchFamily="34" charset="-122"/>
                  <a:ea typeface="Arial Unicode MS" pitchFamily="34" charset="-122"/>
                  <a:cs typeface="Arial Unicode MS" pitchFamily="34" charset="-122"/>
                </a:rPr>
                <a:t>CRC</a:t>
              </a:r>
            </a:p>
          </p:txBody>
        </p:sp>
        <p:sp>
          <p:nvSpPr>
            <p:cNvPr id="102445" name="Text Box 12"/>
            <p:cNvSpPr txBox="1">
              <a:spLocks noChangeArrowheads="1"/>
            </p:cNvSpPr>
            <p:nvPr/>
          </p:nvSpPr>
          <p:spPr bwMode="auto">
            <a:xfrm>
              <a:off x="426" y="912"/>
              <a:ext cx="196" cy="231"/>
            </a:xfrm>
            <a:prstGeom prst="rect">
              <a:avLst/>
            </a:prstGeom>
            <a:noFill/>
            <a:ln w="9525">
              <a:noFill/>
              <a:miter lim="800000"/>
              <a:headEnd/>
              <a:tailEnd/>
            </a:ln>
          </p:spPr>
          <p:txBody>
            <a:bodyPr wrap="none">
              <a:spAutoFit/>
            </a:bodyPr>
            <a:lstStyle/>
            <a:p>
              <a:r>
                <a:rPr kumimoji="0" lang="en-US" altLang="zh-CN" sz="1800" dirty="0">
                  <a:latin typeface="Arial Unicode MS" pitchFamily="34" charset="-122"/>
                  <a:ea typeface="Arial Unicode MS" pitchFamily="34" charset="-122"/>
                  <a:cs typeface="Arial Unicode MS" pitchFamily="34" charset="-122"/>
                </a:rPr>
                <a:t>2</a:t>
              </a:r>
            </a:p>
          </p:txBody>
        </p:sp>
        <p:sp>
          <p:nvSpPr>
            <p:cNvPr id="102446" name="Text Box 13"/>
            <p:cNvSpPr txBox="1">
              <a:spLocks noChangeArrowheads="1"/>
            </p:cNvSpPr>
            <p:nvPr/>
          </p:nvSpPr>
          <p:spPr bwMode="auto">
            <a:xfrm>
              <a:off x="960" y="912"/>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2</a:t>
              </a:r>
            </a:p>
          </p:txBody>
        </p:sp>
        <p:sp>
          <p:nvSpPr>
            <p:cNvPr id="102447" name="Text Box 14"/>
            <p:cNvSpPr txBox="1">
              <a:spLocks noChangeArrowheads="1"/>
            </p:cNvSpPr>
            <p:nvPr/>
          </p:nvSpPr>
          <p:spPr bwMode="auto">
            <a:xfrm>
              <a:off x="1464" y="912"/>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6</a:t>
              </a:r>
            </a:p>
          </p:txBody>
        </p:sp>
        <p:sp>
          <p:nvSpPr>
            <p:cNvPr id="102448" name="Text Box 15"/>
            <p:cNvSpPr txBox="1">
              <a:spLocks noChangeArrowheads="1"/>
            </p:cNvSpPr>
            <p:nvPr/>
          </p:nvSpPr>
          <p:spPr bwMode="auto">
            <a:xfrm>
              <a:off x="2016" y="912"/>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6</a:t>
              </a:r>
            </a:p>
          </p:txBody>
        </p:sp>
        <p:sp>
          <p:nvSpPr>
            <p:cNvPr id="102449" name="Text Box 16"/>
            <p:cNvSpPr txBox="1">
              <a:spLocks noChangeArrowheads="1"/>
            </p:cNvSpPr>
            <p:nvPr/>
          </p:nvSpPr>
          <p:spPr bwMode="auto">
            <a:xfrm>
              <a:off x="2544" y="912"/>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6</a:t>
              </a:r>
            </a:p>
          </p:txBody>
        </p:sp>
        <p:sp>
          <p:nvSpPr>
            <p:cNvPr id="102450" name="Text Box 17"/>
            <p:cNvSpPr txBox="1">
              <a:spLocks noChangeArrowheads="1"/>
            </p:cNvSpPr>
            <p:nvPr/>
          </p:nvSpPr>
          <p:spPr bwMode="auto">
            <a:xfrm>
              <a:off x="3072" y="912"/>
              <a:ext cx="196" cy="231"/>
            </a:xfrm>
            <a:prstGeom prst="rect">
              <a:avLst/>
            </a:prstGeom>
            <a:noFill/>
            <a:ln w="9525">
              <a:noFill/>
              <a:miter lim="800000"/>
              <a:headEnd/>
              <a:tailEnd/>
            </a:ln>
          </p:spPr>
          <p:txBody>
            <a:bodyPr wrap="none">
              <a:spAutoFit/>
            </a:bodyPr>
            <a:lstStyle/>
            <a:p>
              <a:r>
                <a:rPr kumimoji="0" lang="en-US" altLang="zh-CN" sz="1800" dirty="0">
                  <a:latin typeface="Arial Unicode MS" pitchFamily="34" charset="-122"/>
                  <a:ea typeface="Arial Unicode MS" pitchFamily="34" charset="-122"/>
                  <a:cs typeface="Arial Unicode MS" pitchFamily="34" charset="-122"/>
                </a:rPr>
                <a:t>2</a:t>
              </a:r>
            </a:p>
          </p:txBody>
        </p:sp>
        <p:sp>
          <p:nvSpPr>
            <p:cNvPr id="102451" name="Text Box 18"/>
            <p:cNvSpPr txBox="1">
              <a:spLocks noChangeArrowheads="1"/>
            </p:cNvSpPr>
            <p:nvPr/>
          </p:nvSpPr>
          <p:spPr bwMode="auto">
            <a:xfrm>
              <a:off x="3590" y="906"/>
              <a:ext cx="176" cy="233"/>
            </a:xfrm>
            <a:prstGeom prst="rect">
              <a:avLst/>
            </a:prstGeom>
            <a:noFill/>
            <a:ln w="9525">
              <a:noFill/>
              <a:miter lim="800000"/>
              <a:headEnd/>
              <a:tailEnd/>
            </a:ln>
          </p:spPr>
          <p:txBody>
            <a:bodyPr wrap="square">
              <a:spAutoFit/>
            </a:bodyPr>
            <a:lstStyle/>
            <a:p>
              <a:r>
                <a:rPr kumimoji="0" lang="en-US" altLang="zh-CN" sz="1800" dirty="0">
                  <a:latin typeface="Arial Unicode MS" pitchFamily="34" charset="-122"/>
                  <a:ea typeface="Arial Unicode MS" pitchFamily="34" charset="-122"/>
                  <a:cs typeface="Arial Unicode MS" pitchFamily="34" charset="-122"/>
                </a:rPr>
                <a:t>6</a:t>
              </a:r>
            </a:p>
          </p:txBody>
        </p:sp>
        <p:sp>
          <p:nvSpPr>
            <p:cNvPr id="102452" name="Text Box 19"/>
            <p:cNvSpPr txBox="1">
              <a:spLocks noChangeArrowheads="1"/>
            </p:cNvSpPr>
            <p:nvPr/>
          </p:nvSpPr>
          <p:spPr bwMode="auto">
            <a:xfrm>
              <a:off x="4078" y="912"/>
              <a:ext cx="569" cy="233"/>
            </a:xfrm>
            <a:prstGeom prst="rect">
              <a:avLst/>
            </a:prstGeom>
            <a:noFill/>
            <a:ln w="9525">
              <a:noFill/>
              <a:miter lim="800000"/>
              <a:headEnd/>
              <a:tailEnd/>
            </a:ln>
          </p:spPr>
          <p:txBody>
            <a:bodyPr wrap="none">
              <a:spAutoFit/>
            </a:bodyPr>
            <a:lstStyle/>
            <a:p>
              <a:r>
                <a:rPr kumimoji="0" lang="en-US" altLang="zh-CN" sz="1800" dirty="0">
                  <a:latin typeface="Arial Unicode MS" pitchFamily="34" charset="-122"/>
                  <a:ea typeface="Arial Unicode MS" pitchFamily="34" charset="-122"/>
                  <a:cs typeface="Arial Unicode MS" pitchFamily="34" charset="-122"/>
                </a:rPr>
                <a:t>0-2312</a:t>
              </a:r>
            </a:p>
          </p:txBody>
        </p:sp>
        <p:sp>
          <p:nvSpPr>
            <p:cNvPr id="102453" name="Text Box 20"/>
            <p:cNvSpPr txBox="1">
              <a:spLocks noChangeArrowheads="1"/>
            </p:cNvSpPr>
            <p:nvPr/>
          </p:nvSpPr>
          <p:spPr bwMode="auto">
            <a:xfrm>
              <a:off x="4959" y="910"/>
              <a:ext cx="196" cy="231"/>
            </a:xfrm>
            <a:prstGeom prst="rect">
              <a:avLst/>
            </a:prstGeom>
            <a:noFill/>
            <a:ln w="9525">
              <a:noFill/>
              <a:miter lim="800000"/>
              <a:headEnd/>
              <a:tailEnd/>
            </a:ln>
          </p:spPr>
          <p:txBody>
            <a:bodyPr wrap="none">
              <a:spAutoFit/>
            </a:bodyPr>
            <a:lstStyle/>
            <a:p>
              <a:r>
                <a:rPr kumimoji="0" lang="en-US" altLang="zh-CN" sz="1800" dirty="0">
                  <a:latin typeface="Arial Unicode MS" pitchFamily="34" charset="-122"/>
                  <a:ea typeface="Arial Unicode MS" pitchFamily="34" charset="-122"/>
                  <a:cs typeface="Arial Unicode MS" pitchFamily="34" charset="-122"/>
                </a:rPr>
                <a:t>4</a:t>
              </a:r>
            </a:p>
          </p:txBody>
        </p:sp>
        <p:sp>
          <p:nvSpPr>
            <p:cNvPr id="102454" name="Text Box 21"/>
            <p:cNvSpPr txBox="1">
              <a:spLocks noChangeArrowheads="1"/>
            </p:cNvSpPr>
            <p:nvPr/>
          </p:nvSpPr>
          <p:spPr bwMode="auto">
            <a:xfrm>
              <a:off x="2880" y="1104"/>
              <a:ext cx="528" cy="384"/>
            </a:xfrm>
            <a:prstGeom prst="rect">
              <a:avLst/>
            </a:prstGeom>
            <a:solidFill>
              <a:schemeClr val="accent6">
                <a:lumMod val="60000"/>
                <a:lumOff val="40000"/>
              </a:schemeClr>
            </a:solidFill>
            <a:ln w="9525">
              <a:solidFill>
                <a:schemeClr val="tx1"/>
              </a:solidFill>
              <a:miter lim="800000"/>
              <a:headEnd/>
              <a:tailEnd/>
            </a:ln>
          </p:spPr>
          <p:txBody>
            <a:bodyPr wrap="none" anchor="ctr"/>
            <a:lstStyle>
              <a:defPPr>
                <a:defRPr lang="zh-CN"/>
              </a:defPPr>
              <a:lvl1pPr algn="ctr">
                <a:defRPr kumimoji="0" sz="1600">
                  <a:latin typeface="Arial Unicode MS" pitchFamily="34" charset="-122"/>
                  <a:ea typeface="Arial Unicode MS" pitchFamily="34" charset="-122"/>
                  <a:cs typeface="Arial Unicode MS" pitchFamily="34" charset="-122"/>
                </a:defRPr>
              </a:lvl1pPr>
            </a:lstStyle>
            <a:p>
              <a:r>
                <a:rPr lang="en-US" altLang="zh-CN" dirty="0"/>
                <a:t>Seq</a:t>
              </a:r>
            </a:p>
            <a:p>
              <a:r>
                <a:rPr lang="en-US" altLang="zh-CN" dirty="0"/>
                <a:t>control</a:t>
              </a:r>
            </a:p>
          </p:txBody>
        </p:sp>
      </p:grpSp>
      <p:grpSp>
        <p:nvGrpSpPr>
          <p:cNvPr id="3" name="Group 22"/>
          <p:cNvGrpSpPr>
            <a:grpSpLocks/>
          </p:cNvGrpSpPr>
          <p:nvPr/>
        </p:nvGrpSpPr>
        <p:grpSpPr bwMode="auto">
          <a:xfrm>
            <a:off x="325438" y="4151310"/>
            <a:ext cx="8534400" cy="954087"/>
            <a:chOff x="240" y="1991"/>
            <a:chExt cx="5376" cy="601"/>
          </a:xfrm>
        </p:grpSpPr>
        <p:sp>
          <p:nvSpPr>
            <p:cNvPr id="102414" name="Rectangle 23"/>
            <p:cNvSpPr>
              <a:spLocks noChangeArrowheads="1"/>
            </p:cNvSpPr>
            <p:nvPr/>
          </p:nvSpPr>
          <p:spPr bwMode="auto">
            <a:xfrm>
              <a:off x="864" y="2208"/>
              <a:ext cx="624"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Type</a:t>
              </a:r>
            </a:p>
          </p:txBody>
        </p:sp>
        <p:sp>
          <p:nvSpPr>
            <p:cNvPr id="102415" name="Rectangle 24"/>
            <p:cNvSpPr>
              <a:spLocks noChangeArrowheads="1"/>
            </p:cNvSpPr>
            <p:nvPr/>
          </p:nvSpPr>
          <p:spPr bwMode="auto">
            <a:xfrm>
              <a:off x="2592"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From</a:t>
              </a:r>
            </a:p>
            <a:p>
              <a:pPr algn="ctr"/>
              <a:r>
                <a:rPr kumimoji="0" lang="en-US" altLang="zh-CN" sz="1600">
                  <a:latin typeface="Arial Unicode MS" pitchFamily="34" charset="-122"/>
                  <a:ea typeface="Arial Unicode MS" pitchFamily="34" charset="-122"/>
                  <a:cs typeface="Arial Unicode MS" pitchFamily="34" charset="-122"/>
                </a:rPr>
                <a:t>DS</a:t>
              </a:r>
            </a:p>
          </p:txBody>
        </p:sp>
        <p:sp>
          <p:nvSpPr>
            <p:cNvPr id="102416" name="Rectangle 25"/>
            <p:cNvSpPr>
              <a:spLocks noChangeArrowheads="1"/>
            </p:cNvSpPr>
            <p:nvPr/>
          </p:nvSpPr>
          <p:spPr bwMode="auto">
            <a:xfrm>
              <a:off x="1488" y="2208"/>
              <a:ext cx="67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Subtype</a:t>
              </a:r>
            </a:p>
          </p:txBody>
        </p:sp>
        <p:sp>
          <p:nvSpPr>
            <p:cNvPr id="102417" name="Rectangle 26"/>
            <p:cNvSpPr>
              <a:spLocks noChangeArrowheads="1"/>
            </p:cNvSpPr>
            <p:nvPr/>
          </p:nvSpPr>
          <p:spPr bwMode="auto">
            <a:xfrm>
              <a:off x="2160"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To</a:t>
              </a:r>
            </a:p>
            <a:p>
              <a:pPr algn="ctr"/>
              <a:r>
                <a:rPr kumimoji="0" lang="en-US" altLang="zh-CN" sz="1600">
                  <a:latin typeface="Arial Unicode MS" pitchFamily="34" charset="-122"/>
                  <a:ea typeface="Arial Unicode MS" pitchFamily="34" charset="-122"/>
                  <a:cs typeface="Arial Unicode MS" pitchFamily="34" charset="-122"/>
                </a:rPr>
                <a:t>DS</a:t>
              </a:r>
            </a:p>
          </p:txBody>
        </p:sp>
        <p:sp>
          <p:nvSpPr>
            <p:cNvPr id="102418" name="Rectangle 27"/>
            <p:cNvSpPr>
              <a:spLocks noChangeArrowheads="1"/>
            </p:cNvSpPr>
            <p:nvPr/>
          </p:nvSpPr>
          <p:spPr bwMode="auto">
            <a:xfrm>
              <a:off x="3024"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More </a:t>
              </a:r>
            </a:p>
            <a:p>
              <a:pPr algn="ctr"/>
              <a:r>
                <a:rPr kumimoji="0" lang="en-US" altLang="zh-CN" sz="1600">
                  <a:latin typeface="Arial Unicode MS" pitchFamily="34" charset="-122"/>
                  <a:ea typeface="Arial Unicode MS" pitchFamily="34" charset="-122"/>
                  <a:cs typeface="Arial Unicode MS" pitchFamily="34" charset="-122"/>
                </a:rPr>
                <a:t>frag</a:t>
              </a:r>
            </a:p>
          </p:txBody>
        </p:sp>
        <p:sp>
          <p:nvSpPr>
            <p:cNvPr id="102419" name="Rectangle 28"/>
            <p:cNvSpPr>
              <a:spLocks noChangeArrowheads="1"/>
            </p:cNvSpPr>
            <p:nvPr/>
          </p:nvSpPr>
          <p:spPr bwMode="auto">
            <a:xfrm>
              <a:off x="4752"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WEP</a:t>
              </a:r>
            </a:p>
          </p:txBody>
        </p:sp>
        <p:sp>
          <p:nvSpPr>
            <p:cNvPr id="102420" name="Rectangle 29"/>
            <p:cNvSpPr>
              <a:spLocks noChangeArrowheads="1"/>
            </p:cNvSpPr>
            <p:nvPr/>
          </p:nvSpPr>
          <p:spPr bwMode="auto">
            <a:xfrm>
              <a:off x="4320"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More</a:t>
              </a:r>
            </a:p>
            <a:p>
              <a:pPr algn="ctr"/>
              <a:r>
                <a:rPr kumimoji="0" lang="en-US" altLang="zh-CN" sz="1600">
                  <a:latin typeface="Arial Unicode MS" pitchFamily="34" charset="-122"/>
                  <a:ea typeface="Arial Unicode MS" pitchFamily="34" charset="-122"/>
                  <a:cs typeface="Arial Unicode MS" pitchFamily="34" charset="-122"/>
                </a:rPr>
                <a:t>data</a:t>
              </a:r>
            </a:p>
          </p:txBody>
        </p:sp>
        <p:sp>
          <p:nvSpPr>
            <p:cNvPr id="102421" name="Rectangle 30"/>
            <p:cNvSpPr>
              <a:spLocks noChangeArrowheads="1"/>
            </p:cNvSpPr>
            <p:nvPr/>
          </p:nvSpPr>
          <p:spPr bwMode="auto">
            <a:xfrm>
              <a:off x="3888"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Power</a:t>
              </a:r>
            </a:p>
            <a:p>
              <a:pPr algn="ctr"/>
              <a:r>
                <a:rPr kumimoji="0" lang="en-US" altLang="zh-CN" sz="1600">
                  <a:latin typeface="Arial Unicode MS" pitchFamily="34" charset="-122"/>
                  <a:ea typeface="Arial Unicode MS" pitchFamily="34" charset="-122"/>
                  <a:cs typeface="Arial Unicode MS" pitchFamily="34" charset="-122"/>
                </a:rPr>
                <a:t>mgt</a:t>
              </a:r>
            </a:p>
          </p:txBody>
        </p:sp>
        <p:sp>
          <p:nvSpPr>
            <p:cNvPr id="102422" name="Rectangle 31"/>
            <p:cNvSpPr>
              <a:spLocks noChangeArrowheads="1"/>
            </p:cNvSpPr>
            <p:nvPr/>
          </p:nvSpPr>
          <p:spPr bwMode="auto">
            <a:xfrm>
              <a:off x="3456"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Retry</a:t>
              </a:r>
            </a:p>
          </p:txBody>
        </p:sp>
        <p:sp>
          <p:nvSpPr>
            <p:cNvPr id="102423" name="Rectangle 32"/>
            <p:cNvSpPr>
              <a:spLocks noChangeArrowheads="1"/>
            </p:cNvSpPr>
            <p:nvPr/>
          </p:nvSpPr>
          <p:spPr bwMode="auto">
            <a:xfrm>
              <a:off x="5184" y="2208"/>
              <a:ext cx="432"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a:latin typeface="Arial Unicode MS" pitchFamily="34" charset="-122"/>
                  <a:ea typeface="Arial Unicode MS" pitchFamily="34" charset="-122"/>
                  <a:cs typeface="Arial Unicode MS" pitchFamily="34" charset="-122"/>
                </a:rPr>
                <a:t>Order</a:t>
              </a:r>
            </a:p>
          </p:txBody>
        </p:sp>
        <p:sp>
          <p:nvSpPr>
            <p:cNvPr id="102424" name="Rectangle 33"/>
            <p:cNvSpPr>
              <a:spLocks noChangeArrowheads="1"/>
            </p:cNvSpPr>
            <p:nvPr/>
          </p:nvSpPr>
          <p:spPr bwMode="auto">
            <a:xfrm>
              <a:off x="240" y="2208"/>
              <a:ext cx="624" cy="384"/>
            </a:xfrm>
            <a:prstGeom prst="rect">
              <a:avLst/>
            </a:prstGeom>
            <a:solidFill>
              <a:schemeClr val="accent1"/>
            </a:solidFill>
            <a:ln w="9525">
              <a:solidFill>
                <a:schemeClr val="tx1"/>
              </a:solidFill>
              <a:miter lim="800000"/>
              <a:headEnd/>
              <a:tailEnd/>
            </a:ln>
          </p:spPr>
          <p:txBody>
            <a:bodyPr wrap="none" anchor="ctr"/>
            <a:lstStyle/>
            <a:p>
              <a:pPr algn="ctr"/>
              <a:r>
                <a:rPr kumimoji="0" lang="en-US" altLang="zh-CN" sz="1600" dirty="0">
                  <a:latin typeface="Arial Unicode MS" pitchFamily="34" charset="-122"/>
                  <a:ea typeface="Arial Unicode MS" pitchFamily="34" charset="-122"/>
                  <a:cs typeface="Arial Unicode MS" pitchFamily="34" charset="-122"/>
                </a:rPr>
                <a:t>Protocol</a:t>
              </a:r>
            </a:p>
            <a:p>
              <a:pPr algn="ctr"/>
              <a:r>
                <a:rPr kumimoji="0" lang="en-US" altLang="zh-CN" sz="1600" dirty="0">
                  <a:latin typeface="Arial Unicode MS" pitchFamily="34" charset="-122"/>
                  <a:ea typeface="Arial Unicode MS" pitchFamily="34" charset="-122"/>
                  <a:cs typeface="Arial Unicode MS" pitchFamily="34" charset="-122"/>
                </a:rPr>
                <a:t>version</a:t>
              </a:r>
            </a:p>
          </p:txBody>
        </p:sp>
        <p:sp>
          <p:nvSpPr>
            <p:cNvPr id="102425" name="Text Box 34"/>
            <p:cNvSpPr txBox="1">
              <a:spLocks noChangeArrowheads="1"/>
            </p:cNvSpPr>
            <p:nvPr/>
          </p:nvSpPr>
          <p:spPr bwMode="auto">
            <a:xfrm>
              <a:off x="518" y="1991"/>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2</a:t>
              </a:r>
            </a:p>
          </p:txBody>
        </p:sp>
        <p:sp>
          <p:nvSpPr>
            <p:cNvPr id="102426" name="Text Box 35"/>
            <p:cNvSpPr txBox="1">
              <a:spLocks noChangeArrowheads="1"/>
            </p:cNvSpPr>
            <p:nvPr/>
          </p:nvSpPr>
          <p:spPr bwMode="auto">
            <a:xfrm>
              <a:off x="1104"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2</a:t>
              </a:r>
            </a:p>
          </p:txBody>
        </p:sp>
        <p:sp>
          <p:nvSpPr>
            <p:cNvPr id="102427" name="Text Box 36"/>
            <p:cNvSpPr txBox="1">
              <a:spLocks noChangeArrowheads="1"/>
            </p:cNvSpPr>
            <p:nvPr/>
          </p:nvSpPr>
          <p:spPr bwMode="auto">
            <a:xfrm>
              <a:off x="1728"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4</a:t>
              </a:r>
            </a:p>
          </p:txBody>
        </p:sp>
        <p:sp>
          <p:nvSpPr>
            <p:cNvPr id="102428" name="Text Box 37"/>
            <p:cNvSpPr txBox="1">
              <a:spLocks noChangeArrowheads="1"/>
            </p:cNvSpPr>
            <p:nvPr/>
          </p:nvSpPr>
          <p:spPr bwMode="auto">
            <a:xfrm>
              <a:off x="2304"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29" name="Text Box 38"/>
            <p:cNvSpPr txBox="1">
              <a:spLocks noChangeArrowheads="1"/>
            </p:cNvSpPr>
            <p:nvPr/>
          </p:nvSpPr>
          <p:spPr bwMode="auto">
            <a:xfrm>
              <a:off x="2688"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30" name="Text Box 39"/>
            <p:cNvSpPr txBox="1">
              <a:spLocks noChangeArrowheads="1"/>
            </p:cNvSpPr>
            <p:nvPr/>
          </p:nvSpPr>
          <p:spPr bwMode="auto">
            <a:xfrm>
              <a:off x="3120"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31" name="Text Box 40"/>
            <p:cNvSpPr txBox="1">
              <a:spLocks noChangeArrowheads="1"/>
            </p:cNvSpPr>
            <p:nvPr/>
          </p:nvSpPr>
          <p:spPr bwMode="auto">
            <a:xfrm>
              <a:off x="4464"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32" name="Text Box 41"/>
            <p:cNvSpPr txBox="1">
              <a:spLocks noChangeArrowheads="1"/>
            </p:cNvSpPr>
            <p:nvPr/>
          </p:nvSpPr>
          <p:spPr bwMode="auto">
            <a:xfrm>
              <a:off x="4896"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33" name="Text Box 42"/>
            <p:cNvSpPr txBox="1">
              <a:spLocks noChangeArrowheads="1"/>
            </p:cNvSpPr>
            <p:nvPr/>
          </p:nvSpPr>
          <p:spPr bwMode="auto">
            <a:xfrm>
              <a:off x="5280"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34" name="Text Box 43"/>
            <p:cNvSpPr txBox="1">
              <a:spLocks noChangeArrowheads="1"/>
            </p:cNvSpPr>
            <p:nvPr/>
          </p:nvSpPr>
          <p:spPr bwMode="auto">
            <a:xfrm>
              <a:off x="3600"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sp>
          <p:nvSpPr>
            <p:cNvPr id="102435" name="Text Box 44"/>
            <p:cNvSpPr txBox="1">
              <a:spLocks noChangeArrowheads="1"/>
            </p:cNvSpPr>
            <p:nvPr/>
          </p:nvSpPr>
          <p:spPr bwMode="auto">
            <a:xfrm>
              <a:off x="3984" y="2016"/>
              <a:ext cx="196" cy="231"/>
            </a:xfrm>
            <a:prstGeom prst="rect">
              <a:avLst/>
            </a:prstGeom>
            <a:noFill/>
            <a:ln w="9525">
              <a:noFill/>
              <a:miter lim="800000"/>
              <a:headEnd/>
              <a:tailEnd/>
            </a:ln>
          </p:spPr>
          <p:txBody>
            <a:bodyPr wrap="none">
              <a:spAutoFit/>
            </a:bodyPr>
            <a:lstStyle/>
            <a:p>
              <a:r>
                <a:rPr kumimoji="0" lang="en-US" altLang="zh-CN" sz="1800">
                  <a:latin typeface="Arial Unicode MS" pitchFamily="34" charset="-122"/>
                  <a:ea typeface="Arial Unicode MS" pitchFamily="34" charset="-122"/>
                  <a:cs typeface="Arial Unicode MS" pitchFamily="34" charset="-122"/>
                </a:rPr>
                <a:t>1</a:t>
              </a:r>
            </a:p>
          </p:txBody>
        </p:sp>
      </p:grpSp>
      <p:sp>
        <p:nvSpPr>
          <p:cNvPr id="102406" name="Freeform 45"/>
          <p:cNvSpPr>
            <a:spLocks/>
          </p:cNvSpPr>
          <p:nvPr/>
        </p:nvSpPr>
        <p:spPr bwMode="auto">
          <a:xfrm>
            <a:off x="312738" y="3440110"/>
            <a:ext cx="8713787" cy="1066800"/>
          </a:xfrm>
          <a:custGeom>
            <a:avLst/>
            <a:gdLst>
              <a:gd name="T0" fmla="*/ 2147483647 w 5489"/>
              <a:gd name="T1" fmla="*/ 0 h 672"/>
              <a:gd name="T2" fmla="*/ 0 w 5489"/>
              <a:gd name="T3" fmla="*/ 2147483647 h 672"/>
              <a:gd name="T4" fmla="*/ 2147483647 w 5489"/>
              <a:gd name="T5" fmla="*/ 2147483647 h 672"/>
              <a:gd name="T6" fmla="*/ 2147483647 w 5489"/>
              <a:gd name="T7" fmla="*/ 0 h 672"/>
              <a:gd name="T8" fmla="*/ 2147483647 w 5489"/>
              <a:gd name="T9" fmla="*/ 0 h 672"/>
              <a:gd name="T10" fmla="*/ 0 60000 65536"/>
              <a:gd name="T11" fmla="*/ 0 60000 65536"/>
              <a:gd name="T12" fmla="*/ 0 60000 65536"/>
              <a:gd name="T13" fmla="*/ 0 60000 65536"/>
              <a:gd name="T14" fmla="*/ 0 60000 65536"/>
              <a:gd name="T15" fmla="*/ 0 w 5489"/>
              <a:gd name="T16" fmla="*/ 0 h 672"/>
              <a:gd name="T17" fmla="*/ 5489 w 5489"/>
              <a:gd name="T18" fmla="*/ 672 h 672"/>
            </a:gdLst>
            <a:ahLst/>
            <a:cxnLst>
              <a:cxn ang="T10">
                <a:pos x="T0" y="T1"/>
              </a:cxn>
              <a:cxn ang="T11">
                <a:pos x="T2" y="T3"/>
              </a:cxn>
              <a:cxn ang="T12">
                <a:pos x="T4" y="T5"/>
              </a:cxn>
              <a:cxn ang="T13">
                <a:pos x="T6" y="T7"/>
              </a:cxn>
              <a:cxn ang="T14">
                <a:pos x="T8" y="T9"/>
              </a:cxn>
            </a:cxnLst>
            <a:rect l="T15" t="T16" r="T17" b="T18"/>
            <a:pathLst>
              <a:path w="5489" h="672">
                <a:moveTo>
                  <a:pt x="64" y="0"/>
                </a:moveTo>
                <a:lnTo>
                  <a:pt x="0" y="664"/>
                </a:lnTo>
                <a:lnTo>
                  <a:pt x="5392" y="672"/>
                </a:lnTo>
                <a:cubicBezTo>
                  <a:pt x="5489" y="561"/>
                  <a:pt x="976" y="408"/>
                  <a:pt x="584" y="0"/>
                </a:cubicBezTo>
                <a:cubicBezTo>
                  <a:pt x="152" y="0"/>
                  <a:pt x="172" y="0"/>
                  <a:pt x="64" y="0"/>
                </a:cubicBezTo>
                <a:close/>
              </a:path>
            </a:pathLst>
          </a:custGeom>
          <a:gradFill rotWithShape="1">
            <a:gsLst>
              <a:gs pos="0">
                <a:schemeClr val="tx1"/>
              </a:gs>
              <a:gs pos="100000">
                <a:schemeClr val="bg1">
                  <a:alpha val="17998"/>
                </a:schemeClr>
              </a:gs>
            </a:gsLst>
            <a:lin ang="5400000" scaled="1"/>
          </a:gradFill>
          <a:ln w="9525">
            <a:noFill/>
            <a:round/>
            <a:headEnd/>
            <a:tailEnd/>
          </a:ln>
        </p:spPr>
        <p:txBody>
          <a:bodyPr/>
          <a:lstStyle/>
          <a:p>
            <a:endParaRPr lang="zh-CN" altLang="en-US"/>
          </a:p>
        </p:txBody>
      </p:sp>
      <p:sp>
        <p:nvSpPr>
          <p:cNvPr id="102407" name="Rectangle 46"/>
          <p:cNvSpPr>
            <a:spLocks noChangeArrowheads="1"/>
          </p:cNvSpPr>
          <p:nvPr/>
        </p:nvSpPr>
        <p:spPr bwMode="auto">
          <a:xfrm>
            <a:off x="401638" y="598489"/>
            <a:ext cx="8418512" cy="796924"/>
          </a:xfrm>
          <a:prstGeom prst="rect">
            <a:avLst/>
          </a:prstGeom>
        </p:spPr>
        <p:txBody>
          <a:bodyPr vert="horz" lIns="91440" tIns="45720" rIns="91440" bIns="45720" rtlCol="0" anchor="ctr">
            <a:normAutofit/>
          </a:bodyPr>
          <a:lstStyle/>
          <a:p>
            <a:pPr>
              <a:lnSpc>
                <a:spcPct val="90000"/>
              </a:lnSpc>
              <a:spcBef>
                <a:spcPct val="0"/>
              </a:spcBef>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802.11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帧结构</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08" name="Text Box 47"/>
          <p:cNvSpPr txBox="1">
            <a:spLocks noChangeArrowheads="1"/>
          </p:cNvSpPr>
          <p:nvPr/>
        </p:nvSpPr>
        <p:spPr bwMode="auto">
          <a:xfrm>
            <a:off x="2248693" y="1541531"/>
            <a:ext cx="1962945" cy="769441"/>
          </a:xfrm>
          <a:prstGeom prst="rect">
            <a:avLst/>
          </a:prstGeom>
          <a:noFill/>
          <a:ln w="9525">
            <a:noFill/>
            <a:miter lim="800000"/>
            <a:headEnd/>
            <a:tailEnd/>
          </a:ln>
        </p:spPr>
        <p:txBody>
          <a:bodyPr wrap="square">
            <a:spAutoFit/>
          </a:bodyPr>
          <a:lstStyle/>
          <a:p>
            <a:pPr eaLnBrk="0" hangingPunct="0"/>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预留传输时间</a:t>
            </a:r>
            <a:endPar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eaLnBrk="0" hangingPunct="0"/>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rPr>
              <a:t>RTS/CTS</a:t>
            </a:r>
            <a:r>
              <a:rPr kumimoji="0"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09" name="Line 48"/>
          <p:cNvSpPr>
            <a:spLocks noChangeShapeType="1"/>
          </p:cNvSpPr>
          <p:nvPr/>
        </p:nvSpPr>
        <p:spPr bwMode="auto">
          <a:xfrm flipH="1">
            <a:off x="1787523" y="1966912"/>
            <a:ext cx="503237" cy="522284"/>
          </a:xfrm>
          <a:prstGeom prst="line">
            <a:avLst/>
          </a:prstGeom>
          <a:noFill/>
          <a:ln w="9525">
            <a:solidFill>
              <a:schemeClr val="tx1"/>
            </a:solidFill>
            <a:round/>
            <a:headEnd/>
            <a:tailEnd type="triangle" w="med" len="med"/>
          </a:ln>
        </p:spPr>
        <p:txBody>
          <a:bodyPr wrap="none"/>
          <a:lstStyle/>
          <a:p>
            <a:endParaRPr lang="zh-CN" altLang="en-US"/>
          </a:p>
        </p:txBody>
      </p:sp>
      <p:sp>
        <p:nvSpPr>
          <p:cNvPr id="102410" name="Text Box 49"/>
          <p:cNvSpPr txBox="1">
            <a:spLocks noChangeArrowheads="1"/>
          </p:cNvSpPr>
          <p:nvPr/>
        </p:nvSpPr>
        <p:spPr bwMode="auto">
          <a:xfrm>
            <a:off x="5619433" y="1693057"/>
            <a:ext cx="1313180" cy="430887"/>
          </a:xfrm>
          <a:prstGeom prst="rect">
            <a:avLst/>
          </a:prstGeom>
          <a:noFill/>
          <a:ln w="9525">
            <a:noFill/>
            <a:miter lim="800000"/>
            <a:headEnd/>
            <a:tailEnd/>
          </a:ln>
        </p:spPr>
        <p:txBody>
          <a:bodyPr wrap="none">
            <a:spAutoFit/>
          </a:bodyPr>
          <a:lstStyle/>
          <a:p>
            <a:pPr eaLnBrk="0" hangingPunct="0"/>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帧列控制</a:t>
            </a:r>
            <a:endPar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11" name="Line 50"/>
          <p:cNvSpPr>
            <a:spLocks noChangeShapeType="1"/>
          </p:cNvSpPr>
          <p:nvPr/>
        </p:nvSpPr>
        <p:spPr bwMode="auto">
          <a:xfrm flipH="1">
            <a:off x="5183565" y="1977957"/>
            <a:ext cx="450473" cy="522285"/>
          </a:xfrm>
          <a:prstGeom prst="line">
            <a:avLst/>
          </a:prstGeom>
          <a:noFill/>
          <a:ln w="9525">
            <a:solidFill>
              <a:schemeClr val="tx1"/>
            </a:solidFill>
            <a:round/>
            <a:headEnd/>
            <a:tailEnd type="triangle" w="med" len="med"/>
          </a:ln>
        </p:spPr>
        <p:txBody>
          <a:bodyPr wrap="none"/>
          <a:lstStyle/>
          <a:p>
            <a:endParaRPr lang="zh-CN" altLang="en-US"/>
          </a:p>
        </p:txBody>
      </p:sp>
      <p:sp>
        <p:nvSpPr>
          <p:cNvPr id="102412" name="Line 51"/>
          <p:cNvSpPr>
            <a:spLocks noChangeShapeType="1"/>
          </p:cNvSpPr>
          <p:nvPr/>
        </p:nvSpPr>
        <p:spPr bwMode="auto">
          <a:xfrm flipH="1" flipV="1">
            <a:off x="1914653" y="5176834"/>
            <a:ext cx="544384" cy="609599"/>
          </a:xfrm>
          <a:prstGeom prst="line">
            <a:avLst/>
          </a:prstGeom>
          <a:noFill/>
          <a:ln w="9525">
            <a:solidFill>
              <a:schemeClr val="tx1"/>
            </a:solidFill>
            <a:round/>
            <a:headEnd/>
            <a:tailEnd type="triangle" w="med" len="med"/>
          </a:ln>
        </p:spPr>
        <p:txBody>
          <a:bodyPr wrap="none"/>
          <a:lstStyle/>
          <a:p>
            <a:endParaRPr lang="zh-CN" altLang="en-US"/>
          </a:p>
        </p:txBody>
      </p:sp>
      <p:sp>
        <p:nvSpPr>
          <p:cNvPr id="102413" name="Text Box 52"/>
          <p:cNvSpPr txBox="1">
            <a:spLocks noChangeArrowheads="1"/>
          </p:cNvSpPr>
          <p:nvPr/>
        </p:nvSpPr>
        <p:spPr bwMode="auto">
          <a:xfrm>
            <a:off x="2459037" y="5613396"/>
            <a:ext cx="4619278" cy="430887"/>
          </a:xfrm>
          <a:prstGeom prst="rect">
            <a:avLst/>
          </a:prstGeom>
          <a:noFill/>
          <a:ln w="9525">
            <a:noFill/>
            <a:miter lim="800000"/>
            <a:headEnd/>
            <a:tailEnd/>
          </a:ln>
        </p:spPr>
        <p:txBody>
          <a:bodyPr wrap="none">
            <a:spAutoFit/>
          </a:bodyPr>
          <a:lstStyle/>
          <a:p>
            <a:pPr eaLnBrk="0" hangingPunct="0"/>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帧类型（</a:t>
            </a:r>
            <a:r>
              <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rPr>
              <a:t>RTS</a:t>
            </a:r>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rPr>
              <a:t>CTS</a:t>
            </a:r>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kumimoji="0" lang="zh-CN" altLang="en-US" sz="2200" dirty="0">
                <a:latin typeface="Times New Roman" panose="02020603050405020304" pitchFamily="18" charset="0"/>
                <a:ea typeface="宋体" panose="02010600030101010101" pitchFamily="2" charset="-122"/>
                <a:cs typeface="Times New Roman" panose="02020603050405020304" pitchFamily="18" charset="0"/>
              </a:rPr>
              <a:t>、数据）</a:t>
            </a:r>
            <a:endParaRPr kumimoji="0"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标题 1">
            <a:extLst>
              <a:ext uri="{FF2B5EF4-FFF2-40B4-BE49-F238E27FC236}">
                <a16:creationId xmlns:a16="http://schemas.microsoft.com/office/drawing/2014/main" id="{D4714F50-EF53-4F47-9765-E5B7AC8CE40E}"/>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2365028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406470" y="614648"/>
            <a:ext cx="7886700" cy="878437"/>
          </a:xfrm>
        </p:spPr>
        <p:txBody>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无线局域网组网方法</a:t>
            </a:r>
          </a:p>
        </p:txBody>
      </p:sp>
      <p:sp>
        <p:nvSpPr>
          <p:cNvPr id="3" name="内容占位符 2">
            <a:extLst>
              <a:ext uri="{FF2B5EF4-FFF2-40B4-BE49-F238E27FC236}">
                <a16:creationId xmlns:a16="http://schemas.microsoft.com/office/drawing/2014/main" id="{280A84BA-CCF4-4ED0-83F0-EF21A0E6B548}"/>
              </a:ext>
            </a:extLst>
          </p:cNvPr>
          <p:cNvSpPr>
            <a:spLocks noGrp="1"/>
          </p:cNvSpPr>
          <p:nvPr>
            <p:ph idx="1"/>
          </p:nvPr>
        </p:nvSpPr>
        <p:spPr>
          <a:xfrm>
            <a:off x="471053" y="1562082"/>
            <a:ext cx="8283268" cy="4507264"/>
          </a:xfrm>
        </p:spPr>
        <p:txBody>
          <a:bodyPr>
            <a:normAutofit/>
          </a:bodyPr>
          <a:lstStyle/>
          <a:p>
            <a:pPr marL="355600" indent="-355600">
              <a:lnSpc>
                <a:spcPts val="3594"/>
              </a:lnSpc>
              <a:spcBef>
                <a:spcPts val="599"/>
              </a:spcBef>
              <a:buClr>
                <a:srgbClr val="C00000"/>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基础架构模式</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indent="-383483">
              <a:lnSpc>
                <a:spcPts val="3594"/>
              </a:lnSpc>
              <a:spcBef>
                <a:spcPts val="599"/>
              </a:spcBef>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接入有线网络（互联网）</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indent="-383483">
              <a:lnSpc>
                <a:spcPts val="3594"/>
              </a:lnSpc>
              <a:spcBef>
                <a:spcPts val="599"/>
              </a:spcBef>
              <a:buFont typeface="Wingdings" panose="05000000000000000000" pitchFamily="2" charset="2"/>
              <a:buChar char="ü"/>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关键：如何关联到</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984063" lvl="2" indent="-266220">
              <a:lnSpc>
                <a:spcPts val="2995"/>
              </a:lnSpc>
              <a:spcBef>
                <a:spcPts val="599"/>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BSSID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Basic Service Set Identifier </a:t>
            </a:r>
          </a:p>
          <a:p>
            <a:pPr marL="1343777" lvl="3" indent="-270974">
              <a:lnSpc>
                <a:spcPts val="2995"/>
              </a:lnSpc>
              <a:spcBef>
                <a:spcPts val="599"/>
              </a:spcBef>
            </a:pPr>
            <a:r>
              <a:rPr lang="en-US" altLang="zh-CN" sz="1797"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1797"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1797" dirty="0">
                <a:latin typeface="Times New Roman" panose="02020603050405020304" pitchFamily="18" charset="0"/>
                <a:ea typeface="宋体" panose="02010600030101010101" pitchFamily="2" charset="-122"/>
                <a:cs typeface="Times New Roman" panose="02020603050405020304" pitchFamily="18" charset="0"/>
              </a:rPr>
              <a:t>MAC</a:t>
            </a:r>
            <a:r>
              <a:rPr lang="zh-CN" altLang="en-US" sz="1797" dirty="0">
                <a:latin typeface="Times New Roman" panose="02020603050405020304" pitchFamily="18" charset="0"/>
                <a:ea typeface="宋体" panose="02010600030101010101" pitchFamily="2" charset="-122"/>
                <a:cs typeface="Times New Roman" panose="02020603050405020304" pitchFamily="18" charset="0"/>
              </a:rPr>
              <a:t>地址，标识一个基本服务集</a:t>
            </a:r>
          </a:p>
          <a:p>
            <a:pPr marL="984063" lvl="2" indent="-266220">
              <a:lnSpc>
                <a:spcPts val="2995"/>
              </a:lnSpc>
              <a:spcBef>
                <a:spcPts val="599"/>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SSID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Service Set Identifier</a:t>
            </a:r>
          </a:p>
          <a:p>
            <a:pPr marL="1343777" lvl="3" indent="-270974">
              <a:lnSpc>
                <a:spcPts val="2995"/>
              </a:lnSpc>
              <a:spcBef>
                <a:spcPts val="599"/>
              </a:spcBef>
            </a:pPr>
            <a:r>
              <a:rPr lang="en-US" altLang="zh-CN" sz="1797"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sz="1797" dirty="0">
                <a:latin typeface="Times New Roman" panose="02020603050405020304" pitchFamily="18" charset="0"/>
                <a:ea typeface="宋体" panose="02010600030101010101" pitchFamily="2" charset="-122"/>
                <a:cs typeface="Times New Roman" panose="02020603050405020304" pitchFamily="18" charset="0"/>
              </a:rPr>
              <a:t>字节的网名，标识一个扩展服务集，包含一个或多个基本服务集</a:t>
            </a:r>
            <a:endParaRPr lang="en-US" altLang="zh-CN" sz="1797" dirty="0">
              <a:latin typeface="Times New Roman" panose="02020603050405020304" pitchFamily="18" charset="0"/>
              <a:ea typeface="宋体" panose="02010600030101010101" pitchFamily="2" charset="-122"/>
              <a:cs typeface="Times New Roman" panose="02020603050405020304" pitchFamily="18" charset="0"/>
            </a:endParaRPr>
          </a:p>
          <a:p>
            <a:pPr marL="984063" lvl="2" indent="-266220">
              <a:lnSpc>
                <a:spcPts val="2995"/>
              </a:lnSpc>
              <a:spcBef>
                <a:spcPts val="599"/>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关联到</a:t>
            </a:r>
            <a:r>
              <a:rPr lang="en-US" altLang="zh-CN"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的三个阶段</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1343777" lvl="3" indent="-270974">
              <a:lnSpc>
                <a:spcPts val="2995"/>
              </a:lnSpc>
              <a:spcBef>
                <a:spcPts val="599"/>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扫描（</a:t>
            </a:r>
            <a:r>
              <a:rPr lang="en-US" altLang="zh-CN" dirty="0">
                <a:latin typeface="Times New Roman" panose="02020603050405020304" pitchFamily="18" charset="0"/>
                <a:ea typeface="宋体" panose="02010600030101010101" pitchFamily="2" charset="-122"/>
                <a:cs typeface="Times New Roman" panose="02020603050405020304" pitchFamily="18" charset="0"/>
              </a:rPr>
              <a:t>Scan</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）、认证（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Authentication</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）、关联（</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Association</a:t>
            </a:r>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1">
            <a:extLst>
              <a:ext uri="{FF2B5EF4-FFF2-40B4-BE49-F238E27FC236}">
                <a16:creationId xmlns:a16="http://schemas.microsoft.com/office/drawing/2014/main" id="{5ABD672B-5EFD-4252-AB83-637997ABE71E}"/>
              </a:ext>
            </a:extLst>
          </p:cNvPr>
          <p:cNvGrpSpPr/>
          <p:nvPr/>
        </p:nvGrpSpPr>
        <p:grpSpPr>
          <a:xfrm>
            <a:off x="6004376" y="899234"/>
            <a:ext cx="2824702" cy="2252298"/>
            <a:chOff x="6936676" y="2652157"/>
            <a:chExt cx="1869703" cy="1414584"/>
          </a:xfrm>
        </p:grpSpPr>
        <p:sp>
          <p:nvSpPr>
            <p:cNvPr id="12" name="Oval 7">
              <a:extLst>
                <a:ext uri="{FF2B5EF4-FFF2-40B4-BE49-F238E27FC236}">
                  <a16:creationId xmlns:a16="http://schemas.microsoft.com/office/drawing/2014/main" id="{6EBCB6AE-12F0-4CD8-A939-7FA8BBFA53B9}"/>
                </a:ext>
              </a:extLst>
            </p:cNvPr>
            <p:cNvSpPr>
              <a:spLocks noChangeArrowheads="1"/>
            </p:cNvSpPr>
            <p:nvPr/>
          </p:nvSpPr>
          <p:spPr bwMode="auto">
            <a:xfrm>
              <a:off x="6979165" y="2893780"/>
              <a:ext cx="1635755" cy="795497"/>
            </a:xfrm>
            <a:prstGeom prst="ellipse">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1172" tIns="45581" rIns="91172" bIns="45581" anchor="ctr"/>
            <a:lstStyle/>
            <a:p>
              <a:pPr algn="ctr"/>
              <a:endParaRPr lang="x-none" altLang="x-none" sz="1600">
                <a:solidFill>
                  <a:srgbClr val="000000"/>
                </a:solidFill>
              </a:endParaRPr>
            </a:p>
          </p:txBody>
        </p:sp>
        <p:sp>
          <p:nvSpPr>
            <p:cNvPr id="16" name="Rectangle 15">
              <a:extLst>
                <a:ext uri="{FF2B5EF4-FFF2-40B4-BE49-F238E27FC236}">
                  <a16:creationId xmlns:a16="http://schemas.microsoft.com/office/drawing/2014/main" id="{F18AE45B-D9A5-4D03-AD78-49A9F6ACAFFC}"/>
                </a:ext>
              </a:extLst>
            </p:cNvPr>
            <p:cNvSpPr>
              <a:spLocks noChangeArrowheads="1"/>
            </p:cNvSpPr>
            <p:nvPr/>
          </p:nvSpPr>
          <p:spPr bwMode="auto">
            <a:xfrm>
              <a:off x="7598408" y="2652157"/>
              <a:ext cx="454319" cy="296453"/>
            </a:xfrm>
            <a:prstGeom prst="rect">
              <a:avLst/>
            </a:prstGeom>
            <a:solidFill>
              <a:schemeClr val="bg1"/>
            </a:solidFill>
            <a:ln w="12700">
              <a:solidFill>
                <a:schemeClr val="tx1"/>
              </a:solidFill>
              <a:miter lim="800000"/>
              <a:headEnd/>
              <a:tailEnd/>
            </a:ln>
          </p:spPr>
          <p:txBody>
            <a:bodyPr wrap="none" lIns="91307" tIns="45660" rIns="91307" bIns="45660" anchor="ctr"/>
            <a:lstStyle/>
            <a:p>
              <a:pPr algn="ctr"/>
              <a:r>
                <a:rPr lang="de-DE" altLang="x-none" sz="1600" dirty="0">
                  <a:solidFill>
                    <a:srgbClr val="000000"/>
                  </a:solidFill>
                  <a:latin typeface="Arial" charset="0"/>
                </a:rPr>
                <a:t>AP</a:t>
              </a:r>
            </a:p>
          </p:txBody>
        </p:sp>
        <p:sp>
          <p:nvSpPr>
            <p:cNvPr id="18" name="Rectangle 17">
              <a:extLst>
                <a:ext uri="{FF2B5EF4-FFF2-40B4-BE49-F238E27FC236}">
                  <a16:creationId xmlns:a16="http://schemas.microsoft.com/office/drawing/2014/main" id="{06130695-4F32-4876-8BE4-CF946C4F9B00}"/>
                </a:ext>
              </a:extLst>
            </p:cNvPr>
            <p:cNvSpPr>
              <a:spLocks noChangeArrowheads="1"/>
            </p:cNvSpPr>
            <p:nvPr/>
          </p:nvSpPr>
          <p:spPr bwMode="auto">
            <a:xfrm>
              <a:off x="7478085" y="3435838"/>
              <a:ext cx="666589" cy="335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58" tIns="44391" rIns="90358" bIns="44391">
              <a:spAutoFit/>
            </a:bodyPr>
            <a:lstStyle/>
            <a:p>
              <a:pPr algn="ctr"/>
              <a:r>
                <a:rPr lang="de-DE" altLang="x-none" sz="1600" dirty="0">
                  <a:solidFill>
                    <a:srgbClr val="000000"/>
                  </a:solidFill>
                  <a:latin typeface="Arial" charset="0"/>
                </a:rPr>
                <a:t>BSS</a:t>
              </a:r>
              <a:r>
                <a:rPr lang="de-DE" altLang="x-none" sz="1600" baseline="-25000" dirty="0">
                  <a:solidFill>
                    <a:srgbClr val="000000"/>
                  </a:solidFill>
                  <a:latin typeface="Arial" charset="0"/>
                </a:rPr>
                <a:t>2</a:t>
              </a:r>
              <a:endParaRPr lang="de-DE" altLang="x-none" sz="1600" dirty="0">
                <a:solidFill>
                  <a:srgbClr val="000000"/>
                </a:solidFill>
                <a:latin typeface="Arial" charset="0"/>
              </a:endParaRPr>
            </a:p>
          </p:txBody>
        </p:sp>
        <p:grpSp>
          <p:nvGrpSpPr>
            <p:cNvPr id="22" name="Group 21">
              <a:extLst>
                <a:ext uri="{FF2B5EF4-FFF2-40B4-BE49-F238E27FC236}">
                  <a16:creationId xmlns:a16="http://schemas.microsoft.com/office/drawing/2014/main" id="{CCA08D96-0B8F-408B-95D7-BDD88F618DB5}"/>
                </a:ext>
              </a:extLst>
            </p:cNvPr>
            <p:cNvGrpSpPr>
              <a:grpSpLocks/>
            </p:cNvGrpSpPr>
            <p:nvPr/>
          </p:nvGrpSpPr>
          <p:grpSpPr bwMode="auto">
            <a:xfrm>
              <a:off x="7429334" y="3171647"/>
              <a:ext cx="248942" cy="179358"/>
              <a:chOff x="1248" y="2736"/>
              <a:chExt cx="240" cy="192"/>
            </a:xfrm>
          </p:grpSpPr>
          <p:sp>
            <p:nvSpPr>
              <p:cNvPr id="247" name="Line 22">
                <a:extLst>
                  <a:ext uri="{FF2B5EF4-FFF2-40B4-BE49-F238E27FC236}">
                    <a16:creationId xmlns:a16="http://schemas.microsoft.com/office/drawing/2014/main" id="{C07303B4-28BA-4C04-81C2-12ECF084EE10}"/>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600">
                  <a:solidFill>
                    <a:srgbClr val="000000"/>
                  </a:solidFill>
                </a:endParaRPr>
              </a:p>
            </p:txBody>
          </p:sp>
          <p:sp>
            <p:nvSpPr>
              <p:cNvPr id="248" name="Line 23">
                <a:extLst>
                  <a:ext uri="{FF2B5EF4-FFF2-40B4-BE49-F238E27FC236}">
                    <a16:creationId xmlns:a16="http://schemas.microsoft.com/office/drawing/2014/main" id="{A912A5AC-B53A-407E-9624-17F4B532D900}"/>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600">
                  <a:solidFill>
                    <a:srgbClr val="000000"/>
                  </a:solidFill>
                </a:endParaRPr>
              </a:p>
            </p:txBody>
          </p:sp>
          <p:sp>
            <p:nvSpPr>
              <p:cNvPr id="249" name="Line 24">
                <a:extLst>
                  <a:ext uri="{FF2B5EF4-FFF2-40B4-BE49-F238E27FC236}">
                    <a16:creationId xmlns:a16="http://schemas.microsoft.com/office/drawing/2014/main" id="{8DBE0626-14A7-4F0B-8360-010FFEFA5E8C}"/>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solidFill>
                    <a:srgbClr val="000000"/>
                  </a:solidFill>
                </a:endParaRPr>
              </a:p>
            </p:txBody>
          </p:sp>
        </p:grpSp>
        <p:sp>
          <p:nvSpPr>
            <p:cNvPr id="26" name="Line 31">
              <a:extLst>
                <a:ext uri="{FF2B5EF4-FFF2-40B4-BE49-F238E27FC236}">
                  <a16:creationId xmlns:a16="http://schemas.microsoft.com/office/drawing/2014/main" id="{71F12AF0-7514-4FED-92E4-F9E5E021126D}"/>
                </a:ext>
              </a:extLst>
            </p:cNvPr>
            <p:cNvSpPr>
              <a:spLocks noChangeShapeType="1"/>
            </p:cNvSpPr>
            <p:nvPr/>
          </p:nvSpPr>
          <p:spPr bwMode="auto">
            <a:xfrm flipV="1">
              <a:off x="7828679" y="2948610"/>
              <a:ext cx="0" cy="1784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1172" tIns="45581" rIns="91172" bIns="45581" anchor="ctr"/>
            <a:lstStyle/>
            <a:p>
              <a:endParaRPr lang="en-US" sz="1600">
                <a:solidFill>
                  <a:srgbClr val="000000"/>
                </a:solidFill>
              </a:endParaRPr>
            </a:p>
          </p:txBody>
        </p:sp>
        <p:grpSp>
          <p:nvGrpSpPr>
            <p:cNvPr id="27" name="Group 32">
              <a:extLst>
                <a:ext uri="{FF2B5EF4-FFF2-40B4-BE49-F238E27FC236}">
                  <a16:creationId xmlns:a16="http://schemas.microsoft.com/office/drawing/2014/main" id="{6AF98E3A-164F-4753-83E1-87113A14391F}"/>
                </a:ext>
              </a:extLst>
            </p:cNvPr>
            <p:cNvGrpSpPr>
              <a:grpSpLocks/>
            </p:cNvGrpSpPr>
            <p:nvPr/>
          </p:nvGrpSpPr>
          <p:grpSpPr bwMode="auto">
            <a:xfrm flipH="1">
              <a:off x="7978044" y="3127039"/>
              <a:ext cx="248942" cy="179358"/>
              <a:chOff x="1248" y="2736"/>
              <a:chExt cx="240" cy="192"/>
            </a:xfrm>
          </p:grpSpPr>
          <p:sp>
            <p:nvSpPr>
              <p:cNvPr id="241" name="Line 33">
                <a:extLst>
                  <a:ext uri="{FF2B5EF4-FFF2-40B4-BE49-F238E27FC236}">
                    <a16:creationId xmlns:a16="http://schemas.microsoft.com/office/drawing/2014/main" id="{7172623A-C005-4E08-967E-5AD2F6595552}"/>
                  </a:ext>
                </a:extLst>
              </p:cNvPr>
              <p:cNvSpPr>
                <a:spLocks noChangeShapeType="1"/>
              </p:cNvSpPr>
              <p:nvPr/>
            </p:nvSpPr>
            <p:spPr bwMode="auto">
              <a:xfrm flipV="1">
                <a:off x="1296" y="2736"/>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600">
                  <a:solidFill>
                    <a:srgbClr val="000000"/>
                  </a:solidFill>
                </a:endParaRPr>
              </a:p>
            </p:txBody>
          </p:sp>
          <p:sp>
            <p:nvSpPr>
              <p:cNvPr id="242" name="Line 34">
                <a:extLst>
                  <a:ext uri="{FF2B5EF4-FFF2-40B4-BE49-F238E27FC236}">
                    <a16:creationId xmlns:a16="http://schemas.microsoft.com/office/drawing/2014/main" id="{D67338E4-FFEA-4604-A0DD-DA6ED62845AD}"/>
                  </a:ext>
                </a:extLst>
              </p:cNvPr>
              <p:cNvSpPr>
                <a:spLocks noChangeShapeType="1"/>
              </p:cNvSpPr>
              <p:nvPr/>
            </p:nvSpPr>
            <p:spPr bwMode="auto">
              <a:xfrm flipH="1">
                <a:off x="1248" y="2832"/>
                <a:ext cx="192" cy="9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600">
                  <a:solidFill>
                    <a:srgbClr val="000000"/>
                  </a:solidFill>
                </a:endParaRPr>
              </a:p>
            </p:txBody>
          </p:sp>
          <p:sp>
            <p:nvSpPr>
              <p:cNvPr id="243" name="Line 35">
                <a:extLst>
                  <a:ext uri="{FF2B5EF4-FFF2-40B4-BE49-F238E27FC236}">
                    <a16:creationId xmlns:a16="http://schemas.microsoft.com/office/drawing/2014/main" id="{B645E96E-A70E-49B6-9F5C-B3D8D25ED576}"/>
                  </a:ext>
                </a:extLst>
              </p:cNvPr>
              <p:cNvSpPr>
                <a:spLocks noChangeShapeType="1"/>
              </p:cNvSpPr>
              <p:nvPr/>
            </p:nvSpPr>
            <p:spPr bwMode="auto">
              <a:xfrm>
                <a:off x="1296" y="28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600">
                  <a:solidFill>
                    <a:srgbClr val="000000"/>
                  </a:solidFill>
                </a:endParaRPr>
              </a:p>
            </p:txBody>
          </p:sp>
        </p:grpSp>
        <p:sp>
          <p:nvSpPr>
            <p:cNvPr id="28" name="Text Box 36">
              <a:extLst>
                <a:ext uri="{FF2B5EF4-FFF2-40B4-BE49-F238E27FC236}">
                  <a16:creationId xmlns:a16="http://schemas.microsoft.com/office/drawing/2014/main" id="{BDE3FB2A-C2DD-4D56-A757-4125F8E344EB}"/>
                </a:ext>
              </a:extLst>
            </p:cNvPr>
            <p:cNvSpPr txBox="1">
              <a:spLocks noChangeArrowheads="1"/>
            </p:cNvSpPr>
            <p:nvPr/>
          </p:nvSpPr>
          <p:spPr bwMode="auto">
            <a:xfrm>
              <a:off x="6936676" y="3728308"/>
              <a:ext cx="642023" cy="338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07" tIns="45660" rIns="91307" bIns="45660">
              <a:spAutoFit/>
            </a:bodyPr>
            <a:lstStyle>
              <a:lvl1pPr algn="ctr" defTabSz="915988">
                <a:defRPr sz="500">
                  <a:solidFill>
                    <a:schemeClr val="tx1"/>
                  </a:solidFill>
                  <a:latin typeface="Times New Roman" charset="0"/>
                  <a:ea typeface="ＭＳ Ｐゴシック" charset="-128"/>
                </a:defRPr>
              </a:lvl1pPr>
              <a:lvl2pPr marL="742950" indent="-285750" algn="ctr" defTabSz="915988">
                <a:defRPr sz="500">
                  <a:solidFill>
                    <a:schemeClr val="tx1"/>
                  </a:solidFill>
                  <a:latin typeface="Times New Roman" charset="0"/>
                  <a:ea typeface="ＭＳ Ｐゴシック" charset="-128"/>
                </a:defRPr>
              </a:lvl2pPr>
              <a:lvl3pPr marL="1143000" indent="-228600" algn="ctr" defTabSz="915988">
                <a:defRPr sz="500">
                  <a:solidFill>
                    <a:schemeClr val="tx1"/>
                  </a:solidFill>
                  <a:latin typeface="Times New Roman" charset="0"/>
                  <a:ea typeface="ＭＳ Ｐゴシック" charset="-128"/>
                </a:defRPr>
              </a:lvl3pPr>
              <a:lvl4pPr marL="1600200" indent="-228600" algn="ctr" defTabSz="915988">
                <a:defRPr sz="500">
                  <a:solidFill>
                    <a:schemeClr val="tx1"/>
                  </a:solidFill>
                  <a:latin typeface="Times New Roman" charset="0"/>
                  <a:ea typeface="ＭＳ Ｐゴシック" charset="-128"/>
                </a:defRPr>
              </a:lvl4pPr>
              <a:lvl5pPr marL="2057400" indent="-228600" algn="ctr" defTabSz="915988">
                <a:defRPr sz="500">
                  <a:solidFill>
                    <a:schemeClr val="tx1"/>
                  </a:solidFill>
                  <a:latin typeface="Times New Roman" charset="0"/>
                  <a:ea typeface="ＭＳ Ｐゴシック" charset="-128"/>
                </a:defRPr>
              </a:lvl5pPr>
              <a:lvl6pPr marL="25146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6pPr>
              <a:lvl7pPr marL="29718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7pPr>
              <a:lvl8pPr marL="34290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8pPr>
              <a:lvl9pPr marL="38862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9pPr>
            </a:lstStyle>
            <a:p>
              <a:r>
                <a:rPr lang="de-DE" altLang="x-none" sz="1600" dirty="0">
                  <a:solidFill>
                    <a:srgbClr val="000000"/>
                  </a:solidFill>
                  <a:latin typeface="Arial" charset="0"/>
                </a:rPr>
                <a:t>STA</a:t>
              </a:r>
              <a:r>
                <a:rPr lang="de-DE" altLang="x-none" sz="1600" baseline="-25000" dirty="0">
                  <a:solidFill>
                    <a:srgbClr val="000000"/>
                  </a:solidFill>
                  <a:latin typeface="Arial" charset="0"/>
                </a:rPr>
                <a:t>2</a:t>
              </a:r>
              <a:endParaRPr lang="de-DE" altLang="x-none" sz="1600" dirty="0">
                <a:solidFill>
                  <a:srgbClr val="000000"/>
                </a:solidFill>
                <a:latin typeface="Arial" charset="0"/>
              </a:endParaRPr>
            </a:p>
          </p:txBody>
        </p:sp>
        <p:sp>
          <p:nvSpPr>
            <p:cNvPr id="29" name="Text Box 37">
              <a:extLst>
                <a:ext uri="{FF2B5EF4-FFF2-40B4-BE49-F238E27FC236}">
                  <a16:creationId xmlns:a16="http://schemas.microsoft.com/office/drawing/2014/main" id="{3792029B-9035-463B-AF0B-21A0A6C6CCD0}"/>
                </a:ext>
              </a:extLst>
            </p:cNvPr>
            <p:cNvSpPr txBox="1">
              <a:spLocks noChangeArrowheads="1"/>
            </p:cNvSpPr>
            <p:nvPr/>
          </p:nvSpPr>
          <p:spPr bwMode="auto">
            <a:xfrm>
              <a:off x="8164356" y="3707659"/>
              <a:ext cx="642023" cy="338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07" tIns="45660" rIns="91307" bIns="45660">
              <a:spAutoFit/>
            </a:bodyPr>
            <a:lstStyle>
              <a:lvl1pPr algn="ctr" defTabSz="915988">
                <a:defRPr sz="500">
                  <a:solidFill>
                    <a:schemeClr val="tx1"/>
                  </a:solidFill>
                  <a:latin typeface="Times New Roman" charset="0"/>
                  <a:ea typeface="ＭＳ Ｐゴシック" charset="-128"/>
                </a:defRPr>
              </a:lvl1pPr>
              <a:lvl2pPr marL="742950" indent="-285750" algn="ctr" defTabSz="915988">
                <a:defRPr sz="500">
                  <a:solidFill>
                    <a:schemeClr val="tx1"/>
                  </a:solidFill>
                  <a:latin typeface="Times New Roman" charset="0"/>
                  <a:ea typeface="ＭＳ Ｐゴシック" charset="-128"/>
                </a:defRPr>
              </a:lvl2pPr>
              <a:lvl3pPr marL="1143000" indent="-228600" algn="ctr" defTabSz="915988">
                <a:defRPr sz="500">
                  <a:solidFill>
                    <a:schemeClr val="tx1"/>
                  </a:solidFill>
                  <a:latin typeface="Times New Roman" charset="0"/>
                  <a:ea typeface="ＭＳ Ｐゴシック" charset="-128"/>
                </a:defRPr>
              </a:lvl3pPr>
              <a:lvl4pPr marL="1600200" indent="-228600" algn="ctr" defTabSz="915988">
                <a:defRPr sz="500">
                  <a:solidFill>
                    <a:schemeClr val="tx1"/>
                  </a:solidFill>
                  <a:latin typeface="Times New Roman" charset="0"/>
                  <a:ea typeface="ＭＳ Ｐゴシック" charset="-128"/>
                </a:defRPr>
              </a:lvl4pPr>
              <a:lvl5pPr marL="2057400" indent="-228600" algn="ctr" defTabSz="915988">
                <a:defRPr sz="500">
                  <a:solidFill>
                    <a:schemeClr val="tx1"/>
                  </a:solidFill>
                  <a:latin typeface="Times New Roman" charset="0"/>
                  <a:ea typeface="ＭＳ Ｐゴシック" charset="-128"/>
                </a:defRPr>
              </a:lvl5pPr>
              <a:lvl6pPr marL="25146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6pPr>
              <a:lvl7pPr marL="29718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7pPr>
              <a:lvl8pPr marL="34290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8pPr>
              <a:lvl9pPr marL="3886200" indent="-228600" algn="ctr" defTabSz="915988" eaLnBrk="0" fontAlgn="base" hangingPunct="0">
                <a:spcBef>
                  <a:spcPct val="0"/>
                </a:spcBef>
                <a:spcAft>
                  <a:spcPct val="0"/>
                </a:spcAft>
                <a:defRPr sz="500">
                  <a:solidFill>
                    <a:schemeClr val="tx1"/>
                  </a:solidFill>
                  <a:latin typeface="Times New Roman" charset="0"/>
                  <a:ea typeface="ＭＳ Ｐゴシック" charset="-128"/>
                </a:defRPr>
              </a:lvl9pPr>
            </a:lstStyle>
            <a:p>
              <a:r>
                <a:rPr lang="de-DE" altLang="x-none" sz="1600">
                  <a:solidFill>
                    <a:srgbClr val="000000"/>
                  </a:solidFill>
                  <a:latin typeface="Arial" charset="0"/>
                </a:rPr>
                <a:t>STA</a:t>
              </a:r>
              <a:r>
                <a:rPr lang="de-DE" altLang="x-none" sz="1600" baseline="-25000">
                  <a:solidFill>
                    <a:srgbClr val="000000"/>
                  </a:solidFill>
                  <a:latin typeface="Arial" charset="0"/>
                </a:rPr>
                <a:t>3</a:t>
              </a:r>
              <a:endParaRPr lang="de-DE" altLang="x-none" sz="1600">
                <a:solidFill>
                  <a:srgbClr val="000000"/>
                </a:solidFill>
                <a:latin typeface="Arial" charset="0"/>
              </a:endParaRPr>
            </a:p>
          </p:txBody>
        </p:sp>
        <p:grpSp>
          <p:nvGrpSpPr>
            <p:cNvPr id="31" name="Group 39">
              <a:extLst>
                <a:ext uri="{FF2B5EF4-FFF2-40B4-BE49-F238E27FC236}">
                  <a16:creationId xmlns:a16="http://schemas.microsoft.com/office/drawing/2014/main" id="{73A7C18C-E190-40A4-8D8E-E85CE98FD334}"/>
                </a:ext>
              </a:extLst>
            </p:cNvPr>
            <p:cNvGrpSpPr>
              <a:grpSpLocks/>
            </p:cNvGrpSpPr>
            <p:nvPr/>
          </p:nvGrpSpPr>
          <p:grpSpPr bwMode="auto">
            <a:xfrm>
              <a:off x="7080816" y="3306398"/>
              <a:ext cx="307028" cy="401466"/>
              <a:chOff x="1104" y="3024"/>
              <a:chExt cx="296" cy="432"/>
            </a:xfrm>
          </p:grpSpPr>
          <p:sp>
            <p:nvSpPr>
              <p:cNvPr id="137" name="Freeform 40">
                <a:extLst>
                  <a:ext uri="{FF2B5EF4-FFF2-40B4-BE49-F238E27FC236}">
                    <a16:creationId xmlns:a16="http://schemas.microsoft.com/office/drawing/2014/main" id="{66DA7FA0-2C05-42EF-A0F4-51A835A18207}"/>
                  </a:ext>
                </a:extLst>
              </p:cNvPr>
              <p:cNvSpPr>
                <a:spLocks/>
              </p:cNvSpPr>
              <p:nvPr/>
            </p:nvSpPr>
            <p:spPr bwMode="auto">
              <a:xfrm>
                <a:off x="1138" y="3298"/>
                <a:ext cx="9" cy="5"/>
              </a:xfrm>
              <a:custGeom>
                <a:avLst/>
                <a:gdLst>
                  <a:gd name="T0" fmla="*/ 0 w 206"/>
                  <a:gd name="T1" fmla="*/ 0 h 84"/>
                  <a:gd name="T2" fmla="*/ 0 w 206"/>
                  <a:gd name="T3" fmla="*/ 0 h 84"/>
                  <a:gd name="T4" fmla="*/ 0 w 206"/>
                  <a:gd name="T5" fmla="*/ 0 h 84"/>
                  <a:gd name="T6" fmla="*/ 0 w 206"/>
                  <a:gd name="T7" fmla="*/ 0 h 84"/>
                  <a:gd name="T8" fmla="*/ 0 w 206"/>
                  <a:gd name="T9" fmla="*/ 0 h 84"/>
                  <a:gd name="T10" fmla="*/ 0 60000 65536"/>
                  <a:gd name="T11" fmla="*/ 0 60000 65536"/>
                  <a:gd name="T12" fmla="*/ 0 60000 65536"/>
                  <a:gd name="T13" fmla="*/ 0 60000 65536"/>
                  <a:gd name="T14" fmla="*/ 0 60000 65536"/>
                  <a:gd name="T15" fmla="*/ 0 w 206"/>
                  <a:gd name="T16" fmla="*/ 0 h 84"/>
                  <a:gd name="T17" fmla="*/ 206 w 206"/>
                  <a:gd name="T18" fmla="*/ 84 h 84"/>
                </a:gdLst>
                <a:ahLst/>
                <a:cxnLst>
                  <a:cxn ang="T10">
                    <a:pos x="T0" y="T1"/>
                  </a:cxn>
                  <a:cxn ang="T11">
                    <a:pos x="T2" y="T3"/>
                  </a:cxn>
                  <a:cxn ang="T12">
                    <a:pos x="T4" y="T5"/>
                  </a:cxn>
                  <a:cxn ang="T13">
                    <a:pos x="T6" y="T7"/>
                  </a:cxn>
                  <a:cxn ang="T14">
                    <a:pos x="T8" y="T9"/>
                  </a:cxn>
                </a:cxnLst>
                <a:rect l="T15" t="T16" r="T17" b="T18"/>
                <a:pathLst>
                  <a:path w="206" h="84">
                    <a:moveTo>
                      <a:pt x="0" y="67"/>
                    </a:moveTo>
                    <a:lnTo>
                      <a:pt x="199" y="0"/>
                    </a:lnTo>
                    <a:lnTo>
                      <a:pt x="206" y="17"/>
                    </a:lnTo>
                    <a:lnTo>
                      <a:pt x="7" y="84"/>
                    </a:lnTo>
                    <a:lnTo>
                      <a:pt x="0" y="67"/>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38" name="Freeform 41">
                <a:extLst>
                  <a:ext uri="{FF2B5EF4-FFF2-40B4-BE49-F238E27FC236}">
                    <a16:creationId xmlns:a16="http://schemas.microsoft.com/office/drawing/2014/main" id="{22F47847-17C6-4ABB-8654-687DF761BA42}"/>
                  </a:ext>
                </a:extLst>
              </p:cNvPr>
              <p:cNvSpPr>
                <a:spLocks/>
              </p:cNvSpPr>
              <p:nvPr/>
            </p:nvSpPr>
            <p:spPr bwMode="auto">
              <a:xfrm>
                <a:off x="1197" y="3450"/>
                <a:ext cx="3" cy="6"/>
              </a:xfrm>
              <a:custGeom>
                <a:avLst/>
                <a:gdLst>
                  <a:gd name="T0" fmla="*/ 0 w 82"/>
                  <a:gd name="T1" fmla="*/ 0 h 108"/>
                  <a:gd name="T2" fmla="*/ 0 w 82"/>
                  <a:gd name="T3" fmla="*/ 0 h 108"/>
                  <a:gd name="T4" fmla="*/ 0 w 82"/>
                  <a:gd name="T5" fmla="*/ 0 h 108"/>
                  <a:gd name="T6" fmla="*/ 0 w 82"/>
                  <a:gd name="T7" fmla="*/ 0 h 108"/>
                  <a:gd name="T8" fmla="*/ 0 w 82"/>
                  <a:gd name="T9" fmla="*/ 0 h 108"/>
                  <a:gd name="T10" fmla="*/ 0 w 82"/>
                  <a:gd name="T11" fmla="*/ 0 h 108"/>
                  <a:gd name="T12" fmla="*/ 0 w 82"/>
                  <a:gd name="T13" fmla="*/ 0 h 108"/>
                  <a:gd name="T14" fmla="*/ 0 w 82"/>
                  <a:gd name="T15" fmla="*/ 0 h 108"/>
                  <a:gd name="T16" fmla="*/ 0 w 82"/>
                  <a:gd name="T17" fmla="*/ 0 h 108"/>
                  <a:gd name="T18" fmla="*/ 0 w 82"/>
                  <a:gd name="T19" fmla="*/ 0 h 108"/>
                  <a:gd name="T20" fmla="*/ 0 w 82"/>
                  <a:gd name="T21" fmla="*/ 0 h 108"/>
                  <a:gd name="T22" fmla="*/ 0 w 82"/>
                  <a:gd name="T23" fmla="*/ 0 h 1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108"/>
                  <a:gd name="T38" fmla="*/ 82 w 82"/>
                  <a:gd name="T39" fmla="*/ 108 h 10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108">
                    <a:moveTo>
                      <a:pt x="45" y="0"/>
                    </a:moveTo>
                    <a:lnTo>
                      <a:pt x="80" y="77"/>
                    </a:lnTo>
                    <a:lnTo>
                      <a:pt x="82" y="87"/>
                    </a:lnTo>
                    <a:lnTo>
                      <a:pt x="80" y="95"/>
                    </a:lnTo>
                    <a:lnTo>
                      <a:pt x="74" y="102"/>
                    </a:lnTo>
                    <a:lnTo>
                      <a:pt x="66" y="106"/>
                    </a:lnTo>
                    <a:lnTo>
                      <a:pt x="57" y="108"/>
                    </a:lnTo>
                    <a:lnTo>
                      <a:pt x="49" y="106"/>
                    </a:lnTo>
                    <a:lnTo>
                      <a:pt x="41" y="102"/>
                    </a:lnTo>
                    <a:lnTo>
                      <a:pt x="35" y="93"/>
                    </a:lnTo>
                    <a:lnTo>
                      <a:pt x="0" y="16"/>
                    </a:lnTo>
                    <a:lnTo>
                      <a:pt x="45" y="0"/>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39" name="Freeform 42">
                <a:extLst>
                  <a:ext uri="{FF2B5EF4-FFF2-40B4-BE49-F238E27FC236}">
                    <a16:creationId xmlns:a16="http://schemas.microsoft.com/office/drawing/2014/main" id="{528DB455-5181-4133-9645-86EB08647C3B}"/>
                  </a:ext>
                </a:extLst>
              </p:cNvPr>
              <p:cNvSpPr>
                <a:spLocks/>
              </p:cNvSpPr>
              <p:nvPr/>
            </p:nvSpPr>
            <p:spPr bwMode="auto">
              <a:xfrm>
                <a:off x="1187" y="3433"/>
                <a:ext cx="13" cy="18"/>
              </a:xfrm>
              <a:custGeom>
                <a:avLst/>
                <a:gdLst>
                  <a:gd name="T0" fmla="*/ 0 w 293"/>
                  <a:gd name="T1" fmla="*/ 0 h 319"/>
                  <a:gd name="T2" fmla="*/ 0 w 293"/>
                  <a:gd name="T3" fmla="*/ 0 h 319"/>
                  <a:gd name="T4" fmla="*/ 0 w 293"/>
                  <a:gd name="T5" fmla="*/ 0 h 319"/>
                  <a:gd name="T6" fmla="*/ 0 w 293"/>
                  <a:gd name="T7" fmla="*/ 0 h 319"/>
                  <a:gd name="T8" fmla="*/ 0 w 293"/>
                  <a:gd name="T9" fmla="*/ 0 h 319"/>
                  <a:gd name="T10" fmla="*/ 0 w 293"/>
                  <a:gd name="T11" fmla="*/ 0 h 319"/>
                  <a:gd name="T12" fmla="*/ 0 w 293"/>
                  <a:gd name="T13" fmla="*/ 0 h 319"/>
                  <a:gd name="T14" fmla="*/ 0 w 293"/>
                  <a:gd name="T15" fmla="*/ 0 h 319"/>
                  <a:gd name="T16" fmla="*/ 0 w 293"/>
                  <a:gd name="T17" fmla="*/ 0 h 319"/>
                  <a:gd name="T18" fmla="*/ 0 w 293"/>
                  <a:gd name="T19" fmla="*/ 0 h 319"/>
                  <a:gd name="T20" fmla="*/ 0 w 293"/>
                  <a:gd name="T21" fmla="*/ 0 h 319"/>
                  <a:gd name="T22" fmla="*/ 0 w 293"/>
                  <a:gd name="T23" fmla="*/ 0 h 319"/>
                  <a:gd name="T24" fmla="*/ 0 w 293"/>
                  <a:gd name="T25" fmla="*/ 0 h 319"/>
                  <a:gd name="T26" fmla="*/ 0 w 293"/>
                  <a:gd name="T27" fmla="*/ 0 h 319"/>
                  <a:gd name="T28" fmla="*/ 0 w 293"/>
                  <a:gd name="T29" fmla="*/ 0 h 319"/>
                  <a:gd name="T30" fmla="*/ 0 w 293"/>
                  <a:gd name="T31" fmla="*/ 0 h 319"/>
                  <a:gd name="T32" fmla="*/ 0 w 293"/>
                  <a:gd name="T33" fmla="*/ 0 h 319"/>
                  <a:gd name="T34" fmla="*/ 0 w 293"/>
                  <a:gd name="T35" fmla="*/ 0 h 319"/>
                  <a:gd name="T36" fmla="*/ 0 w 293"/>
                  <a:gd name="T37" fmla="*/ 0 h 319"/>
                  <a:gd name="T38" fmla="*/ 0 w 293"/>
                  <a:gd name="T39" fmla="*/ 0 h 319"/>
                  <a:gd name="T40" fmla="*/ 0 w 293"/>
                  <a:gd name="T41" fmla="*/ 0 h 319"/>
                  <a:gd name="T42" fmla="*/ 0 w 293"/>
                  <a:gd name="T43" fmla="*/ 0 h 319"/>
                  <a:gd name="T44" fmla="*/ 0 w 293"/>
                  <a:gd name="T45" fmla="*/ 0 h 319"/>
                  <a:gd name="T46" fmla="*/ 0 w 293"/>
                  <a:gd name="T47" fmla="*/ 0 h 319"/>
                  <a:gd name="T48" fmla="*/ 0 w 293"/>
                  <a:gd name="T49" fmla="*/ 0 h 319"/>
                  <a:gd name="T50" fmla="*/ 0 w 293"/>
                  <a:gd name="T51" fmla="*/ 0 h 319"/>
                  <a:gd name="T52" fmla="*/ 0 w 293"/>
                  <a:gd name="T53" fmla="*/ 0 h 319"/>
                  <a:gd name="T54" fmla="*/ 0 w 293"/>
                  <a:gd name="T55" fmla="*/ 0 h 319"/>
                  <a:gd name="T56" fmla="*/ 0 w 293"/>
                  <a:gd name="T57" fmla="*/ 0 h 319"/>
                  <a:gd name="T58" fmla="*/ 0 w 293"/>
                  <a:gd name="T59" fmla="*/ 0 h 319"/>
                  <a:gd name="T60" fmla="*/ 0 w 293"/>
                  <a:gd name="T61" fmla="*/ 0 h 319"/>
                  <a:gd name="T62" fmla="*/ 0 w 293"/>
                  <a:gd name="T63" fmla="*/ 0 h 319"/>
                  <a:gd name="T64" fmla="*/ 0 w 293"/>
                  <a:gd name="T65" fmla="*/ 0 h 319"/>
                  <a:gd name="T66" fmla="*/ 0 w 293"/>
                  <a:gd name="T67" fmla="*/ 0 h 319"/>
                  <a:gd name="T68" fmla="*/ 0 w 293"/>
                  <a:gd name="T69" fmla="*/ 0 h 319"/>
                  <a:gd name="T70" fmla="*/ 0 w 293"/>
                  <a:gd name="T71" fmla="*/ 0 h 319"/>
                  <a:gd name="T72" fmla="*/ 0 w 293"/>
                  <a:gd name="T73" fmla="*/ 0 h 319"/>
                  <a:gd name="T74" fmla="*/ 0 w 293"/>
                  <a:gd name="T75" fmla="*/ 0 h 319"/>
                  <a:gd name="T76" fmla="*/ 0 w 293"/>
                  <a:gd name="T77" fmla="*/ 0 h 319"/>
                  <a:gd name="T78" fmla="*/ 0 w 293"/>
                  <a:gd name="T79" fmla="*/ 0 h 319"/>
                  <a:gd name="T80" fmla="*/ 0 w 293"/>
                  <a:gd name="T81" fmla="*/ 0 h 31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93"/>
                  <a:gd name="T124" fmla="*/ 0 h 319"/>
                  <a:gd name="T125" fmla="*/ 293 w 293"/>
                  <a:gd name="T126" fmla="*/ 319 h 31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93" h="319">
                    <a:moveTo>
                      <a:pt x="247" y="317"/>
                    </a:moveTo>
                    <a:lnTo>
                      <a:pt x="261" y="307"/>
                    </a:lnTo>
                    <a:lnTo>
                      <a:pt x="275" y="287"/>
                    </a:lnTo>
                    <a:lnTo>
                      <a:pt x="285" y="256"/>
                    </a:lnTo>
                    <a:lnTo>
                      <a:pt x="292" y="218"/>
                    </a:lnTo>
                    <a:lnTo>
                      <a:pt x="293" y="173"/>
                    </a:lnTo>
                    <a:lnTo>
                      <a:pt x="288" y="120"/>
                    </a:lnTo>
                    <a:lnTo>
                      <a:pt x="274" y="62"/>
                    </a:lnTo>
                    <a:lnTo>
                      <a:pt x="251" y="0"/>
                    </a:lnTo>
                    <a:lnTo>
                      <a:pt x="235" y="5"/>
                    </a:lnTo>
                    <a:lnTo>
                      <a:pt x="219" y="10"/>
                    </a:lnTo>
                    <a:lnTo>
                      <a:pt x="204" y="17"/>
                    </a:lnTo>
                    <a:lnTo>
                      <a:pt x="188" y="22"/>
                    </a:lnTo>
                    <a:lnTo>
                      <a:pt x="172" y="28"/>
                    </a:lnTo>
                    <a:lnTo>
                      <a:pt x="157" y="34"/>
                    </a:lnTo>
                    <a:lnTo>
                      <a:pt x="140" y="40"/>
                    </a:lnTo>
                    <a:lnTo>
                      <a:pt x="125" y="45"/>
                    </a:lnTo>
                    <a:lnTo>
                      <a:pt x="110" y="52"/>
                    </a:lnTo>
                    <a:lnTo>
                      <a:pt x="94" y="58"/>
                    </a:lnTo>
                    <a:lnTo>
                      <a:pt x="78" y="63"/>
                    </a:lnTo>
                    <a:lnTo>
                      <a:pt x="63" y="69"/>
                    </a:lnTo>
                    <a:lnTo>
                      <a:pt x="47" y="75"/>
                    </a:lnTo>
                    <a:lnTo>
                      <a:pt x="31" y="81"/>
                    </a:lnTo>
                    <a:lnTo>
                      <a:pt x="15" y="86"/>
                    </a:lnTo>
                    <a:lnTo>
                      <a:pt x="0" y="92"/>
                    </a:lnTo>
                    <a:lnTo>
                      <a:pt x="15" y="122"/>
                    </a:lnTo>
                    <a:lnTo>
                      <a:pt x="30" y="152"/>
                    </a:lnTo>
                    <a:lnTo>
                      <a:pt x="48" y="177"/>
                    </a:lnTo>
                    <a:lnTo>
                      <a:pt x="65" y="201"/>
                    </a:lnTo>
                    <a:lnTo>
                      <a:pt x="82" y="222"/>
                    </a:lnTo>
                    <a:lnTo>
                      <a:pt x="101" y="242"/>
                    </a:lnTo>
                    <a:lnTo>
                      <a:pt x="119" y="259"/>
                    </a:lnTo>
                    <a:lnTo>
                      <a:pt x="136" y="274"/>
                    </a:lnTo>
                    <a:lnTo>
                      <a:pt x="154" y="287"/>
                    </a:lnTo>
                    <a:lnTo>
                      <a:pt x="171" y="297"/>
                    </a:lnTo>
                    <a:lnTo>
                      <a:pt x="186" y="306"/>
                    </a:lnTo>
                    <a:lnTo>
                      <a:pt x="202" y="312"/>
                    </a:lnTo>
                    <a:lnTo>
                      <a:pt x="215" y="316"/>
                    </a:lnTo>
                    <a:lnTo>
                      <a:pt x="227" y="318"/>
                    </a:lnTo>
                    <a:lnTo>
                      <a:pt x="238" y="319"/>
                    </a:lnTo>
                    <a:lnTo>
                      <a:pt x="247" y="317"/>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0" name="Freeform 43">
                <a:extLst>
                  <a:ext uri="{FF2B5EF4-FFF2-40B4-BE49-F238E27FC236}">
                    <a16:creationId xmlns:a16="http://schemas.microsoft.com/office/drawing/2014/main" id="{A6433807-1AE6-4D49-861B-6001DA48F7FB}"/>
                  </a:ext>
                </a:extLst>
              </p:cNvPr>
              <p:cNvSpPr>
                <a:spLocks/>
              </p:cNvSpPr>
              <p:nvPr/>
            </p:nvSpPr>
            <p:spPr bwMode="auto">
              <a:xfrm>
                <a:off x="1138" y="3299"/>
                <a:ext cx="60" cy="139"/>
              </a:xfrm>
              <a:custGeom>
                <a:avLst/>
                <a:gdLst>
                  <a:gd name="T0" fmla="*/ 0 w 1314"/>
                  <a:gd name="T1" fmla="*/ 0 h 2506"/>
                  <a:gd name="T2" fmla="*/ 0 w 1314"/>
                  <a:gd name="T3" fmla="*/ 0 h 2506"/>
                  <a:gd name="T4" fmla="*/ 0 w 1314"/>
                  <a:gd name="T5" fmla="*/ 0 h 2506"/>
                  <a:gd name="T6" fmla="*/ 0 w 1314"/>
                  <a:gd name="T7" fmla="*/ 0 h 2506"/>
                  <a:gd name="T8" fmla="*/ 0 w 1314"/>
                  <a:gd name="T9" fmla="*/ 0 h 2506"/>
                  <a:gd name="T10" fmla="*/ 0 60000 65536"/>
                  <a:gd name="T11" fmla="*/ 0 60000 65536"/>
                  <a:gd name="T12" fmla="*/ 0 60000 65536"/>
                  <a:gd name="T13" fmla="*/ 0 60000 65536"/>
                  <a:gd name="T14" fmla="*/ 0 60000 65536"/>
                  <a:gd name="T15" fmla="*/ 0 w 1314"/>
                  <a:gd name="T16" fmla="*/ 0 h 2506"/>
                  <a:gd name="T17" fmla="*/ 1314 w 1314"/>
                  <a:gd name="T18" fmla="*/ 2506 h 2506"/>
                </a:gdLst>
                <a:ahLst/>
                <a:cxnLst>
                  <a:cxn ang="T10">
                    <a:pos x="T0" y="T1"/>
                  </a:cxn>
                  <a:cxn ang="T11">
                    <a:pos x="T2" y="T3"/>
                  </a:cxn>
                  <a:cxn ang="T12">
                    <a:pos x="T4" y="T5"/>
                  </a:cxn>
                  <a:cxn ang="T13">
                    <a:pos x="T6" y="T7"/>
                  </a:cxn>
                  <a:cxn ang="T14">
                    <a:pos x="T8" y="T9"/>
                  </a:cxn>
                </a:cxnLst>
                <a:rect l="T15" t="T16" r="T17" b="T18"/>
                <a:pathLst>
                  <a:path w="1314" h="2506">
                    <a:moveTo>
                      <a:pt x="198" y="0"/>
                    </a:moveTo>
                    <a:lnTo>
                      <a:pt x="0" y="66"/>
                    </a:lnTo>
                    <a:lnTo>
                      <a:pt x="1064" y="2506"/>
                    </a:lnTo>
                    <a:lnTo>
                      <a:pt x="1314" y="2421"/>
                    </a:lnTo>
                    <a:lnTo>
                      <a:pt x="198" y="0"/>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1" name="Freeform 44">
                <a:extLst>
                  <a:ext uri="{FF2B5EF4-FFF2-40B4-BE49-F238E27FC236}">
                    <a16:creationId xmlns:a16="http://schemas.microsoft.com/office/drawing/2014/main" id="{318CAB36-EB31-491A-8B68-C716F132744F}"/>
                  </a:ext>
                </a:extLst>
              </p:cNvPr>
              <p:cNvSpPr>
                <a:spLocks/>
              </p:cNvSpPr>
              <p:nvPr/>
            </p:nvSpPr>
            <p:spPr bwMode="auto">
              <a:xfrm>
                <a:off x="1136" y="3292"/>
                <a:ext cx="11" cy="10"/>
              </a:xfrm>
              <a:custGeom>
                <a:avLst/>
                <a:gdLst>
                  <a:gd name="T0" fmla="*/ 0 w 235"/>
                  <a:gd name="T1" fmla="*/ 0 h 179"/>
                  <a:gd name="T2" fmla="*/ 0 w 235"/>
                  <a:gd name="T3" fmla="*/ 0 h 179"/>
                  <a:gd name="T4" fmla="*/ 0 w 235"/>
                  <a:gd name="T5" fmla="*/ 0 h 179"/>
                  <a:gd name="T6" fmla="*/ 0 w 235"/>
                  <a:gd name="T7" fmla="*/ 0 h 179"/>
                  <a:gd name="T8" fmla="*/ 0 w 235"/>
                  <a:gd name="T9" fmla="*/ 0 h 179"/>
                  <a:gd name="T10" fmla="*/ 0 w 235"/>
                  <a:gd name="T11" fmla="*/ 0 h 179"/>
                  <a:gd name="T12" fmla="*/ 0 60000 65536"/>
                  <a:gd name="T13" fmla="*/ 0 60000 65536"/>
                  <a:gd name="T14" fmla="*/ 0 60000 65536"/>
                  <a:gd name="T15" fmla="*/ 0 60000 65536"/>
                  <a:gd name="T16" fmla="*/ 0 60000 65536"/>
                  <a:gd name="T17" fmla="*/ 0 60000 65536"/>
                  <a:gd name="T18" fmla="*/ 0 w 235"/>
                  <a:gd name="T19" fmla="*/ 0 h 179"/>
                  <a:gd name="T20" fmla="*/ 235 w 235"/>
                  <a:gd name="T21" fmla="*/ 179 h 179"/>
                </a:gdLst>
                <a:ahLst/>
                <a:cxnLst>
                  <a:cxn ang="T12">
                    <a:pos x="T0" y="T1"/>
                  </a:cxn>
                  <a:cxn ang="T13">
                    <a:pos x="T2" y="T3"/>
                  </a:cxn>
                  <a:cxn ang="T14">
                    <a:pos x="T4" y="T5"/>
                  </a:cxn>
                  <a:cxn ang="T15">
                    <a:pos x="T6" y="T7"/>
                  </a:cxn>
                  <a:cxn ang="T16">
                    <a:pos x="T8" y="T9"/>
                  </a:cxn>
                  <a:cxn ang="T17">
                    <a:pos x="T10" y="T11"/>
                  </a:cxn>
                </a:cxnLst>
                <a:rect l="T18" t="T19" r="T20" b="T21"/>
                <a:pathLst>
                  <a:path w="235" h="179">
                    <a:moveTo>
                      <a:pt x="235" y="111"/>
                    </a:moveTo>
                    <a:lnTo>
                      <a:pt x="36" y="179"/>
                    </a:lnTo>
                    <a:lnTo>
                      <a:pt x="0" y="97"/>
                    </a:lnTo>
                    <a:lnTo>
                      <a:pt x="70" y="0"/>
                    </a:lnTo>
                    <a:lnTo>
                      <a:pt x="199" y="30"/>
                    </a:lnTo>
                    <a:lnTo>
                      <a:pt x="235" y="111"/>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2" name="Freeform 45">
                <a:extLst>
                  <a:ext uri="{FF2B5EF4-FFF2-40B4-BE49-F238E27FC236}">
                    <a16:creationId xmlns:a16="http://schemas.microsoft.com/office/drawing/2014/main" id="{2DFE01F1-460E-456D-969B-03DC63149C42}"/>
                  </a:ext>
                </a:extLst>
              </p:cNvPr>
              <p:cNvSpPr>
                <a:spLocks/>
              </p:cNvSpPr>
              <p:nvPr/>
            </p:nvSpPr>
            <p:spPr bwMode="auto">
              <a:xfrm>
                <a:off x="1147" y="3103"/>
                <a:ext cx="208" cy="202"/>
              </a:xfrm>
              <a:custGeom>
                <a:avLst/>
                <a:gdLst>
                  <a:gd name="T0" fmla="*/ 0 w 4569"/>
                  <a:gd name="T1" fmla="*/ 0 h 3641"/>
                  <a:gd name="T2" fmla="*/ 0 w 4569"/>
                  <a:gd name="T3" fmla="*/ 0 h 3641"/>
                  <a:gd name="T4" fmla="*/ 0 w 4569"/>
                  <a:gd name="T5" fmla="*/ 0 h 3641"/>
                  <a:gd name="T6" fmla="*/ 0 w 4569"/>
                  <a:gd name="T7" fmla="*/ 0 h 3641"/>
                  <a:gd name="T8" fmla="*/ 0 w 4569"/>
                  <a:gd name="T9" fmla="*/ 0 h 3641"/>
                  <a:gd name="T10" fmla="*/ 0 60000 65536"/>
                  <a:gd name="T11" fmla="*/ 0 60000 65536"/>
                  <a:gd name="T12" fmla="*/ 0 60000 65536"/>
                  <a:gd name="T13" fmla="*/ 0 60000 65536"/>
                  <a:gd name="T14" fmla="*/ 0 60000 65536"/>
                  <a:gd name="T15" fmla="*/ 0 w 4569"/>
                  <a:gd name="T16" fmla="*/ 0 h 3641"/>
                  <a:gd name="T17" fmla="*/ 4569 w 4569"/>
                  <a:gd name="T18" fmla="*/ 3641 h 3641"/>
                </a:gdLst>
                <a:ahLst/>
                <a:cxnLst>
                  <a:cxn ang="T10">
                    <a:pos x="T0" y="T1"/>
                  </a:cxn>
                  <a:cxn ang="T11">
                    <a:pos x="T2" y="T3"/>
                  </a:cxn>
                  <a:cxn ang="T12">
                    <a:pos x="T4" y="T5"/>
                  </a:cxn>
                  <a:cxn ang="T13">
                    <a:pos x="T6" y="T7"/>
                  </a:cxn>
                  <a:cxn ang="T14">
                    <a:pos x="T8" y="T9"/>
                  </a:cxn>
                </a:cxnLst>
                <a:rect l="T15" t="T16" r="T17" b="T18"/>
                <a:pathLst>
                  <a:path w="4569" h="3641">
                    <a:moveTo>
                      <a:pt x="0" y="1626"/>
                    </a:moveTo>
                    <a:lnTo>
                      <a:pt x="3650" y="0"/>
                    </a:lnTo>
                    <a:lnTo>
                      <a:pt x="4569" y="1998"/>
                    </a:lnTo>
                    <a:lnTo>
                      <a:pt x="873" y="3641"/>
                    </a:lnTo>
                    <a:lnTo>
                      <a:pt x="0" y="1626"/>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3" name="Freeform 46">
                <a:extLst>
                  <a:ext uri="{FF2B5EF4-FFF2-40B4-BE49-F238E27FC236}">
                    <a16:creationId xmlns:a16="http://schemas.microsoft.com/office/drawing/2014/main" id="{4C979FEC-A0C5-403B-B0F4-DFCCFD57AB0F}"/>
                  </a:ext>
                </a:extLst>
              </p:cNvPr>
              <p:cNvSpPr>
                <a:spLocks/>
              </p:cNvSpPr>
              <p:nvPr/>
            </p:nvSpPr>
            <p:spPr bwMode="auto">
              <a:xfrm>
                <a:off x="1129" y="3045"/>
                <a:ext cx="271" cy="393"/>
              </a:xfrm>
              <a:custGeom>
                <a:avLst/>
                <a:gdLst>
                  <a:gd name="T0" fmla="*/ 0 w 5957"/>
                  <a:gd name="T1" fmla="*/ 0 h 7066"/>
                  <a:gd name="T2" fmla="*/ 0 w 5957"/>
                  <a:gd name="T3" fmla="*/ 0 h 7066"/>
                  <a:gd name="T4" fmla="*/ 0 w 5957"/>
                  <a:gd name="T5" fmla="*/ 0 h 7066"/>
                  <a:gd name="T6" fmla="*/ 0 w 5957"/>
                  <a:gd name="T7" fmla="*/ 0 h 7066"/>
                  <a:gd name="T8" fmla="*/ 0 w 5957"/>
                  <a:gd name="T9" fmla="*/ 0 h 7066"/>
                  <a:gd name="T10" fmla="*/ 0 w 5957"/>
                  <a:gd name="T11" fmla="*/ 0 h 7066"/>
                  <a:gd name="T12" fmla="*/ 0 w 5957"/>
                  <a:gd name="T13" fmla="*/ 0 h 7066"/>
                  <a:gd name="T14" fmla="*/ 0 w 5957"/>
                  <a:gd name="T15" fmla="*/ 0 h 7066"/>
                  <a:gd name="T16" fmla="*/ 0 w 5957"/>
                  <a:gd name="T17" fmla="*/ 0 h 7066"/>
                  <a:gd name="T18" fmla="*/ 0 w 5957"/>
                  <a:gd name="T19" fmla="*/ 0 h 7066"/>
                  <a:gd name="T20" fmla="*/ 0 w 5957"/>
                  <a:gd name="T21" fmla="*/ 0 h 7066"/>
                  <a:gd name="T22" fmla="*/ 0 w 5957"/>
                  <a:gd name="T23" fmla="*/ 0 h 7066"/>
                  <a:gd name="T24" fmla="*/ 0 w 5957"/>
                  <a:gd name="T25" fmla="*/ 0 h 7066"/>
                  <a:gd name="T26" fmla="*/ 0 w 5957"/>
                  <a:gd name="T27" fmla="*/ 0 h 7066"/>
                  <a:gd name="T28" fmla="*/ 0 w 5957"/>
                  <a:gd name="T29" fmla="*/ 0 h 7066"/>
                  <a:gd name="T30" fmla="*/ 0 w 5957"/>
                  <a:gd name="T31" fmla="*/ 0 h 7066"/>
                  <a:gd name="T32" fmla="*/ 0 w 5957"/>
                  <a:gd name="T33" fmla="*/ 0 h 7066"/>
                  <a:gd name="T34" fmla="*/ 0 w 5957"/>
                  <a:gd name="T35" fmla="*/ 0 h 7066"/>
                  <a:gd name="T36" fmla="*/ 0 w 5957"/>
                  <a:gd name="T37" fmla="*/ 0 h 7066"/>
                  <a:gd name="T38" fmla="*/ 0 w 5957"/>
                  <a:gd name="T39" fmla="*/ 0 h 7066"/>
                  <a:gd name="T40" fmla="*/ 0 w 5957"/>
                  <a:gd name="T41" fmla="*/ 0 h 7066"/>
                  <a:gd name="T42" fmla="*/ 0 w 5957"/>
                  <a:gd name="T43" fmla="*/ 0 h 7066"/>
                  <a:gd name="T44" fmla="*/ 0 w 5957"/>
                  <a:gd name="T45" fmla="*/ 0 h 7066"/>
                  <a:gd name="T46" fmla="*/ 0 w 5957"/>
                  <a:gd name="T47" fmla="*/ 0 h 7066"/>
                  <a:gd name="T48" fmla="*/ 0 w 5957"/>
                  <a:gd name="T49" fmla="*/ 0 h 7066"/>
                  <a:gd name="T50" fmla="*/ 0 w 5957"/>
                  <a:gd name="T51" fmla="*/ 0 h 7066"/>
                  <a:gd name="T52" fmla="*/ 0 w 5957"/>
                  <a:gd name="T53" fmla="*/ 0 h 7066"/>
                  <a:gd name="T54" fmla="*/ 0 w 5957"/>
                  <a:gd name="T55" fmla="*/ 0 h 7066"/>
                  <a:gd name="T56" fmla="*/ 0 w 5957"/>
                  <a:gd name="T57" fmla="*/ 0 h 7066"/>
                  <a:gd name="T58" fmla="*/ 0 w 5957"/>
                  <a:gd name="T59" fmla="*/ 0 h 7066"/>
                  <a:gd name="T60" fmla="*/ 0 w 5957"/>
                  <a:gd name="T61" fmla="*/ 0 h 7066"/>
                  <a:gd name="T62" fmla="*/ 0 w 5957"/>
                  <a:gd name="T63" fmla="*/ 0 h 7066"/>
                  <a:gd name="T64" fmla="*/ 0 w 5957"/>
                  <a:gd name="T65" fmla="*/ 0 h 7066"/>
                  <a:gd name="T66" fmla="*/ 0 w 5957"/>
                  <a:gd name="T67" fmla="*/ 0 h 7066"/>
                  <a:gd name="T68" fmla="*/ 0 w 5957"/>
                  <a:gd name="T69" fmla="*/ 0 h 7066"/>
                  <a:gd name="T70" fmla="*/ 0 w 5957"/>
                  <a:gd name="T71" fmla="*/ 0 h 7066"/>
                  <a:gd name="T72" fmla="*/ 0 w 5957"/>
                  <a:gd name="T73" fmla="*/ 0 h 706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957"/>
                  <a:gd name="T112" fmla="*/ 0 h 7066"/>
                  <a:gd name="T113" fmla="*/ 5957 w 5957"/>
                  <a:gd name="T114" fmla="*/ 7066 h 706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957" h="7066">
                    <a:moveTo>
                      <a:pt x="2496" y="7056"/>
                    </a:moveTo>
                    <a:lnTo>
                      <a:pt x="5894" y="5433"/>
                    </a:lnTo>
                    <a:lnTo>
                      <a:pt x="5912" y="5421"/>
                    </a:lnTo>
                    <a:lnTo>
                      <a:pt x="5927" y="5407"/>
                    </a:lnTo>
                    <a:lnTo>
                      <a:pt x="5941" y="5389"/>
                    </a:lnTo>
                    <a:lnTo>
                      <a:pt x="5950" y="5369"/>
                    </a:lnTo>
                    <a:lnTo>
                      <a:pt x="5955" y="5348"/>
                    </a:lnTo>
                    <a:lnTo>
                      <a:pt x="5957" y="5325"/>
                    </a:lnTo>
                    <a:lnTo>
                      <a:pt x="5955" y="5303"/>
                    </a:lnTo>
                    <a:lnTo>
                      <a:pt x="5948" y="5282"/>
                    </a:lnTo>
                    <a:lnTo>
                      <a:pt x="3503" y="65"/>
                    </a:lnTo>
                    <a:lnTo>
                      <a:pt x="3492" y="47"/>
                    </a:lnTo>
                    <a:lnTo>
                      <a:pt x="3477" y="31"/>
                    </a:lnTo>
                    <a:lnTo>
                      <a:pt x="3460" y="18"/>
                    </a:lnTo>
                    <a:lnTo>
                      <a:pt x="3441" y="9"/>
                    </a:lnTo>
                    <a:lnTo>
                      <a:pt x="3420" y="3"/>
                    </a:lnTo>
                    <a:lnTo>
                      <a:pt x="3399" y="0"/>
                    </a:lnTo>
                    <a:lnTo>
                      <a:pt x="3377" y="3"/>
                    </a:lnTo>
                    <a:lnTo>
                      <a:pt x="3357" y="9"/>
                    </a:lnTo>
                    <a:lnTo>
                      <a:pt x="63" y="1487"/>
                    </a:lnTo>
                    <a:lnTo>
                      <a:pt x="45" y="1497"/>
                    </a:lnTo>
                    <a:lnTo>
                      <a:pt x="29" y="1512"/>
                    </a:lnTo>
                    <a:lnTo>
                      <a:pt x="16" y="1530"/>
                    </a:lnTo>
                    <a:lnTo>
                      <a:pt x="7" y="1550"/>
                    </a:lnTo>
                    <a:lnTo>
                      <a:pt x="2" y="1572"/>
                    </a:lnTo>
                    <a:lnTo>
                      <a:pt x="0" y="1594"/>
                    </a:lnTo>
                    <a:lnTo>
                      <a:pt x="3" y="1616"/>
                    </a:lnTo>
                    <a:lnTo>
                      <a:pt x="9" y="1637"/>
                    </a:lnTo>
                    <a:lnTo>
                      <a:pt x="2350" y="7000"/>
                    </a:lnTo>
                    <a:lnTo>
                      <a:pt x="2361" y="7018"/>
                    </a:lnTo>
                    <a:lnTo>
                      <a:pt x="2376" y="7034"/>
                    </a:lnTo>
                    <a:lnTo>
                      <a:pt x="2393" y="7048"/>
                    </a:lnTo>
                    <a:lnTo>
                      <a:pt x="2412" y="7057"/>
                    </a:lnTo>
                    <a:lnTo>
                      <a:pt x="2433" y="7064"/>
                    </a:lnTo>
                    <a:lnTo>
                      <a:pt x="2454" y="7066"/>
                    </a:lnTo>
                    <a:lnTo>
                      <a:pt x="2476" y="7064"/>
                    </a:lnTo>
                    <a:lnTo>
                      <a:pt x="2496" y="7056"/>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4" name="Freeform 47">
                <a:extLst>
                  <a:ext uri="{FF2B5EF4-FFF2-40B4-BE49-F238E27FC236}">
                    <a16:creationId xmlns:a16="http://schemas.microsoft.com/office/drawing/2014/main" id="{6B6E6BAB-12C2-4917-A050-A68B41B1AF1D}"/>
                  </a:ext>
                </a:extLst>
              </p:cNvPr>
              <p:cNvSpPr>
                <a:spLocks/>
              </p:cNvSpPr>
              <p:nvPr/>
            </p:nvSpPr>
            <p:spPr bwMode="auto">
              <a:xfrm>
                <a:off x="1313" y="3096"/>
                <a:ext cx="51" cy="121"/>
              </a:xfrm>
              <a:custGeom>
                <a:avLst/>
                <a:gdLst>
                  <a:gd name="T0" fmla="*/ 0 w 1134"/>
                  <a:gd name="T1" fmla="*/ 0 h 2180"/>
                  <a:gd name="T2" fmla="*/ 0 w 1134"/>
                  <a:gd name="T3" fmla="*/ 0 h 2180"/>
                  <a:gd name="T4" fmla="*/ 0 w 1134"/>
                  <a:gd name="T5" fmla="*/ 0 h 2180"/>
                  <a:gd name="T6" fmla="*/ 0 w 1134"/>
                  <a:gd name="T7" fmla="*/ 0 h 2180"/>
                  <a:gd name="T8" fmla="*/ 0 w 1134"/>
                  <a:gd name="T9" fmla="*/ 0 h 2180"/>
                  <a:gd name="T10" fmla="*/ 0 w 1134"/>
                  <a:gd name="T11" fmla="*/ 0 h 2180"/>
                  <a:gd name="T12" fmla="*/ 0 w 1134"/>
                  <a:gd name="T13" fmla="*/ 0 h 2180"/>
                  <a:gd name="T14" fmla="*/ 0 w 1134"/>
                  <a:gd name="T15" fmla="*/ 0 h 2180"/>
                  <a:gd name="T16" fmla="*/ 0 w 1134"/>
                  <a:gd name="T17" fmla="*/ 0 h 2180"/>
                  <a:gd name="T18" fmla="*/ 0 w 1134"/>
                  <a:gd name="T19" fmla="*/ 0 h 2180"/>
                  <a:gd name="T20" fmla="*/ 0 w 1134"/>
                  <a:gd name="T21" fmla="*/ 0 h 2180"/>
                  <a:gd name="T22" fmla="*/ 0 w 1134"/>
                  <a:gd name="T23" fmla="*/ 0 h 2180"/>
                  <a:gd name="T24" fmla="*/ 0 w 1134"/>
                  <a:gd name="T25" fmla="*/ 0 h 2180"/>
                  <a:gd name="T26" fmla="*/ 0 w 1134"/>
                  <a:gd name="T27" fmla="*/ 0 h 2180"/>
                  <a:gd name="T28" fmla="*/ 0 w 1134"/>
                  <a:gd name="T29" fmla="*/ 0 h 2180"/>
                  <a:gd name="T30" fmla="*/ 0 w 1134"/>
                  <a:gd name="T31" fmla="*/ 0 h 2180"/>
                  <a:gd name="T32" fmla="*/ 0 w 1134"/>
                  <a:gd name="T33" fmla="*/ 0 h 2180"/>
                  <a:gd name="T34" fmla="*/ 0 w 1134"/>
                  <a:gd name="T35" fmla="*/ 0 h 2180"/>
                  <a:gd name="T36" fmla="*/ 0 w 1134"/>
                  <a:gd name="T37" fmla="*/ 0 h 2180"/>
                  <a:gd name="T38" fmla="*/ 0 w 1134"/>
                  <a:gd name="T39" fmla="*/ 0 h 2180"/>
                  <a:gd name="T40" fmla="*/ 0 w 1134"/>
                  <a:gd name="T41" fmla="*/ 0 h 2180"/>
                  <a:gd name="T42" fmla="*/ 0 w 1134"/>
                  <a:gd name="T43" fmla="*/ 0 h 2180"/>
                  <a:gd name="T44" fmla="*/ 0 w 1134"/>
                  <a:gd name="T45" fmla="*/ 0 h 2180"/>
                  <a:gd name="T46" fmla="*/ 0 w 1134"/>
                  <a:gd name="T47" fmla="*/ 0 h 2180"/>
                  <a:gd name="T48" fmla="*/ 0 w 1134"/>
                  <a:gd name="T49" fmla="*/ 0 h 2180"/>
                  <a:gd name="T50" fmla="*/ 0 w 1134"/>
                  <a:gd name="T51" fmla="*/ 0 h 2180"/>
                  <a:gd name="T52" fmla="*/ 0 w 1134"/>
                  <a:gd name="T53" fmla="*/ 0 h 2180"/>
                  <a:gd name="T54" fmla="*/ 0 w 1134"/>
                  <a:gd name="T55" fmla="*/ 0 h 2180"/>
                  <a:gd name="T56" fmla="*/ 0 w 1134"/>
                  <a:gd name="T57" fmla="*/ 0 h 2180"/>
                  <a:gd name="T58" fmla="*/ 0 w 1134"/>
                  <a:gd name="T59" fmla="*/ 0 h 2180"/>
                  <a:gd name="T60" fmla="*/ 0 w 1134"/>
                  <a:gd name="T61" fmla="*/ 0 h 2180"/>
                  <a:gd name="T62" fmla="*/ 0 w 1134"/>
                  <a:gd name="T63" fmla="*/ 0 h 2180"/>
                  <a:gd name="T64" fmla="*/ 0 w 1134"/>
                  <a:gd name="T65" fmla="*/ 0 h 2180"/>
                  <a:gd name="T66" fmla="*/ 0 w 1134"/>
                  <a:gd name="T67" fmla="*/ 0 h 2180"/>
                  <a:gd name="T68" fmla="*/ 0 w 1134"/>
                  <a:gd name="T69" fmla="*/ 0 h 2180"/>
                  <a:gd name="T70" fmla="*/ 0 w 1134"/>
                  <a:gd name="T71" fmla="*/ 0 h 2180"/>
                  <a:gd name="T72" fmla="*/ 0 w 1134"/>
                  <a:gd name="T73" fmla="*/ 0 h 2180"/>
                  <a:gd name="T74" fmla="*/ 0 w 1134"/>
                  <a:gd name="T75" fmla="*/ 0 h 2180"/>
                  <a:gd name="T76" fmla="*/ 0 w 1134"/>
                  <a:gd name="T77" fmla="*/ 0 h 2180"/>
                  <a:gd name="T78" fmla="*/ 0 w 1134"/>
                  <a:gd name="T79" fmla="*/ 0 h 2180"/>
                  <a:gd name="T80" fmla="*/ 0 w 1134"/>
                  <a:gd name="T81" fmla="*/ 0 h 2180"/>
                  <a:gd name="T82" fmla="*/ 0 w 1134"/>
                  <a:gd name="T83" fmla="*/ 0 h 2180"/>
                  <a:gd name="T84" fmla="*/ 0 w 1134"/>
                  <a:gd name="T85" fmla="*/ 0 h 2180"/>
                  <a:gd name="T86" fmla="*/ 0 w 1134"/>
                  <a:gd name="T87" fmla="*/ 0 h 2180"/>
                  <a:gd name="T88" fmla="*/ 0 w 1134"/>
                  <a:gd name="T89" fmla="*/ 0 h 2180"/>
                  <a:gd name="T90" fmla="*/ 0 w 1134"/>
                  <a:gd name="T91" fmla="*/ 0 h 2180"/>
                  <a:gd name="T92" fmla="*/ 0 w 1134"/>
                  <a:gd name="T93" fmla="*/ 0 h 2180"/>
                  <a:gd name="T94" fmla="*/ 0 w 1134"/>
                  <a:gd name="T95" fmla="*/ 0 h 2180"/>
                  <a:gd name="T96" fmla="*/ 0 w 1134"/>
                  <a:gd name="T97" fmla="*/ 0 h 2180"/>
                  <a:gd name="T98" fmla="*/ 0 w 1134"/>
                  <a:gd name="T99" fmla="*/ 0 h 2180"/>
                  <a:gd name="T100" fmla="*/ 0 w 1134"/>
                  <a:gd name="T101" fmla="*/ 0 h 2180"/>
                  <a:gd name="T102" fmla="*/ 0 w 1134"/>
                  <a:gd name="T103" fmla="*/ 0 h 21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34"/>
                  <a:gd name="T157" fmla="*/ 0 h 2180"/>
                  <a:gd name="T158" fmla="*/ 1134 w 1134"/>
                  <a:gd name="T159" fmla="*/ 2180 h 218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34" h="2180">
                    <a:moveTo>
                      <a:pt x="917" y="2127"/>
                    </a:moveTo>
                    <a:lnTo>
                      <a:pt x="0" y="131"/>
                    </a:lnTo>
                    <a:lnTo>
                      <a:pt x="33" y="0"/>
                    </a:lnTo>
                    <a:lnTo>
                      <a:pt x="70" y="14"/>
                    </a:lnTo>
                    <a:lnTo>
                      <a:pt x="106" y="29"/>
                    </a:lnTo>
                    <a:lnTo>
                      <a:pt x="143" y="44"/>
                    </a:lnTo>
                    <a:lnTo>
                      <a:pt x="180" y="61"/>
                    </a:lnTo>
                    <a:lnTo>
                      <a:pt x="217" y="78"/>
                    </a:lnTo>
                    <a:lnTo>
                      <a:pt x="252" y="96"/>
                    </a:lnTo>
                    <a:lnTo>
                      <a:pt x="288" y="116"/>
                    </a:lnTo>
                    <a:lnTo>
                      <a:pt x="324" y="136"/>
                    </a:lnTo>
                    <a:lnTo>
                      <a:pt x="358" y="159"/>
                    </a:lnTo>
                    <a:lnTo>
                      <a:pt x="393" y="181"/>
                    </a:lnTo>
                    <a:lnTo>
                      <a:pt x="428" y="204"/>
                    </a:lnTo>
                    <a:lnTo>
                      <a:pt x="461" y="228"/>
                    </a:lnTo>
                    <a:lnTo>
                      <a:pt x="495" y="252"/>
                    </a:lnTo>
                    <a:lnTo>
                      <a:pt x="528" y="279"/>
                    </a:lnTo>
                    <a:lnTo>
                      <a:pt x="560" y="305"/>
                    </a:lnTo>
                    <a:lnTo>
                      <a:pt x="592" y="333"/>
                    </a:lnTo>
                    <a:lnTo>
                      <a:pt x="624" y="361"/>
                    </a:lnTo>
                    <a:lnTo>
                      <a:pt x="654" y="389"/>
                    </a:lnTo>
                    <a:lnTo>
                      <a:pt x="684" y="419"/>
                    </a:lnTo>
                    <a:lnTo>
                      <a:pt x="713" y="450"/>
                    </a:lnTo>
                    <a:lnTo>
                      <a:pt x="742" y="481"/>
                    </a:lnTo>
                    <a:lnTo>
                      <a:pt x="769" y="513"/>
                    </a:lnTo>
                    <a:lnTo>
                      <a:pt x="796" y="545"/>
                    </a:lnTo>
                    <a:lnTo>
                      <a:pt x="822" y="578"/>
                    </a:lnTo>
                    <a:lnTo>
                      <a:pt x="847" y="612"/>
                    </a:lnTo>
                    <a:lnTo>
                      <a:pt x="871" y="647"/>
                    </a:lnTo>
                    <a:lnTo>
                      <a:pt x="895" y="681"/>
                    </a:lnTo>
                    <a:lnTo>
                      <a:pt x="917" y="717"/>
                    </a:lnTo>
                    <a:lnTo>
                      <a:pt x="939" y="754"/>
                    </a:lnTo>
                    <a:lnTo>
                      <a:pt x="959" y="791"/>
                    </a:lnTo>
                    <a:lnTo>
                      <a:pt x="979" y="828"/>
                    </a:lnTo>
                    <a:lnTo>
                      <a:pt x="997" y="866"/>
                    </a:lnTo>
                    <a:lnTo>
                      <a:pt x="1026" y="938"/>
                    </a:lnTo>
                    <a:lnTo>
                      <a:pt x="1053" y="1015"/>
                    </a:lnTo>
                    <a:lnTo>
                      <a:pt x="1075" y="1096"/>
                    </a:lnTo>
                    <a:lnTo>
                      <a:pt x="1095" y="1180"/>
                    </a:lnTo>
                    <a:lnTo>
                      <a:pt x="1110" y="1267"/>
                    </a:lnTo>
                    <a:lnTo>
                      <a:pt x="1121" y="1356"/>
                    </a:lnTo>
                    <a:lnTo>
                      <a:pt x="1130" y="1446"/>
                    </a:lnTo>
                    <a:lnTo>
                      <a:pt x="1134" y="1536"/>
                    </a:lnTo>
                    <a:lnTo>
                      <a:pt x="1134" y="1626"/>
                    </a:lnTo>
                    <a:lnTo>
                      <a:pt x="1131" y="1716"/>
                    </a:lnTo>
                    <a:lnTo>
                      <a:pt x="1122" y="1802"/>
                    </a:lnTo>
                    <a:lnTo>
                      <a:pt x="1111" y="1886"/>
                    </a:lnTo>
                    <a:lnTo>
                      <a:pt x="1096" y="1967"/>
                    </a:lnTo>
                    <a:lnTo>
                      <a:pt x="1076" y="2044"/>
                    </a:lnTo>
                    <a:lnTo>
                      <a:pt x="1053" y="2115"/>
                    </a:lnTo>
                    <a:lnTo>
                      <a:pt x="1025" y="2180"/>
                    </a:lnTo>
                    <a:lnTo>
                      <a:pt x="917" y="2127"/>
                    </a:lnTo>
                    <a:close/>
                  </a:path>
                </a:pathLst>
              </a:custGeom>
              <a:solidFill>
                <a:srgbClr val="6B68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5" name="Freeform 48">
                <a:extLst>
                  <a:ext uri="{FF2B5EF4-FFF2-40B4-BE49-F238E27FC236}">
                    <a16:creationId xmlns:a16="http://schemas.microsoft.com/office/drawing/2014/main" id="{D7D17567-E1BD-4F4F-B27C-9248C890D8CC}"/>
                  </a:ext>
                </a:extLst>
              </p:cNvPr>
              <p:cNvSpPr>
                <a:spLocks/>
              </p:cNvSpPr>
              <p:nvPr/>
            </p:nvSpPr>
            <p:spPr bwMode="auto">
              <a:xfrm>
                <a:off x="1122" y="3082"/>
                <a:ext cx="207" cy="202"/>
              </a:xfrm>
              <a:custGeom>
                <a:avLst/>
                <a:gdLst>
                  <a:gd name="T0" fmla="*/ 0 w 4569"/>
                  <a:gd name="T1" fmla="*/ 0 h 3641"/>
                  <a:gd name="T2" fmla="*/ 0 w 4569"/>
                  <a:gd name="T3" fmla="*/ 0 h 3641"/>
                  <a:gd name="T4" fmla="*/ 0 w 4569"/>
                  <a:gd name="T5" fmla="*/ 0 h 3641"/>
                  <a:gd name="T6" fmla="*/ 0 w 4569"/>
                  <a:gd name="T7" fmla="*/ 0 h 3641"/>
                  <a:gd name="T8" fmla="*/ 0 w 4569"/>
                  <a:gd name="T9" fmla="*/ 0 h 3641"/>
                  <a:gd name="T10" fmla="*/ 0 60000 65536"/>
                  <a:gd name="T11" fmla="*/ 0 60000 65536"/>
                  <a:gd name="T12" fmla="*/ 0 60000 65536"/>
                  <a:gd name="T13" fmla="*/ 0 60000 65536"/>
                  <a:gd name="T14" fmla="*/ 0 60000 65536"/>
                  <a:gd name="T15" fmla="*/ 0 w 4569"/>
                  <a:gd name="T16" fmla="*/ 0 h 3641"/>
                  <a:gd name="T17" fmla="*/ 4569 w 4569"/>
                  <a:gd name="T18" fmla="*/ 3641 h 3641"/>
                </a:gdLst>
                <a:ahLst/>
                <a:cxnLst>
                  <a:cxn ang="T10">
                    <a:pos x="T0" y="T1"/>
                  </a:cxn>
                  <a:cxn ang="T11">
                    <a:pos x="T2" y="T3"/>
                  </a:cxn>
                  <a:cxn ang="T12">
                    <a:pos x="T4" y="T5"/>
                  </a:cxn>
                  <a:cxn ang="T13">
                    <a:pos x="T6" y="T7"/>
                  </a:cxn>
                  <a:cxn ang="T14">
                    <a:pos x="T8" y="T9"/>
                  </a:cxn>
                </a:cxnLst>
                <a:rect l="T15" t="T16" r="T17" b="T18"/>
                <a:pathLst>
                  <a:path w="4569" h="3641">
                    <a:moveTo>
                      <a:pt x="0" y="1625"/>
                    </a:moveTo>
                    <a:lnTo>
                      <a:pt x="3650" y="0"/>
                    </a:lnTo>
                    <a:lnTo>
                      <a:pt x="4569" y="1997"/>
                    </a:lnTo>
                    <a:lnTo>
                      <a:pt x="873" y="3641"/>
                    </a:lnTo>
                    <a:lnTo>
                      <a:pt x="0" y="1625"/>
                    </a:lnTo>
                    <a:close/>
                  </a:path>
                </a:pathLst>
              </a:custGeom>
              <a:solidFill>
                <a:srgbClr val="54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6" name="Freeform 49">
                <a:extLst>
                  <a:ext uri="{FF2B5EF4-FFF2-40B4-BE49-F238E27FC236}">
                    <a16:creationId xmlns:a16="http://schemas.microsoft.com/office/drawing/2014/main" id="{32931DF3-24F6-4018-905C-F1A0E2A7AA6F}"/>
                  </a:ext>
                </a:extLst>
              </p:cNvPr>
              <p:cNvSpPr>
                <a:spLocks/>
              </p:cNvSpPr>
              <p:nvPr/>
            </p:nvSpPr>
            <p:spPr bwMode="auto">
              <a:xfrm>
                <a:off x="1104" y="3024"/>
                <a:ext cx="271" cy="393"/>
              </a:xfrm>
              <a:custGeom>
                <a:avLst/>
                <a:gdLst>
                  <a:gd name="T0" fmla="*/ 0 w 5957"/>
                  <a:gd name="T1" fmla="*/ 0 h 7065"/>
                  <a:gd name="T2" fmla="*/ 0 w 5957"/>
                  <a:gd name="T3" fmla="*/ 0 h 7065"/>
                  <a:gd name="T4" fmla="*/ 0 w 5957"/>
                  <a:gd name="T5" fmla="*/ 0 h 7065"/>
                  <a:gd name="T6" fmla="*/ 0 w 5957"/>
                  <a:gd name="T7" fmla="*/ 0 h 7065"/>
                  <a:gd name="T8" fmla="*/ 0 w 5957"/>
                  <a:gd name="T9" fmla="*/ 0 h 7065"/>
                  <a:gd name="T10" fmla="*/ 0 w 5957"/>
                  <a:gd name="T11" fmla="*/ 0 h 7065"/>
                  <a:gd name="T12" fmla="*/ 0 w 5957"/>
                  <a:gd name="T13" fmla="*/ 0 h 7065"/>
                  <a:gd name="T14" fmla="*/ 0 w 5957"/>
                  <a:gd name="T15" fmla="*/ 0 h 7065"/>
                  <a:gd name="T16" fmla="*/ 0 w 5957"/>
                  <a:gd name="T17" fmla="*/ 0 h 7065"/>
                  <a:gd name="T18" fmla="*/ 0 w 5957"/>
                  <a:gd name="T19" fmla="*/ 0 h 7065"/>
                  <a:gd name="T20" fmla="*/ 0 w 5957"/>
                  <a:gd name="T21" fmla="*/ 0 h 7065"/>
                  <a:gd name="T22" fmla="*/ 0 w 5957"/>
                  <a:gd name="T23" fmla="*/ 0 h 7065"/>
                  <a:gd name="T24" fmla="*/ 0 w 5957"/>
                  <a:gd name="T25" fmla="*/ 0 h 7065"/>
                  <a:gd name="T26" fmla="*/ 0 w 5957"/>
                  <a:gd name="T27" fmla="*/ 0 h 7065"/>
                  <a:gd name="T28" fmla="*/ 0 w 5957"/>
                  <a:gd name="T29" fmla="*/ 0 h 7065"/>
                  <a:gd name="T30" fmla="*/ 0 w 5957"/>
                  <a:gd name="T31" fmla="*/ 0 h 7065"/>
                  <a:gd name="T32" fmla="*/ 0 w 5957"/>
                  <a:gd name="T33" fmla="*/ 0 h 7065"/>
                  <a:gd name="T34" fmla="*/ 0 w 5957"/>
                  <a:gd name="T35" fmla="*/ 0 h 7065"/>
                  <a:gd name="T36" fmla="*/ 0 w 5957"/>
                  <a:gd name="T37" fmla="*/ 0 h 7065"/>
                  <a:gd name="T38" fmla="*/ 0 w 5957"/>
                  <a:gd name="T39" fmla="*/ 0 h 7065"/>
                  <a:gd name="T40" fmla="*/ 0 w 5957"/>
                  <a:gd name="T41" fmla="*/ 0 h 7065"/>
                  <a:gd name="T42" fmla="*/ 0 w 5957"/>
                  <a:gd name="T43" fmla="*/ 0 h 7065"/>
                  <a:gd name="T44" fmla="*/ 0 w 5957"/>
                  <a:gd name="T45" fmla="*/ 0 h 7065"/>
                  <a:gd name="T46" fmla="*/ 0 w 5957"/>
                  <a:gd name="T47" fmla="*/ 0 h 7065"/>
                  <a:gd name="T48" fmla="*/ 0 w 5957"/>
                  <a:gd name="T49" fmla="*/ 0 h 7065"/>
                  <a:gd name="T50" fmla="*/ 0 w 5957"/>
                  <a:gd name="T51" fmla="*/ 0 h 7065"/>
                  <a:gd name="T52" fmla="*/ 0 w 5957"/>
                  <a:gd name="T53" fmla="*/ 0 h 7065"/>
                  <a:gd name="T54" fmla="*/ 0 w 5957"/>
                  <a:gd name="T55" fmla="*/ 0 h 7065"/>
                  <a:gd name="T56" fmla="*/ 0 w 5957"/>
                  <a:gd name="T57" fmla="*/ 0 h 7065"/>
                  <a:gd name="T58" fmla="*/ 0 w 5957"/>
                  <a:gd name="T59" fmla="*/ 0 h 7065"/>
                  <a:gd name="T60" fmla="*/ 0 w 5957"/>
                  <a:gd name="T61" fmla="*/ 0 h 7065"/>
                  <a:gd name="T62" fmla="*/ 0 w 5957"/>
                  <a:gd name="T63" fmla="*/ 0 h 7065"/>
                  <a:gd name="T64" fmla="*/ 0 w 5957"/>
                  <a:gd name="T65" fmla="*/ 0 h 7065"/>
                  <a:gd name="T66" fmla="*/ 0 w 5957"/>
                  <a:gd name="T67" fmla="*/ 0 h 7065"/>
                  <a:gd name="T68" fmla="*/ 0 w 5957"/>
                  <a:gd name="T69" fmla="*/ 0 h 7065"/>
                  <a:gd name="T70" fmla="*/ 0 w 5957"/>
                  <a:gd name="T71" fmla="*/ 0 h 7065"/>
                  <a:gd name="T72" fmla="*/ 0 w 5957"/>
                  <a:gd name="T73" fmla="*/ 0 h 706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957"/>
                  <a:gd name="T112" fmla="*/ 0 h 7065"/>
                  <a:gd name="T113" fmla="*/ 5957 w 5957"/>
                  <a:gd name="T114" fmla="*/ 7065 h 706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957" h="7065">
                    <a:moveTo>
                      <a:pt x="2497" y="7056"/>
                    </a:moveTo>
                    <a:lnTo>
                      <a:pt x="5894" y="5432"/>
                    </a:lnTo>
                    <a:lnTo>
                      <a:pt x="5912" y="5421"/>
                    </a:lnTo>
                    <a:lnTo>
                      <a:pt x="5928" y="5406"/>
                    </a:lnTo>
                    <a:lnTo>
                      <a:pt x="5941" y="5388"/>
                    </a:lnTo>
                    <a:lnTo>
                      <a:pt x="5950" y="5368"/>
                    </a:lnTo>
                    <a:lnTo>
                      <a:pt x="5955" y="5347"/>
                    </a:lnTo>
                    <a:lnTo>
                      <a:pt x="5957" y="5325"/>
                    </a:lnTo>
                    <a:lnTo>
                      <a:pt x="5955" y="5303"/>
                    </a:lnTo>
                    <a:lnTo>
                      <a:pt x="5948" y="5282"/>
                    </a:lnTo>
                    <a:lnTo>
                      <a:pt x="3503" y="64"/>
                    </a:lnTo>
                    <a:lnTo>
                      <a:pt x="3492" y="46"/>
                    </a:lnTo>
                    <a:lnTo>
                      <a:pt x="3477" y="31"/>
                    </a:lnTo>
                    <a:lnTo>
                      <a:pt x="3460" y="18"/>
                    </a:lnTo>
                    <a:lnTo>
                      <a:pt x="3441" y="8"/>
                    </a:lnTo>
                    <a:lnTo>
                      <a:pt x="3420" y="2"/>
                    </a:lnTo>
                    <a:lnTo>
                      <a:pt x="3399" y="0"/>
                    </a:lnTo>
                    <a:lnTo>
                      <a:pt x="3377" y="2"/>
                    </a:lnTo>
                    <a:lnTo>
                      <a:pt x="3357" y="8"/>
                    </a:lnTo>
                    <a:lnTo>
                      <a:pt x="63" y="1486"/>
                    </a:lnTo>
                    <a:lnTo>
                      <a:pt x="45" y="1497"/>
                    </a:lnTo>
                    <a:lnTo>
                      <a:pt x="30" y="1512"/>
                    </a:lnTo>
                    <a:lnTo>
                      <a:pt x="16" y="1530"/>
                    </a:lnTo>
                    <a:lnTo>
                      <a:pt x="7" y="1550"/>
                    </a:lnTo>
                    <a:lnTo>
                      <a:pt x="2" y="1572"/>
                    </a:lnTo>
                    <a:lnTo>
                      <a:pt x="0" y="1594"/>
                    </a:lnTo>
                    <a:lnTo>
                      <a:pt x="3" y="1615"/>
                    </a:lnTo>
                    <a:lnTo>
                      <a:pt x="9" y="1636"/>
                    </a:lnTo>
                    <a:lnTo>
                      <a:pt x="2351" y="6999"/>
                    </a:lnTo>
                    <a:lnTo>
                      <a:pt x="2362" y="7018"/>
                    </a:lnTo>
                    <a:lnTo>
                      <a:pt x="2377" y="7034"/>
                    </a:lnTo>
                    <a:lnTo>
                      <a:pt x="2394" y="7048"/>
                    </a:lnTo>
                    <a:lnTo>
                      <a:pt x="2413" y="7057"/>
                    </a:lnTo>
                    <a:lnTo>
                      <a:pt x="2434" y="7063"/>
                    </a:lnTo>
                    <a:lnTo>
                      <a:pt x="2455" y="7065"/>
                    </a:lnTo>
                    <a:lnTo>
                      <a:pt x="2477" y="7063"/>
                    </a:lnTo>
                    <a:lnTo>
                      <a:pt x="2497" y="7056"/>
                    </a:lnTo>
                    <a:close/>
                  </a:path>
                </a:pathLst>
              </a:custGeom>
              <a:solidFill>
                <a:srgbClr val="BA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7" name="Freeform 50">
                <a:extLst>
                  <a:ext uri="{FF2B5EF4-FFF2-40B4-BE49-F238E27FC236}">
                    <a16:creationId xmlns:a16="http://schemas.microsoft.com/office/drawing/2014/main" id="{2CB86778-D92E-4868-A7AE-A03D62A05FF8}"/>
                  </a:ext>
                </a:extLst>
              </p:cNvPr>
              <p:cNvSpPr>
                <a:spLocks/>
              </p:cNvSpPr>
              <p:nvPr/>
            </p:nvSpPr>
            <p:spPr bwMode="auto">
              <a:xfrm>
                <a:off x="1104" y="3024"/>
                <a:ext cx="162" cy="99"/>
              </a:xfrm>
              <a:custGeom>
                <a:avLst/>
                <a:gdLst>
                  <a:gd name="T0" fmla="*/ 0 w 3562"/>
                  <a:gd name="T1" fmla="*/ 0 h 1773"/>
                  <a:gd name="T2" fmla="*/ 0 w 3562"/>
                  <a:gd name="T3" fmla="*/ 0 h 1773"/>
                  <a:gd name="T4" fmla="*/ 0 w 3562"/>
                  <a:gd name="T5" fmla="*/ 0 h 1773"/>
                  <a:gd name="T6" fmla="*/ 0 w 3562"/>
                  <a:gd name="T7" fmla="*/ 0 h 1773"/>
                  <a:gd name="T8" fmla="*/ 0 w 3562"/>
                  <a:gd name="T9" fmla="*/ 0 h 1773"/>
                  <a:gd name="T10" fmla="*/ 0 w 3562"/>
                  <a:gd name="T11" fmla="*/ 0 h 1773"/>
                  <a:gd name="T12" fmla="*/ 0 w 3562"/>
                  <a:gd name="T13" fmla="*/ 0 h 1773"/>
                  <a:gd name="T14" fmla="*/ 0 w 3562"/>
                  <a:gd name="T15" fmla="*/ 0 h 1773"/>
                  <a:gd name="T16" fmla="*/ 0 w 3562"/>
                  <a:gd name="T17" fmla="*/ 0 h 1773"/>
                  <a:gd name="T18" fmla="*/ 0 w 3562"/>
                  <a:gd name="T19" fmla="*/ 0 h 1773"/>
                  <a:gd name="T20" fmla="*/ 0 w 3562"/>
                  <a:gd name="T21" fmla="*/ 0 h 1773"/>
                  <a:gd name="T22" fmla="*/ 0 w 3562"/>
                  <a:gd name="T23" fmla="*/ 0 h 1773"/>
                  <a:gd name="T24" fmla="*/ 0 w 3562"/>
                  <a:gd name="T25" fmla="*/ 0 h 1773"/>
                  <a:gd name="T26" fmla="*/ 0 w 3562"/>
                  <a:gd name="T27" fmla="*/ 0 h 1773"/>
                  <a:gd name="T28" fmla="*/ 0 w 3562"/>
                  <a:gd name="T29" fmla="*/ 0 h 1773"/>
                  <a:gd name="T30" fmla="*/ 0 w 3562"/>
                  <a:gd name="T31" fmla="*/ 0 h 1773"/>
                  <a:gd name="T32" fmla="*/ 0 w 3562"/>
                  <a:gd name="T33" fmla="*/ 0 h 1773"/>
                  <a:gd name="T34" fmla="*/ 0 w 3562"/>
                  <a:gd name="T35" fmla="*/ 0 h 1773"/>
                  <a:gd name="T36" fmla="*/ 0 w 3562"/>
                  <a:gd name="T37" fmla="*/ 0 h 1773"/>
                  <a:gd name="T38" fmla="*/ 0 w 3562"/>
                  <a:gd name="T39" fmla="*/ 0 h 1773"/>
                  <a:gd name="T40" fmla="*/ 0 w 3562"/>
                  <a:gd name="T41" fmla="*/ 0 h 17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562"/>
                  <a:gd name="T64" fmla="*/ 0 h 1773"/>
                  <a:gd name="T65" fmla="*/ 3562 w 3562"/>
                  <a:gd name="T66" fmla="*/ 1773 h 17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562" h="1773">
                    <a:moveTo>
                      <a:pt x="3562" y="183"/>
                    </a:moveTo>
                    <a:lnTo>
                      <a:pt x="3502" y="64"/>
                    </a:lnTo>
                    <a:lnTo>
                      <a:pt x="3491" y="46"/>
                    </a:lnTo>
                    <a:lnTo>
                      <a:pt x="3476" y="31"/>
                    </a:lnTo>
                    <a:lnTo>
                      <a:pt x="3459" y="18"/>
                    </a:lnTo>
                    <a:lnTo>
                      <a:pt x="3440" y="8"/>
                    </a:lnTo>
                    <a:lnTo>
                      <a:pt x="3418" y="2"/>
                    </a:lnTo>
                    <a:lnTo>
                      <a:pt x="3397" y="0"/>
                    </a:lnTo>
                    <a:lnTo>
                      <a:pt x="3376" y="2"/>
                    </a:lnTo>
                    <a:lnTo>
                      <a:pt x="3356" y="8"/>
                    </a:lnTo>
                    <a:lnTo>
                      <a:pt x="62" y="1486"/>
                    </a:lnTo>
                    <a:lnTo>
                      <a:pt x="44" y="1497"/>
                    </a:lnTo>
                    <a:lnTo>
                      <a:pt x="29" y="1512"/>
                    </a:lnTo>
                    <a:lnTo>
                      <a:pt x="16" y="1530"/>
                    </a:lnTo>
                    <a:lnTo>
                      <a:pt x="7" y="1550"/>
                    </a:lnTo>
                    <a:lnTo>
                      <a:pt x="2" y="1572"/>
                    </a:lnTo>
                    <a:lnTo>
                      <a:pt x="0" y="1594"/>
                    </a:lnTo>
                    <a:lnTo>
                      <a:pt x="2" y="1615"/>
                    </a:lnTo>
                    <a:lnTo>
                      <a:pt x="8" y="1636"/>
                    </a:lnTo>
                    <a:lnTo>
                      <a:pt x="68" y="1773"/>
                    </a:lnTo>
                    <a:lnTo>
                      <a:pt x="3562" y="183"/>
                    </a:lnTo>
                    <a:close/>
                  </a:path>
                </a:pathLst>
              </a:custGeom>
              <a:solidFill>
                <a:srgbClr val="BA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8" name="Freeform 51">
                <a:extLst>
                  <a:ext uri="{FF2B5EF4-FFF2-40B4-BE49-F238E27FC236}">
                    <a16:creationId xmlns:a16="http://schemas.microsoft.com/office/drawing/2014/main" id="{8C8EA37C-F6B7-46FB-A6B8-2F8A9979C9D1}"/>
                  </a:ext>
                </a:extLst>
              </p:cNvPr>
              <p:cNvSpPr>
                <a:spLocks/>
              </p:cNvSpPr>
              <p:nvPr/>
            </p:nvSpPr>
            <p:spPr bwMode="auto">
              <a:xfrm>
                <a:off x="1104" y="3024"/>
                <a:ext cx="161" cy="97"/>
              </a:xfrm>
              <a:custGeom>
                <a:avLst/>
                <a:gdLst>
                  <a:gd name="T0" fmla="*/ 0 w 3550"/>
                  <a:gd name="T1" fmla="*/ 0 h 1748"/>
                  <a:gd name="T2" fmla="*/ 0 w 3550"/>
                  <a:gd name="T3" fmla="*/ 0 h 1748"/>
                  <a:gd name="T4" fmla="*/ 0 w 3550"/>
                  <a:gd name="T5" fmla="*/ 0 h 1748"/>
                  <a:gd name="T6" fmla="*/ 0 w 3550"/>
                  <a:gd name="T7" fmla="*/ 0 h 1748"/>
                  <a:gd name="T8" fmla="*/ 0 w 3550"/>
                  <a:gd name="T9" fmla="*/ 0 h 1748"/>
                  <a:gd name="T10" fmla="*/ 0 w 3550"/>
                  <a:gd name="T11" fmla="*/ 0 h 1748"/>
                  <a:gd name="T12" fmla="*/ 0 w 3550"/>
                  <a:gd name="T13" fmla="*/ 0 h 1748"/>
                  <a:gd name="T14" fmla="*/ 0 w 3550"/>
                  <a:gd name="T15" fmla="*/ 0 h 1748"/>
                  <a:gd name="T16" fmla="*/ 0 w 3550"/>
                  <a:gd name="T17" fmla="*/ 0 h 1748"/>
                  <a:gd name="T18" fmla="*/ 0 w 3550"/>
                  <a:gd name="T19" fmla="*/ 0 h 1748"/>
                  <a:gd name="T20" fmla="*/ 0 w 3550"/>
                  <a:gd name="T21" fmla="*/ 0 h 1748"/>
                  <a:gd name="T22" fmla="*/ 0 w 3550"/>
                  <a:gd name="T23" fmla="*/ 0 h 1748"/>
                  <a:gd name="T24" fmla="*/ 0 w 3550"/>
                  <a:gd name="T25" fmla="*/ 0 h 1748"/>
                  <a:gd name="T26" fmla="*/ 0 w 3550"/>
                  <a:gd name="T27" fmla="*/ 0 h 1748"/>
                  <a:gd name="T28" fmla="*/ 0 w 3550"/>
                  <a:gd name="T29" fmla="*/ 0 h 1748"/>
                  <a:gd name="T30" fmla="*/ 0 w 3550"/>
                  <a:gd name="T31" fmla="*/ 0 h 1748"/>
                  <a:gd name="T32" fmla="*/ 0 w 3550"/>
                  <a:gd name="T33" fmla="*/ 0 h 1748"/>
                  <a:gd name="T34" fmla="*/ 0 w 3550"/>
                  <a:gd name="T35" fmla="*/ 0 h 1748"/>
                  <a:gd name="T36" fmla="*/ 0 w 3550"/>
                  <a:gd name="T37" fmla="*/ 0 h 1748"/>
                  <a:gd name="T38" fmla="*/ 0 w 3550"/>
                  <a:gd name="T39" fmla="*/ 0 h 1748"/>
                  <a:gd name="T40" fmla="*/ 0 w 3550"/>
                  <a:gd name="T41" fmla="*/ 0 h 1748"/>
                  <a:gd name="T42" fmla="*/ 0 w 3550"/>
                  <a:gd name="T43" fmla="*/ 0 h 1748"/>
                  <a:gd name="T44" fmla="*/ 0 w 3550"/>
                  <a:gd name="T45" fmla="*/ 0 h 1748"/>
                  <a:gd name="T46" fmla="*/ 0 w 3550"/>
                  <a:gd name="T47" fmla="*/ 0 h 1748"/>
                  <a:gd name="T48" fmla="*/ 0 w 3550"/>
                  <a:gd name="T49" fmla="*/ 0 h 1748"/>
                  <a:gd name="T50" fmla="*/ 0 w 3550"/>
                  <a:gd name="T51" fmla="*/ 0 h 1748"/>
                  <a:gd name="T52" fmla="*/ 0 w 3550"/>
                  <a:gd name="T53" fmla="*/ 0 h 1748"/>
                  <a:gd name="T54" fmla="*/ 0 w 3550"/>
                  <a:gd name="T55" fmla="*/ 0 h 1748"/>
                  <a:gd name="T56" fmla="*/ 0 w 3550"/>
                  <a:gd name="T57" fmla="*/ 0 h 1748"/>
                  <a:gd name="T58" fmla="*/ 0 w 3550"/>
                  <a:gd name="T59" fmla="*/ 0 h 1748"/>
                  <a:gd name="T60" fmla="*/ 0 w 3550"/>
                  <a:gd name="T61" fmla="*/ 0 h 1748"/>
                  <a:gd name="T62" fmla="*/ 0 w 3550"/>
                  <a:gd name="T63" fmla="*/ 0 h 1748"/>
                  <a:gd name="T64" fmla="*/ 0 w 3550"/>
                  <a:gd name="T65" fmla="*/ 0 h 1748"/>
                  <a:gd name="T66" fmla="*/ 0 w 3550"/>
                  <a:gd name="T67" fmla="*/ 0 h 1748"/>
                  <a:gd name="T68" fmla="*/ 0 w 3550"/>
                  <a:gd name="T69" fmla="*/ 0 h 1748"/>
                  <a:gd name="T70" fmla="*/ 0 w 3550"/>
                  <a:gd name="T71" fmla="*/ 0 h 1748"/>
                  <a:gd name="T72" fmla="*/ 0 w 3550"/>
                  <a:gd name="T73" fmla="*/ 0 h 1748"/>
                  <a:gd name="T74" fmla="*/ 0 w 3550"/>
                  <a:gd name="T75" fmla="*/ 0 h 1748"/>
                  <a:gd name="T76" fmla="*/ 0 w 3550"/>
                  <a:gd name="T77" fmla="*/ 0 h 1748"/>
                  <a:gd name="T78" fmla="*/ 0 w 3550"/>
                  <a:gd name="T79" fmla="*/ 0 h 1748"/>
                  <a:gd name="T80" fmla="*/ 0 w 3550"/>
                  <a:gd name="T81" fmla="*/ 0 h 1748"/>
                  <a:gd name="T82" fmla="*/ 0 w 3550"/>
                  <a:gd name="T83" fmla="*/ 0 h 1748"/>
                  <a:gd name="T84" fmla="*/ 0 w 3550"/>
                  <a:gd name="T85" fmla="*/ 0 h 1748"/>
                  <a:gd name="T86" fmla="*/ 0 w 3550"/>
                  <a:gd name="T87" fmla="*/ 0 h 1748"/>
                  <a:gd name="T88" fmla="*/ 0 w 3550"/>
                  <a:gd name="T89" fmla="*/ 0 h 1748"/>
                  <a:gd name="T90" fmla="*/ 0 w 3550"/>
                  <a:gd name="T91" fmla="*/ 0 h 1748"/>
                  <a:gd name="T92" fmla="*/ 0 w 3550"/>
                  <a:gd name="T93" fmla="*/ 0 h 1748"/>
                  <a:gd name="T94" fmla="*/ 0 w 3550"/>
                  <a:gd name="T95" fmla="*/ 0 h 17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550"/>
                  <a:gd name="T145" fmla="*/ 0 h 1748"/>
                  <a:gd name="T146" fmla="*/ 3550 w 3550"/>
                  <a:gd name="T147" fmla="*/ 1748 h 17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550" h="1748">
                    <a:moveTo>
                      <a:pt x="3550" y="163"/>
                    </a:moveTo>
                    <a:lnTo>
                      <a:pt x="3545" y="153"/>
                    </a:lnTo>
                    <a:lnTo>
                      <a:pt x="3541" y="144"/>
                    </a:lnTo>
                    <a:lnTo>
                      <a:pt x="3538" y="137"/>
                    </a:lnTo>
                    <a:lnTo>
                      <a:pt x="3533" y="130"/>
                    </a:lnTo>
                    <a:lnTo>
                      <a:pt x="3529" y="120"/>
                    </a:lnTo>
                    <a:lnTo>
                      <a:pt x="3523" y="108"/>
                    </a:lnTo>
                    <a:lnTo>
                      <a:pt x="3514" y="90"/>
                    </a:lnTo>
                    <a:lnTo>
                      <a:pt x="3502" y="64"/>
                    </a:lnTo>
                    <a:lnTo>
                      <a:pt x="3491" y="46"/>
                    </a:lnTo>
                    <a:lnTo>
                      <a:pt x="3476" y="31"/>
                    </a:lnTo>
                    <a:lnTo>
                      <a:pt x="3459" y="18"/>
                    </a:lnTo>
                    <a:lnTo>
                      <a:pt x="3440" y="8"/>
                    </a:lnTo>
                    <a:lnTo>
                      <a:pt x="3418" y="2"/>
                    </a:lnTo>
                    <a:lnTo>
                      <a:pt x="3397" y="0"/>
                    </a:lnTo>
                    <a:lnTo>
                      <a:pt x="3376" y="2"/>
                    </a:lnTo>
                    <a:lnTo>
                      <a:pt x="3356" y="8"/>
                    </a:lnTo>
                    <a:lnTo>
                      <a:pt x="3257" y="53"/>
                    </a:lnTo>
                    <a:lnTo>
                      <a:pt x="3166" y="94"/>
                    </a:lnTo>
                    <a:lnTo>
                      <a:pt x="3083" y="131"/>
                    </a:lnTo>
                    <a:lnTo>
                      <a:pt x="3004" y="167"/>
                    </a:lnTo>
                    <a:lnTo>
                      <a:pt x="2932" y="198"/>
                    </a:lnTo>
                    <a:lnTo>
                      <a:pt x="2864" y="229"/>
                    </a:lnTo>
                    <a:lnTo>
                      <a:pt x="2800" y="258"/>
                    </a:lnTo>
                    <a:lnTo>
                      <a:pt x="2740" y="286"/>
                    </a:lnTo>
                    <a:lnTo>
                      <a:pt x="2681" y="312"/>
                    </a:lnTo>
                    <a:lnTo>
                      <a:pt x="2623" y="337"/>
                    </a:lnTo>
                    <a:lnTo>
                      <a:pt x="2565" y="364"/>
                    </a:lnTo>
                    <a:lnTo>
                      <a:pt x="2508" y="389"/>
                    </a:lnTo>
                    <a:lnTo>
                      <a:pt x="2450" y="415"/>
                    </a:lnTo>
                    <a:lnTo>
                      <a:pt x="2389" y="443"/>
                    </a:lnTo>
                    <a:lnTo>
                      <a:pt x="2327" y="471"/>
                    </a:lnTo>
                    <a:lnTo>
                      <a:pt x="2259" y="501"/>
                    </a:lnTo>
                    <a:lnTo>
                      <a:pt x="2189" y="532"/>
                    </a:lnTo>
                    <a:lnTo>
                      <a:pt x="2113" y="567"/>
                    </a:lnTo>
                    <a:lnTo>
                      <a:pt x="2031" y="603"/>
                    </a:lnTo>
                    <a:lnTo>
                      <a:pt x="1942" y="643"/>
                    </a:lnTo>
                    <a:lnTo>
                      <a:pt x="1846" y="686"/>
                    </a:lnTo>
                    <a:lnTo>
                      <a:pt x="1741" y="733"/>
                    </a:lnTo>
                    <a:lnTo>
                      <a:pt x="1628" y="784"/>
                    </a:lnTo>
                    <a:lnTo>
                      <a:pt x="1505" y="839"/>
                    </a:lnTo>
                    <a:lnTo>
                      <a:pt x="1370" y="899"/>
                    </a:lnTo>
                    <a:lnTo>
                      <a:pt x="1224" y="966"/>
                    </a:lnTo>
                    <a:lnTo>
                      <a:pt x="1066" y="1036"/>
                    </a:lnTo>
                    <a:lnTo>
                      <a:pt x="895" y="1113"/>
                    </a:lnTo>
                    <a:lnTo>
                      <a:pt x="710" y="1195"/>
                    </a:lnTo>
                    <a:lnTo>
                      <a:pt x="510" y="1286"/>
                    </a:lnTo>
                    <a:lnTo>
                      <a:pt x="294" y="1382"/>
                    </a:lnTo>
                    <a:lnTo>
                      <a:pt x="62" y="1486"/>
                    </a:lnTo>
                    <a:lnTo>
                      <a:pt x="44" y="1497"/>
                    </a:lnTo>
                    <a:lnTo>
                      <a:pt x="29" y="1512"/>
                    </a:lnTo>
                    <a:lnTo>
                      <a:pt x="16" y="1530"/>
                    </a:lnTo>
                    <a:lnTo>
                      <a:pt x="7" y="1550"/>
                    </a:lnTo>
                    <a:lnTo>
                      <a:pt x="2" y="1572"/>
                    </a:lnTo>
                    <a:lnTo>
                      <a:pt x="0" y="1594"/>
                    </a:lnTo>
                    <a:lnTo>
                      <a:pt x="2" y="1615"/>
                    </a:lnTo>
                    <a:lnTo>
                      <a:pt x="8" y="1636"/>
                    </a:lnTo>
                    <a:lnTo>
                      <a:pt x="14" y="1648"/>
                    </a:lnTo>
                    <a:lnTo>
                      <a:pt x="18" y="1657"/>
                    </a:lnTo>
                    <a:lnTo>
                      <a:pt x="21" y="1665"/>
                    </a:lnTo>
                    <a:lnTo>
                      <a:pt x="26" y="1673"/>
                    </a:lnTo>
                    <a:lnTo>
                      <a:pt x="31" y="1685"/>
                    </a:lnTo>
                    <a:lnTo>
                      <a:pt x="37" y="1699"/>
                    </a:lnTo>
                    <a:lnTo>
                      <a:pt x="46" y="1719"/>
                    </a:lnTo>
                    <a:lnTo>
                      <a:pt x="57" y="1748"/>
                    </a:lnTo>
                    <a:lnTo>
                      <a:pt x="162" y="1700"/>
                    </a:lnTo>
                    <a:lnTo>
                      <a:pt x="259" y="1656"/>
                    </a:lnTo>
                    <a:lnTo>
                      <a:pt x="348" y="1616"/>
                    </a:lnTo>
                    <a:lnTo>
                      <a:pt x="430" y="1579"/>
                    </a:lnTo>
                    <a:lnTo>
                      <a:pt x="508" y="1543"/>
                    </a:lnTo>
                    <a:lnTo>
                      <a:pt x="579" y="1511"/>
                    </a:lnTo>
                    <a:lnTo>
                      <a:pt x="648" y="1480"/>
                    </a:lnTo>
                    <a:lnTo>
                      <a:pt x="713" y="1451"/>
                    </a:lnTo>
                    <a:lnTo>
                      <a:pt x="776" y="1422"/>
                    </a:lnTo>
                    <a:lnTo>
                      <a:pt x="837" y="1395"/>
                    </a:lnTo>
                    <a:lnTo>
                      <a:pt x="898" y="1367"/>
                    </a:lnTo>
                    <a:lnTo>
                      <a:pt x="959" y="1340"/>
                    </a:lnTo>
                    <a:lnTo>
                      <a:pt x="1021" y="1311"/>
                    </a:lnTo>
                    <a:lnTo>
                      <a:pt x="1085" y="1282"/>
                    </a:lnTo>
                    <a:lnTo>
                      <a:pt x="1153" y="1251"/>
                    </a:lnTo>
                    <a:lnTo>
                      <a:pt x="1223" y="1220"/>
                    </a:lnTo>
                    <a:lnTo>
                      <a:pt x="1299" y="1186"/>
                    </a:lnTo>
                    <a:lnTo>
                      <a:pt x="1379" y="1149"/>
                    </a:lnTo>
                    <a:lnTo>
                      <a:pt x="1466" y="1110"/>
                    </a:lnTo>
                    <a:lnTo>
                      <a:pt x="1560" y="1067"/>
                    </a:lnTo>
                    <a:lnTo>
                      <a:pt x="1662" y="1020"/>
                    </a:lnTo>
                    <a:lnTo>
                      <a:pt x="1772" y="971"/>
                    </a:lnTo>
                    <a:lnTo>
                      <a:pt x="1892" y="916"/>
                    </a:lnTo>
                    <a:lnTo>
                      <a:pt x="2024" y="857"/>
                    </a:lnTo>
                    <a:lnTo>
                      <a:pt x="2166" y="792"/>
                    </a:lnTo>
                    <a:lnTo>
                      <a:pt x="2320" y="722"/>
                    </a:lnTo>
                    <a:lnTo>
                      <a:pt x="2488" y="646"/>
                    </a:lnTo>
                    <a:lnTo>
                      <a:pt x="2668" y="564"/>
                    </a:lnTo>
                    <a:lnTo>
                      <a:pt x="2864" y="474"/>
                    </a:lnTo>
                    <a:lnTo>
                      <a:pt x="3075" y="378"/>
                    </a:lnTo>
                    <a:lnTo>
                      <a:pt x="3304" y="275"/>
                    </a:lnTo>
                    <a:lnTo>
                      <a:pt x="3550" y="163"/>
                    </a:lnTo>
                    <a:close/>
                  </a:path>
                </a:pathLst>
              </a:custGeom>
              <a:solidFill>
                <a:srgbClr val="BFC7C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49" name="Freeform 52">
                <a:extLst>
                  <a:ext uri="{FF2B5EF4-FFF2-40B4-BE49-F238E27FC236}">
                    <a16:creationId xmlns:a16="http://schemas.microsoft.com/office/drawing/2014/main" id="{AC342880-F3C6-4DBA-A100-B5CCE93C18A9}"/>
                  </a:ext>
                </a:extLst>
              </p:cNvPr>
              <p:cNvSpPr>
                <a:spLocks/>
              </p:cNvSpPr>
              <p:nvPr/>
            </p:nvSpPr>
            <p:spPr bwMode="auto">
              <a:xfrm>
                <a:off x="1104" y="3024"/>
                <a:ext cx="161" cy="96"/>
              </a:xfrm>
              <a:custGeom>
                <a:avLst/>
                <a:gdLst>
                  <a:gd name="T0" fmla="*/ 0 w 3539"/>
                  <a:gd name="T1" fmla="*/ 0 h 1724"/>
                  <a:gd name="T2" fmla="*/ 0 w 3539"/>
                  <a:gd name="T3" fmla="*/ 0 h 1724"/>
                  <a:gd name="T4" fmla="*/ 0 w 3539"/>
                  <a:gd name="T5" fmla="*/ 0 h 1724"/>
                  <a:gd name="T6" fmla="*/ 0 w 3539"/>
                  <a:gd name="T7" fmla="*/ 0 h 1724"/>
                  <a:gd name="T8" fmla="*/ 0 w 3539"/>
                  <a:gd name="T9" fmla="*/ 0 h 1724"/>
                  <a:gd name="T10" fmla="*/ 0 w 3539"/>
                  <a:gd name="T11" fmla="*/ 0 h 1724"/>
                  <a:gd name="T12" fmla="*/ 0 w 3539"/>
                  <a:gd name="T13" fmla="*/ 0 h 1724"/>
                  <a:gd name="T14" fmla="*/ 0 w 3539"/>
                  <a:gd name="T15" fmla="*/ 0 h 1724"/>
                  <a:gd name="T16" fmla="*/ 0 w 3539"/>
                  <a:gd name="T17" fmla="*/ 0 h 1724"/>
                  <a:gd name="T18" fmla="*/ 0 w 3539"/>
                  <a:gd name="T19" fmla="*/ 0 h 1724"/>
                  <a:gd name="T20" fmla="*/ 0 w 3539"/>
                  <a:gd name="T21" fmla="*/ 0 h 1724"/>
                  <a:gd name="T22" fmla="*/ 0 w 3539"/>
                  <a:gd name="T23" fmla="*/ 0 h 1724"/>
                  <a:gd name="T24" fmla="*/ 0 w 3539"/>
                  <a:gd name="T25" fmla="*/ 0 h 1724"/>
                  <a:gd name="T26" fmla="*/ 0 w 3539"/>
                  <a:gd name="T27" fmla="*/ 0 h 1724"/>
                  <a:gd name="T28" fmla="*/ 0 w 3539"/>
                  <a:gd name="T29" fmla="*/ 0 h 1724"/>
                  <a:gd name="T30" fmla="*/ 0 w 3539"/>
                  <a:gd name="T31" fmla="*/ 0 h 1724"/>
                  <a:gd name="T32" fmla="*/ 0 w 3539"/>
                  <a:gd name="T33" fmla="*/ 0 h 1724"/>
                  <a:gd name="T34" fmla="*/ 0 w 3539"/>
                  <a:gd name="T35" fmla="*/ 0 h 1724"/>
                  <a:gd name="T36" fmla="*/ 0 w 3539"/>
                  <a:gd name="T37" fmla="*/ 0 h 1724"/>
                  <a:gd name="T38" fmla="*/ 0 w 3539"/>
                  <a:gd name="T39" fmla="*/ 0 h 1724"/>
                  <a:gd name="T40" fmla="*/ 0 w 3539"/>
                  <a:gd name="T41" fmla="*/ 0 h 1724"/>
                  <a:gd name="T42" fmla="*/ 0 w 3539"/>
                  <a:gd name="T43" fmla="*/ 0 h 1724"/>
                  <a:gd name="T44" fmla="*/ 0 w 3539"/>
                  <a:gd name="T45" fmla="*/ 0 h 1724"/>
                  <a:gd name="T46" fmla="*/ 0 w 3539"/>
                  <a:gd name="T47" fmla="*/ 0 h 1724"/>
                  <a:gd name="T48" fmla="*/ 0 w 3539"/>
                  <a:gd name="T49" fmla="*/ 0 h 1724"/>
                  <a:gd name="T50" fmla="*/ 0 w 3539"/>
                  <a:gd name="T51" fmla="*/ 0 h 1724"/>
                  <a:gd name="T52" fmla="*/ 0 w 3539"/>
                  <a:gd name="T53" fmla="*/ 0 h 1724"/>
                  <a:gd name="T54" fmla="*/ 0 w 3539"/>
                  <a:gd name="T55" fmla="*/ 0 h 1724"/>
                  <a:gd name="T56" fmla="*/ 0 w 3539"/>
                  <a:gd name="T57" fmla="*/ 0 h 1724"/>
                  <a:gd name="T58" fmla="*/ 0 w 3539"/>
                  <a:gd name="T59" fmla="*/ 0 h 1724"/>
                  <a:gd name="T60" fmla="*/ 0 w 3539"/>
                  <a:gd name="T61" fmla="*/ 0 h 1724"/>
                  <a:gd name="T62" fmla="*/ 0 w 3539"/>
                  <a:gd name="T63" fmla="*/ 0 h 1724"/>
                  <a:gd name="T64" fmla="*/ 0 w 3539"/>
                  <a:gd name="T65" fmla="*/ 0 h 1724"/>
                  <a:gd name="T66" fmla="*/ 0 w 3539"/>
                  <a:gd name="T67" fmla="*/ 0 h 1724"/>
                  <a:gd name="T68" fmla="*/ 0 w 3539"/>
                  <a:gd name="T69" fmla="*/ 0 h 1724"/>
                  <a:gd name="T70" fmla="*/ 0 w 3539"/>
                  <a:gd name="T71" fmla="*/ 0 h 1724"/>
                  <a:gd name="T72" fmla="*/ 0 w 3539"/>
                  <a:gd name="T73" fmla="*/ 0 h 1724"/>
                  <a:gd name="T74" fmla="*/ 0 w 3539"/>
                  <a:gd name="T75" fmla="*/ 0 h 1724"/>
                  <a:gd name="T76" fmla="*/ 0 w 3539"/>
                  <a:gd name="T77" fmla="*/ 0 h 1724"/>
                  <a:gd name="T78" fmla="*/ 0 w 3539"/>
                  <a:gd name="T79" fmla="*/ 0 h 1724"/>
                  <a:gd name="T80" fmla="*/ 0 w 3539"/>
                  <a:gd name="T81" fmla="*/ 0 h 1724"/>
                  <a:gd name="T82" fmla="*/ 0 w 3539"/>
                  <a:gd name="T83" fmla="*/ 0 h 1724"/>
                  <a:gd name="T84" fmla="*/ 0 w 3539"/>
                  <a:gd name="T85" fmla="*/ 0 h 1724"/>
                  <a:gd name="T86" fmla="*/ 0 w 3539"/>
                  <a:gd name="T87" fmla="*/ 0 h 1724"/>
                  <a:gd name="T88" fmla="*/ 0 w 3539"/>
                  <a:gd name="T89" fmla="*/ 0 h 1724"/>
                  <a:gd name="T90" fmla="*/ 0 w 3539"/>
                  <a:gd name="T91" fmla="*/ 0 h 1724"/>
                  <a:gd name="T92" fmla="*/ 0 w 3539"/>
                  <a:gd name="T93" fmla="*/ 0 h 1724"/>
                  <a:gd name="T94" fmla="*/ 0 w 3539"/>
                  <a:gd name="T95" fmla="*/ 0 h 172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539"/>
                  <a:gd name="T145" fmla="*/ 0 h 1724"/>
                  <a:gd name="T146" fmla="*/ 3539 w 3539"/>
                  <a:gd name="T147" fmla="*/ 1724 h 172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539" h="1724">
                    <a:moveTo>
                      <a:pt x="3539" y="143"/>
                    </a:moveTo>
                    <a:lnTo>
                      <a:pt x="3534" y="135"/>
                    </a:lnTo>
                    <a:lnTo>
                      <a:pt x="3531" y="129"/>
                    </a:lnTo>
                    <a:lnTo>
                      <a:pt x="3529" y="123"/>
                    </a:lnTo>
                    <a:lnTo>
                      <a:pt x="3526" y="117"/>
                    </a:lnTo>
                    <a:lnTo>
                      <a:pt x="3523" y="110"/>
                    </a:lnTo>
                    <a:lnTo>
                      <a:pt x="3518" y="99"/>
                    </a:lnTo>
                    <a:lnTo>
                      <a:pt x="3511" y="84"/>
                    </a:lnTo>
                    <a:lnTo>
                      <a:pt x="3502" y="64"/>
                    </a:lnTo>
                    <a:lnTo>
                      <a:pt x="3491" y="46"/>
                    </a:lnTo>
                    <a:lnTo>
                      <a:pt x="3476" y="31"/>
                    </a:lnTo>
                    <a:lnTo>
                      <a:pt x="3459" y="18"/>
                    </a:lnTo>
                    <a:lnTo>
                      <a:pt x="3440" y="8"/>
                    </a:lnTo>
                    <a:lnTo>
                      <a:pt x="3418" y="2"/>
                    </a:lnTo>
                    <a:lnTo>
                      <a:pt x="3397" y="0"/>
                    </a:lnTo>
                    <a:lnTo>
                      <a:pt x="3376" y="2"/>
                    </a:lnTo>
                    <a:lnTo>
                      <a:pt x="3356" y="8"/>
                    </a:lnTo>
                    <a:lnTo>
                      <a:pt x="3257" y="53"/>
                    </a:lnTo>
                    <a:lnTo>
                      <a:pt x="3166" y="94"/>
                    </a:lnTo>
                    <a:lnTo>
                      <a:pt x="3083" y="131"/>
                    </a:lnTo>
                    <a:lnTo>
                      <a:pt x="3004" y="167"/>
                    </a:lnTo>
                    <a:lnTo>
                      <a:pt x="2932" y="198"/>
                    </a:lnTo>
                    <a:lnTo>
                      <a:pt x="2864" y="229"/>
                    </a:lnTo>
                    <a:lnTo>
                      <a:pt x="2800" y="258"/>
                    </a:lnTo>
                    <a:lnTo>
                      <a:pt x="2740" y="286"/>
                    </a:lnTo>
                    <a:lnTo>
                      <a:pt x="2681" y="312"/>
                    </a:lnTo>
                    <a:lnTo>
                      <a:pt x="2623" y="337"/>
                    </a:lnTo>
                    <a:lnTo>
                      <a:pt x="2565" y="364"/>
                    </a:lnTo>
                    <a:lnTo>
                      <a:pt x="2508" y="389"/>
                    </a:lnTo>
                    <a:lnTo>
                      <a:pt x="2450" y="415"/>
                    </a:lnTo>
                    <a:lnTo>
                      <a:pt x="2389" y="443"/>
                    </a:lnTo>
                    <a:lnTo>
                      <a:pt x="2327" y="471"/>
                    </a:lnTo>
                    <a:lnTo>
                      <a:pt x="2259" y="501"/>
                    </a:lnTo>
                    <a:lnTo>
                      <a:pt x="2189" y="532"/>
                    </a:lnTo>
                    <a:lnTo>
                      <a:pt x="2113" y="567"/>
                    </a:lnTo>
                    <a:lnTo>
                      <a:pt x="2031" y="603"/>
                    </a:lnTo>
                    <a:lnTo>
                      <a:pt x="1942" y="643"/>
                    </a:lnTo>
                    <a:lnTo>
                      <a:pt x="1846" y="686"/>
                    </a:lnTo>
                    <a:lnTo>
                      <a:pt x="1741" y="733"/>
                    </a:lnTo>
                    <a:lnTo>
                      <a:pt x="1628" y="784"/>
                    </a:lnTo>
                    <a:lnTo>
                      <a:pt x="1505" y="839"/>
                    </a:lnTo>
                    <a:lnTo>
                      <a:pt x="1370" y="899"/>
                    </a:lnTo>
                    <a:lnTo>
                      <a:pt x="1224" y="966"/>
                    </a:lnTo>
                    <a:lnTo>
                      <a:pt x="1066" y="1036"/>
                    </a:lnTo>
                    <a:lnTo>
                      <a:pt x="895" y="1113"/>
                    </a:lnTo>
                    <a:lnTo>
                      <a:pt x="710" y="1195"/>
                    </a:lnTo>
                    <a:lnTo>
                      <a:pt x="510" y="1286"/>
                    </a:lnTo>
                    <a:lnTo>
                      <a:pt x="294" y="1382"/>
                    </a:lnTo>
                    <a:lnTo>
                      <a:pt x="62" y="1486"/>
                    </a:lnTo>
                    <a:lnTo>
                      <a:pt x="44" y="1497"/>
                    </a:lnTo>
                    <a:lnTo>
                      <a:pt x="29" y="1512"/>
                    </a:lnTo>
                    <a:lnTo>
                      <a:pt x="16" y="1530"/>
                    </a:lnTo>
                    <a:lnTo>
                      <a:pt x="7" y="1550"/>
                    </a:lnTo>
                    <a:lnTo>
                      <a:pt x="2" y="1572"/>
                    </a:lnTo>
                    <a:lnTo>
                      <a:pt x="0" y="1594"/>
                    </a:lnTo>
                    <a:lnTo>
                      <a:pt x="2" y="1615"/>
                    </a:lnTo>
                    <a:lnTo>
                      <a:pt x="8" y="1636"/>
                    </a:lnTo>
                    <a:lnTo>
                      <a:pt x="13" y="1646"/>
                    </a:lnTo>
                    <a:lnTo>
                      <a:pt x="16" y="1652"/>
                    </a:lnTo>
                    <a:lnTo>
                      <a:pt x="19" y="1658"/>
                    </a:lnTo>
                    <a:lnTo>
                      <a:pt x="22" y="1666"/>
                    </a:lnTo>
                    <a:lnTo>
                      <a:pt x="26" y="1674"/>
                    </a:lnTo>
                    <a:lnTo>
                      <a:pt x="31" y="1686"/>
                    </a:lnTo>
                    <a:lnTo>
                      <a:pt x="37" y="1702"/>
                    </a:lnTo>
                    <a:lnTo>
                      <a:pt x="46" y="1724"/>
                    </a:lnTo>
                    <a:lnTo>
                      <a:pt x="151" y="1676"/>
                    </a:lnTo>
                    <a:lnTo>
                      <a:pt x="248" y="1633"/>
                    </a:lnTo>
                    <a:lnTo>
                      <a:pt x="337" y="1592"/>
                    </a:lnTo>
                    <a:lnTo>
                      <a:pt x="419" y="1555"/>
                    </a:lnTo>
                    <a:lnTo>
                      <a:pt x="497" y="1520"/>
                    </a:lnTo>
                    <a:lnTo>
                      <a:pt x="568" y="1488"/>
                    </a:lnTo>
                    <a:lnTo>
                      <a:pt x="637" y="1457"/>
                    </a:lnTo>
                    <a:lnTo>
                      <a:pt x="702" y="1427"/>
                    </a:lnTo>
                    <a:lnTo>
                      <a:pt x="765" y="1399"/>
                    </a:lnTo>
                    <a:lnTo>
                      <a:pt x="826" y="1372"/>
                    </a:lnTo>
                    <a:lnTo>
                      <a:pt x="886" y="1344"/>
                    </a:lnTo>
                    <a:lnTo>
                      <a:pt x="948" y="1316"/>
                    </a:lnTo>
                    <a:lnTo>
                      <a:pt x="1010" y="1288"/>
                    </a:lnTo>
                    <a:lnTo>
                      <a:pt x="1074" y="1259"/>
                    </a:lnTo>
                    <a:lnTo>
                      <a:pt x="1141" y="1229"/>
                    </a:lnTo>
                    <a:lnTo>
                      <a:pt x="1212" y="1197"/>
                    </a:lnTo>
                    <a:lnTo>
                      <a:pt x="1287" y="1163"/>
                    </a:lnTo>
                    <a:lnTo>
                      <a:pt x="1368" y="1126"/>
                    </a:lnTo>
                    <a:lnTo>
                      <a:pt x="1455" y="1087"/>
                    </a:lnTo>
                    <a:lnTo>
                      <a:pt x="1548" y="1045"/>
                    </a:lnTo>
                    <a:lnTo>
                      <a:pt x="1650" y="998"/>
                    </a:lnTo>
                    <a:lnTo>
                      <a:pt x="1761" y="949"/>
                    </a:lnTo>
                    <a:lnTo>
                      <a:pt x="1881" y="894"/>
                    </a:lnTo>
                    <a:lnTo>
                      <a:pt x="2013" y="835"/>
                    </a:lnTo>
                    <a:lnTo>
                      <a:pt x="2154" y="771"/>
                    </a:lnTo>
                    <a:lnTo>
                      <a:pt x="2308" y="700"/>
                    </a:lnTo>
                    <a:lnTo>
                      <a:pt x="2477" y="625"/>
                    </a:lnTo>
                    <a:lnTo>
                      <a:pt x="2657" y="543"/>
                    </a:lnTo>
                    <a:lnTo>
                      <a:pt x="2853" y="453"/>
                    </a:lnTo>
                    <a:lnTo>
                      <a:pt x="3064" y="357"/>
                    </a:lnTo>
                    <a:lnTo>
                      <a:pt x="3293" y="254"/>
                    </a:lnTo>
                    <a:lnTo>
                      <a:pt x="3539" y="143"/>
                    </a:lnTo>
                    <a:close/>
                  </a:path>
                </a:pathLst>
              </a:custGeom>
              <a:solidFill>
                <a:srgbClr val="C9D1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0" name="Freeform 53">
                <a:extLst>
                  <a:ext uri="{FF2B5EF4-FFF2-40B4-BE49-F238E27FC236}">
                    <a16:creationId xmlns:a16="http://schemas.microsoft.com/office/drawing/2014/main" id="{B3A3B502-9137-46FA-AFF4-038DD7DA4A5C}"/>
                  </a:ext>
                </a:extLst>
              </p:cNvPr>
              <p:cNvSpPr>
                <a:spLocks/>
              </p:cNvSpPr>
              <p:nvPr/>
            </p:nvSpPr>
            <p:spPr bwMode="auto">
              <a:xfrm>
                <a:off x="1104" y="3024"/>
                <a:ext cx="160" cy="94"/>
              </a:xfrm>
              <a:custGeom>
                <a:avLst/>
                <a:gdLst>
                  <a:gd name="T0" fmla="*/ 0 w 3526"/>
                  <a:gd name="T1" fmla="*/ 0 h 1698"/>
                  <a:gd name="T2" fmla="*/ 0 w 3526"/>
                  <a:gd name="T3" fmla="*/ 0 h 1698"/>
                  <a:gd name="T4" fmla="*/ 0 w 3526"/>
                  <a:gd name="T5" fmla="*/ 0 h 1698"/>
                  <a:gd name="T6" fmla="*/ 0 w 3526"/>
                  <a:gd name="T7" fmla="*/ 0 h 1698"/>
                  <a:gd name="T8" fmla="*/ 0 w 3526"/>
                  <a:gd name="T9" fmla="*/ 0 h 1698"/>
                  <a:gd name="T10" fmla="*/ 0 w 3526"/>
                  <a:gd name="T11" fmla="*/ 0 h 1698"/>
                  <a:gd name="T12" fmla="*/ 0 w 3526"/>
                  <a:gd name="T13" fmla="*/ 0 h 1698"/>
                  <a:gd name="T14" fmla="*/ 0 w 3526"/>
                  <a:gd name="T15" fmla="*/ 0 h 1698"/>
                  <a:gd name="T16" fmla="*/ 0 w 3526"/>
                  <a:gd name="T17" fmla="*/ 0 h 1698"/>
                  <a:gd name="T18" fmla="*/ 0 w 3526"/>
                  <a:gd name="T19" fmla="*/ 0 h 1698"/>
                  <a:gd name="T20" fmla="*/ 0 w 3526"/>
                  <a:gd name="T21" fmla="*/ 0 h 1698"/>
                  <a:gd name="T22" fmla="*/ 0 w 3526"/>
                  <a:gd name="T23" fmla="*/ 0 h 1698"/>
                  <a:gd name="T24" fmla="*/ 0 w 3526"/>
                  <a:gd name="T25" fmla="*/ 0 h 1698"/>
                  <a:gd name="T26" fmla="*/ 0 w 3526"/>
                  <a:gd name="T27" fmla="*/ 0 h 1698"/>
                  <a:gd name="T28" fmla="*/ 0 w 3526"/>
                  <a:gd name="T29" fmla="*/ 0 h 1698"/>
                  <a:gd name="T30" fmla="*/ 0 w 3526"/>
                  <a:gd name="T31" fmla="*/ 0 h 1698"/>
                  <a:gd name="T32" fmla="*/ 0 w 3526"/>
                  <a:gd name="T33" fmla="*/ 0 h 1698"/>
                  <a:gd name="T34" fmla="*/ 0 w 3526"/>
                  <a:gd name="T35" fmla="*/ 0 h 1698"/>
                  <a:gd name="T36" fmla="*/ 0 w 3526"/>
                  <a:gd name="T37" fmla="*/ 0 h 1698"/>
                  <a:gd name="T38" fmla="*/ 0 w 3526"/>
                  <a:gd name="T39" fmla="*/ 0 h 1698"/>
                  <a:gd name="T40" fmla="*/ 0 w 3526"/>
                  <a:gd name="T41" fmla="*/ 0 h 1698"/>
                  <a:gd name="T42" fmla="*/ 0 w 3526"/>
                  <a:gd name="T43" fmla="*/ 0 h 1698"/>
                  <a:gd name="T44" fmla="*/ 0 w 3526"/>
                  <a:gd name="T45" fmla="*/ 0 h 1698"/>
                  <a:gd name="T46" fmla="*/ 0 w 3526"/>
                  <a:gd name="T47" fmla="*/ 0 h 1698"/>
                  <a:gd name="T48" fmla="*/ 0 w 3526"/>
                  <a:gd name="T49" fmla="*/ 0 h 1698"/>
                  <a:gd name="T50" fmla="*/ 0 w 3526"/>
                  <a:gd name="T51" fmla="*/ 0 h 1698"/>
                  <a:gd name="T52" fmla="*/ 0 w 3526"/>
                  <a:gd name="T53" fmla="*/ 0 h 1698"/>
                  <a:gd name="T54" fmla="*/ 0 w 3526"/>
                  <a:gd name="T55" fmla="*/ 0 h 1698"/>
                  <a:gd name="T56" fmla="*/ 0 w 3526"/>
                  <a:gd name="T57" fmla="*/ 0 h 1698"/>
                  <a:gd name="T58" fmla="*/ 0 w 3526"/>
                  <a:gd name="T59" fmla="*/ 0 h 1698"/>
                  <a:gd name="T60" fmla="*/ 0 w 3526"/>
                  <a:gd name="T61" fmla="*/ 0 h 1698"/>
                  <a:gd name="T62" fmla="*/ 0 w 3526"/>
                  <a:gd name="T63" fmla="*/ 0 h 1698"/>
                  <a:gd name="T64" fmla="*/ 0 w 3526"/>
                  <a:gd name="T65" fmla="*/ 0 h 1698"/>
                  <a:gd name="T66" fmla="*/ 0 w 3526"/>
                  <a:gd name="T67" fmla="*/ 0 h 1698"/>
                  <a:gd name="T68" fmla="*/ 0 w 3526"/>
                  <a:gd name="T69" fmla="*/ 0 h 1698"/>
                  <a:gd name="T70" fmla="*/ 0 w 3526"/>
                  <a:gd name="T71" fmla="*/ 0 h 1698"/>
                  <a:gd name="T72" fmla="*/ 0 w 3526"/>
                  <a:gd name="T73" fmla="*/ 0 h 1698"/>
                  <a:gd name="T74" fmla="*/ 0 w 3526"/>
                  <a:gd name="T75" fmla="*/ 0 h 1698"/>
                  <a:gd name="T76" fmla="*/ 0 w 3526"/>
                  <a:gd name="T77" fmla="*/ 0 h 1698"/>
                  <a:gd name="T78" fmla="*/ 0 w 3526"/>
                  <a:gd name="T79" fmla="*/ 0 h 1698"/>
                  <a:gd name="T80" fmla="*/ 0 w 3526"/>
                  <a:gd name="T81" fmla="*/ 0 h 1698"/>
                  <a:gd name="T82" fmla="*/ 0 w 3526"/>
                  <a:gd name="T83" fmla="*/ 0 h 1698"/>
                  <a:gd name="T84" fmla="*/ 0 w 3526"/>
                  <a:gd name="T85" fmla="*/ 0 h 1698"/>
                  <a:gd name="T86" fmla="*/ 0 w 3526"/>
                  <a:gd name="T87" fmla="*/ 0 h 169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526"/>
                  <a:gd name="T133" fmla="*/ 0 h 1698"/>
                  <a:gd name="T134" fmla="*/ 3526 w 3526"/>
                  <a:gd name="T135" fmla="*/ 1698 h 169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526" h="1698">
                    <a:moveTo>
                      <a:pt x="3526" y="123"/>
                    </a:moveTo>
                    <a:lnTo>
                      <a:pt x="3522" y="112"/>
                    </a:lnTo>
                    <a:lnTo>
                      <a:pt x="3518" y="103"/>
                    </a:lnTo>
                    <a:lnTo>
                      <a:pt x="3513" y="91"/>
                    </a:lnTo>
                    <a:lnTo>
                      <a:pt x="3502" y="64"/>
                    </a:lnTo>
                    <a:lnTo>
                      <a:pt x="3491" y="46"/>
                    </a:lnTo>
                    <a:lnTo>
                      <a:pt x="3476" y="31"/>
                    </a:lnTo>
                    <a:lnTo>
                      <a:pt x="3459" y="18"/>
                    </a:lnTo>
                    <a:lnTo>
                      <a:pt x="3440" y="8"/>
                    </a:lnTo>
                    <a:lnTo>
                      <a:pt x="3418" y="2"/>
                    </a:lnTo>
                    <a:lnTo>
                      <a:pt x="3397" y="0"/>
                    </a:lnTo>
                    <a:lnTo>
                      <a:pt x="3376" y="2"/>
                    </a:lnTo>
                    <a:lnTo>
                      <a:pt x="3356" y="8"/>
                    </a:lnTo>
                    <a:lnTo>
                      <a:pt x="3257" y="53"/>
                    </a:lnTo>
                    <a:lnTo>
                      <a:pt x="3166" y="94"/>
                    </a:lnTo>
                    <a:lnTo>
                      <a:pt x="3083" y="131"/>
                    </a:lnTo>
                    <a:lnTo>
                      <a:pt x="3004" y="167"/>
                    </a:lnTo>
                    <a:lnTo>
                      <a:pt x="2932" y="198"/>
                    </a:lnTo>
                    <a:lnTo>
                      <a:pt x="2864" y="229"/>
                    </a:lnTo>
                    <a:lnTo>
                      <a:pt x="2800" y="258"/>
                    </a:lnTo>
                    <a:lnTo>
                      <a:pt x="2740" y="286"/>
                    </a:lnTo>
                    <a:lnTo>
                      <a:pt x="2681" y="312"/>
                    </a:lnTo>
                    <a:lnTo>
                      <a:pt x="2623" y="337"/>
                    </a:lnTo>
                    <a:lnTo>
                      <a:pt x="2565" y="364"/>
                    </a:lnTo>
                    <a:lnTo>
                      <a:pt x="2508" y="389"/>
                    </a:lnTo>
                    <a:lnTo>
                      <a:pt x="2450" y="415"/>
                    </a:lnTo>
                    <a:lnTo>
                      <a:pt x="2389" y="443"/>
                    </a:lnTo>
                    <a:lnTo>
                      <a:pt x="2327" y="471"/>
                    </a:lnTo>
                    <a:lnTo>
                      <a:pt x="2259" y="501"/>
                    </a:lnTo>
                    <a:lnTo>
                      <a:pt x="2189" y="532"/>
                    </a:lnTo>
                    <a:lnTo>
                      <a:pt x="2113" y="567"/>
                    </a:lnTo>
                    <a:lnTo>
                      <a:pt x="2031" y="603"/>
                    </a:lnTo>
                    <a:lnTo>
                      <a:pt x="1942" y="643"/>
                    </a:lnTo>
                    <a:lnTo>
                      <a:pt x="1846" y="686"/>
                    </a:lnTo>
                    <a:lnTo>
                      <a:pt x="1741" y="733"/>
                    </a:lnTo>
                    <a:lnTo>
                      <a:pt x="1628" y="784"/>
                    </a:lnTo>
                    <a:lnTo>
                      <a:pt x="1505" y="839"/>
                    </a:lnTo>
                    <a:lnTo>
                      <a:pt x="1370" y="899"/>
                    </a:lnTo>
                    <a:lnTo>
                      <a:pt x="1224" y="966"/>
                    </a:lnTo>
                    <a:lnTo>
                      <a:pt x="1066" y="1036"/>
                    </a:lnTo>
                    <a:lnTo>
                      <a:pt x="895" y="1113"/>
                    </a:lnTo>
                    <a:lnTo>
                      <a:pt x="710" y="1195"/>
                    </a:lnTo>
                    <a:lnTo>
                      <a:pt x="510" y="1286"/>
                    </a:lnTo>
                    <a:lnTo>
                      <a:pt x="294" y="1382"/>
                    </a:lnTo>
                    <a:lnTo>
                      <a:pt x="62" y="1486"/>
                    </a:lnTo>
                    <a:lnTo>
                      <a:pt x="44" y="1497"/>
                    </a:lnTo>
                    <a:lnTo>
                      <a:pt x="29" y="1512"/>
                    </a:lnTo>
                    <a:lnTo>
                      <a:pt x="16" y="1530"/>
                    </a:lnTo>
                    <a:lnTo>
                      <a:pt x="7" y="1550"/>
                    </a:lnTo>
                    <a:lnTo>
                      <a:pt x="2" y="1572"/>
                    </a:lnTo>
                    <a:lnTo>
                      <a:pt x="0" y="1594"/>
                    </a:lnTo>
                    <a:lnTo>
                      <a:pt x="2" y="1615"/>
                    </a:lnTo>
                    <a:lnTo>
                      <a:pt x="8" y="1636"/>
                    </a:lnTo>
                    <a:lnTo>
                      <a:pt x="14" y="1648"/>
                    </a:lnTo>
                    <a:lnTo>
                      <a:pt x="18" y="1657"/>
                    </a:lnTo>
                    <a:lnTo>
                      <a:pt x="25" y="1671"/>
                    </a:lnTo>
                    <a:lnTo>
                      <a:pt x="36" y="1698"/>
                    </a:lnTo>
                    <a:lnTo>
                      <a:pt x="141" y="1651"/>
                    </a:lnTo>
                    <a:lnTo>
                      <a:pt x="237" y="1608"/>
                    </a:lnTo>
                    <a:lnTo>
                      <a:pt x="326" y="1568"/>
                    </a:lnTo>
                    <a:lnTo>
                      <a:pt x="409" y="1530"/>
                    </a:lnTo>
                    <a:lnTo>
                      <a:pt x="486" y="1496"/>
                    </a:lnTo>
                    <a:lnTo>
                      <a:pt x="558" y="1463"/>
                    </a:lnTo>
                    <a:lnTo>
                      <a:pt x="626" y="1433"/>
                    </a:lnTo>
                    <a:lnTo>
                      <a:pt x="691" y="1403"/>
                    </a:lnTo>
                    <a:lnTo>
                      <a:pt x="754" y="1375"/>
                    </a:lnTo>
                    <a:lnTo>
                      <a:pt x="815" y="1347"/>
                    </a:lnTo>
                    <a:lnTo>
                      <a:pt x="875" y="1320"/>
                    </a:lnTo>
                    <a:lnTo>
                      <a:pt x="936" y="1292"/>
                    </a:lnTo>
                    <a:lnTo>
                      <a:pt x="999" y="1264"/>
                    </a:lnTo>
                    <a:lnTo>
                      <a:pt x="1063" y="1236"/>
                    </a:lnTo>
                    <a:lnTo>
                      <a:pt x="1130" y="1205"/>
                    </a:lnTo>
                    <a:lnTo>
                      <a:pt x="1201" y="1173"/>
                    </a:lnTo>
                    <a:lnTo>
                      <a:pt x="1276" y="1140"/>
                    </a:lnTo>
                    <a:lnTo>
                      <a:pt x="1357" y="1103"/>
                    </a:lnTo>
                    <a:lnTo>
                      <a:pt x="1443" y="1064"/>
                    </a:lnTo>
                    <a:lnTo>
                      <a:pt x="1537" y="1022"/>
                    </a:lnTo>
                    <a:lnTo>
                      <a:pt x="1639" y="975"/>
                    </a:lnTo>
                    <a:lnTo>
                      <a:pt x="1749" y="926"/>
                    </a:lnTo>
                    <a:lnTo>
                      <a:pt x="1870" y="872"/>
                    </a:lnTo>
                    <a:lnTo>
                      <a:pt x="2000" y="813"/>
                    </a:lnTo>
                    <a:lnTo>
                      <a:pt x="2143" y="749"/>
                    </a:lnTo>
                    <a:lnTo>
                      <a:pt x="2297" y="679"/>
                    </a:lnTo>
                    <a:lnTo>
                      <a:pt x="2464" y="603"/>
                    </a:lnTo>
                    <a:lnTo>
                      <a:pt x="2646" y="521"/>
                    </a:lnTo>
                    <a:lnTo>
                      <a:pt x="2841" y="432"/>
                    </a:lnTo>
                    <a:lnTo>
                      <a:pt x="3053" y="337"/>
                    </a:lnTo>
                    <a:lnTo>
                      <a:pt x="3281" y="234"/>
                    </a:lnTo>
                    <a:lnTo>
                      <a:pt x="3526" y="123"/>
                    </a:lnTo>
                    <a:close/>
                  </a:path>
                </a:pathLst>
              </a:custGeom>
              <a:solidFill>
                <a:srgbClr val="D1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1" name="Freeform 54">
                <a:extLst>
                  <a:ext uri="{FF2B5EF4-FFF2-40B4-BE49-F238E27FC236}">
                    <a16:creationId xmlns:a16="http://schemas.microsoft.com/office/drawing/2014/main" id="{8EDEC894-3375-400D-A2A8-09F56C087165}"/>
                  </a:ext>
                </a:extLst>
              </p:cNvPr>
              <p:cNvSpPr>
                <a:spLocks/>
              </p:cNvSpPr>
              <p:nvPr/>
            </p:nvSpPr>
            <p:spPr bwMode="auto">
              <a:xfrm>
                <a:off x="1104" y="3024"/>
                <a:ext cx="160" cy="93"/>
              </a:xfrm>
              <a:custGeom>
                <a:avLst/>
                <a:gdLst>
                  <a:gd name="T0" fmla="*/ 0 w 3515"/>
                  <a:gd name="T1" fmla="*/ 0 h 1674"/>
                  <a:gd name="T2" fmla="*/ 0 w 3515"/>
                  <a:gd name="T3" fmla="*/ 0 h 1674"/>
                  <a:gd name="T4" fmla="*/ 0 w 3515"/>
                  <a:gd name="T5" fmla="*/ 0 h 1674"/>
                  <a:gd name="T6" fmla="*/ 0 w 3515"/>
                  <a:gd name="T7" fmla="*/ 0 h 1674"/>
                  <a:gd name="T8" fmla="*/ 0 w 3515"/>
                  <a:gd name="T9" fmla="*/ 0 h 1674"/>
                  <a:gd name="T10" fmla="*/ 0 w 3515"/>
                  <a:gd name="T11" fmla="*/ 0 h 1674"/>
                  <a:gd name="T12" fmla="*/ 0 w 3515"/>
                  <a:gd name="T13" fmla="*/ 0 h 1674"/>
                  <a:gd name="T14" fmla="*/ 0 w 3515"/>
                  <a:gd name="T15" fmla="*/ 0 h 1674"/>
                  <a:gd name="T16" fmla="*/ 0 w 3515"/>
                  <a:gd name="T17" fmla="*/ 0 h 1674"/>
                  <a:gd name="T18" fmla="*/ 0 w 3515"/>
                  <a:gd name="T19" fmla="*/ 0 h 1674"/>
                  <a:gd name="T20" fmla="*/ 0 w 3515"/>
                  <a:gd name="T21" fmla="*/ 0 h 1674"/>
                  <a:gd name="T22" fmla="*/ 0 w 3515"/>
                  <a:gd name="T23" fmla="*/ 0 h 1674"/>
                  <a:gd name="T24" fmla="*/ 0 w 3515"/>
                  <a:gd name="T25" fmla="*/ 0 h 1674"/>
                  <a:gd name="T26" fmla="*/ 0 w 3515"/>
                  <a:gd name="T27" fmla="*/ 0 h 1674"/>
                  <a:gd name="T28" fmla="*/ 0 w 3515"/>
                  <a:gd name="T29" fmla="*/ 0 h 1674"/>
                  <a:gd name="T30" fmla="*/ 0 w 3515"/>
                  <a:gd name="T31" fmla="*/ 0 h 1674"/>
                  <a:gd name="T32" fmla="*/ 0 w 3515"/>
                  <a:gd name="T33" fmla="*/ 0 h 1674"/>
                  <a:gd name="T34" fmla="*/ 0 w 3515"/>
                  <a:gd name="T35" fmla="*/ 0 h 1674"/>
                  <a:gd name="T36" fmla="*/ 0 w 3515"/>
                  <a:gd name="T37" fmla="*/ 0 h 1674"/>
                  <a:gd name="T38" fmla="*/ 0 w 3515"/>
                  <a:gd name="T39" fmla="*/ 0 h 1674"/>
                  <a:gd name="T40" fmla="*/ 0 w 3515"/>
                  <a:gd name="T41" fmla="*/ 0 h 1674"/>
                  <a:gd name="T42" fmla="*/ 0 w 3515"/>
                  <a:gd name="T43" fmla="*/ 0 h 1674"/>
                  <a:gd name="T44" fmla="*/ 0 w 3515"/>
                  <a:gd name="T45" fmla="*/ 0 h 1674"/>
                  <a:gd name="T46" fmla="*/ 0 w 3515"/>
                  <a:gd name="T47" fmla="*/ 0 h 1674"/>
                  <a:gd name="T48" fmla="*/ 0 w 3515"/>
                  <a:gd name="T49" fmla="*/ 0 h 1674"/>
                  <a:gd name="T50" fmla="*/ 0 w 3515"/>
                  <a:gd name="T51" fmla="*/ 0 h 1674"/>
                  <a:gd name="T52" fmla="*/ 0 w 3515"/>
                  <a:gd name="T53" fmla="*/ 0 h 1674"/>
                  <a:gd name="T54" fmla="*/ 0 w 3515"/>
                  <a:gd name="T55" fmla="*/ 0 h 1674"/>
                  <a:gd name="T56" fmla="*/ 0 w 3515"/>
                  <a:gd name="T57" fmla="*/ 0 h 1674"/>
                  <a:gd name="T58" fmla="*/ 0 w 3515"/>
                  <a:gd name="T59" fmla="*/ 0 h 1674"/>
                  <a:gd name="T60" fmla="*/ 0 w 3515"/>
                  <a:gd name="T61" fmla="*/ 0 h 1674"/>
                  <a:gd name="T62" fmla="*/ 0 w 3515"/>
                  <a:gd name="T63" fmla="*/ 0 h 1674"/>
                  <a:gd name="T64" fmla="*/ 0 w 3515"/>
                  <a:gd name="T65" fmla="*/ 0 h 1674"/>
                  <a:gd name="T66" fmla="*/ 0 w 3515"/>
                  <a:gd name="T67" fmla="*/ 0 h 1674"/>
                  <a:gd name="T68" fmla="*/ 0 w 3515"/>
                  <a:gd name="T69" fmla="*/ 0 h 1674"/>
                  <a:gd name="T70" fmla="*/ 0 w 3515"/>
                  <a:gd name="T71" fmla="*/ 0 h 1674"/>
                  <a:gd name="T72" fmla="*/ 0 w 3515"/>
                  <a:gd name="T73" fmla="*/ 0 h 1674"/>
                  <a:gd name="T74" fmla="*/ 0 w 3515"/>
                  <a:gd name="T75" fmla="*/ 0 h 1674"/>
                  <a:gd name="T76" fmla="*/ 0 w 3515"/>
                  <a:gd name="T77" fmla="*/ 0 h 1674"/>
                  <a:gd name="T78" fmla="*/ 0 w 3515"/>
                  <a:gd name="T79" fmla="*/ 0 h 1674"/>
                  <a:gd name="T80" fmla="*/ 0 w 3515"/>
                  <a:gd name="T81" fmla="*/ 0 h 1674"/>
                  <a:gd name="T82" fmla="*/ 0 w 3515"/>
                  <a:gd name="T83" fmla="*/ 0 h 1674"/>
                  <a:gd name="T84" fmla="*/ 0 w 3515"/>
                  <a:gd name="T85" fmla="*/ 0 h 1674"/>
                  <a:gd name="T86" fmla="*/ 0 w 3515"/>
                  <a:gd name="T87" fmla="*/ 0 h 167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515"/>
                  <a:gd name="T133" fmla="*/ 0 h 1674"/>
                  <a:gd name="T134" fmla="*/ 3515 w 3515"/>
                  <a:gd name="T135" fmla="*/ 1674 h 167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515" h="1674">
                    <a:moveTo>
                      <a:pt x="3515" y="103"/>
                    </a:moveTo>
                    <a:lnTo>
                      <a:pt x="3513" y="96"/>
                    </a:lnTo>
                    <a:lnTo>
                      <a:pt x="3511" y="91"/>
                    </a:lnTo>
                    <a:lnTo>
                      <a:pt x="3508" y="81"/>
                    </a:lnTo>
                    <a:lnTo>
                      <a:pt x="3502" y="64"/>
                    </a:lnTo>
                    <a:lnTo>
                      <a:pt x="3491" y="46"/>
                    </a:lnTo>
                    <a:lnTo>
                      <a:pt x="3476" y="31"/>
                    </a:lnTo>
                    <a:lnTo>
                      <a:pt x="3459" y="18"/>
                    </a:lnTo>
                    <a:lnTo>
                      <a:pt x="3440" y="8"/>
                    </a:lnTo>
                    <a:lnTo>
                      <a:pt x="3418" y="2"/>
                    </a:lnTo>
                    <a:lnTo>
                      <a:pt x="3397" y="0"/>
                    </a:lnTo>
                    <a:lnTo>
                      <a:pt x="3376" y="2"/>
                    </a:lnTo>
                    <a:lnTo>
                      <a:pt x="3356" y="8"/>
                    </a:lnTo>
                    <a:lnTo>
                      <a:pt x="3257" y="53"/>
                    </a:lnTo>
                    <a:lnTo>
                      <a:pt x="3166" y="94"/>
                    </a:lnTo>
                    <a:lnTo>
                      <a:pt x="3083" y="131"/>
                    </a:lnTo>
                    <a:lnTo>
                      <a:pt x="3004" y="167"/>
                    </a:lnTo>
                    <a:lnTo>
                      <a:pt x="2932" y="198"/>
                    </a:lnTo>
                    <a:lnTo>
                      <a:pt x="2864" y="229"/>
                    </a:lnTo>
                    <a:lnTo>
                      <a:pt x="2800" y="258"/>
                    </a:lnTo>
                    <a:lnTo>
                      <a:pt x="2740" y="286"/>
                    </a:lnTo>
                    <a:lnTo>
                      <a:pt x="2681" y="312"/>
                    </a:lnTo>
                    <a:lnTo>
                      <a:pt x="2623" y="337"/>
                    </a:lnTo>
                    <a:lnTo>
                      <a:pt x="2565" y="364"/>
                    </a:lnTo>
                    <a:lnTo>
                      <a:pt x="2508" y="389"/>
                    </a:lnTo>
                    <a:lnTo>
                      <a:pt x="2450" y="415"/>
                    </a:lnTo>
                    <a:lnTo>
                      <a:pt x="2389" y="443"/>
                    </a:lnTo>
                    <a:lnTo>
                      <a:pt x="2327" y="471"/>
                    </a:lnTo>
                    <a:lnTo>
                      <a:pt x="2259" y="501"/>
                    </a:lnTo>
                    <a:lnTo>
                      <a:pt x="2189" y="532"/>
                    </a:lnTo>
                    <a:lnTo>
                      <a:pt x="2113" y="567"/>
                    </a:lnTo>
                    <a:lnTo>
                      <a:pt x="2031" y="603"/>
                    </a:lnTo>
                    <a:lnTo>
                      <a:pt x="1942" y="643"/>
                    </a:lnTo>
                    <a:lnTo>
                      <a:pt x="1846" y="686"/>
                    </a:lnTo>
                    <a:lnTo>
                      <a:pt x="1741" y="733"/>
                    </a:lnTo>
                    <a:lnTo>
                      <a:pt x="1628" y="784"/>
                    </a:lnTo>
                    <a:lnTo>
                      <a:pt x="1505" y="839"/>
                    </a:lnTo>
                    <a:lnTo>
                      <a:pt x="1370" y="899"/>
                    </a:lnTo>
                    <a:lnTo>
                      <a:pt x="1224" y="966"/>
                    </a:lnTo>
                    <a:lnTo>
                      <a:pt x="1066" y="1036"/>
                    </a:lnTo>
                    <a:lnTo>
                      <a:pt x="895" y="1113"/>
                    </a:lnTo>
                    <a:lnTo>
                      <a:pt x="710" y="1195"/>
                    </a:lnTo>
                    <a:lnTo>
                      <a:pt x="510" y="1286"/>
                    </a:lnTo>
                    <a:lnTo>
                      <a:pt x="294" y="1382"/>
                    </a:lnTo>
                    <a:lnTo>
                      <a:pt x="62" y="1486"/>
                    </a:lnTo>
                    <a:lnTo>
                      <a:pt x="44" y="1497"/>
                    </a:lnTo>
                    <a:lnTo>
                      <a:pt x="29" y="1512"/>
                    </a:lnTo>
                    <a:lnTo>
                      <a:pt x="16" y="1530"/>
                    </a:lnTo>
                    <a:lnTo>
                      <a:pt x="7" y="1550"/>
                    </a:lnTo>
                    <a:lnTo>
                      <a:pt x="2" y="1572"/>
                    </a:lnTo>
                    <a:lnTo>
                      <a:pt x="0" y="1594"/>
                    </a:lnTo>
                    <a:lnTo>
                      <a:pt x="2" y="1615"/>
                    </a:lnTo>
                    <a:lnTo>
                      <a:pt x="8" y="1636"/>
                    </a:lnTo>
                    <a:lnTo>
                      <a:pt x="12" y="1644"/>
                    </a:lnTo>
                    <a:lnTo>
                      <a:pt x="15" y="1649"/>
                    </a:lnTo>
                    <a:lnTo>
                      <a:pt x="18" y="1657"/>
                    </a:lnTo>
                    <a:lnTo>
                      <a:pt x="25" y="1674"/>
                    </a:lnTo>
                    <a:lnTo>
                      <a:pt x="130" y="1627"/>
                    </a:lnTo>
                    <a:lnTo>
                      <a:pt x="225" y="1583"/>
                    </a:lnTo>
                    <a:lnTo>
                      <a:pt x="315" y="1543"/>
                    </a:lnTo>
                    <a:lnTo>
                      <a:pt x="398" y="1506"/>
                    </a:lnTo>
                    <a:lnTo>
                      <a:pt x="474" y="1472"/>
                    </a:lnTo>
                    <a:lnTo>
                      <a:pt x="547" y="1439"/>
                    </a:lnTo>
                    <a:lnTo>
                      <a:pt x="615" y="1408"/>
                    </a:lnTo>
                    <a:lnTo>
                      <a:pt x="679" y="1379"/>
                    </a:lnTo>
                    <a:lnTo>
                      <a:pt x="743" y="1352"/>
                    </a:lnTo>
                    <a:lnTo>
                      <a:pt x="804" y="1324"/>
                    </a:lnTo>
                    <a:lnTo>
                      <a:pt x="864" y="1297"/>
                    </a:lnTo>
                    <a:lnTo>
                      <a:pt x="925" y="1269"/>
                    </a:lnTo>
                    <a:lnTo>
                      <a:pt x="987" y="1241"/>
                    </a:lnTo>
                    <a:lnTo>
                      <a:pt x="1052" y="1212"/>
                    </a:lnTo>
                    <a:lnTo>
                      <a:pt x="1119" y="1182"/>
                    </a:lnTo>
                    <a:lnTo>
                      <a:pt x="1189" y="1150"/>
                    </a:lnTo>
                    <a:lnTo>
                      <a:pt x="1265" y="1116"/>
                    </a:lnTo>
                    <a:lnTo>
                      <a:pt x="1345" y="1081"/>
                    </a:lnTo>
                    <a:lnTo>
                      <a:pt x="1432" y="1042"/>
                    </a:lnTo>
                    <a:lnTo>
                      <a:pt x="1526" y="999"/>
                    </a:lnTo>
                    <a:lnTo>
                      <a:pt x="1628" y="953"/>
                    </a:lnTo>
                    <a:lnTo>
                      <a:pt x="1738" y="903"/>
                    </a:lnTo>
                    <a:lnTo>
                      <a:pt x="1859" y="850"/>
                    </a:lnTo>
                    <a:lnTo>
                      <a:pt x="1989" y="791"/>
                    </a:lnTo>
                    <a:lnTo>
                      <a:pt x="2132" y="726"/>
                    </a:lnTo>
                    <a:lnTo>
                      <a:pt x="2286" y="657"/>
                    </a:lnTo>
                    <a:lnTo>
                      <a:pt x="2453" y="582"/>
                    </a:lnTo>
                    <a:lnTo>
                      <a:pt x="2635" y="500"/>
                    </a:lnTo>
                    <a:lnTo>
                      <a:pt x="2830" y="412"/>
                    </a:lnTo>
                    <a:lnTo>
                      <a:pt x="3042" y="316"/>
                    </a:lnTo>
                    <a:lnTo>
                      <a:pt x="3269" y="214"/>
                    </a:lnTo>
                    <a:lnTo>
                      <a:pt x="3515" y="103"/>
                    </a:lnTo>
                    <a:close/>
                  </a:path>
                </a:pathLst>
              </a:custGeom>
              <a:solidFill>
                <a:srgbClr val="D6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2" name="Freeform 55">
                <a:extLst>
                  <a:ext uri="{FF2B5EF4-FFF2-40B4-BE49-F238E27FC236}">
                    <a16:creationId xmlns:a16="http://schemas.microsoft.com/office/drawing/2014/main" id="{0D830D09-5F45-4DDB-A742-6503F7093886}"/>
                  </a:ext>
                </a:extLst>
              </p:cNvPr>
              <p:cNvSpPr>
                <a:spLocks/>
              </p:cNvSpPr>
              <p:nvPr/>
            </p:nvSpPr>
            <p:spPr bwMode="auto">
              <a:xfrm>
                <a:off x="1104" y="3024"/>
                <a:ext cx="159" cy="92"/>
              </a:xfrm>
              <a:custGeom>
                <a:avLst/>
                <a:gdLst>
                  <a:gd name="T0" fmla="*/ 0 w 3503"/>
                  <a:gd name="T1" fmla="*/ 0 h 1649"/>
                  <a:gd name="T2" fmla="*/ 0 w 3503"/>
                  <a:gd name="T3" fmla="*/ 0 h 1649"/>
                  <a:gd name="T4" fmla="*/ 0 w 3503"/>
                  <a:gd name="T5" fmla="*/ 0 h 1649"/>
                  <a:gd name="T6" fmla="*/ 0 w 3503"/>
                  <a:gd name="T7" fmla="*/ 0 h 1649"/>
                  <a:gd name="T8" fmla="*/ 0 w 3503"/>
                  <a:gd name="T9" fmla="*/ 0 h 1649"/>
                  <a:gd name="T10" fmla="*/ 0 w 3503"/>
                  <a:gd name="T11" fmla="*/ 0 h 1649"/>
                  <a:gd name="T12" fmla="*/ 0 w 3503"/>
                  <a:gd name="T13" fmla="*/ 0 h 1649"/>
                  <a:gd name="T14" fmla="*/ 0 w 3503"/>
                  <a:gd name="T15" fmla="*/ 0 h 1649"/>
                  <a:gd name="T16" fmla="*/ 0 w 3503"/>
                  <a:gd name="T17" fmla="*/ 0 h 1649"/>
                  <a:gd name="T18" fmla="*/ 0 w 3503"/>
                  <a:gd name="T19" fmla="*/ 0 h 1649"/>
                  <a:gd name="T20" fmla="*/ 0 w 3503"/>
                  <a:gd name="T21" fmla="*/ 0 h 1649"/>
                  <a:gd name="T22" fmla="*/ 0 w 3503"/>
                  <a:gd name="T23" fmla="*/ 0 h 1649"/>
                  <a:gd name="T24" fmla="*/ 0 w 3503"/>
                  <a:gd name="T25" fmla="*/ 0 h 1649"/>
                  <a:gd name="T26" fmla="*/ 0 w 3503"/>
                  <a:gd name="T27" fmla="*/ 0 h 1649"/>
                  <a:gd name="T28" fmla="*/ 0 w 3503"/>
                  <a:gd name="T29" fmla="*/ 0 h 1649"/>
                  <a:gd name="T30" fmla="*/ 0 w 3503"/>
                  <a:gd name="T31" fmla="*/ 0 h 1649"/>
                  <a:gd name="T32" fmla="*/ 0 w 3503"/>
                  <a:gd name="T33" fmla="*/ 0 h 1649"/>
                  <a:gd name="T34" fmla="*/ 0 w 3503"/>
                  <a:gd name="T35" fmla="*/ 0 h 1649"/>
                  <a:gd name="T36" fmla="*/ 0 w 3503"/>
                  <a:gd name="T37" fmla="*/ 0 h 1649"/>
                  <a:gd name="T38" fmla="*/ 0 w 3503"/>
                  <a:gd name="T39" fmla="*/ 0 h 1649"/>
                  <a:gd name="T40" fmla="*/ 0 w 3503"/>
                  <a:gd name="T41" fmla="*/ 0 h 16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503"/>
                  <a:gd name="T64" fmla="*/ 0 h 1649"/>
                  <a:gd name="T65" fmla="*/ 3503 w 3503"/>
                  <a:gd name="T66" fmla="*/ 1649 h 16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503" h="1649">
                    <a:moveTo>
                      <a:pt x="3503" y="83"/>
                    </a:moveTo>
                    <a:lnTo>
                      <a:pt x="3502" y="64"/>
                    </a:lnTo>
                    <a:lnTo>
                      <a:pt x="3491" y="46"/>
                    </a:lnTo>
                    <a:lnTo>
                      <a:pt x="3476" y="31"/>
                    </a:lnTo>
                    <a:lnTo>
                      <a:pt x="3459" y="18"/>
                    </a:lnTo>
                    <a:lnTo>
                      <a:pt x="3440" y="8"/>
                    </a:lnTo>
                    <a:lnTo>
                      <a:pt x="3418" y="2"/>
                    </a:lnTo>
                    <a:lnTo>
                      <a:pt x="3397" y="0"/>
                    </a:lnTo>
                    <a:lnTo>
                      <a:pt x="3376" y="2"/>
                    </a:lnTo>
                    <a:lnTo>
                      <a:pt x="3356" y="8"/>
                    </a:lnTo>
                    <a:lnTo>
                      <a:pt x="62" y="1486"/>
                    </a:lnTo>
                    <a:lnTo>
                      <a:pt x="44" y="1497"/>
                    </a:lnTo>
                    <a:lnTo>
                      <a:pt x="29" y="1512"/>
                    </a:lnTo>
                    <a:lnTo>
                      <a:pt x="16" y="1530"/>
                    </a:lnTo>
                    <a:lnTo>
                      <a:pt x="7" y="1550"/>
                    </a:lnTo>
                    <a:lnTo>
                      <a:pt x="2" y="1572"/>
                    </a:lnTo>
                    <a:lnTo>
                      <a:pt x="0" y="1594"/>
                    </a:lnTo>
                    <a:lnTo>
                      <a:pt x="2" y="1615"/>
                    </a:lnTo>
                    <a:lnTo>
                      <a:pt x="8" y="1636"/>
                    </a:lnTo>
                    <a:lnTo>
                      <a:pt x="13" y="1649"/>
                    </a:lnTo>
                    <a:lnTo>
                      <a:pt x="3503" y="83"/>
                    </a:lnTo>
                    <a:close/>
                  </a:path>
                </a:pathLst>
              </a:custGeom>
              <a:solidFill>
                <a:srgbClr val="E0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3" name="Freeform 56">
                <a:extLst>
                  <a:ext uri="{FF2B5EF4-FFF2-40B4-BE49-F238E27FC236}">
                    <a16:creationId xmlns:a16="http://schemas.microsoft.com/office/drawing/2014/main" id="{01F680E0-1B97-434A-9305-B6BF59286BBD}"/>
                  </a:ext>
                </a:extLst>
              </p:cNvPr>
              <p:cNvSpPr>
                <a:spLocks/>
              </p:cNvSpPr>
              <p:nvPr/>
            </p:nvSpPr>
            <p:spPr bwMode="auto">
              <a:xfrm>
                <a:off x="1277" y="3064"/>
                <a:ext cx="2" cy="3"/>
              </a:xfrm>
              <a:custGeom>
                <a:avLst/>
                <a:gdLst>
                  <a:gd name="T0" fmla="*/ 0 w 28"/>
                  <a:gd name="T1" fmla="*/ 0 h 40"/>
                  <a:gd name="T2" fmla="*/ 0 w 28"/>
                  <a:gd name="T3" fmla="*/ 0 h 40"/>
                  <a:gd name="T4" fmla="*/ 0 w 28"/>
                  <a:gd name="T5" fmla="*/ 0 h 40"/>
                  <a:gd name="T6" fmla="*/ 0 w 28"/>
                  <a:gd name="T7" fmla="*/ 0 h 40"/>
                  <a:gd name="T8" fmla="*/ 0 w 28"/>
                  <a:gd name="T9" fmla="*/ 0 h 40"/>
                  <a:gd name="T10" fmla="*/ 0 w 28"/>
                  <a:gd name="T11" fmla="*/ 0 h 40"/>
                  <a:gd name="T12" fmla="*/ 0 w 28"/>
                  <a:gd name="T13" fmla="*/ 0 h 40"/>
                  <a:gd name="T14" fmla="*/ 0 w 28"/>
                  <a:gd name="T15" fmla="*/ 0 h 40"/>
                  <a:gd name="T16" fmla="*/ 0 w 28"/>
                  <a:gd name="T17" fmla="*/ 0 h 40"/>
                  <a:gd name="T18" fmla="*/ 0 w 28"/>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0"/>
                  <a:gd name="T32" fmla="*/ 28 w 28"/>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0">
                    <a:moveTo>
                      <a:pt x="0" y="2"/>
                    </a:moveTo>
                    <a:lnTo>
                      <a:pt x="9" y="0"/>
                    </a:lnTo>
                    <a:lnTo>
                      <a:pt x="16" y="2"/>
                    </a:lnTo>
                    <a:lnTo>
                      <a:pt x="22" y="7"/>
                    </a:lnTo>
                    <a:lnTo>
                      <a:pt x="26" y="13"/>
                    </a:lnTo>
                    <a:lnTo>
                      <a:pt x="28" y="21"/>
                    </a:lnTo>
                    <a:lnTo>
                      <a:pt x="27" y="29"/>
                    </a:lnTo>
                    <a:lnTo>
                      <a:pt x="23" y="35"/>
                    </a:lnTo>
                    <a:lnTo>
                      <a:pt x="16" y="40"/>
                    </a:lnTo>
                    <a:lnTo>
                      <a:pt x="0" y="2"/>
                    </a:lnTo>
                    <a:close/>
                  </a:path>
                </a:pathLst>
              </a:custGeom>
              <a:solidFill>
                <a:srgbClr val="7A82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4" name="Freeform 57">
                <a:extLst>
                  <a:ext uri="{FF2B5EF4-FFF2-40B4-BE49-F238E27FC236}">
                    <a16:creationId xmlns:a16="http://schemas.microsoft.com/office/drawing/2014/main" id="{42F038DB-8634-467B-9E8B-6B097D667556}"/>
                  </a:ext>
                </a:extLst>
              </p:cNvPr>
              <p:cNvSpPr>
                <a:spLocks/>
              </p:cNvSpPr>
              <p:nvPr/>
            </p:nvSpPr>
            <p:spPr bwMode="auto">
              <a:xfrm>
                <a:off x="1118" y="3064"/>
                <a:ext cx="160" cy="90"/>
              </a:xfrm>
              <a:custGeom>
                <a:avLst/>
                <a:gdLst>
                  <a:gd name="T0" fmla="*/ 0 w 3529"/>
                  <a:gd name="T1" fmla="*/ 0 h 1614"/>
                  <a:gd name="T2" fmla="*/ 0 w 3529"/>
                  <a:gd name="T3" fmla="*/ 0 h 1614"/>
                  <a:gd name="T4" fmla="*/ 0 w 3529"/>
                  <a:gd name="T5" fmla="*/ 0 h 1614"/>
                  <a:gd name="T6" fmla="*/ 0 w 3529"/>
                  <a:gd name="T7" fmla="*/ 0 h 1614"/>
                  <a:gd name="T8" fmla="*/ 0 w 3529"/>
                  <a:gd name="T9" fmla="*/ 0 h 1614"/>
                  <a:gd name="T10" fmla="*/ 0 w 3529"/>
                  <a:gd name="T11" fmla="*/ 0 h 1614"/>
                  <a:gd name="T12" fmla="*/ 0 60000 65536"/>
                  <a:gd name="T13" fmla="*/ 0 60000 65536"/>
                  <a:gd name="T14" fmla="*/ 0 60000 65536"/>
                  <a:gd name="T15" fmla="*/ 0 60000 65536"/>
                  <a:gd name="T16" fmla="*/ 0 60000 65536"/>
                  <a:gd name="T17" fmla="*/ 0 60000 65536"/>
                  <a:gd name="T18" fmla="*/ 0 w 3529"/>
                  <a:gd name="T19" fmla="*/ 0 h 1614"/>
                  <a:gd name="T20" fmla="*/ 3529 w 3529"/>
                  <a:gd name="T21" fmla="*/ 1614 h 1614"/>
                </a:gdLst>
                <a:ahLst/>
                <a:cxnLst>
                  <a:cxn ang="T12">
                    <a:pos x="T0" y="T1"/>
                  </a:cxn>
                  <a:cxn ang="T13">
                    <a:pos x="T2" y="T3"/>
                  </a:cxn>
                  <a:cxn ang="T14">
                    <a:pos x="T4" y="T5"/>
                  </a:cxn>
                  <a:cxn ang="T15">
                    <a:pos x="T6" y="T7"/>
                  </a:cxn>
                  <a:cxn ang="T16">
                    <a:pos x="T8" y="T9"/>
                  </a:cxn>
                  <a:cxn ang="T17">
                    <a:pos x="T10" y="T11"/>
                  </a:cxn>
                </a:cxnLst>
                <a:rect l="T18" t="T19" r="T20" b="T21"/>
                <a:pathLst>
                  <a:path w="3529" h="1614">
                    <a:moveTo>
                      <a:pt x="8" y="1596"/>
                    </a:moveTo>
                    <a:lnTo>
                      <a:pt x="0" y="1577"/>
                    </a:lnTo>
                    <a:lnTo>
                      <a:pt x="3513" y="0"/>
                    </a:lnTo>
                    <a:lnTo>
                      <a:pt x="3529" y="38"/>
                    </a:lnTo>
                    <a:lnTo>
                      <a:pt x="16" y="1614"/>
                    </a:lnTo>
                    <a:lnTo>
                      <a:pt x="8" y="1596"/>
                    </a:lnTo>
                    <a:close/>
                  </a:path>
                </a:pathLst>
              </a:custGeom>
              <a:solidFill>
                <a:srgbClr val="7A82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5" name="Freeform 58">
                <a:extLst>
                  <a:ext uri="{FF2B5EF4-FFF2-40B4-BE49-F238E27FC236}">
                    <a16:creationId xmlns:a16="http://schemas.microsoft.com/office/drawing/2014/main" id="{D240124A-4BC6-45D0-80F2-EFE394152F83}"/>
                  </a:ext>
                </a:extLst>
              </p:cNvPr>
              <p:cNvSpPr>
                <a:spLocks/>
              </p:cNvSpPr>
              <p:nvPr/>
            </p:nvSpPr>
            <p:spPr bwMode="auto">
              <a:xfrm>
                <a:off x="1117" y="3152"/>
                <a:ext cx="1" cy="2"/>
              </a:xfrm>
              <a:custGeom>
                <a:avLst/>
                <a:gdLst>
                  <a:gd name="T0" fmla="*/ 0 w 28"/>
                  <a:gd name="T1" fmla="*/ 0 h 40"/>
                  <a:gd name="T2" fmla="*/ 0 w 28"/>
                  <a:gd name="T3" fmla="*/ 0 h 40"/>
                  <a:gd name="T4" fmla="*/ 0 w 28"/>
                  <a:gd name="T5" fmla="*/ 0 h 40"/>
                  <a:gd name="T6" fmla="*/ 0 w 28"/>
                  <a:gd name="T7" fmla="*/ 0 h 40"/>
                  <a:gd name="T8" fmla="*/ 0 w 28"/>
                  <a:gd name="T9" fmla="*/ 0 h 40"/>
                  <a:gd name="T10" fmla="*/ 0 w 28"/>
                  <a:gd name="T11" fmla="*/ 0 h 40"/>
                  <a:gd name="T12" fmla="*/ 0 w 28"/>
                  <a:gd name="T13" fmla="*/ 0 h 40"/>
                  <a:gd name="T14" fmla="*/ 0 w 28"/>
                  <a:gd name="T15" fmla="*/ 0 h 40"/>
                  <a:gd name="T16" fmla="*/ 0 w 28"/>
                  <a:gd name="T17" fmla="*/ 0 h 40"/>
                  <a:gd name="T18" fmla="*/ 0 w 28"/>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0"/>
                  <a:gd name="T32" fmla="*/ 28 w 28"/>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0">
                    <a:moveTo>
                      <a:pt x="28" y="37"/>
                    </a:moveTo>
                    <a:lnTo>
                      <a:pt x="19" y="40"/>
                    </a:lnTo>
                    <a:lnTo>
                      <a:pt x="12" y="37"/>
                    </a:lnTo>
                    <a:lnTo>
                      <a:pt x="6" y="33"/>
                    </a:lnTo>
                    <a:lnTo>
                      <a:pt x="2" y="26"/>
                    </a:lnTo>
                    <a:lnTo>
                      <a:pt x="0" y="19"/>
                    </a:lnTo>
                    <a:lnTo>
                      <a:pt x="1" y="11"/>
                    </a:lnTo>
                    <a:lnTo>
                      <a:pt x="5" y="5"/>
                    </a:lnTo>
                    <a:lnTo>
                      <a:pt x="12" y="0"/>
                    </a:lnTo>
                    <a:lnTo>
                      <a:pt x="28" y="37"/>
                    </a:lnTo>
                    <a:close/>
                  </a:path>
                </a:pathLst>
              </a:custGeom>
              <a:solidFill>
                <a:srgbClr val="7A82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6" name="Freeform 59">
                <a:extLst>
                  <a:ext uri="{FF2B5EF4-FFF2-40B4-BE49-F238E27FC236}">
                    <a16:creationId xmlns:a16="http://schemas.microsoft.com/office/drawing/2014/main" id="{2E0A07AE-2218-422E-AC92-818457A88A07}"/>
                  </a:ext>
                </a:extLst>
              </p:cNvPr>
              <p:cNvSpPr>
                <a:spLocks/>
              </p:cNvSpPr>
              <p:nvPr/>
            </p:nvSpPr>
            <p:spPr bwMode="auto">
              <a:xfrm>
                <a:off x="1281" y="3075"/>
                <a:ext cx="2" cy="2"/>
              </a:xfrm>
              <a:custGeom>
                <a:avLst/>
                <a:gdLst>
                  <a:gd name="T0" fmla="*/ 0 w 28"/>
                  <a:gd name="T1" fmla="*/ 0 h 40"/>
                  <a:gd name="T2" fmla="*/ 0 w 28"/>
                  <a:gd name="T3" fmla="*/ 0 h 40"/>
                  <a:gd name="T4" fmla="*/ 0 w 28"/>
                  <a:gd name="T5" fmla="*/ 0 h 40"/>
                  <a:gd name="T6" fmla="*/ 0 w 28"/>
                  <a:gd name="T7" fmla="*/ 0 h 40"/>
                  <a:gd name="T8" fmla="*/ 0 w 28"/>
                  <a:gd name="T9" fmla="*/ 0 h 40"/>
                  <a:gd name="T10" fmla="*/ 0 w 28"/>
                  <a:gd name="T11" fmla="*/ 0 h 40"/>
                  <a:gd name="T12" fmla="*/ 0 w 28"/>
                  <a:gd name="T13" fmla="*/ 0 h 40"/>
                  <a:gd name="T14" fmla="*/ 0 w 28"/>
                  <a:gd name="T15" fmla="*/ 0 h 40"/>
                  <a:gd name="T16" fmla="*/ 0 w 28"/>
                  <a:gd name="T17" fmla="*/ 0 h 40"/>
                  <a:gd name="T18" fmla="*/ 0 w 28"/>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0"/>
                  <a:gd name="T32" fmla="*/ 28 w 28"/>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0">
                    <a:moveTo>
                      <a:pt x="0" y="2"/>
                    </a:moveTo>
                    <a:lnTo>
                      <a:pt x="9" y="0"/>
                    </a:lnTo>
                    <a:lnTo>
                      <a:pt x="16" y="2"/>
                    </a:lnTo>
                    <a:lnTo>
                      <a:pt x="22" y="6"/>
                    </a:lnTo>
                    <a:lnTo>
                      <a:pt x="26" y="13"/>
                    </a:lnTo>
                    <a:lnTo>
                      <a:pt x="28" y="21"/>
                    </a:lnTo>
                    <a:lnTo>
                      <a:pt x="27" y="29"/>
                    </a:lnTo>
                    <a:lnTo>
                      <a:pt x="23" y="35"/>
                    </a:lnTo>
                    <a:lnTo>
                      <a:pt x="16" y="40"/>
                    </a:lnTo>
                    <a:lnTo>
                      <a:pt x="0" y="2"/>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7" name="Freeform 60">
                <a:extLst>
                  <a:ext uri="{FF2B5EF4-FFF2-40B4-BE49-F238E27FC236}">
                    <a16:creationId xmlns:a16="http://schemas.microsoft.com/office/drawing/2014/main" id="{CD64282D-80F6-4DBC-B8CF-F2BDCDEA1508}"/>
                  </a:ext>
                </a:extLst>
              </p:cNvPr>
              <p:cNvSpPr>
                <a:spLocks/>
              </p:cNvSpPr>
              <p:nvPr/>
            </p:nvSpPr>
            <p:spPr bwMode="auto">
              <a:xfrm>
                <a:off x="1121" y="3075"/>
                <a:ext cx="161" cy="91"/>
              </a:xfrm>
              <a:custGeom>
                <a:avLst/>
                <a:gdLst>
                  <a:gd name="T0" fmla="*/ 0 w 3547"/>
                  <a:gd name="T1" fmla="*/ 0 h 1633"/>
                  <a:gd name="T2" fmla="*/ 0 w 3547"/>
                  <a:gd name="T3" fmla="*/ 0 h 1633"/>
                  <a:gd name="T4" fmla="*/ 0 w 3547"/>
                  <a:gd name="T5" fmla="*/ 0 h 1633"/>
                  <a:gd name="T6" fmla="*/ 0 w 3547"/>
                  <a:gd name="T7" fmla="*/ 0 h 1633"/>
                  <a:gd name="T8" fmla="*/ 0 w 3547"/>
                  <a:gd name="T9" fmla="*/ 0 h 1633"/>
                  <a:gd name="T10" fmla="*/ 0 w 3547"/>
                  <a:gd name="T11" fmla="*/ 0 h 1633"/>
                  <a:gd name="T12" fmla="*/ 0 60000 65536"/>
                  <a:gd name="T13" fmla="*/ 0 60000 65536"/>
                  <a:gd name="T14" fmla="*/ 0 60000 65536"/>
                  <a:gd name="T15" fmla="*/ 0 60000 65536"/>
                  <a:gd name="T16" fmla="*/ 0 60000 65536"/>
                  <a:gd name="T17" fmla="*/ 0 60000 65536"/>
                  <a:gd name="T18" fmla="*/ 0 w 3547"/>
                  <a:gd name="T19" fmla="*/ 0 h 1633"/>
                  <a:gd name="T20" fmla="*/ 3547 w 3547"/>
                  <a:gd name="T21" fmla="*/ 1633 h 1633"/>
                </a:gdLst>
                <a:ahLst/>
                <a:cxnLst>
                  <a:cxn ang="T12">
                    <a:pos x="T0" y="T1"/>
                  </a:cxn>
                  <a:cxn ang="T13">
                    <a:pos x="T2" y="T3"/>
                  </a:cxn>
                  <a:cxn ang="T14">
                    <a:pos x="T4" y="T5"/>
                  </a:cxn>
                  <a:cxn ang="T15">
                    <a:pos x="T6" y="T7"/>
                  </a:cxn>
                  <a:cxn ang="T16">
                    <a:pos x="T8" y="T9"/>
                  </a:cxn>
                  <a:cxn ang="T17">
                    <a:pos x="T10" y="T11"/>
                  </a:cxn>
                </a:cxnLst>
                <a:rect l="T18" t="T19" r="T20" b="T21"/>
                <a:pathLst>
                  <a:path w="3547" h="1633">
                    <a:moveTo>
                      <a:pt x="8" y="1614"/>
                    </a:moveTo>
                    <a:lnTo>
                      <a:pt x="0" y="1595"/>
                    </a:lnTo>
                    <a:lnTo>
                      <a:pt x="3531" y="0"/>
                    </a:lnTo>
                    <a:lnTo>
                      <a:pt x="3547" y="38"/>
                    </a:lnTo>
                    <a:lnTo>
                      <a:pt x="17" y="1633"/>
                    </a:lnTo>
                    <a:lnTo>
                      <a:pt x="8" y="1614"/>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8" name="Freeform 61">
                <a:extLst>
                  <a:ext uri="{FF2B5EF4-FFF2-40B4-BE49-F238E27FC236}">
                    <a16:creationId xmlns:a16="http://schemas.microsoft.com/office/drawing/2014/main" id="{43F5DC73-32A7-4B69-BD36-67518F9A13A7}"/>
                  </a:ext>
                </a:extLst>
              </p:cNvPr>
              <p:cNvSpPr>
                <a:spLocks/>
              </p:cNvSpPr>
              <p:nvPr/>
            </p:nvSpPr>
            <p:spPr bwMode="auto">
              <a:xfrm>
                <a:off x="1120" y="3164"/>
                <a:ext cx="2" cy="2"/>
              </a:xfrm>
              <a:custGeom>
                <a:avLst/>
                <a:gdLst>
                  <a:gd name="T0" fmla="*/ 0 w 29"/>
                  <a:gd name="T1" fmla="*/ 0 h 40"/>
                  <a:gd name="T2" fmla="*/ 0 w 29"/>
                  <a:gd name="T3" fmla="*/ 0 h 40"/>
                  <a:gd name="T4" fmla="*/ 0 w 29"/>
                  <a:gd name="T5" fmla="*/ 0 h 40"/>
                  <a:gd name="T6" fmla="*/ 0 w 29"/>
                  <a:gd name="T7" fmla="*/ 0 h 40"/>
                  <a:gd name="T8" fmla="*/ 0 w 29"/>
                  <a:gd name="T9" fmla="*/ 0 h 40"/>
                  <a:gd name="T10" fmla="*/ 0 w 29"/>
                  <a:gd name="T11" fmla="*/ 0 h 40"/>
                  <a:gd name="T12" fmla="*/ 0 w 29"/>
                  <a:gd name="T13" fmla="*/ 0 h 40"/>
                  <a:gd name="T14" fmla="*/ 0 w 29"/>
                  <a:gd name="T15" fmla="*/ 0 h 40"/>
                  <a:gd name="T16" fmla="*/ 0 w 29"/>
                  <a:gd name="T17" fmla="*/ 0 h 40"/>
                  <a:gd name="T18" fmla="*/ 0 w 29"/>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40"/>
                  <a:gd name="T32" fmla="*/ 29 w 29"/>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40">
                    <a:moveTo>
                      <a:pt x="29" y="38"/>
                    </a:moveTo>
                    <a:lnTo>
                      <a:pt x="19" y="40"/>
                    </a:lnTo>
                    <a:lnTo>
                      <a:pt x="12" y="38"/>
                    </a:lnTo>
                    <a:lnTo>
                      <a:pt x="6" y="34"/>
                    </a:lnTo>
                    <a:lnTo>
                      <a:pt x="2" y="27"/>
                    </a:lnTo>
                    <a:lnTo>
                      <a:pt x="0" y="19"/>
                    </a:lnTo>
                    <a:lnTo>
                      <a:pt x="1" y="12"/>
                    </a:lnTo>
                    <a:lnTo>
                      <a:pt x="5" y="6"/>
                    </a:lnTo>
                    <a:lnTo>
                      <a:pt x="12" y="0"/>
                    </a:lnTo>
                    <a:lnTo>
                      <a:pt x="29" y="38"/>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59" name="Freeform 62">
                <a:extLst>
                  <a:ext uri="{FF2B5EF4-FFF2-40B4-BE49-F238E27FC236}">
                    <a16:creationId xmlns:a16="http://schemas.microsoft.com/office/drawing/2014/main" id="{E36F6DA6-6332-4B2A-87FB-25E1D8F73E20}"/>
                  </a:ext>
                </a:extLst>
              </p:cNvPr>
              <p:cNvSpPr>
                <a:spLocks/>
              </p:cNvSpPr>
              <p:nvPr/>
            </p:nvSpPr>
            <p:spPr bwMode="auto">
              <a:xfrm>
                <a:off x="1112" y="3169"/>
                <a:ext cx="50" cy="122"/>
              </a:xfrm>
              <a:custGeom>
                <a:avLst/>
                <a:gdLst>
                  <a:gd name="T0" fmla="*/ 0 w 1103"/>
                  <a:gd name="T1" fmla="*/ 0 h 2201"/>
                  <a:gd name="T2" fmla="*/ 0 w 1103"/>
                  <a:gd name="T3" fmla="*/ 0 h 2201"/>
                  <a:gd name="T4" fmla="*/ 0 w 1103"/>
                  <a:gd name="T5" fmla="*/ 0 h 2201"/>
                  <a:gd name="T6" fmla="*/ 0 w 1103"/>
                  <a:gd name="T7" fmla="*/ 0 h 2201"/>
                  <a:gd name="T8" fmla="*/ 0 w 1103"/>
                  <a:gd name="T9" fmla="*/ 0 h 2201"/>
                  <a:gd name="T10" fmla="*/ 0 w 1103"/>
                  <a:gd name="T11" fmla="*/ 0 h 2201"/>
                  <a:gd name="T12" fmla="*/ 0 w 1103"/>
                  <a:gd name="T13" fmla="*/ 0 h 2201"/>
                  <a:gd name="T14" fmla="*/ 0 w 1103"/>
                  <a:gd name="T15" fmla="*/ 0 h 2201"/>
                  <a:gd name="T16" fmla="*/ 0 w 1103"/>
                  <a:gd name="T17" fmla="*/ 0 h 2201"/>
                  <a:gd name="T18" fmla="*/ 0 w 1103"/>
                  <a:gd name="T19" fmla="*/ 0 h 2201"/>
                  <a:gd name="T20" fmla="*/ 0 w 1103"/>
                  <a:gd name="T21" fmla="*/ 0 h 2201"/>
                  <a:gd name="T22" fmla="*/ 0 w 1103"/>
                  <a:gd name="T23" fmla="*/ 0 h 2201"/>
                  <a:gd name="T24" fmla="*/ 0 w 1103"/>
                  <a:gd name="T25" fmla="*/ 0 h 2201"/>
                  <a:gd name="T26" fmla="*/ 0 w 1103"/>
                  <a:gd name="T27" fmla="*/ 0 h 2201"/>
                  <a:gd name="T28" fmla="*/ 0 w 1103"/>
                  <a:gd name="T29" fmla="*/ 0 h 2201"/>
                  <a:gd name="T30" fmla="*/ 0 w 1103"/>
                  <a:gd name="T31" fmla="*/ 0 h 2201"/>
                  <a:gd name="T32" fmla="*/ 0 w 1103"/>
                  <a:gd name="T33" fmla="*/ 0 h 2201"/>
                  <a:gd name="T34" fmla="*/ 0 w 1103"/>
                  <a:gd name="T35" fmla="*/ 0 h 2201"/>
                  <a:gd name="T36" fmla="*/ 0 w 1103"/>
                  <a:gd name="T37" fmla="*/ 0 h 2201"/>
                  <a:gd name="T38" fmla="*/ 0 w 1103"/>
                  <a:gd name="T39" fmla="*/ 0 h 2201"/>
                  <a:gd name="T40" fmla="*/ 0 w 1103"/>
                  <a:gd name="T41" fmla="*/ 0 h 2201"/>
                  <a:gd name="T42" fmla="*/ 0 w 1103"/>
                  <a:gd name="T43" fmla="*/ 0 h 2201"/>
                  <a:gd name="T44" fmla="*/ 0 w 1103"/>
                  <a:gd name="T45" fmla="*/ 0 h 2201"/>
                  <a:gd name="T46" fmla="*/ 0 w 1103"/>
                  <a:gd name="T47" fmla="*/ 0 h 2201"/>
                  <a:gd name="T48" fmla="*/ 0 w 1103"/>
                  <a:gd name="T49" fmla="*/ 0 h 2201"/>
                  <a:gd name="T50" fmla="*/ 0 w 1103"/>
                  <a:gd name="T51" fmla="*/ 0 h 2201"/>
                  <a:gd name="T52" fmla="*/ 0 w 1103"/>
                  <a:gd name="T53" fmla="*/ 0 h 2201"/>
                  <a:gd name="T54" fmla="*/ 0 w 1103"/>
                  <a:gd name="T55" fmla="*/ 0 h 2201"/>
                  <a:gd name="T56" fmla="*/ 0 w 1103"/>
                  <a:gd name="T57" fmla="*/ 0 h 2201"/>
                  <a:gd name="T58" fmla="*/ 0 w 1103"/>
                  <a:gd name="T59" fmla="*/ 0 h 2201"/>
                  <a:gd name="T60" fmla="*/ 0 w 1103"/>
                  <a:gd name="T61" fmla="*/ 0 h 2201"/>
                  <a:gd name="T62" fmla="*/ 0 w 1103"/>
                  <a:gd name="T63" fmla="*/ 0 h 2201"/>
                  <a:gd name="T64" fmla="*/ 0 w 1103"/>
                  <a:gd name="T65" fmla="*/ 0 h 2201"/>
                  <a:gd name="T66" fmla="*/ 0 w 1103"/>
                  <a:gd name="T67" fmla="*/ 0 h 2201"/>
                  <a:gd name="T68" fmla="*/ 0 w 1103"/>
                  <a:gd name="T69" fmla="*/ 0 h 2201"/>
                  <a:gd name="T70" fmla="*/ 0 w 1103"/>
                  <a:gd name="T71" fmla="*/ 0 h 2201"/>
                  <a:gd name="T72" fmla="*/ 0 w 1103"/>
                  <a:gd name="T73" fmla="*/ 0 h 2201"/>
                  <a:gd name="T74" fmla="*/ 0 w 1103"/>
                  <a:gd name="T75" fmla="*/ 0 h 2201"/>
                  <a:gd name="T76" fmla="*/ 0 w 1103"/>
                  <a:gd name="T77" fmla="*/ 0 h 2201"/>
                  <a:gd name="T78" fmla="*/ 0 w 1103"/>
                  <a:gd name="T79" fmla="*/ 0 h 2201"/>
                  <a:gd name="T80" fmla="*/ 0 w 1103"/>
                  <a:gd name="T81" fmla="*/ 0 h 2201"/>
                  <a:gd name="T82" fmla="*/ 0 w 1103"/>
                  <a:gd name="T83" fmla="*/ 0 h 2201"/>
                  <a:gd name="T84" fmla="*/ 0 w 1103"/>
                  <a:gd name="T85" fmla="*/ 0 h 2201"/>
                  <a:gd name="T86" fmla="*/ 0 w 1103"/>
                  <a:gd name="T87" fmla="*/ 0 h 2201"/>
                  <a:gd name="T88" fmla="*/ 0 w 1103"/>
                  <a:gd name="T89" fmla="*/ 0 h 2201"/>
                  <a:gd name="T90" fmla="*/ 0 w 1103"/>
                  <a:gd name="T91" fmla="*/ 0 h 2201"/>
                  <a:gd name="T92" fmla="*/ 0 w 1103"/>
                  <a:gd name="T93" fmla="*/ 0 h 2201"/>
                  <a:gd name="T94" fmla="*/ 0 w 1103"/>
                  <a:gd name="T95" fmla="*/ 0 h 2201"/>
                  <a:gd name="T96" fmla="*/ 0 w 1103"/>
                  <a:gd name="T97" fmla="*/ 0 h 2201"/>
                  <a:gd name="T98" fmla="*/ 0 w 1103"/>
                  <a:gd name="T99" fmla="*/ 0 h 2201"/>
                  <a:gd name="T100" fmla="*/ 0 w 1103"/>
                  <a:gd name="T101" fmla="*/ 0 h 2201"/>
                  <a:gd name="T102" fmla="*/ 0 w 1103"/>
                  <a:gd name="T103" fmla="*/ 0 h 220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03"/>
                  <a:gd name="T157" fmla="*/ 0 h 2201"/>
                  <a:gd name="T158" fmla="*/ 1103 w 1103"/>
                  <a:gd name="T159" fmla="*/ 2201 h 220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03" h="2201">
                    <a:moveTo>
                      <a:pt x="230" y="56"/>
                    </a:moveTo>
                    <a:lnTo>
                      <a:pt x="1103" y="2072"/>
                    </a:lnTo>
                    <a:lnTo>
                      <a:pt x="1067" y="2201"/>
                    </a:lnTo>
                    <a:lnTo>
                      <a:pt x="1031" y="2186"/>
                    </a:lnTo>
                    <a:lnTo>
                      <a:pt x="994" y="2172"/>
                    </a:lnTo>
                    <a:lnTo>
                      <a:pt x="958" y="2155"/>
                    </a:lnTo>
                    <a:lnTo>
                      <a:pt x="921" y="2138"/>
                    </a:lnTo>
                    <a:lnTo>
                      <a:pt x="886" y="2119"/>
                    </a:lnTo>
                    <a:lnTo>
                      <a:pt x="850" y="2100"/>
                    </a:lnTo>
                    <a:lnTo>
                      <a:pt x="814" y="2079"/>
                    </a:lnTo>
                    <a:lnTo>
                      <a:pt x="780" y="2058"/>
                    </a:lnTo>
                    <a:lnTo>
                      <a:pt x="745" y="2036"/>
                    </a:lnTo>
                    <a:lnTo>
                      <a:pt x="711" y="2012"/>
                    </a:lnTo>
                    <a:lnTo>
                      <a:pt x="677" y="1988"/>
                    </a:lnTo>
                    <a:lnTo>
                      <a:pt x="644" y="1964"/>
                    </a:lnTo>
                    <a:lnTo>
                      <a:pt x="610" y="1939"/>
                    </a:lnTo>
                    <a:lnTo>
                      <a:pt x="579" y="1911"/>
                    </a:lnTo>
                    <a:lnTo>
                      <a:pt x="547" y="1884"/>
                    </a:lnTo>
                    <a:lnTo>
                      <a:pt x="515" y="1856"/>
                    </a:lnTo>
                    <a:lnTo>
                      <a:pt x="485" y="1827"/>
                    </a:lnTo>
                    <a:lnTo>
                      <a:pt x="455" y="1797"/>
                    </a:lnTo>
                    <a:lnTo>
                      <a:pt x="426" y="1767"/>
                    </a:lnTo>
                    <a:lnTo>
                      <a:pt x="397" y="1736"/>
                    </a:lnTo>
                    <a:lnTo>
                      <a:pt x="370" y="1705"/>
                    </a:lnTo>
                    <a:lnTo>
                      <a:pt x="342" y="1672"/>
                    </a:lnTo>
                    <a:lnTo>
                      <a:pt x="316" y="1638"/>
                    </a:lnTo>
                    <a:lnTo>
                      <a:pt x="291" y="1604"/>
                    </a:lnTo>
                    <a:lnTo>
                      <a:pt x="267" y="1571"/>
                    </a:lnTo>
                    <a:lnTo>
                      <a:pt x="243" y="1536"/>
                    </a:lnTo>
                    <a:lnTo>
                      <a:pt x="221" y="1500"/>
                    </a:lnTo>
                    <a:lnTo>
                      <a:pt x="199" y="1463"/>
                    </a:lnTo>
                    <a:lnTo>
                      <a:pt x="178" y="1427"/>
                    </a:lnTo>
                    <a:lnTo>
                      <a:pt x="158" y="1389"/>
                    </a:lnTo>
                    <a:lnTo>
                      <a:pt x="140" y="1351"/>
                    </a:lnTo>
                    <a:lnTo>
                      <a:pt x="123" y="1314"/>
                    </a:lnTo>
                    <a:lnTo>
                      <a:pt x="94" y="1241"/>
                    </a:lnTo>
                    <a:lnTo>
                      <a:pt x="70" y="1164"/>
                    </a:lnTo>
                    <a:lnTo>
                      <a:pt x="49" y="1083"/>
                    </a:lnTo>
                    <a:lnTo>
                      <a:pt x="32" y="997"/>
                    </a:lnTo>
                    <a:lnTo>
                      <a:pt x="19" y="910"/>
                    </a:lnTo>
                    <a:lnTo>
                      <a:pt x="8" y="822"/>
                    </a:lnTo>
                    <a:lnTo>
                      <a:pt x="2" y="732"/>
                    </a:lnTo>
                    <a:lnTo>
                      <a:pt x="0" y="641"/>
                    </a:lnTo>
                    <a:lnTo>
                      <a:pt x="2" y="551"/>
                    </a:lnTo>
                    <a:lnTo>
                      <a:pt x="8" y="463"/>
                    </a:lnTo>
                    <a:lnTo>
                      <a:pt x="18" y="375"/>
                    </a:lnTo>
                    <a:lnTo>
                      <a:pt x="31" y="292"/>
                    </a:lnTo>
                    <a:lnTo>
                      <a:pt x="48" y="212"/>
                    </a:lnTo>
                    <a:lnTo>
                      <a:pt x="69" y="136"/>
                    </a:lnTo>
                    <a:lnTo>
                      <a:pt x="94" y="65"/>
                    </a:lnTo>
                    <a:lnTo>
                      <a:pt x="123" y="0"/>
                    </a:lnTo>
                    <a:lnTo>
                      <a:pt x="230" y="56"/>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0" name="Freeform 63">
                <a:extLst>
                  <a:ext uri="{FF2B5EF4-FFF2-40B4-BE49-F238E27FC236}">
                    <a16:creationId xmlns:a16="http://schemas.microsoft.com/office/drawing/2014/main" id="{D4EED2B6-43B7-46BF-A6EB-ED7F320D79E0}"/>
                  </a:ext>
                </a:extLst>
              </p:cNvPr>
              <p:cNvSpPr>
                <a:spLocks/>
              </p:cNvSpPr>
              <p:nvPr/>
            </p:nvSpPr>
            <p:spPr bwMode="auto">
              <a:xfrm>
                <a:off x="1111" y="3169"/>
                <a:ext cx="50" cy="122"/>
              </a:xfrm>
              <a:custGeom>
                <a:avLst/>
                <a:gdLst>
                  <a:gd name="T0" fmla="*/ 0 w 1103"/>
                  <a:gd name="T1" fmla="*/ 0 h 2202"/>
                  <a:gd name="T2" fmla="*/ 0 w 1103"/>
                  <a:gd name="T3" fmla="*/ 0 h 2202"/>
                  <a:gd name="T4" fmla="*/ 0 w 1103"/>
                  <a:gd name="T5" fmla="*/ 0 h 2202"/>
                  <a:gd name="T6" fmla="*/ 0 w 1103"/>
                  <a:gd name="T7" fmla="*/ 0 h 2202"/>
                  <a:gd name="T8" fmla="*/ 0 w 1103"/>
                  <a:gd name="T9" fmla="*/ 0 h 2202"/>
                  <a:gd name="T10" fmla="*/ 0 w 1103"/>
                  <a:gd name="T11" fmla="*/ 0 h 2202"/>
                  <a:gd name="T12" fmla="*/ 0 w 1103"/>
                  <a:gd name="T13" fmla="*/ 0 h 2202"/>
                  <a:gd name="T14" fmla="*/ 0 w 1103"/>
                  <a:gd name="T15" fmla="*/ 0 h 2202"/>
                  <a:gd name="T16" fmla="*/ 0 w 1103"/>
                  <a:gd name="T17" fmla="*/ 0 h 2202"/>
                  <a:gd name="T18" fmla="*/ 0 w 1103"/>
                  <a:gd name="T19" fmla="*/ 0 h 2202"/>
                  <a:gd name="T20" fmla="*/ 0 w 1103"/>
                  <a:gd name="T21" fmla="*/ 0 h 2202"/>
                  <a:gd name="T22" fmla="*/ 0 w 1103"/>
                  <a:gd name="T23" fmla="*/ 0 h 2202"/>
                  <a:gd name="T24" fmla="*/ 0 w 1103"/>
                  <a:gd name="T25" fmla="*/ 0 h 2202"/>
                  <a:gd name="T26" fmla="*/ 0 w 1103"/>
                  <a:gd name="T27" fmla="*/ 0 h 2202"/>
                  <a:gd name="T28" fmla="*/ 0 w 1103"/>
                  <a:gd name="T29" fmla="*/ 0 h 2202"/>
                  <a:gd name="T30" fmla="*/ 0 w 1103"/>
                  <a:gd name="T31" fmla="*/ 0 h 2202"/>
                  <a:gd name="T32" fmla="*/ 0 w 1103"/>
                  <a:gd name="T33" fmla="*/ 0 h 2202"/>
                  <a:gd name="T34" fmla="*/ 0 w 1103"/>
                  <a:gd name="T35" fmla="*/ 0 h 2202"/>
                  <a:gd name="T36" fmla="*/ 0 w 1103"/>
                  <a:gd name="T37" fmla="*/ 0 h 2202"/>
                  <a:gd name="T38" fmla="*/ 0 w 1103"/>
                  <a:gd name="T39" fmla="*/ 0 h 2202"/>
                  <a:gd name="T40" fmla="*/ 0 w 1103"/>
                  <a:gd name="T41" fmla="*/ 0 h 2202"/>
                  <a:gd name="T42" fmla="*/ 0 w 1103"/>
                  <a:gd name="T43" fmla="*/ 0 h 2202"/>
                  <a:gd name="T44" fmla="*/ 0 w 1103"/>
                  <a:gd name="T45" fmla="*/ 0 h 2202"/>
                  <a:gd name="T46" fmla="*/ 0 w 1103"/>
                  <a:gd name="T47" fmla="*/ 0 h 2202"/>
                  <a:gd name="T48" fmla="*/ 0 w 1103"/>
                  <a:gd name="T49" fmla="*/ 0 h 2202"/>
                  <a:gd name="T50" fmla="*/ 0 w 1103"/>
                  <a:gd name="T51" fmla="*/ 0 h 2202"/>
                  <a:gd name="T52" fmla="*/ 0 w 1103"/>
                  <a:gd name="T53" fmla="*/ 0 h 2202"/>
                  <a:gd name="T54" fmla="*/ 0 w 1103"/>
                  <a:gd name="T55" fmla="*/ 0 h 2202"/>
                  <a:gd name="T56" fmla="*/ 0 w 1103"/>
                  <a:gd name="T57" fmla="*/ 0 h 2202"/>
                  <a:gd name="T58" fmla="*/ 0 w 1103"/>
                  <a:gd name="T59" fmla="*/ 0 h 2202"/>
                  <a:gd name="T60" fmla="*/ 0 w 1103"/>
                  <a:gd name="T61" fmla="*/ 0 h 2202"/>
                  <a:gd name="T62" fmla="*/ 0 w 1103"/>
                  <a:gd name="T63" fmla="*/ 0 h 2202"/>
                  <a:gd name="T64" fmla="*/ 0 w 1103"/>
                  <a:gd name="T65" fmla="*/ 0 h 2202"/>
                  <a:gd name="T66" fmla="*/ 0 w 1103"/>
                  <a:gd name="T67" fmla="*/ 0 h 2202"/>
                  <a:gd name="T68" fmla="*/ 0 w 1103"/>
                  <a:gd name="T69" fmla="*/ 0 h 2202"/>
                  <a:gd name="T70" fmla="*/ 0 w 1103"/>
                  <a:gd name="T71" fmla="*/ 0 h 2202"/>
                  <a:gd name="T72" fmla="*/ 0 w 1103"/>
                  <a:gd name="T73" fmla="*/ 0 h 2202"/>
                  <a:gd name="T74" fmla="*/ 0 w 1103"/>
                  <a:gd name="T75" fmla="*/ 0 h 2202"/>
                  <a:gd name="T76" fmla="*/ 0 w 1103"/>
                  <a:gd name="T77" fmla="*/ 0 h 2202"/>
                  <a:gd name="T78" fmla="*/ 0 w 1103"/>
                  <a:gd name="T79" fmla="*/ 0 h 2202"/>
                  <a:gd name="T80" fmla="*/ 0 w 1103"/>
                  <a:gd name="T81" fmla="*/ 0 h 2202"/>
                  <a:gd name="T82" fmla="*/ 0 w 1103"/>
                  <a:gd name="T83" fmla="*/ 0 h 2202"/>
                  <a:gd name="T84" fmla="*/ 0 w 1103"/>
                  <a:gd name="T85" fmla="*/ 0 h 2202"/>
                  <a:gd name="T86" fmla="*/ 0 w 1103"/>
                  <a:gd name="T87" fmla="*/ 0 h 2202"/>
                  <a:gd name="T88" fmla="*/ 0 w 1103"/>
                  <a:gd name="T89" fmla="*/ 0 h 2202"/>
                  <a:gd name="T90" fmla="*/ 0 w 1103"/>
                  <a:gd name="T91" fmla="*/ 0 h 2202"/>
                  <a:gd name="T92" fmla="*/ 0 w 1103"/>
                  <a:gd name="T93" fmla="*/ 0 h 2202"/>
                  <a:gd name="T94" fmla="*/ 0 w 1103"/>
                  <a:gd name="T95" fmla="*/ 0 h 2202"/>
                  <a:gd name="T96" fmla="*/ 0 w 1103"/>
                  <a:gd name="T97" fmla="*/ 0 h 2202"/>
                  <a:gd name="T98" fmla="*/ 0 w 1103"/>
                  <a:gd name="T99" fmla="*/ 0 h 2202"/>
                  <a:gd name="T100" fmla="*/ 0 w 1103"/>
                  <a:gd name="T101" fmla="*/ 0 h 2202"/>
                  <a:gd name="T102" fmla="*/ 0 w 1103"/>
                  <a:gd name="T103" fmla="*/ 0 h 22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03"/>
                  <a:gd name="T157" fmla="*/ 0 h 2202"/>
                  <a:gd name="T158" fmla="*/ 1103 w 1103"/>
                  <a:gd name="T159" fmla="*/ 2202 h 22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03" h="2202">
                    <a:moveTo>
                      <a:pt x="230" y="56"/>
                    </a:moveTo>
                    <a:lnTo>
                      <a:pt x="1103" y="2072"/>
                    </a:lnTo>
                    <a:lnTo>
                      <a:pt x="1067" y="2202"/>
                    </a:lnTo>
                    <a:lnTo>
                      <a:pt x="1030" y="2187"/>
                    </a:lnTo>
                    <a:lnTo>
                      <a:pt x="994" y="2172"/>
                    </a:lnTo>
                    <a:lnTo>
                      <a:pt x="958" y="2155"/>
                    </a:lnTo>
                    <a:lnTo>
                      <a:pt x="921" y="2138"/>
                    </a:lnTo>
                    <a:lnTo>
                      <a:pt x="886" y="2119"/>
                    </a:lnTo>
                    <a:lnTo>
                      <a:pt x="850" y="2100"/>
                    </a:lnTo>
                    <a:lnTo>
                      <a:pt x="814" y="2079"/>
                    </a:lnTo>
                    <a:lnTo>
                      <a:pt x="779" y="2058"/>
                    </a:lnTo>
                    <a:lnTo>
                      <a:pt x="745" y="2036"/>
                    </a:lnTo>
                    <a:lnTo>
                      <a:pt x="711" y="2013"/>
                    </a:lnTo>
                    <a:lnTo>
                      <a:pt x="676" y="1989"/>
                    </a:lnTo>
                    <a:lnTo>
                      <a:pt x="644" y="1964"/>
                    </a:lnTo>
                    <a:lnTo>
                      <a:pt x="610" y="1939"/>
                    </a:lnTo>
                    <a:lnTo>
                      <a:pt x="578" y="1912"/>
                    </a:lnTo>
                    <a:lnTo>
                      <a:pt x="547" y="1884"/>
                    </a:lnTo>
                    <a:lnTo>
                      <a:pt x="515" y="1857"/>
                    </a:lnTo>
                    <a:lnTo>
                      <a:pt x="485" y="1827"/>
                    </a:lnTo>
                    <a:lnTo>
                      <a:pt x="455" y="1798"/>
                    </a:lnTo>
                    <a:lnTo>
                      <a:pt x="425" y="1767"/>
                    </a:lnTo>
                    <a:lnTo>
                      <a:pt x="397" y="1737"/>
                    </a:lnTo>
                    <a:lnTo>
                      <a:pt x="369" y="1705"/>
                    </a:lnTo>
                    <a:lnTo>
                      <a:pt x="342" y="1672"/>
                    </a:lnTo>
                    <a:lnTo>
                      <a:pt x="316" y="1639"/>
                    </a:lnTo>
                    <a:lnTo>
                      <a:pt x="291" y="1605"/>
                    </a:lnTo>
                    <a:lnTo>
                      <a:pt x="266" y="1571"/>
                    </a:lnTo>
                    <a:lnTo>
                      <a:pt x="243" y="1536"/>
                    </a:lnTo>
                    <a:lnTo>
                      <a:pt x="220" y="1500"/>
                    </a:lnTo>
                    <a:lnTo>
                      <a:pt x="199" y="1464"/>
                    </a:lnTo>
                    <a:lnTo>
                      <a:pt x="178" y="1428"/>
                    </a:lnTo>
                    <a:lnTo>
                      <a:pt x="158" y="1390"/>
                    </a:lnTo>
                    <a:lnTo>
                      <a:pt x="140" y="1352"/>
                    </a:lnTo>
                    <a:lnTo>
                      <a:pt x="123" y="1314"/>
                    </a:lnTo>
                    <a:lnTo>
                      <a:pt x="94" y="1241"/>
                    </a:lnTo>
                    <a:lnTo>
                      <a:pt x="69" y="1164"/>
                    </a:lnTo>
                    <a:lnTo>
                      <a:pt x="49" y="1083"/>
                    </a:lnTo>
                    <a:lnTo>
                      <a:pt x="32" y="998"/>
                    </a:lnTo>
                    <a:lnTo>
                      <a:pt x="18" y="910"/>
                    </a:lnTo>
                    <a:lnTo>
                      <a:pt x="8" y="823"/>
                    </a:lnTo>
                    <a:lnTo>
                      <a:pt x="2" y="732"/>
                    </a:lnTo>
                    <a:lnTo>
                      <a:pt x="0" y="641"/>
                    </a:lnTo>
                    <a:lnTo>
                      <a:pt x="2" y="552"/>
                    </a:lnTo>
                    <a:lnTo>
                      <a:pt x="8" y="463"/>
                    </a:lnTo>
                    <a:lnTo>
                      <a:pt x="17" y="376"/>
                    </a:lnTo>
                    <a:lnTo>
                      <a:pt x="31" y="292"/>
                    </a:lnTo>
                    <a:lnTo>
                      <a:pt x="48" y="212"/>
                    </a:lnTo>
                    <a:lnTo>
                      <a:pt x="68" y="136"/>
                    </a:lnTo>
                    <a:lnTo>
                      <a:pt x="94" y="66"/>
                    </a:lnTo>
                    <a:lnTo>
                      <a:pt x="123" y="0"/>
                    </a:lnTo>
                    <a:lnTo>
                      <a:pt x="230" y="56"/>
                    </a:lnTo>
                    <a:close/>
                  </a:path>
                </a:pathLst>
              </a:custGeom>
              <a:solidFill>
                <a:srgbClr val="BA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1" name="Freeform 64">
                <a:extLst>
                  <a:ext uri="{FF2B5EF4-FFF2-40B4-BE49-F238E27FC236}">
                    <a16:creationId xmlns:a16="http://schemas.microsoft.com/office/drawing/2014/main" id="{CF369EF2-633E-4704-B3A1-38C84C9C227E}"/>
                  </a:ext>
                </a:extLst>
              </p:cNvPr>
              <p:cNvSpPr>
                <a:spLocks/>
              </p:cNvSpPr>
              <p:nvPr/>
            </p:nvSpPr>
            <p:spPr bwMode="auto">
              <a:xfrm>
                <a:off x="1288" y="3074"/>
                <a:ext cx="52" cy="121"/>
              </a:xfrm>
              <a:custGeom>
                <a:avLst/>
                <a:gdLst>
                  <a:gd name="T0" fmla="*/ 0 w 1133"/>
                  <a:gd name="T1" fmla="*/ 0 h 2181"/>
                  <a:gd name="T2" fmla="*/ 0 w 1133"/>
                  <a:gd name="T3" fmla="*/ 0 h 2181"/>
                  <a:gd name="T4" fmla="*/ 0 w 1133"/>
                  <a:gd name="T5" fmla="*/ 0 h 2181"/>
                  <a:gd name="T6" fmla="*/ 0 w 1133"/>
                  <a:gd name="T7" fmla="*/ 0 h 2181"/>
                  <a:gd name="T8" fmla="*/ 0 w 1133"/>
                  <a:gd name="T9" fmla="*/ 0 h 2181"/>
                  <a:gd name="T10" fmla="*/ 0 w 1133"/>
                  <a:gd name="T11" fmla="*/ 0 h 2181"/>
                  <a:gd name="T12" fmla="*/ 0 w 1133"/>
                  <a:gd name="T13" fmla="*/ 0 h 2181"/>
                  <a:gd name="T14" fmla="*/ 0 w 1133"/>
                  <a:gd name="T15" fmla="*/ 0 h 2181"/>
                  <a:gd name="T16" fmla="*/ 0 w 1133"/>
                  <a:gd name="T17" fmla="*/ 0 h 2181"/>
                  <a:gd name="T18" fmla="*/ 0 w 1133"/>
                  <a:gd name="T19" fmla="*/ 0 h 2181"/>
                  <a:gd name="T20" fmla="*/ 0 w 1133"/>
                  <a:gd name="T21" fmla="*/ 0 h 2181"/>
                  <a:gd name="T22" fmla="*/ 0 w 1133"/>
                  <a:gd name="T23" fmla="*/ 0 h 2181"/>
                  <a:gd name="T24" fmla="*/ 0 w 1133"/>
                  <a:gd name="T25" fmla="*/ 0 h 2181"/>
                  <a:gd name="T26" fmla="*/ 0 w 1133"/>
                  <a:gd name="T27" fmla="*/ 0 h 2181"/>
                  <a:gd name="T28" fmla="*/ 0 w 1133"/>
                  <a:gd name="T29" fmla="*/ 0 h 2181"/>
                  <a:gd name="T30" fmla="*/ 0 w 1133"/>
                  <a:gd name="T31" fmla="*/ 0 h 2181"/>
                  <a:gd name="T32" fmla="*/ 0 w 1133"/>
                  <a:gd name="T33" fmla="*/ 0 h 2181"/>
                  <a:gd name="T34" fmla="*/ 0 w 1133"/>
                  <a:gd name="T35" fmla="*/ 0 h 2181"/>
                  <a:gd name="T36" fmla="*/ 0 w 1133"/>
                  <a:gd name="T37" fmla="*/ 0 h 2181"/>
                  <a:gd name="T38" fmla="*/ 0 w 1133"/>
                  <a:gd name="T39" fmla="*/ 0 h 2181"/>
                  <a:gd name="T40" fmla="*/ 0 w 1133"/>
                  <a:gd name="T41" fmla="*/ 0 h 2181"/>
                  <a:gd name="T42" fmla="*/ 0 w 1133"/>
                  <a:gd name="T43" fmla="*/ 0 h 2181"/>
                  <a:gd name="T44" fmla="*/ 0 w 1133"/>
                  <a:gd name="T45" fmla="*/ 0 h 2181"/>
                  <a:gd name="T46" fmla="*/ 0 w 1133"/>
                  <a:gd name="T47" fmla="*/ 0 h 2181"/>
                  <a:gd name="T48" fmla="*/ 0 w 1133"/>
                  <a:gd name="T49" fmla="*/ 0 h 2181"/>
                  <a:gd name="T50" fmla="*/ 0 w 1133"/>
                  <a:gd name="T51" fmla="*/ 0 h 2181"/>
                  <a:gd name="T52" fmla="*/ 0 w 1133"/>
                  <a:gd name="T53" fmla="*/ 0 h 2181"/>
                  <a:gd name="T54" fmla="*/ 0 w 1133"/>
                  <a:gd name="T55" fmla="*/ 0 h 2181"/>
                  <a:gd name="T56" fmla="*/ 0 w 1133"/>
                  <a:gd name="T57" fmla="*/ 0 h 2181"/>
                  <a:gd name="T58" fmla="*/ 0 w 1133"/>
                  <a:gd name="T59" fmla="*/ 0 h 2181"/>
                  <a:gd name="T60" fmla="*/ 0 w 1133"/>
                  <a:gd name="T61" fmla="*/ 0 h 2181"/>
                  <a:gd name="T62" fmla="*/ 0 w 1133"/>
                  <a:gd name="T63" fmla="*/ 0 h 2181"/>
                  <a:gd name="T64" fmla="*/ 0 w 1133"/>
                  <a:gd name="T65" fmla="*/ 0 h 2181"/>
                  <a:gd name="T66" fmla="*/ 0 w 1133"/>
                  <a:gd name="T67" fmla="*/ 0 h 2181"/>
                  <a:gd name="T68" fmla="*/ 0 w 1133"/>
                  <a:gd name="T69" fmla="*/ 0 h 2181"/>
                  <a:gd name="T70" fmla="*/ 0 w 1133"/>
                  <a:gd name="T71" fmla="*/ 0 h 2181"/>
                  <a:gd name="T72" fmla="*/ 0 w 1133"/>
                  <a:gd name="T73" fmla="*/ 0 h 2181"/>
                  <a:gd name="T74" fmla="*/ 0 w 1133"/>
                  <a:gd name="T75" fmla="*/ 0 h 2181"/>
                  <a:gd name="T76" fmla="*/ 0 w 1133"/>
                  <a:gd name="T77" fmla="*/ 0 h 2181"/>
                  <a:gd name="T78" fmla="*/ 0 w 1133"/>
                  <a:gd name="T79" fmla="*/ 0 h 2181"/>
                  <a:gd name="T80" fmla="*/ 0 w 1133"/>
                  <a:gd name="T81" fmla="*/ 0 h 2181"/>
                  <a:gd name="T82" fmla="*/ 0 w 1133"/>
                  <a:gd name="T83" fmla="*/ 0 h 2181"/>
                  <a:gd name="T84" fmla="*/ 0 w 1133"/>
                  <a:gd name="T85" fmla="*/ 0 h 2181"/>
                  <a:gd name="T86" fmla="*/ 0 w 1133"/>
                  <a:gd name="T87" fmla="*/ 0 h 2181"/>
                  <a:gd name="T88" fmla="*/ 0 w 1133"/>
                  <a:gd name="T89" fmla="*/ 0 h 2181"/>
                  <a:gd name="T90" fmla="*/ 0 w 1133"/>
                  <a:gd name="T91" fmla="*/ 0 h 2181"/>
                  <a:gd name="T92" fmla="*/ 0 w 1133"/>
                  <a:gd name="T93" fmla="*/ 0 h 2181"/>
                  <a:gd name="T94" fmla="*/ 0 w 1133"/>
                  <a:gd name="T95" fmla="*/ 0 h 2181"/>
                  <a:gd name="T96" fmla="*/ 0 w 1133"/>
                  <a:gd name="T97" fmla="*/ 0 h 2181"/>
                  <a:gd name="T98" fmla="*/ 0 w 1133"/>
                  <a:gd name="T99" fmla="*/ 0 h 2181"/>
                  <a:gd name="T100" fmla="*/ 0 w 1133"/>
                  <a:gd name="T101" fmla="*/ 0 h 2181"/>
                  <a:gd name="T102" fmla="*/ 0 w 1133"/>
                  <a:gd name="T103" fmla="*/ 0 h 218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33"/>
                  <a:gd name="T157" fmla="*/ 0 h 2181"/>
                  <a:gd name="T158" fmla="*/ 1133 w 1133"/>
                  <a:gd name="T159" fmla="*/ 2181 h 218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33" h="2181">
                    <a:moveTo>
                      <a:pt x="917" y="2127"/>
                    </a:moveTo>
                    <a:lnTo>
                      <a:pt x="0" y="131"/>
                    </a:lnTo>
                    <a:lnTo>
                      <a:pt x="32" y="0"/>
                    </a:lnTo>
                    <a:lnTo>
                      <a:pt x="69" y="14"/>
                    </a:lnTo>
                    <a:lnTo>
                      <a:pt x="106" y="29"/>
                    </a:lnTo>
                    <a:lnTo>
                      <a:pt x="142" y="44"/>
                    </a:lnTo>
                    <a:lnTo>
                      <a:pt x="179" y="60"/>
                    </a:lnTo>
                    <a:lnTo>
                      <a:pt x="216" y="78"/>
                    </a:lnTo>
                    <a:lnTo>
                      <a:pt x="252" y="96"/>
                    </a:lnTo>
                    <a:lnTo>
                      <a:pt x="287" y="116"/>
                    </a:lnTo>
                    <a:lnTo>
                      <a:pt x="323" y="136"/>
                    </a:lnTo>
                    <a:lnTo>
                      <a:pt x="358" y="159"/>
                    </a:lnTo>
                    <a:lnTo>
                      <a:pt x="392" y="181"/>
                    </a:lnTo>
                    <a:lnTo>
                      <a:pt x="427" y="204"/>
                    </a:lnTo>
                    <a:lnTo>
                      <a:pt x="461" y="228"/>
                    </a:lnTo>
                    <a:lnTo>
                      <a:pt x="494" y="252"/>
                    </a:lnTo>
                    <a:lnTo>
                      <a:pt x="527" y="279"/>
                    </a:lnTo>
                    <a:lnTo>
                      <a:pt x="560" y="305"/>
                    </a:lnTo>
                    <a:lnTo>
                      <a:pt x="591" y="332"/>
                    </a:lnTo>
                    <a:lnTo>
                      <a:pt x="623" y="361"/>
                    </a:lnTo>
                    <a:lnTo>
                      <a:pt x="653" y="389"/>
                    </a:lnTo>
                    <a:lnTo>
                      <a:pt x="683" y="419"/>
                    </a:lnTo>
                    <a:lnTo>
                      <a:pt x="713" y="449"/>
                    </a:lnTo>
                    <a:lnTo>
                      <a:pt x="741" y="481"/>
                    </a:lnTo>
                    <a:lnTo>
                      <a:pt x="769" y="513"/>
                    </a:lnTo>
                    <a:lnTo>
                      <a:pt x="795" y="545"/>
                    </a:lnTo>
                    <a:lnTo>
                      <a:pt x="822" y="578"/>
                    </a:lnTo>
                    <a:lnTo>
                      <a:pt x="846" y="612"/>
                    </a:lnTo>
                    <a:lnTo>
                      <a:pt x="871" y="647"/>
                    </a:lnTo>
                    <a:lnTo>
                      <a:pt x="894" y="681"/>
                    </a:lnTo>
                    <a:lnTo>
                      <a:pt x="917" y="717"/>
                    </a:lnTo>
                    <a:lnTo>
                      <a:pt x="938" y="754"/>
                    </a:lnTo>
                    <a:lnTo>
                      <a:pt x="958" y="791"/>
                    </a:lnTo>
                    <a:lnTo>
                      <a:pt x="978" y="828"/>
                    </a:lnTo>
                    <a:lnTo>
                      <a:pt x="996" y="866"/>
                    </a:lnTo>
                    <a:lnTo>
                      <a:pt x="1026" y="938"/>
                    </a:lnTo>
                    <a:lnTo>
                      <a:pt x="1052" y="1015"/>
                    </a:lnTo>
                    <a:lnTo>
                      <a:pt x="1075" y="1096"/>
                    </a:lnTo>
                    <a:lnTo>
                      <a:pt x="1094" y="1180"/>
                    </a:lnTo>
                    <a:lnTo>
                      <a:pt x="1109" y="1266"/>
                    </a:lnTo>
                    <a:lnTo>
                      <a:pt x="1121" y="1356"/>
                    </a:lnTo>
                    <a:lnTo>
                      <a:pt x="1129" y="1446"/>
                    </a:lnTo>
                    <a:lnTo>
                      <a:pt x="1133" y="1536"/>
                    </a:lnTo>
                    <a:lnTo>
                      <a:pt x="1133" y="1626"/>
                    </a:lnTo>
                    <a:lnTo>
                      <a:pt x="1130" y="1716"/>
                    </a:lnTo>
                    <a:lnTo>
                      <a:pt x="1122" y="1802"/>
                    </a:lnTo>
                    <a:lnTo>
                      <a:pt x="1110" y="1886"/>
                    </a:lnTo>
                    <a:lnTo>
                      <a:pt x="1095" y="1967"/>
                    </a:lnTo>
                    <a:lnTo>
                      <a:pt x="1076" y="2043"/>
                    </a:lnTo>
                    <a:lnTo>
                      <a:pt x="1052" y="2115"/>
                    </a:lnTo>
                    <a:lnTo>
                      <a:pt x="1025" y="2181"/>
                    </a:lnTo>
                    <a:lnTo>
                      <a:pt x="917" y="2127"/>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2" name="Freeform 65">
                <a:extLst>
                  <a:ext uri="{FF2B5EF4-FFF2-40B4-BE49-F238E27FC236}">
                    <a16:creationId xmlns:a16="http://schemas.microsoft.com/office/drawing/2014/main" id="{9B61DE4C-5711-4307-AD1A-ECE9199FEE4B}"/>
                  </a:ext>
                </a:extLst>
              </p:cNvPr>
              <p:cNvSpPr>
                <a:spLocks/>
              </p:cNvSpPr>
              <p:nvPr/>
            </p:nvSpPr>
            <p:spPr bwMode="auto">
              <a:xfrm>
                <a:off x="1288" y="3074"/>
                <a:ext cx="51" cy="122"/>
              </a:xfrm>
              <a:custGeom>
                <a:avLst/>
                <a:gdLst>
                  <a:gd name="T0" fmla="*/ 0 w 1134"/>
                  <a:gd name="T1" fmla="*/ 0 h 2180"/>
                  <a:gd name="T2" fmla="*/ 0 w 1134"/>
                  <a:gd name="T3" fmla="*/ 0 h 2180"/>
                  <a:gd name="T4" fmla="*/ 0 w 1134"/>
                  <a:gd name="T5" fmla="*/ 0 h 2180"/>
                  <a:gd name="T6" fmla="*/ 0 w 1134"/>
                  <a:gd name="T7" fmla="*/ 0 h 2180"/>
                  <a:gd name="T8" fmla="*/ 0 w 1134"/>
                  <a:gd name="T9" fmla="*/ 0 h 2180"/>
                  <a:gd name="T10" fmla="*/ 0 w 1134"/>
                  <a:gd name="T11" fmla="*/ 0 h 2180"/>
                  <a:gd name="T12" fmla="*/ 0 w 1134"/>
                  <a:gd name="T13" fmla="*/ 0 h 2180"/>
                  <a:gd name="T14" fmla="*/ 0 w 1134"/>
                  <a:gd name="T15" fmla="*/ 0 h 2180"/>
                  <a:gd name="T16" fmla="*/ 0 w 1134"/>
                  <a:gd name="T17" fmla="*/ 0 h 2180"/>
                  <a:gd name="T18" fmla="*/ 0 w 1134"/>
                  <a:gd name="T19" fmla="*/ 0 h 2180"/>
                  <a:gd name="T20" fmla="*/ 0 w 1134"/>
                  <a:gd name="T21" fmla="*/ 0 h 2180"/>
                  <a:gd name="T22" fmla="*/ 0 w 1134"/>
                  <a:gd name="T23" fmla="*/ 0 h 2180"/>
                  <a:gd name="T24" fmla="*/ 0 w 1134"/>
                  <a:gd name="T25" fmla="*/ 0 h 2180"/>
                  <a:gd name="T26" fmla="*/ 0 w 1134"/>
                  <a:gd name="T27" fmla="*/ 0 h 2180"/>
                  <a:gd name="T28" fmla="*/ 0 w 1134"/>
                  <a:gd name="T29" fmla="*/ 0 h 2180"/>
                  <a:gd name="T30" fmla="*/ 0 w 1134"/>
                  <a:gd name="T31" fmla="*/ 0 h 2180"/>
                  <a:gd name="T32" fmla="*/ 0 w 1134"/>
                  <a:gd name="T33" fmla="*/ 0 h 2180"/>
                  <a:gd name="T34" fmla="*/ 0 w 1134"/>
                  <a:gd name="T35" fmla="*/ 0 h 2180"/>
                  <a:gd name="T36" fmla="*/ 0 w 1134"/>
                  <a:gd name="T37" fmla="*/ 0 h 2180"/>
                  <a:gd name="T38" fmla="*/ 0 w 1134"/>
                  <a:gd name="T39" fmla="*/ 0 h 2180"/>
                  <a:gd name="T40" fmla="*/ 0 w 1134"/>
                  <a:gd name="T41" fmla="*/ 0 h 2180"/>
                  <a:gd name="T42" fmla="*/ 0 w 1134"/>
                  <a:gd name="T43" fmla="*/ 0 h 2180"/>
                  <a:gd name="T44" fmla="*/ 0 w 1134"/>
                  <a:gd name="T45" fmla="*/ 0 h 2180"/>
                  <a:gd name="T46" fmla="*/ 0 w 1134"/>
                  <a:gd name="T47" fmla="*/ 0 h 2180"/>
                  <a:gd name="T48" fmla="*/ 0 w 1134"/>
                  <a:gd name="T49" fmla="*/ 0 h 2180"/>
                  <a:gd name="T50" fmla="*/ 0 w 1134"/>
                  <a:gd name="T51" fmla="*/ 0 h 2180"/>
                  <a:gd name="T52" fmla="*/ 0 w 1134"/>
                  <a:gd name="T53" fmla="*/ 0 h 2180"/>
                  <a:gd name="T54" fmla="*/ 0 w 1134"/>
                  <a:gd name="T55" fmla="*/ 0 h 2180"/>
                  <a:gd name="T56" fmla="*/ 0 w 1134"/>
                  <a:gd name="T57" fmla="*/ 0 h 2180"/>
                  <a:gd name="T58" fmla="*/ 0 w 1134"/>
                  <a:gd name="T59" fmla="*/ 0 h 2180"/>
                  <a:gd name="T60" fmla="*/ 0 w 1134"/>
                  <a:gd name="T61" fmla="*/ 0 h 2180"/>
                  <a:gd name="T62" fmla="*/ 0 w 1134"/>
                  <a:gd name="T63" fmla="*/ 0 h 2180"/>
                  <a:gd name="T64" fmla="*/ 0 w 1134"/>
                  <a:gd name="T65" fmla="*/ 0 h 2180"/>
                  <a:gd name="T66" fmla="*/ 0 w 1134"/>
                  <a:gd name="T67" fmla="*/ 0 h 2180"/>
                  <a:gd name="T68" fmla="*/ 0 w 1134"/>
                  <a:gd name="T69" fmla="*/ 0 h 2180"/>
                  <a:gd name="T70" fmla="*/ 0 w 1134"/>
                  <a:gd name="T71" fmla="*/ 0 h 2180"/>
                  <a:gd name="T72" fmla="*/ 0 w 1134"/>
                  <a:gd name="T73" fmla="*/ 0 h 2180"/>
                  <a:gd name="T74" fmla="*/ 0 w 1134"/>
                  <a:gd name="T75" fmla="*/ 0 h 2180"/>
                  <a:gd name="T76" fmla="*/ 0 w 1134"/>
                  <a:gd name="T77" fmla="*/ 0 h 2180"/>
                  <a:gd name="T78" fmla="*/ 0 w 1134"/>
                  <a:gd name="T79" fmla="*/ 0 h 2180"/>
                  <a:gd name="T80" fmla="*/ 0 w 1134"/>
                  <a:gd name="T81" fmla="*/ 0 h 2180"/>
                  <a:gd name="T82" fmla="*/ 0 w 1134"/>
                  <a:gd name="T83" fmla="*/ 0 h 2180"/>
                  <a:gd name="T84" fmla="*/ 0 w 1134"/>
                  <a:gd name="T85" fmla="*/ 0 h 2180"/>
                  <a:gd name="T86" fmla="*/ 0 w 1134"/>
                  <a:gd name="T87" fmla="*/ 0 h 2180"/>
                  <a:gd name="T88" fmla="*/ 0 w 1134"/>
                  <a:gd name="T89" fmla="*/ 0 h 2180"/>
                  <a:gd name="T90" fmla="*/ 0 w 1134"/>
                  <a:gd name="T91" fmla="*/ 0 h 2180"/>
                  <a:gd name="T92" fmla="*/ 0 w 1134"/>
                  <a:gd name="T93" fmla="*/ 0 h 2180"/>
                  <a:gd name="T94" fmla="*/ 0 w 1134"/>
                  <a:gd name="T95" fmla="*/ 0 h 2180"/>
                  <a:gd name="T96" fmla="*/ 0 w 1134"/>
                  <a:gd name="T97" fmla="*/ 0 h 2180"/>
                  <a:gd name="T98" fmla="*/ 0 w 1134"/>
                  <a:gd name="T99" fmla="*/ 0 h 2180"/>
                  <a:gd name="T100" fmla="*/ 0 w 1134"/>
                  <a:gd name="T101" fmla="*/ 0 h 2180"/>
                  <a:gd name="T102" fmla="*/ 0 w 1134"/>
                  <a:gd name="T103" fmla="*/ 0 h 21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34"/>
                  <a:gd name="T157" fmla="*/ 0 h 2180"/>
                  <a:gd name="T158" fmla="*/ 1134 w 1134"/>
                  <a:gd name="T159" fmla="*/ 2180 h 218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34" h="2180">
                    <a:moveTo>
                      <a:pt x="918" y="2126"/>
                    </a:moveTo>
                    <a:lnTo>
                      <a:pt x="0" y="130"/>
                    </a:lnTo>
                    <a:lnTo>
                      <a:pt x="33" y="0"/>
                    </a:lnTo>
                    <a:lnTo>
                      <a:pt x="70" y="13"/>
                    </a:lnTo>
                    <a:lnTo>
                      <a:pt x="107" y="28"/>
                    </a:lnTo>
                    <a:lnTo>
                      <a:pt x="143" y="43"/>
                    </a:lnTo>
                    <a:lnTo>
                      <a:pt x="180" y="60"/>
                    </a:lnTo>
                    <a:lnTo>
                      <a:pt x="217" y="78"/>
                    </a:lnTo>
                    <a:lnTo>
                      <a:pt x="252" y="96"/>
                    </a:lnTo>
                    <a:lnTo>
                      <a:pt x="288" y="116"/>
                    </a:lnTo>
                    <a:lnTo>
                      <a:pt x="324" y="136"/>
                    </a:lnTo>
                    <a:lnTo>
                      <a:pt x="359" y="158"/>
                    </a:lnTo>
                    <a:lnTo>
                      <a:pt x="393" y="180"/>
                    </a:lnTo>
                    <a:lnTo>
                      <a:pt x="428" y="203"/>
                    </a:lnTo>
                    <a:lnTo>
                      <a:pt x="462" y="227"/>
                    </a:lnTo>
                    <a:lnTo>
                      <a:pt x="495" y="252"/>
                    </a:lnTo>
                    <a:lnTo>
                      <a:pt x="528" y="278"/>
                    </a:lnTo>
                    <a:lnTo>
                      <a:pt x="561" y="304"/>
                    </a:lnTo>
                    <a:lnTo>
                      <a:pt x="592" y="332"/>
                    </a:lnTo>
                    <a:lnTo>
                      <a:pt x="624" y="360"/>
                    </a:lnTo>
                    <a:lnTo>
                      <a:pt x="654" y="389"/>
                    </a:lnTo>
                    <a:lnTo>
                      <a:pt x="684" y="418"/>
                    </a:lnTo>
                    <a:lnTo>
                      <a:pt x="714" y="449"/>
                    </a:lnTo>
                    <a:lnTo>
                      <a:pt x="742" y="480"/>
                    </a:lnTo>
                    <a:lnTo>
                      <a:pt x="770" y="512"/>
                    </a:lnTo>
                    <a:lnTo>
                      <a:pt x="796" y="545"/>
                    </a:lnTo>
                    <a:lnTo>
                      <a:pt x="823" y="577"/>
                    </a:lnTo>
                    <a:lnTo>
                      <a:pt x="847" y="611"/>
                    </a:lnTo>
                    <a:lnTo>
                      <a:pt x="872" y="646"/>
                    </a:lnTo>
                    <a:lnTo>
                      <a:pt x="895" y="681"/>
                    </a:lnTo>
                    <a:lnTo>
                      <a:pt x="918" y="717"/>
                    </a:lnTo>
                    <a:lnTo>
                      <a:pt x="939" y="754"/>
                    </a:lnTo>
                    <a:lnTo>
                      <a:pt x="959" y="790"/>
                    </a:lnTo>
                    <a:lnTo>
                      <a:pt x="979" y="827"/>
                    </a:lnTo>
                    <a:lnTo>
                      <a:pt x="997" y="865"/>
                    </a:lnTo>
                    <a:lnTo>
                      <a:pt x="1027" y="937"/>
                    </a:lnTo>
                    <a:lnTo>
                      <a:pt x="1053" y="1014"/>
                    </a:lnTo>
                    <a:lnTo>
                      <a:pt x="1076" y="1095"/>
                    </a:lnTo>
                    <a:lnTo>
                      <a:pt x="1095" y="1179"/>
                    </a:lnTo>
                    <a:lnTo>
                      <a:pt x="1110" y="1266"/>
                    </a:lnTo>
                    <a:lnTo>
                      <a:pt x="1122" y="1355"/>
                    </a:lnTo>
                    <a:lnTo>
                      <a:pt x="1130" y="1445"/>
                    </a:lnTo>
                    <a:lnTo>
                      <a:pt x="1134" y="1536"/>
                    </a:lnTo>
                    <a:lnTo>
                      <a:pt x="1134" y="1625"/>
                    </a:lnTo>
                    <a:lnTo>
                      <a:pt x="1131" y="1715"/>
                    </a:lnTo>
                    <a:lnTo>
                      <a:pt x="1123" y="1801"/>
                    </a:lnTo>
                    <a:lnTo>
                      <a:pt x="1111" y="1886"/>
                    </a:lnTo>
                    <a:lnTo>
                      <a:pt x="1096" y="1966"/>
                    </a:lnTo>
                    <a:lnTo>
                      <a:pt x="1077" y="2043"/>
                    </a:lnTo>
                    <a:lnTo>
                      <a:pt x="1053" y="2115"/>
                    </a:lnTo>
                    <a:lnTo>
                      <a:pt x="1026" y="2180"/>
                    </a:lnTo>
                    <a:lnTo>
                      <a:pt x="918" y="2126"/>
                    </a:lnTo>
                    <a:close/>
                  </a:path>
                </a:pathLst>
              </a:custGeom>
              <a:solidFill>
                <a:srgbClr val="BA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3" name="Freeform 66">
                <a:extLst>
                  <a:ext uri="{FF2B5EF4-FFF2-40B4-BE49-F238E27FC236}">
                    <a16:creationId xmlns:a16="http://schemas.microsoft.com/office/drawing/2014/main" id="{FEEFDF9F-0C89-4D81-BD6B-7294833F877A}"/>
                  </a:ext>
                </a:extLst>
              </p:cNvPr>
              <p:cNvSpPr>
                <a:spLocks/>
              </p:cNvSpPr>
              <p:nvPr/>
            </p:nvSpPr>
            <p:spPr bwMode="auto">
              <a:xfrm>
                <a:off x="1170" y="3144"/>
                <a:ext cx="164" cy="228"/>
              </a:xfrm>
              <a:custGeom>
                <a:avLst/>
                <a:gdLst>
                  <a:gd name="T0" fmla="*/ 0 w 3622"/>
                  <a:gd name="T1" fmla="*/ 0 h 4112"/>
                  <a:gd name="T2" fmla="*/ 0 w 3622"/>
                  <a:gd name="T3" fmla="*/ 0 h 4112"/>
                  <a:gd name="T4" fmla="*/ 0 w 3622"/>
                  <a:gd name="T5" fmla="*/ 0 h 4112"/>
                  <a:gd name="T6" fmla="*/ 0 w 3622"/>
                  <a:gd name="T7" fmla="*/ 0 h 4112"/>
                  <a:gd name="T8" fmla="*/ 0 w 3622"/>
                  <a:gd name="T9" fmla="*/ 0 h 4112"/>
                  <a:gd name="T10" fmla="*/ 0 60000 65536"/>
                  <a:gd name="T11" fmla="*/ 0 60000 65536"/>
                  <a:gd name="T12" fmla="*/ 0 60000 65536"/>
                  <a:gd name="T13" fmla="*/ 0 60000 65536"/>
                  <a:gd name="T14" fmla="*/ 0 60000 65536"/>
                  <a:gd name="T15" fmla="*/ 0 w 3622"/>
                  <a:gd name="T16" fmla="*/ 0 h 4112"/>
                  <a:gd name="T17" fmla="*/ 3622 w 3622"/>
                  <a:gd name="T18" fmla="*/ 4112 h 4112"/>
                </a:gdLst>
                <a:ahLst/>
                <a:cxnLst>
                  <a:cxn ang="T10">
                    <a:pos x="T0" y="T1"/>
                  </a:cxn>
                  <a:cxn ang="T11">
                    <a:pos x="T2" y="T3"/>
                  </a:cxn>
                  <a:cxn ang="T12">
                    <a:pos x="T4" y="T5"/>
                  </a:cxn>
                  <a:cxn ang="T13">
                    <a:pos x="T6" y="T7"/>
                  </a:cxn>
                  <a:cxn ang="T14">
                    <a:pos x="T8" y="T9"/>
                  </a:cxn>
                </a:cxnLst>
                <a:rect l="T15" t="T16" r="T17" b="T18"/>
                <a:pathLst>
                  <a:path w="3622" h="4112">
                    <a:moveTo>
                      <a:pt x="1404" y="4112"/>
                    </a:moveTo>
                    <a:lnTo>
                      <a:pt x="3622" y="3023"/>
                    </a:lnTo>
                    <a:lnTo>
                      <a:pt x="2218" y="0"/>
                    </a:lnTo>
                    <a:lnTo>
                      <a:pt x="0" y="989"/>
                    </a:lnTo>
                    <a:lnTo>
                      <a:pt x="1404" y="4112"/>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4" name="Freeform 67">
                <a:extLst>
                  <a:ext uri="{FF2B5EF4-FFF2-40B4-BE49-F238E27FC236}">
                    <a16:creationId xmlns:a16="http://schemas.microsoft.com/office/drawing/2014/main" id="{DE0B7008-81C9-41D2-8DBA-FBFBFE829EDA}"/>
                  </a:ext>
                </a:extLst>
              </p:cNvPr>
              <p:cNvSpPr>
                <a:spLocks/>
              </p:cNvSpPr>
              <p:nvPr/>
            </p:nvSpPr>
            <p:spPr bwMode="auto">
              <a:xfrm>
                <a:off x="1170" y="3141"/>
                <a:ext cx="164" cy="228"/>
              </a:xfrm>
              <a:custGeom>
                <a:avLst/>
                <a:gdLst>
                  <a:gd name="T0" fmla="*/ 0 w 3622"/>
                  <a:gd name="T1" fmla="*/ 0 h 4113"/>
                  <a:gd name="T2" fmla="*/ 0 w 3622"/>
                  <a:gd name="T3" fmla="*/ 0 h 4113"/>
                  <a:gd name="T4" fmla="*/ 0 w 3622"/>
                  <a:gd name="T5" fmla="*/ 0 h 4113"/>
                  <a:gd name="T6" fmla="*/ 0 w 3622"/>
                  <a:gd name="T7" fmla="*/ 0 h 4113"/>
                  <a:gd name="T8" fmla="*/ 0 w 3622"/>
                  <a:gd name="T9" fmla="*/ 0 h 4113"/>
                  <a:gd name="T10" fmla="*/ 0 60000 65536"/>
                  <a:gd name="T11" fmla="*/ 0 60000 65536"/>
                  <a:gd name="T12" fmla="*/ 0 60000 65536"/>
                  <a:gd name="T13" fmla="*/ 0 60000 65536"/>
                  <a:gd name="T14" fmla="*/ 0 60000 65536"/>
                  <a:gd name="T15" fmla="*/ 0 w 3622"/>
                  <a:gd name="T16" fmla="*/ 0 h 4113"/>
                  <a:gd name="T17" fmla="*/ 3622 w 3622"/>
                  <a:gd name="T18" fmla="*/ 4113 h 4113"/>
                </a:gdLst>
                <a:ahLst/>
                <a:cxnLst>
                  <a:cxn ang="T10">
                    <a:pos x="T0" y="T1"/>
                  </a:cxn>
                  <a:cxn ang="T11">
                    <a:pos x="T2" y="T3"/>
                  </a:cxn>
                  <a:cxn ang="T12">
                    <a:pos x="T4" y="T5"/>
                  </a:cxn>
                  <a:cxn ang="T13">
                    <a:pos x="T6" y="T7"/>
                  </a:cxn>
                  <a:cxn ang="T14">
                    <a:pos x="T8" y="T9"/>
                  </a:cxn>
                </a:cxnLst>
                <a:rect l="T15" t="T16" r="T17" b="T18"/>
                <a:pathLst>
                  <a:path w="3622" h="4113">
                    <a:moveTo>
                      <a:pt x="1404" y="4113"/>
                    </a:moveTo>
                    <a:lnTo>
                      <a:pt x="3622" y="3024"/>
                    </a:lnTo>
                    <a:lnTo>
                      <a:pt x="2218" y="0"/>
                    </a:lnTo>
                    <a:lnTo>
                      <a:pt x="0" y="989"/>
                    </a:lnTo>
                    <a:lnTo>
                      <a:pt x="1404" y="4113"/>
                    </a:lnTo>
                    <a:close/>
                  </a:path>
                </a:pathLst>
              </a:custGeom>
              <a:solidFill>
                <a:srgbClr val="1119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5" name="Freeform 68">
                <a:extLst>
                  <a:ext uri="{FF2B5EF4-FFF2-40B4-BE49-F238E27FC236}">
                    <a16:creationId xmlns:a16="http://schemas.microsoft.com/office/drawing/2014/main" id="{AB7D39B0-6732-422A-87CB-C025D2F165FE}"/>
                  </a:ext>
                </a:extLst>
              </p:cNvPr>
              <p:cNvSpPr>
                <a:spLocks/>
              </p:cNvSpPr>
              <p:nvPr/>
            </p:nvSpPr>
            <p:spPr bwMode="auto">
              <a:xfrm>
                <a:off x="1176" y="3146"/>
                <a:ext cx="157" cy="218"/>
              </a:xfrm>
              <a:custGeom>
                <a:avLst/>
                <a:gdLst>
                  <a:gd name="T0" fmla="*/ 0 w 3446"/>
                  <a:gd name="T1" fmla="*/ 0 h 3913"/>
                  <a:gd name="T2" fmla="*/ 0 w 3446"/>
                  <a:gd name="T3" fmla="*/ 0 h 3913"/>
                  <a:gd name="T4" fmla="*/ 0 w 3446"/>
                  <a:gd name="T5" fmla="*/ 0 h 3913"/>
                  <a:gd name="T6" fmla="*/ 0 w 3446"/>
                  <a:gd name="T7" fmla="*/ 0 h 3913"/>
                  <a:gd name="T8" fmla="*/ 0 w 3446"/>
                  <a:gd name="T9" fmla="*/ 0 h 3913"/>
                  <a:gd name="T10" fmla="*/ 0 60000 65536"/>
                  <a:gd name="T11" fmla="*/ 0 60000 65536"/>
                  <a:gd name="T12" fmla="*/ 0 60000 65536"/>
                  <a:gd name="T13" fmla="*/ 0 60000 65536"/>
                  <a:gd name="T14" fmla="*/ 0 60000 65536"/>
                  <a:gd name="T15" fmla="*/ 0 w 3446"/>
                  <a:gd name="T16" fmla="*/ 0 h 3913"/>
                  <a:gd name="T17" fmla="*/ 3446 w 3446"/>
                  <a:gd name="T18" fmla="*/ 3913 h 3913"/>
                </a:gdLst>
                <a:ahLst/>
                <a:cxnLst>
                  <a:cxn ang="T10">
                    <a:pos x="T0" y="T1"/>
                  </a:cxn>
                  <a:cxn ang="T11">
                    <a:pos x="T2" y="T3"/>
                  </a:cxn>
                  <a:cxn ang="T12">
                    <a:pos x="T4" y="T5"/>
                  </a:cxn>
                  <a:cxn ang="T13">
                    <a:pos x="T6" y="T7"/>
                  </a:cxn>
                  <a:cxn ang="T14">
                    <a:pos x="T8" y="T9"/>
                  </a:cxn>
                </a:cxnLst>
                <a:rect l="T15" t="T16" r="T17" b="T18"/>
                <a:pathLst>
                  <a:path w="3446" h="3913">
                    <a:moveTo>
                      <a:pt x="1335" y="3913"/>
                    </a:moveTo>
                    <a:lnTo>
                      <a:pt x="3446" y="2878"/>
                    </a:lnTo>
                    <a:lnTo>
                      <a:pt x="2111" y="0"/>
                    </a:lnTo>
                    <a:lnTo>
                      <a:pt x="0" y="942"/>
                    </a:lnTo>
                    <a:lnTo>
                      <a:pt x="1335" y="3913"/>
                    </a:lnTo>
                    <a:close/>
                  </a:path>
                </a:pathLst>
              </a:custGeom>
              <a:solidFill>
                <a:srgbClr val="1A78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6" name="Freeform 69">
                <a:extLst>
                  <a:ext uri="{FF2B5EF4-FFF2-40B4-BE49-F238E27FC236}">
                    <a16:creationId xmlns:a16="http://schemas.microsoft.com/office/drawing/2014/main" id="{E6AA98DA-A2A5-422C-95A7-92920E55DD7F}"/>
                  </a:ext>
                </a:extLst>
              </p:cNvPr>
              <p:cNvSpPr>
                <a:spLocks/>
              </p:cNvSpPr>
              <p:nvPr/>
            </p:nvSpPr>
            <p:spPr bwMode="auto">
              <a:xfrm>
                <a:off x="1183" y="3109"/>
                <a:ext cx="19" cy="19"/>
              </a:xfrm>
              <a:custGeom>
                <a:avLst/>
                <a:gdLst>
                  <a:gd name="T0" fmla="*/ 0 w 431"/>
                  <a:gd name="T1" fmla="*/ 0 h 343"/>
                  <a:gd name="T2" fmla="*/ 0 w 431"/>
                  <a:gd name="T3" fmla="*/ 0 h 343"/>
                  <a:gd name="T4" fmla="*/ 0 w 431"/>
                  <a:gd name="T5" fmla="*/ 0 h 343"/>
                  <a:gd name="T6" fmla="*/ 0 w 431"/>
                  <a:gd name="T7" fmla="*/ 0 h 343"/>
                  <a:gd name="T8" fmla="*/ 0 w 431"/>
                  <a:gd name="T9" fmla="*/ 0 h 343"/>
                  <a:gd name="T10" fmla="*/ 0 60000 65536"/>
                  <a:gd name="T11" fmla="*/ 0 60000 65536"/>
                  <a:gd name="T12" fmla="*/ 0 60000 65536"/>
                  <a:gd name="T13" fmla="*/ 0 60000 65536"/>
                  <a:gd name="T14" fmla="*/ 0 60000 65536"/>
                  <a:gd name="T15" fmla="*/ 0 w 431"/>
                  <a:gd name="T16" fmla="*/ 0 h 343"/>
                  <a:gd name="T17" fmla="*/ 431 w 431"/>
                  <a:gd name="T18" fmla="*/ 343 h 343"/>
                </a:gdLst>
                <a:ahLst/>
                <a:cxnLst>
                  <a:cxn ang="T10">
                    <a:pos x="T0" y="T1"/>
                  </a:cxn>
                  <a:cxn ang="T11">
                    <a:pos x="T2" y="T3"/>
                  </a:cxn>
                  <a:cxn ang="T12">
                    <a:pos x="T4" y="T5"/>
                  </a:cxn>
                  <a:cxn ang="T13">
                    <a:pos x="T6" y="T7"/>
                  </a:cxn>
                  <a:cxn ang="T14">
                    <a:pos x="T8" y="T9"/>
                  </a:cxn>
                </a:cxnLst>
                <a:rect l="T15" t="T16" r="T17" b="T18"/>
                <a:pathLst>
                  <a:path w="431" h="343">
                    <a:moveTo>
                      <a:pt x="431" y="186"/>
                    </a:moveTo>
                    <a:lnTo>
                      <a:pt x="79" y="343"/>
                    </a:lnTo>
                    <a:lnTo>
                      <a:pt x="0" y="157"/>
                    </a:lnTo>
                    <a:lnTo>
                      <a:pt x="352" y="0"/>
                    </a:lnTo>
                    <a:lnTo>
                      <a:pt x="431" y="1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7" name="Freeform 70">
                <a:extLst>
                  <a:ext uri="{FF2B5EF4-FFF2-40B4-BE49-F238E27FC236}">
                    <a16:creationId xmlns:a16="http://schemas.microsoft.com/office/drawing/2014/main" id="{5A56574C-5D80-4BAA-BE04-28DE24C67611}"/>
                  </a:ext>
                </a:extLst>
              </p:cNvPr>
              <p:cNvSpPr>
                <a:spLocks/>
              </p:cNvSpPr>
              <p:nvPr/>
            </p:nvSpPr>
            <p:spPr bwMode="auto">
              <a:xfrm>
                <a:off x="1186" y="3112"/>
                <a:ext cx="16" cy="15"/>
              </a:xfrm>
              <a:custGeom>
                <a:avLst/>
                <a:gdLst>
                  <a:gd name="T0" fmla="*/ 0 w 347"/>
                  <a:gd name="T1" fmla="*/ 0 h 257"/>
                  <a:gd name="T2" fmla="*/ 0 w 347"/>
                  <a:gd name="T3" fmla="*/ 0 h 257"/>
                  <a:gd name="T4" fmla="*/ 0 w 347"/>
                  <a:gd name="T5" fmla="*/ 0 h 257"/>
                  <a:gd name="T6" fmla="*/ 0 w 347"/>
                  <a:gd name="T7" fmla="*/ 0 h 257"/>
                  <a:gd name="T8" fmla="*/ 0 w 347"/>
                  <a:gd name="T9" fmla="*/ 0 h 257"/>
                  <a:gd name="T10" fmla="*/ 0 60000 65536"/>
                  <a:gd name="T11" fmla="*/ 0 60000 65536"/>
                  <a:gd name="T12" fmla="*/ 0 60000 65536"/>
                  <a:gd name="T13" fmla="*/ 0 60000 65536"/>
                  <a:gd name="T14" fmla="*/ 0 60000 65536"/>
                  <a:gd name="T15" fmla="*/ 0 w 347"/>
                  <a:gd name="T16" fmla="*/ 0 h 257"/>
                  <a:gd name="T17" fmla="*/ 347 w 347"/>
                  <a:gd name="T18" fmla="*/ 257 h 257"/>
                </a:gdLst>
                <a:ahLst/>
                <a:cxnLst>
                  <a:cxn ang="T10">
                    <a:pos x="T0" y="T1"/>
                  </a:cxn>
                  <a:cxn ang="T11">
                    <a:pos x="T2" y="T3"/>
                  </a:cxn>
                  <a:cxn ang="T12">
                    <a:pos x="T4" y="T5"/>
                  </a:cxn>
                  <a:cxn ang="T13">
                    <a:pos x="T6" y="T7"/>
                  </a:cxn>
                  <a:cxn ang="T14">
                    <a:pos x="T8" y="T9"/>
                  </a:cxn>
                </a:cxnLst>
                <a:rect l="T15" t="T16" r="T17" b="T18"/>
                <a:pathLst>
                  <a:path w="347" h="257">
                    <a:moveTo>
                      <a:pt x="347" y="126"/>
                    </a:moveTo>
                    <a:lnTo>
                      <a:pt x="53" y="257"/>
                    </a:lnTo>
                    <a:lnTo>
                      <a:pt x="0" y="132"/>
                    </a:lnTo>
                    <a:lnTo>
                      <a:pt x="294" y="0"/>
                    </a:lnTo>
                    <a:lnTo>
                      <a:pt x="347" y="126"/>
                    </a:lnTo>
                    <a:close/>
                  </a:path>
                </a:pathLst>
              </a:custGeom>
              <a:solidFill>
                <a:srgbClr val="BA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8" name="Freeform 71">
                <a:extLst>
                  <a:ext uri="{FF2B5EF4-FFF2-40B4-BE49-F238E27FC236}">
                    <a16:creationId xmlns:a16="http://schemas.microsoft.com/office/drawing/2014/main" id="{60898850-76EC-4CEE-946A-0F3690965A9B}"/>
                  </a:ext>
                </a:extLst>
              </p:cNvPr>
              <p:cNvSpPr>
                <a:spLocks/>
              </p:cNvSpPr>
              <p:nvPr/>
            </p:nvSpPr>
            <p:spPr bwMode="auto">
              <a:xfrm>
                <a:off x="1191" y="3110"/>
                <a:ext cx="10" cy="13"/>
              </a:xfrm>
              <a:custGeom>
                <a:avLst/>
                <a:gdLst>
                  <a:gd name="T0" fmla="*/ 0 w 238"/>
                  <a:gd name="T1" fmla="*/ 0 h 234"/>
                  <a:gd name="T2" fmla="*/ 0 w 238"/>
                  <a:gd name="T3" fmla="*/ 0 h 234"/>
                  <a:gd name="T4" fmla="*/ 0 w 238"/>
                  <a:gd name="T5" fmla="*/ 0 h 234"/>
                  <a:gd name="T6" fmla="*/ 0 w 238"/>
                  <a:gd name="T7" fmla="*/ 0 h 234"/>
                  <a:gd name="T8" fmla="*/ 0 w 238"/>
                  <a:gd name="T9" fmla="*/ 0 h 234"/>
                  <a:gd name="T10" fmla="*/ 0 w 238"/>
                  <a:gd name="T11" fmla="*/ 0 h 234"/>
                  <a:gd name="T12" fmla="*/ 0 w 238"/>
                  <a:gd name="T13" fmla="*/ 0 h 234"/>
                  <a:gd name="T14" fmla="*/ 0 w 238"/>
                  <a:gd name="T15" fmla="*/ 0 h 234"/>
                  <a:gd name="T16" fmla="*/ 0 w 238"/>
                  <a:gd name="T17" fmla="*/ 0 h 234"/>
                  <a:gd name="T18" fmla="*/ 0 w 238"/>
                  <a:gd name="T19" fmla="*/ 0 h 234"/>
                  <a:gd name="T20" fmla="*/ 0 w 238"/>
                  <a:gd name="T21" fmla="*/ 0 h 234"/>
                  <a:gd name="T22" fmla="*/ 0 w 238"/>
                  <a:gd name="T23" fmla="*/ 0 h 234"/>
                  <a:gd name="T24" fmla="*/ 0 w 238"/>
                  <a:gd name="T25" fmla="*/ 0 h 234"/>
                  <a:gd name="T26" fmla="*/ 0 w 238"/>
                  <a:gd name="T27" fmla="*/ 0 h 234"/>
                  <a:gd name="T28" fmla="*/ 0 w 238"/>
                  <a:gd name="T29" fmla="*/ 0 h 234"/>
                  <a:gd name="T30" fmla="*/ 0 w 238"/>
                  <a:gd name="T31" fmla="*/ 0 h 234"/>
                  <a:gd name="T32" fmla="*/ 0 w 238"/>
                  <a:gd name="T33" fmla="*/ 0 h 234"/>
                  <a:gd name="T34" fmla="*/ 0 w 238"/>
                  <a:gd name="T35" fmla="*/ 0 h 234"/>
                  <a:gd name="T36" fmla="*/ 0 w 238"/>
                  <a:gd name="T37" fmla="*/ 0 h 234"/>
                  <a:gd name="T38" fmla="*/ 0 w 238"/>
                  <a:gd name="T39" fmla="*/ 0 h 234"/>
                  <a:gd name="T40" fmla="*/ 0 w 238"/>
                  <a:gd name="T41" fmla="*/ 0 h 2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234"/>
                  <a:gd name="T65" fmla="*/ 238 w 238"/>
                  <a:gd name="T66" fmla="*/ 234 h 2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234">
                    <a:moveTo>
                      <a:pt x="5" y="73"/>
                    </a:moveTo>
                    <a:lnTo>
                      <a:pt x="167" y="0"/>
                    </a:lnTo>
                    <a:lnTo>
                      <a:pt x="171" y="0"/>
                    </a:lnTo>
                    <a:lnTo>
                      <a:pt x="175" y="2"/>
                    </a:lnTo>
                    <a:lnTo>
                      <a:pt x="180" y="6"/>
                    </a:lnTo>
                    <a:lnTo>
                      <a:pt x="183" y="13"/>
                    </a:lnTo>
                    <a:lnTo>
                      <a:pt x="236" y="141"/>
                    </a:lnTo>
                    <a:lnTo>
                      <a:pt x="238" y="147"/>
                    </a:lnTo>
                    <a:lnTo>
                      <a:pt x="238" y="154"/>
                    </a:lnTo>
                    <a:lnTo>
                      <a:pt x="237" y="159"/>
                    </a:lnTo>
                    <a:lnTo>
                      <a:pt x="234" y="162"/>
                    </a:lnTo>
                    <a:lnTo>
                      <a:pt x="73" y="234"/>
                    </a:lnTo>
                    <a:lnTo>
                      <a:pt x="69" y="234"/>
                    </a:lnTo>
                    <a:lnTo>
                      <a:pt x="64" y="232"/>
                    </a:lnTo>
                    <a:lnTo>
                      <a:pt x="60" y="228"/>
                    </a:lnTo>
                    <a:lnTo>
                      <a:pt x="56" y="221"/>
                    </a:lnTo>
                    <a:lnTo>
                      <a:pt x="2" y="94"/>
                    </a:lnTo>
                    <a:lnTo>
                      <a:pt x="0" y="86"/>
                    </a:lnTo>
                    <a:lnTo>
                      <a:pt x="0" y="80"/>
                    </a:lnTo>
                    <a:lnTo>
                      <a:pt x="1" y="76"/>
                    </a:lnTo>
                    <a:lnTo>
                      <a:pt x="5" y="73"/>
                    </a:lnTo>
                    <a:close/>
                  </a:path>
                </a:pathLst>
              </a:custGeom>
              <a:solidFill>
                <a:srgbClr val="E0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69" name="Freeform 72">
                <a:extLst>
                  <a:ext uri="{FF2B5EF4-FFF2-40B4-BE49-F238E27FC236}">
                    <a16:creationId xmlns:a16="http://schemas.microsoft.com/office/drawing/2014/main" id="{F27ABEC3-A968-459C-87B1-F9818745136E}"/>
                  </a:ext>
                </a:extLst>
              </p:cNvPr>
              <p:cNvSpPr>
                <a:spLocks/>
              </p:cNvSpPr>
              <p:nvPr/>
            </p:nvSpPr>
            <p:spPr bwMode="auto">
              <a:xfrm>
                <a:off x="1191" y="3111"/>
                <a:ext cx="10" cy="11"/>
              </a:xfrm>
              <a:custGeom>
                <a:avLst/>
                <a:gdLst>
                  <a:gd name="T0" fmla="*/ 0 w 204"/>
                  <a:gd name="T1" fmla="*/ 0 h 199"/>
                  <a:gd name="T2" fmla="*/ 0 w 204"/>
                  <a:gd name="T3" fmla="*/ 0 h 199"/>
                  <a:gd name="T4" fmla="*/ 0 w 204"/>
                  <a:gd name="T5" fmla="*/ 0 h 199"/>
                  <a:gd name="T6" fmla="*/ 0 w 204"/>
                  <a:gd name="T7" fmla="*/ 0 h 199"/>
                  <a:gd name="T8" fmla="*/ 0 w 204"/>
                  <a:gd name="T9" fmla="*/ 0 h 199"/>
                  <a:gd name="T10" fmla="*/ 0 w 204"/>
                  <a:gd name="T11" fmla="*/ 0 h 199"/>
                  <a:gd name="T12" fmla="*/ 0 w 204"/>
                  <a:gd name="T13" fmla="*/ 0 h 199"/>
                  <a:gd name="T14" fmla="*/ 0 w 204"/>
                  <a:gd name="T15" fmla="*/ 0 h 199"/>
                  <a:gd name="T16" fmla="*/ 0 w 204"/>
                  <a:gd name="T17" fmla="*/ 0 h 199"/>
                  <a:gd name="T18" fmla="*/ 0 w 204"/>
                  <a:gd name="T19" fmla="*/ 0 h 199"/>
                  <a:gd name="T20" fmla="*/ 0 w 204"/>
                  <a:gd name="T21" fmla="*/ 0 h 199"/>
                  <a:gd name="T22" fmla="*/ 0 w 204"/>
                  <a:gd name="T23" fmla="*/ 0 h 199"/>
                  <a:gd name="T24" fmla="*/ 0 w 204"/>
                  <a:gd name="T25" fmla="*/ 0 h 199"/>
                  <a:gd name="T26" fmla="*/ 0 w 204"/>
                  <a:gd name="T27" fmla="*/ 0 h 199"/>
                  <a:gd name="T28" fmla="*/ 0 w 204"/>
                  <a:gd name="T29" fmla="*/ 0 h 199"/>
                  <a:gd name="T30" fmla="*/ 0 w 204"/>
                  <a:gd name="T31" fmla="*/ 0 h 199"/>
                  <a:gd name="T32" fmla="*/ 0 w 204"/>
                  <a:gd name="T33" fmla="*/ 0 h 199"/>
                  <a:gd name="T34" fmla="*/ 0 w 204"/>
                  <a:gd name="T35" fmla="*/ 0 h 199"/>
                  <a:gd name="T36" fmla="*/ 0 w 204"/>
                  <a:gd name="T37" fmla="*/ 0 h 199"/>
                  <a:gd name="T38" fmla="*/ 0 w 204"/>
                  <a:gd name="T39" fmla="*/ 0 h 199"/>
                  <a:gd name="T40" fmla="*/ 0 w 204"/>
                  <a:gd name="T41" fmla="*/ 0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4"/>
                  <a:gd name="T64" fmla="*/ 0 h 199"/>
                  <a:gd name="T65" fmla="*/ 204 w 20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4" h="199">
                    <a:moveTo>
                      <a:pt x="4" y="62"/>
                    </a:moveTo>
                    <a:lnTo>
                      <a:pt x="142" y="0"/>
                    </a:lnTo>
                    <a:lnTo>
                      <a:pt x="146" y="0"/>
                    </a:lnTo>
                    <a:lnTo>
                      <a:pt x="150" y="2"/>
                    </a:lnTo>
                    <a:lnTo>
                      <a:pt x="153" y="5"/>
                    </a:lnTo>
                    <a:lnTo>
                      <a:pt x="156" y="10"/>
                    </a:lnTo>
                    <a:lnTo>
                      <a:pt x="202" y="120"/>
                    </a:lnTo>
                    <a:lnTo>
                      <a:pt x="204" y="125"/>
                    </a:lnTo>
                    <a:lnTo>
                      <a:pt x="204" y="130"/>
                    </a:lnTo>
                    <a:lnTo>
                      <a:pt x="202" y="135"/>
                    </a:lnTo>
                    <a:lnTo>
                      <a:pt x="200" y="138"/>
                    </a:lnTo>
                    <a:lnTo>
                      <a:pt x="62" y="199"/>
                    </a:lnTo>
                    <a:lnTo>
                      <a:pt x="58" y="199"/>
                    </a:lnTo>
                    <a:lnTo>
                      <a:pt x="54" y="198"/>
                    </a:lnTo>
                    <a:lnTo>
                      <a:pt x="51" y="194"/>
                    </a:lnTo>
                    <a:lnTo>
                      <a:pt x="48" y="188"/>
                    </a:lnTo>
                    <a:lnTo>
                      <a:pt x="2" y="80"/>
                    </a:lnTo>
                    <a:lnTo>
                      <a:pt x="0" y="74"/>
                    </a:lnTo>
                    <a:lnTo>
                      <a:pt x="0" y="68"/>
                    </a:lnTo>
                    <a:lnTo>
                      <a:pt x="2" y="64"/>
                    </a:lnTo>
                    <a:lnTo>
                      <a:pt x="4" y="62"/>
                    </a:lnTo>
                    <a:close/>
                  </a:path>
                </a:pathLst>
              </a:custGeom>
              <a:solidFill>
                <a:srgbClr val="91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0" name="Freeform 73">
                <a:extLst>
                  <a:ext uri="{FF2B5EF4-FFF2-40B4-BE49-F238E27FC236}">
                    <a16:creationId xmlns:a16="http://schemas.microsoft.com/office/drawing/2014/main" id="{99B07BB0-F058-4066-B274-0839E411A082}"/>
                  </a:ext>
                </a:extLst>
              </p:cNvPr>
              <p:cNvSpPr>
                <a:spLocks/>
              </p:cNvSpPr>
              <p:nvPr/>
            </p:nvSpPr>
            <p:spPr bwMode="auto">
              <a:xfrm>
                <a:off x="1194" y="3113"/>
                <a:ext cx="6" cy="8"/>
              </a:xfrm>
              <a:custGeom>
                <a:avLst/>
                <a:gdLst>
                  <a:gd name="T0" fmla="*/ 0 w 118"/>
                  <a:gd name="T1" fmla="*/ 0 h 154"/>
                  <a:gd name="T2" fmla="*/ 0 w 118"/>
                  <a:gd name="T3" fmla="*/ 0 h 154"/>
                  <a:gd name="T4" fmla="*/ 0 w 118"/>
                  <a:gd name="T5" fmla="*/ 0 h 154"/>
                  <a:gd name="T6" fmla="*/ 0 w 118"/>
                  <a:gd name="T7" fmla="*/ 0 h 154"/>
                  <a:gd name="T8" fmla="*/ 0 w 118"/>
                  <a:gd name="T9" fmla="*/ 0 h 154"/>
                  <a:gd name="T10" fmla="*/ 0 w 118"/>
                  <a:gd name="T11" fmla="*/ 0 h 154"/>
                  <a:gd name="T12" fmla="*/ 0 w 118"/>
                  <a:gd name="T13" fmla="*/ 0 h 154"/>
                  <a:gd name="T14" fmla="*/ 0 w 118"/>
                  <a:gd name="T15" fmla="*/ 0 h 154"/>
                  <a:gd name="T16" fmla="*/ 0 w 118"/>
                  <a:gd name="T17" fmla="*/ 0 h 154"/>
                  <a:gd name="T18" fmla="*/ 0 w 118"/>
                  <a:gd name="T19" fmla="*/ 0 h 154"/>
                  <a:gd name="T20" fmla="*/ 0 w 118"/>
                  <a:gd name="T21" fmla="*/ 0 h 154"/>
                  <a:gd name="T22" fmla="*/ 0 w 118"/>
                  <a:gd name="T23" fmla="*/ 0 h 154"/>
                  <a:gd name="T24" fmla="*/ 0 w 118"/>
                  <a:gd name="T25" fmla="*/ 0 h 154"/>
                  <a:gd name="T26" fmla="*/ 0 w 118"/>
                  <a:gd name="T27" fmla="*/ 0 h 154"/>
                  <a:gd name="T28" fmla="*/ 0 w 118"/>
                  <a:gd name="T29" fmla="*/ 0 h 154"/>
                  <a:gd name="T30" fmla="*/ 0 w 118"/>
                  <a:gd name="T31" fmla="*/ 0 h 154"/>
                  <a:gd name="T32" fmla="*/ 0 w 118"/>
                  <a:gd name="T33" fmla="*/ 0 h 154"/>
                  <a:gd name="T34" fmla="*/ 0 w 118"/>
                  <a:gd name="T35" fmla="*/ 0 h 154"/>
                  <a:gd name="T36" fmla="*/ 0 w 118"/>
                  <a:gd name="T37" fmla="*/ 0 h 154"/>
                  <a:gd name="T38" fmla="*/ 0 w 118"/>
                  <a:gd name="T39" fmla="*/ 0 h 154"/>
                  <a:gd name="T40" fmla="*/ 0 w 118"/>
                  <a:gd name="T41" fmla="*/ 0 h 154"/>
                  <a:gd name="T42" fmla="*/ 0 w 118"/>
                  <a:gd name="T43" fmla="*/ 0 h 154"/>
                  <a:gd name="T44" fmla="*/ 0 w 118"/>
                  <a:gd name="T45" fmla="*/ 0 h 1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
                  <a:gd name="T70" fmla="*/ 0 h 154"/>
                  <a:gd name="T71" fmla="*/ 118 w 118"/>
                  <a:gd name="T72" fmla="*/ 154 h 15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 h="154">
                    <a:moveTo>
                      <a:pt x="88" y="6"/>
                    </a:moveTo>
                    <a:lnTo>
                      <a:pt x="116" y="77"/>
                    </a:lnTo>
                    <a:lnTo>
                      <a:pt x="118" y="85"/>
                    </a:lnTo>
                    <a:lnTo>
                      <a:pt x="118" y="95"/>
                    </a:lnTo>
                    <a:lnTo>
                      <a:pt x="116" y="103"/>
                    </a:lnTo>
                    <a:lnTo>
                      <a:pt x="112" y="108"/>
                    </a:lnTo>
                    <a:lnTo>
                      <a:pt x="14" y="152"/>
                    </a:lnTo>
                    <a:lnTo>
                      <a:pt x="6" y="154"/>
                    </a:lnTo>
                    <a:lnTo>
                      <a:pt x="2" y="150"/>
                    </a:lnTo>
                    <a:lnTo>
                      <a:pt x="0" y="140"/>
                    </a:lnTo>
                    <a:lnTo>
                      <a:pt x="1" y="127"/>
                    </a:lnTo>
                    <a:lnTo>
                      <a:pt x="4" y="112"/>
                    </a:lnTo>
                    <a:lnTo>
                      <a:pt x="9" y="95"/>
                    </a:lnTo>
                    <a:lnTo>
                      <a:pt x="14" y="77"/>
                    </a:lnTo>
                    <a:lnTo>
                      <a:pt x="21" y="61"/>
                    </a:lnTo>
                    <a:lnTo>
                      <a:pt x="29" y="46"/>
                    </a:lnTo>
                    <a:lnTo>
                      <a:pt x="38" y="33"/>
                    </a:lnTo>
                    <a:lnTo>
                      <a:pt x="48" y="21"/>
                    </a:lnTo>
                    <a:lnTo>
                      <a:pt x="58" y="12"/>
                    </a:lnTo>
                    <a:lnTo>
                      <a:pt x="67" y="4"/>
                    </a:lnTo>
                    <a:lnTo>
                      <a:pt x="76" y="0"/>
                    </a:lnTo>
                    <a:lnTo>
                      <a:pt x="83" y="1"/>
                    </a:lnTo>
                    <a:lnTo>
                      <a:pt x="88" y="6"/>
                    </a:lnTo>
                    <a:close/>
                  </a:path>
                </a:pathLst>
              </a:custGeom>
              <a:solidFill>
                <a:srgbClr val="D1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1" name="Freeform 74">
                <a:extLst>
                  <a:ext uri="{FF2B5EF4-FFF2-40B4-BE49-F238E27FC236}">
                    <a16:creationId xmlns:a16="http://schemas.microsoft.com/office/drawing/2014/main" id="{86582B78-CA01-40AE-A5DB-423D7941AB63}"/>
                  </a:ext>
                </a:extLst>
              </p:cNvPr>
              <p:cNvSpPr>
                <a:spLocks/>
              </p:cNvSpPr>
              <p:nvPr/>
            </p:nvSpPr>
            <p:spPr bwMode="auto">
              <a:xfrm>
                <a:off x="1207" y="3099"/>
                <a:ext cx="13" cy="16"/>
              </a:xfrm>
              <a:custGeom>
                <a:avLst/>
                <a:gdLst>
                  <a:gd name="T0" fmla="*/ 0 w 287"/>
                  <a:gd name="T1" fmla="*/ 0 h 280"/>
                  <a:gd name="T2" fmla="*/ 0 w 287"/>
                  <a:gd name="T3" fmla="*/ 0 h 280"/>
                  <a:gd name="T4" fmla="*/ 0 w 287"/>
                  <a:gd name="T5" fmla="*/ 0 h 280"/>
                  <a:gd name="T6" fmla="*/ 0 w 287"/>
                  <a:gd name="T7" fmla="*/ 0 h 280"/>
                  <a:gd name="T8" fmla="*/ 0 w 287"/>
                  <a:gd name="T9" fmla="*/ 0 h 280"/>
                  <a:gd name="T10" fmla="*/ 0 60000 65536"/>
                  <a:gd name="T11" fmla="*/ 0 60000 65536"/>
                  <a:gd name="T12" fmla="*/ 0 60000 65536"/>
                  <a:gd name="T13" fmla="*/ 0 60000 65536"/>
                  <a:gd name="T14" fmla="*/ 0 60000 65536"/>
                  <a:gd name="T15" fmla="*/ 0 w 287"/>
                  <a:gd name="T16" fmla="*/ 0 h 280"/>
                  <a:gd name="T17" fmla="*/ 287 w 287"/>
                  <a:gd name="T18" fmla="*/ 280 h 280"/>
                </a:gdLst>
                <a:ahLst/>
                <a:cxnLst>
                  <a:cxn ang="T10">
                    <a:pos x="T0" y="T1"/>
                  </a:cxn>
                  <a:cxn ang="T11">
                    <a:pos x="T2" y="T3"/>
                  </a:cxn>
                  <a:cxn ang="T12">
                    <a:pos x="T4" y="T5"/>
                  </a:cxn>
                  <a:cxn ang="T13">
                    <a:pos x="T6" y="T7"/>
                  </a:cxn>
                  <a:cxn ang="T14">
                    <a:pos x="T8" y="T9"/>
                  </a:cxn>
                </a:cxnLst>
                <a:rect l="T15" t="T16" r="T17" b="T18"/>
                <a:pathLst>
                  <a:path w="287" h="280">
                    <a:moveTo>
                      <a:pt x="287" y="186"/>
                    </a:moveTo>
                    <a:lnTo>
                      <a:pt x="78" y="280"/>
                    </a:lnTo>
                    <a:lnTo>
                      <a:pt x="0" y="93"/>
                    </a:lnTo>
                    <a:lnTo>
                      <a:pt x="210" y="0"/>
                    </a:lnTo>
                    <a:lnTo>
                      <a:pt x="287" y="1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2" name="Freeform 75">
                <a:extLst>
                  <a:ext uri="{FF2B5EF4-FFF2-40B4-BE49-F238E27FC236}">
                    <a16:creationId xmlns:a16="http://schemas.microsoft.com/office/drawing/2014/main" id="{E24B3ADE-9AC9-4417-9C60-70A7676B9CE6}"/>
                  </a:ext>
                </a:extLst>
              </p:cNvPr>
              <p:cNvSpPr>
                <a:spLocks/>
              </p:cNvSpPr>
              <p:nvPr/>
            </p:nvSpPr>
            <p:spPr bwMode="auto">
              <a:xfrm>
                <a:off x="1209" y="3102"/>
                <a:ext cx="11" cy="12"/>
              </a:xfrm>
              <a:custGeom>
                <a:avLst/>
                <a:gdLst>
                  <a:gd name="T0" fmla="*/ 0 w 227"/>
                  <a:gd name="T1" fmla="*/ 0 h 203"/>
                  <a:gd name="T2" fmla="*/ 0 w 227"/>
                  <a:gd name="T3" fmla="*/ 0 h 203"/>
                  <a:gd name="T4" fmla="*/ 0 w 227"/>
                  <a:gd name="T5" fmla="*/ 0 h 203"/>
                  <a:gd name="T6" fmla="*/ 0 w 227"/>
                  <a:gd name="T7" fmla="*/ 0 h 203"/>
                  <a:gd name="T8" fmla="*/ 0 w 227"/>
                  <a:gd name="T9" fmla="*/ 0 h 203"/>
                  <a:gd name="T10" fmla="*/ 0 60000 65536"/>
                  <a:gd name="T11" fmla="*/ 0 60000 65536"/>
                  <a:gd name="T12" fmla="*/ 0 60000 65536"/>
                  <a:gd name="T13" fmla="*/ 0 60000 65536"/>
                  <a:gd name="T14" fmla="*/ 0 60000 65536"/>
                  <a:gd name="T15" fmla="*/ 0 w 227"/>
                  <a:gd name="T16" fmla="*/ 0 h 203"/>
                  <a:gd name="T17" fmla="*/ 227 w 227"/>
                  <a:gd name="T18" fmla="*/ 203 h 203"/>
                </a:gdLst>
                <a:ahLst/>
                <a:cxnLst>
                  <a:cxn ang="T10">
                    <a:pos x="T0" y="T1"/>
                  </a:cxn>
                  <a:cxn ang="T11">
                    <a:pos x="T2" y="T3"/>
                  </a:cxn>
                  <a:cxn ang="T12">
                    <a:pos x="T4" y="T5"/>
                  </a:cxn>
                  <a:cxn ang="T13">
                    <a:pos x="T6" y="T7"/>
                  </a:cxn>
                  <a:cxn ang="T14">
                    <a:pos x="T8" y="T9"/>
                  </a:cxn>
                </a:cxnLst>
                <a:rect l="T15" t="T16" r="T17" b="T18"/>
                <a:pathLst>
                  <a:path w="227" h="203">
                    <a:moveTo>
                      <a:pt x="227" y="125"/>
                    </a:moveTo>
                    <a:lnTo>
                      <a:pt x="53" y="203"/>
                    </a:lnTo>
                    <a:lnTo>
                      <a:pt x="0" y="78"/>
                    </a:lnTo>
                    <a:lnTo>
                      <a:pt x="175" y="0"/>
                    </a:lnTo>
                    <a:lnTo>
                      <a:pt x="227" y="125"/>
                    </a:lnTo>
                    <a:close/>
                  </a:path>
                </a:pathLst>
              </a:custGeom>
              <a:solidFill>
                <a:srgbClr val="BA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3" name="Freeform 76">
                <a:extLst>
                  <a:ext uri="{FF2B5EF4-FFF2-40B4-BE49-F238E27FC236}">
                    <a16:creationId xmlns:a16="http://schemas.microsoft.com/office/drawing/2014/main" id="{6B3FD4F3-CBFD-4701-AE3A-20AFA760599F}"/>
                  </a:ext>
                </a:extLst>
              </p:cNvPr>
              <p:cNvSpPr>
                <a:spLocks/>
              </p:cNvSpPr>
              <p:nvPr/>
            </p:nvSpPr>
            <p:spPr bwMode="auto">
              <a:xfrm>
                <a:off x="1209" y="3100"/>
                <a:ext cx="10" cy="13"/>
              </a:xfrm>
              <a:custGeom>
                <a:avLst/>
                <a:gdLst>
                  <a:gd name="T0" fmla="*/ 0 w 238"/>
                  <a:gd name="T1" fmla="*/ 0 h 234"/>
                  <a:gd name="T2" fmla="*/ 0 w 238"/>
                  <a:gd name="T3" fmla="*/ 0 h 234"/>
                  <a:gd name="T4" fmla="*/ 0 w 238"/>
                  <a:gd name="T5" fmla="*/ 0 h 234"/>
                  <a:gd name="T6" fmla="*/ 0 w 238"/>
                  <a:gd name="T7" fmla="*/ 0 h 234"/>
                  <a:gd name="T8" fmla="*/ 0 w 238"/>
                  <a:gd name="T9" fmla="*/ 0 h 234"/>
                  <a:gd name="T10" fmla="*/ 0 w 238"/>
                  <a:gd name="T11" fmla="*/ 0 h 234"/>
                  <a:gd name="T12" fmla="*/ 0 w 238"/>
                  <a:gd name="T13" fmla="*/ 0 h 234"/>
                  <a:gd name="T14" fmla="*/ 0 w 238"/>
                  <a:gd name="T15" fmla="*/ 0 h 234"/>
                  <a:gd name="T16" fmla="*/ 0 w 238"/>
                  <a:gd name="T17" fmla="*/ 0 h 234"/>
                  <a:gd name="T18" fmla="*/ 0 w 238"/>
                  <a:gd name="T19" fmla="*/ 0 h 234"/>
                  <a:gd name="T20" fmla="*/ 0 w 238"/>
                  <a:gd name="T21" fmla="*/ 0 h 234"/>
                  <a:gd name="T22" fmla="*/ 0 w 238"/>
                  <a:gd name="T23" fmla="*/ 0 h 234"/>
                  <a:gd name="T24" fmla="*/ 0 w 238"/>
                  <a:gd name="T25" fmla="*/ 0 h 234"/>
                  <a:gd name="T26" fmla="*/ 0 w 238"/>
                  <a:gd name="T27" fmla="*/ 0 h 234"/>
                  <a:gd name="T28" fmla="*/ 0 w 238"/>
                  <a:gd name="T29" fmla="*/ 0 h 234"/>
                  <a:gd name="T30" fmla="*/ 0 w 238"/>
                  <a:gd name="T31" fmla="*/ 0 h 234"/>
                  <a:gd name="T32" fmla="*/ 0 w 238"/>
                  <a:gd name="T33" fmla="*/ 0 h 234"/>
                  <a:gd name="T34" fmla="*/ 0 w 238"/>
                  <a:gd name="T35" fmla="*/ 0 h 234"/>
                  <a:gd name="T36" fmla="*/ 0 w 238"/>
                  <a:gd name="T37" fmla="*/ 0 h 234"/>
                  <a:gd name="T38" fmla="*/ 0 w 238"/>
                  <a:gd name="T39" fmla="*/ 0 h 234"/>
                  <a:gd name="T40" fmla="*/ 0 w 238"/>
                  <a:gd name="T41" fmla="*/ 0 h 2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234"/>
                  <a:gd name="T65" fmla="*/ 238 w 238"/>
                  <a:gd name="T66" fmla="*/ 234 h 2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234">
                    <a:moveTo>
                      <a:pt x="4" y="72"/>
                    </a:moveTo>
                    <a:lnTo>
                      <a:pt x="167" y="0"/>
                    </a:lnTo>
                    <a:lnTo>
                      <a:pt x="171" y="0"/>
                    </a:lnTo>
                    <a:lnTo>
                      <a:pt x="175" y="2"/>
                    </a:lnTo>
                    <a:lnTo>
                      <a:pt x="180" y="6"/>
                    </a:lnTo>
                    <a:lnTo>
                      <a:pt x="183" y="12"/>
                    </a:lnTo>
                    <a:lnTo>
                      <a:pt x="236" y="141"/>
                    </a:lnTo>
                    <a:lnTo>
                      <a:pt x="238" y="147"/>
                    </a:lnTo>
                    <a:lnTo>
                      <a:pt x="238" y="154"/>
                    </a:lnTo>
                    <a:lnTo>
                      <a:pt x="237" y="159"/>
                    </a:lnTo>
                    <a:lnTo>
                      <a:pt x="234" y="162"/>
                    </a:lnTo>
                    <a:lnTo>
                      <a:pt x="73" y="234"/>
                    </a:lnTo>
                    <a:lnTo>
                      <a:pt x="69" y="234"/>
                    </a:lnTo>
                    <a:lnTo>
                      <a:pt x="63" y="232"/>
                    </a:lnTo>
                    <a:lnTo>
                      <a:pt x="59" y="227"/>
                    </a:lnTo>
                    <a:lnTo>
                      <a:pt x="55" y="221"/>
                    </a:lnTo>
                    <a:lnTo>
                      <a:pt x="2" y="94"/>
                    </a:lnTo>
                    <a:lnTo>
                      <a:pt x="0" y="86"/>
                    </a:lnTo>
                    <a:lnTo>
                      <a:pt x="0" y="80"/>
                    </a:lnTo>
                    <a:lnTo>
                      <a:pt x="1" y="76"/>
                    </a:lnTo>
                    <a:lnTo>
                      <a:pt x="4" y="72"/>
                    </a:lnTo>
                    <a:close/>
                  </a:path>
                </a:pathLst>
              </a:custGeom>
              <a:solidFill>
                <a:srgbClr val="E0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4" name="Freeform 77">
                <a:extLst>
                  <a:ext uri="{FF2B5EF4-FFF2-40B4-BE49-F238E27FC236}">
                    <a16:creationId xmlns:a16="http://schemas.microsoft.com/office/drawing/2014/main" id="{DBFCF757-EA97-4467-BCEB-266383D4A844}"/>
                  </a:ext>
                </a:extLst>
              </p:cNvPr>
              <p:cNvSpPr>
                <a:spLocks/>
              </p:cNvSpPr>
              <p:nvPr/>
            </p:nvSpPr>
            <p:spPr bwMode="auto">
              <a:xfrm>
                <a:off x="1209" y="3101"/>
                <a:ext cx="10" cy="11"/>
              </a:xfrm>
              <a:custGeom>
                <a:avLst/>
                <a:gdLst>
                  <a:gd name="T0" fmla="*/ 0 w 204"/>
                  <a:gd name="T1" fmla="*/ 0 h 199"/>
                  <a:gd name="T2" fmla="*/ 0 w 204"/>
                  <a:gd name="T3" fmla="*/ 0 h 199"/>
                  <a:gd name="T4" fmla="*/ 0 w 204"/>
                  <a:gd name="T5" fmla="*/ 0 h 199"/>
                  <a:gd name="T6" fmla="*/ 0 w 204"/>
                  <a:gd name="T7" fmla="*/ 0 h 199"/>
                  <a:gd name="T8" fmla="*/ 0 w 204"/>
                  <a:gd name="T9" fmla="*/ 0 h 199"/>
                  <a:gd name="T10" fmla="*/ 0 w 204"/>
                  <a:gd name="T11" fmla="*/ 0 h 199"/>
                  <a:gd name="T12" fmla="*/ 0 w 204"/>
                  <a:gd name="T13" fmla="*/ 0 h 199"/>
                  <a:gd name="T14" fmla="*/ 0 w 204"/>
                  <a:gd name="T15" fmla="*/ 0 h 199"/>
                  <a:gd name="T16" fmla="*/ 0 w 204"/>
                  <a:gd name="T17" fmla="*/ 0 h 199"/>
                  <a:gd name="T18" fmla="*/ 0 w 204"/>
                  <a:gd name="T19" fmla="*/ 0 h 199"/>
                  <a:gd name="T20" fmla="*/ 0 w 204"/>
                  <a:gd name="T21" fmla="*/ 0 h 199"/>
                  <a:gd name="T22" fmla="*/ 0 w 204"/>
                  <a:gd name="T23" fmla="*/ 0 h 199"/>
                  <a:gd name="T24" fmla="*/ 0 w 204"/>
                  <a:gd name="T25" fmla="*/ 0 h 199"/>
                  <a:gd name="T26" fmla="*/ 0 w 204"/>
                  <a:gd name="T27" fmla="*/ 0 h 199"/>
                  <a:gd name="T28" fmla="*/ 0 w 204"/>
                  <a:gd name="T29" fmla="*/ 0 h 199"/>
                  <a:gd name="T30" fmla="*/ 0 w 204"/>
                  <a:gd name="T31" fmla="*/ 0 h 199"/>
                  <a:gd name="T32" fmla="*/ 0 w 204"/>
                  <a:gd name="T33" fmla="*/ 0 h 199"/>
                  <a:gd name="T34" fmla="*/ 0 w 204"/>
                  <a:gd name="T35" fmla="*/ 0 h 199"/>
                  <a:gd name="T36" fmla="*/ 0 w 204"/>
                  <a:gd name="T37" fmla="*/ 0 h 199"/>
                  <a:gd name="T38" fmla="*/ 0 w 204"/>
                  <a:gd name="T39" fmla="*/ 0 h 199"/>
                  <a:gd name="T40" fmla="*/ 0 w 204"/>
                  <a:gd name="T41" fmla="*/ 0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4"/>
                  <a:gd name="T64" fmla="*/ 0 h 199"/>
                  <a:gd name="T65" fmla="*/ 204 w 20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4" h="199">
                    <a:moveTo>
                      <a:pt x="4" y="62"/>
                    </a:moveTo>
                    <a:lnTo>
                      <a:pt x="141" y="0"/>
                    </a:lnTo>
                    <a:lnTo>
                      <a:pt x="145" y="0"/>
                    </a:lnTo>
                    <a:lnTo>
                      <a:pt x="150" y="2"/>
                    </a:lnTo>
                    <a:lnTo>
                      <a:pt x="153" y="5"/>
                    </a:lnTo>
                    <a:lnTo>
                      <a:pt x="156" y="10"/>
                    </a:lnTo>
                    <a:lnTo>
                      <a:pt x="202" y="120"/>
                    </a:lnTo>
                    <a:lnTo>
                      <a:pt x="204" y="125"/>
                    </a:lnTo>
                    <a:lnTo>
                      <a:pt x="204" y="130"/>
                    </a:lnTo>
                    <a:lnTo>
                      <a:pt x="202" y="135"/>
                    </a:lnTo>
                    <a:lnTo>
                      <a:pt x="200" y="138"/>
                    </a:lnTo>
                    <a:lnTo>
                      <a:pt x="62" y="199"/>
                    </a:lnTo>
                    <a:lnTo>
                      <a:pt x="58" y="199"/>
                    </a:lnTo>
                    <a:lnTo>
                      <a:pt x="54" y="198"/>
                    </a:lnTo>
                    <a:lnTo>
                      <a:pt x="51" y="194"/>
                    </a:lnTo>
                    <a:lnTo>
                      <a:pt x="48" y="188"/>
                    </a:lnTo>
                    <a:lnTo>
                      <a:pt x="2" y="80"/>
                    </a:lnTo>
                    <a:lnTo>
                      <a:pt x="0" y="73"/>
                    </a:lnTo>
                    <a:lnTo>
                      <a:pt x="0" y="68"/>
                    </a:lnTo>
                    <a:lnTo>
                      <a:pt x="2" y="64"/>
                    </a:lnTo>
                    <a:lnTo>
                      <a:pt x="4" y="62"/>
                    </a:lnTo>
                    <a:close/>
                  </a:path>
                </a:pathLst>
              </a:custGeom>
              <a:solidFill>
                <a:srgbClr val="91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5" name="Freeform 78">
                <a:extLst>
                  <a:ext uri="{FF2B5EF4-FFF2-40B4-BE49-F238E27FC236}">
                    <a16:creationId xmlns:a16="http://schemas.microsoft.com/office/drawing/2014/main" id="{96BDD0AB-D046-4632-A1AB-6D2C3F686B66}"/>
                  </a:ext>
                </a:extLst>
              </p:cNvPr>
              <p:cNvSpPr>
                <a:spLocks/>
              </p:cNvSpPr>
              <p:nvPr/>
            </p:nvSpPr>
            <p:spPr bwMode="auto">
              <a:xfrm>
                <a:off x="1212" y="3103"/>
                <a:ext cx="6" cy="8"/>
              </a:xfrm>
              <a:custGeom>
                <a:avLst/>
                <a:gdLst>
                  <a:gd name="T0" fmla="*/ 0 w 119"/>
                  <a:gd name="T1" fmla="*/ 0 h 154"/>
                  <a:gd name="T2" fmla="*/ 0 w 119"/>
                  <a:gd name="T3" fmla="*/ 0 h 154"/>
                  <a:gd name="T4" fmla="*/ 0 w 119"/>
                  <a:gd name="T5" fmla="*/ 0 h 154"/>
                  <a:gd name="T6" fmla="*/ 0 w 119"/>
                  <a:gd name="T7" fmla="*/ 0 h 154"/>
                  <a:gd name="T8" fmla="*/ 0 w 119"/>
                  <a:gd name="T9" fmla="*/ 0 h 154"/>
                  <a:gd name="T10" fmla="*/ 0 w 119"/>
                  <a:gd name="T11" fmla="*/ 0 h 154"/>
                  <a:gd name="T12" fmla="*/ 0 w 119"/>
                  <a:gd name="T13" fmla="*/ 0 h 154"/>
                  <a:gd name="T14" fmla="*/ 0 w 119"/>
                  <a:gd name="T15" fmla="*/ 0 h 154"/>
                  <a:gd name="T16" fmla="*/ 0 w 119"/>
                  <a:gd name="T17" fmla="*/ 0 h 154"/>
                  <a:gd name="T18" fmla="*/ 0 w 119"/>
                  <a:gd name="T19" fmla="*/ 0 h 154"/>
                  <a:gd name="T20" fmla="*/ 0 w 119"/>
                  <a:gd name="T21" fmla="*/ 0 h 154"/>
                  <a:gd name="T22" fmla="*/ 0 w 119"/>
                  <a:gd name="T23" fmla="*/ 0 h 154"/>
                  <a:gd name="T24" fmla="*/ 0 w 119"/>
                  <a:gd name="T25" fmla="*/ 0 h 154"/>
                  <a:gd name="T26" fmla="*/ 0 w 119"/>
                  <a:gd name="T27" fmla="*/ 0 h 154"/>
                  <a:gd name="T28" fmla="*/ 0 w 119"/>
                  <a:gd name="T29" fmla="*/ 0 h 154"/>
                  <a:gd name="T30" fmla="*/ 0 w 119"/>
                  <a:gd name="T31" fmla="*/ 0 h 154"/>
                  <a:gd name="T32" fmla="*/ 0 w 119"/>
                  <a:gd name="T33" fmla="*/ 0 h 154"/>
                  <a:gd name="T34" fmla="*/ 0 w 119"/>
                  <a:gd name="T35" fmla="*/ 0 h 154"/>
                  <a:gd name="T36" fmla="*/ 0 w 119"/>
                  <a:gd name="T37" fmla="*/ 0 h 154"/>
                  <a:gd name="T38" fmla="*/ 0 w 119"/>
                  <a:gd name="T39" fmla="*/ 0 h 154"/>
                  <a:gd name="T40" fmla="*/ 0 w 119"/>
                  <a:gd name="T41" fmla="*/ 0 h 154"/>
                  <a:gd name="T42" fmla="*/ 0 w 119"/>
                  <a:gd name="T43" fmla="*/ 0 h 154"/>
                  <a:gd name="T44" fmla="*/ 0 w 119"/>
                  <a:gd name="T45" fmla="*/ 0 h 1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9"/>
                  <a:gd name="T70" fmla="*/ 0 h 154"/>
                  <a:gd name="T71" fmla="*/ 119 w 119"/>
                  <a:gd name="T72" fmla="*/ 154 h 15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9" h="154">
                    <a:moveTo>
                      <a:pt x="88" y="6"/>
                    </a:moveTo>
                    <a:lnTo>
                      <a:pt x="116" y="78"/>
                    </a:lnTo>
                    <a:lnTo>
                      <a:pt x="118" y="86"/>
                    </a:lnTo>
                    <a:lnTo>
                      <a:pt x="119" y="95"/>
                    </a:lnTo>
                    <a:lnTo>
                      <a:pt x="117" y="103"/>
                    </a:lnTo>
                    <a:lnTo>
                      <a:pt x="112" y="109"/>
                    </a:lnTo>
                    <a:lnTo>
                      <a:pt x="14" y="152"/>
                    </a:lnTo>
                    <a:lnTo>
                      <a:pt x="6" y="154"/>
                    </a:lnTo>
                    <a:lnTo>
                      <a:pt x="2" y="150"/>
                    </a:lnTo>
                    <a:lnTo>
                      <a:pt x="0" y="140"/>
                    </a:lnTo>
                    <a:lnTo>
                      <a:pt x="1" y="128"/>
                    </a:lnTo>
                    <a:lnTo>
                      <a:pt x="4" y="112"/>
                    </a:lnTo>
                    <a:lnTo>
                      <a:pt x="9" y="95"/>
                    </a:lnTo>
                    <a:lnTo>
                      <a:pt x="14" y="78"/>
                    </a:lnTo>
                    <a:lnTo>
                      <a:pt x="21" y="61"/>
                    </a:lnTo>
                    <a:lnTo>
                      <a:pt x="29" y="46"/>
                    </a:lnTo>
                    <a:lnTo>
                      <a:pt x="38" y="33"/>
                    </a:lnTo>
                    <a:lnTo>
                      <a:pt x="48" y="21"/>
                    </a:lnTo>
                    <a:lnTo>
                      <a:pt x="58" y="12"/>
                    </a:lnTo>
                    <a:lnTo>
                      <a:pt x="67" y="4"/>
                    </a:lnTo>
                    <a:lnTo>
                      <a:pt x="76" y="0"/>
                    </a:lnTo>
                    <a:lnTo>
                      <a:pt x="82" y="1"/>
                    </a:lnTo>
                    <a:lnTo>
                      <a:pt x="88" y="6"/>
                    </a:lnTo>
                    <a:close/>
                  </a:path>
                </a:pathLst>
              </a:custGeom>
              <a:solidFill>
                <a:srgbClr val="D1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6" name="Freeform 79">
                <a:extLst>
                  <a:ext uri="{FF2B5EF4-FFF2-40B4-BE49-F238E27FC236}">
                    <a16:creationId xmlns:a16="http://schemas.microsoft.com/office/drawing/2014/main" id="{C11CA74A-5D77-4F61-A900-913E6B4B5B0F}"/>
                  </a:ext>
                </a:extLst>
              </p:cNvPr>
              <p:cNvSpPr>
                <a:spLocks/>
              </p:cNvSpPr>
              <p:nvPr/>
            </p:nvSpPr>
            <p:spPr bwMode="auto">
              <a:xfrm>
                <a:off x="1232" y="3092"/>
                <a:ext cx="4" cy="6"/>
              </a:xfrm>
              <a:custGeom>
                <a:avLst/>
                <a:gdLst>
                  <a:gd name="T0" fmla="*/ 0 w 100"/>
                  <a:gd name="T1" fmla="*/ 0 h 104"/>
                  <a:gd name="T2" fmla="*/ 0 w 100"/>
                  <a:gd name="T3" fmla="*/ 0 h 104"/>
                  <a:gd name="T4" fmla="*/ 0 w 100"/>
                  <a:gd name="T5" fmla="*/ 0 h 104"/>
                  <a:gd name="T6" fmla="*/ 0 w 100"/>
                  <a:gd name="T7" fmla="*/ 0 h 104"/>
                  <a:gd name="T8" fmla="*/ 0 w 100"/>
                  <a:gd name="T9" fmla="*/ 0 h 104"/>
                  <a:gd name="T10" fmla="*/ 0 w 100"/>
                  <a:gd name="T11" fmla="*/ 0 h 104"/>
                  <a:gd name="T12" fmla="*/ 0 w 100"/>
                  <a:gd name="T13" fmla="*/ 0 h 104"/>
                  <a:gd name="T14" fmla="*/ 0 w 100"/>
                  <a:gd name="T15" fmla="*/ 0 h 104"/>
                  <a:gd name="T16" fmla="*/ 0 w 100"/>
                  <a:gd name="T17" fmla="*/ 0 h 104"/>
                  <a:gd name="T18" fmla="*/ 0 w 100"/>
                  <a:gd name="T19" fmla="*/ 0 h 104"/>
                  <a:gd name="T20" fmla="*/ 0 w 100"/>
                  <a:gd name="T21" fmla="*/ 0 h 104"/>
                  <a:gd name="T22" fmla="*/ 0 w 100"/>
                  <a:gd name="T23" fmla="*/ 0 h 104"/>
                  <a:gd name="T24" fmla="*/ 0 w 100"/>
                  <a:gd name="T25" fmla="*/ 0 h 104"/>
                  <a:gd name="T26" fmla="*/ 0 w 100"/>
                  <a:gd name="T27" fmla="*/ 0 h 104"/>
                  <a:gd name="T28" fmla="*/ 0 w 100"/>
                  <a:gd name="T29" fmla="*/ 0 h 104"/>
                  <a:gd name="T30" fmla="*/ 0 w 100"/>
                  <a:gd name="T31" fmla="*/ 0 h 104"/>
                  <a:gd name="T32" fmla="*/ 0 w 100"/>
                  <a:gd name="T33" fmla="*/ 0 h 104"/>
                  <a:gd name="T34" fmla="*/ 0 w 100"/>
                  <a:gd name="T35" fmla="*/ 0 h 104"/>
                  <a:gd name="T36" fmla="*/ 0 w 100"/>
                  <a:gd name="T37" fmla="*/ 0 h 104"/>
                  <a:gd name="T38" fmla="*/ 0 w 100"/>
                  <a:gd name="T39" fmla="*/ 0 h 104"/>
                  <a:gd name="T40" fmla="*/ 0 w 100"/>
                  <a:gd name="T41" fmla="*/ 0 h 104"/>
                  <a:gd name="T42" fmla="*/ 0 w 100"/>
                  <a:gd name="T43" fmla="*/ 0 h 104"/>
                  <a:gd name="T44" fmla="*/ 0 w 100"/>
                  <a:gd name="T45" fmla="*/ 0 h 104"/>
                  <a:gd name="T46" fmla="*/ 0 w 100"/>
                  <a:gd name="T47" fmla="*/ 0 h 104"/>
                  <a:gd name="T48" fmla="*/ 0 w 100"/>
                  <a:gd name="T49" fmla="*/ 0 h 104"/>
                  <a:gd name="T50" fmla="*/ 0 w 100"/>
                  <a:gd name="T51" fmla="*/ 0 h 104"/>
                  <a:gd name="T52" fmla="*/ 0 w 100"/>
                  <a:gd name="T53" fmla="*/ 0 h 104"/>
                  <a:gd name="T54" fmla="*/ 0 w 100"/>
                  <a:gd name="T55" fmla="*/ 0 h 104"/>
                  <a:gd name="T56" fmla="*/ 0 w 100"/>
                  <a:gd name="T57" fmla="*/ 0 h 104"/>
                  <a:gd name="T58" fmla="*/ 0 w 100"/>
                  <a:gd name="T59" fmla="*/ 0 h 104"/>
                  <a:gd name="T60" fmla="*/ 0 w 100"/>
                  <a:gd name="T61" fmla="*/ 0 h 104"/>
                  <a:gd name="T62" fmla="*/ 0 w 100"/>
                  <a:gd name="T63" fmla="*/ 0 h 104"/>
                  <a:gd name="T64" fmla="*/ 0 w 100"/>
                  <a:gd name="T65" fmla="*/ 0 h 1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0"/>
                  <a:gd name="T100" fmla="*/ 0 h 104"/>
                  <a:gd name="T101" fmla="*/ 100 w 100"/>
                  <a:gd name="T102" fmla="*/ 104 h 10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0" h="104">
                    <a:moveTo>
                      <a:pt x="50" y="104"/>
                    </a:moveTo>
                    <a:lnTo>
                      <a:pt x="40" y="103"/>
                    </a:lnTo>
                    <a:lnTo>
                      <a:pt x="31" y="99"/>
                    </a:lnTo>
                    <a:lnTo>
                      <a:pt x="23" y="95"/>
                    </a:lnTo>
                    <a:lnTo>
                      <a:pt x="15" y="89"/>
                    </a:lnTo>
                    <a:lnTo>
                      <a:pt x="8" y="80"/>
                    </a:lnTo>
                    <a:lnTo>
                      <a:pt x="4" y="72"/>
                    </a:lnTo>
                    <a:lnTo>
                      <a:pt x="1" y="62"/>
                    </a:lnTo>
                    <a:lnTo>
                      <a:pt x="0" y="52"/>
                    </a:lnTo>
                    <a:lnTo>
                      <a:pt x="1" y="41"/>
                    </a:lnTo>
                    <a:lnTo>
                      <a:pt x="4" y="32"/>
                    </a:lnTo>
                    <a:lnTo>
                      <a:pt x="8" y="23"/>
                    </a:lnTo>
                    <a:lnTo>
                      <a:pt x="15" y="15"/>
                    </a:lnTo>
                    <a:lnTo>
                      <a:pt x="23" y="9"/>
                    </a:lnTo>
                    <a:lnTo>
                      <a:pt x="31" y="5"/>
                    </a:lnTo>
                    <a:lnTo>
                      <a:pt x="40" y="1"/>
                    </a:lnTo>
                    <a:lnTo>
                      <a:pt x="50" y="0"/>
                    </a:lnTo>
                    <a:lnTo>
                      <a:pt x="60" y="1"/>
                    </a:lnTo>
                    <a:lnTo>
                      <a:pt x="70" y="5"/>
                    </a:lnTo>
                    <a:lnTo>
                      <a:pt x="78" y="9"/>
                    </a:lnTo>
                    <a:lnTo>
                      <a:pt x="86" y="15"/>
                    </a:lnTo>
                    <a:lnTo>
                      <a:pt x="92" y="23"/>
                    </a:lnTo>
                    <a:lnTo>
                      <a:pt x="96" y="32"/>
                    </a:lnTo>
                    <a:lnTo>
                      <a:pt x="99" y="41"/>
                    </a:lnTo>
                    <a:lnTo>
                      <a:pt x="100" y="52"/>
                    </a:lnTo>
                    <a:lnTo>
                      <a:pt x="99" y="62"/>
                    </a:lnTo>
                    <a:lnTo>
                      <a:pt x="96" y="72"/>
                    </a:lnTo>
                    <a:lnTo>
                      <a:pt x="92" y="80"/>
                    </a:lnTo>
                    <a:lnTo>
                      <a:pt x="86" y="89"/>
                    </a:lnTo>
                    <a:lnTo>
                      <a:pt x="78" y="95"/>
                    </a:lnTo>
                    <a:lnTo>
                      <a:pt x="70" y="99"/>
                    </a:lnTo>
                    <a:lnTo>
                      <a:pt x="60" y="103"/>
                    </a:lnTo>
                    <a:lnTo>
                      <a:pt x="50" y="104"/>
                    </a:lnTo>
                    <a:close/>
                  </a:path>
                </a:pathLst>
              </a:custGeom>
              <a:solidFill>
                <a:srgbClr val="61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7" name="Freeform 80">
                <a:extLst>
                  <a:ext uri="{FF2B5EF4-FFF2-40B4-BE49-F238E27FC236}">
                    <a16:creationId xmlns:a16="http://schemas.microsoft.com/office/drawing/2014/main" id="{BC4F2571-5A7C-46EE-8C70-EE5721F85982}"/>
                  </a:ext>
                </a:extLst>
              </p:cNvPr>
              <p:cNvSpPr>
                <a:spLocks/>
              </p:cNvSpPr>
              <p:nvPr/>
            </p:nvSpPr>
            <p:spPr bwMode="auto">
              <a:xfrm>
                <a:off x="1163" y="3131"/>
                <a:ext cx="5" cy="5"/>
              </a:xfrm>
              <a:custGeom>
                <a:avLst/>
                <a:gdLst>
                  <a:gd name="T0" fmla="*/ 0 w 100"/>
                  <a:gd name="T1" fmla="*/ 0 h 103"/>
                  <a:gd name="T2" fmla="*/ 0 w 100"/>
                  <a:gd name="T3" fmla="*/ 0 h 103"/>
                  <a:gd name="T4" fmla="*/ 0 w 100"/>
                  <a:gd name="T5" fmla="*/ 0 h 103"/>
                  <a:gd name="T6" fmla="*/ 0 w 100"/>
                  <a:gd name="T7" fmla="*/ 0 h 103"/>
                  <a:gd name="T8" fmla="*/ 0 w 100"/>
                  <a:gd name="T9" fmla="*/ 0 h 103"/>
                  <a:gd name="T10" fmla="*/ 0 w 100"/>
                  <a:gd name="T11" fmla="*/ 0 h 103"/>
                  <a:gd name="T12" fmla="*/ 0 w 100"/>
                  <a:gd name="T13" fmla="*/ 0 h 103"/>
                  <a:gd name="T14" fmla="*/ 0 w 100"/>
                  <a:gd name="T15" fmla="*/ 0 h 103"/>
                  <a:gd name="T16" fmla="*/ 0 w 100"/>
                  <a:gd name="T17" fmla="*/ 0 h 103"/>
                  <a:gd name="T18" fmla="*/ 0 w 100"/>
                  <a:gd name="T19" fmla="*/ 0 h 103"/>
                  <a:gd name="T20" fmla="*/ 0 w 100"/>
                  <a:gd name="T21" fmla="*/ 0 h 103"/>
                  <a:gd name="T22" fmla="*/ 0 w 100"/>
                  <a:gd name="T23" fmla="*/ 0 h 103"/>
                  <a:gd name="T24" fmla="*/ 0 w 100"/>
                  <a:gd name="T25" fmla="*/ 0 h 103"/>
                  <a:gd name="T26" fmla="*/ 0 w 100"/>
                  <a:gd name="T27" fmla="*/ 0 h 103"/>
                  <a:gd name="T28" fmla="*/ 0 w 100"/>
                  <a:gd name="T29" fmla="*/ 0 h 103"/>
                  <a:gd name="T30" fmla="*/ 0 w 100"/>
                  <a:gd name="T31" fmla="*/ 0 h 103"/>
                  <a:gd name="T32" fmla="*/ 0 w 100"/>
                  <a:gd name="T33" fmla="*/ 0 h 103"/>
                  <a:gd name="T34" fmla="*/ 0 w 100"/>
                  <a:gd name="T35" fmla="*/ 0 h 103"/>
                  <a:gd name="T36" fmla="*/ 0 w 100"/>
                  <a:gd name="T37" fmla="*/ 0 h 103"/>
                  <a:gd name="T38" fmla="*/ 0 w 100"/>
                  <a:gd name="T39" fmla="*/ 0 h 103"/>
                  <a:gd name="T40" fmla="*/ 0 w 100"/>
                  <a:gd name="T41" fmla="*/ 0 h 103"/>
                  <a:gd name="T42" fmla="*/ 0 w 100"/>
                  <a:gd name="T43" fmla="*/ 0 h 103"/>
                  <a:gd name="T44" fmla="*/ 0 w 100"/>
                  <a:gd name="T45" fmla="*/ 0 h 103"/>
                  <a:gd name="T46" fmla="*/ 0 w 100"/>
                  <a:gd name="T47" fmla="*/ 0 h 103"/>
                  <a:gd name="T48" fmla="*/ 0 w 100"/>
                  <a:gd name="T49" fmla="*/ 0 h 103"/>
                  <a:gd name="T50" fmla="*/ 0 w 100"/>
                  <a:gd name="T51" fmla="*/ 0 h 103"/>
                  <a:gd name="T52" fmla="*/ 0 w 100"/>
                  <a:gd name="T53" fmla="*/ 0 h 103"/>
                  <a:gd name="T54" fmla="*/ 0 w 100"/>
                  <a:gd name="T55" fmla="*/ 0 h 103"/>
                  <a:gd name="T56" fmla="*/ 0 w 100"/>
                  <a:gd name="T57" fmla="*/ 0 h 103"/>
                  <a:gd name="T58" fmla="*/ 0 w 100"/>
                  <a:gd name="T59" fmla="*/ 0 h 103"/>
                  <a:gd name="T60" fmla="*/ 0 w 100"/>
                  <a:gd name="T61" fmla="*/ 0 h 103"/>
                  <a:gd name="T62" fmla="*/ 0 w 100"/>
                  <a:gd name="T63" fmla="*/ 0 h 103"/>
                  <a:gd name="T64" fmla="*/ 0 w 100"/>
                  <a:gd name="T65" fmla="*/ 0 h 10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0"/>
                  <a:gd name="T100" fmla="*/ 0 h 103"/>
                  <a:gd name="T101" fmla="*/ 100 w 100"/>
                  <a:gd name="T102" fmla="*/ 103 h 10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0" h="103">
                    <a:moveTo>
                      <a:pt x="50" y="103"/>
                    </a:moveTo>
                    <a:lnTo>
                      <a:pt x="39" y="102"/>
                    </a:lnTo>
                    <a:lnTo>
                      <a:pt x="30" y="99"/>
                    </a:lnTo>
                    <a:lnTo>
                      <a:pt x="22" y="95"/>
                    </a:lnTo>
                    <a:lnTo>
                      <a:pt x="14" y="88"/>
                    </a:lnTo>
                    <a:lnTo>
                      <a:pt x="8" y="80"/>
                    </a:lnTo>
                    <a:lnTo>
                      <a:pt x="4" y="71"/>
                    </a:lnTo>
                    <a:lnTo>
                      <a:pt x="1" y="62"/>
                    </a:lnTo>
                    <a:lnTo>
                      <a:pt x="0" y="51"/>
                    </a:lnTo>
                    <a:lnTo>
                      <a:pt x="1" y="41"/>
                    </a:lnTo>
                    <a:lnTo>
                      <a:pt x="4" y="31"/>
                    </a:lnTo>
                    <a:lnTo>
                      <a:pt x="8" y="23"/>
                    </a:lnTo>
                    <a:lnTo>
                      <a:pt x="14" y="15"/>
                    </a:lnTo>
                    <a:lnTo>
                      <a:pt x="22" y="8"/>
                    </a:lnTo>
                    <a:lnTo>
                      <a:pt x="30" y="4"/>
                    </a:lnTo>
                    <a:lnTo>
                      <a:pt x="39" y="1"/>
                    </a:lnTo>
                    <a:lnTo>
                      <a:pt x="50" y="0"/>
                    </a:lnTo>
                    <a:lnTo>
                      <a:pt x="60" y="1"/>
                    </a:lnTo>
                    <a:lnTo>
                      <a:pt x="69" y="4"/>
                    </a:lnTo>
                    <a:lnTo>
                      <a:pt x="77" y="8"/>
                    </a:lnTo>
                    <a:lnTo>
                      <a:pt x="85" y="15"/>
                    </a:lnTo>
                    <a:lnTo>
                      <a:pt x="91" y="23"/>
                    </a:lnTo>
                    <a:lnTo>
                      <a:pt x="96" y="31"/>
                    </a:lnTo>
                    <a:lnTo>
                      <a:pt x="99" y="41"/>
                    </a:lnTo>
                    <a:lnTo>
                      <a:pt x="100" y="51"/>
                    </a:lnTo>
                    <a:lnTo>
                      <a:pt x="99" y="62"/>
                    </a:lnTo>
                    <a:lnTo>
                      <a:pt x="96" y="71"/>
                    </a:lnTo>
                    <a:lnTo>
                      <a:pt x="91" y="80"/>
                    </a:lnTo>
                    <a:lnTo>
                      <a:pt x="85" y="88"/>
                    </a:lnTo>
                    <a:lnTo>
                      <a:pt x="77" y="95"/>
                    </a:lnTo>
                    <a:lnTo>
                      <a:pt x="69" y="99"/>
                    </a:lnTo>
                    <a:lnTo>
                      <a:pt x="60" y="102"/>
                    </a:lnTo>
                    <a:lnTo>
                      <a:pt x="50" y="103"/>
                    </a:lnTo>
                    <a:close/>
                  </a:path>
                </a:pathLst>
              </a:custGeom>
              <a:solidFill>
                <a:srgbClr val="61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8" name="Freeform 81">
                <a:extLst>
                  <a:ext uri="{FF2B5EF4-FFF2-40B4-BE49-F238E27FC236}">
                    <a16:creationId xmlns:a16="http://schemas.microsoft.com/office/drawing/2014/main" id="{953DA697-77A0-43FB-851E-144ADE31E1D2}"/>
                  </a:ext>
                </a:extLst>
              </p:cNvPr>
              <p:cNvSpPr>
                <a:spLocks/>
              </p:cNvSpPr>
              <p:nvPr/>
            </p:nvSpPr>
            <p:spPr bwMode="auto">
              <a:xfrm>
                <a:off x="1234" y="3094"/>
                <a:ext cx="2" cy="3"/>
              </a:xfrm>
              <a:custGeom>
                <a:avLst/>
                <a:gdLst>
                  <a:gd name="T0" fmla="*/ 0 w 55"/>
                  <a:gd name="T1" fmla="*/ 0 h 57"/>
                  <a:gd name="T2" fmla="*/ 0 w 55"/>
                  <a:gd name="T3" fmla="*/ 0 h 57"/>
                  <a:gd name="T4" fmla="*/ 0 w 55"/>
                  <a:gd name="T5" fmla="*/ 0 h 57"/>
                  <a:gd name="T6" fmla="*/ 0 w 55"/>
                  <a:gd name="T7" fmla="*/ 0 h 57"/>
                  <a:gd name="T8" fmla="*/ 0 w 55"/>
                  <a:gd name="T9" fmla="*/ 0 h 57"/>
                  <a:gd name="T10" fmla="*/ 0 w 55"/>
                  <a:gd name="T11" fmla="*/ 0 h 57"/>
                  <a:gd name="T12" fmla="*/ 0 w 55"/>
                  <a:gd name="T13" fmla="*/ 0 h 57"/>
                  <a:gd name="T14" fmla="*/ 0 w 55"/>
                  <a:gd name="T15" fmla="*/ 0 h 57"/>
                  <a:gd name="T16" fmla="*/ 0 w 55"/>
                  <a:gd name="T17" fmla="*/ 0 h 57"/>
                  <a:gd name="T18" fmla="*/ 0 w 55"/>
                  <a:gd name="T19" fmla="*/ 0 h 57"/>
                  <a:gd name="T20" fmla="*/ 0 w 55"/>
                  <a:gd name="T21" fmla="*/ 0 h 57"/>
                  <a:gd name="T22" fmla="*/ 0 w 55"/>
                  <a:gd name="T23" fmla="*/ 0 h 57"/>
                  <a:gd name="T24" fmla="*/ 0 w 55"/>
                  <a:gd name="T25" fmla="*/ 0 h 57"/>
                  <a:gd name="T26" fmla="*/ 0 w 55"/>
                  <a:gd name="T27" fmla="*/ 0 h 57"/>
                  <a:gd name="T28" fmla="*/ 0 w 55"/>
                  <a:gd name="T29" fmla="*/ 0 h 57"/>
                  <a:gd name="T30" fmla="*/ 0 w 55"/>
                  <a:gd name="T31" fmla="*/ 0 h 57"/>
                  <a:gd name="T32" fmla="*/ 0 w 55"/>
                  <a:gd name="T33" fmla="*/ 0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5"/>
                  <a:gd name="T52" fmla="*/ 0 h 57"/>
                  <a:gd name="T53" fmla="*/ 55 w 55"/>
                  <a:gd name="T54" fmla="*/ 57 h 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5" h="57">
                    <a:moveTo>
                      <a:pt x="28" y="57"/>
                    </a:moveTo>
                    <a:lnTo>
                      <a:pt x="16" y="55"/>
                    </a:lnTo>
                    <a:lnTo>
                      <a:pt x="8" y="49"/>
                    </a:lnTo>
                    <a:lnTo>
                      <a:pt x="2" y="40"/>
                    </a:lnTo>
                    <a:lnTo>
                      <a:pt x="0" y="28"/>
                    </a:lnTo>
                    <a:lnTo>
                      <a:pt x="2" y="17"/>
                    </a:lnTo>
                    <a:lnTo>
                      <a:pt x="8" y="8"/>
                    </a:lnTo>
                    <a:lnTo>
                      <a:pt x="16" y="2"/>
                    </a:lnTo>
                    <a:lnTo>
                      <a:pt x="28" y="0"/>
                    </a:lnTo>
                    <a:lnTo>
                      <a:pt x="39" y="2"/>
                    </a:lnTo>
                    <a:lnTo>
                      <a:pt x="47" y="8"/>
                    </a:lnTo>
                    <a:lnTo>
                      <a:pt x="53" y="17"/>
                    </a:lnTo>
                    <a:lnTo>
                      <a:pt x="55" y="28"/>
                    </a:lnTo>
                    <a:lnTo>
                      <a:pt x="53" y="40"/>
                    </a:lnTo>
                    <a:lnTo>
                      <a:pt x="47" y="49"/>
                    </a:lnTo>
                    <a:lnTo>
                      <a:pt x="39" y="55"/>
                    </a:lnTo>
                    <a:lnTo>
                      <a:pt x="28" y="57"/>
                    </a:lnTo>
                    <a:close/>
                  </a:path>
                </a:pathLst>
              </a:custGeom>
              <a:solidFill>
                <a:srgbClr val="D1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79" name="Freeform 82">
                <a:extLst>
                  <a:ext uri="{FF2B5EF4-FFF2-40B4-BE49-F238E27FC236}">
                    <a16:creationId xmlns:a16="http://schemas.microsoft.com/office/drawing/2014/main" id="{74B83D86-ADF2-416E-917A-972DF93F780C}"/>
                  </a:ext>
                </a:extLst>
              </p:cNvPr>
              <p:cNvSpPr>
                <a:spLocks/>
              </p:cNvSpPr>
              <p:nvPr/>
            </p:nvSpPr>
            <p:spPr bwMode="auto">
              <a:xfrm>
                <a:off x="1165" y="3133"/>
                <a:ext cx="2" cy="3"/>
              </a:xfrm>
              <a:custGeom>
                <a:avLst/>
                <a:gdLst>
                  <a:gd name="T0" fmla="*/ 0 w 55"/>
                  <a:gd name="T1" fmla="*/ 0 h 56"/>
                  <a:gd name="T2" fmla="*/ 0 w 55"/>
                  <a:gd name="T3" fmla="*/ 0 h 56"/>
                  <a:gd name="T4" fmla="*/ 0 w 55"/>
                  <a:gd name="T5" fmla="*/ 0 h 56"/>
                  <a:gd name="T6" fmla="*/ 0 w 55"/>
                  <a:gd name="T7" fmla="*/ 0 h 56"/>
                  <a:gd name="T8" fmla="*/ 0 w 55"/>
                  <a:gd name="T9" fmla="*/ 0 h 56"/>
                  <a:gd name="T10" fmla="*/ 0 w 55"/>
                  <a:gd name="T11" fmla="*/ 0 h 56"/>
                  <a:gd name="T12" fmla="*/ 0 w 55"/>
                  <a:gd name="T13" fmla="*/ 0 h 56"/>
                  <a:gd name="T14" fmla="*/ 0 w 55"/>
                  <a:gd name="T15" fmla="*/ 0 h 56"/>
                  <a:gd name="T16" fmla="*/ 0 w 55"/>
                  <a:gd name="T17" fmla="*/ 0 h 56"/>
                  <a:gd name="T18" fmla="*/ 0 w 55"/>
                  <a:gd name="T19" fmla="*/ 0 h 56"/>
                  <a:gd name="T20" fmla="*/ 0 w 55"/>
                  <a:gd name="T21" fmla="*/ 0 h 56"/>
                  <a:gd name="T22" fmla="*/ 0 w 55"/>
                  <a:gd name="T23" fmla="*/ 0 h 56"/>
                  <a:gd name="T24" fmla="*/ 0 w 55"/>
                  <a:gd name="T25" fmla="*/ 0 h 56"/>
                  <a:gd name="T26" fmla="*/ 0 w 55"/>
                  <a:gd name="T27" fmla="*/ 0 h 56"/>
                  <a:gd name="T28" fmla="*/ 0 w 55"/>
                  <a:gd name="T29" fmla="*/ 0 h 56"/>
                  <a:gd name="T30" fmla="*/ 0 w 55"/>
                  <a:gd name="T31" fmla="*/ 0 h 56"/>
                  <a:gd name="T32" fmla="*/ 0 w 55"/>
                  <a:gd name="T33" fmla="*/ 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5"/>
                  <a:gd name="T52" fmla="*/ 0 h 56"/>
                  <a:gd name="T53" fmla="*/ 55 w 55"/>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5" h="56">
                    <a:moveTo>
                      <a:pt x="28" y="56"/>
                    </a:moveTo>
                    <a:lnTo>
                      <a:pt x="17" y="54"/>
                    </a:lnTo>
                    <a:lnTo>
                      <a:pt x="9" y="48"/>
                    </a:lnTo>
                    <a:lnTo>
                      <a:pt x="2" y="40"/>
                    </a:lnTo>
                    <a:lnTo>
                      <a:pt x="0" y="28"/>
                    </a:lnTo>
                    <a:lnTo>
                      <a:pt x="2" y="16"/>
                    </a:lnTo>
                    <a:lnTo>
                      <a:pt x="9" y="8"/>
                    </a:lnTo>
                    <a:lnTo>
                      <a:pt x="17" y="2"/>
                    </a:lnTo>
                    <a:lnTo>
                      <a:pt x="28" y="0"/>
                    </a:lnTo>
                    <a:lnTo>
                      <a:pt x="39" y="2"/>
                    </a:lnTo>
                    <a:lnTo>
                      <a:pt x="47" y="8"/>
                    </a:lnTo>
                    <a:lnTo>
                      <a:pt x="53" y="16"/>
                    </a:lnTo>
                    <a:lnTo>
                      <a:pt x="55" y="28"/>
                    </a:lnTo>
                    <a:lnTo>
                      <a:pt x="53" y="40"/>
                    </a:lnTo>
                    <a:lnTo>
                      <a:pt x="47" y="48"/>
                    </a:lnTo>
                    <a:lnTo>
                      <a:pt x="39" y="54"/>
                    </a:lnTo>
                    <a:lnTo>
                      <a:pt x="28" y="56"/>
                    </a:lnTo>
                    <a:close/>
                  </a:path>
                </a:pathLst>
              </a:custGeom>
              <a:solidFill>
                <a:srgbClr val="D1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0" name="Freeform 83">
                <a:extLst>
                  <a:ext uri="{FF2B5EF4-FFF2-40B4-BE49-F238E27FC236}">
                    <a16:creationId xmlns:a16="http://schemas.microsoft.com/office/drawing/2014/main" id="{331B0A41-A771-4D6D-B44E-671034F8A2FA}"/>
                  </a:ext>
                </a:extLst>
              </p:cNvPr>
              <p:cNvSpPr>
                <a:spLocks/>
              </p:cNvSpPr>
              <p:nvPr/>
            </p:nvSpPr>
            <p:spPr bwMode="auto">
              <a:xfrm>
                <a:off x="1177" y="3076"/>
                <a:ext cx="29" cy="29"/>
              </a:xfrm>
              <a:custGeom>
                <a:avLst/>
                <a:gdLst>
                  <a:gd name="T0" fmla="*/ 0 w 624"/>
                  <a:gd name="T1" fmla="*/ 0 h 522"/>
                  <a:gd name="T2" fmla="*/ 0 w 624"/>
                  <a:gd name="T3" fmla="*/ 0 h 522"/>
                  <a:gd name="T4" fmla="*/ 0 w 624"/>
                  <a:gd name="T5" fmla="*/ 0 h 522"/>
                  <a:gd name="T6" fmla="*/ 0 w 624"/>
                  <a:gd name="T7" fmla="*/ 0 h 522"/>
                  <a:gd name="T8" fmla="*/ 0 w 624"/>
                  <a:gd name="T9" fmla="*/ 0 h 522"/>
                  <a:gd name="T10" fmla="*/ 0 60000 65536"/>
                  <a:gd name="T11" fmla="*/ 0 60000 65536"/>
                  <a:gd name="T12" fmla="*/ 0 60000 65536"/>
                  <a:gd name="T13" fmla="*/ 0 60000 65536"/>
                  <a:gd name="T14" fmla="*/ 0 60000 65536"/>
                  <a:gd name="T15" fmla="*/ 0 w 624"/>
                  <a:gd name="T16" fmla="*/ 0 h 522"/>
                  <a:gd name="T17" fmla="*/ 624 w 624"/>
                  <a:gd name="T18" fmla="*/ 522 h 522"/>
                </a:gdLst>
                <a:ahLst/>
                <a:cxnLst>
                  <a:cxn ang="T10">
                    <a:pos x="T0" y="T1"/>
                  </a:cxn>
                  <a:cxn ang="T11">
                    <a:pos x="T2" y="T3"/>
                  </a:cxn>
                  <a:cxn ang="T12">
                    <a:pos x="T4" y="T5"/>
                  </a:cxn>
                  <a:cxn ang="T13">
                    <a:pos x="T6" y="T7"/>
                  </a:cxn>
                  <a:cxn ang="T14">
                    <a:pos x="T8" y="T9"/>
                  </a:cxn>
                </a:cxnLst>
                <a:rect l="T15" t="T16" r="T17" b="T18"/>
                <a:pathLst>
                  <a:path w="624" h="522">
                    <a:moveTo>
                      <a:pt x="498" y="0"/>
                    </a:moveTo>
                    <a:lnTo>
                      <a:pt x="0" y="222"/>
                    </a:lnTo>
                    <a:lnTo>
                      <a:pt x="125" y="522"/>
                    </a:lnTo>
                    <a:lnTo>
                      <a:pt x="624" y="301"/>
                    </a:lnTo>
                    <a:lnTo>
                      <a:pt x="498" y="0"/>
                    </a:lnTo>
                    <a:close/>
                  </a:path>
                </a:pathLst>
              </a:custGeom>
              <a:solidFill>
                <a:srgbClr val="1119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1" name="Freeform 84">
                <a:extLst>
                  <a:ext uri="{FF2B5EF4-FFF2-40B4-BE49-F238E27FC236}">
                    <a16:creationId xmlns:a16="http://schemas.microsoft.com/office/drawing/2014/main" id="{F0FFCEF9-6AB5-44B8-848D-9289E5708E38}"/>
                  </a:ext>
                </a:extLst>
              </p:cNvPr>
              <p:cNvSpPr>
                <a:spLocks/>
              </p:cNvSpPr>
              <p:nvPr/>
            </p:nvSpPr>
            <p:spPr bwMode="auto">
              <a:xfrm>
                <a:off x="1178" y="3077"/>
                <a:ext cx="27" cy="27"/>
              </a:xfrm>
              <a:custGeom>
                <a:avLst/>
                <a:gdLst>
                  <a:gd name="T0" fmla="*/ 0 w 589"/>
                  <a:gd name="T1" fmla="*/ 0 h 484"/>
                  <a:gd name="T2" fmla="*/ 0 w 589"/>
                  <a:gd name="T3" fmla="*/ 0 h 484"/>
                  <a:gd name="T4" fmla="*/ 0 w 589"/>
                  <a:gd name="T5" fmla="*/ 0 h 484"/>
                  <a:gd name="T6" fmla="*/ 0 w 589"/>
                  <a:gd name="T7" fmla="*/ 0 h 484"/>
                  <a:gd name="T8" fmla="*/ 0 w 589"/>
                  <a:gd name="T9" fmla="*/ 0 h 484"/>
                  <a:gd name="T10" fmla="*/ 0 60000 65536"/>
                  <a:gd name="T11" fmla="*/ 0 60000 65536"/>
                  <a:gd name="T12" fmla="*/ 0 60000 65536"/>
                  <a:gd name="T13" fmla="*/ 0 60000 65536"/>
                  <a:gd name="T14" fmla="*/ 0 60000 65536"/>
                  <a:gd name="T15" fmla="*/ 0 w 589"/>
                  <a:gd name="T16" fmla="*/ 0 h 484"/>
                  <a:gd name="T17" fmla="*/ 589 w 589"/>
                  <a:gd name="T18" fmla="*/ 484 h 484"/>
                </a:gdLst>
                <a:ahLst/>
                <a:cxnLst>
                  <a:cxn ang="T10">
                    <a:pos x="T0" y="T1"/>
                  </a:cxn>
                  <a:cxn ang="T11">
                    <a:pos x="T2" y="T3"/>
                  </a:cxn>
                  <a:cxn ang="T12">
                    <a:pos x="T4" y="T5"/>
                  </a:cxn>
                  <a:cxn ang="T13">
                    <a:pos x="T6" y="T7"/>
                  </a:cxn>
                  <a:cxn ang="T14">
                    <a:pos x="T8" y="T9"/>
                  </a:cxn>
                </a:cxnLst>
                <a:rect l="T15" t="T16" r="T17" b="T18"/>
                <a:pathLst>
                  <a:path w="589" h="484">
                    <a:moveTo>
                      <a:pt x="474" y="0"/>
                    </a:moveTo>
                    <a:lnTo>
                      <a:pt x="0" y="211"/>
                    </a:lnTo>
                    <a:lnTo>
                      <a:pt x="114" y="484"/>
                    </a:lnTo>
                    <a:lnTo>
                      <a:pt x="589" y="273"/>
                    </a:lnTo>
                    <a:lnTo>
                      <a:pt x="474" y="0"/>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2" name="Freeform 85">
                <a:extLst>
                  <a:ext uri="{FF2B5EF4-FFF2-40B4-BE49-F238E27FC236}">
                    <a16:creationId xmlns:a16="http://schemas.microsoft.com/office/drawing/2014/main" id="{D7F446DA-FBFB-40BD-918F-62EF7CFFA782}"/>
                  </a:ext>
                </a:extLst>
              </p:cNvPr>
              <p:cNvSpPr>
                <a:spLocks/>
              </p:cNvSpPr>
              <p:nvPr/>
            </p:nvSpPr>
            <p:spPr bwMode="auto">
              <a:xfrm>
                <a:off x="1178" y="3078"/>
                <a:ext cx="27" cy="26"/>
              </a:xfrm>
              <a:custGeom>
                <a:avLst/>
                <a:gdLst>
                  <a:gd name="T0" fmla="*/ 0 w 583"/>
                  <a:gd name="T1" fmla="*/ 0 h 471"/>
                  <a:gd name="T2" fmla="*/ 0 w 583"/>
                  <a:gd name="T3" fmla="*/ 0 h 471"/>
                  <a:gd name="T4" fmla="*/ 0 w 583"/>
                  <a:gd name="T5" fmla="*/ 0 h 471"/>
                  <a:gd name="T6" fmla="*/ 0 w 583"/>
                  <a:gd name="T7" fmla="*/ 0 h 471"/>
                  <a:gd name="T8" fmla="*/ 0 w 583"/>
                  <a:gd name="T9" fmla="*/ 0 h 471"/>
                  <a:gd name="T10" fmla="*/ 0 60000 65536"/>
                  <a:gd name="T11" fmla="*/ 0 60000 65536"/>
                  <a:gd name="T12" fmla="*/ 0 60000 65536"/>
                  <a:gd name="T13" fmla="*/ 0 60000 65536"/>
                  <a:gd name="T14" fmla="*/ 0 60000 65536"/>
                  <a:gd name="T15" fmla="*/ 0 w 583"/>
                  <a:gd name="T16" fmla="*/ 0 h 471"/>
                  <a:gd name="T17" fmla="*/ 583 w 583"/>
                  <a:gd name="T18" fmla="*/ 471 h 471"/>
                </a:gdLst>
                <a:ahLst/>
                <a:cxnLst>
                  <a:cxn ang="T10">
                    <a:pos x="T0" y="T1"/>
                  </a:cxn>
                  <a:cxn ang="T11">
                    <a:pos x="T2" y="T3"/>
                  </a:cxn>
                  <a:cxn ang="T12">
                    <a:pos x="T4" y="T5"/>
                  </a:cxn>
                  <a:cxn ang="T13">
                    <a:pos x="T6" y="T7"/>
                  </a:cxn>
                  <a:cxn ang="T14">
                    <a:pos x="T8" y="T9"/>
                  </a:cxn>
                </a:cxnLst>
                <a:rect l="T15" t="T16" r="T17" b="T18"/>
                <a:pathLst>
                  <a:path w="583" h="471">
                    <a:moveTo>
                      <a:pt x="473" y="0"/>
                    </a:moveTo>
                    <a:lnTo>
                      <a:pt x="0" y="211"/>
                    </a:lnTo>
                    <a:lnTo>
                      <a:pt x="108" y="471"/>
                    </a:lnTo>
                    <a:lnTo>
                      <a:pt x="583" y="260"/>
                    </a:lnTo>
                    <a:lnTo>
                      <a:pt x="473" y="0"/>
                    </a:lnTo>
                    <a:close/>
                  </a:path>
                </a:pathLst>
              </a:custGeom>
              <a:solidFill>
                <a:srgbClr val="878F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3" name="Freeform 86">
                <a:extLst>
                  <a:ext uri="{FF2B5EF4-FFF2-40B4-BE49-F238E27FC236}">
                    <a16:creationId xmlns:a16="http://schemas.microsoft.com/office/drawing/2014/main" id="{1E05B22D-BA99-4603-BA77-CBCFF03227BB}"/>
                  </a:ext>
                </a:extLst>
              </p:cNvPr>
              <p:cNvSpPr>
                <a:spLocks/>
              </p:cNvSpPr>
              <p:nvPr/>
            </p:nvSpPr>
            <p:spPr bwMode="auto">
              <a:xfrm>
                <a:off x="1191" y="3082"/>
                <a:ext cx="10" cy="13"/>
              </a:xfrm>
              <a:custGeom>
                <a:avLst/>
                <a:gdLst>
                  <a:gd name="T0" fmla="*/ 0 w 227"/>
                  <a:gd name="T1" fmla="*/ 0 h 234"/>
                  <a:gd name="T2" fmla="*/ 0 w 227"/>
                  <a:gd name="T3" fmla="*/ 0 h 234"/>
                  <a:gd name="T4" fmla="*/ 0 w 227"/>
                  <a:gd name="T5" fmla="*/ 0 h 234"/>
                  <a:gd name="T6" fmla="*/ 0 w 227"/>
                  <a:gd name="T7" fmla="*/ 0 h 234"/>
                  <a:gd name="T8" fmla="*/ 0 w 227"/>
                  <a:gd name="T9" fmla="*/ 0 h 234"/>
                  <a:gd name="T10" fmla="*/ 0 w 227"/>
                  <a:gd name="T11" fmla="*/ 0 h 234"/>
                  <a:gd name="T12" fmla="*/ 0 w 227"/>
                  <a:gd name="T13" fmla="*/ 0 h 234"/>
                  <a:gd name="T14" fmla="*/ 0 w 227"/>
                  <a:gd name="T15" fmla="*/ 0 h 234"/>
                  <a:gd name="T16" fmla="*/ 0 w 227"/>
                  <a:gd name="T17" fmla="*/ 0 h 234"/>
                  <a:gd name="T18" fmla="*/ 0 w 227"/>
                  <a:gd name="T19" fmla="*/ 0 h 234"/>
                  <a:gd name="T20" fmla="*/ 0 w 227"/>
                  <a:gd name="T21" fmla="*/ 0 h 234"/>
                  <a:gd name="T22" fmla="*/ 0 w 227"/>
                  <a:gd name="T23" fmla="*/ 0 h 234"/>
                  <a:gd name="T24" fmla="*/ 0 w 227"/>
                  <a:gd name="T25" fmla="*/ 0 h 234"/>
                  <a:gd name="T26" fmla="*/ 0 w 227"/>
                  <a:gd name="T27" fmla="*/ 0 h 234"/>
                  <a:gd name="T28" fmla="*/ 0 w 227"/>
                  <a:gd name="T29" fmla="*/ 0 h 234"/>
                  <a:gd name="T30" fmla="*/ 0 w 227"/>
                  <a:gd name="T31" fmla="*/ 0 h 234"/>
                  <a:gd name="T32" fmla="*/ 0 w 227"/>
                  <a:gd name="T33" fmla="*/ 0 h 234"/>
                  <a:gd name="T34" fmla="*/ 0 w 227"/>
                  <a:gd name="T35" fmla="*/ 0 h 234"/>
                  <a:gd name="T36" fmla="*/ 0 w 227"/>
                  <a:gd name="T37" fmla="*/ 0 h 234"/>
                  <a:gd name="T38" fmla="*/ 0 w 227"/>
                  <a:gd name="T39" fmla="*/ 0 h 234"/>
                  <a:gd name="T40" fmla="*/ 0 w 227"/>
                  <a:gd name="T41" fmla="*/ 0 h 234"/>
                  <a:gd name="T42" fmla="*/ 0 w 227"/>
                  <a:gd name="T43" fmla="*/ 0 h 234"/>
                  <a:gd name="T44" fmla="*/ 0 w 227"/>
                  <a:gd name="T45" fmla="*/ 0 h 234"/>
                  <a:gd name="T46" fmla="*/ 0 w 227"/>
                  <a:gd name="T47" fmla="*/ 0 h 234"/>
                  <a:gd name="T48" fmla="*/ 0 w 227"/>
                  <a:gd name="T49" fmla="*/ 0 h 234"/>
                  <a:gd name="T50" fmla="*/ 0 w 227"/>
                  <a:gd name="T51" fmla="*/ 0 h 234"/>
                  <a:gd name="T52" fmla="*/ 0 w 227"/>
                  <a:gd name="T53" fmla="*/ 0 h 234"/>
                  <a:gd name="T54" fmla="*/ 0 w 227"/>
                  <a:gd name="T55" fmla="*/ 0 h 234"/>
                  <a:gd name="T56" fmla="*/ 0 w 227"/>
                  <a:gd name="T57" fmla="*/ 0 h 234"/>
                  <a:gd name="T58" fmla="*/ 0 w 227"/>
                  <a:gd name="T59" fmla="*/ 0 h 234"/>
                  <a:gd name="T60" fmla="*/ 0 w 227"/>
                  <a:gd name="T61" fmla="*/ 0 h 234"/>
                  <a:gd name="T62" fmla="*/ 0 w 227"/>
                  <a:gd name="T63" fmla="*/ 0 h 234"/>
                  <a:gd name="T64" fmla="*/ 0 w 227"/>
                  <a:gd name="T65" fmla="*/ 0 h 2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7"/>
                  <a:gd name="T100" fmla="*/ 0 h 234"/>
                  <a:gd name="T101" fmla="*/ 227 w 227"/>
                  <a:gd name="T102" fmla="*/ 234 h 23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7" h="234">
                    <a:moveTo>
                      <a:pt x="159" y="223"/>
                    </a:moveTo>
                    <a:lnTo>
                      <a:pt x="137" y="231"/>
                    </a:lnTo>
                    <a:lnTo>
                      <a:pt x="115" y="234"/>
                    </a:lnTo>
                    <a:lnTo>
                      <a:pt x="93" y="232"/>
                    </a:lnTo>
                    <a:lnTo>
                      <a:pt x="73" y="225"/>
                    </a:lnTo>
                    <a:lnTo>
                      <a:pt x="54" y="215"/>
                    </a:lnTo>
                    <a:lnTo>
                      <a:pt x="36" y="201"/>
                    </a:lnTo>
                    <a:lnTo>
                      <a:pt x="22" y="184"/>
                    </a:lnTo>
                    <a:lnTo>
                      <a:pt x="11" y="163"/>
                    </a:lnTo>
                    <a:lnTo>
                      <a:pt x="4" y="141"/>
                    </a:lnTo>
                    <a:lnTo>
                      <a:pt x="0" y="118"/>
                    </a:lnTo>
                    <a:lnTo>
                      <a:pt x="3" y="96"/>
                    </a:lnTo>
                    <a:lnTo>
                      <a:pt x="9" y="74"/>
                    </a:lnTo>
                    <a:lnTo>
                      <a:pt x="19" y="55"/>
                    </a:lnTo>
                    <a:lnTo>
                      <a:pt x="32" y="37"/>
                    </a:lnTo>
                    <a:lnTo>
                      <a:pt x="48" y="22"/>
                    </a:lnTo>
                    <a:lnTo>
                      <a:pt x="69" y="10"/>
                    </a:lnTo>
                    <a:lnTo>
                      <a:pt x="90" y="3"/>
                    </a:lnTo>
                    <a:lnTo>
                      <a:pt x="113" y="0"/>
                    </a:lnTo>
                    <a:lnTo>
                      <a:pt x="134" y="2"/>
                    </a:lnTo>
                    <a:lnTo>
                      <a:pt x="156" y="8"/>
                    </a:lnTo>
                    <a:lnTo>
                      <a:pt x="174" y="19"/>
                    </a:lnTo>
                    <a:lnTo>
                      <a:pt x="191" y="32"/>
                    </a:lnTo>
                    <a:lnTo>
                      <a:pt x="206" y="49"/>
                    </a:lnTo>
                    <a:lnTo>
                      <a:pt x="217" y="70"/>
                    </a:lnTo>
                    <a:lnTo>
                      <a:pt x="224" y="93"/>
                    </a:lnTo>
                    <a:lnTo>
                      <a:pt x="227" y="116"/>
                    </a:lnTo>
                    <a:lnTo>
                      <a:pt x="225" y="138"/>
                    </a:lnTo>
                    <a:lnTo>
                      <a:pt x="219" y="159"/>
                    </a:lnTo>
                    <a:lnTo>
                      <a:pt x="209" y="179"/>
                    </a:lnTo>
                    <a:lnTo>
                      <a:pt x="195" y="197"/>
                    </a:lnTo>
                    <a:lnTo>
                      <a:pt x="179" y="212"/>
                    </a:lnTo>
                    <a:lnTo>
                      <a:pt x="159" y="223"/>
                    </a:lnTo>
                    <a:close/>
                  </a:path>
                </a:pathLst>
              </a:custGeom>
              <a:solidFill>
                <a:srgbClr val="E333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4" name="Freeform 87">
                <a:extLst>
                  <a:ext uri="{FF2B5EF4-FFF2-40B4-BE49-F238E27FC236}">
                    <a16:creationId xmlns:a16="http://schemas.microsoft.com/office/drawing/2014/main" id="{8D4D2689-8FAA-4083-919C-7FE04D0EBC6E}"/>
                  </a:ext>
                </a:extLst>
              </p:cNvPr>
              <p:cNvSpPr>
                <a:spLocks/>
              </p:cNvSpPr>
              <p:nvPr/>
            </p:nvSpPr>
            <p:spPr bwMode="auto">
              <a:xfrm>
                <a:off x="1191" y="3082"/>
                <a:ext cx="10" cy="12"/>
              </a:xfrm>
              <a:custGeom>
                <a:avLst/>
                <a:gdLst>
                  <a:gd name="T0" fmla="*/ 0 w 208"/>
                  <a:gd name="T1" fmla="*/ 0 h 214"/>
                  <a:gd name="T2" fmla="*/ 0 w 208"/>
                  <a:gd name="T3" fmla="*/ 0 h 214"/>
                  <a:gd name="T4" fmla="*/ 0 w 208"/>
                  <a:gd name="T5" fmla="*/ 0 h 214"/>
                  <a:gd name="T6" fmla="*/ 0 w 208"/>
                  <a:gd name="T7" fmla="*/ 0 h 214"/>
                  <a:gd name="T8" fmla="*/ 0 w 208"/>
                  <a:gd name="T9" fmla="*/ 0 h 214"/>
                  <a:gd name="T10" fmla="*/ 0 w 208"/>
                  <a:gd name="T11" fmla="*/ 0 h 214"/>
                  <a:gd name="T12" fmla="*/ 0 w 208"/>
                  <a:gd name="T13" fmla="*/ 0 h 214"/>
                  <a:gd name="T14" fmla="*/ 0 w 208"/>
                  <a:gd name="T15" fmla="*/ 0 h 214"/>
                  <a:gd name="T16" fmla="*/ 0 w 208"/>
                  <a:gd name="T17" fmla="*/ 0 h 214"/>
                  <a:gd name="T18" fmla="*/ 0 w 208"/>
                  <a:gd name="T19" fmla="*/ 0 h 214"/>
                  <a:gd name="T20" fmla="*/ 0 w 208"/>
                  <a:gd name="T21" fmla="*/ 0 h 214"/>
                  <a:gd name="T22" fmla="*/ 0 w 208"/>
                  <a:gd name="T23" fmla="*/ 0 h 214"/>
                  <a:gd name="T24" fmla="*/ 0 w 208"/>
                  <a:gd name="T25" fmla="*/ 0 h 214"/>
                  <a:gd name="T26" fmla="*/ 0 w 208"/>
                  <a:gd name="T27" fmla="*/ 0 h 214"/>
                  <a:gd name="T28" fmla="*/ 0 w 208"/>
                  <a:gd name="T29" fmla="*/ 0 h 214"/>
                  <a:gd name="T30" fmla="*/ 0 w 208"/>
                  <a:gd name="T31" fmla="*/ 0 h 214"/>
                  <a:gd name="T32" fmla="*/ 0 w 208"/>
                  <a:gd name="T33" fmla="*/ 0 h 214"/>
                  <a:gd name="T34" fmla="*/ 0 w 208"/>
                  <a:gd name="T35" fmla="*/ 0 h 214"/>
                  <a:gd name="T36" fmla="*/ 0 w 208"/>
                  <a:gd name="T37" fmla="*/ 0 h 214"/>
                  <a:gd name="T38" fmla="*/ 0 w 208"/>
                  <a:gd name="T39" fmla="*/ 0 h 214"/>
                  <a:gd name="T40" fmla="*/ 0 w 208"/>
                  <a:gd name="T41" fmla="*/ 0 h 214"/>
                  <a:gd name="T42" fmla="*/ 0 w 208"/>
                  <a:gd name="T43" fmla="*/ 0 h 214"/>
                  <a:gd name="T44" fmla="*/ 0 w 208"/>
                  <a:gd name="T45" fmla="*/ 0 h 214"/>
                  <a:gd name="T46" fmla="*/ 0 w 208"/>
                  <a:gd name="T47" fmla="*/ 0 h 214"/>
                  <a:gd name="T48" fmla="*/ 0 w 208"/>
                  <a:gd name="T49" fmla="*/ 0 h 214"/>
                  <a:gd name="T50" fmla="*/ 0 w 208"/>
                  <a:gd name="T51" fmla="*/ 0 h 214"/>
                  <a:gd name="T52" fmla="*/ 0 w 208"/>
                  <a:gd name="T53" fmla="*/ 0 h 214"/>
                  <a:gd name="T54" fmla="*/ 0 w 208"/>
                  <a:gd name="T55" fmla="*/ 0 h 214"/>
                  <a:gd name="T56" fmla="*/ 0 w 208"/>
                  <a:gd name="T57" fmla="*/ 0 h 214"/>
                  <a:gd name="T58" fmla="*/ 0 w 208"/>
                  <a:gd name="T59" fmla="*/ 0 h 214"/>
                  <a:gd name="T60" fmla="*/ 0 w 208"/>
                  <a:gd name="T61" fmla="*/ 0 h 214"/>
                  <a:gd name="T62" fmla="*/ 0 w 208"/>
                  <a:gd name="T63" fmla="*/ 0 h 214"/>
                  <a:gd name="T64" fmla="*/ 0 w 208"/>
                  <a:gd name="T65" fmla="*/ 0 h 2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8"/>
                  <a:gd name="T100" fmla="*/ 0 h 214"/>
                  <a:gd name="T101" fmla="*/ 208 w 208"/>
                  <a:gd name="T102" fmla="*/ 214 h 2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8" h="214">
                    <a:moveTo>
                      <a:pt x="146" y="206"/>
                    </a:moveTo>
                    <a:lnTo>
                      <a:pt x="125" y="212"/>
                    </a:lnTo>
                    <a:lnTo>
                      <a:pt x="105" y="214"/>
                    </a:lnTo>
                    <a:lnTo>
                      <a:pt x="84" y="212"/>
                    </a:lnTo>
                    <a:lnTo>
                      <a:pt x="66" y="206"/>
                    </a:lnTo>
                    <a:lnTo>
                      <a:pt x="48" y="196"/>
                    </a:lnTo>
                    <a:lnTo>
                      <a:pt x="31" y="183"/>
                    </a:lnTo>
                    <a:lnTo>
                      <a:pt x="18" y="168"/>
                    </a:lnTo>
                    <a:lnTo>
                      <a:pt x="8" y="149"/>
                    </a:lnTo>
                    <a:lnTo>
                      <a:pt x="2" y="129"/>
                    </a:lnTo>
                    <a:lnTo>
                      <a:pt x="0" y="108"/>
                    </a:lnTo>
                    <a:lnTo>
                      <a:pt x="2" y="86"/>
                    </a:lnTo>
                    <a:lnTo>
                      <a:pt x="8" y="67"/>
                    </a:lnTo>
                    <a:lnTo>
                      <a:pt x="17" y="49"/>
                    </a:lnTo>
                    <a:lnTo>
                      <a:pt x="29" y="33"/>
                    </a:lnTo>
                    <a:lnTo>
                      <a:pt x="45" y="19"/>
                    </a:lnTo>
                    <a:lnTo>
                      <a:pt x="63" y="8"/>
                    </a:lnTo>
                    <a:lnTo>
                      <a:pt x="83" y="2"/>
                    </a:lnTo>
                    <a:lnTo>
                      <a:pt x="104" y="0"/>
                    </a:lnTo>
                    <a:lnTo>
                      <a:pt x="123" y="2"/>
                    </a:lnTo>
                    <a:lnTo>
                      <a:pt x="142" y="7"/>
                    </a:lnTo>
                    <a:lnTo>
                      <a:pt x="161" y="17"/>
                    </a:lnTo>
                    <a:lnTo>
                      <a:pt x="176" y="30"/>
                    </a:lnTo>
                    <a:lnTo>
                      <a:pt x="189" y="45"/>
                    </a:lnTo>
                    <a:lnTo>
                      <a:pt x="200" y="63"/>
                    </a:lnTo>
                    <a:lnTo>
                      <a:pt x="206" y="84"/>
                    </a:lnTo>
                    <a:lnTo>
                      <a:pt x="208" y="105"/>
                    </a:lnTo>
                    <a:lnTo>
                      <a:pt x="206" y="127"/>
                    </a:lnTo>
                    <a:lnTo>
                      <a:pt x="201" y="147"/>
                    </a:lnTo>
                    <a:lnTo>
                      <a:pt x="191" y="164"/>
                    </a:lnTo>
                    <a:lnTo>
                      <a:pt x="179" y="181"/>
                    </a:lnTo>
                    <a:lnTo>
                      <a:pt x="164" y="195"/>
                    </a:lnTo>
                    <a:lnTo>
                      <a:pt x="146" y="206"/>
                    </a:lnTo>
                    <a:close/>
                  </a:path>
                </a:pathLst>
              </a:custGeom>
              <a:solidFill>
                <a:srgbClr val="EB5F6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5" name="Freeform 88">
                <a:extLst>
                  <a:ext uri="{FF2B5EF4-FFF2-40B4-BE49-F238E27FC236}">
                    <a16:creationId xmlns:a16="http://schemas.microsoft.com/office/drawing/2014/main" id="{41EE5A48-DD1B-48B1-BDD2-74F6F7A9A70C}"/>
                  </a:ext>
                </a:extLst>
              </p:cNvPr>
              <p:cNvSpPr>
                <a:spLocks/>
              </p:cNvSpPr>
              <p:nvPr/>
            </p:nvSpPr>
            <p:spPr bwMode="auto">
              <a:xfrm>
                <a:off x="1192" y="3083"/>
                <a:ext cx="8" cy="10"/>
              </a:xfrm>
              <a:custGeom>
                <a:avLst/>
                <a:gdLst>
                  <a:gd name="T0" fmla="*/ 0 w 189"/>
                  <a:gd name="T1" fmla="*/ 0 h 194"/>
                  <a:gd name="T2" fmla="*/ 0 w 189"/>
                  <a:gd name="T3" fmla="*/ 0 h 194"/>
                  <a:gd name="T4" fmla="*/ 0 w 189"/>
                  <a:gd name="T5" fmla="*/ 0 h 194"/>
                  <a:gd name="T6" fmla="*/ 0 w 189"/>
                  <a:gd name="T7" fmla="*/ 0 h 194"/>
                  <a:gd name="T8" fmla="*/ 0 w 189"/>
                  <a:gd name="T9" fmla="*/ 0 h 194"/>
                  <a:gd name="T10" fmla="*/ 0 w 189"/>
                  <a:gd name="T11" fmla="*/ 0 h 194"/>
                  <a:gd name="T12" fmla="*/ 0 w 189"/>
                  <a:gd name="T13" fmla="*/ 0 h 194"/>
                  <a:gd name="T14" fmla="*/ 0 w 189"/>
                  <a:gd name="T15" fmla="*/ 0 h 194"/>
                  <a:gd name="T16" fmla="*/ 0 w 189"/>
                  <a:gd name="T17" fmla="*/ 0 h 194"/>
                  <a:gd name="T18" fmla="*/ 0 w 189"/>
                  <a:gd name="T19" fmla="*/ 0 h 194"/>
                  <a:gd name="T20" fmla="*/ 0 w 189"/>
                  <a:gd name="T21" fmla="*/ 0 h 194"/>
                  <a:gd name="T22" fmla="*/ 0 w 189"/>
                  <a:gd name="T23" fmla="*/ 0 h 194"/>
                  <a:gd name="T24" fmla="*/ 0 w 189"/>
                  <a:gd name="T25" fmla="*/ 0 h 194"/>
                  <a:gd name="T26" fmla="*/ 0 w 189"/>
                  <a:gd name="T27" fmla="*/ 0 h 194"/>
                  <a:gd name="T28" fmla="*/ 0 w 189"/>
                  <a:gd name="T29" fmla="*/ 0 h 194"/>
                  <a:gd name="T30" fmla="*/ 0 w 189"/>
                  <a:gd name="T31" fmla="*/ 0 h 194"/>
                  <a:gd name="T32" fmla="*/ 0 w 189"/>
                  <a:gd name="T33" fmla="*/ 0 h 194"/>
                  <a:gd name="T34" fmla="*/ 0 w 189"/>
                  <a:gd name="T35" fmla="*/ 0 h 194"/>
                  <a:gd name="T36" fmla="*/ 0 w 189"/>
                  <a:gd name="T37" fmla="*/ 0 h 194"/>
                  <a:gd name="T38" fmla="*/ 0 w 189"/>
                  <a:gd name="T39" fmla="*/ 0 h 194"/>
                  <a:gd name="T40" fmla="*/ 0 w 189"/>
                  <a:gd name="T41" fmla="*/ 0 h 194"/>
                  <a:gd name="T42" fmla="*/ 0 w 189"/>
                  <a:gd name="T43" fmla="*/ 0 h 194"/>
                  <a:gd name="T44" fmla="*/ 0 w 189"/>
                  <a:gd name="T45" fmla="*/ 0 h 194"/>
                  <a:gd name="T46" fmla="*/ 0 w 189"/>
                  <a:gd name="T47" fmla="*/ 0 h 194"/>
                  <a:gd name="T48" fmla="*/ 0 w 189"/>
                  <a:gd name="T49" fmla="*/ 0 h 194"/>
                  <a:gd name="T50" fmla="*/ 0 w 189"/>
                  <a:gd name="T51" fmla="*/ 0 h 194"/>
                  <a:gd name="T52" fmla="*/ 0 w 189"/>
                  <a:gd name="T53" fmla="*/ 0 h 194"/>
                  <a:gd name="T54" fmla="*/ 0 w 189"/>
                  <a:gd name="T55" fmla="*/ 0 h 194"/>
                  <a:gd name="T56" fmla="*/ 0 w 189"/>
                  <a:gd name="T57" fmla="*/ 0 h 194"/>
                  <a:gd name="T58" fmla="*/ 0 w 189"/>
                  <a:gd name="T59" fmla="*/ 0 h 194"/>
                  <a:gd name="T60" fmla="*/ 0 w 189"/>
                  <a:gd name="T61" fmla="*/ 0 h 194"/>
                  <a:gd name="T62" fmla="*/ 0 w 189"/>
                  <a:gd name="T63" fmla="*/ 0 h 194"/>
                  <a:gd name="T64" fmla="*/ 0 w 189"/>
                  <a:gd name="T65" fmla="*/ 0 h 19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9"/>
                  <a:gd name="T100" fmla="*/ 0 h 194"/>
                  <a:gd name="T101" fmla="*/ 189 w 189"/>
                  <a:gd name="T102" fmla="*/ 194 h 19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9" h="194">
                    <a:moveTo>
                      <a:pt x="131" y="187"/>
                    </a:moveTo>
                    <a:lnTo>
                      <a:pt x="113" y="193"/>
                    </a:lnTo>
                    <a:lnTo>
                      <a:pt x="95" y="194"/>
                    </a:lnTo>
                    <a:lnTo>
                      <a:pt x="76" y="192"/>
                    </a:lnTo>
                    <a:lnTo>
                      <a:pt x="59" y="187"/>
                    </a:lnTo>
                    <a:lnTo>
                      <a:pt x="44" y="178"/>
                    </a:lnTo>
                    <a:lnTo>
                      <a:pt x="29" y="167"/>
                    </a:lnTo>
                    <a:lnTo>
                      <a:pt x="17" y="152"/>
                    </a:lnTo>
                    <a:lnTo>
                      <a:pt x="8" y="135"/>
                    </a:lnTo>
                    <a:lnTo>
                      <a:pt x="2" y="116"/>
                    </a:lnTo>
                    <a:lnTo>
                      <a:pt x="0" y="97"/>
                    </a:lnTo>
                    <a:lnTo>
                      <a:pt x="2" y="79"/>
                    </a:lnTo>
                    <a:lnTo>
                      <a:pt x="7" y="61"/>
                    </a:lnTo>
                    <a:lnTo>
                      <a:pt x="15" y="45"/>
                    </a:lnTo>
                    <a:lnTo>
                      <a:pt x="26" y="30"/>
                    </a:lnTo>
                    <a:lnTo>
                      <a:pt x="41" y="17"/>
                    </a:lnTo>
                    <a:lnTo>
                      <a:pt x="57" y="8"/>
                    </a:lnTo>
                    <a:lnTo>
                      <a:pt x="75" y="1"/>
                    </a:lnTo>
                    <a:lnTo>
                      <a:pt x="95" y="0"/>
                    </a:lnTo>
                    <a:lnTo>
                      <a:pt x="112" y="1"/>
                    </a:lnTo>
                    <a:lnTo>
                      <a:pt x="130" y="7"/>
                    </a:lnTo>
                    <a:lnTo>
                      <a:pt x="146" y="15"/>
                    </a:lnTo>
                    <a:lnTo>
                      <a:pt x="160" y="27"/>
                    </a:lnTo>
                    <a:lnTo>
                      <a:pt x="172" y="41"/>
                    </a:lnTo>
                    <a:lnTo>
                      <a:pt x="181" y="58"/>
                    </a:lnTo>
                    <a:lnTo>
                      <a:pt x="187" y="77"/>
                    </a:lnTo>
                    <a:lnTo>
                      <a:pt x="189" y="96"/>
                    </a:lnTo>
                    <a:lnTo>
                      <a:pt x="188" y="114"/>
                    </a:lnTo>
                    <a:lnTo>
                      <a:pt x="182" y="132"/>
                    </a:lnTo>
                    <a:lnTo>
                      <a:pt x="174" y="149"/>
                    </a:lnTo>
                    <a:lnTo>
                      <a:pt x="163" y="165"/>
                    </a:lnTo>
                    <a:lnTo>
                      <a:pt x="149" y="177"/>
                    </a:lnTo>
                    <a:lnTo>
                      <a:pt x="131" y="187"/>
                    </a:lnTo>
                    <a:close/>
                  </a:path>
                </a:pathLst>
              </a:custGeom>
              <a:solidFill>
                <a:srgbClr val="F0878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6" name="Freeform 89">
                <a:extLst>
                  <a:ext uri="{FF2B5EF4-FFF2-40B4-BE49-F238E27FC236}">
                    <a16:creationId xmlns:a16="http://schemas.microsoft.com/office/drawing/2014/main" id="{4A6E8A15-6119-4D13-8543-6BF8984F4085}"/>
                  </a:ext>
                </a:extLst>
              </p:cNvPr>
              <p:cNvSpPr>
                <a:spLocks/>
              </p:cNvSpPr>
              <p:nvPr/>
            </p:nvSpPr>
            <p:spPr bwMode="auto">
              <a:xfrm>
                <a:off x="1192" y="3083"/>
                <a:ext cx="8" cy="10"/>
              </a:xfrm>
              <a:custGeom>
                <a:avLst/>
                <a:gdLst>
                  <a:gd name="T0" fmla="*/ 0 w 171"/>
                  <a:gd name="T1" fmla="*/ 0 h 177"/>
                  <a:gd name="T2" fmla="*/ 0 w 171"/>
                  <a:gd name="T3" fmla="*/ 0 h 177"/>
                  <a:gd name="T4" fmla="*/ 0 w 171"/>
                  <a:gd name="T5" fmla="*/ 0 h 177"/>
                  <a:gd name="T6" fmla="*/ 0 w 171"/>
                  <a:gd name="T7" fmla="*/ 0 h 177"/>
                  <a:gd name="T8" fmla="*/ 0 w 171"/>
                  <a:gd name="T9" fmla="*/ 0 h 177"/>
                  <a:gd name="T10" fmla="*/ 0 w 171"/>
                  <a:gd name="T11" fmla="*/ 0 h 177"/>
                  <a:gd name="T12" fmla="*/ 0 w 171"/>
                  <a:gd name="T13" fmla="*/ 0 h 177"/>
                  <a:gd name="T14" fmla="*/ 0 w 171"/>
                  <a:gd name="T15" fmla="*/ 0 h 177"/>
                  <a:gd name="T16" fmla="*/ 0 w 171"/>
                  <a:gd name="T17" fmla="*/ 0 h 177"/>
                  <a:gd name="T18" fmla="*/ 0 w 171"/>
                  <a:gd name="T19" fmla="*/ 0 h 177"/>
                  <a:gd name="T20" fmla="*/ 0 w 171"/>
                  <a:gd name="T21" fmla="*/ 0 h 177"/>
                  <a:gd name="T22" fmla="*/ 0 w 171"/>
                  <a:gd name="T23" fmla="*/ 0 h 177"/>
                  <a:gd name="T24" fmla="*/ 0 w 171"/>
                  <a:gd name="T25" fmla="*/ 0 h 177"/>
                  <a:gd name="T26" fmla="*/ 0 w 171"/>
                  <a:gd name="T27" fmla="*/ 0 h 177"/>
                  <a:gd name="T28" fmla="*/ 0 w 171"/>
                  <a:gd name="T29" fmla="*/ 0 h 177"/>
                  <a:gd name="T30" fmla="*/ 0 w 171"/>
                  <a:gd name="T31" fmla="*/ 0 h 177"/>
                  <a:gd name="T32" fmla="*/ 0 w 171"/>
                  <a:gd name="T33" fmla="*/ 0 h 177"/>
                  <a:gd name="T34" fmla="*/ 0 w 171"/>
                  <a:gd name="T35" fmla="*/ 0 h 177"/>
                  <a:gd name="T36" fmla="*/ 0 w 171"/>
                  <a:gd name="T37" fmla="*/ 0 h 177"/>
                  <a:gd name="T38" fmla="*/ 0 w 171"/>
                  <a:gd name="T39" fmla="*/ 0 h 177"/>
                  <a:gd name="T40" fmla="*/ 0 w 171"/>
                  <a:gd name="T41" fmla="*/ 0 h 177"/>
                  <a:gd name="T42" fmla="*/ 0 w 171"/>
                  <a:gd name="T43" fmla="*/ 0 h 177"/>
                  <a:gd name="T44" fmla="*/ 0 w 171"/>
                  <a:gd name="T45" fmla="*/ 0 h 177"/>
                  <a:gd name="T46" fmla="*/ 0 w 171"/>
                  <a:gd name="T47" fmla="*/ 0 h 177"/>
                  <a:gd name="T48" fmla="*/ 0 w 171"/>
                  <a:gd name="T49" fmla="*/ 0 h 177"/>
                  <a:gd name="T50" fmla="*/ 0 w 171"/>
                  <a:gd name="T51" fmla="*/ 0 h 177"/>
                  <a:gd name="T52" fmla="*/ 0 w 171"/>
                  <a:gd name="T53" fmla="*/ 0 h 177"/>
                  <a:gd name="T54" fmla="*/ 0 w 171"/>
                  <a:gd name="T55" fmla="*/ 0 h 177"/>
                  <a:gd name="T56" fmla="*/ 0 w 171"/>
                  <a:gd name="T57" fmla="*/ 0 h 177"/>
                  <a:gd name="T58" fmla="*/ 0 w 171"/>
                  <a:gd name="T59" fmla="*/ 0 h 177"/>
                  <a:gd name="T60" fmla="*/ 0 w 171"/>
                  <a:gd name="T61" fmla="*/ 0 h 177"/>
                  <a:gd name="T62" fmla="*/ 0 w 171"/>
                  <a:gd name="T63" fmla="*/ 0 h 177"/>
                  <a:gd name="T64" fmla="*/ 0 w 171"/>
                  <a:gd name="T65" fmla="*/ 0 h 1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77"/>
                  <a:gd name="T101" fmla="*/ 171 w 171"/>
                  <a:gd name="T102" fmla="*/ 177 h 1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77">
                    <a:moveTo>
                      <a:pt x="120" y="170"/>
                    </a:moveTo>
                    <a:lnTo>
                      <a:pt x="104" y="175"/>
                    </a:lnTo>
                    <a:lnTo>
                      <a:pt x="87" y="177"/>
                    </a:lnTo>
                    <a:lnTo>
                      <a:pt x="70" y="176"/>
                    </a:lnTo>
                    <a:lnTo>
                      <a:pt x="54" y="171"/>
                    </a:lnTo>
                    <a:lnTo>
                      <a:pt x="40" y="163"/>
                    </a:lnTo>
                    <a:lnTo>
                      <a:pt x="27" y="152"/>
                    </a:lnTo>
                    <a:lnTo>
                      <a:pt x="15" y="139"/>
                    </a:lnTo>
                    <a:lnTo>
                      <a:pt x="7" y="124"/>
                    </a:lnTo>
                    <a:lnTo>
                      <a:pt x="2" y="107"/>
                    </a:lnTo>
                    <a:lnTo>
                      <a:pt x="0" y="90"/>
                    </a:lnTo>
                    <a:lnTo>
                      <a:pt x="2" y="72"/>
                    </a:lnTo>
                    <a:lnTo>
                      <a:pt x="7" y="56"/>
                    </a:lnTo>
                    <a:lnTo>
                      <a:pt x="14" y="41"/>
                    </a:lnTo>
                    <a:lnTo>
                      <a:pt x="25" y="28"/>
                    </a:lnTo>
                    <a:lnTo>
                      <a:pt x="37" y="16"/>
                    </a:lnTo>
                    <a:lnTo>
                      <a:pt x="52" y="8"/>
                    </a:lnTo>
                    <a:lnTo>
                      <a:pt x="68" y="2"/>
                    </a:lnTo>
                    <a:lnTo>
                      <a:pt x="85" y="0"/>
                    </a:lnTo>
                    <a:lnTo>
                      <a:pt x="102" y="2"/>
                    </a:lnTo>
                    <a:lnTo>
                      <a:pt x="117" y="7"/>
                    </a:lnTo>
                    <a:lnTo>
                      <a:pt x="132" y="15"/>
                    </a:lnTo>
                    <a:lnTo>
                      <a:pt x="145" y="25"/>
                    </a:lnTo>
                    <a:lnTo>
                      <a:pt x="156" y="38"/>
                    </a:lnTo>
                    <a:lnTo>
                      <a:pt x="164" y="53"/>
                    </a:lnTo>
                    <a:lnTo>
                      <a:pt x="169" y="70"/>
                    </a:lnTo>
                    <a:lnTo>
                      <a:pt x="171" y="88"/>
                    </a:lnTo>
                    <a:lnTo>
                      <a:pt x="169" y="105"/>
                    </a:lnTo>
                    <a:lnTo>
                      <a:pt x="165" y="121"/>
                    </a:lnTo>
                    <a:lnTo>
                      <a:pt x="158" y="136"/>
                    </a:lnTo>
                    <a:lnTo>
                      <a:pt x="148" y="150"/>
                    </a:lnTo>
                    <a:lnTo>
                      <a:pt x="136" y="162"/>
                    </a:lnTo>
                    <a:lnTo>
                      <a:pt x="120" y="170"/>
                    </a:lnTo>
                    <a:close/>
                  </a:path>
                </a:pathLst>
              </a:custGeom>
              <a:solidFill>
                <a:srgbClr val="F5AEB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7" name="Freeform 90">
                <a:extLst>
                  <a:ext uri="{FF2B5EF4-FFF2-40B4-BE49-F238E27FC236}">
                    <a16:creationId xmlns:a16="http://schemas.microsoft.com/office/drawing/2014/main" id="{DCCAB152-8853-467C-B4D8-E17A5A09BEDE}"/>
                  </a:ext>
                </a:extLst>
              </p:cNvPr>
              <p:cNvSpPr>
                <a:spLocks/>
              </p:cNvSpPr>
              <p:nvPr/>
            </p:nvSpPr>
            <p:spPr bwMode="auto">
              <a:xfrm>
                <a:off x="1193" y="3083"/>
                <a:ext cx="7" cy="9"/>
              </a:xfrm>
              <a:custGeom>
                <a:avLst/>
                <a:gdLst>
                  <a:gd name="T0" fmla="*/ 0 w 152"/>
                  <a:gd name="T1" fmla="*/ 0 h 156"/>
                  <a:gd name="T2" fmla="*/ 0 w 152"/>
                  <a:gd name="T3" fmla="*/ 0 h 156"/>
                  <a:gd name="T4" fmla="*/ 0 w 152"/>
                  <a:gd name="T5" fmla="*/ 0 h 156"/>
                  <a:gd name="T6" fmla="*/ 0 w 152"/>
                  <a:gd name="T7" fmla="*/ 0 h 156"/>
                  <a:gd name="T8" fmla="*/ 0 w 152"/>
                  <a:gd name="T9" fmla="*/ 0 h 156"/>
                  <a:gd name="T10" fmla="*/ 0 w 152"/>
                  <a:gd name="T11" fmla="*/ 0 h 156"/>
                  <a:gd name="T12" fmla="*/ 0 w 152"/>
                  <a:gd name="T13" fmla="*/ 0 h 156"/>
                  <a:gd name="T14" fmla="*/ 0 w 152"/>
                  <a:gd name="T15" fmla="*/ 0 h 156"/>
                  <a:gd name="T16" fmla="*/ 0 w 152"/>
                  <a:gd name="T17" fmla="*/ 0 h 156"/>
                  <a:gd name="T18" fmla="*/ 0 w 152"/>
                  <a:gd name="T19" fmla="*/ 0 h 156"/>
                  <a:gd name="T20" fmla="*/ 0 w 152"/>
                  <a:gd name="T21" fmla="*/ 0 h 156"/>
                  <a:gd name="T22" fmla="*/ 0 w 152"/>
                  <a:gd name="T23" fmla="*/ 0 h 156"/>
                  <a:gd name="T24" fmla="*/ 0 w 152"/>
                  <a:gd name="T25" fmla="*/ 0 h 156"/>
                  <a:gd name="T26" fmla="*/ 0 w 152"/>
                  <a:gd name="T27" fmla="*/ 0 h 156"/>
                  <a:gd name="T28" fmla="*/ 0 w 152"/>
                  <a:gd name="T29" fmla="*/ 0 h 156"/>
                  <a:gd name="T30" fmla="*/ 0 w 152"/>
                  <a:gd name="T31" fmla="*/ 0 h 156"/>
                  <a:gd name="T32" fmla="*/ 0 w 152"/>
                  <a:gd name="T33" fmla="*/ 0 h 156"/>
                  <a:gd name="T34" fmla="*/ 0 w 152"/>
                  <a:gd name="T35" fmla="*/ 0 h 156"/>
                  <a:gd name="T36" fmla="*/ 0 w 152"/>
                  <a:gd name="T37" fmla="*/ 0 h 156"/>
                  <a:gd name="T38" fmla="*/ 0 w 152"/>
                  <a:gd name="T39" fmla="*/ 0 h 156"/>
                  <a:gd name="T40" fmla="*/ 0 w 152"/>
                  <a:gd name="T41" fmla="*/ 0 h 156"/>
                  <a:gd name="T42" fmla="*/ 0 w 152"/>
                  <a:gd name="T43" fmla="*/ 0 h 156"/>
                  <a:gd name="T44" fmla="*/ 0 w 152"/>
                  <a:gd name="T45" fmla="*/ 0 h 156"/>
                  <a:gd name="T46" fmla="*/ 0 w 152"/>
                  <a:gd name="T47" fmla="*/ 0 h 156"/>
                  <a:gd name="T48" fmla="*/ 0 w 152"/>
                  <a:gd name="T49" fmla="*/ 0 h 156"/>
                  <a:gd name="T50" fmla="*/ 0 w 152"/>
                  <a:gd name="T51" fmla="*/ 0 h 156"/>
                  <a:gd name="T52" fmla="*/ 0 w 152"/>
                  <a:gd name="T53" fmla="*/ 0 h 156"/>
                  <a:gd name="T54" fmla="*/ 0 w 152"/>
                  <a:gd name="T55" fmla="*/ 0 h 156"/>
                  <a:gd name="T56" fmla="*/ 0 w 152"/>
                  <a:gd name="T57" fmla="*/ 0 h 156"/>
                  <a:gd name="T58" fmla="*/ 0 w 152"/>
                  <a:gd name="T59" fmla="*/ 0 h 156"/>
                  <a:gd name="T60" fmla="*/ 0 w 152"/>
                  <a:gd name="T61" fmla="*/ 0 h 156"/>
                  <a:gd name="T62" fmla="*/ 0 w 152"/>
                  <a:gd name="T63" fmla="*/ 0 h 156"/>
                  <a:gd name="T64" fmla="*/ 0 w 152"/>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2"/>
                  <a:gd name="T100" fmla="*/ 0 h 156"/>
                  <a:gd name="T101" fmla="*/ 152 w 152"/>
                  <a:gd name="T102" fmla="*/ 156 h 1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2" h="156">
                    <a:moveTo>
                      <a:pt x="106" y="149"/>
                    </a:moveTo>
                    <a:lnTo>
                      <a:pt x="92" y="155"/>
                    </a:lnTo>
                    <a:lnTo>
                      <a:pt x="77" y="156"/>
                    </a:lnTo>
                    <a:lnTo>
                      <a:pt x="63" y="155"/>
                    </a:lnTo>
                    <a:lnTo>
                      <a:pt x="48" y="150"/>
                    </a:lnTo>
                    <a:lnTo>
                      <a:pt x="35" y="143"/>
                    </a:lnTo>
                    <a:lnTo>
                      <a:pt x="24" y="133"/>
                    </a:lnTo>
                    <a:lnTo>
                      <a:pt x="14" y="122"/>
                    </a:lnTo>
                    <a:lnTo>
                      <a:pt x="6" y="108"/>
                    </a:lnTo>
                    <a:lnTo>
                      <a:pt x="2" y="93"/>
                    </a:lnTo>
                    <a:lnTo>
                      <a:pt x="0" y="78"/>
                    </a:lnTo>
                    <a:lnTo>
                      <a:pt x="1" y="63"/>
                    </a:lnTo>
                    <a:lnTo>
                      <a:pt x="5" y="49"/>
                    </a:lnTo>
                    <a:lnTo>
                      <a:pt x="13" y="35"/>
                    </a:lnTo>
                    <a:lnTo>
                      <a:pt x="22" y="24"/>
                    </a:lnTo>
                    <a:lnTo>
                      <a:pt x="33" y="13"/>
                    </a:lnTo>
                    <a:lnTo>
                      <a:pt x="46" y="6"/>
                    </a:lnTo>
                    <a:lnTo>
                      <a:pt x="60" y="1"/>
                    </a:lnTo>
                    <a:lnTo>
                      <a:pt x="76" y="0"/>
                    </a:lnTo>
                    <a:lnTo>
                      <a:pt x="90" y="1"/>
                    </a:lnTo>
                    <a:lnTo>
                      <a:pt x="104" y="5"/>
                    </a:lnTo>
                    <a:lnTo>
                      <a:pt x="118" y="11"/>
                    </a:lnTo>
                    <a:lnTo>
                      <a:pt x="129" y="21"/>
                    </a:lnTo>
                    <a:lnTo>
                      <a:pt x="139" y="32"/>
                    </a:lnTo>
                    <a:lnTo>
                      <a:pt x="146" y="46"/>
                    </a:lnTo>
                    <a:lnTo>
                      <a:pt x="150" y="61"/>
                    </a:lnTo>
                    <a:lnTo>
                      <a:pt x="152" y="77"/>
                    </a:lnTo>
                    <a:lnTo>
                      <a:pt x="151" y="91"/>
                    </a:lnTo>
                    <a:lnTo>
                      <a:pt x="147" y="106"/>
                    </a:lnTo>
                    <a:lnTo>
                      <a:pt x="140" y="120"/>
                    </a:lnTo>
                    <a:lnTo>
                      <a:pt x="131" y="131"/>
                    </a:lnTo>
                    <a:lnTo>
                      <a:pt x="120" y="142"/>
                    </a:lnTo>
                    <a:lnTo>
                      <a:pt x="106" y="149"/>
                    </a:lnTo>
                    <a:close/>
                  </a:path>
                </a:pathLst>
              </a:custGeom>
              <a:solidFill>
                <a:srgbClr val="FAD6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8" name="Freeform 91">
                <a:extLst>
                  <a:ext uri="{FF2B5EF4-FFF2-40B4-BE49-F238E27FC236}">
                    <a16:creationId xmlns:a16="http://schemas.microsoft.com/office/drawing/2014/main" id="{EBFD7CA3-5D6D-4E0F-AFF6-70F697603A75}"/>
                  </a:ext>
                </a:extLst>
              </p:cNvPr>
              <p:cNvSpPr>
                <a:spLocks/>
              </p:cNvSpPr>
              <p:nvPr/>
            </p:nvSpPr>
            <p:spPr bwMode="auto">
              <a:xfrm>
                <a:off x="1193" y="3083"/>
                <a:ext cx="6" cy="8"/>
              </a:xfrm>
              <a:custGeom>
                <a:avLst/>
                <a:gdLst>
                  <a:gd name="T0" fmla="*/ 0 w 134"/>
                  <a:gd name="T1" fmla="*/ 0 h 139"/>
                  <a:gd name="T2" fmla="*/ 0 w 134"/>
                  <a:gd name="T3" fmla="*/ 0 h 139"/>
                  <a:gd name="T4" fmla="*/ 0 w 134"/>
                  <a:gd name="T5" fmla="*/ 0 h 139"/>
                  <a:gd name="T6" fmla="*/ 0 w 134"/>
                  <a:gd name="T7" fmla="*/ 0 h 139"/>
                  <a:gd name="T8" fmla="*/ 0 w 134"/>
                  <a:gd name="T9" fmla="*/ 0 h 139"/>
                  <a:gd name="T10" fmla="*/ 0 w 134"/>
                  <a:gd name="T11" fmla="*/ 0 h 139"/>
                  <a:gd name="T12" fmla="*/ 0 w 134"/>
                  <a:gd name="T13" fmla="*/ 0 h 139"/>
                  <a:gd name="T14" fmla="*/ 0 w 134"/>
                  <a:gd name="T15" fmla="*/ 0 h 139"/>
                  <a:gd name="T16" fmla="*/ 0 w 134"/>
                  <a:gd name="T17" fmla="*/ 0 h 139"/>
                  <a:gd name="T18" fmla="*/ 0 w 134"/>
                  <a:gd name="T19" fmla="*/ 0 h 139"/>
                  <a:gd name="T20" fmla="*/ 0 w 134"/>
                  <a:gd name="T21" fmla="*/ 0 h 139"/>
                  <a:gd name="T22" fmla="*/ 0 w 134"/>
                  <a:gd name="T23" fmla="*/ 0 h 139"/>
                  <a:gd name="T24" fmla="*/ 0 w 134"/>
                  <a:gd name="T25" fmla="*/ 0 h 139"/>
                  <a:gd name="T26" fmla="*/ 0 w 134"/>
                  <a:gd name="T27" fmla="*/ 0 h 139"/>
                  <a:gd name="T28" fmla="*/ 0 w 134"/>
                  <a:gd name="T29" fmla="*/ 0 h 139"/>
                  <a:gd name="T30" fmla="*/ 0 w 134"/>
                  <a:gd name="T31" fmla="*/ 0 h 139"/>
                  <a:gd name="T32" fmla="*/ 0 w 134"/>
                  <a:gd name="T33" fmla="*/ 0 h 139"/>
                  <a:gd name="T34" fmla="*/ 0 w 134"/>
                  <a:gd name="T35" fmla="*/ 0 h 139"/>
                  <a:gd name="T36" fmla="*/ 0 w 134"/>
                  <a:gd name="T37" fmla="*/ 0 h 139"/>
                  <a:gd name="T38" fmla="*/ 0 w 134"/>
                  <a:gd name="T39" fmla="*/ 0 h 139"/>
                  <a:gd name="T40" fmla="*/ 0 w 134"/>
                  <a:gd name="T41" fmla="*/ 0 h 139"/>
                  <a:gd name="T42" fmla="*/ 0 w 134"/>
                  <a:gd name="T43" fmla="*/ 0 h 139"/>
                  <a:gd name="T44" fmla="*/ 0 w 134"/>
                  <a:gd name="T45" fmla="*/ 0 h 139"/>
                  <a:gd name="T46" fmla="*/ 0 w 134"/>
                  <a:gd name="T47" fmla="*/ 0 h 139"/>
                  <a:gd name="T48" fmla="*/ 0 w 134"/>
                  <a:gd name="T49" fmla="*/ 0 h 139"/>
                  <a:gd name="T50" fmla="*/ 0 w 134"/>
                  <a:gd name="T51" fmla="*/ 0 h 139"/>
                  <a:gd name="T52" fmla="*/ 0 w 134"/>
                  <a:gd name="T53" fmla="*/ 0 h 139"/>
                  <a:gd name="T54" fmla="*/ 0 w 134"/>
                  <a:gd name="T55" fmla="*/ 0 h 139"/>
                  <a:gd name="T56" fmla="*/ 0 w 134"/>
                  <a:gd name="T57" fmla="*/ 0 h 139"/>
                  <a:gd name="T58" fmla="*/ 0 w 134"/>
                  <a:gd name="T59" fmla="*/ 0 h 139"/>
                  <a:gd name="T60" fmla="*/ 0 w 134"/>
                  <a:gd name="T61" fmla="*/ 0 h 139"/>
                  <a:gd name="T62" fmla="*/ 0 w 134"/>
                  <a:gd name="T63" fmla="*/ 0 h 139"/>
                  <a:gd name="T64" fmla="*/ 0 w 134"/>
                  <a:gd name="T65" fmla="*/ 0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4"/>
                  <a:gd name="T100" fmla="*/ 0 h 139"/>
                  <a:gd name="T101" fmla="*/ 134 w 134"/>
                  <a:gd name="T102" fmla="*/ 139 h 13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4" h="139">
                    <a:moveTo>
                      <a:pt x="93" y="134"/>
                    </a:moveTo>
                    <a:lnTo>
                      <a:pt x="80" y="138"/>
                    </a:lnTo>
                    <a:lnTo>
                      <a:pt x="68" y="139"/>
                    </a:lnTo>
                    <a:lnTo>
                      <a:pt x="55" y="138"/>
                    </a:lnTo>
                    <a:lnTo>
                      <a:pt x="42" y="134"/>
                    </a:lnTo>
                    <a:lnTo>
                      <a:pt x="30" y="127"/>
                    </a:lnTo>
                    <a:lnTo>
                      <a:pt x="20" y="119"/>
                    </a:lnTo>
                    <a:lnTo>
                      <a:pt x="12" y="109"/>
                    </a:lnTo>
                    <a:lnTo>
                      <a:pt x="5" y="97"/>
                    </a:lnTo>
                    <a:lnTo>
                      <a:pt x="1" y="83"/>
                    </a:lnTo>
                    <a:lnTo>
                      <a:pt x="0" y="70"/>
                    </a:lnTo>
                    <a:lnTo>
                      <a:pt x="1" y="57"/>
                    </a:lnTo>
                    <a:lnTo>
                      <a:pt x="5" y="44"/>
                    </a:lnTo>
                    <a:lnTo>
                      <a:pt x="11" y="31"/>
                    </a:lnTo>
                    <a:lnTo>
                      <a:pt x="19" y="21"/>
                    </a:lnTo>
                    <a:lnTo>
                      <a:pt x="28" y="12"/>
                    </a:lnTo>
                    <a:lnTo>
                      <a:pt x="40" y="5"/>
                    </a:lnTo>
                    <a:lnTo>
                      <a:pt x="54" y="1"/>
                    </a:lnTo>
                    <a:lnTo>
                      <a:pt x="66" y="0"/>
                    </a:lnTo>
                    <a:lnTo>
                      <a:pt x="79" y="1"/>
                    </a:lnTo>
                    <a:lnTo>
                      <a:pt x="91" y="5"/>
                    </a:lnTo>
                    <a:lnTo>
                      <a:pt x="104" y="11"/>
                    </a:lnTo>
                    <a:lnTo>
                      <a:pt x="114" y="20"/>
                    </a:lnTo>
                    <a:lnTo>
                      <a:pt x="122" y="29"/>
                    </a:lnTo>
                    <a:lnTo>
                      <a:pt x="129" y="42"/>
                    </a:lnTo>
                    <a:lnTo>
                      <a:pt x="133" y="56"/>
                    </a:lnTo>
                    <a:lnTo>
                      <a:pt x="134" y="68"/>
                    </a:lnTo>
                    <a:lnTo>
                      <a:pt x="133" y="82"/>
                    </a:lnTo>
                    <a:lnTo>
                      <a:pt x="129" y="95"/>
                    </a:lnTo>
                    <a:lnTo>
                      <a:pt x="123" y="107"/>
                    </a:lnTo>
                    <a:lnTo>
                      <a:pt x="115" y="118"/>
                    </a:lnTo>
                    <a:lnTo>
                      <a:pt x="106" y="126"/>
                    </a:lnTo>
                    <a:lnTo>
                      <a:pt x="93" y="1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89" name="Freeform 92">
                <a:extLst>
                  <a:ext uri="{FF2B5EF4-FFF2-40B4-BE49-F238E27FC236}">
                    <a16:creationId xmlns:a16="http://schemas.microsoft.com/office/drawing/2014/main" id="{DCF26364-5494-4847-B7DA-ECB9556C67AD}"/>
                  </a:ext>
                </a:extLst>
              </p:cNvPr>
              <p:cNvSpPr>
                <a:spLocks/>
              </p:cNvSpPr>
              <p:nvPr/>
            </p:nvSpPr>
            <p:spPr bwMode="auto">
              <a:xfrm>
                <a:off x="1185" y="3093"/>
                <a:ext cx="1" cy="2"/>
              </a:xfrm>
              <a:custGeom>
                <a:avLst/>
                <a:gdLst>
                  <a:gd name="T0" fmla="*/ 0 w 21"/>
                  <a:gd name="T1" fmla="*/ 0 h 33"/>
                  <a:gd name="T2" fmla="*/ 0 w 21"/>
                  <a:gd name="T3" fmla="*/ 0 h 33"/>
                  <a:gd name="T4" fmla="*/ 0 w 21"/>
                  <a:gd name="T5" fmla="*/ 0 h 33"/>
                  <a:gd name="T6" fmla="*/ 0 w 21"/>
                  <a:gd name="T7" fmla="*/ 0 h 33"/>
                  <a:gd name="T8" fmla="*/ 0 w 21"/>
                  <a:gd name="T9" fmla="*/ 0 h 33"/>
                  <a:gd name="T10" fmla="*/ 0 w 21"/>
                  <a:gd name="T11" fmla="*/ 0 h 33"/>
                  <a:gd name="T12" fmla="*/ 0 w 21"/>
                  <a:gd name="T13" fmla="*/ 0 h 33"/>
                  <a:gd name="T14" fmla="*/ 0 w 21"/>
                  <a:gd name="T15" fmla="*/ 0 h 33"/>
                  <a:gd name="T16" fmla="*/ 0 w 21"/>
                  <a:gd name="T17" fmla="*/ 0 h 33"/>
                  <a:gd name="T18" fmla="*/ 0 w 21"/>
                  <a:gd name="T19" fmla="*/ 0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33"/>
                  <a:gd name="T32" fmla="*/ 21 w 21"/>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33">
                    <a:moveTo>
                      <a:pt x="11" y="0"/>
                    </a:moveTo>
                    <a:lnTo>
                      <a:pt x="5" y="3"/>
                    </a:lnTo>
                    <a:lnTo>
                      <a:pt x="1" y="8"/>
                    </a:lnTo>
                    <a:lnTo>
                      <a:pt x="0" y="15"/>
                    </a:lnTo>
                    <a:lnTo>
                      <a:pt x="1" y="20"/>
                    </a:lnTo>
                    <a:lnTo>
                      <a:pt x="4" y="26"/>
                    </a:lnTo>
                    <a:lnTo>
                      <a:pt x="8" y="31"/>
                    </a:lnTo>
                    <a:lnTo>
                      <a:pt x="14" y="33"/>
                    </a:lnTo>
                    <a:lnTo>
                      <a:pt x="21" y="32"/>
                    </a:lnTo>
                    <a:lnTo>
                      <a:pt x="11" y="0"/>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0" name="Freeform 93">
                <a:extLst>
                  <a:ext uri="{FF2B5EF4-FFF2-40B4-BE49-F238E27FC236}">
                    <a16:creationId xmlns:a16="http://schemas.microsoft.com/office/drawing/2014/main" id="{39471444-D5CE-42E0-B31A-C73CB44BB91B}"/>
                  </a:ext>
                </a:extLst>
              </p:cNvPr>
              <p:cNvSpPr>
                <a:spLocks/>
              </p:cNvSpPr>
              <p:nvPr/>
            </p:nvSpPr>
            <p:spPr bwMode="auto">
              <a:xfrm>
                <a:off x="1186" y="3089"/>
                <a:ext cx="3" cy="6"/>
              </a:xfrm>
              <a:custGeom>
                <a:avLst/>
                <a:gdLst>
                  <a:gd name="T0" fmla="*/ 0 w 75"/>
                  <a:gd name="T1" fmla="*/ 0 h 98"/>
                  <a:gd name="T2" fmla="*/ 0 w 75"/>
                  <a:gd name="T3" fmla="*/ 0 h 98"/>
                  <a:gd name="T4" fmla="*/ 0 w 75"/>
                  <a:gd name="T5" fmla="*/ 0 h 98"/>
                  <a:gd name="T6" fmla="*/ 0 w 75"/>
                  <a:gd name="T7" fmla="*/ 0 h 98"/>
                  <a:gd name="T8" fmla="*/ 0 w 75"/>
                  <a:gd name="T9" fmla="*/ 0 h 98"/>
                  <a:gd name="T10" fmla="*/ 0 w 75"/>
                  <a:gd name="T11" fmla="*/ 0 h 98"/>
                  <a:gd name="T12" fmla="*/ 0 w 75"/>
                  <a:gd name="T13" fmla="*/ 0 h 98"/>
                  <a:gd name="T14" fmla="*/ 0 w 75"/>
                  <a:gd name="T15" fmla="*/ 0 h 98"/>
                  <a:gd name="T16" fmla="*/ 0 w 75"/>
                  <a:gd name="T17" fmla="*/ 0 h 98"/>
                  <a:gd name="T18" fmla="*/ 0 w 75"/>
                  <a:gd name="T19" fmla="*/ 0 h 98"/>
                  <a:gd name="T20" fmla="*/ 0 w 75"/>
                  <a:gd name="T21" fmla="*/ 0 h 98"/>
                  <a:gd name="T22" fmla="*/ 0 w 75"/>
                  <a:gd name="T23" fmla="*/ 0 h 98"/>
                  <a:gd name="T24" fmla="*/ 0 w 75"/>
                  <a:gd name="T25" fmla="*/ 0 h 98"/>
                  <a:gd name="T26" fmla="*/ 0 w 75"/>
                  <a:gd name="T27" fmla="*/ 0 h 98"/>
                  <a:gd name="T28" fmla="*/ 0 w 75"/>
                  <a:gd name="T29" fmla="*/ 0 h 98"/>
                  <a:gd name="T30" fmla="*/ 0 w 75"/>
                  <a:gd name="T31" fmla="*/ 0 h 98"/>
                  <a:gd name="T32" fmla="*/ 0 w 75"/>
                  <a:gd name="T33" fmla="*/ 0 h 98"/>
                  <a:gd name="T34" fmla="*/ 0 w 75"/>
                  <a:gd name="T35" fmla="*/ 0 h 98"/>
                  <a:gd name="T36" fmla="*/ 0 w 75"/>
                  <a:gd name="T37" fmla="*/ 0 h 98"/>
                  <a:gd name="T38" fmla="*/ 0 w 75"/>
                  <a:gd name="T39" fmla="*/ 0 h 98"/>
                  <a:gd name="T40" fmla="*/ 0 w 75"/>
                  <a:gd name="T41" fmla="*/ 0 h 9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5"/>
                  <a:gd name="T64" fmla="*/ 0 h 98"/>
                  <a:gd name="T65" fmla="*/ 75 w 75"/>
                  <a:gd name="T66" fmla="*/ 98 h 9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5" h="98">
                    <a:moveTo>
                      <a:pt x="40" y="12"/>
                    </a:moveTo>
                    <a:lnTo>
                      <a:pt x="40" y="12"/>
                    </a:lnTo>
                    <a:lnTo>
                      <a:pt x="42" y="22"/>
                    </a:lnTo>
                    <a:lnTo>
                      <a:pt x="42" y="28"/>
                    </a:lnTo>
                    <a:lnTo>
                      <a:pt x="39" y="37"/>
                    </a:lnTo>
                    <a:lnTo>
                      <a:pt x="36" y="43"/>
                    </a:lnTo>
                    <a:lnTo>
                      <a:pt x="30" y="49"/>
                    </a:lnTo>
                    <a:lnTo>
                      <a:pt x="21" y="57"/>
                    </a:lnTo>
                    <a:lnTo>
                      <a:pt x="12" y="61"/>
                    </a:lnTo>
                    <a:lnTo>
                      <a:pt x="0" y="66"/>
                    </a:lnTo>
                    <a:lnTo>
                      <a:pt x="10" y="98"/>
                    </a:lnTo>
                    <a:lnTo>
                      <a:pt x="26" y="92"/>
                    </a:lnTo>
                    <a:lnTo>
                      <a:pt x="39" y="84"/>
                    </a:lnTo>
                    <a:lnTo>
                      <a:pt x="50" y="74"/>
                    </a:lnTo>
                    <a:lnTo>
                      <a:pt x="63" y="64"/>
                    </a:lnTo>
                    <a:lnTo>
                      <a:pt x="70" y="49"/>
                    </a:lnTo>
                    <a:lnTo>
                      <a:pt x="75" y="34"/>
                    </a:lnTo>
                    <a:lnTo>
                      <a:pt x="75" y="18"/>
                    </a:lnTo>
                    <a:lnTo>
                      <a:pt x="71" y="0"/>
                    </a:lnTo>
                    <a:lnTo>
                      <a:pt x="40" y="12"/>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1" name="Freeform 94">
                <a:extLst>
                  <a:ext uri="{FF2B5EF4-FFF2-40B4-BE49-F238E27FC236}">
                    <a16:creationId xmlns:a16="http://schemas.microsoft.com/office/drawing/2014/main" id="{C85F720D-BEDD-4623-BE87-F25F6B90C3D6}"/>
                  </a:ext>
                </a:extLst>
              </p:cNvPr>
              <p:cNvSpPr>
                <a:spLocks/>
              </p:cNvSpPr>
              <p:nvPr/>
            </p:nvSpPr>
            <p:spPr bwMode="auto">
              <a:xfrm>
                <a:off x="1184" y="3087"/>
                <a:ext cx="5" cy="3"/>
              </a:xfrm>
              <a:custGeom>
                <a:avLst/>
                <a:gdLst>
                  <a:gd name="T0" fmla="*/ 0 w 108"/>
                  <a:gd name="T1" fmla="*/ 0 h 49"/>
                  <a:gd name="T2" fmla="*/ 0 w 108"/>
                  <a:gd name="T3" fmla="*/ 0 h 49"/>
                  <a:gd name="T4" fmla="*/ 0 w 108"/>
                  <a:gd name="T5" fmla="*/ 0 h 49"/>
                  <a:gd name="T6" fmla="*/ 0 w 108"/>
                  <a:gd name="T7" fmla="*/ 0 h 49"/>
                  <a:gd name="T8" fmla="*/ 0 w 108"/>
                  <a:gd name="T9" fmla="*/ 0 h 49"/>
                  <a:gd name="T10" fmla="*/ 0 w 108"/>
                  <a:gd name="T11" fmla="*/ 0 h 49"/>
                  <a:gd name="T12" fmla="*/ 0 w 108"/>
                  <a:gd name="T13" fmla="*/ 0 h 49"/>
                  <a:gd name="T14" fmla="*/ 0 w 108"/>
                  <a:gd name="T15" fmla="*/ 0 h 49"/>
                  <a:gd name="T16" fmla="*/ 0 w 108"/>
                  <a:gd name="T17" fmla="*/ 0 h 49"/>
                  <a:gd name="T18" fmla="*/ 0 w 108"/>
                  <a:gd name="T19" fmla="*/ 0 h 49"/>
                  <a:gd name="T20" fmla="*/ 0 w 108"/>
                  <a:gd name="T21" fmla="*/ 0 h 49"/>
                  <a:gd name="T22" fmla="*/ 0 w 108"/>
                  <a:gd name="T23" fmla="*/ 0 h 49"/>
                  <a:gd name="T24" fmla="*/ 0 w 108"/>
                  <a:gd name="T25" fmla="*/ 0 h 49"/>
                  <a:gd name="T26" fmla="*/ 0 w 108"/>
                  <a:gd name="T27" fmla="*/ 0 h 49"/>
                  <a:gd name="T28" fmla="*/ 0 w 108"/>
                  <a:gd name="T29" fmla="*/ 0 h 49"/>
                  <a:gd name="T30" fmla="*/ 0 w 108"/>
                  <a:gd name="T31" fmla="*/ 0 h 49"/>
                  <a:gd name="T32" fmla="*/ 0 w 108"/>
                  <a:gd name="T33" fmla="*/ 0 h 49"/>
                  <a:gd name="T34" fmla="*/ 0 w 108"/>
                  <a:gd name="T35" fmla="*/ 0 h 49"/>
                  <a:gd name="T36" fmla="*/ 0 w 108"/>
                  <a:gd name="T37" fmla="*/ 0 h 49"/>
                  <a:gd name="T38" fmla="*/ 0 w 108"/>
                  <a:gd name="T39" fmla="*/ 0 h 49"/>
                  <a:gd name="T40" fmla="*/ 0 w 108"/>
                  <a:gd name="T41" fmla="*/ 0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49"/>
                  <a:gd name="T65" fmla="*/ 108 w 108"/>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49">
                    <a:moveTo>
                      <a:pt x="20" y="43"/>
                    </a:moveTo>
                    <a:lnTo>
                      <a:pt x="20" y="43"/>
                    </a:lnTo>
                    <a:lnTo>
                      <a:pt x="27" y="39"/>
                    </a:lnTo>
                    <a:lnTo>
                      <a:pt x="36" y="35"/>
                    </a:lnTo>
                    <a:lnTo>
                      <a:pt x="45" y="33"/>
                    </a:lnTo>
                    <a:lnTo>
                      <a:pt x="54" y="33"/>
                    </a:lnTo>
                    <a:lnTo>
                      <a:pt x="62" y="36"/>
                    </a:lnTo>
                    <a:lnTo>
                      <a:pt x="69" y="39"/>
                    </a:lnTo>
                    <a:lnTo>
                      <a:pt x="74" y="43"/>
                    </a:lnTo>
                    <a:lnTo>
                      <a:pt x="77" y="49"/>
                    </a:lnTo>
                    <a:lnTo>
                      <a:pt x="108" y="37"/>
                    </a:lnTo>
                    <a:lnTo>
                      <a:pt x="98" y="22"/>
                    </a:lnTo>
                    <a:lnTo>
                      <a:pt x="87" y="11"/>
                    </a:lnTo>
                    <a:lnTo>
                      <a:pt x="74" y="4"/>
                    </a:lnTo>
                    <a:lnTo>
                      <a:pt x="58" y="0"/>
                    </a:lnTo>
                    <a:lnTo>
                      <a:pt x="41" y="0"/>
                    </a:lnTo>
                    <a:lnTo>
                      <a:pt x="26" y="3"/>
                    </a:lnTo>
                    <a:lnTo>
                      <a:pt x="13" y="9"/>
                    </a:lnTo>
                    <a:lnTo>
                      <a:pt x="0" y="18"/>
                    </a:lnTo>
                    <a:lnTo>
                      <a:pt x="20" y="43"/>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2" name="Freeform 95">
                <a:extLst>
                  <a:ext uri="{FF2B5EF4-FFF2-40B4-BE49-F238E27FC236}">
                    <a16:creationId xmlns:a16="http://schemas.microsoft.com/office/drawing/2014/main" id="{4122943A-7DCB-4113-BA39-34A7E7773D5C}"/>
                  </a:ext>
                </a:extLst>
              </p:cNvPr>
              <p:cNvSpPr>
                <a:spLocks/>
              </p:cNvSpPr>
              <p:nvPr/>
            </p:nvSpPr>
            <p:spPr bwMode="auto">
              <a:xfrm>
                <a:off x="1182" y="3088"/>
                <a:ext cx="3" cy="8"/>
              </a:xfrm>
              <a:custGeom>
                <a:avLst/>
                <a:gdLst>
                  <a:gd name="T0" fmla="*/ 0 w 69"/>
                  <a:gd name="T1" fmla="*/ 0 h 129"/>
                  <a:gd name="T2" fmla="*/ 0 w 69"/>
                  <a:gd name="T3" fmla="*/ 0 h 129"/>
                  <a:gd name="T4" fmla="*/ 0 w 69"/>
                  <a:gd name="T5" fmla="*/ 0 h 129"/>
                  <a:gd name="T6" fmla="*/ 0 w 69"/>
                  <a:gd name="T7" fmla="*/ 0 h 129"/>
                  <a:gd name="T8" fmla="*/ 0 w 69"/>
                  <a:gd name="T9" fmla="*/ 0 h 129"/>
                  <a:gd name="T10" fmla="*/ 0 w 69"/>
                  <a:gd name="T11" fmla="*/ 0 h 129"/>
                  <a:gd name="T12" fmla="*/ 0 w 69"/>
                  <a:gd name="T13" fmla="*/ 0 h 129"/>
                  <a:gd name="T14" fmla="*/ 0 w 69"/>
                  <a:gd name="T15" fmla="*/ 0 h 129"/>
                  <a:gd name="T16" fmla="*/ 0 w 69"/>
                  <a:gd name="T17" fmla="*/ 0 h 129"/>
                  <a:gd name="T18" fmla="*/ 0 w 69"/>
                  <a:gd name="T19" fmla="*/ 0 h 129"/>
                  <a:gd name="T20" fmla="*/ 0 w 69"/>
                  <a:gd name="T21" fmla="*/ 0 h 129"/>
                  <a:gd name="T22" fmla="*/ 0 w 69"/>
                  <a:gd name="T23" fmla="*/ 0 h 129"/>
                  <a:gd name="T24" fmla="*/ 0 w 69"/>
                  <a:gd name="T25" fmla="*/ 0 h 129"/>
                  <a:gd name="T26" fmla="*/ 0 w 69"/>
                  <a:gd name="T27" fmla="*/ 0 h 129"/>
                  <a:gd name="T28" fmla="*/ 0 w 69"/>
                  <a:gd name="T29" fmla="*/ 0 h 129"/>
                  <a:gd name="T30" fmla="*/ 0 w 69"/>
                  <a:gd name="T31" fmla="*/ 0 h 129"/>
                  <a:gd name="T32" fmla="*/ 0 w 69"/>
                  <a:gd name="T33" fmla="*/ 0 h 129"/>
                  <a:gd name="T34" fmla="*/ 0 w 69"/>
                  <a:gd name="T35" fmla="*/ 0 h 129"/>
                  <a:gd name="T36" fmla="*/ 0 w 69"/>
                  <a:gd name="T37" fmla="*/ 0 h 129"/>
                  <a:gd name="T38" fmla="*/ 0 w 69"/>
                  <a:gd name="T39" fmla="*/ 0 h 129"/>
                  <a:gd name="T40" fmla="*/ 0 w 69"/>
                  <a:gd name="T41" fmla="*/ 0 h 1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129"/>
                  <a:gd name="T65" fmla="*/ 69 w 69"/>
                  <a:gd name="T66" fmla="*/ 129 h 1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129">
                    <a:moveTo>
                      <a:pt x="36" y="112"/>
                    </a:moveTo>
                    <a:lnTo>
                      <a:pt x="36" y="112"/>
                    </a:lnTo>
                    <a:lnTo>
                      <a:pt x="33" y="104"/>
                    </a:lnTo>
                    <a:lnTo>
                      <a:pt x="32" y="95"/>
                    </a:lnTo>
                    <a:lnTo>
                      <a:pt x="34" y="83"/>
                    </a:lnTo>
                    <a:lnTo>
                      <a:pt x="38" y="69"/>
                    </a:lnTo>
                    <a:lnTo>
                      <a:pt x="44" y="58"/>
                    </a:lnTo>
                    <a:lnTo>
                      <a:pt x="52" y="44"/>
                    </a:lnTo>
                    <a:lnTo>
                      <a:pt x="60" y="34"/>
                    </a:lnTo>
                    <a:lnTo>
                      <a:pt x="69" y="25"/>
                    </a:lnTo>
                    <a:lnTo>
                      <a:pt x="49" y="0"/>
                    </a:lnTo>
                    <a:lnTo>
                      <a:pt x="37" y="11"/>
                    </a:lnTo>
                    <a:lnTo>
                      <a:pt x="25" y="25"/>
                    </a:lnTo>
                    <a:lnTo>
                      <a:pt x="16" y="41"/>
                    </a:lnTo>
                    <a:lnTo>
                      <a:pt x="8" y="57"/>
                    </a:lnTo>
                    <a:lnTo>
                      <a:pt x="2" y="75"/>
                    </a:lnTo>
                    <a:lnTo>
                      <a:pt x="0" y="92"/>
                    </a:lnTo>
                    <a:lnTo>
                      <a:pt x="1" y="112"/>
                    </a:lnTo>
                    <a:lnTo>
                      <a:pt x="8" y="129"/>
                    </a:lnTo>
                    <a:lnTo>
                      <a:pt x="36" y="112"/>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3" name="Freeform 96">
                <a:extLst>
                  <a:ext uri="{FF2B5EF4-FFF2-40B4-BE49-F238E27FC236}">
                    <a16:creationId xmlns:a16="http://schemas.microsoft.com/office/drawing/2014/main" id="{B5AEDE82-D4BE-44DC-BA6A-228CDA42D192}"/>
                  </a:ext>
                </a:extLst>
              </p:cNvPr>
              <p:cNvSpPr>
                <a:spLocks/>
              </p:cNvSpPr>
              <p:nvPr/>
            </p:nvSpPr>
            <p:spPr bwMode="auto">
              <a:xfrm>
                <a:off x="1182" y="3095"/>
                <a:ext cx="5" cy="4"/>
              </a:xfrm>
              <a:custGeom>
                <a:avLst/>
                <a:gdLst>
                  <a:gd name="T0" fmla="*/ 0 w 117"/>
                  <a:gd name="T1" fmla="*/ 0 h 76"/>
                  <a:gd name="T2" fmla="*/ 0 w 117"/>
                  <a:gd name="T3" fmla="*/ 0 h 76"/>
                  <a:gd name="T4" fmla="*/ 0 w 117"/>
                  <a:gd name="T5" fmla="*/ 0 h 76"/>
                  <a:gd name="T6" fmla="*/ 0 w 117"/>
                  <a:gd name="T7" fmla="*/ 0 h 76"/>
                  <a:gd name="T8" fmla="*/ 0 w 117"/>
                  <a:gd name="T9" fmla="*/ 0 h 76"/>
                  <a:gd name="T10" fmla="*/ 0 w 117"/>
                  <a:gd name="T11" fmla="*/ 0 h 76"/>
                  <a:gd name="T12" fmla="*/ 0 w 117"/>
                  <a:gd name="T13" fmla="*/ 0 h 76"/>
                  <a:gd name="T14" fmla="*/ 0 w 117"/>
                  <a:gd name="T15" fmla="*/ 0 h 76"/>
                  <a:gd name="T16" fmla="*/ 0 w 117"/>
                  <a:gd name="T17" fmla="*/ 0 h 76"/>
                  <a:gd name="T18" fmla="*/ 0 w 117"/>
                  <a:gd name="T19" fmla="*/ 0 h 76"/>
                  <a:gd name="T20" fmla="*/ 0 w 117"/>
                  <a:gd name="T21" fmla="*/ 0 h 76"/>
                  <a:gd name="T22" fmla="*/ 0 w 117"/>
                  <a:gd name="T23" fmla="*/ 0 h 76"/>
                  <a:gd name="T24" fmla="*/ 0 w 117"/>
                  <a:gd name="T25" fmla="*/ 0 h 76"/>
                  <a:gd name="T26" fmla="*/ 0 w 117"/>
                  <a:gd name="T27" fmla="*/ 0 h 76"/>
                  <a:gd name="T28" fmla="*/ 0 w 117"/>
                  <a:gd name="T29" fmla="*/ 0 h 76"/>
                  <a:gd name="T30" fmla="*/ 0 w 117"/>
                  <a:gd name="T31" fmla="*/ 0 h 76"/>
                  <a:gd name="T32" fmla="*/ 0 w 117"/>
                  <a:gd name="T33" fmla="*/ 0 h 76"/>
                  <a:gd name="T34" fmla="*/ 0 w 117"/>
                  <a:gd name="T35" fmla="*/ 0 h 76"/>
                  <a:gd name="T36" fmla="*/ 0 w 117"/>
                  <a:gd name="T37" fmla="*/ 0 h 76"/>
                  <a:gd name="T38" fmla="*/ 0 w 117"/>
                  <a:gd name="T39" fmla="*/ 0 h 76"/>
                  <a:gd name="T40" fmla="*/ 0 w 117"/>
                  <a:gd name="T41" fmla="*/ 0 h 7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7"/>
                  <a:gd name="T64" fmla="*/ 0 h 76"/>
                  <a:gd name="T65" fmla="*/ 117 w 117"/>
                  <a:gd name="T66" fmla="*/ 76 h 7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7" h="76">
                    <a:moveTo>
                      <a:pt x="107" y="41"/>
                    </a:moveTo>
                    <a:lnTo>
                      <a:pt x="107" y="41"/>
                    </a:lnTo>
                    <a:lnTo>
                      <a:pt x="96" y="43"/>
                    </a:lnTo>
                    <a:lnTo>
                      <a:pt x="83" y="43"/>
                    </a:lnTo>
                    <a:lnTo>
                      <a:pt x="72" y="42"/>
                    </a:lnTo>
                    <a:lnTo>
                      <a:pt x="62" y="36"/>
                    </a:lnTo>
                    <a:lnTo>
                      <a:pt x="52" y="30"/>
                    </a:lnTo>
                    <a:lnTo>
                      <a:pt x="43" y="23"/>
                    </a:lnTo>
                    <a:lnTo>
                      <a:pt x="35" y="13"/>
                    </a:lnTo>
                    <a:lnTo>
                      <a:pt x="28" y="0"/>
                    </a:lnTo>
                    <a:lnTo>
                      <a:pt x="0" y="17"/>
                    </a:lnTo>
                    <a:lnTo>
                      <a:pt x="9" y="32"/>
                    </a:lnTo>
                    <a:lnTo>
                      <a:pt x="20" y="46"/>
                    </a:lnTo>
                    <a:lnTo>
                      <a:pt x="33" y="57"/>
                    </a:lnTo>
                    <a:lnTo>
                      <a:pt x="48" y="66"/>
                    </a:lnTo>
                    <a:lnTo>
                      <a:pt x="64" y="73"/>
                    </a:lnTo>
                    <a:lnTo>
                      <a:pt x="81" y="76"/>
                    </a:lnTo>
                    <a:lnTo>
                      <a:pt x="98" y="76"/>
                    </a:lnTo>
                    <a:lnTo>
                      <a:pt x="117" y="72"/>
                    </a:lnTo>
                    <a:lnTo>
                      <a:pt x="107" y="41"/>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4" name="Freeform 97">
                <a:extLst>
                  <a:ext uri="{FF2B5EF4-FFF2-40B4-BE49-F238E27FC236}">
                    <a16:creationId xmlns:a16="http://schemas.microsoft.com/office/drawing/2014/main" id="{709AEC8A-1869-4D5A-83C9-0D9CA98AC2E0}"/>
                  </a:ext>
                </a:extLst>
              </p:cNvPr>
              <p:cNvSpPr>
                <a:spLocks/>
              </p:cNvSpPr>
              <p:nvPr/>
            </p:nvSpPr>
            <p:spPr bwMode="auto">
              <a:xfrm>
                <a:off x="1187" y="3094"/>
                <a:ext cx="4" cy="5"/>
              </a:xfrm>
              <a:custGeom>
                <a:avLst/>
                <a:gdLst>
                  <a:gd name="T0" fmla="*/ 0 w 79"/>
                  <a:gd name="T1" fmla="*/ 0 h 88"/>
                  <a:gd name="T2" fmla="*/ 0 w 79"/>
                  <a:gd name="T3" fmla="*/ 0 h 88"/>
                  <a:gd name="T4" fmla="*/ 0 w 79"/>
                  <a:gd name="T5" fmla="*/ 0 h 88"/>
                  <a:gd name="T6" fmla="*/ 0 w 79"/>
                  <a:gd name="T7" fmla="*/ 0 h 88"/>
                  <a:gd name="T8" fmla="*/ 0 w 79"/>
                  <a:gd name="T9" fmla="*/ 0 h 88"/>
                  <a:gd name="T10" fmla="*/ 0 w 79"/>
                  <a:gd name="T11" fmla="*/ 0 h 88"/>
                  <a:gd name="T12" fmla="*/ 0 w 79"/>
                  <a:gd name="T13" fmla="*/ 0 h 88"/>
                  <a:gd name="T14" fmla="*/ 0 w 79"/>
                  <a:gd name="T15" fmla="*/ 0 h 88"/>
                  <a:gd name="T16" fmla="*/ 0 w 79"/>
                  <a:gd name="T17" fmla="*/ 0 h 88"/>
                  <a:gd name="T18" fmla="*/ 0 w 79"/>
                  <a:gd name="T19" fmla="*/ 0 h 88"/>
                  <a:gd name="T20" fmla="*/ 0 w 79"/>
                  <a:gd name="T21" fmla="*/ 0 h 88"/>
                  <a:gd name="T22" fmla="*/ 0 w 79"/>
                  <a:gd name="T23" fmla="*/ 0 h 88"/>
                  <a:gd name="T24" fmla="*/ 0 w 79"/>
                  <a:gd name="T25" fmla="*/ 0 h 88"/>
                  <a:gd name="T26" fmla="*/ 0 w 79"/>
                  <a:gd name="T27" fmla="*/ 0 h 88"/>
                  <a:gd name="T28" fmla="*/ 0 w 79"/>
                  <a:gd name="T29" fmla="*/ 0 h 88"/>
                  <a:gd name="T30" fmla="*/ 0 w 79"/>
                  <a:gd name="T31" fmla="*/ 0 h 88"/>
                  <a:gd name="T32" fmla="*/ 0 w 79"/>
                  <a:gd name="T33" fmla="*/ 0 h 88"/>
                  <a:gd name="T34" fmla="*/ 0 w 79"/>
                  <a:gd name="T35" fmla="*/ 0 h 88"/>
                  <a:gd name="T36" fmla="*/ 0 w 79"/>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88"/>
                  <a:gd name="T59" fmla="*/ 79 w 79"/>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88">
                    <a:moveTo>
                      <a:pt x="47" y="0"/>
                    </a:moveTo>
                    <a:lnTo>
                      <a:pt x="46" y="8"/>
                    </a:lnTo>
                    <a:lnTo>
                      <a:pt x="44" y="15"/>
                    </a:lnTo>
                    <a:lnTo>
                      <a:pt x="40" y="24"/>
                    </a:lnTo>
                    <a:lnTo>
                      <a:pt x="35" y="32"/>
                    </a:lnTo>
                    <a:lnTo>
                      <a:pt x="28" y="39"/>
                    </a:lnTo>
                    <a:lnTo>
                      <a:pt x="21" y="46"/>
                    </a:lnTo>
                    <a:lnTo>
                      <a:pt x="11" y="52"/>
                    </a:lnTo>
                    <a:lnTo>
                      <a:pt x="0" y="57"/>
                    </a:lnTo>
                    <a:lnTo>
                      <a:pt x="10" y="88"/>
                    </a:lnTo>
                    <a:lnTo>
                      <a:pt x="25" y="82"/>
                    </a:lnTo>
                    <a:lnTo>
                      <a:pt x="40" y="73"/>
                    </a:lnTo>
                    <a:lnTo>
                      <a:pt x="51" y="64"/>
                    </a:lnTo>
                    <a:lnTo>
                      <a:pt x="61" y="53"/>
                    </a:lnTo>
                    <a:lnTo>
                      <a:pt x="68" y="41"/>
                    </a:lnTo>
                    <a:lnTo>
                      <a:pt x="74" y="28"/>
                    </a:lnTo>
                    <a:lnTo>
                      <a:pt x="78" y="14"/>
                    </a:lnTo>
                    <a:lnTo>
                      <a:pt x="79" y="2"/>
                    </a:lnTo>
                    <a:lnTo>
                      <a:pt x="47" y="0"/>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5" name="Freeform 98">
                <a:extLst>
                  <a:ext uri="{FF2B5EF4-FFF2-40B4-BE49-F238E27FC236}">
                    <a16:creationId xmlns:a16="http://schemas.microsoft.com/office/drawing/2014/main" id="{E753ADF4-C4F1-4871-8819-62152CA6EEC0}"/>
                  </a:ext>
                </a:extLst>
              </p:cNvPr>
              <p:cNvSpPr>
                <a:spLocks/>
              </p:cNvSpPr>
              <p:nvPr/>
            </p:nvSpPr>
            <p:spPr bwMode="auto">
              <a:xfrm>
                <a:off x="1186" y="3097"/>
                <a:ext cx="2" cy="1"/>
              </a:xfrm>
              <a:custGeom>
                <a:avLst/>
                <a:gdLst>
                  <a:gd name="T0" fmla="*/ 0 w 32"/>
                  <a:gd name="T1" fmla="*/ 0 h 18"/>
                  <a:gd name="T2" fmla="*/ 0 w 32"/>
                  <a:gd name="T3" fmla="*/ 0 h 18"/>
                  <a:gd name="T4" fmla="*/ 0 w 32"/>
                  <a:gd name="T5" fmla="*/ 0 h 18"/>
                  <a:gd name="T6" fmla="*/ 0 w 32"/>
                  <a:gd name="T7" fmla="*/ 0 h 18"/>
                  <a:gd name="T8" fmla="*/ 0 w 32"/>
                  <a:gd name="T9" fmla="*/ 0 h 18"/>
                  <a:gd name="T10" fmla="*/ 0 w 32"/>
                  <a:gd name="T11" fmla="*/ 0 h 18"/>
                  <a:gd name="T12" fmla="*/ 0 w 32"/>
                  <a:gd name="T13" fmla="*/ 0 h 18"/>
                  <a:gd name="T14" fmla="*/ 0 w 32"/>
                  <a:gd name="T15" fmla="*/ 0 h 18"/>
                  <a:gd name="T16" fmla="*/ 0 w 32"/>
                  <a:gd name="T17" fmla="*/ 0 h 18"/>
                  <a:gd name="T18" fmla="*/ 0 w 32"/>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18"/>
                  <a:gd name="T32" fmla="*/ 32 w 32"/>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18">
                    <a:moveTo>
                      <a:pt x="32" y="18"/>
                    </a:moveTo>
                    <a:lnTo>
                      <a:pt x="31" y="11"/>
                    </a:lnTo>
                    <a:lnTo>
                      <a:pt x="28" y="6"/>
                    </a:lnTo>
                    <a:lnTo>
                      <a:pt x="23" y="3"/>
                    </a:lnTo>
                    <a:lnTo>
                      <a:pt x="17" y="0"/>
                    </a:lnTo>
                    <a:lnTo>
                      <a:pt x="11" y="2"/>
                    </a:lnTo>
                    <a:lnTo>
                      <a:pt x="6" y="4"/>
                    </a:lnTo>
                    <a:lnTo>
                      <a:pt x="2" y="9"/>
                    </a:lnTo>
                    <a:lnTo>
                      <a:pt x="0" y="16"/>
                    </a:lnTo>
                    <a:lnTo>
                      <a:pt x="32" y="18"/>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6" name="Freeform 99">
                <a:extLst>
                  <a:ext uri="{FF2B5EF4-FFF2-40B4-BE49-F238E27FC236}">
                    <a16:creationId xmlns:a16="http://schemas.microsoft.com/office/drawing/2014/main" id="{AE2C21D4-DC85-459F-AADE-D626ED9AD556}"/>
                  </a:ext>
                </a:extLst>
              </p:cNvPr>
              <p:cNvSpPr>
                <a:spLocks/>
              </p:cNvSpPr>
              <p:nvPr/>
            </p:nvSpPr>
            <p:spPr bwMode="auto">
              <a:xfrm>
                <a:off x="1186" y="3094"/>
                <a:ext cx="1" cy="2"/>
              </a:xfrm>
              <a:custGeom>
                <a:avLst/>
                <a:gdLst>
                  <a:gd name="T0" fmla="*/ 0 w 22"/>
                  <a:gd name="T1" fmla="*/ 0 h 32"/>
                  <a:gd name="T2" fmla="*/ 0 w 22"/>
                  <a:gd name="T3" fmla="*/ 0 h 32"/>
                  <a:gd name="T4" fmla="*/ 0 w 22"/>
                  <a:gd name="T5" fmla="*/ 0 h 32"/>
                  <a:gd name="T6" fmla="*/ 0 w 22"/>
                  <a:gd name="T7" fmla="*/ 0 h 32"/>
                  <a:gd name="T8" fmla="*/ 0 w 22"/>
                  <a:gd name="T9" fmla="*/ 0 h 32"/>
                  <a:gd name="T10" fmla="*/ 0 w 22"/>
                  <a:gd name="T11" fmla="*/ 0 h 32"/>
                  <a:gd name="T12" fmla="*/ 0 w 22"/>
                  <a:gd name="T13" fmla="*/ 0 h 32"/>
                  <a:gd name="T14" fmla="*/ 0 w 22"/>
                  <a:gd name="T15" fmla="*/ 0 h 32"/>
                  <a:gd name="T16" fmla="*/ 0 w 22"/>
                  <a:gd name="T17" fmla="*/ 0 h 32"/>
                  <a:gd name="T18" fmla="*/ 0 w 22"/>
                  <a:gd name="T19" fmla="*/ 0 h 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32"/>
                  <a:gd name="T32" fmla="*/ 22 w 22"/>
                  <a:gd name="T33" fmla="*/ 32 h 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32">
                    <a:moveTo>
                      <a:pt x="12" y="0"/>
                    </a:moveTo>
                    <a:lnTo>
                      <a:pt x="5" y="3"/>
                    </a:lnTo>
                    <a:lnTo>
                      <a:pt x="1" y="8"/>
                    </a:lnTo>
                    <a:lnTo>
                      <a:pt x="0" y="14"/>
                    </a:lnTo>
                    <a:lnTo>
                      <a:pt x="1" y="20"/>
                    </a:lnTo>
                    <a:lnTo>
                      <a:pt x="4" y="26"/>
                    </a:lnTo>
                    <a:lnTo>
                      <a:pt x="9" y="30"/>
                    </a:lnTo>
                    <a:lnTo>
                      <a:pt x="15" y="32"/>
                    </a:lnTo>
                    <a:lnTo>
                      <a:pt x="22" y="31"/>
                    </a:lnTo>
                    <a:lnTo>
                      <a:pt x="12"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7" name="Freeform 100">
                <a:extLst>
                  <a:ext uri="{FF2B5EF4-FFF2-40B4-BE49-F238E27FC236}">
                    <a16:creationId xmlns:a16="http://schemas.microsoft.com/office/drawing/2014/main" id="{105795F6-BB47-4EFE-AF61-9092A5F665BC}"/>
                  </a:ext>
                </a:extLst>
              </p:cNvPr>
              <p:cNvSpPr>
                <a:spLocks/>
              </p:cNvSpPr>
              <p:nvPr/>
            </p:nvSpPr>
            <p:spPr bwMode="auto">
              <a:xfrm>
                <a:off x="1186" y="3090"/>
                <a:ext cx="4" cy="5"/>
              </a:xfrm>
              <a:custGeom>
                <a:avLst/>
                <a:gdLst>
                  <a:gd name="T0" fmla="*/ 0 w 74"/>
                  <a:gd name="T1" fmla="*/ 0 h 99"/>
                  <a:gd name="T2" fmla="*/ 0 w 74"/>
                  <a:gd name="T3" fmla="*/ 0 h 99"/>
                  <a:gd name="T4" fmla="*/ 0 w 74"/>
                  <a:gd name="T5" fmla="*/ 0 h 99"/>
                  <a:gd name="T6" fmla="*/ 0 w 74"/>
                  <a:gd name="T7" fmla="*/ 0 h 99"/>
                  <a:gd name="T8" fmla="*/ 0 w 74"/>
                  <a:gd name="T9" fmla="*/ 0 h 99"/>
                  <a:gd name="T10" fmla="*/ 0 w 74"/>
                  <a:gd name="T11" fmla="*/ 0 h 99"/>
                  <a:gd name="T12" fmla="*/ 0 w 74"/>
                  <a:gd name="T13" fmla="*/ 0 h 99"/>
                  <a:gd name="T14" fmla="*/ 0 w 74"/>
                  <a:gd name="T15" fmla="*/ 0 h 99"/>
                  <a:gd name="T16" fmla="*/ 0 w 74"/>
                  <a:gd name="T17" fmla="*/ 0 h 99"/>
                  <a:gd name="T18" fmla="*/ 0 w 74"/>
                  <a:gd name="T19" fmla="*/ 0 h 99"/>
                  <a:gd name="T20" fmla="*/ 0 w 74"/>
                  <a:gd name="T21" fmla="*/ 0 h 99"/>
                  <a:gd name="T22" fmla="*/ 0 w 74"/>
                  <a:gd name="T23" fmla="*/ 0 h 99"/>
                  <a:gd name="T24" fmla="*/ 0 w 74"/>
                  <a:gd name="T25" fmla="*/ 0 h 99"/>
                  <a:gd name="T26" fmla="*/ 0 w 74"/>
                  <a:gd name="T27" fmla="*/ 0 h 99"/>
                  <a:gd name="T28" fmla="*/ 0 w 74"/>
                  <a:gd name="T29" fmla="*/ 0 h 99"/>
                  <a:gd name="T30" fmla="*/ 0 w 74"/>
                  <a:gd name="T31" fmla="*/ 0 h 99"/>
                  <a:gd name="T32" fmla="*/ 0 w 74"/>
                  <a:gd name="T33" fmla="*/ 0 h 99"/>
                  <a:gd name="T34" fmla="*/ 0 w 74"/>
                  <a:gd name="T35" fmla="*/ 0 h 99"/>
                  <a:gd name="T36" fmla="*/ 0 w 74"/>
                  <a:gd name="T37" fmla="*/ 0 h 99"/>
                  <a:gd name="T38" fmla="*/ 0 w 74"/>
                  <a:gd name="T39" fmla="*/ 0 h 99"/>
                  <a:gd name="T40" fmla="*/ 0 w 74"/>
                  <a:gd name="T41" fmla="*/ 0 h 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
                  <a:gd name="T64" fmla="*/ 0 h 99"/>
                  <a:gd name="T65" fmla="*/ 74 w 74"/>
                  <a:gd name="T66" fmla="*/ 99 h 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 h="99">
                    <a:moveTo>
                      <a:pt x="39" y="13"/>
                    </a:moveTo>
                    <a:lnTo>
                      <a:pt x="39" y="12"/>
                    </a:lnTo>
                    <a:lnTo>
                      <a:pt x="41" y="22"/>
                    </a:lnTo>
                    <a:lnTo>
                      <a:pt x="41" y="30"/>
                    </a:lnTo>
                    <a:lnTo>
                      <a:pt x="38" y="37"/>
                    </a:lnTo>
                    <a:lnTo>
                      <a:pt x="35" y="43"/>
                    </a:lnTo>
                    <a:lnTo>
                      <a:pt x="28" y="51"/>
                    </a:lnTo>
                    <a:lnTo>
                      <a:pt x="20" y="58"/>
                    </a:lnTo>
                    <a:lnTo>
                      <a:pt x="11" y="62"/>
                    </a:lnTo>
                    <a:lnTo>
                      <a:pt x="0" y="68"/>
                    </a:lnTo>
                    <a:lnTo>
                      <a:pt x="10" y="99"/>
                    </a:lnTo>
                    <a:lnTo>
                      <a:pt x="25" y="94"/>
                    </a:lnTo>
                    <a:lnTo>
                      <a:pt x="38" y="85"/>
                    </a:lnTo>
                    <a:lnTo>
                      <a:pt x="51" y="76"/>
                    </a:lnTo>
                    <a:lnTo>
                      <a:pt x="62" y="64"/>
                    </a:lnTo>
                    <a:lnTo>
                      <a:pt x="69" y="52"/>
                    </a:lnTo>
                    <a:lnTo>
                      <a:pt x="74" y="36"/>
                    </a:lnTo>
                    <a:lnTo>
                      <a:pt x="74" y="18"/>
                    </a:lnTo>
                    <a:lnTo>
                      <a:pt x="70" y="1"/>
                    </a:lnTo>
                    <a:lnTo>
                      <a:pt x="70" y="0"/>
                    </a:lnTo>
                    <a:lnTo>
                      <a:pt x="39" y="13"/>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8" name="Freeform 101">
                <a:extLst>
                  <a:ext uri="{FF2B5EF4-FFF2-40B4-BE49-F238E27FC236}">
                    <a16:creationId xmlns:a16="http://schemas.microsoft.com/office/drawing/2014/main" id="{E4ACD97A-AC61-4B69-B52B-D53DFD78EEA4}"/>
                  </a:ext>
                </a:extLst>
              </p:cNvPr>
              <p:cNvSpPr>
                <a:spLocks/>
              </p:cNvSpPr>
              <p:nvPr/>
            </p:nvSpPr>
            <p:spPr bwMode="auto">
              <a:xfrm>
                <a:off x="1185" y="3088"/>
                <a:ext cx="5" cy="3"/>
              </a:xfrm>
              <a:custGeom>
                <a:avLst/>
                <a:gdLst>
                  <a:gd name="T0" fmla="*/ 0 w 108"/>
                  <a:gd name="T1" fmla="*/ 0 h 50"/>
                  <a:gd name="T2" fmla="*/ 0 w 108"/>
                  <a:gd name="T3" fmla="*/ 0 h 50"/>
                  <a:gd name="T4" fmla="*/ 0 w 108"/>
                  <a:gd name="T5" fmla="*/ 0 h 50"/>
                  <a:gd name="T6" fmla="*/ 0 w 108"/>
                  <a:gd name="T7" fmla="*/ 0 h 50"/>
                  <a:gd name="T8" fmla="*/ 0 w 108"/>
                  <a:gd name="T9" fmla="*/ 0 h 50"/>
                  <a:gd name="T10" fmla="*/ 0 w 108"/>
                  <a:gd name="T11" fmla="*/ 0 h 50"/>
                  <a:gd name="T12" fmla="*/ 0 w 108"/>
                  <a:gd name="T13" fmla="*/ 0 h 50"/>
                  <a:gd name="T14" fmla="*/ 0 w 108"/>
                  <a:gd name="T15" fmla="*/ 0 h 50"/>
                  <a:gd name="T16" fmla="*/ 0 w 108"/>
                  <a:gd name="T17" fmla="*/ 0 h 50"/>
                  <a:gd name="T18" fmla="*/ 0 w 108"/>
                  <a:gd name="T19" fmla="*/ 0 h 50"/>
                  <a:gd name="T20" fmla="*/ 0 w 108"/>
                  <a:gd name="T21" fmla="*/ 0 h 50"/>
                  <a:gd name="T22" fmla="*/ 0 w 108"/>
                  <a:gd name="T23" fmla="*/ 0 h 50"/>
                  <a:gd name="T24" fmla="*/ 0 w 108"/>
                  <a:gd name="T25" fmla="*/ 0 h 50"/>
                  <a:gd name="T26" fmla="*/ 0 w 108"/>
                  <a:gd name="T27" fmla="*/ 0 h 50"/>
                  <a:gd name="T28" fmla="*/ 0 w 108"/>
                  <a:gd name="T29" fmla="*/ 0 h 50"/>
                  <a:gd name="T30" fmla="*/ 0 w 108"/>
                  <a:gd name="T31" fmla="*/ 0 h 50"/>
                  <a:gd name="T32" fmla="*/ 0 w 108"/>
                  <a:gd name="T33" fmla="*/ 0 h 50"/>
                  <a:gd name="T34" fmla="*/ 0 w 108"/>
                  <a:gd name="T35" fmla="*/ 0 h 50"/>
                  <a:gd name="T36" fmla="*/ 0 w 108"/>
                  <a:gd name="T37" fmla="*/ 0 h 50"/>
                  <a:gd name="T38" fmla="*/ 0 w 108"/>
                  <a:gd name="T39" fmla="*/ 0 h 50"/>
                  <a:gd name="T40" fmla="*/ 0 w 108"/>
                  <a:gd name="T41" fmla="*/ 0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50"/>
                  <a:gd name="T65" fmla="*/ 108 w 108"/>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50">
                    <a:moveTo>
                      <a:pt x="20" y="44"/>
                    </a:moveTo>
                    <a:lnTo>
                      <a:pt x="20" y="43"/>
                    </a:lnTo>
                    <a:lnTo>
                      <a:pt x="27" y="39"/>
                    </a:lnTo>
                    <a:lnTo>
                      <a:pt x="37" y="35"/>
                    </a:lnTo>
                    <a:lnTo>
                      <a:pt x="46" y="34"/>
                    </a:lnTo>
                    <a:lnTo>
                      <a:pt x="54" y="34"/>
                    </a:lnTo>
                    <a:lnTo>
                      <a:pt x="61" y="36"/>
                    </a:lnTo>
                    <a:lnTo>
                      <a:pt x="69" y="39"/>
                    </a:lnTo>
                    <a:lnTo>
                      <a:pt x="74" y="43"/>
                    </a:lnTo>
                    <a:lnTo>
                      <a:pt x="77" y="50"/>
                    </a:lnTo>
                    <a:lnTo>
                      <a:pt x="108" y="37"/>
                    </a:lnTo>
                    <a:lnTo>
                      <a:pt x="99" y="22"/>
                    </a:lnTo>
                    <a:lnTo>
                      <a:pt x="88" y="12"/>
                    </a:lnTo>
                    <a:lnTo>
                      <a:pt x="73" y="4"/>
                    </a:lnTo>
                    <a:lnTo>
                      <a:pt x="58" y="0"/>
                    </a:lnTo>
                    <a:lnTo>
                      <a:pt x="42" y="0"/>
                    </a:lnTo>
                    <a:lnTo>
                      <a:pt x="26" y="3"/>
                    </a:lnTo>
                    <a:lnTo>
                      <a:pt x="13" y="10"/>
                    </a:lnTo>
                    <a:lnTo>
                      <a:pt x="0" y="18"/>
                    </a:lnTo>
                    <a:lnTo>
                      <a:pt x="0" y="17"/>
                    </a:lnTo>
                    <a:lnTo>
                      <a:pt x="20" y="44"/>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199" name="Freeform 102">
                <a:extLst>
                  <a:ext uri="{FF2B5EF4-FFF2-40B4-BE49-F238E27FC236}">
                    <a16:creationId xmlns:a16="http://schemas.microsoft.com/office/drawing/2014/main" id="{9B522976-0B33-42A9-805E-AD76459DF6E6}"/>
                  </a:ext>
                </a:extLst>
              </p:cNvPr>
              <p:cNvSpPr>
                <a:spLocks/>
              </p:cNvSpPr>
              <p:nvPr/>
            </p:nvSpPr>
            <p:spPr bwMode="auto">
              <a:xfrm>
                <a:off x="1182" y="3089"/>
                <a:ext cx="4" cy="7"/>
              </a:xfrm>
              <a:custGeom>
                <a:avLst/>
                <a:gdLst>
                  <a:gd name="T0" fmla="*/ 0 w 69"/>
                  <a:gd name="T1" fmla="*/ 0 h 131"/>
                  <a:gd name="T2" fmla="*/ 0 w 69"/>
                  <a:gd name="T3" fmla="*/ 0 h 131"/>
                  <a:gd name="T4" fmla="*/ 0 w 69"/>
                  <a:gd name="T5" fmla="*/ 0 h 131"/>
                  <a:gd name="T6" fmla="*/ 0 w 69"/>
                  <a:gd name="T7" fmla="*/ 0 h 131"/>
                  <a:gd name="T8" fmla="*/ 0 w 69"/>
                  <a:gd name="T9" fmla="*/ 0 h 131"/>
                  <a:gd name="T10" fmla="*/ 0 w 69"/>
                  <a:gd name="T11" fmla="*/ 0 h 131"/>
                  <a:gd name="T12" fmla="*/ 0 w 69"/>
                  <a:gd name="T13" fmla="*/ 0 h 131"/>
                  <a:gd name="T14" fmla="*/ 0 w 69"/>
                  <a:gd name="T15" fmla="*/ 0 h 131"/>
                  <a:gd name="T16" fmla="*/ 0 w 69"/>
                  <a:gd name="T17" fmla="*/ 0 h 131"/>
                  <a:gd name="T18" fmla="*/ 0 w 69"/>
                  <a:gd name="T19" fmla="*/ 0 h 131"/>
                  <a:gd name="T20" fmla="*/ 0 w 69"/>
                  <a:gd name="T21" fmla="*/ 0 h 131"/>
                  <a:gd name="T22" fmla="*/ 0 w 69"/>
                  <a:gd name="T23" fmla="*/ 0 h 131"/>
                  <a:gd name="T24" fmla="*/ 0 w 69"/>
                  <a:gd name="T25" fmla="*/ 0 h 131"/>
                  <a:gd name="T26" fmla="*/ 0 w 69"/>
                  <a:gd name="T27" fmla="*/ 0 h 131"/>
                  <a:gd name="T28" fmla="*/ 0 w 69"/>
                  <a:gd name="T29" fmla="*/ 0 h 131"/>
                  <a:gd name="T30" fmla="*/ 0 w 69"/>
                  <a:gd name="T31" fmla="*/ 0 h 131"/>
                  <a:gd name="T32" fmla="*/ 0 w 69"/>
                  <a:gd name="T33" fmla="*/ 0 h 131"/>
                  <a:gd name="T34" fmla="*/ 0 w 69"/>
                  <a:gd name="T35" fmla="*/ 0 h 131"/>
                  <a:gd name="T36" fmla="*/ 0 w 69"/>
                  <a:gd name="T37" fmla="*/ 0 h 131"/>
                  <a:gd name="T38" fmla="*/ 0 w 69"/>
                  <a:gd name="T39" fmla="*/ 0 h 131"/>
                  <a:gd name="T40" fmla="*/ 0 w 69"/>
                  <a:gd name="T41" fmla="*/ 0 h 1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131"/>
                  <a:gd name="T65" fmla="*/ 69 w 69"/>
                  <a:gd name="T66" fmla="*/ 131 h 13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131">
                    <a:moveTo>
                      <a:pt x="36" y="114"/>
                    </a:moveTo>
                    <a:lnTo>
                      <a:pt x="36" y="114"/>
                    </a:lnTo>
                    <a:lnTo>
                      <a:pt x="34" y="107"/>
                    </a:lnTo>
                    <a:lnTo>
                      <a:pt x="33" y="96"/>
                    </a:lnTo>
                    <a:lnTo>
                      <a:pt x="35" y="83"/>
                    </a:lnTo>
                    <a:lnTo>
                      <a:pt x="38" y="72"/>
                    </a:lnTo>
                    <a:lnTo>
                      <a:pt x="44" y="59"/>
                    </a:lnTo>
                    <a:lnTo>
                      <a:pt x="52" y="46"/>
                    </a:lnTo>
                    <a:lnTo>
                      <a:pt x="60" y="36"/>
                    </a:lnTo>
                    <a:lnTo>
                      <a:pt x="69" y="27"/>
                    </a:lnTo>
                    <a:lnTo>
                      <a:pt x="49" y="0"/>
                    </a:lnTo>
                    <a:lnTo>
                      <a:pt x="36" y="13"/>
                    </a:lnTo>
                    <a:lnTo>
                      <a:pt x="25" y="27"/>
                    </a:lnTo>
                    <a:lnTo>
                      <a:pt x="15" y="42"/>
                    </a:lnTo>
                    <a:lnTo>
                      <a:pt x="7" y="59"/>
                    </a:lnTo>
                    <a:lnTo>
                      <a:pt x="2" y="77"/>
                    </a:lnTo>
                    <a:lnTo>
                      <a:pt x="0" y="94"/>
                    </a:lnTo>
                    <a:lnTo>
                      <a:pt x="1" y="113"/>
                    </a:lnTo>
                    <a:lnTo>
                      <a:pt x="7" y="131"/>
                    </a:lnTo>
                    <a:lnTo>
                      <a:pt x="36" y="114"/>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0" name="Freeform 103">
                <a:extLst>
                  <a:ext uri="{FF2B5EF4-FFF2-40B4-BE49-F238E27FC236}">
                    <a16:creationId xmlns:a16="http://schemas.microsoft.com/office/drawing/2014/main" id="{8AE3095D-B401-4828-8777-5719B1126D7F}"/>
                  </a:ext>
                </a:extLst>
              </p:cNvPr>
              <p:cNvSpPr>
                <a:spLocks/>
              </p:cNvSpPr>
              <p:nvPr/>
            </p:nvSpPr>
            <p:spPr bwMode="auto">
              <a:xfrm>
                <a:off x="1183" y="3095"/>
                <a:ext cx="5" cy="4"/>
              </a:xfrm>
              <a:custGeom>
                <a:avLst/>
                <a:gdLst>
                  <a:gd name="T0" fmla="*/ 0 w 117"/>
                  <a:gd name="T1" fmla="*/ 0 h 77"/>
                  <a:gd name="T2" fmla="*/ 0 w 117"/>
                  <a:gd name="T3" fmla="*/ 0 h 77"/>
                  <a:gd name="T4" fmla="*/ 0 w 117"/>
                  <a:gd name="T5" fmla="*/ 0 h 77"/>
                  <a:gd name="T6" fmla="*/ 0 w 117"/>
                  <a:gd name="T7" fmla="*/ 0 h 77"/>
                  <a:gd name="T8" fmla="*/ 0 w 117"/>
                  <a:gd name="T9" fmla="*/ 0 h 77"/>
                  <a:gd name="T10" fmla="*/ 0 w 117"/>
                  <a:gd name="T11" fmla="*/ 0 h 77"/>
                  <a:gd name="T12" fmla="*/ 0 w 117"/>
                  <a:gd name="T13" fmla="*/ 0 h 77"/>
                  <a:gd name="T14" fmla="*/ 0 w 117"/>
                  <a:gd name="T15" fmla="*/ 0 h 77"/>
                  <a:gd name="T16" fmla="*/ 0 w 117"/>
                  <a:gd name="T17" fmla="*/ 0 h 77"/>
                  <a:gd name="T18" fmla="*/ 0 w 117"/>
                  <a:gd name="T19" fmla="*/ 0 h 77"/>
                  <a:gd name="T20" fmla="*/ 0 w 117"/>
                  <a:gd name="T21" fmla="*/ 0 h 77"/>
                  <a:gd name="T22" fmla="*/ 0 w 117"/>
                  <a:gd name="T23" fmla="*/ 0 h 77"/>
                  <a:gd name="T24" fmla="*/ 0 w 117"/>
                  <a:gd name="T25" fmla="*/ 0 h 77"/>
                  <a:gd name="T26" fmla="*/ 0 w 117"/>
                  <a:gd name="T27" fmla="*/ 0 h 77"/>
                  <a:gd name="T28" fmla="*/ 0 w 117"/>
                  <a:gd name="T29" fmla="*/ 0 h 77"/>
                  <a:gd name="T30" fmla="*/ 0 w 117"/>
                  <a:gd name="T31" fmla="*/ 0 h 77"/>
                  <a:gd name="T32" fmla="*/ 0 w 117"/>
                  <a:gd name="T33" fmla="*/ 0 h 77"/>
                  <a:gd name="T34" fmla="*/ 0 w 117"/>
                  <a:gd name="T35" fmla="*/ 0 h 77"/>
                  <a:gd name="T36" fmla="*/ 0 w 117"/>
                  <a:gd name="T37" fmla="*/ 0 h 77"/>
                  <a:gd name="T38" fmla="*/ 0 w 117"/>
                  <a:gd name="T39" fmla="*/ 0 h 77"/>
                  <a:gd name="T40" fmla="*/ 0 w 117"/>
                  <a:gd name="T41" fmla="*/ 0 h 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7"/>
                  <a:gd name="T64" fmla="*/ 0 h 77"/>
                  <a:gd name="T65" fmla="*/ 117 w 117"/>
                  <a:gd name="T66" fmla="*/ 77 h 7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7" h="77">
                    <a:moveTo>
                      <a:pt x="107" y="41"/>
                    </a:moveTo>
                    <a:lnTo>
                      <a:pt x="107" y="41"/>
                    </a:lnTo>
                    <a:lnTo>
                      <a:pt x="96" y="43"/>
                    </a:lnTo>
                    <a:lnTo>
                      <a:pt x="85" y="43"/>
                    </a:lnTo>
                    <a:lnTo>
                      <a:pt x="75" y="41"/>
                    </a:lnTo>
                    <a:lnTo>
                      <a:pt x="63" y="37"/>
                    </a:lnTo>
                    <a:lnTo>
                      <a:pt x="54" y="29"/>
                    </a:lnTo>
                    <a:lnTo>
                      <a:pt x="44" y="22"/>
                    </a:lnTo>
                    <a:lnTo>
                      <a:pt x="36" y="13"/>
                    </a:lnTo>
                    <a:lnTo>
                      <a:pt x="29" y="0"/>
                    </a:lnTo>
                    <a:lnTo>
                      <a:pt x="0" y="17"/>
                    </a:lnTo>
                    <a:lnTo>
                      <a:pt x="9" y="32"/>
                    </a:lnTo>
                    <a:lnTo>
                      <a:pt x="21" y="45"/>
                    </a:lnTo>
                    <a:lnTo>
                      <a:pt x="34" y="57"/>
                    </a:lnTo>
                    <a:lnTo>
                      <a:pt x="49" y="66"/>
                    </a:lnTo>
                    <a:lnTo>
                      <a:pt x="64" y="73"/>
                    </a:lnTo>
                    <a:lnTo>
                      <a:pt x="81" y="77"/>
                    </a:lnTo>
                    <a:lnTo>
                      <a:pt x="98" y="77"/>
                    </a:lnTo>
                    <a:lnTo>
                      <a:pt x="117" y="73"/>
                    </a:lnTo>
                    <a:lnTo>
                      <a:pt x="107" y="41"/>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1" name="Freeform 104">
                <a:extLst>
                  <a:ext uri="{FF2B5EF4-FFF2-40B4-BE49-F238E27FC236}">
                    <a16:creationId xmlns:a16="http://schemas.microsoft.com/office/drawing/2014/main" id="{BAA0E446-6E1C-4BD9-B435-93CD9F33B570}"/>
                  </a:ext>
                </a:extLst>
              </p:cNvPr>
              <p:cNvSpPr>
                <a:spLocks/>
              </p:cNvSpPr>
              <p:nvPr/>
            </p:nvSpPr>
            <p:spPr bwMode="auto">
              <a:xfrm>
                <a:off x="1188" y="3094"/>
                <a:ext cx="3" cy="5"/>
              </a:xfrm>
              <a:custGeom>
                <a:avLst/>
                <a:gdLst>
                  <a:gd name="T0" fmla="*/ 0 w 81"/>
                  <a:gd name="T1" fmla="*/ 0 h 90"/>
                  <a:gd name="T2" fmla="*/ 0 w 81"/>
                  <a:gd name="T3" fmla="*/ 0 h 90"/>
                  <a:gd name="T4" fmla="*/ 0 w 81"/>
                  <a:gd name="T5" fmla="*/ 0 h 90"/>
                  <a:gd name="T6" fmla="*/ 0 w 81"/>
                  <a:gd name="T7" fmla="*/ 0 h 90"/>
                  <a:gd name="T8" fmla="*/ 0 w 81"/>
                  <a:gd name="T9" fmla="*/ 0 h 90"/>
                  <a:gd name="T10" fmla="*/ 0 w 81"/>
                  <a:gd name="T11" fmla="*/ 0 h 90"/>
                  <a:gd name="T12" fmla="*/ 0 w 81"/>
                  <a:gd name="T13" fmla="*/ 0 h 90"/>
                  <a:gd name="T14" fmla="*/ 0 w 81"/>
                  <a:gd name="T15" fmla="*/ 0 h 90"/>
                  <a:gd name="T16" fmla="*/ 0 w 81"/>
                  <a:gd name="T17" fmla="*/ 0 h 90"/>
                  <a:gd name="T18" fmla="*/ 0 w 81"/>
                  <a:gd name="T19" fmla="*/ 0 h 90"/>
                  <a:gd name="T20" fmla="*/ 0 w 81"/>
                  <a:gd name="T21" fmla="*/ 0 h 90"/>
                  <a:gd name="T22" fmla="*/ 0 w 81"/>
                  <a:gd name="T23" fmla="*/ 0 h 90"/>
                  <a:gd name="T24" fmla="*/ 0 w 81"/>
                  <a:gd name="T25" fmla="*/ 0 h 90"/>
                  <a:gd name="T26" fmla="*/ 0 w 81"/>
                  <a:gd name="T27" fmla="*/ 0 h 90"/>
                  <a:gd name="T28" fmla="*/ 0 w 81"/>
                  <a:gd name="T29" fmla="*/ 0 h 90"/>
                  <a:gd name="T30" fmla="*/ 0 w 81"/>
                  <a:gd name="T31" fmla="*/ 0 h 90"/>
                  <a:gd name="T32" fmla="*/ 0 w 81"/>
                  <a:gd name="T33" fmla="*/ 0 h 90"/>
                  <a:gd name="T34" fmla="*/ 0 w 81"/>
                  <a:gd name="T35" fmla="*/ 0 h 90"/>
                  <a:gd name="T36" fmla="*/ 0 w 81"/>
                  <a:gd name="T37" fmla="*/ 0 h 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
                  <a:gd name="T58" fmla="*/ 0 h 90"/>
                  <a:gd name="T59" fmla="*/ 81 w 81"/>
                  <a:gd name="T60" fmla="*/ 90 h 9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 h="90">
                    <a:moveTo>
                      <a:pt x="48" y="0"/>
                    </a:moveTo>
                    <a:lnTo>
                      <a:pt x="47" y="8"/>
                    </a:lnTo>
                    <a:lnTo>
                      <a:pt x="44" y="18"/>
                    </a:lnTo>
                    <a:lnTo>
                      <a:pt x="41" y="26"/>
                    </a:lnTo>
                    <a:lnTo>
                      <a:pt x="36" y="34"/>
                    </a:lnTo>
                    <a:lnTo>
                      <a:pt x="31" y="40"/>
                    </a:lnTo>
                    <a:lnTo>
                      <a:pt x="22" y="47"/>
                    </a:lnTo>
                    <a:lnTo>
                      <a:pt x="12" y="54"/>
                    </a:lnTo>
                    <a:lnTo>
                      <a:pt x="0" y="58"/>
                    </a:lnTo>
                    <a:lnTo>
                      <a:pt x="10" y="90"/>
                    </a:lnTo>
                    <a:lnTo>
                      <a:pt x="27" y="83"/>
                    </a:lnTo>
                    <a:lnTo>
                      <a:pt x="40" y="75"/>
                    </a:lnTo>
                    <a:lnTo>
                      <a:pt x="51" y="65"/>
                    </a:lnTo>
                    <a:lnTo>
                      <a:pt x="62" y="55"/>
                    </a:lnTo>
                    <a:lnTo>
                      <a:pt x="70" y="41"/>
                    </a:lnTo>
                    <a:lnTo>
                      <a:pt x="75" y="28"/>
                    </a:lnTo>
                    <a:lnTo>
                      <a:pt x="78" y="17"/>
                    </a:lnTo>
                    <a:lnTo>
                      <a:pt x="81" y="4"/>
                    </a:lnTo>
                    <a:lnTo>
                      <a:pt x="48"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2" name="Freeform 105">
                <a:extLst>
                  <a:ext uri="{FF2B5EF4-FFF2-40B4-BE49-F238E27FC236}">
                    <a16:creationId xmlns:a16="http://schemas.microsoft.com/office/drawing/2014/main" id="{85C3C3D8-8FFB-4353-AC97-3B535D02FE8B}"/>
                  </a:ext>
                </a:extLst>
              </p:cNvPr>
              <p:cNvSpPr>
                <a:spLocks/>
              </p:cNvSpPr>
              <p:nvPr/>
            </p:nvSpPr>
            <p:spPr bwMode="auto">
              <a:xfrm>
                <a:off x="1187" y="3097"/>
                <a:ext cx="2" cy="1"/>
              </a:xfrm>
              <a:custGeom>
                <a:avLst/>
                <a:gdLst>
                  <a:gd name="T0" fmla="*/ 0 w 33"/>
                  <a:gd name="T1" fmla="*/ 0 h 19"/>
                  <a:gd name="T2" fmla="*/ 0 w 33"/>
                  <a:gd name="T3" fmla="*/ 0 h 19"/>
                  <a:gd name="T4" fmla="*/ 0 w 33"/>
                  <a:gd name="T5" fmla="*/ 0 h 19"/>
                  <a:gd name="T6" fmla="*/ 0 w 33"/>
                  <a:gd name="T7" fmla="*/ 0 h 19"/>
                  <a:gd name="T8" fmla="*/ 0 w 33"/>
                  <a:gd name="T9" fmla="*/ 0 h 19"/>
                  <a:gd name="T10" fmla="*/ 0 w 33"/>
                  <a:gd name="T11" fmla="*/ 0 h 19"/>
                  <a:gd name="T12" fmla="*/ 0 w 33"/>
                  <a:gd name="T13" fmla="*/ 0 h 19"/>
                  <a:gd name="T14" fmla="*/ 0 w 33"/>
                  <a:gd name="T15" fmla="*/ 0 h 19"/>
                  <a:gd name="T16" fmla="*/ 0 w 33"/>
                  <a:gd name="T17" fmla="*/ 0 h 19"/>
                  <a:gd name="T18" fmla="*/ 0 w 33"/>
                  <a:gd name="T19" fmla="*/ 0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19"/>
                  <a:gd name="T32" fmla="*/ 33 w 33"/>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19">
                    <a:moveTo>
                      <a:pt x="33" y="19"/>
                    </a:moveTo>
                    <a:lnTo>
                      <a:pt x="32" y="12"/>
                    </a:lnTo>
                    <a:lnTo>
                      <a:pt x="28" y="6"/>
                    </a:lnTo>
                    <a:lnTo>
                      <a:pt x="23" y="2"/>
                    </a:lnTo>
                    <a:lnTo>
                      <a:pt x="18" y="0"/>
                    </a:lnTo>
                    <a:lnTo>
                      <a:pt x="12" y="0"/>
                    </a:lnTo>
                    <a:lnTo>
                      <a:pt x="6" y="3"/>
                    </a:lnTo>
                    <a:lnTo>
                      <a:pt x="2" y="7"/>
                    </a:lnTo>
                    <a:lnTo>
                      <a:pt x="0" y="15"/>
                    </a:lnTo>
                    <a:lnTo>
                      <a:pt x="33" y="19"/>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3" name="Freeform 106">
                <a:extLst>
                  <a:ext uri="{FF2B5EF4-FFF2-40B4-BE49-F238E27FC236}">
                    <a16:creationId xmlns:a16="http://schemas.microsoft.com/office/drawing/2014/main" id="{F5769821-917E-4F79-A71F-8DF310C7E873}"/>
                  </a:ext>
                </a:extLst>
              </p:cNvPr>
              <p:cNvSpPr>
                <a:spLocks/>
              </p:cNvSpPr>
              <p:nvPr/>
            </p:nvSpPr>
            <p:spPr bwMode="auto">
              <a:xfrm>
                <a:off x="1142" y="3240"/>
                <a:ext cx="1" cy="1"/>
              </a:xfrm>
              <a:custGeom>
                <a:avLst/>
                <a:gdLst>
                  <a:gd name="T0" fmla="*/ 0 w 21"/>
                  <a:gd name="T1" fmla="*/ 0 h 27"/>
                  <a:gd name="T2" fmla="*/ 0 w 21"/>
                  <a:gd name="T3" fmla="*/ 0 h 27"/>
                  <a:gd name="T4" fmla="*/ 0 w 21"/>
                  <a:gd name="T5" fmla="*/ 0 h 27"/>
                  <a:gd name="T6" fmla="*/ 0 w 21"/>
                  <a:gd name="T7" fmla="*/ 0 h 27"/>
                  <a:gd name="T8" fmla="*/ 0 w 21"/>
                  <a:gd name="T9" fmla="*/ 0 h 27"/>
                  <a:gd name="T10" fmla="*/ 0 w 21"/>
                  <a:gd name="T11" fmla="*/ 0 h 27"/>
                  <a:gd name="T12" fmla="*/ 0 w 21"/>
                  <a:gd name="T13" fmla="*/ 0 h 27"/>
                  <a:gd name="T14" fmla="*/ 0 w 21"/>
                  <a:gd name="T15" fmla="*/ 0 h 27"/>
                  <a:gd name="T16" fmla="*/ 0 w 21"/>
                  <a:gd name="T17" fmla="*/ 0 h 27"/>
                  <a:gd name="T18" fmla="*/ 0 w 21"/>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7"/>
                  <a:gd name="T32" fmla="*/ 21 w 21"/>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7">
                    <a:moveTo>
                      <a:pt x="0" y="25"/>
                    </a:moveTo>
                    <a:lnTo>
                      <a:pt x="6" y="27"/>
                    </a:lnTo>
                    <a:lnTo>
                      <a:pt x="11" y="26"/>
                    </a:lnTo>
                    <a:lnTo>
                      <a:pt x="16" y="24"/>
                    </a:lnTo>
                    <a:lnTo>
                      <a:pt x="19" y="20"/>
                    </a:lnTo>
                    <a:lnTo>
                      <a:pt x="21" y="15"/>
                    </a:lnTo>
                    <a:lnTo>
                      <a:pt x="21" y="9"/>
                    </a:lnTo>
                    <a:lnTo>
                      <a:pt x="19" y="4"/>
                    </a:lnTo>
                    <a:lnTo>
                      <a:pt x="14"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4" name="Freeform 107">
                <a:extLst>
                  <a:ext uri="{FF2B5EF4-FFF2-40B4-BE49-F238E27FC236}">
                    <a16:creationId xmlns:a16="http://schemas.microsoft.com/office/drawing/2014/main" id="{70776F31-E78E-42F5-AD94-654BE7F86A80}"/>
                  </a:ext>
                </a:extLst>
              </p:cNvPr>
              <p:cNvSpPr>
                <a:spLocks/>
              </p:cNvSpPr>
              <p:nvPr/>
            </p:nvSpPr>
            <p:spPr bwMode="auto">
              <a:xfrm>
                <a:off x="1133" y="3221"/>
                <a:ext cx="10" cy="20"/>
              </a:xfrm>
              <a:custGeom>
                <a:avLst/>
                <a:gdLst>
                  <a:gd name="T0" fmla="*/ 0 w 218"/>
                  <a:gd name="T1" fmla="*/ 0 h 365"/>
                  <a:gd name="T2" fmla="*/ 0 w 218"/>
                  <a:gd name="T3" fmla="*/ 0 h 365"/>
                  <a:gd name="T4" fmla="*/ 0 w 218"/>
                  <a:gd name="T5" fmla="*/ 0 h 365"/>
                  <a:gd name="T6" fmla="*/ 0 w 218"/>
                  <a:gd name="T7" fmla="*/ 0 h 365"/>
                  <a:gd name="T8" fmla="*/ 0 w 218"/>
                  <a:gd name="T9" fmla="*/ 0 h 365"/>
                  <a:gd name="T10" fmla="*/ 0 w 218"/>
                  <a:gd name="T11" fmla="*/ 0 h 365"/>
                  <a:gd name="T12" fmla="*/ 0 w 218"/>
                  <a:gd name="T13" fmla="*/ 0 h 365"/>
                  <a:gd name="T14" fmla="*/ 0 w 218"/>
                  <a:gd name="T15" fmla="*/ 0 h 365"/>
                  <a:gd name="T16" fmla="*/ 0 w 218"/>
                  <a:gd name="T17" fmla="*/ 0 h 365"/>
                  <a:gd name="T18" fmla="*/ 0 w 218"/>
                  <a:gd name="T19" fmla="*/ 0 h 365"/>
                  <a:gd name="T20" fmla="*/ 0 w 218"/>
                  <a:gd name="T21" fmla="*/ 0 h 365"/>
                  <a:gd name="T22" fmla="*/ 0 w 218"/>
                  <a:gd name="T23" fmla="*/ 0 h 365"/>
                  <a:gd name="T24" fmla="*/ 0 w 218"/>
                  <a:gd name="T25" fmla="*/ 0 h 365"/>
                  <a:gd name="T26" fmla="*/ 0 w 218"/>
                  <a:gd name="T27" fmla="*/ 0 h 365"/>
                  <a:gd name="T28" fmla="*/ 0 w 218"/>
                  <a:gd name="T29" fmla="*/ 0 h 365"/>
                  <a:gd name="T30" fmla="*/ 0 w 218"/>
                  <a:gd name="T31" fmla="*/ 0 h 365"/>
                  <a:gd name="T32" fmla="*/ 0 w 218"/>
                  <a:gd name="T33" fmla="*/ 0 h 365"/>
                  <a:gd name="T34" fmla="*/ 0 w 218"/>
                  <a:gd name="T35" fmla="*/ 0 h 365"/>
                  <a:gd name="T36" fmla="*/ 0 w 218"/>
                  <a:gd name="T37" fmla="*/ 0 h 365"/>
                  <a:gd name="T38" fmla="*/ 0 w 218"/>
                  <a:gd name="T39" fmla="*/ 0 h 365"/>
                  <a:gd name="T40" fmla="*/ 0 w 218"/>
                  <a:gd name="T41" fmla="*/ 0 h 365"/>
                  <a:gd name="T42" fmla="*/ 0 w 218"/>
                  <a:gd name="T43" fmla="*/ 0 h 365"/>
                  <a:gd name="T44" fmla="*/ 0 w 218"/>
                  <a:gd name="T45" fmla="*/ 0 h 365"/>
                  <a:gd name="T46" fmla="*/ 0 w 218"/>
                  <a:gd name="T47" fmla="*/ 0 h 365"/>
                  <a:gd name="T48" fmla="*/ 0 w 218"/>
                  <a:gd name="T49" fmla="*/ 0 h 365"/>
                  <a:gd name="T50" fmla="*/ 0 w 218"/>
                  <a:gd name="T51" fmla="*/ 0 h 365"/>
                  <a:gd name="T52" fmla="*/ 0 w 218"/>
                  <a:gd name="T53" fmla="*/ 0 h 365"/>
                  <a:gd name="T54" fmla="*/ 0 w 218"/>
                  <a:gd name="T55" fmla="*/ 0 h 365"/>
                  <a:gd name="T56" fmla="*/ 0 w 218"/>
                  <a:gd name="T57" fmla="*/ 0 h 365"/>
                  <a:gd name="T58" fmla="*/ 0 w 218"/>
                  <a:gd name="T59" fmla="*/ 0 h 365"/>
                  <a:gd name="T60" fmla="*/ 0 w 218"/>
                  <a:gd name="T61" fmla="*/ 0 h 365"/>
                  <a:gd name="T62" fmla="*/ 0 w 218"/>
                  <a:gd name="T63" fmla="*/ 0 h 365"/>
                  <a:gd name="T64" fmla="*/ 0 w 218"/>
                  <a:gd name="T65" fmla="*/ 0 h 365"/>
                  <a:gd name="T66" fmla="*/ 0 w 218"/>
                  <a:gd name="T67" fmla="*/ 0 h 365"/>
                  <a:gd name="T68" fmla="*/ 0 w 218"/>
                  <a:gd name="T69" fmla="*/ 0 h 365"/>
                  <a:gd name="T70" fmla="*/ 0 w 218"/>
                  <a:gd name="T71" fmla="*/ 0 h 365"/>
                  <a:gd name="T72" fmla="*/ 0 w 218"/>
                  <a:gd name="T73" fmla="*/ 0 h 36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18"/>
                  <a:gd name="T112" fmla="*/ 0 h 365"/>
                  <a:gd name="T113" fmla="*/ 218 w 218"/>
                  <a:gd name="T114" fmla="*/ 365 h 36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18" h="365">
                    <a:moveTo>
                      <a:pt x="0" y="0"/>
                    </a:moveTo>
                    <a:lnTo>
                      <a:pt x="0" y="0"/>
                    </a:lnTo>
                    <a:lnTo>
                      <a:pt x="1" y="29"/>
                    </a:lnTo>
                    <a:lnTo>
                      <a:pt x="3" y="56"/>
                    </a:lnTo>
                    <a:lnTo>
                      <a:pt x="8" y="84"/>
                    </a:lnTo>
                    <a:lnTo>
                      <a:pt x="15" y="110"/>
                    </a:lnTo>
                    <a:lnTo>
                      <a:pt x="22" y="135"/>
                    </a:lnTo>
                    <a:lnTo>
                      <a:pt x="31" y="162"/>
                    </a:lnTo>
                    <a:lnTo>
                      <a:pt x="41" y="187"/>
                    </a:lnTo>
                    <a:lnTo>
                      <a:pt x="55" y="211"/>
                    </a:lnTo>
                    <a:lnTo>
                      <a:pt x="68" y="235"/>
                    </a:lnTo>
                    <a:lnTo>
                      <a:pt x="84" y="258"/>
                    </a:lnTo>
                    <a:lnTo>
                      <a:pt x="102" y="278"/>
                    </a:lnTo>
                    <a:lnTo>
                      <a:pt x="119" y="298"/>
                    </a:lnTo>
                    <a:lnTo>
                      <a:pt x="138" y="317"/>
                    </a:lnTo>
                    <a:lnTo>
                      <a:pt x="159" y="335"/>
                    </a:lnTo>
                    <a:lnTo>
                      <a:pt x="180" y="352"/>
                    </a:lnTo>
                    <a:lnTo>
                      <a:pt x="204" y="365"/>
                    </a:lnTo>
                    <a:lnTo>
                      <a:pt x="218" y="340"/>
                    </a:lnTo>
                    <a:lnTo>
                      <a:pt x="196" y="326"/>
                    </a:lnTo>
                    <a:lnTo>
                      <a:pt x="177" y="311"/>
                    </a:lnTo>
                    <a:lnTo>
                      <a:pt x="157" y="296"/>
                    </a:lnTo>
                    <a:lnTo>
                      <a:pt x="139" y="277"/>
                    </a:lnTo>
                    <a:lnTo>
                      <a:pt x="122" y="259"/>
                    </a:lnTo>
                    <a:lnTo>
                      <a:pt x="107" y="239"/>
                    </a:lnTo>
                    <a:lnTo>
                      <a:pt x="92" y="218"/>
                    </a:lnTo>
                    <a:lnTo>
                      <a:pt x="79" y="197"/>
                    </a:lnTo>
                    <a:lnTo>
                      <a:pt x="68" y="174"/>
                    </a:lnTo>
                    <a:lnTo>
                      <a:pt x="58" y="151"/>
                    </a:lnTo>
                    <a:lnTo>
                      <a:pt x="49" y="127"/>
                    </a:lnTo>
                    <a:lnTo>
                      <a:pt x="41" y="102"/>
                    </a:lnTo>
                    <a:lnTo>
                      <a:pt x="36" y="77"/>
                    </a:lnTo>
                    <a:lnTo>
                      <a:pt x="31" y="52"/>
                    </a:lnTo>
                    <a:lnTo>
                      <a:pt x="29" y="27"/>
                    </a:lnTo>
                    <a:lnTo>
                      <a:pt x="28"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5" name="Freeform 108">
                <a:extLst>
                  <a:ext uri="{FF2B5EF4-FFF2-40B4-BE49-F238E27FC236}">
                    <a16:creationId xmlns:a16="http://schemas.microsoft.com/office/drawing/2014/main" id="{62C6FA05-49E7-4635-BB38-6EA97673C4C0}"/>
                  </a:ext>
                </a:extLst>
              </p:cNvPr>
              <p:cNvSpPr>
                <a:spLocks/>
              </p:cNvSpPr>
              <p:nvPr/>
            </p:nvSpPr>
            <p:spPr bwMode="auto">
              <a:xfrm>
                <a:off x="1133" y="3216"/>
                <a:ext cx="2" cy="5"/>
              </a:xfrm>
              <a:custGeom>
                <a:avLst/>
                <a:gdLst>
                  <a:gd name="T0" fmla="*/ 0 w 37"/>
                  <a:gd name="T1" fmla="*/ 0 h 92"/>
                  <a:gd name="T2" fmla="*/ 0 w 37"/>
                  <a:gd name="T3" fmla="*/ 0 h 92"/>
                  <a:gd name="T4" fmla="*/ 0 w 37"/>
                  <a:gd name="T5" fmla="*/ 0 h 92"/>
                  <a:gd name="T6" fmla="*/ 0 w 37"/>
                  <a:gd name="T7" fmla="*/ 0 h 92"/>
                  <a:gd name="T8" fmla="*/ 0 w 37"/>
                  <a:gd name="T9" fmla="*/ 0 h 92"/>
                  <a:gd name="T10" fmla="*/ 0 w 37"/>
                  <a:gd name="T11" fmla="*/ 0 h 92"/>
                  <a:gd name="T12" fmla="*/ 0 w 37"/>
                  <a:gd name="T13" fmla="*/ 0 h 92"/>
                  <a:gd name="T14" fmla="*/ 0 w 37"/>
                  <a:gd name="T15" fmla="*/ 0 h 92"/>
                  <a:gd name="T16" fmla="*/ 0 w 37"/>
                  <a:gd name="T17" fmla="*/ 0 h 92"/>
                  <a:gd name="T18" fmla="*/ 0 w 37"/>
                  <a:gd name="T19" fmla="*/ 0 h 92"/>
                  <a:gd name="T20" fmla="*/ 0 w 37"/>
                  <a:gd name="T21" fmla="*/ 0 h 92"/>
                  <a:gd name="T22" fmla="*/ 0 w 37"/>
                  <a:gd name="T23" fmla="*/ 0 h 92"/>
                  <a:gd name="T24" fmla="*/ 0 w 37"/>
                  <a:gd name="T25" fmla="*/ 0 h 92"/>
                  <a:gd name="T26" fmla="*/ 0 w 37"/>
                  <a:gd name="T27" fmla="*/ 0 h 92"/>
                  <a:gd name="T28" fmla="*/ 0 w 37"/>
                  <a:gd name="T29" fmla="*/ 0 h 92"/>
                  <a:gd name="T30" fmla="*/ 0 w 37"/>
                  <a:gd name="T31" fmla="*/ 0 h 92"/>
                  <a:gd name="T32" fmla="*/ 0 w 37"/>
                  <a:gd name="T33" fmla="*/ 0 h 92"/>
                  <a:gd name="T34" fmla="*/ 0 w 37"/>
                  <a:gd name="T35" fmla="*/ 0 h 92"/>
                  <a:gd name="T36" fmla="*/ 0 w 37"/>
                  <a:gd name="T37" fmla="*/ 0 h 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7"/>
                  <a:gd name="T58" fmla="*/ 0 h 92"/>
                  <a:gd name="T59" fmla="*/ 37 w 37"/>
                  <a:gd name="T60" fmla="*/ 92 h 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7" h="92">
                    <a:moveTo>
                      <a:pt x="9" y="0"/>
                    </a:moveTo>
                    <a:lnTo>
                      <a:pt x="7" y="10"/>
                    </a:lnTo>
                    <a:lnTo>
                      <a:pt x="5" y="23"/>
                    </a:lnTo>
                    <a:lnTo>
                      <a:pt x="4" y="33"/>
                    </a:lnTo>
                    <a:lnTo>
                      <a:pt x="2" y="45"/>
                    </a:lnTo>
                    <a:lnTo>
                      <a:pt x="1" y="58"/>
                    </a:lnTo>
                    <a:lnTo>
                      <a:pt x="1" y="69"/>
                    </a:lnTo>
                    <a:lnTo>
                      <a:pt x="0" y="80"/>
                    </a:lnTo>
                    <a:lnTo>
                      <a:pt x="0" y="92"/>
                    </a:lnTo>
                    <a:lnTo>
                      <a:pt x="28" y="92"/>
                    </a:lnTo>
                    <a:lnTo>
                      <a:pt x="28" y="82"/>
                    </a:lnTo>
                    <a:lnTo>
                      <a:pt x="29" y="71"/>
                    </a:lnTo>
                    <a:lnTo>
                      <a:pt x="29" y="60"/>
                    </a:lnTo>
                    <a:lnTo>
                      <a:pt x="30" y="49"/>
                    </a:lnTo>
                    <a:lnTo>
                      <a:pt x="32" y="38"/>
                    </a:lnTo>
                    <a:lnTo>
                      <a:pt x="33" y="27"/>
                    </a:lnTo>
                    <a:lnTo>
                      <a:pt x="35" y="17"/>
                    </a:lnTo>
                    <a:lnTo>
                      <a:pt x="37" y="6"/>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6" name="Freeform 109">
                <a:extLst>
                  <a:ext uri="{FF2B5EF4-FFF2-40B4-BE49-F238E27FC236}">
                    <a16:creationId xmlns:a16="http://schemas.microsoft.com/office/drawing/2014/main" id="{06265EE6-C9DB-41FA-AB38-5C5370A17019}"/>
                  </a:ext>
                </a:extLst>
              </p:cNvPr>
              <p:cNvSpPr>
                <a:spLocks/>
              </p:cNvSpPr>
              <p:nvPr/>
            </p:nvSpPr>
            <p:spPr bwMode="auto">
              <a:xfrm>
                <a:off x="1133" y="3220"/>
                <a:ext cx="1" cy="1"/>
              </a:xfrm>
              <a:custGeom>
                <a:avLst/>
                <a:gdLst>
                  <a:gd name="T0" fmla="*/ 0 w 28"/>
                  <a:gd name="T1" fmla="*/ 0 h 18"/>
                  <a:gd name="T2" fmla="*/ 0 w 28"/>
                  <a:gd name="T3" fmla="*/ 0 h 18"/>
                  <a:gd name="T4" fmla="*/ 0 w 28"/>
                  <a:gd name="T5" fmla="*/ 0 h 18"/>
                  <a:gd name="T6" fmla="*/ 0 w 28"/>
                  <a:gd name="T7" fmla="*/ 0 h 18"/>
                  <a:gd name="T8" fmla="*/ 0 w 28"/>
                  <a:gd name="T9" fmla="*/ 0 h 18"/>
                  <a:gd name="T10" fmla="*/ 0 w 28"/>
                  <a:gd name="T11" fmla="*/ 0 h 18"/>
                  <a:gd name="T12" fmla="*/ 0 w 28"/>
                  <a:gd name="T13" fmla="*/ 0 h 18"/>
                  <a:gd name="T14" fmla="*/ 0 w 28"/>
                  <a:gd name="T15" fmla="*/ 0 h 18"/>
                  <a:gd name="T16" fmla="*/ 0 w 28"/>
                  <a:gd name="T17" fmla="*/ 0 h 18"/>
                  <a:gd name="T18" fmla="*/ 0 w 28"/>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18"/>
                  <a:gd name="T32" fmla="*/ 28 w 2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18">
                    <a:moveTo>
                      <a:pt x="28" y="18"/>
                    </a:moveTo>
                    <a:lnTo>
                      <a:pt x="28" y="11"/>
                    </a:lnTo>
                    <a:lnTo>
                      <a:pt x="26" y="6"/>
                    </a:lnTo>
                    <a:lnTo>
                      <a:pt x="22" y="2"/>
                    </a:lnTo>
                    <a:lnTo>
                      <a:pt x="17" y="0"/>
                    </a:lnTo>
                    <a:lnTo>
                      <a:pt x="12" y="0"/>
                    </a:lnTo>
                    <a:lnTo>
                      <a:pt x="7" y="2"/>
                    </a:lnTo>
                    <a:lnTo>
                      <a:pt x="3" y="5"/>
                    </a:lnTo>
                    <a:lnTo>
                      <a:pt x="0" y="11"/>
                    </a:lnTo>
                    <a:lnTo>
                      <a:pt x="28"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7" name="Freeform 110">
                <a:extLst>
                  <a:ext uri="{FF2B5EF4-FFF2-40B4-BE49-F238E27FC236}">
                    <a16:creationId xmlns:a16="http://schemas.microsoft.com/office/drawing/2014/main" id="{F975A7BA-651F-4CED-8D70-67CBDCC9DFB5}"/>
                  </a:ext>
                </a:extLst>
              </p:cNvPr>
              <p:cNvSpPr>
                <a:spLocks/>
              </p:cNvSpPr>
              <p:nvPr/>
            </p:nvSpPr>
            <p:spPr bwMode="auto">
              <a:xfrm>
                <a:off x="1141" y="3233"/>
                <a:ext cx="1" cy="2"/>
              </a:xfrm>
              <a:custGeom>
                <a:avLst/>
                <a:gdLst>
                  <a:gd name="T0" fmla="*/ 0 w 21"/>
                  <a:gd name="T1" fmla="*/ 0 h 27"/>
                  <a:gd name="T2" fmla="*/ 0 w 21"/>
                  <a:gd name="T3" fmla="*/ 0 h 27"/>
                  <a:gd name="T4" fmla="*/ 0 w 21"/>
                  <a:gd name="T5" fmla="*/ 0 h 27"/>
                  <a:gd name="T6" fmla="*/ 0 w 21"/>
                  <a:gd name="T7" fmla="*/ 0 h 27"/>
                  <a:gd name="T8" fmla="*/ 0 w 21"/>
                  <a:gd name="T9" fmla="*/ 0 h 27"/>
                  <a:gd name="T10" fmla="*/ 0 w 21"/>
                  <a:gd name="T11" fmla="*/ 0 h 27"/>
                  <a:gd name="T12" fmla="*/ 0 w 21"/>
                  <a:gd name="T13" fmla="*/ 0 h 27"/>
                  <a:gd name="T14" fmla="*/ 0 w 21"/>
                  <a:gd name="T15" fmla="*/ 0 h 27"/>
                  <a:gd name="T16" fmla="*/ 0 w 21"/>
                  <a:gd name="T17" fmla="*/ 0 h 27"/>
                  <a:gd name="T18" fmla="*/ 0 w 21"/>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7"/>
                  <a:gd name="T32" fmla="*/ 21 w 21"/>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7">
                    <a:moveTo>
                      <a:pt x="0" y="25"/>
                    </a:moveTo>
                    <a:lnTo>
                      <a:pt x="6" y="27"/>
                    </a:lnTo>
                    <a:lnTo>
                      <a:pt x="11" y="26"/>
                    </a:lnTo>
                    <a:lnTo>
                      <a:pt x="16" y="24"/>
                    </a:lnTo>
                    <a:lnTo>
                      <a:pt x="19" y="20"/>
                    </a:lnTo>
                    <a:lnTo>
                      <a:pt x="21" y="14"/>
                    </a:lnTo>
                    <a:lnTo>
                      <a:pt x="21" y="9"/>
                    </a:lnTo>
                    <a:lnTo>
                      <a:pt x="19" y="4"/>
                    </a:lnTo>
                    <a:lnTo>
                      <a:pt x="14"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8" name="Freeform 111">
                <a:extLst>
                  <a:ext uri="{FF2B5EF4-FFF2-40B4-BE49-F238E27FC236}">
                    <a16:creationId xmlns:a16="http://schemas.microsoft.com/office/drawing/2014/main" id="{710EC484-AFEA-4745-80EB-65A849A4F6FF}"/>
                  </a:ext>
                </a:extLst>
              </p:cNvPr>
              <p:cNvSpPr>
                <a:spLocks/>
              </p:cNvSpPr>
              <p:nvPr/>
            </p:nvSpPr>
            <p:spPr bwMode="auto">
              <a:xfrm>
                <a:off x="1137" y="3224"/>
                <a:ext cx="5" cy="11"/>
              </a:xfrm>
              <a:custGeom>
                <a:avLst/>
                <a:gdLst>
                  <a:gd name="T0" fmla="*/ 0 w 115"/>
                  <a:gd name="T1" fmla="*/ 0 h 181"/>
                  <a:gd name="T2" fmla="*/ 0 w 115"/>
                  <a:gd name="T3" fmla="*/ 0 h 181"/>
                  <a:gd name="T4" fmla="*/ 0 w 115"/>
                  <a:gd name="T5" fmla="*/ 0 h 181"/>
                  <a:gd name="T6" fmla="*/ 0 w 115"/>
                  <a:gd name="T7" fmla="*/ 0 h 181"/>
                  <a:gd name="T8" fmla="*/ 0 w 115"/>
                  <a:gd name="T9" fmla="*/ 0 h 181"/>
                  <a:gd name="T10" fmla="*/ 0 w 115"/>
                  <a:gd name="T11" fmla="*/ 0 h 181"/>
                  <a:gd name="T12" fmla="*/ 0 w 115"/>
                  <a:gd name="T13" fmla="*/ 0 h 181"/>
                  <a:gd name="T14" fmla="*/ 0 w 115"/>
                  <a:gd name="T15" fmla="*/ 0 h 181"/>
                  <a:gd name="T16" fmla="*/ 0 w 115"/>
                  <a:gd name="T17" fmla="*/ 0 h 181"/>
                  <a:gd name="T18" fmla="*/ 0 w 115"/>
                  <a:gd name="T19" fmla="*/ 0 h 181"/>
                  <a:gd name="T20" fmla="*/ 0 w 115"/>
                  <a:gd name="T21" fmla="*/ 0 h 181"/>
                  <a:gd name="T22" fmla="*/ 0 w 115"/>
                  <a:gd name="T23" fmla="*/ 0 h 181"/>
                  <a:gd name="T24" fmla="*/ 0 w 115"/>
                  <a:gd name="T25" fmla="*/ 0 h 181"/>
                  <a:gd name="T26" fmla="*/ 0 w 115"/>
                  <a:gd name="T27" fmla="*/ 0 h 181"/>
                  <a:gd name="T28" fmla="*/ 0 w 115"/>
                  <a:gd name="T29" fmla="*/ 0 h 181"/>
                  <a:gd name="T30" fmla="*/ 0 w 115"/>
                  <a:gd name="T31" fmla="*/ 0 h 181"/>
                  <a:gd name="T32" fmla="*/ 0 w 115"/>
                  <a:gd name="T33" fmla="*/ 0 h 181"/>
                  <a:gd name="T34" fmla="*/ 0 w 115"/>
                  <a:gd name="T35" fmla="*/ 0 h 181"/>
                  <a:gd name="T36" fmla="*/ 0 w 115"/>
                  <a:gd name="T37" fmla="*/ 0 h 181"/>
                  <a:gd name="T38" fmla="*/ 0 w 115"/>
                  <a:gd name="T39" fmla="*/ 0 h 181"/>
                  <a:gd name="T40" fmla="*/ 0 w 115"/>
                  <a:gd name="T41" fmla="*/ 0 h 181"/>
                  <a:gd name="T42" fmla="*/ 0 w 115"/>
                  <a:gd name="T43" fmla="*/ 0 h 181"/>
                  <a:gd name="T44" fmla="*/ 0 w 115"/>
                  <a:gd name="T45" fmla="*/ 0 h 181"/>
                  <a:gd name="T46" fmla="*/ 0 w 115"/>
                  <a:gd name="T47" fmla="*/ 0 h 181"/>
                  <a:gd name="T48" fmla="*/ 0 w 115"/>
                  <a:gd name="T49" fmla="*/ 0 h 181"/>
                  <a:gd name="T50" fmla="*/ 0 w 115"/>
                  <a:gd name="T51" fmla="*/ 0 h 181"/>
                  <a:gd name="T52" fmla="*/ 0 w 115"/>
                  <a:gd name="T53" fmla="*/ 0 h 181"/>
                  <a:gd name="T54" fmla="*/ 0 w 115"/>
                  <a:gd name="T55" fmla="*/ 0 h 181"/>
                  <a:gd name="T56" fmla="*/ 0 w 115"/>
                  <a:gd name="T57" fmla="*/ 0 h 181"/>
                  <a:gd name="T58" fmla="*/ 0 w 115"/>
                  <a:gd name="T59" fmla="*/ 0 h 181"/>
                  <a:gd name="T60" fmla="*/ 0 w 115"/>
                  <a:gd name="T61" fmla="*/ 0 h 181"/>
                  <a:gd name="T62" fmla="*/ 0 w 115"/>
                  <a:gd name="T63" fmla="*/ 0 h 181"/>
                  <a:gd name="T64" fmla="*/ 0 w 115"/>
                  <a:gd name="T65" fmla="*/ 0 h 181"/>
                  <a:gd name="T66" fmla="*/ 0 w 115"/>
                  <a:gd name="T67" fmla="*/ 0 h 181"/>
                  <a:gd name="T68" fmla="*/ 0 w 115"/>
                  <a:gd name="T69" fmla="*/ 0 h 181"/>
                  <a:gd name="T70" fmla="*/ 0 w 115"/>
                  <a:gd name="T71" fmla="*/ 0 h 181"/>
                  <a:gd name="T72" fmla="*/ 0 w 115"/>
                  <a:gd name="T73" fmla="*/ 0 h 18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15"/>
                  <a:gd name="T112" fmla="*/ 0 h 181"/>
                  <a:gd name="T113" fmla="*/ 115 w 115"/>
                  <a:gd name="T114" fmla="*/ 181 h 18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15" h="181">
                    <a:moveTo>
                      <a:pt x="0" y="0"/>
                    </a:moveTo>
                    <a:lnTo>
                      <a:pt x="0" y="0"/>
                    </a:lnTo>
                    <a:lnTo>
                      <a:pt x="0" y="13"/>
                    </a:lnTo>
                    <a:lnTo>
                      <a:pt x="2" y="27"/>
                    </a:lnTo>
                    <a:lnTo>
                      <a:pt x="4" y="40"/>
                    </a:lnTo>
                    <a:lnTo>
                      <a:pt x="7" y="53"/>
                    </a:lnTo>
                    <a:lnTo>
                      <a:pt x="11" y="68"/>
                    </a:lnTo>
                    <a:lnTo>
                      <a:pt x="15" y="80"/>
                    </a:lnTo>
                    <a:lnTo>
                      <a:pt x="21" y="92"/>
                    </a:lnTo>
                    <a:lnTo>
                      <a:pt x="28" y="104"/>
                    </a:lnTo>
                    <a:lnTo>
                      <a:pt x="34" y="116"/>
                    </a:lnTo>
                    <a:lnTo>
                      <a:pt x="42" y="126"/>
                    </a:lnTo>
                    <a:lnTo>
                      <a:pt x="50" y="138"/>
                    </a:lnTo>
                    <a:lnTo>
                      <a:pt x="59" y="147"/>
                    </a:lnTo>
                    <a:lnTo>
                      <a:pt x="68" y="157"/>
                    </a:lnTo>
                    <a:lnTo>
                      <a:pt x="80" y="165"/>
                    </a:lnTo>
                    <a:lnTo>
                      <a:pt x="90" y="173"/>
                    </a:lnTo>
                    <a:lnTo>
                      <a:pt x="101" y="181"/>
                    </a:lnTo>
                    <a:lnTo>
                      <a:pt x="115" y="156"/>
                    </a:lnTo>
                    <a:lnTo>
                      <a:pt x="106" y="149"/>
                    </a:lnTo>
                    <a:lnTo>
                      <a:pt x="96" y="142"/>
                    </a:lnTo>
                    <a:lnTo>
                      <a:pt x="87" y="136"/>
                    </a:lnTo>
                    <a:lnTo>
                      <a:pt x="80" y="126"/>
                    </a:lnTo>
                    <a:lnTo>
                      <a:pt x="70" y="119"/>
                    </a:lnTo>
                    <a:lnTo>
                      <a:pt x="64" y="109"/>
                    </a:lnTo>
                    <a:lnTo>
                      <a:pt x="58" y="101"/>
                    </a:lnTo>
                    <a:lnTo>
                      <a:pt x="52" y="89"/>
                    </a:lnTo>
                    <a:lnTo>
                      <a:pt x="46" y="80"/>
                    </a:lnTo>
                    <a:lnTo>
                      <a:pt x="42" y="69"/>
                    </a:lnTo>
                    <a:lnTo>
                      <a:pt x="38" y="58"/>
                    </a:lnTo>
                    <a:lnTo>
                      <a:pt x="34" y="47"/>
                    </a:lnTo>
                    <a:lnTo>
                      <a:pt x="33" y="35"/>
                    </a:lnTo>
                    <a:lnTo>
                      <a:pt x="31" y="23"/>
                    </a:lnTo>
                    <a:lnTo>
                      <a:pt x="29" y="11"/>
                    </a:lnTo>
                    <a:lnTo>
                      <a:pt x="2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09" name="Freeform 112">
                <a:extLst>
                  <a:ext uri="{FF2B5EF4-FFF2-40B4-BE49-F238E27FC236}">
                    <a16:creationId xmlns:a16="http://schemas.microsoft.com/office/drawing/2014/main" id="{110EE891-C4F8-4E05-AE47-E42EF2B6A25F}"/>
                  </a:ext>
                </a:extLst>
              </p:cNvPr>
              <p:cNvSpPr>
                <a:spLocks/>
              </p:cNvSpPr>
              <p:nvPr/>
            </p:nvSpPr>
            <p:spPr bwMode="auto">
              <a:xfrm>
                <a:off x="1137" y="3222"/>
                <a:ext cx="1" cy="2"/>
              </a:xfrm>
              <a:custGeom>
                <a:avLst/>
                <a:gdLst>
                  <a:gd name="T0" fmla="*/ 0 w 33"/>
                  <a:gd name="T1" fmla="*/ 0 h 47"/>
                  <a:gd name="T2" fmla="*/ 0 w 33"/>
                  <a:gd name="T3" fmla="*/ 0 h 47"/>
                  <a:gd name="T4" fmla="*/ 0 w 33"/>
                  <a:gd name="T5" fmla="*/ 0 h 47"/>
                  <a:gd name="T6" fmla="*/ 0 w 33"/>
                  <a:gd name="T7" fmla="*/ 0 h 47"/>
                  <a:gd name="T8" fmla="*/ 0 w 33"/>
                  <a:gd name="T9" fmla="*/ 0 h 47"/>
                  <a:gd name="T10" fmla="*/ 0 w 33"/>
                  <a:gd name="T11" fmla="*/ 0 h 47"/>
                  <a:gd name="T12" fmla="*/ 0 w 33"/>
                  <a:gd name="T13" fmla="*/ 0 h 47"/>
                  <a:gd name="T14" fmla="*/ 0 w 33"/>
                  <a:gd name="T15" fmla="*/ 0 h 47"/>
                  <a:gd name="T16" fmla="*/ 0 w 33"/>
                  <a:gd name="T17" fmla="*/ 0 h 47"/>
                  <a:gd name="T18" fmla="*/ 0 w 33"/>
                  <a:gd name="T19" fmla="*/ 0 h 47"/>
                  <a:gd name="T20" fmla="*/ 0 w 33"/>
                  <a:gd name="T21" fmla="*/ 0 h 47"/>
                  <a:gd name="T22" fmla="*/ 0 w 33"/>
                  <a:gd name="T23" fmla="*/ 0 h 47"/>
                  <a:gd name="T24" fmla="*/ 0 w 33"/>
                  <a:gd name="T25" fmla="*/ 0 h 47"/>
                  <a:gd name="T26" fmla="*/ 0 w 33"/>
                  <a:gd name="T27" fmla="*/ 0 h 47"/>
                  <a:gd name="T28" fmla="*/ 0 w 33"/>
                  <a:gd name="T29" fmla="*/ 0 h 47"/>
                  <a:gd name="T30" fmla="*/ 0 w 33"/>
                  <a:gd name="T31" fmla="*/ 0 h 47"/>
                  <a:gd name="T32" fmla="*/ 0 w 33"/>
                  <a:gd name="T33" fmla="*/ 0 h 47"/>
                  <a:gd name="T34" fmla="*/ 0 w 33"/>
                  <a:gd name="T35" fmla="*/ 0 h 47"/>
                  <a:gd name="T36" fmla="*/ 0 w 33"/>
                  <a:gd name="T37" fmla="*/ 0 h 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3"/>
                  <a:gd name="T58" fmla="*/ 0 h 47"/>
                  <a:gd name="T59" fmla="*/ 33 w 33"/>
                  <a:gd name="T60" fmla="*/ 47 h 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3" h="47">
                    <a:moveTo>
                      <a:pt x="4" y="0"/>
                    </a:moveTo>
                    <a:lnTo>
                      <a:pt x="3" y="6"/>
                    </a:lnTo>
                    <a:lnTo>
                      <a:pt x="2" y="11"/>
                    </a:lnTo>
                    <a:lnTo>
                      <a:pt x="1" y="18"/>
                    </a:lnTo>
                    <a:lnTo>
                      <a:pt x="1" y="23"/>
                    </a:lnTo>
                    <a:lnTo>
                      <a:pt x="0" y="30"/>
                    </a:lnTo>
                    <a:lnTo>
                      <a:pt x="0" y="36"/>
                    </a:lnTo>
                    <a:lnTo>
                      <a:pt x="0" y="41"/>
                    </a:lnTo>
                    <a:lnTo>
                      <a:pt x="0" y="47"/>
                    </a:lnTo>
                    <a:lnTo>
                      <a:pt x="29" y="47"/>
                    </a:lnTo>
                    <a:lnTo>
                      <a:pt x="29" y="41"/>
                    </a:lnTo>
                    <a:lnTo>
                      <a:pt x="29" y="36"/>
                    </a:lnTo>
                    <a:lnTo>
                      <a:pt x="29" y="32"/>
                    </a:lnTo>
                    <a:lnTo>
                      <a:pt x="30" y="26"/>
                    </a:lnTo>
                    <a:lnTo>
                      <a:pt x="30" y="20"/>
                    </a:lnTo>
                    <a:lnTo>
                      <a:pt x="31" y="17"/>
                    </a:lnTo>
                    <a:lnTo>
                      <a:pt x="32" y="12"/>
                    </a:lnTo>
                    <a:lnTo>
                      <a:pt x="33" y="7"/>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0" name="Freeform 113">
                <a:extLst>
                  <a:ext uri="{FF2B5EF4-FFF2-40B4-BE49-F238E27FC236}">
                    <a16:creationId xmlns:a16="http://schemas.microsoft.com/office/drawing/2014/main" id="{345A206C-62F7-4CBE-BE6E-C035B94D71BD}"/>
                  </a:ext>
                </a:extLst>
              </p:cNvPr>
              <p:cNvSpPr>
                <a:spLocks/>
              </p:cNvSpPr>
              <p:nvPr/>
            </p:nvSpPr>
            <p:spPr bwMode="auto">
              <a:xfrm>
                <a:off x="1137" y="3224"/>
                <a:ext cx="1" cy="1"/>
              </a:xfrm>
              <a:custGeom>
                <a:avLst/>
                <a:gdLst>
                  <a:gd name="T0" fmla="*/ 0 w 29"/>
                  <a:gd name="T1" fmla="*/ 0 h 18"/>
                  <a:gd name="T2" fmla="*/ 0 w 29"/>
                  <a:gd name="T3" fmla="*/ 0 h 18"/>
                  <a:gd name="T4" fmla="*/ 0 w 29"/>
                  <a:gd name="T5" fmla="*/ 0 h 18"/>
                  <a:gd name="T6" fmla="*/ 0 w 29"/>
                  <a:gd name="T7" fmla="*/ 0 h 18"/>
                  <a:gd name="T8" fmla="*/ 0 w 29"/>
                  <a:gd name="T9" fmla="*/ 0 h 18"/>
                  <a:gd name="T10" fmla="*/ 0 w 29"/>
                  <a:gd name="T11" fmla="*/ 0 h 18"/>
                  <a:gd name="T12" fmla="*/ 0 w 29"/>
                  <a:gd name="T13" fmla="*/ 0 h 18"/>
                  <a:gd name="T14" fmla="*/ 0 w 29"/>
                  <a:gd name="T15" fmla="*/ 0 h 18"/>
                  <a:gd name="T16" fmla="*/ 0 w 29"/>
                  <a:gd name="T17" fmla="*/ 0 h 18"/>
                  <a:gd name="T18" fmla="*/ 0 w 29"/>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18"/>
                  <a:gd name="T32" fmla="*/ 29 w 29"/>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18">
                    <a:moveTo>
                      <a:pt x="29" y="18"/>
                    </a:moveTo>
                    <a:lnTo>
                      <a:pt x="29" y="11"/>
                    </a:lnTo>
                    <a:lnTo>
                      <a:pt x="27" y="6"/>
                    </a:lnTo>
                    <a:lnTo>
                      <a:pt x="22" y="2"/>
                    </a:lnTo>
                    <a:lnTo>
                      <a:pt x="17" y="0"/>
                    </a:lnTo>
                    <a:lnTo>
                      <a:pt x="12" y="0"/>
                    </a:lnTo>
                    <a:lnTo>
                      <a:pt x="7" y="2"/>
                    </a:lnTo>
                    <a:lnTo>
                      <a:pt x="3" y="5"/>
                    </a:lnTo>
                    <a:lnTo>
                      <a:pt x="0" y="11"/>
                    </a:lnTo>
                    <a:lnTo>
                      <a:pt x="2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1" name="Freeform 114">
                <a:extLst>
                  <a:ext uri="{FF2B5EF4-FFF2-40B4-BE49-F238E27FC236}">
                    <a16:creationId xmlns:a16="http://schemas.microsoft.com/office/drawing/2014/main" id="{BCC219E2-4DBF-42B3-8822-A130DCACC238}"/>
                  </a:ext>
                </a:extLst>
              </p:cNvPr>
              <p:cNvSpPr>
                <a:spLocks/>
              </p:cNvSpPr>
              <p:nvPr/>
            </p:nvSpPr>
            <p:spPr bwMode="auto">
              <a:xfrm>
                <a:off x="1307" y="3123"/>
                <a:ext cx="1" cy="1"/>
              </a:xfrm>
              <a:custGeom>
                <a:avLst/>
                <a:gdLst>
                  <a:gd name="T0" fmla="*/ 0 w 15"/>
                  <a:gd name="T1" fmla="*/ 0 h 20"/>
                  <a:gd name="T2" fmla="*/ 0 w 15"/>
                  <a:gd name="T3" fmla="*/ 0 h 20"/>
                  <a:gd name="T4" fmla="*/ 0 w 15"/>
                  <a:gd name="T5" fmla="*/ 0 h 20"/>
                  <a:gd name="T6" fmla="*/ 0 w 15"/>
                  <a:gd name="T7" fmla="*/ 0 h 20"/>
                  <a:gd name="T8" fmla="*/ 0 w 15"/>
                  <a:gd name="T9" fmla="*/ 0 h 20"/>
                  <a:gd name="T10" fmla="*/ 0 w 15"/>
                  <a:gd name="T11" fmla="*/ 0 h 20"/>
                  <a:gd name="T12" fmla="*/ 0 60000 65536"/>
                  <a:gd name="T13" fmla="*/ 0 60000 65536"/>
                  <a:gd name="T14" fmla="*/ 0 60000 65536"/>
                  <a:gd name="T15" fmla="*/ 0 60000 65536"/>
                  <a:gd name="T16" fmla="*/ 0 60000 65536"/>
                  <a:gd name="T17" fmla="*/ 0 60000 65536"/>
                  <a:gd name="T18" fmla="*/ 0 w 15"/>
                  <a:gd name="T19" fmla="*/ 0 h 20"/>
                  <a:gd name="T20" fmla="*/ 15 w 15"/>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5" h="20">
                    <a:moveTo>
                      <a:pt x="15" y="1"/>
                    </a:moveTo>
                    <a:lnTo>
                      <a:pt x="7" y="0"/>
                    </a:lnTo>
                    <a:lnTo>
                      <a:pt x="1" y="5"/>
                    </a:lnTo>
                    <a:lnTo>
                      <a:pt x="0" y="13"/>
                    </a:lnTo>
                    <a:lnTo>
                      <a:pt x="5" y="20"/>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2" name="Freeform 115">
                <a:extLst>
                  <a:ext uri="{FF2B5EF4-FFF2-40B4-BE49-F238E27FC236}">
                    <a16:creationId xmlns:a16="http://schemas.microsoft.com/office/drawing/2014/main" id="{38498E95-C84F-4CE5-A0E7-79B2A2E1B54D}"/>
                  </a:ext>
                </a:extLst>
              </p:cNvPr>
              <p:cNvSpPr>
                <a:spLocks/>
              </p:cNvSpPr>
              <p:nvPr/>
            </p:nvSpPr>
            <p:spPr bwMode="auto">
              <a:xfrm>
                <a:off x="1307" y="3123"/>
                <a:ext cx="7" cy="15"/>
              </a:xfrm>
              <a:custGeom>
                <a:avLst/>
                <a:gdLst>
                  <a:gd name="T0" fmla="*/ 0 w 164"/>
                  <a:gd name="T1" fmla="*/ 0 h 274"/>
                  <a:gd name="T2" fmla="*/ 0 w 164"/>
                  <a:gd name="T3" fmla="*/ 0 h 274"/>
                  <a:gd name="T4" fmla="*/ 0 w 164"/>
                  <a:gd name="T5" fmla="*/ 0 h 274"/>
                  <a:gd name="T6" fmla="*/ 0 w 164"/>
                  <a:gd name="T7" fmla="*/ 0 h 274"/>
                  <a:gd name="T8" fmla="*/ 0 w 164"/>
                  <a:gd name="T9" fmla="*/ 0 h 274"/>
                  <a:gd name="T10" fmla="*/ 0 w 164"/>
                  <a:gd name="T11" fmla="*/ 0 h 274"/>
                  <a:gd name="T12" fmla="*/ 0 w 164"/>
                  <a:gd name="T13" fmla="*/ 0 h 274"/>
                  <a:gd name="T14" fmla="*/ 0 w 164"/>
                  <a:gd name="T15" fmla="*/ 0 h 274"/>
                  <a:gd name="T16" fmla="*/ 0 w 164"/>
                  <a:gd name="T17" fmla="*/ 0 h 274"/>
                  <a:gd name="T18" fmla="*/ 0 w 164"/>
                  <a:gd name="T19" fmla="*/ 0 h 274"/>
                  <a:gd name="T20" fmla="*/ 0 w 164"/>
                  <a:gd name="T21" fmla="*/ 0 h 274"/>
                  <a:gd name="T22" fmla="*/ 0 w 164"/>
                  <a:gd name="T23" fmla="*/ 0 h 274"/>
                  <a:gd name="T24" fmla="*/ 0 w 164"/>
                  <a:gd name="T25" fmla="*/ 0 h 274"/>
                  <a:gd name="T26" fmla="*/ 0 w 164"/>
                  <a:gd name="T27" fmla="*/ 0 h 274"/>
                  <a:gd name="T28" fmla="*/ 0 w 164"/>
                  <a:gd name="T29" fmla="*/ 0 h 274"/>
                  <a:gd name="T30" fmla="*/ 0 w 164"/>
                  <a:gd name="T31" fmla="*/ 0 h 274"/>
                  <a:gd name="T32" fmla="*/ 0 w 164"/>
                  <a:gd name="T33" fmla="*/ 0 h 274"/>
                  <a:gd name="T34" fmla="*/ 0 w 164"/>
                  <a:gd name="T35" fmla="*/ 0 h 274"/>
                  <a:gd name="T36" fmla="*/ 0 w 164"/>
                  <a:gd name="T37" fmla="*/ 0 h 274"/>
                  <a:gd name="T38" fmla="*/ 0 w 164"/>
                  <a:gd name="T39" fmla="*/ 0 h 274"/>
                  <a:gd name="T40" fmla="*/ 0 w 164"/>
                  <a:gd name="T41" fmla="*/ 0 h 274"/>
                  <a:gd name="T42" fmla="*/ 0 w 164"/>
                  <a:gd name="T43" fmla="*/ 0 h 274"/>
                  <a:gd name="T44" fmla="*/ 0 w 164"/>
                  <a:gd name="T45" fmla="*/ 0 h 274"/>
                  <a:gd name="T46" fmla="*/ 0 w 164"/>
                  <a:gd name="T47" fmla="*/ 0 h 274"/>
                  <a:gd name="T48" fmla="*/ 0 w 164"/>
                  <a:gd name="T49" fmla="*/ 0 h 274"/>
                  <a:gd name="T50" fmla="*/ 0 w 164"/>
                  <a:gd name="T51" fmla="*/ 0 h 274"/>
                  <a:gd name="T52" fmla="*/ 0 w 164"/>
                  <a:gd name="T53" fmla="*/ 0 h 274"/>
                  <a:gd name="T54" fmla="*/ 0 w 164"/>
                  <a:gd name="T55" fmla="*/ 0 h 274"/>
                  <a:gd name="T56" fmla="*/ 0 w 164"/>
                  <a:gd name="T57" fmla="*/ 0 h 274"/>
                  <a:gd name="T58" fmla="*/ 0 w 164"/>
                  <a:gd name="T59" fmla="*/ 0 h 274"/>
                  <a:gd name="T60" fmla="*/ 0 w 164"/>
                  <a:gd name="T61" fmla="*/ 0 h 274"/>
                  <a:gd name="T62" fmla="*/ 0 w 164"/>
                  <a:gd name="T63" fmla="*/ 0 h 274"/>
                  <a:gd name="T64" fmla="*/ 0 w 164"/>
                  <a:gd name="T65" fmla="*/ 0 h 274"/>
                  <a:gd name="T66" fmla="*/ 0 w 164"/>
                  <a:gd name="T67" fmla="*/ 0 h 274"/>
                  <a:gd name="T68" fmla="*/ 0 w 164"/>
                  <a:gd name="T69" fmla="*/ 0 h 274"/>
                  <a:gd name="T70" fmla="*/ 0 w 164"/>
                  <a:gd name="T71" fmla="*/ 0 h 274"/>
                  <a:gd name="T72" fmla="*/ 0 w 164"/>
                  <a:gd name="T73" fmla="*/ 0 h 27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4"/>
                  <a:gd name="T112" fmla="*/ 0 h 274"/>
                  <a:gd name="T113" fmla="*/ 164 w 164"/>
                  <a:gd name="T114" fmla="*/ 274 h 27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4" h="274">
                    <a:moveTo>
                      <a:pt x="164" y="274"/>
                    </a:moveTo>
                    <a:lnTo>
                      <a:pt x="164" y="274"/>
                    </a:lnTo>
                    <a:lnTo>
                      <a:pt x="162" y="253"/>
                    </a:lnTo>
                    <a:lnTo>
                      <a:pt x="160" y="233"/>
                    </a:lnTo>
                    <a:lnTo>
                      <a:pt x="157" y="211"/>
                    </a:lnTo>
                    <a:lnTo>
                      <a:pt x="153" y="190"/>
                    </a:lnTo>
                    <a:lnTo>
                      <a:pt x="147" y="170"/>
                    </a:lnTo>
                    <a:lnTo>
                      <a:pt x="139" y="152"/>
                    </a:lnTo>
                    <a:lnTo>
                      <a:pt x="130" y="135"/>
                    </a:lnTo>
                    <a:lnTo>
                      <a:pt x="122" y="116"/>
                    </a:lnTo>
                    <a:lnTo>
                      <a:pt x="112" y="98"/>
                    </a:lnTo>
                    <a:lnTo>
                      <a:pt x="100" y="82"/>
                    </a:lnTo>
                    <a:lnTo>
                      <a:pt x="87" y="65"/>
                    </a:lnTo>
                    <a:lnTo>
                      <a:pt x="73" y="50"/>
                    </a:lnTo>
                    <a:lnTo>
                      <a:pt x="59" y="35"/>
                    </a:lnTo>
                    <a:lnTo>
                      <a:pt x="43" y="23"/>
                    </a:lnTo>
                    <a:lnTo>
                      <a:pt x="27" y="10"/>
                    </a:lnTo>
                    <a:lnTo>
                      <a:pt x="10" y="0"/>
                    </a:lnTo>
                    <a:lnTo>
                      <a:pt x="0" y="19"/>
                    </a:lnTo>
                    <a:lnTo>
                      <a:pt x="15" y="29"/>
                    </a:lnTo>
                    <a:lnTo>
                      <a:pt x="30" y="40"/>
                    </a:lnTo>
                    <a:lnTo>
                      <a:pt x="45" y="52"/>
                    </a:lnTo>
                    <a:lnTo>
                      <a:pt x="59" y="65"/>
                    </a:lnTo>
                    <a:lnTo>
                      <a:pt x="71" y="80"/>
                    </a:lnTo>
                    <a:lnTo>
                      <a:pt x="83" y="94"/>
                    </a:lnTo>
                    <a:lnTo>
                      <a:pt x="94" y="110"/>
                    </a:lnTo>
                    <a:lnTo>
                      <a:pt x="104" y="126"/>
                    </a:lnTo>
                    <a:lnTo>
                      <a:pt x="112" y="143"/>
                    </a:lnTo>
                    <a:lnTo>
                      <a:pt x="119" y="161"/>
                    </a:lnTo>
                    <a:lnTo>
                      <a:pt x="126" y="179"/>
                    </a:lnTo>
                    <a:lnTo>
                      <a:pt x="132" y="197"/>
                    </a:lnTo>
                    <a:lnTo>
                      <a:pt x="136" y="216"/>
                    </a:lnTo>
                    <a:lnTo>
                      <a:pt x="139" y="235"/>
                    </a:lnTo>
                    <a:lnTo>
                      <a:pt x="141" y="255"/>
                    </a:lnTo>
                    <a:lnTo>
                      <a:pt x="141" y="274"/>
                    </a:lnTo>
                    <a:lnTo>
                      <a:pt x="164" y="2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3" name="Freeform 116">
                <a:extLst>
                  <a:ext uri="{FF2B5EF4-FFF2-40B4-BE49-F238E27FC236}">
                    <a16:creationId xmlns:a16="http://schemas.microsoft.com/office/drawing/2014/main" id="{0F191F5F-9B4B-49FA-BE84-D8D028870E1B}"/>
                  </a:ext>
                </a:extLst>
              </p:cNvPr>
              <p:cNvSpPr>
                <a:spLocks/>
              </p:cNvSpPr>
              <p:nvPr/>
            </p:nvSpPr>
            <p:spPr bwMode="auto">
              <a:xfrm>
                <a:off x="1313" y="3138"/>
                <a:ext cx="1" cy="4"/>
              </a:xfrm>
              <a:custGeom>
                <a:avLst/>
                <a:gdLst>
                  <a:gd name="T0" fmla="*/ 0 w 29"/>
                  <a:gd name="T1" fmla="*/ 0 h 68"/>
                  <a:gd name="T2" fmla="*/ 0 w 29"/>
                  <a:gd name="T3" fmla="*/ 0 h 68"/>
                  <a:gd name="T4" fmla="*/ 0 w 29"/>
                  <a:gd name="T5" fmla="*/ 0 h 68"/>
                  <a:gd name="T6" fmla="*/ 0 w 29"/>
                  <a:gd name="T7" fmla="*/ 0 h 68"/>
                  <a:gd name="T8" fmla="*/ 0 w 29"/>
                  <a:gd name="T9" fmla="*/ 0 h 68"/>
                  <a:gd name="T10" fmla="*/ 0 w 29"/>
                  <a:gd name="T11" fmla="*/ 0 h 68"/>
                  <a:gd name="T12" fmla="*/ 0 w 29"/>
                  <a:gd name="T13" fmla="*/ 0 h 68"/>
                  <a:gd name="T14" fmla="*/ 0 w 29"/>
                  <a:gd name="T15" fmla="*/ 0 h 68"/>
                  <a:gd name="T16" fmla="*/ 0 w 29"/>
                  <a:gd name="T17" fmla="*/ 0 h 68"/>
                  <a:gd name="T18" fmla="*/ 0 w 29"/>
                  <a:gd name="T19" fmla="*/ 0 h 68"/>
                  <a:gd name="T20" fmla="*/ 0 w 29"/>
                  <a:gd name="T21" fmla="*/ 0 h 68"/>
                  <a:gd name="T22" fmla="*/ 0 w 29"/>
                  <a:gd name="T23" fmla="*/ 0 h 68"/>
                  <a:gd name="T24" fmla="*/ 0 w 29"/>
                  <a:gd name="T25" fmla="*/ 0 h 68"/>
                  <a:gd name="T26" fmla="*/ 0 w 29"/>
                  <a:gd name="T27" fmla="*/ 0 h 68"/>
                  <a:gd name="T28" fmla="*/ 0 w 29"/>
                  <a:gd name="T29" fmla="*/ 0 h 68"/>
                  <a:gd name="T30" fmla="*/ 0 w 29"/>
                  <a:gd name="T31" fmla="*/ 0 h 68"/>
                  <a:gd name="T32" fmla="*/ 0 w 29"/>
                  <a:gd name="T33" fmla="*/ 0 h 68"/>
                  <a:gd name="T34" fmla="*/ 0 w 29"/>
                  <a:gd name="T35" fmla="*/ 0 h 68"/>
                  <a:gd name="T36" fmla="*/ 0 w 29"/>
                  <a:gd name="T37" fmla="*/ 0 h 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
                  <a:gd name="T58" fmla="*/ 0 h 68"/>
                  <a:gd name="T59" fmla="*/ 29 w 29"/>
                  <a:gd name="T60" fmla="*/ 68 h 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 h="68">
                    <a:moveTo>
                      <a:pt x="21" y="68"/>
                    </a:moveTo>
                    <a:lnTo>
                      <a:pt x="22" y="60"/>
                    </a:lnTo>
                    <a:lnTo>
                      <a:pt x="24" y="52"/>
                    </a:lnTo>
                    <a:lnTo>
                      <a:pt x="25" y="43"/>
                    </a:lnTo>
                    <a:lnTo>
                      <a:pt x="26" y="34"/>
                    </a:lnTo>
                    <a:lnTo>
                      <a:pt x="28" y="25"/>
                    </a:lnTo>
                    <a:lnTo>
                      <a:pt x="28" y="17"/>
                    </a:lnTo>
                    <a:lnTo>
                      <a:pt x="29" y="8"/>
                    </a:lnTo>
                    <a:lnTo>
                      <a:pt x="29" y="0"/>
                    </a:lnTo>
                    <a:lnTo>
                      <a:pt x="6" y="0"/>
                    </a:lnTo>
                    <a:lnTo>
                      <a:pt x="6" y="8"/>
                    </a:lnTo>
                    <a:lnTo>
                      <a:pt x="5" y="17"/>
                    </a:lnTo>
                    <a:lnTo>
                      <a:pt x="5" y="25"/>
                    </a:lnTo>
                    <a:lnTo>
                      <a:pt x="5" y="32"/>
                    </a:lnTo>
                    <a:lnTo>
                      <a:pt x="4" y="41"/>
                    </a:lnTo>
                    <a:lnTo>
                      <a:pt x="3" y="48"/>
                    </a:lnTo>
                    <a:lnTo>
                      <a:pt x="1" y="56"/>
                    </a:lnTo>
                    <a:lnTo>
                      <a:pt x="0" y="64"/>
                    </a:lnTo>
                    <a:lnTo>
                      <a:pt x="21"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4" name="Freeform 117">
                <a:extLst>
                  <a:ext uri="{FF2B5EF4-FFF2-40B4-BE49-F238E27FC236}">
                    <a16:creationId xmlns:a16="http://schemas.microsoft.com/office/drawing/2014/main" id="{8825FE57-64C9-49A7-AFDA-1FF2F498D9E2}"/>
                  </a:ext>
                </a:extLst>
              </p:cNvPr>
              <p:cNvSpPr>
                <a:spLocks/>
              </p:cNvSpPr>
              <p:nvPr/>
            </p:nvSpPr>
            <p:spPr bwMode="auto">
              <a:xfrm>
                <a:off x="1313" y="3138"/>
                <a:ext cx="1" cy="1"/>
              </a:xfrm>
              <a:custGeom>
                <a:avLst/>
                <a:gdLst>
                  <a:gd name="T0" fmla="*/ 0 w 21"/>
                  <a:gd name="T1" fmla="*/ 0 h 12"/>
                  <a:gd name="T2" fmla="*/ 0 w 21"/>
                  <a:gd name="T3" fmla="*/ 0 h 12"/>
                  <a:gd name="T4" fmla="*/ 0 w 21"/>
                  <a:gd name="T5" fmla="*/ 0 h 12"/>
                  <a:gd name="T6" fmla="*/ 0 w 21"/>
                  <a:gd name="T7" fmla="*/ 0 h 12"/>
                  <a:gd name="T8" fmla="*/ 0 w 21"/>
                  <a:gd name="T9" fmla="*/ 0 h 12"/>
                  <a:gd name="T10" fmla="*/ 0 w 21"/>
                  <a:gd name="T11" fmla="*/ 0 h 12"/>
                  <a:gd name="T12" fmla="*/ 0 60000 65536"/>
                  <a:gd name="T13" fmla="*/ 0 60000 65536"/>
                  <a:gd name="T14" fmla="*/ 0 60000 65536"/>
                  <a:gd name="T15" fmla="*/ 0 60000 65536"/>
                  <a:gd name="T16" fmla="*/ 0 60000 65536"/>
                  <a:gd name="T17" fmla="*/ 0 60000 65536"/>
                  <a:gd name="T18" fmla="*/ 0 w 21"/>
                  <a:gd name="T19" fmla="*/ 0 h 12"/>
                  <a:gd name="T20" fmla="*/ 21 w 21"/>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21" h="12">
                    <a:moveTo>
                      <a:pt x="0" y="0"/>
                    </a:moveTo>
                    <a:lnTo>
                      <a:pt x="3" y="8"/>
                    </a:lnTo>
                    <a:lnTo>
                      <a:pt x="10" y="12"/>
                    </a:lnTo>
                    <a:lnTo>
                      <a:pt x="17" y="11"/>
                    </a:lnTo>
                    <a:lnTo>
                      <a:pt x="21"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5" name="Freeform 118">
                <a:extLst>
                  <a:ext uri="{FF2B5EF4-FFF2-40B4-BE49-F238E27FC236}">
                    <a16:creationId xmlns:a16="http://schemas.microsoft.com/office/drawing/2014/main" id="{24D744E5-3F6D-4250-8D9C-ACF39AF43E66}"/>
                  </a:ext>
                </a:extLst>
              </p:cNvPr>
              <p:cNvSpPr>
                <a:spLocks/>
              </p:cNvSpPr>
              <p:nvPr/>
            </p:nvSpPr>
            <p:spPr bwMode="auto">
              <a:xfrm>
                <a:off x="1307" y="3128"/>
                <a:ext cx="1" cy="1"/>
              </a:xfrm>
              <a:custGeom>
                <a:avLst/>
                <a:gdLst>
                  <a:gd name="T0" fmla="*/ 0 w 15"/>
                  <a:gd name="T1" fmla="*/ 0 h 20"/>
                  <a:gd name="T2" fmla="*/ 0 w 15"/>
                  <a:gd name="T3" fmla="*/ 0 h 20"/>
                  <a:gd name="T4" fmla="*/ 0 w 15"/>
                  <a:gd name="T5" fmla="*/ 0 h 20"/>
                  <a:gd name="T6" fmla="*/ 0 w 15"/>
                  <a:gd name="T7" fmla="*/ 0 h 20"/>
                  <a:gd name="T8" fmla="*/ 0 w 15"/>
                  <a:gd name="T9" fmla="*/ 0 h 20"/>
                  <a:gd name="T10" fmla="*/ 0 w 15"/>
                  <a:gd name="T11" fmla="*/ 0 h 20"/>
                  <a:gd name="T12" fmla="*/ 0 60000 65536"/>
                  <a:gd name="T13" fmla="*/ 0 60000 65536"/>
                  <a:gd name="T14" fmla="*/ 0 60000 65536"/>
                  <a:gd name="T15" fmla="*/ 0 60000 65536"/>
                  <a:gd name="T16" fmla="*/ 0 60000 65536"/>
                  <a:gd name="T17" fmla="*/ 0 60000 65536"/>
                  <a:gd name="T18" fmla="*/ 0 w 15"/>
                  <a:gd name="T19" fmla="*/ 0 h 20"/>
                  <a:gd name="T20" fmla="*/ 15 w 15"/>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5" h="20">
                    <a:moveTo>
                      <a:pt x="15" y="1"/>
                    </a:moveTo>
                    <a:lnTo>
                      <a:pt x="7" y="0"/>
                    </a:lnTo>
                    <a:lnTo>
                      <a:pt x="1" y="6"/>
                    </a:lnTo>
                    <a:lnTo>
                      <a:pt x="0" y="14"/>
                    </a:lnTo>
                    <a:lnTo>
                      <a:pt x="5" y="20"/>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6" name="Freeform 119">
                <a:extLst>
                  <a:ext uri="{FF2B5EF4-FFF2-40B4-BE49-F238E27FC236}">
                    <a16:creationId xmlns:a16="http://schemas.microsoft.com/office/drawing/2014/main" id="{6FE411A3-4C17-457F-ABB8-A33A6BCDA373}"/>
                  </a:ext>
                </a:extLst>
              </p:cNvPr>
              <p:cNvSpPr>
                <a:spLocks/>
              </p:cNvSpPr>
              <p:nvPr/>
            </p:nvSpPr>
            <p:spPr bwMode="auto">
              <a:xfrm>
                <a:off x="1308" y="3128"/>
                <a:ext cx="4" cy="8"/>
              </a:xfrm>
              <a:custGeom>
                <a:avLst/>
                <a:gdLst>
                  <a:gd name="T0" fmla="*/ 0 w 86"/>
                  <a:gd name="T1" fmla="*/ 0 h 136"/>
                  <a:gd name="T2" fmla="*/ 0 w 86"/>
                  <a:gd name="T3" fmla="*/ 0 h 136"/>
                  <a:gd name="T4" fmla="*/ 0 w 86"/>
                  <a:gd name="T5" fmla="*/ 0 h 136"/>
                  <a:gd name="T6" fmla="*/ 0 w 86"/>
                  <a:gd name="T7" fmla="*/ 0 h 136"/>
                  <a:gd name="T8" fmla="*/ 0 w 86"/>
                  <a:gd name="T9" fmla="*/ 0 h 136"/>
                  <a:gd name="T10" fmla="*/ 0 w 86"/>
                  <a:gd name="T11" fmla="*/ 0 h 136"/>
                  <a:gd name="T12" fmla="*/ 0 w 86"/>
                  <a:gd name="T13" fmla="*/ 0 h 136"/>
                  <a:gd name="T14" fmla="*/ 0 w 86"/>
                  <a:gd name="T15" fmla="*/ 0 h 136"/>
                  <a:gd name="T16" fmla="*/ 0 w 86"/>
                  <a:gd name="T17" fmla="*/ 0 h 136"/>
                  <a:gd name="T18" fmla="*/ 0 w 86"/>
                  <a:gd name="T19" fmla="*/ 0 h 136"/>
                  <a:gd name="T20" fmla="*/ 0 w 86"/>
                  <a:gd name="T21" fmla="*/ 0 h 136"/>
                  <a:gd name="T22" fmla="*/ 0 w 86"/>
                  <a:gd name="T23" fmla="*/ 0 h 136"/>
                  <a:gd name="T24" fmla="*/ 0 w 86"/>
                  <a:gd name="T25" fmla="*/ 0 h 136"/>
                  <a:gd name="T26" fmla="*/ 0 w 86"/>
                  <a:gd name="T27" fmla="*/ 0 h 136"/>
                  <a:gd name="T28" fmla="*/ 0 w 86"/>
                  <a:gd name="T29" fmla="*/ 0 h 136"/>
                  <a:gd name="T30" fmla="*/ 0 w 86"/>
                  <a:gd name="T31" fmla="*/ 0 h 136"/>
                  <a:gd name="T32" fmla="*/ 0 w 86"/>
                  <a:gd name="T33" fmla="*/ 0 h 136"/>
                  <a:gd name="T34" fmla="*/ 0 w 86"/>
                  <a:gd name="T35" fmla="*/ 0 h 136"/>
                  <a:gd name="T36" fmla="*/ 0 w 86"/>
                  <a:gd name="T37" fmla="*/ 0 h 136"/>
                  <a:gd name="T38" fmla="*/ 0 w 86"/>
                  <a:gd name="T39" fmla="*/ 0 h 136"/>
                  <a:gd name="T40" fmla="*/ 0 w 86"/>
                  <a:gd name="T41" fmla="*/ 0 h 1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36"/>
                  <a:gd name="T65" fmla="*/ 86 w 86"/>
                  <a:gd name="T66" fmla="*/ 136 h 1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36">
                    <a:moveTo>
                      <a:pt x="86" y="136"/>
                    </a:moveTo>
                    <a:lnTo>
                      <a:pt x="86" y="136"/>
                    </a:lnTo>
                    <a:lnTo>
                      <a:pt x="85" y="116"/>
                    </a:lnTo>
                    <a:lnTo>
                      <a:pt x="81" y="95"/>
                    </a:lnTo>
                    <a:lnTo>
                      <a:pt x="76" y="76"/>
                    </a:lnTo>
                    <a:lnTo>
                      <a:pt x="66" y="58"/>
                    </a:lnTo>
                    <a:lnTo>
                      <a:pt x="55" y="41"/>
                    </a:lnTo>
                    <a:lnTo>
                      <a:pt x="42" y="26"/>
                    </a:lnTo>
                    <a:lnTo>
                      <a:pt x="27" y="12"/>
                    </a:lnTo>
                    <a:lnTo>
                      <a:pt x="10" y="0"/>
                    </a:lnTo>
                    <a:lnTo>
                      <a:pt x="0" y="19"/>
                    </a:lnTo>
                    <a:lnTo>
                      <a:pt x="14" y="29"/>
                    </a:lnTo>
                    <a:lnTo>
                      <a:pt x="28" y="40"/>
                    </a:lnTo>
                    <a:lnTo>
                      <a:pt x="39" y="54"/>
                    </a:lnTo>
                    <a:lnTo>
                      <a:pt x="48" y="69"/>
                    </a:lnTo>
                    <a:lnTo>
                      <a:pt x="55" y="85"/>
                    </a:lnTo>
                    <a:lnTo>
                      <a:pt x="60" y="102"/>
                    </a:lnTo>
                    <a:lnTo>
                      <a:pt x="64" y="118"/>
                    </a:lnTo>
                    <a:lnTo>
                      <a:pt x="65" y="136"/>
                    </a:lnTo>
                    <a:lnTo>
                      <a:pt x="86" y="1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7" name="Freeform 120">
                <a:extLst>
                  <a:ext uri="{FF2B5EF4-FFF2-40B4-BE49-F238E27FC236}">
                    <a16:creationId xmlns:a16="http://schemas.microsoft.com/office/drawing/2014/main" id="{153C484F-BB0E-4E2F-A681-0332F57F0A90}"/>
                  </a:ext>
                </a:extLst>
              </p:cNvPr>
              <p:cNvSpPr>
                <a:spLocks/>
              </p:cNvSpPr>
              <p:nvPr/>
            </p:nvSpPr>
            <p:spPr bwMode="auto">
              <a:xfrm>
                <a:off x="1311" y="3136"/>
                <a:ext cx="1" cy="2"/>
              </a:xfrm>
              <a:custGeom>
                <a:avLst/>
                <a:gdLst>
                  <a:gd name="T0" fmla="*/ 0 w 24"/>
                  <a:gd name="T1" fmla="*/ 0 h 35"/>
                  <a:gd name="T2" fmla="*/ 0 w 24"/>
                  <a:gd name="T3" fmla="*/ 0 h 35"/>
                  <a:gd name="T4" fmla="*/ 0 w 24"/>
                  <a:gd name="T5" fmla="*/ 0 h 35"/>
                  <a:gd name="T6" fmla="*/ 0 w 24"/>
                  <a:gd name="T7" fmla="*/ 0 h 35"/>
                  <a:gd name="T8" fmla="*/ 0 w 24"/>
                  <a:gd name="T9" fmla="*/ 0 h 35"/>
                  <a:gd name="T10" fmla="*/ 0 w 24"/>
                  <a:gd name="T11" fmla="*/ 0 h 35"/>
                  <a:gd name="T12" fmla="*/ 0 w 24"/>
                  <a:gd name="T13" fmla="*/ 0 h 35"/>
                  <a:gd name="T14" fmla="*/ 0 w 24"/>
                  <a:gd name="T15" fmla="*/ 0 h 35"/>
                  <a:gd name="T16" fmla="*/ 0 w 24"/>
                  <a:gd name="T17" fmla="*/ 0 h 35"/>
                  <a:gd name="T18" fmla="*/ 0 w 24"/>
                  <a:gd name="T19" fmla="*/ 0 h 35"/>
                  <a:gd name="T20" fmla="*/ 0 w 24"/>
                  <a:gd name="T21" fmla="*/ 0 h 35"/>
                  <a:gd name="T22" fmla="*/ 0 w 24"/>
                  <a:gd name="T23" fmla="*/ 0 h 35"/>
                  <a:gd name="T24" fmla="*/ 0 w 24"/>
                  <a:gd name="T25" fmla="*/ 0 h 35"/>
                  <a:gd name="T26" fmla="*/ 0 w 24"/>
                  <a:gd name="T27" fmla="*/ 0 h 35"/>
                  <a:gd name="T28" fmla="*/ 0 w 24"/>
                  <a:gd name="T29" fmla="*/ 0 h 35"/>
                  <a:gd name="T30" fmla="*/ 0 w 24"/>
                  <a:gd name="T31" fmla="*/ 0 h 35"/>
                  <a:gd name="T32" fmla="*/ 0 w 24"/>
                  <a:gd name="T33" fmla="*/ 0 h 35"/>
                  <a:gd name="T34" fmla="*/ 0 w 24"/>
                  <a:gd name="T35" fmla="*/ 0 h 35"/>
                  <a:gd name="T36" fmla="*/ 0 w 24"/>
                  <a:gd name="T37" fmla="*/ 0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
                  <a:gd name="T58" fmla="*/ 0 h 35"/>
                  <a:gd name="T59" fmla="*/ 24 w 24"/>
                  <a:gd name="T60" fmla="*/ 35 h 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 h="35">
                    <a:moveTo>
                      <a:pt x="21" y="35"/>
                    </a:moveTo>
                    <a:lnTo>
                      <a:pt x="22" y="30"/>
                    </a:lnTo>
                    <a:lnTo>
                      <a:pt x="22" y="26"/>
                    </a:lnTo>
                    <a:lnTo>
                      <a:pt x="23" y="21"/>
                    </a:lnTo>
                    <a:lnTo>
                      <a:pt x="23" y="18"/>
                    </a:lnTo>
                    <a:lnTo>
                      <a:pt x="24" y="15"/>
                    </a:lnTo>
                    <a:lnTo>
                      <a:pt x="24" y="9"/>
                    </a:lnTo>
                    <a:lnTo>
                      <a:pt x="24" y="5"/>
                    </a:lnTo>
                    <a:lnTo>
                      <a:pt x="24" y="0"/>
                    </a:lnTo>
                    <a:lnTo>
                      <a:pt x="3" y="0"/>
                    </a:lnTo>
                    <a:lnTo>
                      <a:pt x="3" y="5"/>
                    </a:lnTo>
                    <a:lnTo>
                      <a:pt x="3" y="9"/>
                    </a:lnTo>
                    <a:lnTo>
                      <a:pt x="3" y="11"/>
                    </a:lnTo>
                    <a:lnTo>
                      <a:pt x="2" y="14"/>
                    </a:lnTo>
                    <a:lnTo>
                      <a:pt x="2" y="19"/>
                    </a:lnTo>
                    <a:lnTo>
                      <a:pt x="1" y="24"/>
                    </a:lnTo>
                    <a:lnTo>
                      <a:pt x="1" y="28"/>
                    </a:lnTo>
                    <a:lnTo>
                      <a:pt x="0" y="31"/>
                    </a:lnTo>
                    <a:lnTo>
                      <a:pt x="2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8" name="Freeform 121">
                <a:extLst>
                  <a:ext uri="{FF2B5EF4-FFF2-40B4-BE49-F238E27FC236}">
                    <a16:creationId xmlns:a16="http://schemas.microsoft.com/office/drawing/2014/main" id="{7BDA960D-F0D1-4D24-B3A1-11AA5AA8CF8E}"/>
                  </a:ext>
                </a:extLst>
              </p:cNvPr>
              <p:cNvSpPr>
                <a:spLocks/>
              </p:cNvSpPr>
              <p:nvPr/>
            </p:nvSpPr>
            <p:spPr bwMode="auto">
              <a:xfrm>
                <a:off x="1311" y="3135"/>
                <a:ext cx="1" cy="1"/>
              </a:xfrm>
              <a:custGeom>
                <a:avLst/>
                <a:gdLst>
                  <a:gd name="T0" fmla="*/ 0 w 21"/>
                  <a:gd name="T1" fmla="*/ 0 h 13"/>
                  <a:gd name="T2" fmla="*/ 0 w 21"/>
                  <a:gd name="T3" fmla="*/ 0 h 13"/>
                  <a:gd name="T4" fmla="*/ 0 w 21"/>
                  <a:gd name="T5" fmla="*/ 0 h 13"/>
                  <a:gd name="T6" fmla="*/ 0 w 21"/>
                  <a:gd name="T7" fmla="*/ 0 h 13"/>
                  <a:gd name="T8" fmla="*/ 0 w 21"/>
                  <a:gd name="T9" fmla="*/ 0 h 13"/>
                  <a:gd name="T10" fmla="*/ 0 w 21"/>
                  <a:gd name="T11" fmla="*/ 0 h 13"/>
                  <a:gd name="T12" fmla="*/ 0 60000 65536"/>
                  <a:gd name="T13" fmla="*/ 0 60000 65536"/>
                  <a:gd name="T14" fmla="*/ 0 60000 65536"/>
                  <a:gd name="T15" fmla="*/ 0 60000 65536"/>
                  <a:gd name="T16" fmla="*/ 0 60000 65536"/>
                  <a:gd name="T17" fmla="*/ 0 60000 65536"/>
                  <a:gd name="T18" fmla="*/ 0 w 21"/>
                  <a:gd name="T19" fmla="*/ 0 h 13"/>
                  <a:gd name="T20" fmla="*/ 21 w 21"/>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1" h="13">
                    <a:moveTo>
                      <a:pt x="0" y="0"/>
                    </a:moveTo>
                    <a:lnTo>
                      <a:pt x="2" y="9"/>
                    </a:lnTo>
                    <a:lnTo>
                      <a:pt x="10" y="13"/>
                    </a:lnTo>
                    <a:lnTo>
                      <a:pt x="17" y="12"/>
                    </a:lnTo>
                    <a:lnTo>
                      <a:pt x="21"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19" name="Freeform 122">
                <a:extLst>
                  <a:ext uri="{FF2B5EF4-FFF2-40B4-BE49-F238E27FC236}">
                    <a16:creationId xmlns:a16="http://schemas.microsoft.com/office/drawing/2014/main" id="{DF94F887-3C3B-495F-B366-79E8B5E5BE74}"/>
                  </a:ext>
                </a:extLst>
              </p:cNvPr>
              <p:cNvSpPr>
                <a:spLocks/>
              </p:cNvSpPr>
              <p:nvPr/>
            </p:nvSpPr>
            <p:spPr bwMode="auto">
              <a:xfrm>
                <a:off x="1132" y="3300"/>
                <a:ext cx="53" cy="137"/>
              </a:xfrm>
              <a:custGeom>
                <a:avLst/>
                <a:gdLst>
                  <a:gd name="T0" fmla="*/ 0 w 1169"/>
                  <a:gd name="T1" fmla="*/ 0 h 2481"/>
                  <a:gd name="T2" fmla="*/ 0 w 1169"/>
                  <a:gd name="T3" fmla="*/ 0 h 2481"/>
                  <a:gd name="T4" fmla="*/ 0 w 1169"/>
                  <a:gd name="T5" fmla="*/ 0 h 2481"/>
                  <a:gd name="T6" fmla="*/ 0 w 1169"/>
                  <a:gd name="T7" fmla="*/ 0 h 2481"/>
                  <a:gd name="T8" fmla="*/ 0 w 1169"/>
                  <a:gd name="T9" fmla="*/ 0 h 2481"/>
                  <a:gd name="T10" fmla="*/ 0 60000 65536"/>
                  <a:gd name="T11" fmla="*/ 0 60000 65536"/>
                  <a:gd name="T12" fmla="*/ 0 60000 65536"/>
                  <a:gd name="T13" fmla="*/ 0 60000 65536"/>
                  <a:gd name="T14" fmla="*/ 0 60000 65536"/>
                  <a:gd name="T15" fmla="*/ 0 w 1169"/>
                  <a:gd name="T16" fmla="*/ 0 h 2481"/>
                  <a:gd name="T17" fmla="*/ 1169 w 1169"/>
                  <a:gd name="T18" fmla="*/ 2481 h 2481"/>
                </a:gdLst>
                <a:ahLst/>
                <a:cxnLst>
                  <a:cxn ang="T10">
                    <a:pos x="T0" y="T1"/>
                  </a:cxn>
                  <a:cxn ang="T11">
                    <a:pos x="T2" y="T3"/>
                  </a:cxn>
                  <a:cxn ang="T12">
                    <a:pos x="T4" y="T5"/>
                  </a:cxn>
                  <a:cxn ang="T13">
                    <a:pos x="T6" y="T7"/>
                  </a:cxn>
                  <a:cxn ang="T14">
                    <a:pos x="T8" y="T9"/>
                  </a:cxn>
                </a:cxnLst>
                <a:rect l="T15" t="T16" r="T17" b="T18"/>
                <a:pathLst>
                  <a:path w="1169" h="2481">
                    <a:moveTo>
                      <a:pt x="166" y="0"/>
                    </a:moveTo>
                    <a:lnTo>
                      <a:pt x="0" y="73"/>
                    </a:lnTo>
                    <a:lnTo>
                      <a:pt x="959" y="2481"/>
                    </a:lnTo>
                    <a:lnTo>
                      <a:pt x="1169" y="2389"/>
                    </a:lnTo>
                    <a:lnTo>
                      <a:pt x="166" y="0"/>
                    </a:lnTo>
                    <a:close/>
                  </a:path>
                </a:pathLst>
              </a:custGeom>
              <a:solidFill>
                <a:srgbClr val="54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0" name="Freeform 123">
                <a:extLst>
                  <a:ext uri="{FF2B5EF4-FFF2-40B4-BE49-F238E27FC236}">
                    <a16:creationId xmlns:a16="http://schemas.microsoft.com/office/drawing/2014/main" id="{02A6C10F-F62D-42F8-A35D-61A6A83E7FD4}"/>
                  </a:ext>
                </a:extLst>
              </p:cNvPr>
              <p:cNvSpPr>
                <a:spLocks/>
              </p:cNvSpPr>
              <p:nvPr/>
            </p:nvSpPr>
            <p:spPr bwMode="auto">
              <a:xfrm>
                <a:off x="1132" y="3300"/>
                <a:ext cx="52" cy="137"/>
              </a:xfrm>
              <a:custGeom>
                <a:avLst/>
                <a:gdLst>
                  <a:gd name="T0" fmla="*/ 0 w 1140"/>
                  <a:gd name="T1" fmla="*/ 0 h 2467"/>
                  <a:gd name="T2" fmla="*/ 0 w 1140"/>
                  <a:gd name="T3" fmla="*/ 0 h 2467"/>
                  <a:gd name="T4" fmla="*/ 0 w 1140"/>
                  <a:gd name="T5" fmla="*/ 0 h 2467"/>
                  <a:gd name="T6" fmla="*/ 0 w 1140"/>
                  <a:gd name="T7" fmla="*/ 0 h 2467"/>
                  <a:gd name="T8" fmla="*/ 0 w 1140"/>
                  <a:gd name="T9" fmla="*/ 0 h 2467"/>
                  <a:gd name="T10" fmla="*/ 0 w 1140"/>
                  <a:gd name="T11" fmla="*/ 0 h 2467"/>
                  <a:gd name="T12" fmla="*/ 0 w 1140"/>
                  <a:gd name="T13" fmla="*/ 0 h 2467"/>
                  <a:gd name="T14" fmla="*/ 0 w 1140"/>
                  <a:gd name="T15" fmla="*/ 0 h 2467"/>
                  <a:gd name="T16" fmla="*/ 0 w 1140"/>
                  <a:gd name="T17" fmla="*/ 0 h 2467"/>
                  <a:gd name="T18" fmla="*/ 0 w 1140"/>
                  <a:gd name="T19" fmla="*/ 0 h 2467"/>
                  <a:gd name="T20" fmla="*/ 0 w 1140"/>
                  <a:gd name="T21" fmla="*/ 0 h 2467"/>
                  <a:gd name="T22" fmla="*/ 0 w 1140"/>
                  <a:gd name="T23" fmla="*/ 0 h 2467"/>
                  <a:gd name="T24" fmla="*/ 0 w 1140"/>
                  <a:gd name="T25" fmla="*/ 0 h 2467"/>
                  <a:gd name="T26" fmla="*/ 0 w 1140"/>
                  <a:gd name="T27" fmla="*/ 0 h 2467"/>
                  <a:gd name="T28" fmla="*/ 0 w 1140"/>
                  <a:gd name="T29" fmla="*/ 0 h 2467"/>
                  <a:gd name="T30" fmla="*/ 0 w 1140"/>
                  <a:gd name="T31" fmla="*/ 0 h 2467"/>
                  <a:gd name="T32" fmla="*/ 0 w 1140"/>
                  <a:gd name="T33" fmla="*/ 0 h 2467"/>
                  <a:gd name="T34" fmla="*/ 0 w 1140"/>
                  <a:gd name="T35" fmla="*/ 0 h 2467"/>
                  <a:gd name="T36" fmla="*/ 0 w 1140"/>
                  <a:gd name="T37" fmla="*/ 0 h 2467"/>
                  <a:gd name="T38" fmla="*/ 0 w 1140"/>
                  <a:gd name="T39" fmla="*/ 0 h 2467"/>
                  <a:gd name="T40" fmla="*/ 0 w 1140"/>
                  <a:gd name="T41" fmla="*/ 0 h 2467"/>
                  <a:gd name="T42" fmla="*/ 0 w 1140"/>
                  <a:gd name="T43" fmla="*/ 0 h 2467"/>
                  <a:gd name="T44" fmla="*/ 0 w 1140"/>
                  <a:gd name="T45" fmla="*/ 0 h 2467"/>
                  <a:gd name="T46" fmla="*/ 0 w 1140"/>
                  <a:gd name="T47" fmla="*/ 0 h 2467"/>
                  <a:gd name="T48" fmla="*/ 0 w 1140"/>
                  <a:gd name="T49" fmla="*/ 0 h 2467"/>
                  <a:gd name="T50" fmla="*/ 0 w 1140"/>
                  <a:gd name="T51" fmla="*/ 0 h 2467"/>
                  <a:gd name="T52" fmla="*/ 0 w 1140"/>
                  <a:gd name="T53" fmla="*/ 0 h 2467"/>
                  <a:gd name="T54" fmla="*/ 0 w 1140"/>
                  <a:gd name="T55" fmla="*/ 0 h 2467"/>
                  <a:gd name="T56" fmla="*/ 0 w 1140"/>
                  <a:gd name="T57" fmla="*/ 0 h 2467"/>
                  <a:gd name="T58" fmla="*/ 0 w 1140"/>
                  <a:gd name="T59" fmla="*/ 0 h 2467"/>
                  <a:gd name="T60" fmla="*/ 0 w 1140"/>
                  <a:gd name="T61" fmla="*/ 0 h 2467"/>
                  <a:gd name="T62" fmla="*/ 0 w 1140"/>
                  <a:gd name="T63" fmla="*/ 0 h 2467"/>
                  <a:gd name="T64" fmla="*/ 0 w 1140"/>
                  <a:gd name="T65" fmla="*/ 0 h 2467"/>
                  <a:gd name="T66" fmla="*/ 0 w 1140"/>
                  <a:gd name="T67" fmla="*/ 0 h 2467"/>
                  <a:gd name="T68" fmla="*/ 0 w 1140"/>
                  <a:gd name="T69" fmla="*/ 0 h 2467"/>
                  <a:gd name="T70" fmla="*/ 0 w 1140"/>
                  <a:gd name="T71" fmla="*/ 0 h 2467"/>
                  <a:gd name="T72" fmla="*/ 0 w 1140"/>
                  <a:gd name="T73" fmla="*/ 0 h 2467"/>
                  <a:gd name="T74" fmla="*/ 0 w 1140"/>
                  <a:gd name="T75" fmla="*/ 0 h 2467"/>
                  <a:gd name="T76" fmla="*/ 0 w 1140"/>
                  <a:gd name="T77" fmla="*/ 0 h 2467"/>
                  <a:gd name="T78" fmla="*/ 0 w 1140"/>
                  <a:gd name="T79" fmla="*/ 0 h 2467"/>
                  <a:gd name="T80" fmla="*/ 0 w 1140"/>
                  <a:gd name="T81" fmla="*/ 0 h 2467"/>
                  <a:gd name="T82" fmla="*/ 0 w 1140"/>
                  <a:gd name="T83" fmla="*/ 0 h 2467"/>
                  <a:gd name="T84" fmla="*/ 0 w 1140"/>
                  <a:gd name="T85" fmla="*/ 0 h 2467"/>
                  <a:gd name="T86" fmla="*/ 0 w 1140"/>
                  <a:gd name="T87" fmla="*/ 0 h 246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2467"/>
                  <a:gd name="T134" fmla="*/ 1140 w 1140"/>
                  <a:gd name="T135" fmla="*/ 2467 h 246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2467">
                    <a:moveTo>
                      <a:pt x="140" y="0"/>
                    </a:moveTo>
                    <a:lnTo>
                      <a:pt x="126" y="6"/>
                    </a:lnTo>
                    <a:lnTo>
                      <a:pt x="114" y="10"/>
                    </a:lnTo>
                    <a:lnTo>
                      <a:pt x="104" y="14"/>
                    </a:lnTo>
                    <a:lnTo>
                      <a:pt x="94" y="19"/>
                    </a:lnTo>
                    <a:lnTo>
                      <a:pt x="81" y="24"/>
                    </a:lnTo>
                    <a:lnTo>
                      <a:pt x="61" y="32"/>
                    </a:lnTo>
                    <a:lnTo>
                      <a:pt x="36" y="44"/>
                    </a:lnTo>
                    <a:lnTo>
                      <a:pt x="0" y="61"/>
                    </a:lnTo>
                    <a:lnTo>
                      <a:pt x="29" y="132"/>
                    </a:lnTo>
                    <a:lnTo>
                      <a:pt x="55" y="199"/>
                    </a:lnTo>
                    <a:lnTo>
                      <a:pt x="81" y="260"/>
                    </a:lnTo>
                    <a:lnTo>
                      <a:pt x="103" y="317"/>
                    </a:lnTo>
                    <a:lnTo>
                      <a:pt x="125" y="370"/>
                    </a:lnTo>
                    <a:lnTo>
                      <a:pt x="144" y="419"/>
                    </a:lnTo>
                    <a:lnTo>
                      <a:pt x="163" y="467"/>
                    </a:lnTo>
                    <a:lnTo>
                      <a:pt x="181" y="511"/>
                    </a:lnTo>
                    <a:lnTo>
                      <a:pt x="198" y="554"/>
                    </a:lnTo>
                    <a:lnTo>
                      <a:pt x="215" y="596"/>
                    </a:lnTo>
                    <a:lnTo>
                      <a:pt x="232" y="637"/>
                    </a:lnTo>
                    <a:lnTo>
                      <a:pt x="249" y="680"/>
                    </a:lnTo>
                    <a:lnTo>
                      <a:pt x="265" y="723"/>
                    </a:lnTo>
                    <a:lnTo>
                      <a:pt x="284" y="766"/>
                    </a:lnTo>
                    <a:lnTo>
                      <a:pt x="302" y="812"/>
                    </a:lnTo>
                    <a:lnTo>
                      <a:pt x="322" y="861"/>
                    </a:lnTo>
                    <a:lnTo>
                      <a:pt x="342" y="913"/>
                    </a:lnTo>
                    <a:lnTo>
                      <a:pt x="364" y="968"/>
                    </a:lnTo>
                    <a:lnTo>
                      <a:pt x="388" y="1029"/>
                    </a:lnTo>
                    <a:lnTo>
                      <a:pt x="414" y="1093"/>
                    </a:lnTo>
                    <a:lnTo>
                      <a:pt x="442" y="1164"/>
                    </a:lnTo>
                    <a:lnTo>
                      <a:pt x="473" y="1239"/>
                    </a:lnTo>
                    <a:lnTo>
                      <a:pt x="505" y="1323"/>
                    </a:lnTo>
                    <a:lnTo>
                      <a:pt x="542" y="1412"/>
                    </a:lnTo>
                    <a:lnTo>
                      <a:pt x="581" y="1511"/>
                    </a:lnTo>
                    <a:lnTo>
                      <a:pt x="623" y="1618"/>
                    </a:lnTo>
                    <a:lnTo>
                      <a:pt x="669" y="1733"/>
                    </a:lnTo>
                    <a:lnTo>
                      <a:pt x="719" y="1858"/>
                    </a:lnTo>
                    <a:lnTo>
                      <a:pt x="773" y="1993"/>
                    </a:lnTo>
                    <a:lnTo>
                      <a:pt x="832" y="2140"/>
                    </a:lnTo>
                    <a:lnTo>
                      <a:pt x="895" y="2297"/>
                    </a:lnTo>
                    <a:lnTo>
                      <a:pt x="962" y="2467"/>
                    </a:lnTo>
                    <a:lnTo>
                      <a:pt x="972" y="2462"/>
                    </a:lnTo>
                    <a:lnTo>
                      <a:pt x="982" y="2458"/>
                    </a:lnTo>
                    <a:lnTo>
                      <a:pt x="989" y="2455"/>
                    </a:lnTo>
                    <a:lnTo>
                      <a:pt x="996" y="2452"/>
                    </a:lnTo>
                    <a:lnTo>
                      <a:pt x="1003" y="2449"/>
                    </a:lnTo>
                    <a:lnTo>
                      <a:pt x="1009" y="2445"/>
                    </a:lnTo>
                    <a:lnTo>
                      <a:pt x="1015" y="2442"/>
                    </a:lnTo>
                    <a:lnTo>
                      <a:pt x="1022" y="2439"/>
                    </a:lnTo>
                    <a:lnTo>
                      <a:pt x="1030" y="2436"/>
                    </a:lnTo>
                    <a:lnTo>
                      <a:pt x="1040" y="2432"/>
                    </a:lnTo>
                    <a:lnTo>
                      <a:pt x="1050" y="2428"/>
                    </a:lnTo>
                    <a:lnTo>
                      <a:pt x="1063" y="2422"/>
                    </a:lnTo>
                    <a:lnTo>
                      <a:pt x="1077" y="2416"/>
                    </a:lnTo>
                    <a:lnTo>
                      <a:pt x="1095" y="2409"/>
                    </a:lnTo>
                    <a:lnTo>
                      <a:pt x="1116" y="2399"/>
                    </a:lnTo>
                    <a:lnTo>
                      <a:pt x="1140" y="2390"/>
                    </a:lnTo>
                    <a:lnTo>
                      <a:pt x="1110" y="2318"/>
                    </a:lnTo>
                    <a:lnTo>
                      <a:pt x="1081" y="2251"/>
                    </a:lnTo>
                    <a:lnTo>
                      <a:pt x="1056" y="2190"/>
                    </a:lnTo>
                    <a:lnTo>
                      <a:pt x="1033" y="2134"/>
                    </a:lnTo>
                    <a:lnTo>
                      <a:pt x="1011" y="2082"/>
                    </a:lnTo>
                    <a:lnTo>
                      <a:pt x="991" y="2032"/>
                    </a:lnTo>
                    <a:lnTo>
                      <a:pt x="970" y="1985"/>
                    </a:lnTo>
                    <a:lnTo>
                      <a:pt x="952" y="1940"/>
                    </a:lnTo>
                    <a:lnTo>
                      <a:pt x="935" y="1897"/>
                    </a:lnTo>
                    <a:lnTo>
                      <a:pt x="916" y="1856"/>
                    </a:lnTo>
                    <a:lnTo>
                      <a:pt x="899" y="1814"/>
                    </a:lnTo>
                    <a:lnTo>
                      <a:pt x="882" y="1773"/>
                    </a:lnTo>
                    <a:lnTo>
                      <a:pt x="864" y="1730"/>
                    </a:lnTo>
                    <a:lnTo>
                      <a:pt x="846" y="1686"/>
                    </a:lnTo>
                    <a:lnTo>
                      <a:pt x="826" y="1640"/>
                    </a:lnTo>
                    <a:lnTo>
                      <a:pt x="807" y="1592"/>
                    </a:lnTo>
                    <a:lnTo>
                      <a:pt x="785" y="1541"/>
                    </a:lnTo>
                    <a:lnTo>
                      <a:pt x="762" y="1485"/>
                    </a:lnTo>
                    <a:lnTo>
                      <a:pt x="738" y="1426"/>
                    </a:lnTo>
                    <a:lnTo>
                      <a:pt x="710" y="1362"/>
                    </a:lnTo>
                    <a:lnTo>
                      <a:pt x="682" y="1292"/>
                    </a:lnTo>
                    <a:lnTo>
                      <a:pt x="650" y="1216"/>
                    </a:lnTo>
                    <a:lnTo>
                      <a:pt x="615" y="1134"/>
                    </a:lnTo>
                    <a:lnTo>
                      <a:pt x="578" y="1044"/>
                    </a:lnTo>
                    <a:lnTo>
                      <a:pt x="537" y="947"/>
                    </a:lnTo>
                    <a:lnTo>
                      <a:pt x="493" y="842"/>
                    </a:lnTo>
                    <a:lnTo>
                      <a:pt x="445" y="727"/>
                    </a:lnTo>
                    <a:lnTo>
                      <a:pt x="393" y="603"/>
                    </a:lnTo>
                    <a:lnTo>
                      <a:pt x="337" y="469"/>
                    </a:lnTo>
                    <a:lnTo>
                      <a:pt x="276" y="324"/>
                    </a:lnTo>
                    <a:lnTo>
                      <a:pt x="210" y="167"/>
                    </a:lnTo>
                    <a:lnTo>
                      <a:pt x="140" y="0"/>
                    </a:lnTo>
                    <a:close/>
                  </a:path>
                </a:pathLst>
              </a:custGeom>
              <a:solidFill>
                <a:srgbClr val="70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1" name="Freeform 124">
                <a:extLst>
                  <a:ext uri="{FF2B5EF4-FFF2-40B4-BE49-F238E27FC236}">
                    <a16:creationId xmlns:a16="http://schemas.microsoft.com/office/drawing/2014/main" id="{6B391609-4E95-4F71-ACB4-6CC599F67A44}"/>
                  </a:ext>
                </a:extLst>
              </p:cNvPr>
              <p:cNvSpPr>
                <a:spLocks/>
              </p:cNvSpPr>
              <p:nvPr/>
            </p:nvSpPr>
            <p:spPr bwMode="auto">
              <a:xfrm>
                <a:off x="1133" y="3301"/>
                <a:ext cx="50" cy="136"/>
              </a:xfrm>
              <a:custGeom>
                <a:avLst/>
                <a:gdLst>
                  <a:gd name="T0" fmla="*/ 0 w 1109"/>
                  <a:gd name="T1" fmla="*/ 0 h 2454"/>
                  <a:gd name="T2" fmla="*/ 0 w 1109"/>
                  <a:gd name="T3" fmla="*/ 0 h 2454"/>
                  <a:gd name="T4" fmla="*/ 0 w 1109"/>
                  <a:gd name="T5" fmla="*/ 0 h 2454"/>
                  <a:gd name="T6" fmla="*/ 0 w 1109"/>
                  <a:gd name="T7" fmla="*/ 0 h 2454"/>
                  <a:gd name="T8" fmla="*/ 0 w 1109"/>
                  <a:gd name="T9" fmla="*/ 0 h 2454"/>
                  <a:gd name="T10" fmla="*/ 0 w 1109"/>
                  <a:gd name="T11" fmla="*/ 0 h 2454"/>
                  <a:gd name="T12" fmla="*/ 0 w 1109"/>
                  <a:gd name="T13" fmla="*/ 0 h 2454"/>
                  <a:gd name="T14" fmla="*/ 0 w 1109"/>
                  <a:gd name="T15" fmla="*/ 0 h 2454"/>
                  <a:gd name="T16" fmla="*/ 0 w 1109"/>
                  <a:gd name="T17" fmla="*/ 0 h 2454"/>
                  <a:gd name="T18" fmla="*/ 0 w 1109"/>
                  <a:gd name="T19" fmla="*/ 0 h 2454"/>
                  <a:gd name="T20" fmla="*/ 0 w 1109"/>
                  <a:gd name="T21" fmla="*/ 0 h 2454"/>
                  <a:gd name="T22" fmla="*/ 0 w 1109"/>
                  <a:gd name="T23" fmla="*/ 0 h 2454"/>
                  <a:gd name="T24" fmla="*/ 0 w 1109"/>
                  <a:gd name="T25" fmla="*/ 0 h 2454"/>
                  <a:gd name="T26" fmla="*/ 0 w 1109"/>
                  <a:gd name="T27" fmla="*/ 0 h 2454"/>
                  <a:gd name="T28" fmla="*/ 0 w 1109"/>
                  <a:gd name="T29" fmla="*/ 0 h 2454"/>
                  <a:gd name="T30" fmla="*/ 0 w 1109"/>
                  <a:gd name="T31" fmla="*/ 0 h 2454"/>
                  <a:gd name="T32" fmla="*/ 0 w 1109"/>
                  <a:gd name="T33" fmla="*/ 0 h 2454"/>
                  <a:gd name="T34" fmla="*/ 0 w 1109"/>
                  <a:gd name="T35" fmla="*/ 0 h 2454"/>
                  <a:gd name="T36" fmla="*/ 0 w 1109"/>
                  <a:gd name="T37" fmla="*/ 0 h 2454"/>
                  <a:gd name="T38" fmla="*/ 0 w 1109"/>
                  <a:gd name="T39" fmla="*/ 0 h 2454"/>
                  <a:gd name="T40" fmla="*/ 0 w 1109"/>
                  <a:gd name="T41" fmla="*/ 0 h 2454"/>
                  <a:gd name="T42" fmla="*/ 0 w 1109"/>
                  <a:gd name="T43" fmla="*/ 0 h 2454"/>
                  <a:gd name="T44" fmla="*/ 0 w 1109"/>
                  <a:gd name="T45" fmla="*/ 0 h 2454"/>
                  <a:gd name="T46" fmla="*/ 0 w 1109"/>
                  <a:gd name="T47" fmla="*/ 0 h 2454"/>
                  <a:gd name="T48" fmla="*/ 0 w 1109"/>
                  <a:gd name="T49" fmla="*/ 0 h 2454"/>
                  <a:gd name="T50" fmla="*/ 0 w 1109"/>
                  <a:gd name="T51" fmla="*/ 0 h 2454"/>
                  <a:gd name="T52" fmla="*/ 0 w 1109"/>
                  <a:gd name="T53" fmla="*/ 0 h 2454"/>
                  <a:gd name="T54" fmla="*/ 0 w 1109"/>
                  <a:gd name="T55" fmla="*/ 0 h 2454"/>
                  <a:gd name="T56" fmla="*/ 0 w 1109"/>
                  <a:gd name="T57" fmla="*/ 0 h 2454"/>
                  <a:gd name="T58" fmla="*/ 0 w 1109"/>
                  <a:gd name="T59" fmla="*/ 0 h 2454"/>
                  <a:gd name="T60" fmla="*/ 0 w 1109"/>
                  <a:gd name="T61" fmla="*/ 0 h 2454"/>
                  <a:gd name="T62" fmla="*/ 0 w 1109"/>
                  <a:gd name="T63" fmla="*/ 0 h 2454"/>
                  <a:gd name="T64" fmla="*/ 0 w 1109"/>
                  <a:gd name="T65" fmla="*/ 0 h 2454"/>
                  <a:gd name="T66" fmla="*/ 0 w 1109"/>
                  <a:gd name="T67" fmla="*/ 0 h 2454"/>
                  <a:gd name="T68" fmla="*/ 0 w 1109"/>
                  <a:gd name="T69" fmla="*/ 0 h 2454"/>
                  <a:gd name="T70" fmla="*/ 0 w 1109"/>
                  <a:gd name="T71" fmla="*/ 0 h 2454"/>
                  <a:gd name="T72" fmla="*/ 0 w 1109"/>
                  <a:gd name="T73" fmla="*/ 0 h 2454"/>
                  <a:gd name="T74" fmla="*/ 0 w 1109"/>
                  <a:gd name="T75" fmla="*/ 0 h 2454"/>
                  <a:gd name="T76" fmla="*/ 0 w 1109"/>
                  <a:gd name="T77" fmla="*/ 0 h 2454"/>
                  <a:gd name="T78" fmla="*/ 0 w 1109"/>
                  <a:gd name="T79" fmla="*/ 0 h 2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109"/>
                  <a:gd name="T121" fmla="*/ 0 h 2454"/>
                  <a:gd name="T122" fmla="*/ 1109 w 1109"/>
                  <a:gd name="T123" fmla="*/ 2454 h 245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109" h="2454">
                    <a:moveTo>
                      <a:pt x="113" y="0"/>
                    </a:moveTo>
                    <a:lnTo>
                      <a:pt x="100" y="4"/>
                    </a:lnTo>
                    <a:lnTo>
                      <a:pt x="92" y="9"/>
                    </a:lnTo>
                    <a:lnTo>
                      <a:pt x="84" y="12"/>
                    </a:lnTo>
                    <a:lnTo>
                      <a:pt x="76" y="15"/>
                    </a:lnTo>
                    <a:lnTo>
                      <a:pt x="65" y="19"/>
                    </a:lnTo>
                    <a:lnTo>
                      <a:pt x="49" y="26"/>
                    </a:lnTo>
                    <a:lnTo>
                      <a:pt x="29" y="36"/>
                    </a:lnTo>
                    <a:lnTo>
                      <a:pt x="0" y="49"/>
                    </a:lnTo>
                    <a:lnTo>
                      <a:pt x="29" y="120"/>
                    </a:lnTo>
                    <a:lnTo>
                      <a:pt x="56" y="187"/>
                    </a:lnTo>
                    <a:lnTo>
                      <a:pt x="81" y="248"/>
                    </a:lnTo>
                    <a:lnTo>
                      <a:pt x="103" y="305"/>
                    </a:lnTo>
                    <a:lnTo>
                      <a:pt x="125" y="358"/>
                    </a:lnTo>
                    <a:lnTo>
                      <a:pt x="145" y="407"/>
                    </a:lnTo>
                    <a:lnTo>
                      <a:pt x="164" y="455"/>
                    </a:lnTo>
                    <a:lnTo>
                      <a:pt x="182" y="499"/>
                    </a:lnTo>
                    <a:lnTo>
                      <a:pt x="199" y="542"/>
                    </a:lnTo>
                    <a:lnTo>
                      <a:pt x="216" y="584"/>
                    </a:lnTo>
                    <a:lnTo>
                      <a:pt x="233" y="625"/>
                    </a:lnTo>
                    <a:lnTo>
                      <a:pt x="249" y="667"/>
                    </a:lnTo>
                    <a:lnTo>
                      <a:pt x="267" y="711"/>
                    </a:lnTo>
                    <a:lnTo>
                      <a:pt x="284" y="754"/>
                    </a:lnTo>
                    <a:lnTo>
                      <a:pt x="302" y="800"/>
                    </a:lnTo>
                    <a:lnTo>
                      <a:pt x="323" y="849"/>
                    </a:lnTo>
                    <a:lnTo>
                      <a:pt x="343" y="900"/>
                    </a:lnTo>
                    <a:lnTo>
                      <a:pt x="366" y="956"/>
                    </a:lnTo>
                    <a:lnTo>
                      <a:pt x="389" y="1016"/>
                    </a:lnTo>
                    <a:lnTo>
                      <a:pt x="415" y="1081"/>
                    </a:lnTo>
                    <a:lnTo>
                      <a:pt x="443" y="1151"/>
                    </a:lnTo>
                    <a:lnTo>
                      <a:pt x="474" y="1227"/>
                    </a:lnTo>
                    <a:lnTo>
                      <a:pt x="507" y="1311"/>
                    </a:lnTo>
                    <a:lnTo>
                      <a:pt x="544" y="1400"/>
                    </a:lnTo>
                    <a:lnTo>
                      <a:pt x="583" y="1499"/>
                    </a:lnTo>
                    <a:lnTo>
                      <a:pt x="626" y="1606"/>
                    </a:lnTo>
                    <a:lnTo>
                      <a:pt x="672" y="1721"/>
                    </a:lnTo>
                    <a:lnTo>
                      <a:pt x="723" y="1846"/>
                    </a:lnTo>
                    <a:lnTo>
                      <a:pt x="777" y="1981"/>
                    </a:lnTo>
                    <a:lnTo>
                      <a:pt x="835" y="2128"/>
                    </a:lnTo>
                    <a:lnTo>
                      <a:pt x="898" y="2285"/>
                    </a:lnTo>
                    <a:lnTo>
                      <a:pt x="966" y="2454"/>
                    </a:lnTo>
                    <a:lnTo>
                      <a:pt x="982" y="2447"/>
                    </a:lnTo>
                    <a:lnTo>
                      <a:pt x="994" y="2442"/>
                    </a:lnTo>
                    <a:lnTo>
                      <a:pt x="1003" y="2436"/>
                    </a:lnTo>
                    <a:lnTo>
                      <a:pt x="1014" y="2432"/>
                    </a:lnTo>
                    <a:lnTo>
                      <a:pt x="1029" y="2426"/>
                    </a:lnTo>
                    <a:lnTo>
                      <a:pt x="1047" y="2417"/>
                    </a:lnTo>
                    <a:lnTo>
                      <a:pt x="1073" y="2407"/>
                    </a:lnTo>
                    <a:lnTo>
                      <a:pt x="1109" y="2392"/>
                    </a:lnTo>
                    <a:lnTo>
                      <a:pt x="1080" y="2320"/>
                    </a:lnTo>
                    <a:lnTo>
                      <a:pt x="1052" y="2254"/>
                    </a:lnTo>
                    <a:lnTo>
                      <a:pt x="1027" y="2193"/>
                    </a:lnTo>
                    <a:lnTo>
                      <a:pt x="1003" y="2136"/>
                    </a:lnTo>
                    <a:lnTo>
                      <a:pt x="981" y="2083"/>
                    </a:lnTo>
                    <a:lnTo>
                      <a:pt x="960" y="2035"/>
                    </a:lnTo>
                    <a:lnTo>
                      <a:pt x="941" y="1987"/>
                    </a:lnTo>
                    <a:lnTo>
                      <a:pt x="922" y="1943"/>
                    </a:lnTo>
                    <a:lnTo>
                      <a:pt x="905" y="1900"/>
                    </a:lnTo>
                    <a:lnTo>
                      <a:pt x="887" y="1858"/>
                    </a:lnTo>
                    <a:lnTo>
                      <a:pt x="869" y="1817"/>
                    </a:lnTo>
                    <a:lnTo>
                      <a:pt x="852" y="1774"/>
                    </a:lnTo>
                    <a:lnTo>
                      <a:pt x="835" y="1732"/>
                    </a:lnTo>
                    <a:lnTo>
                      <a:pt x="816" y="1688"/>
                    </a:lnTo>
                    <a:lnTo>
                      <a:pt x="797" y="1643"/>
                    </a:lnTo>
                    <a:lnTo>
                      <a:pt x="778" y="1594"/>
                    </a:lnTo>
                    <a:lnTo>
                      <a:pt x="756" y="1542"/>
                    </a:lnTo>
                    <a:lnTo>
                      <a:pt x="733" y="1488"/>
                    </a:lnTo>
                    <a:lnTo>
                      <a:pt x="708" y="1428"/>
                    </a:lnTo>
                    <a:lnTo>
                      <a:pt x="681" y="1363"/>
                    </a:lnTo>
                    <a:lnTo>
                      <a:pt x="652" y="1294"/>
                    </a:lnTo>
                    <a:lnTo>
                      <a:pt x="621" y="1218"/>
                    </a:lnTo>
                    <a:lnTo>
                      <a:pt x="586" y="1136"/>
                    </a:lnTo>
                    <a:lnTo>
                      <a:pt x="549" y="1046"/>
                    </a:lnTo>
                    <a:lnTo>
                      <a:pt x="508" y="948"/>
                    </a:lnTo>
                    <a:lnTo>
                      <a:pt x="464" y="842"/>
                    </a:lnTo>
                    <a:lnTo>
                      <a:pt x="417" y="728"/>
                    </a:lnTo>
                    <a:lnTo>
                      <a:pt x="364" y="604"/>
                    </a:lnTo>
                    <a:lnTo>
                      <a:pt x="308" y="469"/>
                    </a:lnTo>
                    <a:lnTo>
                      <a:pt x="248" y="325"/>
                    </a:lnTo>
                    <a:lnTo>
                      <a:pt x="183" y="168"/>
                    </a:lnTo>
                    <a:lnTo>
                      <a:pt x="113" y="0"/>
                    </a:lnTo>
                    <a:close/>
                  </a:path>
                </a:pathLst>
              </a:custGeom>
              <a:solidFill>
                <a:srgbClr val="8C94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2" name="Freeform 125">
                <a:extLst>
                  <a:ext uri="{FF2B5EF4-FFF2-40B4-BE49-F238E27FC236}">
                    <a16:creationId xmlns:a16="http://schemas.microsoft.com/office/drawing/2014/main" id="{5196B88A-ADC1-4492-A08F-D859D55CA3EA}"/>
                  </a:ext>
                </a:extLst>
              </p:cNvPr>
              <p:cNvSpPr>
                <a:spLocks/>
              </p:cNvSpPr>
              <p:nvPr/>
            </p:nvSpPr>
            <p:spPr bwMode="auto">
              <a:xfrm>
                <a:off x="1133" y="3301"/>
                <a:ext cx="49" cy="136"/>
              </a:xfrm>
              <a:custGeom>
                <a:avLst/>
                <a:gdLst>
                  <a:gd name="T0" fmla="*/ 0 w 1078"/>
                  <a:gd name="T1" fmla="*/ 0 h 2440"/>
                  <a:gd name="T2" fmla="*/ 0 w 1078"/>
                  <a:gd name="T3" fmla="*/ 0 h 2440"/>
                  <a:gd name="T4" fmla="*/ 0 w 1078"/>
                  <a:gd name="T5" fmla="*/ 0 h 2440"/>
                  <a:gd name="T6" fmla="*/ 0 w 1078"/>
                  <a:gd name="T7" fmla="*/ 0 h 2440"/>
                  <a:gd name="T8" fmla="*/ 0 w 1078"/>
                  <a:gd name="T9" fmla="*/ 0 h 2440"/>
                  <a:gd name="T10" fmla="*/ 0 w 1078"/>
                  <a:gd name="T11" fmla="*/ 0 h 2440"/>
                  <a:gd name="T12" fmla="*/ 0 w 1078"/>
                  <a:gd name="T13" fmla="*/ 0 h 2440"/>
                  <a:gd name="T14" fmla="*/ 0 w 1078"/>
                  <a:gd name="T15" fmla="*/ 0 h 2440"/>
                  <a:gd name="T16" fmla="*/ 0 w 1078"/>
                  <a:gd name="T17" fmla="*/ 0 h 2440"/>
                  <a:gd name="T18" fmla="*/ 0 w 1078"/>
                  <a:gd name="T19" fmla="*/ 0 h 2440"/>
                  <a:gd name="T20" fmla="*/ 0 w 1078"/>
                  <a:gd name="T21" fmla="*/ 0 h 2440"/>
                  <a:gd name="T22" fmla="*/ 0 w 1078"/>
                  <a:gd name="T23" fmla="*/ 0 h 2440"/>
                  <a:gd name="T24" fmla="*/ 0 w 1078"/>
                  <a:gd name="T25" fmla="*/ 0 h 2440"/>
                  <a:gd name="T26" fmla="*/ 0 w 1078"/>
                  <a:gd name="T27" fmla="*/ 0 h 2440"/>
                  <a:gd name="T28" fmla="*/ 0 w 1078"/>
                  <a:gd name="T29" fmla="*/ 0 h 2440"/>
                  <a:gd name="T30" fmla="*/ 0 w 1078"/>
                  <a:gd name="T31" fmla="*/ 0 h 2440"/>
                  <a:gd name="T32" fmla="*/ 0 w 1078"/>
                  <a:gd name="T33" fmla="*/ 0 h 2440"/>
                  <a:gd name="T34" fmla="*/ 0 w 1078"/>
                  <a:gd name="T35" fmla="*/ 0 h 2440"/>
                  <a:gd name="T36" fmla="*/ 0 w 1078"/>
                  <a:gd name="T37" fmla="*/ 0 h 2440"/>
                  <a:gd name="T38" fmla="*/ 0 w 1078"/>
                  <a:gd name="T39" fmla="*/ 0 h 2440"/>
                  <a:gd name="T40" fmla="*/ 0 w 1078"/>
                  <a:gd name="T41" fmla="*/ 0 h 2440"/>
                  <a:gd name="T42" fmla="*/ 0 w 1078"/>
                  <a:gd name="T43" fmla="*/ 0 h 2440"/>
                  <a:gd name="T44" fmla="*/ 0 w 1078"/>
                  <a:gd name="T45" fmla="*/ 0 h 2440"/>
                  <a:gd name="T46" fmla="*/ 0 w 1078"/>
                  <a:gd name="T47" fmla="*/ 0 h 2440"/>
                  <a:gd name="T48" fmla="*/ 0 w 1078"/>
                  <a:gd name="T49" fmla="*/ 0 h 2440"/>
                  <a:gd name="T50" fmla="*/ 0 w 1078"/>
                  <a:gd name="T51" fmla="*/ 0 h 2440"/>
                  <a:gd name="T52" fmla="*/ 0 w 1078"/>
                  <a:gd name="T53" fmla="*/ 0 h 2440"/>
                  <a:gd name="T54" fmla="*/ 0 w 1078"/>
                  <a:gd name="T55" fmla="*/ 0 h 2440"/>
                  <a:gd name="T56" fmla="*/ 0 w 1078"/>
                  <a:gd name="T57" fmla="*/ 0 h 2440"/>
                  <a:gd name="T58" fmla="*/ 0 w 1078"/>
                  <a:gd name="T59" fmla="*/ 0 h 2440"/>
                  <a:gd name="T60" fmla="*/ 0 w 1078"/>
                  <a:gd name="T61" fmla="*/ 0 h 2440"/>
                  <a:gd name="T62" fmla="*/ 0 w 1078"/>
                  <a:gd name="T63" fmla="*/ 0 h 2440"/>
                  <a:gd name="T64" fmla="*/ 0 w 1078"/>
                  <a:gd name="T65" fmla="*/ 0 h 2440"/>
                  <a:gd name="T66" fmla="*/ 0 w 1078"/>
                  <a:gd name="T67" fmla="*/ 0 h 2440"/>
                  <a:gd name="T68" fmla="*/ 0 w 1078"/>
                  <a:gd name="T69" fmla="*/ 0 h 2440"/>
                  <a:gd name="T70" fmla="*/ 0 w 1078"/>
                  <a:gd name="T71" fmla="*/ 0 h 2440"/>
                  <a:gd name="T72" fmla="*/ 0 w 1078"/>
                  <a:gd name="T73" fmla="*/ 0 h 2440"/>
                  <a:gd name="T74" fmla="*/ 0 w 1078"/>
                  <a:gd name="T75" fmla="*/ 0 h 2440"/>
                  <a:gd name="T76" fmla="*/ 0 w 1078"/>
                  <a:gd name="T77" fmla="*/ 0 h 2440"/>
                  <a:gd name="T78" fmla="*/ 0 w 1078"/>
                  <a:gd name="T79" fmla="*/ 0 h 244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78"/>
                  <a:gd name="T121" fmla="*/ 0 h 2440"/>
                  <a:gd name="T122" fmla="*/ 1078 w 1078"/>
                  <a:gd name="T123" fmla="*/ 2440 h 244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78" h="2440">
                    <a:moveTo>
                      <a:pt x="86" y="0"/>
                    </a:moveTo>
                    <a:lnTo>
                      <a:pt x="77" y="3"/>
                    </a:lnTo>
                    <a:lnTo>
                      <a:pt x="71" y="6"/>
                    </a:lnTo>
                    <a:lnTo>
                      <a:pt x="65" y="8"/>
                    </a:lnTo>
                    <a:lnTo>
                      <a:pt x="59" y="10"/>
                    </a:lnTo>
                    <a:lnTo>
                      <a:pt x="49" y="14"/>
                    </a:lnTo>
                    <a:lnTo>
                      <a:pt x="38" y="20"/>
                    </a:lnTo>
                    <a:lnTo>
                      <a:pt x="22" y="27"/>
                    </a:lnTo>
                    <a:lnTo>
                      <a:pt x="0" y="37"/>
                    </a:lnTo>
                    <a:lnTo>
                      <a:pt x="30" y="108"/>
                    </a:lnTo>
                    <a:lnTo>
                      <a:pt x="57" y="175"/>
                    </a:lnTo>
                    <a:lnTo>
                      <a:pt x="81" y="236"/>
                    </a:lnTo>
                    <a:lnTo>
                      <a:pt x="104" y="293"/>
                    </a:lnTo>
                    <a:lnTo>
                      <a:pt x="126" y="345"/>
                    </a:lnTo>
                    <a:lnTo>
                      <a:pt x="145" y="395"/>
                    </a:lnTo>
                    <a:lnTo>
                      <a:pt x="165" y="442"/>
                    </a:lnTo>
                    <a:lnTo>
                      <a:pt x="182" y="487"/>
                    </a:lnTo>
                    <a:lnTo>
                      <a:pt x="199" y="530"/>
                    </a:lnTo>
                    <a:lnTo>
                      <a:pt x="217" y="572"/>
                    </a:lnTo>
                    <a:lnTo>
                      <a:pt x="234" y="613"/>
                    </a:lnTo>
                    <a:lnTo>
                      <a:pt x="250" y="655"/>
                    </a:lnTo>
                    <a:lnTo>
                      <a:pt x="268" y="698"/>
                    </a:lnTo>
                    <a:lnTo>
                      <a:pt x="286" y="742"/>
                    </a:lnTo>
                    <a:lnTo>
                      <a:pt x="304" y="788"/>
                    </a:lnTo>
                    <a:lnTo>
                      <a:pt x="324" y="837"/>
                    </a:lnTo>
                    <a:lnTo>
                      <a:pt x="345" y="888"/>
                    </a:lnTo>
                    <a:lnTo>
                      <a:pt x="368" y="944"/>
                    </a:lnTo>
                    <a:lnTo>
                      <a:pt x="391" y="1003"/>
                    </a:lnTo>
                    <a:lnTo>
                      <a:pt x="418" y="1069"/>
                    </a:lnTo>
                    <a:lnTo>
                      <a:pt x="445" y="1138"/>
                    </a:lnTo>
                    <a:lnTo>
                      <a:pt x="476" y="1215"/>
                    </a:lnTo>
                    <a:lnTo>
                      <a:pt x="509" y="1297"/>
                    </a:lnTo>
                    <a:lnTo>
                      <a:pt x="546" y="1388"/>
                    </a:lnTo>
                    <a:lnTo>
                      <a:pt x="585" y="1486"/>
                    </a:lnTo>
                    <a:lnTo>
                      <a:pt x="628" y="1593"/>
                    </a:lnTo>
                    <a:lnTo>
                      <a:pt x="675" y="1707"/>
                    </a:lnTo>
                    <a:lnTo>
                      <a:pt x="725" y="1833"/>
                    </a:lnTo>
                    <a:lnTo>
                      <a:pt x="780" y="1968"/>
                    </a:lnTo>
                    <a:lnTo>
                      <a:pt x="838" y="2113"/>
                    </a:lnTo>
                    <a:lnTo>
                      <a:pt x="901" y="2270"/>
                    </a:lnTo>
                    <a:lnTo>
                      <a:pt x="969" y="2440"/>
                    </a:lnTo>
                    <a:lnTo>
                      <a:pt x="982" y="2435"/>
                    </a:lnTo>
                    <a:lnTo>
                      <a:pt x="990" y="2431"/>
                    </a:lnTo>
                    <a:lnTo>
                      <a:pt x="998" y="2426"/>
                    </a:lnTo>
                    <a:lnTo>
                      <a:pt x="1006" y="2423"/>
                    </a:lnTo>
                    <a:lnTo>
                      <a:pt x="1016" y="2419"/>
                    </a:lnTo>
                    <a:lnTo>
                      <a:pt x="1031" y="2413"/>
                    </a:lnTo>
                    <a:lnTo>
                      <a:pt x="1050" y="2404"/>
                    </a:lnTo>
                    <a:lnTo>
                      <a:pt x="1078" y="2394"/>
                    </a:lnTo>
                    <a:lnTo>
                      <a:pt x="1048" y="2322"/>
                    </a:lnTo>
                    <a:lnTo>
                      <a:pt x="1020" y="2256"/>
                    </a:lnTo>
                    <a:lnTo>
                      <a:pt x="995" y="2195"/>
                    </a:lnTo>
                    <a:lnTo>
                      <a:pt x="973" y="2138"/>
                    </a:lnTo>
                    <a:lnTo>
                      <a:pt x="950" y="2085"/>
                    </a:lnTo>
                    <a:lnTo>
                      <a:pt x="930" y="2035"/>
                    </a:lnTo>
                    <a:lnTo>
                      <a:pt x="910" y="1989"/>
                    </a:lnTo>
                    <a:lnTo>
                      <a:pt x="892" y="1944"/>
                    </a:lnTo>
                    <a:lnTo>
                      <a:pt x="875" y="1901"/>
                    </a:lnTo>
                    <a:lnTo>
                      <a:pt x="857" y="1859"/>
                    </a:lnTo>
                    <a:lnTo>
                      <a:pt x="840" y="1817"/>
                    </a:lnTo>
                    <a:lnTo>
                      <a:pt x="823" y="1775"/>
                    </a:lnTo>
                    <a:lnTo>
                      <a:pt x="805" y="1733"/>
                    </a:lnTo>
                    <a:lnTo>
                      <a:pt x="787" y="1688"/>
                    </a:lnTo>
                    <a:lnTo>
                      <a:pt x="768" y="1643"/>
                    </a:lnTo>
                    <a:lnTo>
                      <a:pt x="748" y="1595"/>
                    </a:lnTo>
                    <a:lnTo>
                      <a:pt x="727" y="1543"/>
                    </a:lnTo>
                    <a:lnTo>
                      <a:pt x="703" y="1487"/>
                    </a:lnTo>
                    <a:lnTo>
                      <a:pt x="679" y="1428"/>
                    </a:lnTo>
                    <a:lnTo>
                      <a:pt x="652" y="1364"/>
                    </a:lnTo>
                    <a:lnTo>
                      <a:pt x="624" y="1294"/>
                    </a:lnTo>
                    <a:lnTo>
                      <a:pt x="592" y="1218"/>
                    </a:lnTo>
                    <a:lnTo>
                      <a:pt x="557" y="1135"/>
                    </a:lnTo>
                    <a:lnTo>
                      <a:pt x="521" y="1045"/>
                    </a:lnTo>
                    <a:lnTo>
                      <a:pt x="480" y="948"/>
                    </a:lnTo>
                    <a:lnTo>
                      <a:pt x="436" y="843"/>
                    </a:lnTo>
                    <a:lnTo>
                      <a:pt x="388" y="728"/>
                    </a:lnTo>
                    <a:lnTo>
                      <a:pt x="337" y="604"/>
                    </a:lnTo>
                    <a:lnTo>
                      <a:pt x="281" y="469"/>
                    </a:lnTo>
                    <a:lnTo>
                      <a:pt x="221" y="324"/>
                    </a:lnTo>
                    <a:lnTo>
                      <a:pt x="155" y="168"/>
                    </a:lnTo>
                    <a:lnTo>
                      <a:pt x="86" y="0"/>
                    </a:lnTo>
                    <a:close/>
                  </a:path>
                </a:pathLst>
              </a:custGeom>
              <a:solidFill>
                <a:srgbClr val="A8B0B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3" name="Freeform 126">
                <a:extLst>
                  <a:ext uri="{FF2B5EF4-FFF2-40B4-BE49-F238E27FC236}">
                    <a16:creationId xmlns:a16="http://schemas.microsoft.com/office/drawing/2014/main" id="{E69C7E4C-A937-4801-9108-D4D07D826A38}"/>
                  </a:ext>
                </a:extLst>
              </p:cNvPr>
              <p:cNvSpPr>
                <a:spLocks/>
              </p:cNvSpPr>
              <p:nvPr/>
            </p:nvSpPr>
            <p:spPr bwMode="auto">
              <a:xfrm>
                <a:off x="1133" y="3302"/>
                <a:ext cx="48" cy="135"/>
              </a:xfrm>
              <a:custGeom>
                <a:avLst/>
                <a:gdLst>
                  <a:gd name="T0" fmla="*/ 0 w 1046"/>
                  <a:gd name="T1" fmla="*/ 0 h 2428"/>
                  <a:gd name="T2" fmla="*/ 0 w 1046"/>
                  <a:gd name="T3" fmla="*/ 0 h 2428"/>
                  <a:gd name="T4" fmla="*/ 0 w 1046"/>
                  <a:gd name="T5" fmla="*/ 0 h 2428"/>
                  <a:gd name="T6" fmla="*/ 0 w 1046"/>
                  <a:gd name="T7" fmla="*/ 0 h 2428"/>
                  <a:gd name="T8" fmla="*/ 0 w 1046"/>
                  <a:gd name="T9" fmla="*/ 0 h 2428"/>
                  <a:gd name="T10" fmla="*/ 0 w 1046"/>
                  <a:gd name="T11" fmla="*/ 0 h 2428"/>
                  <a:gd name="T12" fmla="*/ 0 w 1046"/>
                  <a:gd name="T13" fmla="*/ 0 h 2428"/>
                  <a:gd name="T14" fmla="*/ 0 w 1046"/>
                  <a:gd name="T15" fmla="*/ 0 h 2428"/>
                  <a:gd name="T16" fmla="*/ 0 w 1046"/>
                  <a:gd name="T17" fmla="*/ 0 h 2428"/>
                  <a:gd name="T18" fmla="*/ 0 w 1046"/>
                  <a:gd name="T19" fmla="*/ 0 h 2428"/>
                  <a:gd name="T20" fmla="*/ 0 w 1046"/>
                  <a:gd name="T21" fmla="*/ 0 h 2428"/>
                  <a:gd name="T22" fmla="*/ 0 w 1046"/>
                  <a:gd name="T23" fmla="*/ 0 h 2428"/>
                  <a:gd name="T24" fmla="*/ 0 w 1046"/>
                  <a:gd name="T25" fmla="*/ 0 h 2428"/>
                  <a:gd name="T26" fmla="*/ 0 w 1046"/>
                  <a:gd name="T27" fmla="*/ 0 h 2428"/>
                  <a:gd name="T28" fmla="*/ 0 w 1046"/>
                  <a:gd name="T29" fmla="*/ 0 h 2428"/>
                  <a:gd name="T30" fmla="*/ 0 w 1046"/>
                  <a:gd name="T31" fmla="*/ 0 h 2428"/>
                  <a:gd name="T32" fmla="*/ 0 w 1046"/>
                  <a:gd name="T33" fmla="*/ 0 h 2428"/>
                  <a:gd name="T34" fmla="*/ 0 w 1046"/>
                  <a:gd name="T35" fmla="*/ 0 h 2428"/>
                  <a:gd name="T36" fmla="*/ 0 w 1046"/>
                  <a:gd name="T37" fmla="*/ 0 h 2428"/>
                  <a:gd name="T38" fmla="*/ 0 w 1046"/>
                  <a:gd name="T39" fmla="*/ 0 h 2428"/>
                  <a:gd name="T40" fmla="*/ 0 w 1046"/>
                  <a:gd name="T41" fmla="*/ 0 h 2428"/>
                  <a:gd name="T42" fmla="*/ 0 w 1046"/>
                  <a:gd name="T43" fmla="*/ 0 h 2428"/>
                  <a:gd name="T44" fmla="*/ 0 w 1046"/>
                  <a:gd name="T45" fmla="*/ 0 h 2428"/>
                  <a:gd name="T46" fmla="*/ 0 w 1046"/>
                  <a:gd name="T47" fmla="*/ 0 h 2428"/>
                  <a:gd name="T48" fmla="*/ 0 w 1046"/>
                  <a:gd name="T49" fmla="*/ 0 h 2428"/>
                  <a:gd name="T50" fmla="*/ 0 w 1046"/>
                  <a:gd name="T51" fmla="*/ 0 h 2428"/>
                  <a:gd name="T52" fmla="*/ 0 w 1046"/>
                  <a:gd name="T53" fmla="*/ 0 h 2428"/>
                  <a:gd name="T54" fmla="*/ 0 w 1046"/>
                  <a:gd name="T55" fmla="*/ 0 h 2428"/>
                  <a:gd name="T56" fmla="*/ 0 w 1046"/>
                  <a:gd name="T57" fmla="*/ 0 h 2428"/>
                  <a:gd name="T58" fmla="*/ 0 w 1046"/>
                  <a:gd name="T59" fmla="*/ 0 h 2428"/>
                  <a:gd name="T60" fmla="*/ 0 w 1046"/>
                  <a:gd name="T61" fmla="*/ 0 h 2428"/>
                  <a:gd name="T62" fmla="*/ 0 w 1046"/>
                  <a:gd name="T63" fmla="*/ 0 h 2428"/>
                  <a:gd name="T64" fmla="*/ 0 w 1046"/>
                  <a:gd name="T65" fmla="*/ 0 h 2428"/>
                  <a:gd name="T66" fmla="*/ 0 w 1046"/>
                  <a:gd name="T67" fmla="*/ 0 h 2428"/>
                  <a:gd name="T68" fmla="*/ 0 w 1046"/>
                  <a:gd name="T69" fmla="*/ 0 h 2428"/>
                  <a:gd name="T70" fmla="*/ 0 w 1046"/>
                  <a:gd name="T71" fmla="*/ 0 h 2428"/>
                  <a:gd name="T72" fmla="*/ 0 w 1046"/>
                  <a:gd name="T73" fmla="*/ 0 h 2428"/>
                  <a:gd name="T74" fmla="*/ 0 w 1046"/>
                  <a:gd name="T75" fmla="*/ 0 h 2428"/>
                  <a:gd name="T76" fmla="*/ 0 w 1046"/>
                  <a:gd name="T77" fmla="*/ 0 h 2428"/>
                  <a:gd name="T78" fmla="*/ 0 w 1046"/>
                  <a:gd name="T79" fmla="*/ 0 h 24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46"/>
                  <a:gd name="T121" fmla="*/ 0 h 2428"/>
                  <a:gd name="T122" fmla="*/ 1046 w 1046"/>
                  <a:gd name="T123" fmla="*/ 2428 h 242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46" h="2428">
                    <a:moveTo>
                      <a:pt x="58" y="0"/>
                    </a:moveTo>
                    <a:lnTo>
                      <a:pt x="52" y="2"/>
                    </a:lnTo>
                    <a:lnTo>
                      <a:pt x="47" y="4"/>
                    </a:lnTo>
                    <a:lnTo>
                      <a:pt x="43" y="5"/>
                    </a:lnTo>
                    <a:lnTo>
                      <a:pt x="39" y="7"/>
                    </a:lnTo>
                    <a:lnTo>
                      <a:pt x="33" y="10"/>
                    </a:lnTo>
                    <a:lnTo>
                      <a:pt x="25" y="13"/>
                    </a:lnTo>
                    <a:lnTo>
                      <a:pt x="15" y="18"/>
                    </a:lnTo>
                    <a:lnTo>
                      <a:pt x="0" y="25"/>
                    </a:lnTo>
                    <a:lnTo>
                      <a:pt x="29" y="97"/>
                    </a:lnTo>
                    <a:lnTo>
                      <a:pt x="56" y="164"/>
                    </a:lnTo>
                    <a:lnTo>
                      <a:pt x="80" y="225"/>
                    </a:lnTo>
                    <a:lnTo>
                      <a:pt x="104" y="282"/>
                    </a:lnTo>
                    <a:lnTo>
                      <a:pt x="125" y="334"/>
                    </a:lnTo>
                    <a:lnTo>
                      <a:pt x="145" y="384"/>
                    </a:lnTo>
                    <a:lnTo>
                      <a:pt x="164" y="430"/>
                    </a:lnTo>
                    <a:lnTo>
                      <a:pt x="182" y="475"/>
                    </a:lnTo>
                    <a:lnTo>
                      <a:pt x="199" y="518"/>
                    </a:lnTo>
                    <a:lnTo>
                      <a:pt x="217" y="560"/>
                    </a:lnTo>
                    <a:lnTo>
                      <a:pt x="233" y="601"/>
                    </a:lnTo>
                    <a:lnTo>
                      <a:pt x="250" y="643"/>
                    </a:lnTo>
                    <a:lnTo>
                      <a:pt x="268" y="686"/>
                    </a:lnTo>
                    <a:lnTo>
                      <a:pt x="285" y="730"/>
                    </a:lnTo>
                    <a:lnTo>
                      <a:pt x="305" y="776"/>
                    </a:lnTo>
                    <a:lnTo>
                      <a:pt x="324" y="825"/>
                    </a:lnTo>
                    <a:lnTo>
                      <a:pt x="344" y="876"/>
                    </a:lnTo>
                    <a:lnTo>
                      <a:pt x="367" y="932"/>
                    </a:lnTo>
                    <a:lnTo>
                      <a:pt x="391" y="991"/>
                    </a:lnTo>
                    <a:lnTo>
                      <a:pt x="418" y="1056"/>
                    </a:lnTo>
                    <a:lnTo>
                      <a:pt x="445" y="1126"/>
                    </a:lnTo>
                    <a:lnTo>
                      <a:pt x="477" y="1203"/>
                    </a:lnTo>
                    <a:lnTo>
                      <a:pt x="511" y="1285"/>
                    </a:lnTo>
                    <a:lnTo>
                      <a:pt x="546" y="1376"/>
                    </a:lnTo>
                    <a:lnTo>
                      <a:pt x="586" y="1474"/>
                    </a:lnTo>
                    <a:lnTo>
                      <a:pt x="629" y="1580"/>
                    </a:lnTo>
                    <a:lnTo>
                      <a:pt x="676" y="1695"/>
                    </a:lnTo>
                    <a:lnTo>
                      <a:pt x="726" y="1821"/>
                    </a:lnTo>
                    <a:lnTo>
                      <a:pt x="781" y="1956"/>
                    </a:lnTo>
                    <a:lnTo>
                      <a:pt x="840" y="2101"/>
                    </a:lnTo>
                    <a:lnTo>
                      <a:pt x="903" y="2258"/>
                    </a:lnTo>
                    <a:lnTo>
                      <a:pt x="972" y="2428"/>
                    </a:lnTo>
                    <a:lnTo>
                      <a:pt x="980" y="2424"/>
                    </a:lnTo>
                    <a:lnTo>
                      <a:pt x="986" y="2421"/>
                    </a:lnTo>
                    <a:lnTo>
                      <a:pt x="991" y="2419"/>
                    </a:lnTo>
                    <a:lnTo>
                      <a:pt x="997" y="2415"/>
                    </a:lnTo>
                    <a:lnTo>
                      <a:pt x="1004" y="2412"/>
                    </a:lnTo>
                    <a:lnTo>
                      <a:pt x="1013" y="2408"/>
                    </a:lnTo>
                    <a:lnTo>
                      <a:pt x="1028" y="2403"/>
                    </a:lnTo>
                    <a:lnTo>
                      <a:pt x="1046" y="2395"/>
                    </a:lnTo>
                    <a:lnTo>
                      <a:pt x="1017" y="2324"/>
                    </a:lnTo>
                    <a:lnTo>
                      <a:pt x="989" y="2257"/>
                    </a:lnTo>
                    <a:lnTo>
                      <a:pt x="964" y="2196"/>
                    </a:lnTo>
                    <a:lnTo>
                      <a:pt x="941" y="2139"/>
                    </a:lnTo>
                    <a:lnTo>
                      <a:pt x="920" y="2086"/>
                    </a:lnTo>
                    <a:lnTo>
                      <a:pt x="899" y="2037"/>
                    </a:lnTo>
                    <a:lnTo>
                      <a:pt x="880" y="1990"/>
                    </a:lnTo>
                    <a:lnTo>
                      <a:pt x="861" y="1946"/>
                    </a:lnTo>
                    <a:lnTo>
                      <a:pt x="843" y="1903"/>
                    </a:lnTo>
                    <a:lnTo>
                      <a:pt x="826" y="1861"/>
                    </a:lnTo>
                    <a:lnTo>
                      <a:pt x="809" y="1819"/>
                    </a:lnTo>
                    <a:lnTo>
                      <a:pt x="792" y="1778"/>
                    </a:lnTo>
                    <a:lnTo>
                      <a:pt x="774" y="1734"/>
                    </a:lnTo>
                    <a:lnTo>
                      <a:pt x="756" y="1691"/>
                    </a:lnTo>
                    <a:lnTo>
                      <a:pt x="737" y="1645"/>
                    </a:lnTo>
                    <a:lnTo>
                      <a:pt x="718" y="1596"/>
                    </a:lnTo>
                    <a:lnTo>
                      <a:pt x="696" y="1545"/>
                    </a:lnTo>
                    <a:lnTo>
                      <a:pt x="673" y="1490"/>
                    </a:lnTo>
                    <a:lnTo>
                      <a:pt x="648" y="1430"/>
                    </a:lnTo>
                    <a:lnTo>
                      <a:pt x="622" y="1365"/>
                    </a:lnTo>
                    <a:lnTo>
                      <a:pt x="593" y="1296"/>
                    </a:lnTo>
                    <a:lnTo>
                      <a:pt x="562" y="1220"/>
                    </a:lnTo>
                    <a:lnTo>
                      <a:pt x="528" y="1138"/>
                    </a:lnTo>
                    <a:lnTo>
                      <a:pt x="490" y="1047"/>
                    </a:lnTo>
                    <a:lnTo>
                      <a:pt x="450" y="950"/>
                    </a:lnTo>
                    <a:lnTo>
                      <a:pt x="407" y="843"/>
                    </a:lnTo>
                    <a:lnTo>
                      <a:pt x="359" y="730"/>
                    </a:lnTo>
                    <a:lnTo>
                      <a:pt x="308" y="605"/>
                    </a:lnTo>
                    <a:lnTo>
                      <a:pt x="251" y="470"/>
                    </a:lnTo>
                    <a:lnTo>
                      <a:pt x="192" y="325"/>
                    </a:lnTo>
                    <a:lnTo>
                      <a:pt x="127" y="169"/>
                    </a:lnTo>
                    <a:lnTo>
                      <a:pt x="58" y="0"/>
                    </a:lnTo>
                    <a:close/>
                  </a:path>
                </a:pathLst>
              </a:custGeom>
              <a:solidFill>
                <a:srgbClr val="C4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4" name="Freeform 127">
                <a:extLst>
                  <a:ext uri="{FF2B5EF4-FFF2-40B4-BE49-F238E27FC236}">
                    <a16:creationId xmlns:a16="http://schemas.microsoft.com/office/drawing/2014/main" id="{3ED22B8C-E5AE-4189-855F-941A3636A206}"/>
                  </a:ext>
                </a:extLst>
              </p:cNvPr>
              <p:cNvSpPr>
                <a:spLocks/>
              </p:cNvSpPr>
              <p:nvPr/>
            </p:nvSpPr>
            <p:spPr bwMode="auto">
              <a:xfrm>
                <a:off x="1133" y="3302"/>
                <a:ext cx="46" cy="134"/>
              </a:xfrm>
              <a:custGeom>
                <a:avLst/>
                <a:gdLst>
                  <a:gd name="T0" fmla="*/ 0 w 1017"/>
                  <a:gd name="T1" fmla="*/ 0 h 2414"/>
                  <a:gd name="T2" fmla="*/ 0 w 1017"/>
                  <a:gd name="T3" fmla="*/ 0 h 2414"/>
                  <a:gd name="T4" fmla="*/ 0 w 1017"/>
                  <a:gd name="T5" fmla="*/ 0 h 2414"/>
                  <a:gd name="T6" fmla="*/ 0 w 1017"/>
                  <a:gd name="T7" fmla="*/ 0 h 2414"/>
                  <a:gd name="T8" fmla="*/ 0 w 1017"/>
                  <a:gd name="T9" fmla="*/ 0 h 2414"/>
                  <a:gd name="T10" fmla="*/ 0 60000 65536"/>
                  <a:gd name="T11" fmla="*/ 0 60000 65536"/>
                  <a:gd name="T12" fmla="*/ 0 60000 65536"/>
                  <a:gd name="T13" fmla="*/ 0 60000 65536"/>
                  <a:gd name="T14" fmla="*/ 0 60000 65536"/>
                  <a:gd name="T15" fmla="*/ 0 w 1017"/>
                  <a:gd name="T16" fmla="*/ 0 h 2414"/>
                  <a:gd name="T17" fmla="*/ 1017 w 1017"/>
                  <a:gd name="T18" fmla="*/ 2414 h 2414"/>
                </a:gdLst>
                <a:ahLst/>
                <a:cxnLst>
                  <a:cxn ang="T10">
                    <a:pos x="T0" y="T1"/>
                  </a:cxn>
                  <a:cxn ang="T11">
                    <a:pos x="T2" y="T3"/>
                  </a:cxn>
                  <a:cxn ang="T12">
                    <a:pos x="T4" y="T5"/>
                  </a:cxn>
                  <a:cxn ang="T13">
                    <a:pos x="T6" y="T7"/>
                  </a:cxn>
                  <a:cxn ang="T14">
                    <a:pos x="T8" y="T9"/>
                  </a:cxn>
                </a:cxnLst>
                <a:rect l="T15" t="T16" r="T17" b="T18"/>
                <a:pathLst>
                  <a:path w="1017" h="2414">
                    <a:moveTo>
                      <a:pt x="32" y="0"/>
                    </a:moveTo>
                    <a:lnTo>
                      <a:pt x="0" y="13"/>
                    </a:lnTo>
                    <a:lnTo>
                      <a:pt x="977" y="2414"/>
                    </a:lnTo>
                    <a:lnTo>
                      <a:pt x="1017" y="2396"/>
                    </a:lnTo>
                    <a:lnTo>
                      <a:pt x="32" y="0"/>
                    </a:lnTo>
                    <a:close/>
                  </a:path>
                </a:pathLst>
              </a:custGeom>
              <a:solidFill>
                <a:srgbClr val="E0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5" name="Freeform 128">
                <a:extLst>
                  <a:ext uri="{FF2B5EF4-FFF2-40B4-BE49-F238E27FC236}">
                    <a16:creationId xmlns:a16="http://schemas.microsoft.com/office/drawing/2014/main" id="{EC25DDC4-B0F2-4078-8529-AD158A254B9B}"/>
                  </a:ext>
                </a:extLst>
              </p:cNvPr>
              <p:cNvSpPr>
                <a:spLocks/>
              </p:cNvSpPr>
              <p:nvPr/>
            </p:nvSpPr>
            <p:spPr bwMode="auto">
              <a:xfrm>
                <a:off x="1132" y="3298"/>
                <a:ext cx="8" cy="6"/>
              </a:xfrm>
              <a:custGeom>
                <a:avLst/>
                <a:gdLst>
                  <a:gd name="T0" fmla="*/ 0 w 173"/>
                  <a:gd name="T1" fmla="*/ 0 h 95"/>
                  <a:gd name="T2" fmla="*/ 0 w 173"/>
                  <a:gd name="T3" fmla="*/ 0 h 95"/>
                  <a:gd name="T4" fmla="*/ 0 w 173"/>
                  <a:gd name="T5" fmla="*/ 0 h 95"/>
                  <a:gd name="T6" fmla="*/ 0 w 173"/>
                  <a:gd name="T7" fmla="*/ 0 h 95"/>
                  <a:gd name="T8" fmla="*/ 0 w 173"/>
                  <a:gd name="T9" fmla="*/ 0 h 95"/>
                  <a:gd name="T10" fmla="*/ 0 60000 65536"/>
                  <a:gd name="T11" fmla="*/ 0 60000 65536"/>
                  <a:gd name="T12" fmla="*/ 0 60000 65536"/>
                  <a:gd name="T13" fmla="*/ 0 60000 65536"/>
                  <a:gd name="T14" fmla="*/ 0 60000 65536"/>
                  <a:gd name="T15" fmla="*/ 0 w 173"/>
                  <a:gd name="T16" fmla="*/ 0 h 95"/>
                  <a:gd name="T17" fmla="*/ 173 w 173"/>
                  <a:gd name="T18" fmla="*/ 95 h 95"/>
                </a:gdLst>
                <a:ahLst/>
                <a:cxnLst>
                  <a:cxn ang="T10">
                    <a:pos x="T0" y="T1"/>
                  </a:cxn>
                  <a:cxn ang="T11">
                    <a:pos x="T2" y="T3"/>
                  </a:cxn>
                  <a:cxn ang="T12">
                    <a:pos x="T4" y="T5"/>
                  </a:cxn>
                  <a:cxn ang="T13">
                    <a:pos x="T6" y="T7"/>
                  </a:cxn>
                  <a:cxn ang="T14">
                    <a:pos x="T8" y="T9"/>
                  </a:cxn>
                </a:cxnLst>
                <a:rect l="T15" t="T16" r="T17" b="T18"/>
                <a:pathLst>
                  <a:path w="173" h="95">
                    <a:moveTo>
                      <a:pt x="173" y="20"/>
                    </a:moveTo>
                    <a:lnTo>
                      <a:pt x="7" y="95"/>
                    </a:lnTo>
                    <a:lnTo>
                      <a:pt x="0" y="75"/>
                    </a:lnTo>
                    <a:lnTo>
                      <a:pt x="166" y="0"/>
                    </a:lnTo>
                    <a:lnTo>
                      <a:pt x="173" y="20"/>
                    </a:lnTo>
                    <a:close/>
                  </a:path>
                </a:pathLst>
              </a:custGeom>
              <a:solidFill>
                <a:srgbClr val="1119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6" name="Freeform 129">
                <a:extLst>
                  <a:ext uri="{FF2B5EF4-FFF2-40B4-BE49-F238E27FC236}">
                    <a16:creationId xmlns:a16="http://schemas.microsoft.com/office/drawing/2014/main" id="{4D79F078-CCA1-49E8-B2E6-C0ADE306A1E6}"/>
                  </a:ext>
                </a:extLst>
              </p:cNvPr>
              <p:cNvSpPr>
                <a:spLocks/>
              </p:cNvSpPr>
              <p:nvPr/>
            </p:nvSpPr>
            <p:spPr bwMode="auto">
              <a:xfrm>
                <a:off x="1130" y="3293"/>
                <a:ext cx="9" cy="10"/>
              </a:xfrm>
              <a:custGeom>
                <a:avLst/>
                <a:gdLst>
                  <a:gd name="T0" fmla="*/ 0 w 200"/>
                  <a:gd name="T1" fmla="*/ 0 h 179"/>
                  <a:gd name="T2" fmla="*/ 0 w 200"/>
                  <a:gd name="T3" fmla="*/ 0 h 179"/>
                  <a:gd name="T4" fmla="*/ 0 w 200"/>
                  <a:gd name="T5" fmla="*/ 0 h 179"/>
                  <a:gd name="T6" fmla="*/ 0 w 200"/>
                  <a:gd name="T7" fmla="*/ 0 h 179"/>
                  <a:gd name="T8" fmla="*/ 0 w 200"/>
                  <a:gd name="T9" fmla="*/ 0 h 179"/>
                  <a:gd name="T10" fmla="*/ 0 w 200"/>
                  <a:gd name="T11" fmla="*/ 0 h 179"/>
                  <a:gd name="T12" fmla="*/ 0 60000 65536"/>
                  <a:gd name="T13" fmla="*/ 0 60000 65536"/>
                  <a:gd name="T14" fmla="*/ 0 60000 65536"/>
                  <a:gd name="T15" fmla="*/ 0 60000 65536"/>
                  <a:gd name="T16" fmla="*/ 0 60000 65536"/>
                  <a:gd name="T17" fmla="*/ 0 60000 65536"/>
                  <a:gd name="T18" fmla="*/ 0 w 200"/>
                  <a:gd name="T19" fmla="*/ 0 h 179"/>
                  <a:gd name="T20" fmla="*/ 200 w 200"/>
                  <a:gd name="T21" fmla="*/ 179 h 179"/>
                </a:gdLst>
                <a:ahLst/>
                <a:cxnLst>
                  <a:cxn ang="T12">
                    <a:pos x="T0" y="T1"/>
                  </a:cxn>
                  <a:cxn ang="T13">
                    <a:pos x="T2" y="T3"/>
                  </a:cxn>
                  <a:cxn ang="T14">
                    <a:pos x="T4" y="T5"/>
                  </a:cxn>
                  <a:cxn ang="T15">
                    <a:pos x="T6" y="T7"/>
                  </a:cxn>
                  <a:cxn ang="T16">
                    <a:pos x="T8" y="T9"/>
                  </a:cxn>
                  <a:cxn ang="T17">
                    <a:pos x="T10" y="T11"/>
                  </a:cxn>
                </a:cxnLst>
                <a:rect l="T18" t="T19" r="T20" b="T21"/>
                <a:pathLst>
                  <a:path w="200" h="179">
                    <a:moveTo>
                      <a:pt x="200" y="106"/>
                    </a:moveTo>
                    <a:lnTo>
                      <a:pt x="33" y="179"/>
                    </a:lnTo>
                    <a:lnTo>
                      <a:pt x="0" y="100"/>
                    </a:lnTo>
                    <a:lnTo>
                      <a:pt x="58" y="0"/>
                    </a:lnTo>
                    <a:lnTo>
                      <a:pt x="168" y="26"/>
                    </a:lnTo>
                    <a:lnTo>
                      <a:pt x="200" y="106"/>
                    </a:lnTo>
                    <a:close/>
                  </a:path>
                </a:pathLst>
              </a:custGeom>
              <a:solidFill>
                <a:srgbClr val="54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7" name="Freeform 130">
                <a:extLst>
                  <a:ext uri="{FF2B5EF4-FFF2-40B4-BE49-F238E27FC236}">
                    <a16:creationId xmlns:a16="http://schemas.microsoft.com/office/drawing/2014/main" id="{FD6C6B00-ECB6-45DB-A8B5-9710D2AE39CF}"/>
                  </a:ext>
                </a:extLst>
              </p:cNvPr>
              <p:cNvSpPr>
                <a:spLocks/>
              </p:cNvSpPr>
              <p:nvPr/>
            </p:nvSpPr>
            <p:spPr bwMode="auto">
              <a:xfrm>
                <a:off x="1130" y="3293"/>
                <a:ext cx="8" cy="10"/>
              </a:xfrm>
              <a:custGeom>
                <a:avLst/>
                <a:gdLst>
                  <a:gd name="T0" fmla="*/ 0 w 173"/>
                  <a:gd name="T1" fmla="*/ 0 h 177"/>
                  <a:gd name="T2" fmla="*/ 0 w 173"/>
                  <a:gd name="T3" fmla="*/ 0 h 177"/>
                  <a:gd name="T4" fmla="*/ 0 w 173"/>
                  <a:gd name="T5" fmla="*/ 0 h 177"/>
                  <a:gd name="T6" fmla="*/ 0 w 173"/>
                  <a:gd name="T7" fmla="*/ 0 h 177"/>
                  <a:gd name="T8" fmla="*/ 0 w 173"/>
                  <a:gd name="T9" fmla="*/ 0 h 177"/>
                  <a:gd name="T10" fmla="*/ 0 w 173"/>
                  <a:gd name="T11" fmla="*/ 0 h 177"/>
                  <a:gd name="T12" fmla="*/ 0 w 173"/>
                  <a:gd name="T13" fmla="*/ 0 h 177"/>
                  <a:gd name="T14" fmla="*/ 0 w 173"/>
                  <a:gd name="T15" fmla="*/ 0 h 177"/>
                  <a:gd name="T16" fmla="*/ 0 w 173"/>
                  <a:gd name="T17" fmla="*/ 0 h 177"/>
                  <a:gd name="T18" fmla="*/ 0 w 173"/>
                  <a:gd name="T19" fmla="*/ 0 h 177"/>
                  <a:gd name="T20" fmla="*/ 0 w 173"/>
                  <a:gd name="T21" fmla="*/ 0 h 177"/>
                  <a:gd name="T22" fmla="*/ 0 w 173"/>
                  <a:gd name="T23" fmla="*/ 0 h 177"/>
                  <a:gd name="T24" fmla="*/ 0 w 173"/>
                  <a:gd name="T25" fmla="*/ 0 h 177"/>
                  <a:gd name="T26" fmla="*/ 0 w 173"/>
                  <a:gd name="T27" fmla="*/ 0 h 177"/>
                  <a:gd name="T28" fmla="*/ 0 w 173"/>
                  <a:gd name="T29" fmla="*/ 0 h 177"/>
                  <a:gd name="T30" fmla="*/ 0 w 173"/>
                  <a:gd name="T31" fmla="*/ 0 h 177"/>
                  <a:gd name="T32" fmla="*/ 0 w 173"/>
                  <a:gd name="T33" fmla="*/ 0 h 177"/>
                  <a:gd name="T34" fmla="*/ 0 w 173"/>
                  <a:gd name="T35" fmla="*/ 0 h 177"/>
                  <a:gd name="T36" fmla="*/ 0 w 173"/>
                  <a:gd name="T37" fmla="*/ 0 h 177"/>
                  <a:gd name="T38" fmla="*/ 0 w 173"/>
                  <a:gd name="T39" fmla="*/ 0 h 177"/>
                  <a:gd name="T40" fmla="*/ 0 w 173"/>
                  <a:gd name="T41" fmla="*/ 0 h 177"/>
                  <a:gd name="T42" fmla="*/ 0 w 173"/>
                  <a:gd name="T43" fmla="*/ 0 h 177"/>
                  <a:gd name="T44" fmla="*/ 0 w 173"/>
                  <a:gd name="T45" fmla="*/ 0 h 177"/>
                  <a:gd name="T46" fmla="*/ 0 w 173"/>
                  <a:gd name="T47" fmla="*/ 0 h 177"/>
                  <a:gd name="T48" fmla="*/ 0 w 173"/>
                  <a:gd name="T49" fmla="*/ 0 h 177"/>
                  <a:gd name="T50" fmla="*/ 0 w 173"/>
                  <a:gd name="T51" fmla="*/ 0 h 177"/>
                  <a:gd name="T52" fmla="*/ 0 w 173"/>
                  <a:gd name="T53" fmla="*/ 0 h 177"/>
                  <a:gd name="T54" fmla="*/ 0 w 173"/>
                  <a:gd name="T55" fmla="*/ 0 h 177"/>
                  <a:gd name="T56" fmla="*/ 0 w 173"/>
                  <a:gd name="T57" fmla="*/ 0 h 177"/>
                  <a:gd name="T58" fmla="*/ 0 w 173"/>
                  <a:gd name="T59" fmla="*/ 0 h 177"/>
                  <a:gd name="T60" fmla="*/ 0 w 173"/>
                  <a:gd name="T61" fmla="*/ 0 h 177"/>
                  <a:gd name="T62" fmla="*/ 0 w 173"/>
                  <a:gd name="T63" fmla="*/ 0 h 177"/>
                  <a:gd name="T64" fmla="*/ 0 w 173"/>
                  <a:gd name="T65" fmla="*/ 0 h 177"/>
                  <a:gd name="T66" fmla="*/ 0 w 173"/>
                  <a:gd name="T67" fmla="*/ 0 h 177"/>
                  <a:gd name="T68" fmla="*/ 0 w 173"/>
                  <a:gd name="T69" fmla="*/ 0 h 177"/>
                  <a:gd name="T70" fmla="*/ 0 w 173"/>
                  <a:gd name="T71" fmla="*/ 0 h 177"/>
                  <a:gd name="T72" fmla="*/ 0 w 173"/>
                  <a:gd name="T73" fmla="*/ 0 h 177"/>
                  <a:gd name="T74" fmla="*/ 0 w 173"/>
                  <a:gd name="T75" fmla="*/ 0 h 177"/>
                  <a:gd name="T76" fmla="*/ 0 w 173"/>
                  <a:gd name="T77" fmla="*/ 0 h 177"/>
                  <a:gd name="T78" fmla="*/ 0 w 173"/>
                  <a:gd name="T79" fmla="*/ 0 h 177"/>
                  <a:gd name="T80" fmla="*/ 0 w 173"/>
                  <a:gd name="T81" fmla="*/ 0 h 17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3"/>
                  <a:gd name="T124" fmla="*/ 0 h 177"/>
                  <a:gd name="T125" fmla="*/ 173 w 173"/>
                  <a:gd name="T126" fmla="*/ 177 h 17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3" h="177">
                    <a:moveTo>
                      <a:pt x="173" y="116"/>
                    </a:moveTo>
                    <a:lnTo>
                      <a:pt x="159" y="122"/>
                    </a:lnTo>
                    <a:lnTo>
                      <a:pt x="147" y="126"/>
                    </a:lnTo>
                    <a:lnTo>
                      <a:pt x="137" y="131"/>
                    </a:lnTo>
                    <a:lnTo>
                      <a:pt x="127" y="135"/>
                    </a:lnTo>
                    <a:lnTo>
                      <a:pt x="114" y="141"/>
                    </a:lnTo>
                    <a:lnTo>
                      <a:pt x="94" y="150"/>
                    </a:lnTo>
                    <a:lnTo>
                      <a:pt x="69" y="161"/>
                    </a:lnTo>
                    <a:lnTo>
                      <a:pt x="33" y="177"/>
                    </a:lnTo>
                    <a:lnTo>
                      <a:pt x="30" y="168"/>
                    </a:lnTo>
                    <a:lnTo>
                      <a:pt x="27" y="161"/>
                    </a:lnTo>
                    <a:lnTo>
                      <a:pt x="25" y="156"/>
                    </a:lnTo>
                    <a:lnTo>
                      <a:pt x="23" y="150"/>
                    </a:lnTo>
                    <a:lnTo>
                      <a:pt x="20" y="141"/>
                    </a:lnTo>
                    <a:lnTo>
                      <a:pt x="16" y="131"/>
                    </a:lnTo>
                    <a:lnTo>
                      <a:pt x="9" y="117"/>
                    </a:lnTo>
                    <a:lnTo>
                      <a:pt x="0" y="97"/>
                    </a:lnTo>
                    <a:lnTo>
                      <a:pt x="7" y="86"/>
                    </a:lnTo>
                    <a:lnTo>
                      <a:pt x="11" y="78"/>
                    </a:lnTo>
                    <a:lnTo>
                      <a:pt x="15" y="70"/>
                    </a:lnTo>
                    <a:lnTo>
                      <a:pt x="19" y="63"/>
                    </a:lnTo>
                    <a:lnTo>
                      <a:pt x="24" y="54"/>
                    </a:lnTo>
                    <a:lnTo>
                      <a:pt x="31" y="41"/>
                    </a:lnTo>
                    <a:lnTo>
                      <a:pt x="40" y="24"/>
                    </a:lnTo>
                    <a:lnTo>
                      <a:pt x="52" y="0"/>
                    </a:lnTo>
                    <a:lnTo>
                      <a:pt x="63" y="3"/>
                    </a:lnTo>
                    <a:lnTo>
                      <a:pt x="70" y="6"/>
                    </a:lnTo>
                    <a:lnTo>
                      <a:pt x="76" y="8"/>
                    </a:lnTo>
                    <a:lnTo>
                      <a:pt x="83" y="11"/>
                    </a:lnTo>
                    <a:lnTo>
                      <a:pt x="91" y="15"/>
                    </a:lnTo>
                    <a:lnTo>
                      <a:pt x="102" y="20"/>
                    </a:lnTo>
                    <a:lnTo>
                      <a:pt x="119" y="27"/>
                    </a:lnTo>
                    <a:lnTo>
                      <a:pt x="140" y="37"/>
                    </a:lnTo>
                    <a:lnTo>
                      <a:pt x="144" y="44"/>
                    </a:lnTo>
                    <a:lnTo>
                      <a:pt x="146" y="50"/>
                    </a:lnTo>
                    <a:lnTo>
                      <a:pt x="149" y="56"/>
                    </a:lnTo>
                    <a:lnTo>
                      <a:pt x="151" y="61"/>
                    </a:lnTo>
                    <a:lnTo>
                      <a:pt x="154" y="69"/>
                    </a:lnTo>
                    <a:lnTo>
                      <a:pt x="159" y="80"/>
                    </a:lnTo>
                    <a:lnTo>
                      <a:pt x="165" y="95"/>
                    </a:lnTo>
                    <a:lnTo>
                      <a:pt x="173" y="116"/>
                    </a:lnTo>
                    <a:close/>
                  </a:path>
                </a:pathLst>
              </a:custGeom>
              <a:solidFill>
                <a:srgbClr val="70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8" name="Freeform 131">
                <a:extLst>
                  <a:ext uri="{FF2B5EF4-FFF2-40B4-BE49-F238E27FC236}">
                    <a16:creationId xmlns:a16="http://schemas.microsoft.com/office/drawing/2014/main" id="{E8E2972C-F8F5-4397-A906-2A7A98A26C51}"/>
                  </a:ext>
                </a:extLst>
              </p:cNvPr>
              <p:cNvSpPr>
                <a:spLocks/>
              </p:cNvSpPr>
              <p:nvPr/>
            </p:nvSpPr>
            <p:spPr bwMode="auto">
              <a:xfrm>
                <a:off x="1131" y="3293"/>
                <a:ext cx="6" cy="9"/>
              </a:xfrm>
              <a:custGeom>
                <a:avLst/>
                <a:gdLst>
                  <a:gd name="T0" fmla="*/ 0 w 142"/>
                  <a:gd name="T1" fmla="*/ 0 h 175"/>
                  <a:gd name="T2" fmla="*/ 0 w 142"/>
                  <a:gd name="T3" fmla="*/ 0 h 175"/>
                  <a:gd name="T4" fmla="*/ 0 w 142"/>
                  <a:gd name="T5" fmla="*/ 0 h 175"/>
                  <a:gd name="T6" fmla="*/ 0 w 142"/>
                  <a:gd name="T7" fmla="*/ 0 h 175"/>
                  <a:gd name="T8" fmla="*/ 0 w 142"/>
                  <a:gd name="T9" fmla="*/ 0 h 175"/>
                  <a:gd name="T10" fmla="*/ 0 w 142"/>
                  <a:gd name="T11" fmla="*/ 0 h 175"/>
                  <a:gd name="T12" fmla="*/ 0 w 142"/>
                  <a:gd name="T13" fmla="*/ 0 h 175"/>
                  <a:gd name="T14" fmla="*/ 0 w 142"/>
                  <a:gd name="T15" fmla="*/ 0 h 175"/>
                  <a:gd name="T16" fmla="*/ 0 w 142"/>
                  <a:gd name="T17" fmla="*/ 0 h 175"/>
                  <a:gd name="T18" fmla="*/ 0 w 142"/>
                  <a:gd name="T19" fmla="*/ 0 h 175"/>
                  <a:gd name="T20" fmla="*/ 0 w 142"/>
                  <a:gd name="T21" fmla="*/ 0 h 175"/>
                  <a:gd name="T22" fmla="*/ 0 w 142"/>
                  <a:gd name="T23" fmla="*/ 0 h 175"/>
                  <a:gd name="T24" fmla="*/ 0 w 142"/>
                  <a:gd name="T25" fmla="*/ 0 h 175"/>
                  <a:gd name="T26" fmla="*/ 0 w 142"/>
                  <a:gd name="T27" fmla="*/ 0 h 175"/>
                  <a:gd name="T28" fmla="*/ 0 w 142"/>
                  <a:gd name="T29" fmla="*/ 0 h 175"/>
                  <a:gd name="T30" fmla="*/ 0 w 142"/>
                  <a:gd name="T31" fmla="*/ 0 h 175"/>
                  <a:gd name="T32" fmla="*/ 0 w 142"/>
                  <a:gd name="T33" fmla="*/ 0 h 175"/>
                  <a:gd name="T34" fmla="*/ 0 w 142"/>
                  <a:gd name="T35" fmla="*/ 0 h 175"/>
                  <a:gd name="T36" fmla="*/ 0 w 142"/>
                  <a:gd name="T37" fmla="*/ 0 h 175"/>
                  <a:gd name="T38" fmla="*/ 0 w 142"/>
                  <a:gd name="T39" fmla="*/ 0 h 175"/>
                  <a:gd name="T40" fmla="*/ 0 w 142"/>
                  <a:gd name="T41" fmla="*/ 0 h 175"/>
                  <a:gd name="T42" fmla="*/ 0 w 142"/>
                  <a:gd name="T43" fmla="*/ 0 h 175"/>
                  <a:gd name="T44" fmla="*/ 0 w 142"/>
                  <a:gd name="T45" fmla="*/ 0 h 175"/>
                  <a:gd name="T46" fmla="*/ 0 w 142"/>
                  <a:gd name="T47" fmla="*/ 0 h 175"/>
                  <a:gd name="T48" fmla="*/ 0 w 142"/>
                  <a:gd name="T49" fmla="*/ 0 h 175"/>
                  <a:gd name="T50" fmla="*/ 0 w 142"/>
                  <a:gd name="T51" fmla="*/ 0 h 175"/>
                  <a:gd name="T52" fmla="*/ 0 w 142"/>
                  <a:gd name="T53" fmla="*/ 0 h 175"/>
                  <a:gd name="T54" fmla="*/ 0 w 142"/>
                  <a:gd name="T55" fmla="*/ 0 h 175"/>
                  <a:gd name="T56" fmla="*/ 0 w 142"/>
                  <a:gd name="T57" fmla="*/ 0 h 175"/>
                  <a:gd name="T58" fmla="*/ 0 w 142"/>
                  <a:gd name="T59" fmla="*/ 0 h 175"/>
                  <a:gd name="T60" fmla="*/ 0 w 142"/>
                  <a:gd name="T61" fmla="*/ 0 h 175"/>
                  <a:gd name="T62" fmla="*/ 0 w 142"/>
                  <a:gd name="T63" fmla="*/ 0 h 175"/>
                  <a:gd name="T64" fmla="*/ 0 w 142"/>
                  <a:gd name="T65" fmla="*/ 0 h 175"/>
                  <a:gd name="T66" fmla="*/ 0 w 142"/>
                  <a:gd name="T67" fmla="*/ 0 h 175"/>
                  <a:gd name="T68" fmla="*/ 0 w 142"/>
                  <a:gd name="T69" fmla="*/ 0 h 175"/>
                  <a:gd name="T70" fmla="*/ 0 w 142"/>
                  <a:gd name="T71" fmla="*/ 0 h 175"/>
                  <a:gd name="T72" fmla="*/ 0 w 142"/>
                  <a:gd name="T73" fmla="*/ 0 h 175"/>
                  <a:gd name="T74" fmla="*/ 0 w 142"/>
                  <a:gd name="T75" fmla="*/ 0 h 175"/>
                  <a:gd name="T76" fmla="*/ 0 w 142"/>
                  <a:gd name="T77" fmla="*/ 0 h 175"/>
                  <a:gd name="T78" fmla="*/ 0 w 142"/>
                  <a:gd name="T79" fmla="*/ 0 h 175"/>
                  <a:gd name="T80" fmla="*/ 0 w 142"/>
                  <a:gd name="T81" fmla="*/ 0 h 1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175"/>
                  <a:gd name="T125" fmla="*/ 142 w 142"/>
                  <a:gd name="T126" fmla="*/ 175 h 1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175">
                    <a:moveTo>
                      <a:pt x="142" y="126"/>
                    </a:moveTo>
                    <a:lnTo>
                      <a:pt x="131" y="131"/>
                    </a:lnTo>
                    <a:lnTo>
                      <a:pt x="122" y="135"/>
                    </a:lnTo>
                    <a:lnTo>
                      <a:pt x="115" y="137"/>
                    </a:lnTo>
                    <a:lnTo>
                      <a:pt x="107" y="141"/>
                    </a:lnTo>
                    <a:lnTo>
                      <a:pt x="96" y="145"/>
                    </a:lnTo>
                    <a:lnTo>
                      <a:pt x="81" y="152"/>
                    </a:lnTo>
                    <a:lnTo>
                      <a:pt x="61" y="161"/>
                    </a:lnTo>
                    <a:lnTo>
                      <a:pt x="32" y="175"/>
                    </a:lnTo>
                    <a:lnTo>
                      <a:pt x="29" y="165"/>
                    </a:lnTo>
                    <a:lnTo>
                      <a:pt x="26" y="159"/>
                    </a:lnTo>
                    <a:lnTo>
                      <a:pt x="24" y="153"/>
                    </a:lnTo>
                    <a:lnTo>
                      <a:pt x="22" y="146"/>
                    </a:lnTo>
                    <a:lnTo>
                      <a:pt x="19" y="139"/>
                    </a:lnTo>
                    <a:lnTo>
                      <a:pt x="15" y="128"/>
                    </a:lnTo>
                    <a:lnTo>
                      <a:pt x="8" y="114"/>
                    </a:lnTo>
                    <a:lnTo>
                      <a:pt x="0" y="95"/>
                    </a:lnTo>
                    <a:lnTo>
                      <a:pt x="5" y="84"/>
                    </a:lnTo>
                    <a:lnTo>
                      <a:pt x="9" y="76"/>
                    </a:lnTo>
                    <a:lnTo>
                      <a:pt x="12" y="68"/>
                    </a:lnTo>
                    <a:lnTo>
                      <a:pt x="16" y="61"/>
                    </a:lnTo>
                    <a:lnTo>
                      <a:pt x="20" y="53"/>
                    </a:lnTo>
                    <a:lnTo>
                      <a:pt x="26" y="40"/>
                    </a:lnTo>
                    <a:lnTo>
                      <a:pt x="34" y="23"/>
                    </a:lnTo>
                    <a:lnTo>
                      <a:pt x="45" y="0"/>
                    </a:lnTo>
                    <a:lnTo>
                      <a:pt x="53" y="4"/>
                    </a:lnTo>
                    <a:lnTo>
                      <a:pt x="59" y="8"/>
                    </a:lnTo>
                    <a:lnTo>
                      <a:pt x="63" y="11"/>
                    </a:lnTo>
                    <a:lnTo>
                      <a:pt x="68" y="15"/>
                    </a:lnTo>
                    <a:lnTo>
                      <a:pt x="74" y="19"/>
                    </a:lnTo>
                    <a:lnTo>
                      <a:pt x="83" y="25"/>
                    </a:lnTo>
                    <a:lnTo>
                      <a:pt x="94" y="34"/>
                    </a:lnTo>
                    <a:lnTo>
                      <a:pt x="111" y="46"/>
                    </a:lnTo>
                    <a:lnTo>
                      <a:pt x="115" y="55"/>
                    </a:lnTo>
                    <a:lnTo>
                      <a:pt x="117" y="60"/>
                    </a:lnTo>
                    <a:lnTo>
                      <a:pt x="120" y="65"/>
                    </a:lnTo>
                    <a:lnTo>
                      <a:pt x="122" y="71"/>
                    </a:lnTo>
                    <a:lnTo>
                      <a:pt x="125" y="79"/>
                    </a:lnTo>
                    <a:lnTo>
                      <a:pt x="129" y="89"/>
                    </a:lnTo>
                    <a:lnTo>
                      <a:pt x="135" y="105"/>
                    </a:lnTo>
                    <a:lnTo>
                      <a:pt x="142" y="126"/>
                    </a:lnTo>
                    <a:close/>
                  </a:path>
                </a:pathLst>
              </a:custGeom>
              <a:solidFill>
                <a:srgbClr val="8C94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29" name="Freeform 132">
                <a:extLst>
                  <a:ext uri="{FF2B5EF4-FFF2-40B4-BE49-F238E27FC236}">
                    <a16:creationId xmlns:a16="http://schemas.microsoft.com/office/drawing/2014/main" id="{CC983DE9-C2B7-4A7B-AEAD-521A875622A3}"/>
                  </a:ext>
                </a:extLst>
              </p:cNvPr>
              <p:cNvSpPr>
                <a:spLocks/>
              </p:cNvSpPr>
              <p:nvPr/>
            </p:nvSpPr>
            <p:spPr bwMode="auto">
              <a:xfrm>
                <a:off x="1131" y="3293"/>
                <a:ext cx="5" cy="9"/>
              </a:xfrm>
              <a:custGeom>
                <a:avLst/>
                <a:gdLst>
                  <a:gd name="T0" fmla="*/ 0 w 116"/>
                  <a:gd name="T1" fmla="*/ 0 h 172"/>
                  <a:gd name="T2" fmla="*/ 0 w 116"/>
                  <a:gd name="T3" fmla="*/ 0 h 172"/>
                  <a:gd name="T4" fmla="*/ 0 w 116"/>
                  <a:gd name="T5" fmla="*/ 0 h 172"/>
                  <a:gd name="T6" fmla="*/ 0 w 116"/>
                  <a:gd name="T7" fmla="*/ 0 h 172"/>
                  <a:gd name="T8" fmla="*/ 0 w 116"/>
                  <a:gd name="T9" fmla="*/ 0 h 172"/>
                  <a:gd name="T10" fmla="*/ 0 w 116"/>
                  <a:gd name="T11" fmla="*/ 0 h 172"/>
                  <a:gd name="T12" fmla="*/ 0 w 116"/>
                  <a:gd name="T13" fmla="*/ 0 h 172"/>
                  <a:gd name="T14" fmla="*/ 0 w 116"/>
                  <a:gd name="T15" fmla="*/ 0 h 172"/>
                  <a:gd name="T16" fmla="*/ 0 w 116"/>
                  <a:gd name="T17" fmla="*/ 0 h 172"/>
                  <a:gd name="T18" fmla="*/ 0 w 116"/>
                  <a:gd name="T19" fmla="*/ 0 h 172"/>
                  <a:gd name="T20" fmla="*/ 0 w 116"/>
                  <a:gd name="T21" fmla="*/ 0 h 172"/>
                  <a:gd name="T22" fmla="*/ 0 w 116"/>
                  <a:gd name="T23" fmla="*/ 0 h 172"/>
                  <a:gd name="T24" fmla="*/ 0 w 116"/>
                  <a:gd name="T25" fmla="*/ 0 h 172"/>
                  <a:gd name="T26" fmla="*/ 0 w 116"/>
                  <a:gd name="T27" fmla="*/ 0 h 172"/>
                  <a:gd name="T28" fmla="*/ 0 w 116"/>
                  <a:gd name="T29" fmla="*/ 0 h 172"/>
                  <a:gd name="T30" fmla="*/ 0 w 116"/>
                  <a:gd name="T31" fmla="*/ 0 h 172"/>
                  <a:gd name="T32" fmla="*/ 0 w 116"/>
                  <a:gd name="T33" fmla="*/ 0 h 172"/>
                  <a:gd name="T34" fmla="*/ 0 w 116"/>
                  <a:gd name="T35" fmla="*/ 0 h 172"/>
                  <a:gd name="T36" fmla="*/ 0 w 116"/>
                  <a:gd name="T37" fmla="*/ 0 h 172"/>
                  <a:gd name="T38" fmla="*/ 0 w 116"/>
                  <a:gd name="T39" fmla="*/ 0 h 172"/>
                  <a:gd name="T40" fmla="*/ 0 w 116"/>
                  <a:gd name="T41" fmla="*/ 0 h 172"/>
                  <a:gd name="T42" fmla="*/ 0 w 116"/>
                  <a:gd name="T43" fmla="*/ 0 h 172"/>
                  <a:gd name="T44" fmla="*/ 0 w 116"/>
                  <a:gd name="T45" fmla="*/ 0 h 172"/>
                  <a:gd name="T46" fmla="*/ 0 w 116"/>
                  <a:gd name="T47" fmla="*/ 0 h 172"/>
                  <a:gd name="T48" fmla="*/ 0 w 116"/>
                  <a:gd name="T49" fmla="*/ 0 h 172"/>
                  <a:gd name="T50" fmla="*/ 0 w 116"/>
                  <a:gd name="T51" fmla="*/ 0 h 172"/>
                  <a:gd name="T52" fmla="*/ 0 w 116"/>
                  <a:gd name="T53" fmla="*/ 0 h 172"/>
                  <a:gd name="T54" fmla="*/ 0 w 116"/>
                  <a:gd name="T55" fmla="*/ 0 h 172"/>
                  <a:gd name="T56" fmla="*/ 0 w 116"/>
                  <a:gd name="T57" fmla="*/ 0 h 172"/>
                  <a:gd name="T58" fmla="*/ 0 w 116"/>
                  <a:gd name="T59" fmla="*/ 0 h 172"/>
                  <a:gd name="T60" fmla="*/ 0 w 116"/>
                  <a:gd name="T61" fmla="*/ 0 h 172"/>
                  <a:gd name="T62" fmla="*/ 0 w 116"/>
                  <a:gd name="T63" fmla="*/ 0 h 172"/>
                  <a:gd name="T64" fmla="*/ 0 w 116"/>
                  <a:gd name="T65" fmla="*/ 0 h 172"/>
                  <a:gd name="T66" fmla="*/ 0 w 116"/>
                  <a:gd name="T67" fmla="*/ 0 h 172"/>
                  <a:gd name="T68" fmla="*/ 0 w 116"/>
                  <a:gd name="T69" fmla="*/ 0 h 172"/>
                  <a:gd name="T70" fmla="*/ 0 w 116"/>
                  <a:gd name="T71" fmla="*/ 0 h 172"/>
                  <a:gd name="T72" fmla="*/ 0 w 116"/>
                  <a:gd name="T73" fmla="*/ 0 h 172"/>
                  <a:gd name="T74" fmla="*/ 0 w 116"/>
                  <a:gd name="T75" fmla="*/ 0 h 172"/>
                  <a:gd name="T76" fmla="*/ 0 w 116"/>
                  <a:gd name="T77" fmla="*/ 0 h 172"/>
                  <a:gd name="T78" fmla="*/ 0 w 116"/>
                  <a:gd name="T79" fmla="*/ 0 h 172"/>
                  <a:gd name="T80" fmla="*/ 0 w 116"/>
                  <a:gd name="T81" fmla="*/ 0 h 1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6"/>
                  <a:gd name="T124" fmla="*/ 0 h 172"/>
                  <a:gd name="T125" fmla="*/ 116 w 116"/>
                  <a:gd name="T126" fmla="*/ 172 h 1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6" h="172">
                    <a:moveTo>
                      <a:pt x="116" y="136"/>
                    </a:moveTo>
                    <a:lnTo>
                      <a:pt x="107" y="139"/>
                    </a:lnTo>
                    <a:lnTo>
                      <a:pt x="101" y="141"/>
                    </a:lnTo>
                    <a:lnTo>
                      <a:pt x="95" y="144"/>
                    </a:lnTo>
                    <a:lnTo>
                      <a:pt x="88" y="146"/>
                    </a:lnTo>
                    <a:lnTo>
                      <a:pt x="80" y="150"/>
                    </a:lnTo>
                    <a:lnTo>
                      <a:pt x="69" y="155"/>
                    </a:lnTo>
                    <a:lnTo>
                      <a:pt x="54" y="162"/>
                    </a:lnTo>
                    <a:lnTo>
                      <a:pt x="32" y="172"/>
                    </a:lnTo>
                    <a:lnTo>
                      <a:pt x="29" y="163"/>
                    </a:lnTo>
                    <a:lnTo>
                      <a:pt x="26" y="156"/>
                    </a:lnTo>
                    <a:lnTo>
                      <a:pt x="24" y="151"/>
                    </a:lnTo>
                    <a:lnTo>
                      <a:pt x="22" y="144"/>
                    </a:lnTo>
                    <a:lnTo>
                      <a:pt x="19" y="136"/>
                    </a:lnTo>
                    <a:lnTo>
                      <a:pt x="15" y="126"/>
                    </a:lnTo>
                    <a:lnTo>
                      <a:pt x="8" y="112"/>
                    </a:lnTo>
                    <a:lnTo>
                      <a:pt x="0" y="93"/>
                    </a:lnTo>
                    <a:lnTo>
                      <a:pt x="5" y="82"/>
                    </a:lnTo>
                    <a:lnTo>
                      <a:pt x="8" y="74"/>
                    </a:lnTo>
                    <a:lnTo>
                      <a:pt x="11" y="67"/>
                    </a:lnTo>
                    <a:lnTo>
                      <a:pt x="14" y="60"/>
                    </a:lnTo>
                    <a:lnTo>
                      <a:pt x="18" y="51"/>
                    </a:lnTo>
                    <a:lnTo>
                      <a:pt x="23" y="39"/>
                    </a:lnTo>
                    <a:lnTo>
                      <a:pt x="31" y="22"/>
                    </a:lnTo>
                    <a:lnTo>
                      <a:pt x="40" y="0"/>
                    </a:lnTo>
                    <a:lnTo>
                      <a:pt x="46" y="5"/>
                    </a:lnTo>
                    <a:lnTo>
                      <a:pt x="50" y="9"/>
                    </a:lnTo>
                    <a:lnTo>
                      <a:pt x="53" y="14"/>
                    </a:lnTo>
                    <a:lnTo>
                      <a:pt x="56" y="18"/>
                    </a:lnTo>
                    <a:lnTo>
                      <a:pt x="60" y="23"/>
                    </a:lnTo>
                    <a:lnTo>
                      <a:pt x="65" y="30"/>
                    </a:lnTo>
                    <a:lnTo>
                      <a:pt x="73" y="41"/>
                    </a:lnTo>
                    <a:lnTo>
                      <a:pt x="83" y="56"/>
                    </a:lnTo>
                    <a:lnTo>
                      <a:pt x="87" y="64"/>
                    </a:lnTo>
                    <a:lnTo>
                      <a:pt x="89" y="69"/>
                    </a:lnTo>
                    <a:lnTo>
                      <a:pt x="92" y="75"/>
                    </a:lnTo>
                    <a:lnTo>
                      <a:pt x="95" y="81"/>
                    </a:lnTo>
                    <a:lnTo>
                      <a:pt x="98" y="88"/>
                    </a:lnTo>
                    <a:lnTo>
                      <a:pt x="102" y="99"/>
                    </a:lnTo>
                    <a:lnTo>
                      <a:pt x="108" y="115"/>
                    </a:lnTo>
                    <a:lnTo>
                      <a:pt x="116" y="136"/>
                    </a:lnTo>
                    <a:close/>
                  </a:path>
                </a:pathLst>
              </a:custGeom>
              <a:solidFill>
                <a:srgbClr val="A8B0B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0" name="Freeform 133">
                <a:extLst>
                  <a:ext uri="{FF2B5EF4-FFF2-40B4-BE49-F238E27FC236}">
                    <a16:creationId xmlns:a16="http://schemas.microsoft.com/office/drawing/2014/main" id="{5D4B062D-1C64-4EBE-A06C-78297B6EB2A8}"/>
                  </a:ext>
                </a:extLst>
              </p:cNvPr>
              <p:cNvSpPr>
                <a:spLocks/>
              </p:cNvSpPr>
              <p:nvPr/>
            </p:nvSpPr>
            <p:spPr bwMode="auto">
              <a:xfrm>
                <a:off x="1131" y="3293"/>
                <a:ext cx="4" cy="9"/>
              </a:xfrm>
              <a:custGeom>
                <a:avLst/>
                <a:gdLst>
                  <a:gd name="T0" fmla="*/ 0 w 88"/>
                  <a:gd name="T1" fmla="*/ 0 h 170"/>
                  <a:gd name="T2" fmla="*/ 0 w 88"/>
                  <a:gd name="T3" fmla="*/ 0 h 170"/>
                  <a:gd name="T4" fmla="*/ 0 w 88"/>
                  <a:gd name="T5" fmla="*/ 0 h 170"/>
                  <a:gd name="T6" fmla="*/ 0 w 88"/>
                  <a:gd name="T7" fmla="*/ 0 h 170"/>
                  <a:gd name="T8" fmla="*/ 0 w 88"/>
                  <a:gd name="T9" fmla="*/ 0 h 170"/>
                  <a:gd name="T10" fmla="*/ 0 w 88"/>
                  <a:gd name="T11" fmla="*/ 0 h 170"/>
                  <a:gd name="T12" fmla="*/ 0 w 88"/>
                  <a:gd name="T13" fmla="*/ 0 h 170"/>
                  <a:gd name="T14" fmla="*/ 0 w 88"/>
                  <a:gd name="T15" fmla="*/ 0 h 170"/>
                  <a:gd name="T16" fmla="*/ 0 w 88"/>
                  <a:gd name="T17" fmla="*/ 0 h 170"/>
                  <a:gd name="T18" fmla="*/ 0 w 88"/>
                  <a:gd name="T19" fmla="*/ 0 h 170"/>
                  <a:gd name="T20" fmla="*/ 0 w 88"/>
                  <a:gd name="T21" fmla="*/ 0 h 170"/>
                  <a:gd name="T22" fmla="*/ 0 w 88"/>
                  <a:gd name="T23" fmla="*/ 0 h 170"/>
                  <a:gd name="T24" fmla="*/ 0 w 88"/>
                  <a:gd name="T25" fmla="*/ 0 h 170"/>
                  <a:gd name="T26" fmla="*/ 0 w 88"/>
                  <a:gd name="T27" fmla="*/ 0 h 170"/>
                  <a:gd name="T28" fmla="*/ 0 w 88"/>
                  <a:gd name="T29" fmla="*/ 0 h 170"/>
                  <a:gd name="T30" fmla="*/ 0 w 88"/>
                  <a:gd name="T31" fmla="*/ 0 h 170"/>
                  <a:gd name="T32" fmla="*/ 0 w 88"/>
                  <a:gd name="T33" fmla="*/ 0 h 170"/>
                  <a:gd name="T34" fmla="*/ 0 w 88"/>
                  <a:gd name="T35" fmla="*/ 0 h 170"/>
                  <a:gd name="T36" fmla="*/ 0 w 88"/>
                  <a:gd name="T37" fmla="*/ 0 h 170"/>
                  <a:gd name="T38" fmla="*/ 0 w 88"/>
                  <a:gd name="T39" fmla="*/ 0 h 170"/>
                  <a:gd name="T40" fmla="*/ 0 w 88"/>
                  <a:gd name="T41" fmla="*/ 0 h 170"/>
                  <a:gd name="T42" fmla="*/ 0 w 88"/>
                  <a:gd name="T43" fmla="*/ 0 h 170"/>
                  <a:gd name="T44" fmla="*/ 0 w 88"/>
                  <a:gd name="T45" fmla="*/ 0 h 170"/>
                  <a:gd name="T46" fmla="*/ 0 w 88"/>
                  <a:gd name="T47" fmla="*/ 0 h 170"/>
                  <a:gd name="T48" fmla="*/ 0 w 88"/>
                  <a:gd name="T49" fmla="*/ 0 h 170"/>
                  <a:gd name="T50" fmla="*/ 0 w 88"/>
                  <a:gd name="T51" fmla="*/ 0 h 170"/>
                  <a:gd name="T52" fmla="*/ 0 w 88"/>
                  <a:gd name="T53" fmla="*/ 0 h 170"/>
                  <a:gd name="T54" fmla="*/ 0 w 88"/>
                  <a:gd name="T55" fmla="*/ 0 h 170"/>
                  <a:gd name="T56" fmla="*/ 0 w 88"/>
                  <a:gd name="T57" fmla="*/ 0 h 170"/>
                  <a:gd name="T58" fmla="*/ 0 w 88"/>
                  <a:gd name="T59" fmla="*/ 0 h 170"/>
                  <a:gd name="T60" fmla="*/ 0 w 88"/>
                  <a:gd name="T61" fmla="*/ 0 h 170"/>
                  <a:gd name="T62" fmla="*/ 0 w 88"/>
                  <a:gd name="T63" fmla="*/ 0 h 170"/>
                  <a:gd name="T64" fmla="*/ 0 w 88"/>
                  <a:gd name="T65" fmla="*/ 0 h 170"/>
                  <a:gd name="T66" fmla="*/ 0 w 88"/>
                  <a:gd name="T67" fmla="*/ 0 h 170"/>
                  <a:gd name="T68" fmla="*/ 0 w 88"/>
                  <a:gd name="T69" fmla="*/ 0 h 170"/>
                  <a:gd name="T70" fmla="*/ 0 w 88"/>
                  <a:gd name="T71" fmla="*/ 0 h 170"/>
                  <a:gd name="T72" fmla="*/ 0 w 88"/>
                  <a:gd name="T73" fmla="*/ 0 h 17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8"/>
                  <a:gd name="T112" fmla="*/ 0 h 170"/>
                  <a:gd name="T113" fmla="*/ 88 w 88"/>
                  <a:gd name="T114" fmla="*/ 170 h 17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8" h="170">
                    <a:moveTo>
                      <a:pt x="88" y="145"/>
                    </a:moveTo>
                    <a:lnTo>
                      <a:pt x="81" y="147"/>
                    </a:lnTo>
                    <a:lnTo>
                      <a:pt x="77" y="150"/>
                    </a:lnTo>
                    <a:lnTo>
                      <a:pt x="73" y="151"/>
                    </a:lnTo>
                    <a:lnTo>
                      <a:pt x="69" y="153"/>
                    </a:lnTo>
                    <a:lnTo>
                      <a:pt x="64" y="155"/>
                    </a:lnTo>
                    <a:lnTo>
                      <a:pt x="57" y="158"/>
                    </a:lnTo>
                    <a:lnTo>
                      <a:pt x="47" y="163"/>
                    </a:lnTo>
                    <a:lnTo>
                      <a:pt x="32" y="170"/>
                    </a:lnTo>
                    <a:lnTo>
                      <a:pt x="29" y="161"/>
                    </a:lnTo>
                    <a:lnTo>
                      <a:pt x="26" y="154"/>
                    </a:lnTo>
                    <a:lnTo>
                      <a:pt x="24" y="148"/>
                    </a:lnTo>
                    <a:lnTo>
                      <a:pt x="22" y="142"/>
                    </a:lnTo>
                    <a:lnTo>
                      <a:pt x="19" y="134"/>
                    </a:lnTo>
                    <a:lnTo>
                      <a:pt x="15" y="123"/>
                    </a:lnTo>
                    <a:lnTo>
                      <a:pt x="8" y="109"/>
                    </a:lnTo>
                    <a:lnTo>
                      <a:pt x="0" y="89"/>
                    </a:lnTo>
                    <a:lnTo>
                      <a:pt x="4" y="79"/>
                    </a:lnTo>
                    <a:lnTo>
                      <a:pt x="7" y="71"/>
                    </a:lnTo>
                    <a:lnTo>
                      <a:pt x="9" y="65"/>
                    </a:lnTo>
                    <a:lnTo>
                      <a:pt x="12" y="58"/>
                    </a:lnTo>
                    <a:lnTo>
                      <a:pt x="15" y="49"/>
                    </a:lnTo>
                    <a:lnTo>
                      <a:pt x="19" y="38"/>
                    </a:lnTo>
                    <a:lnTo>
                      <a:pt x="26" y="22"/>
                    </a:lnTo>
                    <a:lnTo>
                      <a:pt x="34" y="0"/>
                    </a:lnTo>
                    <a:lnTo>
                      <a:pt x="40" y="11"/>
                    </a:lnTo>
                    <a:lnTo>
                      <a:pt x="43" y="21"/>
                    </a:lnTo>
                    <a:lnTo>
                      <a:pt x="47" y="36"/>
                    </a:lnTo>
                    <a:lnTo>
                      <a:pt x="55" y="65"/>
                    </a:lnTo>
                    <a:lnTo>
                      <a:pt x="59" y="74"/>
                    </a:lnTo>
                    <a:lnTo>
                      <a:pt x="61" y="79"/>
                    </a:lnTo>
                    <a:lnTo>
                      <a:pt x="64" y="84"/>
                    </a:lnTo>
                    <a:lnTo>
                      <a:pt x="66" y="90"/>
                    </a:lnTo>
                    <a:lnTo>
                      <a:pt x="69" y="98"/>
                    </a:lnTo>
                    <a:lnTo>
                      <a:pt x="73" y="108"/>
                    </a:lnTo>
                    <a:lnTo>
                      <a:pt x="79" y="124"/>
                    </a:lnTo>
                    <a:lnTo>
                      <a:pt x="88" y="145"/>
                    </a:lnTo>
                    <a:close/>
                  </a:path>
                </a:pathLst>
              </a:custGeom>
              <a:solidFill>
                <a:srgbClr val="C4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1" name="Freeform 134">
                <a:extLst>
                  <a:ext uri="{FF2B5EF4-FFF2-40B4-BE49-F238E27FC236}">
                    <a16:creationId xmlns:a16="http://schemas.microsoft.com/office/drawing/2014/main" id="{82CF5D55-D8A5-44BB-8184-2B1E982DE222}"/>
                  </a:ext>
                </a:extLst>
              </p:cNvPr>
              <p:cNvSpPr>
                <a:spLocks/>
              </p:cNvSpPr>
              <p:nvPr/>
            </p:nvSpPr>
            <p:spPr bwMode="auto">
              <a:xfrm>
                <a:off x="1132" y="3293"/>
                <a:ext cx="2" cy="9"/>
              </a:xfrm>
              <a:custGeom>
                <a:avLst/>
                <a:gdLst>
                  <a:gd name="T0" fmla="*/ 0 w 59"/>
                  <a:gd name="T1" fmla="*/ 0 h 167"/>
                  <a:gd name="T2" fmla="*/ 0 w 59"/>
                  <a:gd name="T3" fmla="*/ 0 h 167"/>
                  <a:gd name="T4" fmla="*/ 0 w 59"/>
                  <a:gd name="T5" fmla="*/ 0 h 167"/>
                  <a:gd name="T6" fmla="*/ 0 w 59"/>
                  <a:gd name="T7" fmla="*/ 0 h 167"/>
                  <a:gd name="T8" fmla="*/ 0 w 59"/>
                  <a:gd name="T9" fmla="*/ 0 h 167"/>
                  <a:gd name="T10" fmla="*/ 0 w 59"/>
                  <a:gd name="T11" fmla="*/ 0 h 167"/>
                  <a:gd name="T12" fmla="*/ 0 60000 65536"/>
                  <a:gd name="T13" fmla="*/ 0 60000 65536"/>
                  <a:gd name="T14" fmla="*/ 0 60000 65536"/>
                  <a:gd name="T15" fmla="*/ 0 60000 65536"/>
                  <a:gd name="T16" fmla="*/ 0 60000 65536"/>
                  <a:gd name="T17" fmla="*/ 0 60000 65536"/>
                  <a:gd name="T18" fmla="*/ 0 w 59"/>
                  <a:gd name="T19" fmla="*/ 0 h 167"/>
                  <a:gd name="T20" fmla="*/ 59 w 59"/>
                  <a:gd name="T21" fmla="*/ 167 h 167"/>
                </a:gdLst>
                <a:ahLst/>
                <a:cxnLst>
                  <a:cxn ang="T12">
                    <a:pos x="T0" y="T1"/>
                  </a:cxn>
                  <a:cxn ang="T13">
                    <a:pos x="T2" y="T3"/>
                  </a:cxn>
                  <a:cxn ang="T14">
                    <a:pos x="T4" y="T5"/>
                  </a:cxn>
                  <a:cxn ang="T15">
                    <a:pos x="T6" y="T7"/>
                  </a:cxn>
                  <a:cxn ang="T16">
                    <a:pos x="T8" y="T9"/>
                  </a:cxn>
                  <a:cxn ang="T17">
                    <a:pos x="T10" y="T11"/>
                  </a:cxn>
                </a:cxnLst>
                <a:rect l="T18" t="T19" r="T20" b="T21"/>
                <a:pathLst>
                  <a:path w="59" h="167">
                    <a:moveTo>
                      <a:pt x="59" y="155"/>
                    </a:moveTo>
                    <a:lnTo>
                      <a:pt x="33" y="167"/>
                    </a:lnTo>
                    <a:lnTo>
                      <a:pt x="0" y="87"/>
                    </a:lnTo>
                    <a:lnTo>
                      <a:pt x="29" y="0"/>
                    </a:lnTo>
                    <a:lnTo>
                      <a:pt x="26" y="76"/>
                    </a:lnTo>
                    <a:lnTo>
                      <a:pt x="59" y="155"/>
                    </a:lnTo>
                    <a:close/>
                  </a:path>
                </a:pathLst>
              </a:custGeom>
              <a:solidFill>
                <a:srgbClr val="E0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2" name="Freeform 135">
                <a:extLst>
                  <a:ext uri="{FF2B5EF4-FFF2-40B4-BE49-F238E27FC236}">
                    <a16:creationId xmlns:a16="http://schemas.microsoft.com/office/drawing/2014/main" id="{616CAF94-A7E8-49C1-B147-6AF84F4F8B3B}"/>
                  </a:ext>
                </a:extLst>
              </p:cNvPr>
              <p:cNvSpPr>
                <a:spLocks/>
              </p:cNvSpPr>
              <p:nvPr/>
            </p:nvSpPr>
            <p:spPr bwMode="auto">
              <a:xfrm>
                <a:off x="1130" y="3294"/>
                <a:ext cx="8" cy="4"/>
              </a:xfrm>
              <a:custGeom>
                <a:avLst/>
                <a:gdLst>
                  <a:gd name="T0" fmla="*/ 0 w 172"/>
                  <a:gd name="T1" fmla="*/ 0 h 81"/>
                  <a:gd name="T2" fmla="*/ 0 w 172"/>
                  <a:gd name="T3" fmla="*/ 0 h 81"/>
                  <a:gd name="T4" fmla="*/ 0 w 172"/>
                  <a:gd name="T5" fmla="*/ 0 h 81"/>
                  <a:gd name="T6" fmla="*/ 0 w 172"/>
                  <a:gd name="T7" fmla="*/ 0 h 81"/>
                  <a:gd name="T8" fmla="*/ 0 w 172"/>
                  <a:gd name="T9" fmla="*/ 0 h 81"/>
                  <a:gd name="T10" fmla="*/ 0 w 172"/>
                  <a:gd name="T11" fmla="*/ 0 h 81"/>
                  <a:gd name="T12" fmla="*/ 0 60000 65536"/>
                  <a:gd name="T13" fmla="*/ 0 60000 65536"/>
                  <a:gd name="T14" fmla="*/ 0 60000 65536"/>
                  <a:gd name="T15" fmla="*/ 0 60000 65536"/>
                  <a:gd name="T16" fmla="*/ 0 60000 65536"/>
                  <a:gd name="T17" fmla="*/ 0 60000 65536"/>
                  <a:gd name="T18" fmla="*/ 0 w 172"/>
                  <a:gd name="T19" fmla="*/ 0 h 81"/>
                  <a:gd name="T20" fmla="*/ 172 w 172"/>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172" h="81">
                    <a:moveTo>
                      <a:pt x="170" y="4"/>
                    </a:moveTo>
                    <a:lnTo>
                      <a:pt x="168" y="0"/>
                    </a:lnTo>
                    <a:lnTo>
                      <a:pt x="0" y="73"/>
                    </a:lnTo>
                    <a:lnTo>
                      <a:pt x="4" y="81"/>
                    </a:lnTo>
                    <a:lnTo>
                      <a:pt x="172" y="8"/>
                    </a:lnTo>
                    <a:lnTo>
                      <a:pt x="170" y="4"/>
                    </a:lnTo>
                    <a:close/>
                  </a:path>
                </a:pathLst>
              </a:custGeom>
              <a:solidFill>
                <a:srgbClr val="EDF5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3" name="Freeform 136">
                <a:extLst>
                  <a:ext uri="{FF2B5EF4-FFF2-40B4-BE49-F238E27FC236}">
                    <a16:creationId xmlns:a16="http://schemas.microsoft.com/office/drawing/2014/main" id="{172FEB3A-03E8-47D7-88ED-5995E6CE48C1}"/>
                  </a:ext>
                </a:extLst>
              </p:cNvPr>
              <p:cNvSpPr>
                <a:spLocks/>
              </p:cNvSpPr>
              <p:nvPr/>
            </p:nvSpPr>
            <p:spPr bwMode="auto">
              <a:xfrm>
                <a:off x="1176" y="3432"/>
                <a:ext cx="10" cy="6"/>
              </a:xfrm>
              <a:custGeom>
                <a:avLst/>
                <a:gdLst>
                  <a:gd name="T0" fmla="*/ 0 w 216"/>
                  <a:gd name="T1" fmla="*/ 0 h 103"/>
                  <a:gd name="T2" fmla="*/ 0 w 216"/>
                  <a:gd name="T3" fmla="*/ 0 h 103"/>
                  <a:gd name="T4" fmla="*/ 0 w 216"/>
                  <a:gd name="T5" fmla="*/ 0 h 103"/>
                  <a:gd name="T6" fmla="*/ 0 w 216"/>
                  <a:gd name="T7" fmla="*/ 0 h 103"/>
                  <a:gd name="T8" fmla="*/ 0 w 216"/>
                  <a:gd name="T9" fmla="*/ 0 h 103"/>
                  <a:gd name="T10" fmla="*/ 0 60000 65536"/>
                  <a:gd name="T11" fmla="*/ 0 60000 65536"/>
                  <a:gd name="T12" fmla="*/ 0 60000 65536"/>
                  <a:gd name="T13" fmla="*/ 0 60000 65536"/>
                  <a:gd name="T14" fmla="*/ 0 60000 65536"/>
                  <a:gd name="T15" fmla="*/ 0 w 216"/>
                  <a:gd name="T16" fmla="*/ 0 h 103"/>
                  <a:gd name="T17" fmla="*/ 216 w 216"/>
                  <a:gd name="T18" fmla="*/ 103 h 103"/>
                </a:gdLst>
                <a:ahLst/>
                <a:cxnLst>
                  <a:cxn ang="T10">
                    <a:pos x="T0" y="T1"/>
                  </a:cxn>
                  <a:cxn ang="T11">
                    <a:pos x="T2" y="T3"/>
                  </a:cxn>
                  <a:cxn ang="T12">
                    <a:pos x="T4" y="T5"/>
                  </a:cxn>
                  <a:cxn ang="T13">
                    <a:pos x="T6" y="T7"/>
                  </a:cxn>
                  <a:cxn ang="T14">
                    <a:pos x="T8" y="T9"/>
                  </a:cxn>
                </a:cxnLst>
                <a:rect l="T15" t="T16" r="T17" b="T18"/>
                <a:pathLst>
                  <a:path w="216" h="103">
                    <a:moveTo>
                      <a:pt x="216" y="12"/>
                    </a:moveTo>
                    <a:lnTo>
                      <a:pt x="4" y="103"/>
                    </a:lnTo>
                    <a:lnTo>
                      <a:pt x="0" y="93"/>
                    </a:lnTo>
                    <a:lnTo>
                      <a:pt x="211" y="0"/>
                    </a:lnTo>
                    <a:lnTo>
                      <a:pt x="216" y="12"/>
                    </a:lnTo>
                    <a:close/>
                  </a:path>
                </a:pathLst>
              </a:custGeom>
              <a:solidFill>
                <a:srgbClr val="1119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4" name="Freeform 137">
                <a:extLst>
                  <a:ext uri="{FF2B5EF4-FFF2-40B4-BE49-F238E27FC236}">
                    <a16:creationId xmlns:a16="http://schemas.microsoft.com/office/drawing/2014/main" id="{1DE31F04-BE21-40C9-9A7D-FDDEBAB17556}"/>
                  </a:ext>
                </a:extLst>
              </p:cNvPr>
              <p:cNvSpPr>
                <a:spLocks/>
              </p:cNvSpPr>
              <p:nvPr/>
            </p:nvSpPr>
            <p:spPr bwMode="auto">
              <a:xfrm>
                <a:off x="1176" y="3433"/>
                <a:ext cx="11" cy="16"/>
              </a:xfrm>
              <a:custGeom>
                <a:avLst/>
                <a:gdLst>
                  <a:gd name="T0" fmla="*/ 0 w 250"/>
                  <a:gd name="T1" fmla="*/ 0 h 298"/>
                  <a:gd name="T2" fmla="*/ 0 w 250"/>
                  <a:gd name="T3" fmla="*/ 0 h 298"/>
                  <a:gd name="T4" fmla="*/ 0 w 250"/>
                  <a:gd name="T5" fmla="*/ 0 h 298"/>
                  <a:gd name="T6" fmla="*/ 0 w 250"/>
                  <a:gd name="T7" fmla="*/ 0 h 298"/>
                  <a:gd name="T8" fmla="*/ 0 w 250"/>
                  <a:gd name="T9" fmla="*/ 0 h 298"/>
                  <a:gd name="T10" fmla="*/ 0 w 250"/>
                  <a:gd name="T11" fmla="*/ 0 h 298"/>
                  <a:gd name="T12" fmla="*/ 0 w 250"/>
                  <a:gd name="T13" fmla="*/ 0 h 298"/>
                  <a:gd name="T14" fmla="*/ 0 w 250"/>
                  <a:gd name="T15" fmla="*/ 0 h 298"/>
                  <a:gd name="T16" fmla="*/ 0 w 250"/>
                  <a:gd name="T17" fmla="*/ 0 h 298"/>
                  <a:gd name="T18" fmla="*/ 0 w 250"/>
                  <a:gd name="T19" fmla="*/ 0 h 298"/>
                  <a:gd name="T20" fmla="*/ 0 w 250"/>
                  <a:gd name="T21" fmla="*/ 0 h 298"/>
                  <a:gd name="T22" fmla="*/ 0 w 250"/>
                  <a:gd name="T23" fmla="*/ 0 h 298"/>
                  <a:gd name="T24" fmla="*/ 0 w 250"/>
                  <a:gd name="T25" fmla="*/ 0 h 298"/>
                  <a:gd name="T26" fmla="*/ 0 w 250"/>
                  <a:gd name="T27" fmla="*/ 0 h 298"/>
                  <a:gd name="T28" fmla="*/ 0 w 250"/>
                  <a:gd name="T29" fmla="*/ 0 h 298"/>
                  <a:gd name="T30" fmla="*/ 0 w 250"/>
                  <a:gd name="T31" fmla="*/ 0 h 298"/>
                  <a:gd name="T32" fmla="*/ 0 w 250"/>
                  <a:gd name="T33" fmla="*/ 0 h 298"/>
                  <a:gd name="T34" fmla="*/ 0 w 250"/>
                  <a:gd name="T35" fmla="*/ 0 h 298"/>
                  <a:gd name="T36" fmla="*/ 0 w 250"/>
                  <a:gd name="T37" fmla="*/ 0 h 298"/>
                  <a:gd name="T38" fmla="*/ 0 w 250"/>
                  <a:gd name="T39" fmla="*/ 0 h 298"/>
                  <a:gd name="T40" fmla="*/ 0 w 250"/>
                  <a:gd name="T41" fmla="*/ 0 h 298"/>
                  <a:gd name="T42" fmla="*/ 0 w 250"/>
                  <a:gd name="T43" fmla="*/ 0 h 298"/>
                  <a:gd name="T44" fmla="*/ 0 w 250"/>
                  <a:gd name="T45" fmla="*/ 0 h 298"/>
                  <a:gd name="T46" fmla="*/ 0 w 250"/>
                  <a:gd name="T47" fmla="*/ 0 h 298"/>
                  <a:gd name="T48" fmla="*/ 0 w 250"/>
                  <a:gd name="T49" fmla="*/ 0 h 298"/>
                  <a:gd name="T50" fmla="*/ 0 w 250"/>
                  <a:gd name="T51" fmla="*/ 0 h 298"/>
                  <a:gd name="T52" fmla="*/ 0 w 250"/>
                  <a:gd name="T53" fmla="*/ 0 h 298"/>
                  <a:gd name="T54" fmla="*/ 0 w 250"/>
                  <a:gd name="T55" fmla="*/ 0 h 298"/>
                  <a:gd name="T56" fmla="*/ 0 w 250"/>
                  <a:gd name="T57" fmla="*/ 0 h 298"/>
                  <a:gd name="T58" fmla="*/ 0 w 250"/>
                  <a:gd name="T59" fmla="*/ 0 h 298"/>
                  <a:gd name="T60" fmla="*/ 0 w 250"/>
                  <a:gd name="T61" fmla="*/ 0 h 298"/>
                  <a:gd name="T62" fmla="*/ 0 w 250"/>
                  <a:gd name="T63" fmla="*/ 0 h 298"/>
                  <a:gd name="T64" fmla="*/ 0 w 250"/>
                  <a:gd name="T65" fmla="*/ 0 h 298"/>
                  <a:gd name="T66" fmla="*/ 0 w 250"/>
                  <a:gd name="T67" fmla="*/ 0 h 298"/>
                  <a:gd name="T68" fmla="*/ 0 w 250"/>
                  <a:gd name="T69" fmla="*/ 0 h 298"/>
                  <a:gd name="T70" fmla="*/ 0 w 250"/>
                  <a:gd name="T71" fmla="*/ 0 h 298"/>
                  <a:gd name="T72" fmla="*/ 0 w 250"/>
                  <a:gd name="T73" fmla="*/ 0 h 298"/>
                  <a:gd name="T74" fmla="*/ 0 w 250"/>
                  <a:gd name="T75" fmla="*/ 0 h 298"/>
                  <a:gd name="T76" fmla="*/ 0 w 250"/>
                  <a:gd name="T77" fmla="*/ 0 h 298"/>
                  <a:gd name="T78" fmla="*/ 0 w 250"/>
                  <a:gd name="T79" fmla="*/ 0 h 298"/>
                  <a:gd name="T80" fmla="*/ 0 w 250"/>
                  <a:gd name="T81" fmla="*/ 0 h 2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50"/>
                  <a:gd name="T124" fmla="*/ 0 h 298"/>
                  <a:gd name="T125" fmla="*/ 250 w 250"/>
                  <a:gd name="T126" fmla="*/ 298 h 2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50" h="298">
                    <a:moveTo>
                      <a:pt x="207" y="296"/>
                    </a:moveTo>
                    <a:lnTo>
                      <a:pt x="219" y="286"/>
                    </a:lnTo>
                    <a:lnTo>
                      <a:pt x="232" y="267"/>
                    </a:lnTo>
                    <a:lnTo>
                      <a:pt x="242" y="241"/>
                    </a:lnTo>
                    <a:lnTo>
                      <a:pt x="248" y="206"/>
                    </a:lnTo>
                    <a:lnTo>
                      <a:pt x="250" y="165"/>
                    </a:lnTo>
                    <a:lnTo>
                      <a:pt x="245" y="116"/>
                    </a:lnTo>
                    <a:lnTo>
                      <a:pt x="233" y="62"/>
                    </a:lnTo>
                    <a:lnTo>
                      <a:pt x="211" y="0"/>
                    </a:lnTo>
                    <a:lnTo>
                      <a:pt x="198" y="6"/>
                    </a:lnTo>
                    <a:lnTo>
                      <a:pt x="185" y="12"/>
                    </a:lnTo>
                    <a:lnTo>
                      <a:pt x="171" y="17"/>
                    </a:lnTo>
                    <a:lnTo>
                      <a:pt x="158" y="24"/>
                    </a:lnTo>
                    <a:lnTo>
                      <a:pt x="145" y="29"/>
                    </a:lnTo>
                    <a:lnTo>
                      <a:pt x="132" y="35"/>
                    </a:lnTo>
                    <a:lnTo>
                      <a:pt x="118" y="41"/>
                    </a:lnTo>
                    <a:lnTo>
                      <a:pt x="106" y="46"/>
                    </a:lnTo>
                    <a:lnTo>
                      <a:pt x="93" y="52"/>
                    </a:lnTo>
                    <a:lnTo>
                      <a:pt x="80" y="57"/>
                    </a:lnTo>
                    <a:lnTo>
                      <a:pt x="66" y="64"/>
                    </a:lnTo>
                    <a:lnTo>
                      <a:pt x="53" y="69"/>
                    </a:lnTo>
                    <a:lnTo>
                      <a:pt x="40" y="75"/>
                    </a:lnTo>
                    <a:lnTo>
                      <a:pt x="27" y="81"/>
                    </a:lnTo>
                    <a:lnTo>
                      <a:pt x="13" y="87"/>
                    </a:lnTo>
                    <a:lnTo>
                      <a:pt x="0" y="92"/>
                    </a:lnTo>
                    <a:lnTo>
                      <a:pt x="13" y="123"/>
                    </a:lnTo>
                    <a:lnTo>
                      <a:pt x="28" y="150"/>
                    </a:lnTo>
                    <a:lnTo>
                      <a:pt x="42" y="175"/>
                    </a:lnTo>
                    <a:lnTo>
                      <a:pt x="57" y="198"/>
                    </a:lnTo>
                    <a:lnTo>
                      <a:pt x="73" y="218"/>
                    </a:lnTo>
                    <a:lnTo>
                      <a:pt x="87" y="236"/>
                    </a:lnTo>
                    <a:lnTo>
                      <a:pt x="102" y="250"/>
                    </a:lnTo>
                    <a:lnTo>
                      <a:pt x="117" y="263"/>
                    </a:lnTo>
                    <a:lnTo>
                      <a:pt x="132" y="274"/>
                    </a:lnTo>
                    <a:lnTo>
                      <a:pt x="145" y="283"/>
                    </a:lnTo>
                    <a:lnTo>
                      <a:pt x="158" y="289"/>
                    </a:lnTo>
                    <a:lnTo>
                      <a:pt x="170" y="294"/>
                    </a:lnTo>
                    <a:lnTo>
                      <a:pt x="182" y="297"/>
                    </a:lnTo>
                    <a:lnTo>
                      <a:pt x="192" y="298"/>
                    </a:lnTo>
                    <a:lnTo>
                      <a:pt x="200" y="298"/>
                    </a:lnTo>
                    <a:lnTo>
                      <a:pt x="207" y="296"/>
                    </a:lnTo>
                    <a:close/>
                  </a:path>
                </a:pathLst>
              </a:custGeom>
              <a:solidFill>
                <a:srgbClr val="1119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5" name="Freeform 138">
                <a:extLst>
                  <a:ext uri="{FF2B5EF4-FFF2-40B4-BE49-F238E27FC236}">
                    <a16:creationId xmlns:a16="http://schemas.microsoft.com/office/drawing/2014/main" id="{7F29CAC6-871F-4C80-AC8C-13A1A3B563BE}"/>
                  </a:ext>
                </a:extLst>
              </p:cNvPr>
              <p:cNvSpPr>
                <a:spLocks/>
              </p:cNvSpPr>
              <p:nvPr/>
            </p:nvSpPr>
            <p:spPr bwMode="auto">
              <a:xfrm>
                <a:off x="1176" y="3433"/>
                <a:ext cx="10" cy="16"/>
              </a:xfrm>
              <a:custGeom>
                <a:avLst/>
                <a:gdLst>
                  <a:gd name="T0" fmla="*/ 0 w 226"/>
                  <a:gd name="T1" fmla="*/ 0 h 287"/>
                  <a:gd name="T2" fmla="*/ 0 w 226"/>
                  <a:gd name="T3" fmla="*/ 0 h 287"/>
                  <a:gd name="T4" fmla="*/ 0 w 226"/>
                  <a:gd name="T5" fmla="*/ 0 h 287"/>
                  <a:gd name="T6" fmla="*/ 0 w 226"/>
                  <a:gd name="T7" fmla="*/ 0 h 287"/>
                  <a:gd name="T8" fmla="*/ 0 w 226"/>
                  <a:gd name="T9" fmla="*/ 0 h 287"/>
                  <a:gd name="T10" fmla="*/ 0 w 226"/>
                  <a:gd name="T11" fmla="*/ 0 h 287"/>
                  <a:gd name="T12" fmla="*/ 0 w 226"/>
                  <a:gd name="T13" fmla="*/ 0 h 287"/>
                  <a:gd name="T14" fmla="*/ 0 w 226"/>
                  <a:gd name="T15" fmla="*/ 0 h 287"/>
                  <a:gd name="T16" fmla="*/ 0 w 226"/>
                  <a:gd name="T17" fmla="*/ 0 h 287"/>
                  <a:gd name="T18" fmla="*/ 0 w 226"/>
                  <a:gd name="T19" fmla="*/ 0 h 287"/>
                  <a:gd name="T20" fmla="*/ 0 w 226"/>
                  <a:gd name="T21" fmla="*/ 0 h 287"/>
                  <a:gd name="T22" fmla="*/ 0 w 226"/>
                  <a:gd name="T23" fmla="*/ 0 h 287"/>
                  <a:gd name="T24" fmla="*/ 0 w 226"/>
                  <a:gd name="T25" fmla="*/ 0 h 287"/>
                  <a:gd name="T26" fmla="*/ 0 w 226"/>
                  <a:gd name="T27" fmla="*/ 0 h 287"/>
                  <a:gd name="T28" fmla="*/ 0 w 226"/>
                  <a:gd name="T29" fmla="*/ 0 h 287"/>
                  <a:gd name="T30" fmla="*/ 0 w 226"/>
                  <a:gd name="T31" fmla="*/ 0 h 287"/>
                  <a:gd name="T32" fmla="*/ 0 w 226"/>
                  <a:gd name="T33" fmla="*/ 0 h 287"/>
                  <a:gd name="T34" fmla="*/ 0 w 226"/>
                  <a:gd name="T35" fmla="*/ 0 h 287"/>
                  <a:gd name="T36" fmla="*/ 0 w 226"/>
                  <a:gd name="T37" fmla="*/ 0 h 287"/>
                  <a:gd name="T38" fmla="*/ 0 w 226"/>
                  <a:gd name="T39" fmla="*/ 0 h 287"/>
                  <a:gd name="T40" fmla="*/ 0 w 226"/>
                  <a:gd name="T41" fmla="*/ 0 h 287"/>
                  <a:gd name="T42" fmla="*/ 0 w 226"/>
                  <a:gd name="T43" fmla="*/ 0 h 287"/>
                  <a:gd name="T44" fmla="*/ 0 w 226"/>
                  <a:gd name="T45" fmla="*/ 0 h 287"/>
                  <a:gd name="T46" fmla="*/ 0 w 226"/>
                  <a:gd name="T47" fmla="*/ 0 h 287"/>
                  <a:gd name="T48" fmla="*/ 0 w 226"/>
                  <a:gd name="T49" fmla="*/ 0 h 287"/>
                  <a:gd name="T50" fmla="*/ 0 w 226"/>
                  <a:gd name="T51" fmla="*/ 0 h 287"/>
                  <a:gd name="T52" fmla="*/ 0 w 226"/>
                  <a:gd name="T53" fmla="*/ 0 h 287"/>
                  <a:gd name="T54" fmla="*/ 0 w 226"/>
                  <a:gd name="T55" fmla="*/ 0 h 287"/>
                  <a:gd name="T56" fmla="*/ 0 w 226"/>
                  <a:gd name="T57" fmla="*/ 0 h 287"/>
                  <a:gd name="T58" fmla="*/ 0 w 226"/>
                  <a:gd name="T59" fmla="*/ 0 h 287"/>
                  <a:gd name="T60" fmla="*/ 0 w 226"/>
                  <a:gd name="T61" fmla="*/ 0 h 287"/>
                  <a:gd name="T62" fmla="*/ 0 w 226"/>
                  <a:gd name="T63" fmla="*/ 0 h 287"/>
                  <a:gd name="T64" fmla="*/ 0 w 226"/>
                  <a:gd name="T65" fmla="*/ 0 h 287"/>
                  <a:gd name="T66" fmla="*/ 0 w 226"/>
                  <a:gd name="T67" fmla="*/ 0 h 287"/>
                  <a:gd name="T68" fmla="*/ 0 w 226"/>
                  <a:gd name="T69" fmla="*/ 0 h 287"/>
                  <a:gd name="T70" fmla="*/ 0 w 226"/>
                  <a:gd name="T71" fmla="*/ 0 h 287"/>
                  <a:gd name="T72" fmla="*/ 0 w 226"/>
                  <a:gd name="T73" fmla="*/ 0 h 287"/>
                  <a:gd name="T74" fmla="*/ 0 w 226"/>
                  <a:gd name="T75" fmla="*/ 0 h 287"/>
                  <a:gd name="T76" fmla="*/ 0 w 226"/>
                  <a:gd name="T77" fmla="*/ 0 h 287"/>
                  <a:gd name="T78" fmla="*/ 0 w 226"/>
                  <a:gd name="T79" fmla="*/ 0 h 287"/>
                  <a:gd name="T80" fmla="*/ 0 w 226"/>
                  <a:gd name="T81" fmla="*/ 0 h 2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26"/>
                  <a:gd name="T124" fmla="*/ 0 h 287"/>
                  <a:gd name="T125" fmla="*/ 226 w 226"/>
                  <a:gd name="T126" fmla="*/ 287 h 2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26" h="287">
                    <a:moveTo>
                      <a:pt x="199" y="285"/>
                    </a:moveTo>
                    <a:lnTo>
                      <a:pt x="209" y="276"/>
                    </a:lnTo>
                    <a:lnTo>
                      <a:pt x="217" y="259"/>
                    </a:lnTo>
                    <a:lnTo>
                      <a:pt x="224" y="234"/>
                    </a:lnTo>
                    <a:lnTo>
                      <a:pt x="226" y="202"/>
                    </a:lnTo>
                    <a:lnTo>
                      <a:pt x="223" y="162"/>
                    </a:lnTo>
                    <a:lnTo>
                      <a:pt x="214" y="115"/>
                    </a:lnTo>
                    <a:lnTo>
                      <a:pt x="200" y="61"/>
                    </a:lnTo>
                    <a:lnTo>
                      <a:pt x="178" y="0"/>
                    </a:lnTo>
                    <a:lnTo>
                      <a:pt x="166" y="5"/>
                    </a:lnTo>
                    <a:lnTo>
                      <a:pt x="155" y="10"/>
                    </a:lnTo>
                    <a:lnTo>
                      <a:pt x="144" y="15"/>
                    </a:lnTo>
                    <a:lnTo>
                      <a:pt x="134" y="20"/>
                    </a:lnTo>
                    <a:lnTo>
                      <a:pt x="123" y="24"/>
                    </a:lnTo>
                    <a:lnTo>
                      <a:pt x="111" y="30"/>
                    </a:lnTo>
                    <a:lnTo>
                      <a:pt x="100" y="34"/>
                    </a:lnTo>
                    <a:lnTo>
                      <a:pt x="89" y="39"/>
                    </a:lnTo>
                    <a:lnTo>
                      <a:pt x="78" y="44"/>
                    </a:lnTo>
                    <a:lnTo>
                      <a:pt x="67" y="49"/>
                    </a:lnTo>
                    <a:lnTo>
                      <a:pt x="55" y="54"/>
                    </a:lnTo>
                    <a:lnTo>
                      <a:pt x="45" y="58"/>
                    </a:lnTo>
                    <a:lnTo>
                      <a:pt x="34" y="63"/>
                    </a:lnTo>
                    <a:lnTo>
                      <a:pt x="23" y="69"/>
                    </a:lnTo>
                    <a:lnTo>
                      <a:pt x="11" y="73"/>
                    </a:lnTo>
                    <a:lnTo>
                      <a:pt x="0" y="78"/>
                    </a:lnTo>
                    <a:lnTo>
                      <a:pt x="13" y="109"/>
                    </a:lnTo>
                    <a:lnTo>
                      <a:pt x="28" y="136"/>
                    </a:lnTo>
                    <a:lnTo>
                      <a:pt x="42" y="161"/>
                    </a:lnTo>
                    <a:lnTo>
                      <a:pt x="56" y="184"/>
                    </a:lnTo>
                    <a:lnTo>
                      <a:pt x="72" y="204"/>
                    </a:lnTo>
                    <a:lnTo>
                      <a:pt x="86" y="221"/>
                    </a:lnTo>
                    <a:lnTo>
                      <a:pt x="101" y="236"/>
                    </a:lnTo>
                    <a:lnTo>
                      <a:pt x="115" y="250"/>
                    </a:lnTo>
                    <a:lnTo>
                      <a:pt x="129" y="260"/>
                    </a:lnTo>
                    <a:lnTo>
                      <a:pt x="142" y="270"/>
                    </a:lnTo>
                    <a:lnTo>
                      <a:pt x="155" y="276"/>
                    </a:lnTo>
                    <a:lnTo>
                      <a:pt x="166" y="282"/>
                    </a:lnTo>
                    <a:lnTo>
                      <a:pt x="177" y="285"/>
                    </a:lnTo>
                    <a:lnTo>
                      <a:pt x="186" y="287"/>
                    </a:lnTo>
                    <a:lnTo>
                      <a:pt x="193" y="287"/>
                    </a:lnTo>
                    <a:lnTo>
                      <a:pt x="199" y="285"/>
                    </a:lnTo>
                    <a:close/>
                  </a:path>
                </a:pathLst>
              </a:custGeom>
              <a:solidFill>
                <a:srgbClr val="2B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6" name="Freeform 139">
                <a:extLst>
                  <a:ext uri="{FF2B5EF4-FFF2-40B4-BE49-F238E27FC236}">
                    <a16:creationId xmlns:a16="http://schemas.microsoft.com/office/drawing/2014/main" id="{2FFE31CC-99FF-4962-9369-53CE4988521A}"/>
                  </a:ext>
                </a:extLst>
              </p:cNvPr>
              <p:cNvSpPr>
                <a:spLocks/>
              </p:cNvSpPr>
              <p:nvPr/>
            </p:nvSpPr>
            <p:spPr bwMode="auto">
              <a:xfrm>
                <a:off x="1177" y="3434"/>
                <a:ext cx="9" cy="15"/>
              </a:xfrm>
              <a:custGeom>
                <a:avLst/>
                <a:gdLst>
                  <a:gd name="T0" fmla="*/ 0 w 202"/>
                  <a:gd name="T1" fmla="*/ 0 h 274"/>
                  <a:gd name="T2" fmla="*/ 0 w 202"/>
                  <a:gd name="T3" fmla="*/ 0 h 274"/>
                  <a:gd name="T4" fmla="*/ 0 w 202"/>
                  <a:gd name="T5" fmla="*/ 0 h 274"/>
                  <a:gd name="T6" fmla="*/ 0 w 202"/>
                  <a:gd name="T7" fmla="*/ 0 h 274"/>
                  <a:gd name="T8" fmla="*/ 0 w 202"/>
                  <a:gd name="T9" fmla="*/ 0 h 274"/>
                  <a:gd name="T10" fmla="*/ 0 w 202"/>
                  <a:gd name="T11" fmla="*/ 0 h 274"/>
                  <a:gd name="T12" fmla="*/ 0 w 202"/>
                  <a:gd name="T13" fmla="*/ 0 h 274"/>
                  <a:gd name="T14" fmla="*/ 0 w 202"/>
                  <a:gd name="T15" fmla="*/ 0 h 274"/>
                  <a:gd name="T16" fmla="*/ 0 w 202"/>
                  <a:gd name="T17" fmla="*/ 0 h 274"/>
                  <a:gd name="T18" fmla="*/ 0 w 202"/>
                  <a:gd name="T19" fmla="*/ 0 h 274"/>
                  <a:gd name="T20" fmla="*/ 0 w 202"/>
                  <a:gd name="T21" fmla="*/ 0 h 274"/>
                  <a:gd name="T22" fmla="*/ 0 w 202"/>
                  <a:gd name="T23" fmla="*/ 0 h 274"/>
                  <a:gd name="T24" fmla="*/ 0 w 202"/>
                  <a:gd name="T25" fmla="*/ 0 h 274"/>
                  <a:gd name="T26" fmla="*/ 0 w 202"/>
                  <a:gd name="T27" fmla="*/ 0 h 274"/>
                  <a:gd name="T28" fmla="*/ 0 w 202"/>
                  <a:gd name="T29" fmla="*/ 0 h 274"/>
                  <a:gd name="T30" fmla="*/ 0 w 202"/>
                  <a:gd name="T31" fmla="*/ 0 h 274"/>
                  <a:gd name="T32" fmla="*/ 0 w 202"/>
                  <a:gd name="T33" fmla="*/ 0 h 274"/>
                  <a:gd name="T34" fmla="*/ 0 w 202"/>
                  <a:gd name="T35" fmla="*/ 0 h 274"/>
                  <a:gd name="T36" fmla="*/ 0 w 202"/>
                  <a:gd name="T37" fmla="*/ 0 h 274"/>
                  <a:gd name="T38" fmla="*/ 0 w 202"/>
                  <a:gd name="T39" fmla="*/ 0 h 274"/>
                  <a:gd name="T40" fmla="*/ 0 w 202"/>
                  <a:gd name="T41" fmla="*/ 0 h 274"/>
                  <a:gd name="T42" fmla="*/ 0 w 202"/>
                  <a:gd name="T43" fmla="*/ 0 h 274"/>
                  <a:gd name="T44" fmla="*/ 0 w 202"/>
                  <a:gd name="T45" fmla="*/ 0 h 274"/>
                  <a:gd name="T46" fmla="*/ 0 w 202"/>
                  <a:gd name="T47" fmla="*/ 0 h 274"/>
                  <a:gd name="T48" fmla="*/ 0 w 202"/>
                  <a:gd name="T49" fmla="*/ 0 h 274"/>
                  <a:gd name="T50" fmla="*/ 0 w 202"/>
                  <a:gd name="T51" fmla="*/ 0 h 274"/>
                  <a:gd name="T52" fmla="*/ 0 w 202"/>
                  <a:gd name="T53" fmla="*/ 0 h 274"/>
                  <a:gd name="T54" fmla="*/ 0 w 202"/>
                  <a:gd name="T55" fmla="*/ 0 h 274"/>
                  <a:gd name="T56" fmla="*/ 0 w 202"/>
                  <a:gd name="T57" fmla="*/ 0 h 274"/>
                  <a:gd name="T58" fmla="*/ 0 w 202"/>
                  <a:gd name="T59" fmla="*/ 0 h 274"/>
                  <a:gd name="T60" fmla="*/ 0 w 202"/>
                  <a:gd name="T61" fmla="*/ 0 h 274"/>
                  <a:gd name="T62" fmla="*/ 0 w 202"/>
                  <a:gd name="T63" fmla="*/ 0 h 274"/>
                  <a:gd name="T64" fmla="*/ 0 w 202"/>
                  <a:gd name="T65" fmla="*/ 0 h 2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2"/>
                  <a:gd name="T100" fmla="*/ 0 h 274"/>
                  <a:gd name="T101" fmla="*/ 202 w 202"/>
                  <a:gd name="T102" fmla="*/ 274 h 2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2" h="274">
                    <a:moveTo>
                      <a:pt x="189" y="273"/>
                    </a:moveTo>
                    <a:lnTo>
                      <a:pt x="196" y="265"/>
                    </a:lnTo>
                    <a:lnTo>
                      <a:pt x="201" y="251"/>
                    </a:lnTo>
                    <a:lnTo>
                      <a:pt x="202" y="227"/>
                    </a:lnTo>
                    <a:lnTo>
                      <a:pt x="200" y="197"/>
                    </a:lnTo>
                    <a:lnTo>
                      <a:pt x="193" y="159"/>
                    </a:lnTo>
                    <a:lnTo>
                      <a:pt x="182" y="114"/>
                    </a:lnTo>
                    <a:lnTo>
                      <a:pt x="165" y="60"/>
                    </a:lnTo>
                    <a:lnTo>
                      <a:pt x="142" y="0"/>
                    </a:lnTo>
                    <a:lnTo>
                      <a:pt x="125" y="7"/>
                    </a:lnTo>
                    <a:lnTo>
                      <a:pt x="107" y="14"/>
                    </a:lnTo>
                    <a:lnTo>
                      <a:pt x="89" y="23"/>
                    </a:lnTo>
                    <a:lnTo>
                      <a:pt x="72" y="30"/>
                    </a:lnTo>
                    <a:lnTo>
                      <a:pt x="53" y="39"/>
                    </a:lnTo>
                    <a:lnTo>
                      <a:pt x="36" y="46"/>
                    </a:lnTo>
                    <a:lnTo>
                      <a:pt x="18" y="54"/>
                    </a:lnTo>
                    <a:lnTo>
                      <a:pt x="0" y="62"/>
                    </a:lnTo>
                    <a:lnTo>
                      <a:pt x="14" y="92"/>
                    </a:lnTo>
                    <a:lnTo>
                      <a:pt x="28" y="120"/>
                    </a:lnTo>
                    <a:lnTo>
                      <a:pt x="41" y="145"/>
                    </a:lnTo>
                    <a:lnTo>
                      <a:pt x="57" y="168"/>
                    </a:lnTo>
                    <a:lnTo>
                      <a:pt x="71" y="188"/>
                    </a:lnTo>
                    <a:lnTo>
                      <a:pt x="85" y="206"/>
                    </a:lnTo>
                    <a:lnTo>
                      <a:pt x="98" y="221"/>
                    </a:lnTo>
                    <a:lnTo>
                      <a:pt x="113" y="235"/>
                    </a:lnTo>
                    <a:lnTo>
                      <a:pt x="126" y="246"/>
                    </a:lnTo>
                    <a:lnTo>
                      <a:pt x="138" y="256"/>
                    </a:lnTo>
                    <a:lnTo>
                      <a:pt x="149" y="262"/>
                    </a:lnTo>
                    <a:lnTo>
                      <a:pt x="160" y="268"/>
                    </a:lnTo>
                    <a:lnTo>
                      <a:pt x="170" y="272"/>
                    </a:lnTo>
                    <a:lnTo>
                      <a:pt x="178" y="274"/>
                    </a:lnTo>
                    <a:lnTo>
                      <a:pt x="184" y="274"/>
                    </a:lnTo>
                    <a:lnTo>
                      <a:pt x="189" y="273"/>
                    </a:lnTo>
                    <a:close/>
                  </a:path>
                </a:pathLst>
              </a:custGeom>
              <a:solidFill>
                <a:srgbClr val="474F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7" name="Freeform 140">
                <a:extLst>
                  <a:ext uri="{FF2B5EF4-FFF2-40B4-BE49-F238E27FC236}">
                    <a16:creationId xmlns:a16="http://schemas.microsoft.com/office/drawing/2014/main" id="{B06BAEFD-63A2-4859-B29E-EA4343207592}"/>
                  </a:ext>
                </a:extLst>
              </p:cNvPr>
              <p:cNvSpPr>
                <a:spLocks/>
              </p:cNvSpPr>
              <p:nvPr/>
            </p:nvSpPr>
            <p:spPr bwMode="auto">
              <a:xfrm>
                <a:off x="1177" y="3435"/>
                <a:ext cx="9" cy="14"/>
              </a:xfrm>
              <a:custGeom>
                <a:avLst/>
                <a:gdLst>
                  <a:gd name="T0" fmla="*/ 0 w 186"/>
                  <a:gd name="T1" fmla="*/ 0 h 264"/>
                  <a:gd name="T2" fmla="*/ 0 w 186"/>
                  <a:gd name="T3" fmla="*/ 0 h 264"/>
                  <a:gd name="T4" fmla="*/ 0 w 186"/>
                  <a:gd name="T5" fmla="*/ 0 h 264"/>
                  <a:gd name="T6" fmla="*/ 0 w 186"/>
                  <a:gd name="T7" fmla="*/ 0 h 264"/>
                  <a:gd name="T8" fmla="*/ 0 w 186"/>
                  <a:gd name="T9" fmla="*/ 0 h 264"/>
                  <a:gd name="T10" fmla="*/ 0 w 186"/>
                  <a:gd name="T11" fmla="*/ 0 h 264"/>
                  <a:gd name="T12" fmla="*/ 0 w 186"/>
                  <a:gd name="T13" fmla="*/ 0 h 264"/>
                  <a:gd name="T14" fmla="*/ 0 w 186"/>
                  <a:gd name="T15" fmla="*/ 0 h 264"/>
                  <a:gd name="T16" fmla="*/ 0 w 186"/>
                  <a:gd name="T17" fmla="*/ 0 h 264"/>
                  <a:gd name="T18" fmla="*/ 0 w 186"/>
                  <a:gd name="T19" fmla="*/ 0 h 264"/>
                  <a:gd name="T20" fmla="*/ 0 w 186"/>
                  <a:gd name="T21" fmla="*/ 0 h 264"/>
                  <a:gd name="T22" fmla="*/ 0 w 186"/>
                  <a:gd name="T23" fmla="*/ 0 h 264"/>
                  <a:gd name="T24" fmla="*/ 0 w 186"/>
                  <a:gd name="T25" fmla="*/ 0 h 264"/>
                  <a:gd name="T26" fmla="*/ 0 w 186"/>
                  <a:gd name="T27" fmla="*/ 0 h 264"/>
                  <a:gd name="T28" fmla="*/ 0 w 186"/>
                  <a:gd name="T29" fmla="*/ 0 h 264"/>
                  <a:gd name="T30" fmla="*/ 0 w 186"/>
                  <a:gd name="T31" fmla="*/ 0 h 264"/>
                  <a:gd name="T32" fmla="*/ 0 w 186"/>
                  <a:gd name="T33" fmla="*/ 0 h 264"/>
                  <a:gd name="T34" fmla="*/ 0 w 186"/>
                  <a:gd name="T35" fmla="*/ 0 h 264"/>
                  <a:gd name="T36" fmla="*/ 0 w 186"/>
                  <a:gd name="T37" fmla="*/ 0 h 264"/>
                  <a:gd name="T38" fmla="*/ 0 w 186"/>
                  <a:gd name="T39" fmla="*/ 0 h 264"/>
                  <a:gd name="T40" fmla="*/ 0 w 186"/>
                  <a:gd name="T41" fmla="*/ 0 h 264"/>
                  <a:gd name="T42" fmla="*/ 0 w 186"/>
                  <a:gd name="T43" fmla="*/ 0 h 264"/>
                  <a:gd name="T44" fmla="*/ 0 w 186"/>
                  <a:gd name="T45" fmla="*/ 0 h 264"/>
                  <a:gd name="T46" fmla="*/ 0 w 186"/>
                  <a:gd name="T47" fmla="*/ 0 h 264"/>
                  <a:gd name="T48" fmla="*/ 0 w 186"/>
                  <a:gd name="T49" fmla="*/ 0 h 264"/>
                  <a:gd name="T50" fmla="*/ 0 w 186"/>
                  <a:gd name="T51" fmla="*/ 0 h 264"/>
                  <a:gd name="T52" fmla="*/ 0 w 186"/>
                  <a:gd name="T53" fmla="*/ 0 h 264"/>
                  <a:gd name="T54" fmla="*/ 0 w 186"/>
                  <a:gd name="T55" fmla="*/ 0 h 264"/>
                  <a:gd name="T56" fmla="*/ 0 w 186"/>
                  <a:gd name="T57" fmla="*/ 0 h 264"/>
                  <a:gd name="T58" fmla="*/ 0 w 186"/>
                  <a:gd name="T59" fmla="*/ 0 h 264"/>
                  <a:gd name="T60" fmla="*/ 0 w 186"/>
                  <a:gd name="T61" fmla="*/ 0 h 264"/>
                  <a:gd name="T62" fmla="*/ 0 w 186"/>
                  <a:gd name="T63" fmla="*/ 0 h 264"/>
                  <a:gd name="T64" fmla="*/ 0 w 186"/>
                  <a:gd name="T65" fmla="*/ 0 h 2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6"/>
                  <a:gd name="T100" fmla="*/ 0 h 264"/>
                  <a:gd name="T101" fmla="*/ 186 w 186"/>
                  <a:gd name="T102" fmla="*/ 264 h 26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6" h="264">
                    <a:moveTo>
                      <a:pt x="180" y="263"/>
                    </a:moveTo>
                    <a:lnTo>
                      <a:pt x="185" y="256"/>
                    </a:lnTo>
                    <a:lnTo>
                      <a:pt x="186" y="243"/>
                    </a:lnTo>
                    <a:lnTo>
                      <a:pt x="183" y="222"/>
                    </a:lnTo>
                    <a:lnTo>
                      <a:pt x="177" y="193"/>
                    </a:lnTo>
                    <a:lnTo>
                      <a:pt x="166" y="157"/>
                    </a:lnTo>
                    <a:lnTo>
                      <a:pt x="151" y="113"/>
                    </a:lnTo>
                    <a:lnTo>
                      <a:pt x="131" y="60"/>
                    </a:lnTo>
                    <a:lnTo>
                      <a:pt x="108" y="0"/>
                    </a:lnTo>
                    <a:lnTo>
                      <a:pt x="94" y="7"/>
                    </a:lnTo>
                    <a:lnTo>
                      <a:pt x="80" y="13"/>
                    </a:lnTo>
                    <a:lnTo>
                      <a:pt x="67" y="18"/>
                    </a:lnTo>
                    <a:lnTo>
                      <a:pt x="54" y="24"/>
                    </a:lnTo>
                    <a:lnTo>
                      <a:pt x="40" y="30"/>
                    </a:lnTo>
                    <a:lnTo>
                      <a:pt x="27" y="36"/>
                    </a:lnTo>
                    <a:lnTo>
                      <a:pt x="13" y="41"/>
                    </a:lnTo>
                    <a:lnTo>
                      <a:pt x="0" y="48"/>
                    </a:lnTo>
                    <a:lnTo>
                      <a:pt x="13" y="78"/>
                    </a:lnTo>
                    <a:lnTo>
                      <a:pt x="26" y="106"/>
                    </a:lnTo>
                    <a:lnTo>
                      <a:pt x="40" y="131"/>
                    </a:lnTo>
                    <a:lnTo>
                      <a:pt x="55" y="154"/>
                    </a:lnTo>
                    <a:lnTo>
                      <a:pt x="69" y="174"/>
                    </a:lnTo>
                    <a:lnTo>
                      <a:pt x="83" y="192"/>
                    </a:lnTo>
                    <a:lnTo>
                      <a:pt x="96" y="208"/>
                    </a:lnTo>
                    <a:lnTo>
                      <a:pt x="110" y="222"/>
                    </a:lnTo>
                    <a:lnTo>
                      <a:pt x="122" y="233"/>
                    </a:lnTo>
                    <a:lnTo>
                      <a:pt x="134" y="243"/>
                    </a:lnTo>
                    <a:lnTo>
                      <a:pt x="145" y="250"/>
                    </a:lnTo>
                    <a:lnTo>
                      <a:pt x="155" y="256"/>
                    </a:lnTo>
                    <a:lnTo>
                      <a:pt x="164" y="261"/>
                    </a:lnTo>
                    <a:lnTo>
                      <a:pt x="171" y="263"/>
                    </a:lnTo>
                    <a:lnTo>
                      <a:pt x="176" y="264"/>
                    </a:lnTo>
                    <a:lnTo>
                      <a:pt x="180" y="263"/>
                    </a:lnTo>
                    <a:close/>
                  </a:path>
                </a:pathLst>
              </a:custGeom>
              <a:solidFill>
                <a:srgbClr val="61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8" name="Freeform 141">
                <a:extLst>
                  <a:ext uri="{FF2B5EF4-FFF2-40B4-BE49-F238E27FC236}">
                    <a16:creationId xmlns:a16="http://schemas.microsoft.com/office/drawing/2014/main" id="{6CD363EF-72BC-4343-A072-16C69AF0D7E4}"/>
                  </a:ext>
                </a:extLst>
              </p:cNvPr>
              <p:cNvSpPr>
                <a:spLocks/>
              </p:cNvSpPr>
              <p:nvPr/>
            </p:nvSpPr>
            <p:spPr bwMode="auto">
              <a:xfrm>
                <a:off x="1177" y="3435"/>
                <a:ext cx="8" cy="14"/>
              </a:xfrm>
              <a:custGeom>
                <a:avLst/>
                <a:gdLst>
                  <a:gd name="T0" fmla="*/ 0 w 173"/>
                  <a:gd name="T1" fmla="*/ 0 h 251"/>
                  <a:gd name="T2" fmla="*/ 0 w 173"/>
                  <a:gd name="T3" fmla="*/ 0 h 251"/>
                  <a:gd name="T4" fmla="*/ 0 w 173"/>
                  <a:gd name="T5" fmla="*/ 0 h 251"/>
                  <a:gd name="T6" fmla="*/ 0 w 173"/>
                  <a:gd name="T7" fmla="*/ 0 h 251"/>
                  <a:gd name="T8" fmla="*/ 0 w 173"/>
                  <a:gd name="T9" fmla="*/ 0 h 251"/>
                  <a:gd name="T10" fmla="*/ 0 w 173"/>
                  <a:gd name="T11" fmla="*/ 0 h 251"/>
                  <a:gd name="T12" fmla="*/ 0 w 173"/>
                  <a:gd name="T13" fmla="*/ 0 h 251"/>
                  <a:gd name="T14" fmla="*/ 0 w 173"/>
                  <a:gd name="T15" fmla="*/ 0 h 251"/>
                  <a:gd name="T16" fmla="*/ 0 w 173"/>
                  <a:gd name="T17" fmla="*/ 0 h 251"/>
                  <a:gd name="T18" fmla="*/ 0 w 173"/>
                  <a:gd name="T19" fmla="*/ 0 h 251"/>
                  <a:gd name="T20" fmla="*/ 0 w 173"/>
                  <a:gd name="T21" fmla="*/ 0 h 251"/>
                  <a:gd name="T22" fmla="*/ 0 w 173"/>
                  <a:gd name="T23" fmla="*/ 0 h 251"/>
                  <a:gd name="T24" fmla="*/ 0 w 173"/>
                  <a:gd name="T25" fmla="*/ 0 h 251"/>
                  <a:gd name="T26" fmla="*/ 0 w 173"/>
                  <a:gd name="T27" fmla="*/ 0 h 251"/>
                  <a:gd name="T28" fmla="*/ 0 w 173"/>
                  <a:gd name="T29" fmla="*/ 0 h 251"/>
                  <a:gd name="T30" fmla="*/ 0 w 173"/>
                  <a:gd name="T31" fmla="*/ 0 h 251"/>
                  <a:gd name="T32" fmla="*/ 0 w 173"/>
                  <a:gd name="T33" fmla="*/ 0 h 251"/>
                  <a:gd name="T34" fmla="*/ 0 w 173"/>
                  <a:gd name="T35" fmla="*/ 0 h 251"/>
                  <a:gd name="T36" fmla="*/ 0 w 173"/>
                  <a:gd name="T37" fmla="*/ 0 h 251"/>
                  <a:gd name="T38" fmla="*/ 0 w 173"/>
                  <a:gd name="T39" fmla="*/ 0 h 251"/>
                  <a:gd name="T40" fmla="*/ 0 w 173"/>
                  <a:gd name="T41" fmla="*/ 0 h 251"/>
                  <a:gd name="T42" fmla="*/ 0 w 173"/>
                  <a:gd name="T43" fmla="*/ 0 h 251"/>
                  <a:gd name="T44" fmla="*/ 0 w 173"/>
                  <a:gd name="T45" fmla="*/ 0 h 251"/>
                  <a:gd name="T46" fmla="*/ 0 w 173"/>
                  <a:gd name="T47" fmla="*/ 0 h 251"/>
                  <a:gd name="T48" fmla="*/ 0 w 173"/>
                  <a:gd name="T49" fmla="*/ 0 h 251"/>
                  <a:gd name="T50" fmla="*/ 0 w 173"/>
                  <a:gd name="T51" fmla="*/ 0 h 251"/>
                  <a:gd name="T52" fmla="*/ 0 w 173"/>
                  <a:gd name="T53" fmla="*/ 0 h 251"/>
                  <a:gd name="T54" fmla="*/ 0 w 173"/>
                  <a:gd name="T55" fmla="*/ 0 h 251"/>
                  <a:gd name="T56" fmla="*/ 0 w 173"/>
                  <a:gd name="T57" fmla="*/ 0 h 251"/>
                  <a:gd name="T58" fmla="*/ 0 w 173"/>
                  <a:gd name="T59" fmla="*/ 0 h 251"/>
                  <a:gd name="T60" fmla="*/ 0 w 173"/>
                  <a:gd name="T61" fmla="*/ 0 h 251"/>
                  <a:gd name="T62" fmla="*/ 0 w 173"/>
                  <a:gd name="T63" fmla="*/ 0 h 251"/>
                  <a:gd name="T64" fmla="*/ 0 w 173"/>
                  <a:gd name="T65" fmla="*/ 0 h 2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3"/>
                  <a:gd name="T100" fmla="*/ 0 h 251"/>
                  <a:gd name="T101" fmla="*/ 173 w 173"/>
                  <a:gd name="T102" fmla="*/ 251 h 2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3" h="251">
                    <a:moveTo>
                      <a:pt x="171" y="251"/>
                    </a:moveTo>
                    <a:lnTo>
                      <a:pt x="173" y="245"/>
                    </a:lnTo>
                    <a:lnTo>
                      <a:pt x="170" y="233"/>
                    </a:lnTo>
                    <a:lnTo>
                      <a:pt x="164" y="214"/>
                    </a:lnTo>
                    <a:lnTo>
                      <a:pt x="153" y="187"/>
                    </a:lnTo>
                    <a:lnTo>
                      <a:pt x="137" y="153"/>
                    </a:lnTo>
                    <a:lnTo>
                      <a:pt x="119" y="110"/>
                    </a:lnTo>
                    <a:lnTo>
                      <a:pt x="97" y="60"/>
                    </a:lnTo>
                    <a:lnTo>
                      <a:pt x="72" y="0"/>
                    </a:lnTo>
                    <a:lnTo>
                      <a:pt x="63" y="4"/>
                    </a:lnTo>
                    <a:lnTo>
                      <a:pt x="54" y="7"/>
                    </a:lnTo>
                    <a:lnTo>
                      <a:pt x="45" y="11"/>
                    </a:lnTo>
                    <a:lnTo>
                      <a:pt x="36" y="16"/>
                    </a:lnTo>
                    <a:lnTo>
                      <a:pt x="27" y="20"/>
                    </a:lnTo>
                    <a:lnTo>
                      <a:pt x="18" y="23"/>
                    </a:lnTo>
                    <a:lnTo>
                      <a:pt x="9" y="27"/>
                    </a:lnTo>
                    <a:lnTo>
                      <a:pt x="0" y="31"/>
                    </a:lnTo>
                    <a:lnTo>
                      <a:pt x="13" y="62"/>
                    </a:lnTo>
                    <a:lnTo>
                      <a:pt x="26" y="89"/>
                    </a:lnTo>
                    <a:lnTo>
                      <a:pt x="41" y="115"/>
                    </a:lnTo>
                    <a:lnTo>
                      <a:pt x="54" y="138"/>
                    </a:lnTo>
                    <a:lnTo>
                      <a:pt x="68" y="159"/>
                    </a:lnTo>
                    <a:lnTo>
                      <a:pt x="81" y="177"/>
                    </a:lnTo>
                    <a:lnTo>
                      <a:pt x="95" y="193"/>
                    </a:lnTo>
                    <a:lnTo>
                      <a:pt x="107" y="206"/>
                    </a:lnTo>
                    <a:lnTo>
                      <a:pt x="119" y="218"/>
                    </a:lnTo>
                    <a:lnTo>
                      <a:pt x="130" y="229"/>
                    </a:lnTo>
                    <a:lnTo>
                      <a:pt x="141" y="236"/>
                    </a:lnTo>
                    <a:lnTo>
                      <a:pt x="150" y="242"/>
                    </a:lnTo>
                    <a:lnTo>
                      <a:pt x="157" y="246"/>
                    </a:lnTo>
                    <a:lnTo>
                      <a:pt x="163" y="250"/>
                    </a:lnTo>
                    <a:lnTo>
                      <a:pt x="168" y="251"/>
                    </a:lnTo>
                    <a:lnTo>
                      <a:pt x="171" y="251"/>
                    </a:lnTo>
                    <a:close/>
                  </a:path>
                </a:pathLst>
              </a:custGeom>
              <a:solidFill>
                <a:srgbClr val="7A82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39" name="Freeform 142">
                <a:extLst>
                  <a:ext uri="{FF2B5EF4-FFF2-40B4-BE49-F238E27FC236}">
                    <a16:creationId xmlns:a16="http://schemas.microsoft.com/office/drawing/2014/main" id="{8FCFBF92-FD1B-4E49-9C16-DBD323BA2DFF}"/>
                  </a:ext>
                </a:extLst>
              </p:cNvPr>
              <p:cNvSpPr>
                <a:spLocks/>
              </p:cNvSpPr>
              <p:nvPr/>
            </p:nvSpPr>
            <p:spPr bwMode="auto">
              <a:xfrm>
                <a:off x="1178" y="3436"/>
                <a:ext cx="7" cy="13"/>
              </a:xfrm>
              <a:custGeom>
                <a:avLst/>
                <a:gdLst>
                  <a:gd name="T0" fmla="*/ 0 w 163"/>
                  <a:gd name="T1" fmla="*/ 0 h 240"/>
                  <a:gd name="T2" fmla="*/ 0 w 163"/>
                  <a:gd name="T3" fmla="*/ 0 h 240"/>
                  <a:gd name="T4" fmla="*/ 0 w 163"/>
                  <a:gd name="T5" fmla="*/ 0 h 240"/>
                  <a:gd name="T6" fmla="*/ 0 w 163"/>
                  <a:gd name="T7" fmla="*/ 0 h 240"/>
                  <a:gd name="T8" fmla="*/ 0 w 163"/>
                  <a:gd name="T9" fmla="*/ 0 h 240"/>
                  <a:gd name="T10" fmla="*/ 0 w 163"/>
                  <a:gd name="T11" fmla="*/ 0 h 240"/>
                  <a:gd name="T12" fmla="*/ 0 w 163"/>
                  <a:gd name="T13" fmla="*/ 0 h 240"/>
                  <a:gd name="T14" fmla="*/ 0 w 163"/>
                  <a:gd name="T15" fmla="*/ 0 h 240"/>
                  <a:gd name="T16" fmla="*/ 0 w 163"/>
                  <a:gd name="T17" fmla="*/ 0 h 240"/>
                  <a:gd name="T18" fmla="*/ 0 w 163"/>
                  <a:gd name="T19" fmla="*/ 0 h 240"/>
                  <a:gd name="T20" fmla="*/ 0 w 163"/>
                  <a:gd name="T21" fmla="*/ 0 h 240"/>
                  <a:gd name="T22" fmla="*/ 0 w 163"/>
                  <a:gd name="T23" fmla="*/ 0 h 240"/>
                  <a:gd name="T24" fmla="*/ 0 w 163"/>
                  <a:gd name="T25" fmla="*/ 0 h 240"/>
                  <a:gd name="T26" fmla="*/ 0 w 163"/>
                  <a:gd name="T27" fmla="*/ 0 h 240"/>
                  <a:gd name="T28" fmla="*/ 0 w 163"/>
                  <a:gd name="T29" fmla="*/ 0 h 240"/>
                  <a:gd name="T30" fmla="*/ 0 w 163"/>
                  <a:gd name="T31" fmla="*/ 0 h 240"/>
                  <a:gd name="T32" fmla="*/ 0 w 163"/>
                  <a:gd name="T33" fmla="*/ 0 h 240"/>
                  <a:gd name="T34" fmla="*/ 0 w 163"/>
                  <a:gd name="T35" fmla="*/ 0 h 240"/>
                  <a:gd name="T36" fmla="*/ 0 w 163"/>
                  <a:gd name="T37" fmla="*/ 0 h 240"/>
                  <a:gd name="T38" fmla="*/ 0 w 163"/>
                  <a:gd name="T39" fmla="*/ 0 h 240"/>
                  <a:gd name="T40" fmla="*/ 0 w 163"/>
                  <a:gd name="T41" fmla="*/ 0 h 240"/>
                  <a:gd name="T42" fmla="*/ 0 w 163"/>
                  <a:gd name="T43" fmla="*/ 0 h 240"/>
                  <a:gd name="T44" fmla="*/ 0 w 163"/>
                  <a:gd name="T45" fmla="*/ 0 h 240"/>
                  <a:gd name="T46" fmla="*/ 0 w 163"/>
                  <a:gd name="T47" fmla="*/ 0 h 240"/>
                  <a:gd name="T48" fmla="*/ 0 w 163"/>
                  <a:gd name="T49" fmla="*/ 0 h 240"/>
                  <a:gd name="T50" fmla="*/ 0 w 163"/>
                  <a:gd name="T51" fmla="*/ 0 h 240"/>
                  <a:gd name="T52" fmla="*/ 0 w 163"/>
                  <a:gd name="T53" fmla="*/ 0 h 240"/>
                  <a:gd name="T54" fmla="*/ 0 w 163"/>
                  <a:gd name="T55" fmla="*/ 0 h 240"/>
                  <a:gd name="T56" fmla="*/ 0 w 163"/>
                  <a:gd name="T57" fmla="*/ 0 h 240"/>
                  <a:gd name="T58" fmla="*/ 0 w 163"/>
                  <a:gd name="T59" fmla="*/ 0 h 240"/>
                  <a:gd name="T60" fmla="*/ 0 w 163"/>
                  <a:gd name="T61" fmla="*/ 0 h 240"/>
                  <a:gd name="T62" fmla="*/ 0 w 163"/>
                  <a:gd name="T63" fmla="*/ 0 h 240"/>
                  <a:gd name="T64" fmla="*/ 0 w 163"/>
                  <a:gd name="T65" fmla="*/ 0 h 2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3"/>
                  <a:gd name="T100" fmla="*/ 0 h 240"/>
                  <a:gd name="T101" fmla="*/ 163 w 163"/>
                  <a:gd name="T102" fmla="*/ 240 h 24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3" h="240">
                    <a:moveTo>
                      <a:pt x="163" y="240"/>
                    </a:moveTo>
                    <a:lnTo>
                      <a:pt x="162" y="235"/>
                    </a:lnTo>
                    <a:lnTo>
                      <a:pt x="156" y="225"/>
                    </a:lnTo>
                    <a:lnTo>
                      <a:pt x="145" y="208"/>
                    </a:lnTo>
                    <a:lnTo>
                      <a:pt x="129" y="183"/>
                    </a:lnTo>
                    <a:lnTo>
                      <a:pt x="110" y="150"/>
                    </a:lnTo>
                    <a:lnTo>
                      <a:pt x="89" y="110"/>
                    </a:lnTo>
                    <a:lnTo>
                      <a:pt x="64" y="59"/>
                    </a:lnTo>
                    <a:lnTo>
                      <a:pt x="39" y="0"/>
                    </a:lnTo>
                    <a:lnTo>
                      <a:pt x="34" y="2"/>
                    </a:lnTo>
                    <a:lnTo>
                      <a:pt x="28" y="5"/>
                    </a:lnTo>
                    <a:lnTo>
                      <a:pt x="24" y="7"/>
                    </a:lnTo>
                    <a:lnTo>
                      <a:pt x="19" y="9"/>
                    </a:lnTo>
                    <a:lnTo>
                      <a:pt x="14" y="11"/>
                    </a:lnTo>
                    <a:lnTo>
                      <a:pt x="10" y="13"/>
                    </a:lnTo>
                    <a:lnTo>
                      <a:pt x="5" y="15"/>
                    </a:lnTo>
                    <a:lnTo>
                      <a:pt x="0" y="17"/>
                    </a:lnTo>
                    <a:lnTo>
                      <a:pt x="13" y="48"/>
                    </a:lnTo>
                    <a:lnTo>
                      <a:pt x="26" y="75"/>
                    </a:lnTo>
                    <a:lnTo>
                      <a:pt x="41" y="102"/>
                    </a:lnTo>
                    <a:lnTo>
                      <a:pt x="54" y="124"/>
                    </a:lnTo>
                    <a:lnTo>
                      <a:pt x="68" y="145"/>
                    </a:lnTo>
                    <a:lnTo>
                      <a:pt x="82" y="163"/>
                    </a:lnTo>
                    <a:lnTo>
                      <a:pt x="94" y="180"/>
                    </a:lnTo>
                    <a:lnTo>
                      <a:pt x="106" y="193"/>
                    </a:lnTo>
                    <a:lnTo>
                      <a:pt x="117" y="205"/>
                    </a:lnTo>
                    <a:lnTo>
                      <a:pt x="127" y="215"/>
                    </a:lnTo>
                    <a:lnTo>
                      <a:pt x="138" y="224"/>
                    </a:lnTo>
                    <a:lnTo>
                      <a:pt x="146" y="230"/>
                    </a:lnTo>
                    <a:lnTo>
                      <a:pt x="152" y="234"/>
                    </a:lnTo>
                    <a:lnTo>
                      <a:pt x="158" y="238"/>
                    </a:lnTo>
                    <a:lnTo>
                      <a:pt x="161" y="240"/>
                    </a:lnTo>
                    <a:lnTo>
                      <a:pt x="163" y="240"/>
                    </a:lnTo>
                    <a:close/>
                  </a:path>
                </a:pathLst>
              </a:custGeom>
              <a:solidFill>
                <a:srgbClr val="91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sp>
            <p:nvSpPr>
              <p:cNvPr id="240" name="Freeform 143">
                <a:extLst>
                  <a:ext uri="{FF2B5EF4-FFF2-40B4-BE49-F238E27FC236}">
                    <a16:creationId xmlns:a16="http://schemas.microsoft.com/office/drawing/2014/main" id="{17D52C45-E2A5-4E60-B850-1BF372478A23}"/>
                  </a:ext>
                </a:extLst>
              </p:cNvPr>
              <p:cNvSpPr>
                <a:spLocks/>
              </p:cNvSpPr>
              <p:nvPr/>
            </p:nvSpPr>
            <p:spPr bwMode="auto">
              <a:xfrm>
                <a:off x="1185" y="3449"/>
                <a:ext cx="2" cy="5"/>
              </a:xfrm>
              <a:custGeom>
                <a:avLst/>
                <a:gdLst>
                  <a:gd name="T0" fmla="*/ 0 w 48"/>
                  <a:gd name="T1" fmla="*/ 0 h 99"/>
                  <a:gd name="T2" fmla="*/ 0 w 48"/>
                  <a:gd name="T3" fmla="*/ 0 h 99"/>
                  <a:gd name="T4" fmla="*/ 0 w 48"/>
                  <a:gd name="T5" fmla="*/ 0 h 99"/>
                  <a:gd name="T6" fmla="*/ 0 w 48"/>
                  <a:gd name="T7" fmla="*/ 0 h 99"/>
                  <a:gd name="T8" fmla="*/ 0 w 48"/>
                  <a:gd name="T9" fmla="*/ 0 h 99"/>
                  <a:gd name="T10" fmla="*/ 0 w 48"/>
                  <a:gd name="T11" fmla="*/ 0 h 99"/>
                  <a:gd name="T12" fmla="*/ 0 w 48"/>
                  <a:gd name="T13" fmla="*/ 0 h 99"/>
                  <a:gd name="T14" fmla="*/ 0 w 48"/>
                  <a:gd name="T15" fmla="*/ 0 h 99"/>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99"/>
                  <a:gd name="T26" fmla="*/ 48 w 48"/>
                  <a:gd name="T27" fmla="*/ 99 h 9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99">
                    <a:moveTo>
                      <a:pt x="13" y="0"/>
                    </a:moveTo>
                    <a:lnTo>
                      <a:pt x="44" y="76"/>
                    </a:lnTo>
                    <a:lnTo>
                      <a:pt x="48" y="92"/>
                    </a:lnTo>
                    <a:lnTo>
                      <a:pt x="46" y="99"/>
                    </a:lnTo>
                    <a:lnTo>
                      <a:pt x="39" y="96"/>
                    </a:lnTo>
                    <a:lnTo>
                      <a:pt x="31" y="83"/>
                    </a:lnTo>
                    <a:lnTo>
                      <a:pt x="0" y="7"/>
                    </a:lnTo>
                    <a:lnTo>
                      <a:pt x="13" y="0"/>
                    </a:lnTo>
                    <a:close/>
                  </a:path>
                </a:pathLst>
              </a:custGeom>
              <a:solidFill>
                <a:srgbClr val="2B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600">
                  <a:solidFill>
                    <a:srgbClr val="000000"/>
                  </a:solidFill>
                </a:endParaRPr>
              </a:p>
            </p:txBody>
          </p:sp>
        </p:grpSp>
        <p:pic>
          <p:nvPicPr>
            <p:cNvPr id="136" name="Picture 248" descr="j0235962">
              <a:extLst>
                <a:ext uri="{FF2B5EF4-FFF2-40B4-BE49-F238E27FC236}">
                  <a16:creationId xmlns:a16="http://schemas.microsoft.com/office/drawing/2014/main" id="{BDB1966C-A629-4E77-86F7-48F5F3AAB1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5976" y="3157665"/>
              <a:ext cx="592274" cy="53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标题 1">
            <a:extLst>
              <a:ext uri="{FF2B5EF4-FFF2-40B4-BE49-F238E27FC236}">
                <a16:creationId xmlns:a16="http://schemas.microsoft.com/office/drawing/2014/main" id="{0B7BEE84-85CC-413E-98D5-C70EDB82076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257127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5"/>
          <p:cNvSpPr txBox="1">
            <a:spLocks/>
          </p:cNvSpPr>
          <p:nvPr/>
        </p:nvSpPr>
        <p:spPr bwMode="auto">
          <a:xfrm>
            <a:off x="523072" y="1597172"/>
            <a:ext cx="3895595" cy="4715177"/>
          </a:xfrm>
          <a:prstGeom prst="rect">
            <a:avLst/>
          </a:prstGeom>
          <a:noFill/>
          <a:ln w="9525">
            <a:solidFill>
              <a:srgbClr val="C00000"/>
            </a:solid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4588" indent="-228600" algn="l" defTabSz="915988" rtl="0" eaLnBrk="0" fontAlgn="base" hangingPunct="0">
              <a:spcBef>
                <a:spcPct val="20000"/>
              </a:spcBef>
              <a:spcAft>
                <a:spcPct val="0"/>
              </a:spcAft>
              <a:buChar char="•"/>
              <a:defRPr sz="2000">
                <a:solidFill>
                  <a:schemeClr val="tx1"/>
                </a:solidFill>
                <a:latin typeface="+mn-lt"/>
              </a:defRPr>
            </a:lvl3pPr>
            <a:lvl4pPr marL="1603375" indent="-230188" algn="l" defTabSz="915988" rtl="0" eaLnBrk="0" fontAlgn="base" hangingPunct="0">
              <a:spcBef>
                <a:spcPct val="20000"/>
              </a:spcBef>
              <a:spcAft>
                <a:spcPct val="0"/>
              </a:spcAft>
              <a:buChar char="–"/>
              <a:defRPr sz="2000">
                <a:solidFill>
                  <a:schemeClr val="tx1"/>
                </a:solidFill>
                <a:latin typeface="Times New Roman"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a:lnSpc>
                <a:spcPct val="120000"/>
              </a:lnSpc>
              <a:spcBef>
                <a:spcPts val="600"/>
              </a:spcBef>
              <a:buClr>
                <a:srgbClr val="C00000"/>
              </a:buClr>
            </a:pPr>
            <a:r>
              <a:rPr lang="zh-CN" altLang="en-US" sz="2396" kern="0" dirty="0">
                <a:latin typeface="Times New Roman" panose="02020603050405020304" pitchFamily="18" charset="0"/>
                <a:ea typeface="宋体" panose="02010600030101010101" pitchFamily="2" charset="-122"/>
                <a:cs typeface="Times New Roman" panose="02020603050405020304" pitchFamily="18" charset="0"/>
              </a:rPr>
              <a:t>被动扫描</a:t>
            </a:r>
            <a:endParaRPr lang="en-US" altLang="zh-CN" sz="2396" kern="0" dirty="0">
              <a:latin typeface="Times New Roman" panose="02020603050405020304" pitchFamily="18" charset="0"/>
              <a:cs typeface="Times New Roman" panose="02020603050405020304" pitchFamily="18" charset="0"/>
            </a:endParaRPr>
          </a:p>
          <a:p>
            <a:pPr lvl="1">
              <a:lnSpc>
                <a:spcPct val="120000"/>
              </a:lnSpc>
              <a:spcBef>
                <a:spcPts val="600"/>
              </a:spcBef>
            </a:pP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周期发送</a:t>
            </a:r>
            <a:r>
              <a:rPr lang="en-US" altLang="zh-CN" sz="22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Beacon</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帧，站点在</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个信道上扫描</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Beacon</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帧</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spcBef>
                <a:spcPts val="600"/>
              </a:spcBef>
            </a:pP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该帧提供</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相关信息：</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20000"/>
              </a:lnSpc>
              <a:spcBef>
                <a:spcPts val="600"/>
              </a:spcBef>
              <a:buFont typeface="Wingdings" panose="05000000000000000000" pitchFamily="2" charset="2"/>
              <a:buChar char="Ø"/>
            </a:pPr>
            <a:r>
              <a:rPr lang="en-US" altLang="zh-CN" kern="0" dirty="0">
                <a:latin typeface="Times New Roman" panose="02020603050405020304" pitchFamily="18" charset="0"/>
                <a:ea typeface="宋体" pitchFamily="2" charset="-122"/>
                <a:cs typeface="Times New Roman" panose="02020603050405020304" pitchFamily="18" charset="0"/>
              </a:rPr>
              <a:t>Timestamp</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Beacon Interval </a:t>
            </a:r>
            <a:r>
              <a:rPr lang="zh-CN" altLang="en-US" kern="0" dirty="0">
                <a:latin typeface="Times New Roman" panose="02020603050405020304" pitchFamily="18" charset="0"/>
                <a:ea typeface="宋体" pitchFamily="2" charset="-122"/>
                <a:cs typeface="Times New Roman" panose="02020603050405020304" pitchFamily="18" charset="0"/>
              </a:rPr>
              <a:t>（如</a:t>
            </a:r>
            <a:r>
              <a:rPr lang="en-US" altLang="zh-CN" kern="0" dirty="0">
                <a:solidFill>
                  <a:srgbClr val="C00000"/>
                </a:solidFill>
                <a:latin typeface="Times New Roman" panose="02020603050405020304" pitchFamily="18" charset="0"/>
                <a:ea typeface="宋体" pitchFamily="2" charset="-122"/>
                <a:cs typeface="Times New Roman" panose="02020603050405020304" pitchFamily="18" charset="0"/>
              </a:rPr>
              <a:t>100ms</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Capabilities</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SSID</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Supported Rates</a:t>
            </a:r>
          </a:p>
          <a:p>
            <a:pPr lvl="2">
              <a:lnSpc>
                <a:spcPct val="120000"/>
              </a:lnSpc>
              <a:spcBef>
                <a:spcPts val="600"/>
              </a:spcBef>
              <a:buFont typeface="Wingdings" panose="05000000000000000000" pitchFamily="2" charset="2"/>
              <a:buChar char="Ø"/>
            </a:pPr>
            <a:r>
              <a:rPr lang="en-US" altLang="zh-CN" b="1" kern="0" dirty="0">
                <a:solidFill>
                  <a:schemeClr val="accent2"/>
                </a:solidFill>
                <a:latin typeface="Times New Roman" panose="02020603050405020304" pitchFamily="18" charset="0"/>
                <a:ea typeface="宋体" pitchFamily="2" charset="-122"/>
                <a:cs typeface="Times New Roman" panose="02020603050405020304" pitchFamily="18" charset="0"/>
              </a:rPr>
              <a:t>Traffic Indication Map</a:t>
            </a:r>
            <a:endParaRPr lang="en-US" altLang="zh-CN" sz="1800" b="1" kern="0" dirty="0">
              <a:solidFill>
                <a:schemeClr val="accent2"/>
              </a:solidFill>
              <a:latin typeface="Times New Roman" panose="02020603050405020304" pitchFamily="18" charset="0"/>
              <a:ea typeface="宋体" pitchFamily="2" charset="-122"/>
              <a:cs typeface="Times New Roman" panose="02020603050405020304" pitchFamily="18" charset="0"/>
            </a:endParaRPr>
          </a:p>
        </p:txBody>
      </p:sp>
      <p:sp>
        <p:nvSpPr>
          <p:cNvPr id="6" name="内容占位符 5"/>
          <p:cNvSpPr txBox="1">
            <a:spLocks/>
          </p:cNvSpPr>
          <p:nvPr/>
        </p:nvSpPr>
        <p:spPr bwMode="auto">
          <a:xfrm>
            <a:off x="4741567" y="1597172"/>
            <a:ext cx="3879361" cy="4715177"/>
          </a:xfrm>
          <a:prstGeom prst="rect">
            <a:avLst/>
          </a:prstGeom>
          <a:noFill/>
          <a:ln w="9525">
            <a:solidFill>
              <a:srgbClr val="C00000"/>
            </a:solid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4588" indent="-228600" algn="l" defTabSz="915988" rtl="0" eaLnBrk="0" fontAlgn="base" hangingPunct="0">
              <a:spcBef>
                <a:spcPct val="20000"/>
              </a:spcBef>
              <a:spcAft>
                <a:spcPct val="0"/>
              </a:spcAft>
              <a:buChar char="•"/>
              <a:defRPr sz="2000">
                <a:solidFill>
                  <a:schemeClr val="tx1"/>
                </a:solidFill>
                <a:latin typeface="+mn-lt"/>
              </a:defRPr>
            </a:lvl3pPr>
            <a:lvl4pPr marL="1603375" indent="-230188" algn="l" defTabSz="915988" rtl="0" eaLnBrk="0" fontAlgn="base" hangingPunct="0">
              <a:spcBef>
                <a:spcPct val="20000"/>
              </a:spcBef>
              <a:spcAft>
                <a:spcPct val="0"/>
              </a:spcAft>
              <a:buChar char="–"/>
              <a:defRPr sz="2000">
                <a:solidFill>
                  <a:schemeClr val="tx1"/>
                </a:solidFill>
                <a:latin typeface="Times New Roman"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a:lnSpc>
                <a:spcPct val="120000"/>
              </a:lnSpc>
              <a:spcBef>
                <a:spcPts val="600"/>
              </a:spcBef>
              <a:buClr>
                <a:srgbClr val="C00000"/>
              </a:buClr>
            </a:pPr>
            <a:r>
              <a:rPr lang="zh-CN" altLang="en-US" sz="2396" kern="0" dirty="0">
                <a:latin typeface="Times New Roman" panose="02020603050405020304" pitchFamily="18" charset="0"/>
                <a:ea typeface="宋体" panose="02010600030101010101" pitchFamily="2" charset="-122"/>
                <a:cs typeface="Times New Roman" panose="02020603050405020304" pitchFamily="18" charset="0"/>
              </a:rPr>
              <a:t>主动扫描</a:t>
            </a:r>
            <a:endParaRPr lang="en-US" altLang="zh-CN" sz="2396" kern="0" dirty="0">
              <a:latin typeface="Times New Roman" panose="02020603050405020304" pitchFamily="18" charset="0"/>
              <a:cs typeface="Times New Roman" panose="02020603050405020304" pitchFamily="18" charset="0"/>
            </a:endParaRPr>
          </a:p>
          <a:p>
            <a:pPr lvl="1">
              <a:lnSpc>
                <a:spcPct val="120000"/>
              </a:lnSpc>
              <a:spcBef>
                <a:spcPts val="600"/>
              </a:spcBef>
            </a:pP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站点依次在11个信道上发出包含</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SSID</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Probe Request </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帧，具有被请求</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SSID</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返回</a:t>
            </a:r>
            <a:r>
              <a:rPr lang="en-US" altLang="zh-CN" sz="22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Probe Response</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帧</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spcBef>
                <a:spcPts val="600"/>
              </a:spcBef>
            </a:pP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Probe Response</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帧包含</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相关信息：</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20000"/>
              </a:lnSpc>
              <a:spcBef>
                <a:spcPts val="600"/>
              </a:spcBef>
              <a:buClr>
                <a:schemeClr val="tx1"/>
              </a:buClr>
              <a:buFont typeface="Wingdings" panose="05000000000000000000" pitchFamily="2" charset="2"/>
              <a:buChar char="Ø"/>
            </a:pPr>
            <a:r>
              <a:rPr lang="en-US" altLang="zh-CN" kern="0" dirty="0">
                <a:latin typeface="Times New Roman" panose="02020603050405020304" pitchFamily="18" charset="0"/>
                <a:ea typeface="宋体" pitchFamily="2" charset="-122"/>
                <a:cs typeface="Times New Roman" panose="02020603050405020304" pitchFamily="18" charset="0"/>
              </a:rPr>
              <a:t>Timestamp</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Beacon Interval</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Capabilities</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SSID</a:t>
            </a:r>
            <a:r>
              <a:rPr lang="zh-CN" altLang="en-US" kern="0" dirty="0">
                <a:latin typeface="Times New Roman" panose="02020603050405020304" pitchFamily="18" charset="0"/>
                <a:ea typeface="宋体" pitchFamily="2" charset="-122"/>
                <a:cs typeface="Times New Roman" panose="02020603050405020304" pitchFamily="18" charset="0"/>
              </a:rPr>
              <a:t>、</a:t>
            </a:r>
            <a:r>
              <a:rPr lang="en-US" altLang="zh-CN" kern="0" dirty="0">
                <a:latin typeface="Times New Roman" panose="02020603050405020304" pitchFamily="18" charset="0"/>
                <a:ea typeface="宋体" pitchFamily="2" charset="-122"/>
                <a:cs typeface="Times New Roman" panose="02020603050405020304" pitchFamily="18" charset="0"/>
              </a:rPr>
              <a:t>Supported Rates</a:t>
            </a:r>
          </a:p>
        </p:txBody>
      </p:sp>
      <p:sp>
        <p:nvSpPr>
          <p:cNvPr id="9" name="Rectangle 2">
            <a:extLst>
              <a:ext uri="{FF2B5EF4-FFF2-40B4-BE49-F238E27FC236}">
                <a16:creationId xmlns:a16="http://schemas.microsoft.com/office/drawing/2014/main" id="{7AAE3D6C-725B-4572-AF09-F435DDB62E3E}"/>
              </a:ext>
            </a:extLst>
          </p:cNvPr>
          <p:cNvSpPr>
            <a:spLocks noGrp="1" noChangeArrowheads="1"/>
          </p:cNvSpPr>
          <p:nvPr>
            <p:ph type="title"/>
          </p:nvPr>
        </p:nvSpPr>
        <p:spPr>
          <a:xfrm>
            <a:off x="406470" y="614648"/>
            <a:ext cx="7886700" cy="913527"/>
          </a:xfrm>
        </p:spPr>
        <p:txBody>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无线局域网组网方法（续）</a:t>
            </a:r>
          </a:p>
        </p:txBody>
      </p:sp>
      <p:sp>
        <p:nvSpPr>
          <p:cNvPr id="4" name="标题 1">
            <a:extLst>
              <a:ext uri="{FF2B5EF4-FFF2-40B4-BE49-F238E27FC236}">
                <a16:creationId xmlns:a16="http://schemas.microsoft.com/office/drawing/2014/main" id="{C869281A-1293-4023-9F80-7F3157CB302D}"/>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40887288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5"/>
          <p:cNvSpPr txBox="1">
            <a:spLocks/>
          </p:cNvSpPr>
          <p:nvPr/>
        </p:nvSpPr>
        <p:spPr bwMode="auto">
          <a:xfrm>
            <a:off x="526092" y="1496964"/>
            <a:ext cx="8205013" cy="4891310"/>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4588" indent="-228600" algn="l" defTabSz="915988" rtl="0" eaLnBrk="0" fontAlgn="base" hangingPunct="0">
              <a:spcBef>
                <a:spcPct val="20000"/>
              </a:spcBef>
              <a:spcAft>
                <a:spcPct val="0"/>
              </a:spcAft>
              <a:buChar char="•"/>
              <a:defRPr sz="2000">
                <a:solidFill>
                  <a:schemeClr val="tx1"/>
                </a:solidFill>
                <a:latin typeface="+mn-lt"/>
              </a:defRPr>
            </a:lvl3pPr>
            <a:lvl4pPr marL="1603375" indent="-230188" algn="l" defTabSz="915988" rtl="0" eaLnBrk="0" fontAlgn="base" hangingPunct="0">
              <a:spcBef>
                <a:spcPct val="20000"/>
              </a:spcBef>
              <a:spcAft>
                <a:spcPct val="0"/>
              </a:spcAft>
              <a:buChar char="–"/>
              <a:defRPr sz="2000">
                <a:solidFill>
                  <a:schemeClr val="tx1"/>
                </a:solidFill>
                <a:latin typeface="Times New Roman"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a:lnSpc>
                <a:spcPct val="150000"/>
              </a:lnSpc>
              <a:spcBef>
                <a:spcPts val="600"/>
              </a:spcBef>
              <a:buClr>
                <a:srgbClr val="C00000"/>
              </a:buClr>
            </a:pPr>
            <a:r>
              <a:rPr lang="zh-CN" altLang="en-US" sz="2396" b="1" dirty="0"/>
              <a:t>认证</a:t>
            </a:r>
            <a:endParaRPr lang="en-US" altLang="zh-CN" sz="2396" kern="0" dirty="0">
              <a:latin typeface="+mn-ea"/>
              <a:cs typeface="Times New Roman" pitchFamily="18" charset="0"/>
            </a:endParaRPr>
          </a:p>
          <a:p>
            <a:pPr lvl="1">
              <a:lnSpc>
                <a:spcPct val="150000"/>
              </a:lnSpc>
              <a:spcBef>
                <a:spcPts val="600"/>
              </a:spcBef>
            </a:pP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当站点找到有相同</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SSID</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，从中选择信号最强的</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并进入认证阶段。仅通过身份认证的站点能够接入</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。802.11提供几种认证方法，采用802.1</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x/EAP</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认证的过程：</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5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站点向</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发送认证请求</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50000"/>
              </a:lnSpc>
              <a:spcBef>
                <a:spcPts val="600"/>
              </a:spcBef>
              <a:buClr>
                <a:srgbClr val="C00000"/>
              </a:buClr>
              <a:buFont typeface="Wingdings" panose="05000000000000000000" pitchFamily="2" charset="2"/>
              <a:buChar char="Ø"/>
            </a:pP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向认证服务器发送请求，要求验证站点身份</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5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认证服务器认证之后，向</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返回相应信息</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5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如果站点身份相符，</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向站点返回认证响应 ；否则，</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向站点返回错误信息</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Rectangle 2">
            <a:extLst>
              <a:ext uri="{FF2B5EF4-FFF2-40B4-BE49-F238E27FC236}">
                <a16:creationId xmlns:a16="http://schemas.microsoft.com/office/drawing/2014/main" id="{45756360-5E95-4F45-A6C9-0F8D8E5663BB}"/>
              </a:ext>
            </a:extLst>
          </p:cNvPr>
          <p:cNvSpPr txBox="1">
            <a:spLocks noChangeArrowheads="1"/>
          </p:cNvSpPr>
          <p:nvPr/>
        </p:nvSpPr>
        <p:spPr>
          <a:xfrm>
            <a:off x="463332" y="614648"/>
            <a:ext cx="7829837" cy="8133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无线局域网组网方法（续）</a:t>
            </a:r>
          </a:p>
        </p:txBody>
      </p:sp>
      <p:sp>
        <p:nvSpPr>
          <p:cNvPr id="4" name="标题 1">
            <a:extLst>
              <a:ext uri="{FF2B5EF4-FFF2-40B4-BE49-F238E27FC236}">
                <a16:creationId xmlns:a16="http://schemas.microsoft.com/office/drawing/2014/main" id="{D469B69E-5ED1-4CDA-A074-0FD6035FCCDD}"/>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5462158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5"/>
          <p:cNvSpPr txBox="1">
            <a:spLocks/>
          </p:cNvSpPr>
          <p:nvPr/>
        </p:nvSpPr>
        <p:spPr bwMode="auto">
          <a:xfrm>
            <a:off x="463332" y="1465545"/>
            <a:ext cx="8270986" cy="4446740"/>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4588" indent="-228600" algn="l" defTabSz="915988" rtl="0" eaLnBrk="0" fontAlgn="base" hangingPunct="0">
              <a:spcBef>
                <a:spcPct val="20000"/>
              </a:spcBef>
              <a:spcAft>
                <a:spcPct val="0"/>
              </a:spcAft>
              <a:buChar char="•"/>
              <a:defRPr sz="2000">
                <a:solidFill>
                  <a:schemeClr val="tx1"/>
                </a:solidFill>
                <a:latin typeface="+mn-lt"/>
              </a:defRPr>
            </a:lvl3pPr>
            <a:lvl4pPr marL="1603375" indent="-230188" algn="l" defTabSz="915988" rtl="0" eaLnBrk="0" fontAlgn="base" hangingPunct="0">
              <a:spcBef>
                <a:spcPct val="20000"/>
              </a:spcBef>
              <a:spcAft>
                <a:spcPct val="0"/>
              </a:spcAft>
              <a:buChar char="–"/>
              <a:defRPr sz="2000">
                <a:solidFill>
                  <a:schemeClr val="tx1"/>
                </a:solidFill>
                <a:latin typeface="Times New Roman"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a:lnSpc>
                <a:spcPct val="150000"/>
              </a:lnSpc>
              <a:spcBef>
                <a:spcPts val="600"/>
              </a:spcBef>
              <a:buClr>
                <a:srgbClr val="C00000"/>
              </a:buClr>
            </a:pPr>
            <a:r>
              <a:rPr lang="zh-CN" altLang="en-US" sz="2396" b="1" dirty="0"/>
              <a:t>关联</a:t>
            </a:r>
            <a:endParaRPr lang="en-US" altLang="zh-CN" sz="2396" kern="0" dirty="0">
              <a:latin typeface="+mn-ea"/>
              <a:cs typeface="Times New Roman" pitchFamily="18" charset="0"/>
            </a:endParaRPr>
          </a:p>
          <a:p>
            <a:pPr lvl="1">
              <a:lnSpc>
                <a:spcPct val="150000"/>
              </a:lnSpc>
              <a:spcBef>
                <a:spcPts val="600"/>
              </a:spcBef>
            </a:pPr>
            <a:r>
              <a:rPr lang="zh-CN" altLang="en-US" sz="2196" kern="0" dirty="0">
                <a:latin typeface="Times New Roman" panose="02020603050405020304" pitchFamily="18" charset="0"/>
                <a:ea typeface="宋体" panose="02010600030101010101" pitchFamily="2" charset="-122"/>
                <a:cs typeface="Times New Roman" panose="02020603050405020304" pitchFamily="18" charset="0"/>
              </a:rPr>
              <a:t>当</a:t>
            </a:r>
            <a:r>
              <a:rPr lang="en-US" altLang="zh-CN" sz="2196"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sz="2196" kern="0" dirty="0">
                <a:latin typeface="Times New Roman" panose="02020603050405020304" pitchFamily="18" charset="0"/>
                <a:ea typeface="宋体" panose="02010600030101010101" pitchFamily="2" charset="-122"/>
                <a:cs typeface="Times New Roman" panose="02020603050405020304" pitchFamily="18" charset="0"/>
              </a:rPr>
              <a:t>向站点返回认证响应信息，身份认证通过之后， 进入关联阶段</a:t>
            </a:r>
            <a:endParaRPr lang="en-US" altLang="zh-CN" sz="2196"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5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站点向 </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 </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发送关联请求（</a:t>
            </a:r>
            <a:r>
              <a:rPr lang="en-US" altLang="zh-CN" kern="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Association Request</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3">
              <a:lnSpc>
                <a:spcPct val="150000"/>
              </a:lnSpc>
              <a:spcBef>
                <a:spcPts val="600"/>
              </a:spcBef>
              <a:buClr>
                <a:srgbClr val="C00000"/>
              </a:buClr>
              <a:buFont typeface="Arial" panose="020B0604020202020204" pitchFamily="34" charset="0"/>
              <a:buChar char="•"/>
            </a:pPr>
            <a:r>
              <a:rPr lang="en-US" altLang="zh-CN" sz="1800" kern="0" dirty="0">
                <a:ea typeface="宋体" panose="02010600030101010101" pitchFamily="2" charset="-122"/>
                <a:cs typeface="Times New Roman" panose="02020603050405020304" pitchFamily="18" charset="0"/>
              </a:rPr>
              <a:t>Capability</a:t>
            </a:r>
            <a:r>
              <a:rPr lang="zh-CN" altLang="en-US" sz="1800" kern="0" dirty="0">
                <a:ea typeface="宋体" panose="02010600030101010101" pitchFamily="2" charset="-122"/>
                <a:cs typeface="Times New Roman" panose="02020603050405020304" pitchFamily="18" charset="0"/>
              </a:rPr>
              <a:t>、</a:t>
            </a:r>
            <a:r>
              <a:rPr lang="en-US" altLang="zh-CN" sz="1800" kern="0" dirty="0">
                <a:ea typeface="宋体" panose="02010600030101010101" pitchFamily="2" charset="-122"/>
                <a:cs typeface="Times New Roman" panose="02020603050405020304" pitchFamily="18" charset="0"/>
              </a:rPr>
              <a:t>Listen Interval</a:t>
            </a:r>
            <a:r>
              <a:rPr lang="zh-CN" altLang="en-US" sz="1800" kern="0" dirty="0">
                <a:ea typeface="宋体" panose="02010600030101010101" pitchFamily="2" charset="-122"/>
                <a:cs typeface="Times New Roman" panose="02020603050405020304" pitchFamily="18" charset="0"/>
              </a:rPr>
              <a:t>、</a:t>
            </a:r>
            <a:r>
              <a:rPr lang="en-US" altLang="zh-CN" sz="1800" kern="0" dirty="0">
                <a:ea typeface="宋体" panose="02010600030101010101" pitchFamily="2" charset="-122"/>
                <a:cs typeface="Times New Roman" panose="02020603050405020304" pitchFamily="18" charset="0"/>
              </a:rPr>
              <a:t>SSID</a:t>
            </a:r>
            <a:r>
              <a:rPr lang="zh-CN" altLang="en-US" sz="1800" kern="0" dirty="0">
                <a:ea typeface="宋体" panose="02010600030101010101" pitchFamily="2" charset="-122"/>
                <a:cs typeface="Times New Roman" panose="02020603050405020304" pitchFamily="18" charset="0"/>
              </a:rPr>
              <a:t>、</a:t>
            </a:r>
            <a:r>
              <a:rPr lang="en-US" altLang="zh-CN" sz="1800" kern="0" dirty="0">
                <a:ea typeface="宋体" panose="02010600030101010101" pitchFamily="2" charset="-122"/>
                <a:cs typeface="Times New Roman" panose="02020603050405020304" pitchFamily="18" charset="0"/>
              </a:rPr>
              <a:t>Supported Rates</a:t>
            </a:r>
          </a:p>
          <a:p>
            <a:pPr lvl="2">
              <a:lnSpc>
                <a:spcPct val="150000"/>
              </a:lnSpc>
              <a:spcBef>
                <a:spcPts val="600"/>
              </a:spcBef>
              <a:buClr>
                <a:srgbClr val="C00000"/>
              </a:buClr>
              <a:buFont typeface="Wingdings" panose="05000000000000000000" pitchFamily="2" charset="2"/>
              <a:buChar char="Ø"/>
            </a:pP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 </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向站点返回关联响应（</a:t>
            </a:r>
            <a:r>
              <a:rPr lang="en-US" altLang="zh-CN" kern="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Association Response</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3">
              <a:lnSpc>
                <a:spcPct val="150000"/>
              </a:lnSpc>
              <a:spcBef>
                <a:spcPts val="600"/>
              </a:spcBef>
              <a:buClr>
                <a:srgbClr val="C00000"/>
              </a:buClr>
              <a:buFont typeface="Arial" panose="020B0604020202020204" pitchFamily="34" charset="0"/>
              <a:buChar char="•"/>
            </a:pPr>
            <a:r>
              <a:rPr lang="en-US" altLang="zh-CN" sz="1800" kern="0" dirty="0">
                <a:ea typeface="宋体" panose="02010600030101010101" pitchFamily="2" charset="-122"/>
                <a:cs typeface="Times New Roman" panose="02020603050405020304" pitchFamily="18" charset="0"/>
              </a:rPr>
              <a:t>Capability</a:t>
            </a:r>
            <a:r>
              <a:rPr lang="zh-CN" altLang="en-US" sz="1800" kern="0" dirty="0">
                <a:ea typeface="宋体" panose="02010600030101010101" pitchFamily="2" charset="-122"/>
                <a:cs typeface="Times New Roman" panose="02020603050405020304" pitchFamily="18" charset="0"/>
              </a:rPr>
              <a:t>、</a:t>
            </a:r>
            <a:r>
              <a:rPr lang="en-US" altLang="zh-CN" sz="1800" kern="0" dirty="0">
                <a:ea typeface="宋体" panose="02010600030101010101" pitchFamily="2" charset="-122"/>
                <a:cs typeface="Times New Roman" panose="02020603050405020304" pitchFamily="18" charset="0"/>
              </a:rPr>
              <a:t>Status Code</a:t>
            </a:r>
            <a:r>
              <a:rPr lang="zh-CN" altLang="en-US" sz="1800" kern="0" dirty="0">
                <a:ea typeface="宋体" panose="02010600030101010101" pitchFamily="2" charset="-122"/>
                <a:cs typeface="Times New Roman" panose="02020603050405020304" pitchFamily="18" charset="0"/>
              </a:rPr>
              <a:t>、</a:t>
            </a:r>
            <a:r>
              <a:rPr lang="en-US" altLang="zh-CN" sz="1800" b="1" kern="0" dirty="0">
                <a:solidFill>
                  <a:srgbClr val="C00000"/>
                </a:solidFill>
                <a:ea typeface="宋体" panose="02010600030101010101" pitchFamily="2" charset="-122"/>
                <a:cs typeface="Times New Roman" panose="02020603050405020304" pitchFamily="18" charset="0"/>
              </a:rPr>
              <a:t>Station ID</a:t>
            </a:r>
            <a:r>
              <a:rPr lang="zh-CN" altLang="en-US" sz="1800" kern="0" dirty="0">
                <a:ea typeface="宋体" panose="02010600030101010101" pitchFamily="2" charset="-122"/>
                <a:cs typeface="Times New Roman" panose="02020603050405020304" pitchFamily="18" charset="0"/>
              </a:rPr>
              <a:t>、</a:t>
            </a:r>
            <a:r>
              <a:rPr lang="en-US" altLang="zh-CN" sz="1800" kern="0" dirty="0">
                <a:ea typeface="宋体" panose="02010600030101010101" pitchFamily="2" charset="-122"/>
                <a:cs typeface="Times New Roman" panose="02020603050405020304" pitchFamily="18" charset="0"/>
              </a:rPr>
              <a:t>Supported Rates</a:t>
            </a:r>
          </a:p>
          <a:p>
            <a:pPr lvl="2">
              <a:lnSpc>
                <a:spcPct val="150000"/>
              </a:lnSpc>
              <a:spcBef>
                <a:spcPts val="600"/>
              </a:spcBef>
              <a:buClr>
                <a:srgbClr val="C00000"/>
              </a:buClr>
              <a:buFont typeface="Wingdings" panose="05000000000000000000" pitchFamily="2" charset="2"/>
              <a:buChar char="Ø"/>
            </a:pP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AP</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维护</a:t>
            </a:r>
            <a:r>
              <a:rPr lang="zh-CN" altLang="en-US"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站点关联表</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，并记录站点能力（如支持的速率等）</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marL="914339" lvl="2" indent="0">
              <a:lnSpc>
                <a:spcPts val="2995"/>
              </a:lnSpc>
              <a:spcBef>
                <a:spcPts val="599"/>
              </a:spcBef>
              <a:buClr>
                <a:srgbClr val="C00000"/>
              </a:buClr>
              <a:buNone/>
            </a:pPr>
            <a:endParaRPr lang="zh-CN" altLang="en-US" sz="1797" kern="0" dirty="0">
              <a:latin typeface="Arial" panose="020B0604020202020204" pitchFamily="34" charset="0"/>
              <a:ea typeface="宋体" panose="02010600030101010101" pitchFamily="2" charset="-122"/>
              <a:cs typeface="Arial" panose="020B0604020202020204" pitchFamily="34" charset="0"/>
            </a:endParaRPr>
          </a:p>
        </p:txBody>
      </p:sp>
      <p:sp>
        <p:nvSpPr>
          <p:cNvPr id="7" name="Rectangle 2">
            <a:extLst>
              <a:ext uri="{FF2B5EF4-FFF2-40B4-BE49-F238E27FC236}">
                <a16:creationId xmlns:a16="http://schemas.microsoft.com/office/drawing/2014/main" id="{80ABD158-AA7E-49AF-BB4B-E5B3D51259B0}"/>
              </a:ext>
            </a:extLst>
          </p:cNvPr>
          <p:cNvSpPr>
            <a:spLocks noGrp="1" noChangeArrowheads="1"/>
          </p:cNvSpPr>
          <p:nvPr>
            <p:ph type="title"/>
          </p:nvPr>
        </p:nvSpPr>
        <p:spPr>
          <a:xfrm>
            <a:off x="463332" y="614648"/>
            <a:ext cx="7829837" cy="850897"/>
          </a:xfrm>
        </p:spPr>
        <p:txBody>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无线局域网组网方法（续）</a:t>
            </a:r>
          </a:p>
        </p:txBody>
      </p:sp>
      <p:sp>
        <p:nvSpPr>
          <p:cNvPr id="4" name="标题 1">
            <a:extLst>
              <a:ext uri="{FF2B5EF4-FFF2-40B4-BE49-F238E27FC236}">
                <a16:creationId xmlns:a16="http://schemas.microsoft.com/office/drawing/2014/main" id="{A4457B76-7427-4A7C-8F20-79CA17D7DC3B}"/>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3960033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5"/>
          <p:cNvSpPr txBox="1">
            <a:spLocks/>
          </p:cNvSpPr>
          <p:nvPr/>
        </p:nvSpPr>
        <p:spPr bwMode="auto">
          <a:xfrm>
            <a:off x="463331" y="1453941"/>
            <a:ext cx="8304888" cy="5015647"/>
          </a:xfrm>
          <a:prstGeom prst="rect">
            <a:avLst/>
          </a:prstGeom>
          <a:noFill/>
          <a:ln w="9525">
            <a:noFill/>
            <a:miter lim="800000"/>
            <a:headEnd/>
            <a:tailEnd/>
          </a:ln>
        </p:spPr>
        <p:txBody>
          <a:bodyPr vert="horz" wrap="square" lIns="91388" tIns="45696" rIns="91388" bIns="45696" numCol="1" anchor="t" anchorCtr="0" compatLnSpc="1">
            <a:prstTxWarp prst="textNoShape">
              <a:avLst/>
            </a:prstTxWarp>
          </a:bodyPr>
          <a:lstStyle>
            <a:lvl1pPr marL="342900" indent="-342900" algn="l" defTabSz="915988"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4538" indent="-287338" algn="l" defTabSz="915988"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4588" indent="-228600" algn="l" defTabSz="915988" rtl="0" eaLnBrk="0" fontAlgn="base" hangingPunct="0">
              <a:spcBef>
                <a:spcPct val="20000"/>
              </a:spcBef>
              <a:spcAft>
                <a:spcPct val="0"/>
              </a:spcAft>
              <a:buChar char="•"/>
              <a:defRPr sz="2000">
                <a:solidFill>
                  <a:schemeClr val="tx1"/>
                </a:solidFill>
                <a:latin typeface="+mn-lt"/>
              </a:defRPr>
            </a:lvl3pPr>
            <a:lvl4pPr marL="1603375" indent="-230188" algn="l" defTabSz="915988" rtl="0" eaLnBrk="0" fontAlgn="base" hangingPunct="0">
              <a:spcBef>
                <a:spcPct val="20000"/>
              </a:spcBef>
              <a:spcAft>
                <a:spcPct val="0"/>
              </a:spcAft>
              <a:buChar char="–"/>
              <a:defRPr sz="2000">
                <a:solidFill>
                  <a:schemeClr val="tx1"/>
                </a:solidFill>
                <a:latin typeface="Times New Roman" pitchFamily="18" charset="0"/>
              </a:defRPr>
            </a:lvl4pPr>
            <a:lvl5pPr marL="2060575" indent="-228600" algn="l" defTabSz="915988" rtl="0" eaLnBrk="0" fontAlgn="base" hangingPunct="0">
              <a:spcBef>
                <a:spcPct val="20000"/>
              </a:spcBef>
              <a:spcAft>
                <a:spcPct val="0"/>
              </a:spcAft>
              <a:buChar char="»"/>
              <a:defRPr sz="2000">
                <a:solidFill>
                  <a:schemeClr val="tx1"/>
                </a:solidFill>
                <a:latin typeface="Times New Roman" pitchFamily="18" charset="0"/>
              </a:defRPr>
            </a:lvl5pPr>
            <a:lvl6pPr marL="2517775" indent="-228600" algn="l" defTabSz="915988" rtl="0" eaLnBrk="0" fontAlgn="base" hangingPunct="0">
              <a:spcBef>
                <a:spcPct val="20000"/>
              </a:spcBef>
              <a:spcAft>
                <a:spcPct val="0"/>
              </a:spcAft>
              <a:buChar char="»"/>
              <a:defRPr sz="2000">
                <a:solidFill>
                  <a:schemeClr val="tx1"/>
                </a:solidFill>
                <a:latin typeface="Times New Roman" pitchFamily="18" charset="0"/>
              </a:defRPr>
            </a:lvl6pPr>
            <a:lvl7pPr marL="2974975" indent="-228600" algn="l" defTabSz="915988" rtl="0" eaLnBrk="0" fontAlgn="base" hangingPunct="0">
              <a:spcBef>
                <a:spcPct val="20000"/>
              </a:spcBef>
              <a:spcAft>
                <a:spcPct val="0"/>
              </a:spcAft>
              <a:buChar char="»"/>
              <a:defRPr sz="2000">
                <a:solidFill>
                  <a:schemeClr val="tx1"/>
                </a:solidFill>
                <a:latin typeface="Times New Roman" pitchFamily="18" charset="0"/>
              </a:defRPr>
            </a:lvl7pPr>
            <a:lvl8pPr marL="3432175" indent="-228600" algn="l" defTabSz="915988" rtl="0" eaLnBrk="0" fontAlgn="base" hangingPunct="0">
              <a:spcBef>
                <a:spcPct val="20000"/>
              </a:spcBef>
              <a:spcAft>
                <a:spcPct val="0"/>
              </a:spcAft>
              <a:buChar char="»"/>
              <a:defRPr sz="2000">
                <a:solidFill>
                  <a:schemeClr val="tx1"/>
                </a:solidFill>
                <a:latin typeface="Times New Roman" pitchFamily="18" charset="0"/>
              </a:defRPr>
            </a:lvl8pPr>
            <a:lvl9pPr marL="3889375" indent="-228600" algn="l" defTabSz="915988" rtl="0" eaLnBrk="0" fontAlgn="base" hangingPunct="0">
              <a:spcBef>
                <a:spcPct val="20000"/>
              </a:spcBef>
              <a:spcAft>
                <a:spcPct val="0"/>
              </a:spcAft>
              <a:buChar char="»"/>
              <a:defRPr sz="2000">
                <a:solidFill>
                  <a:schemeClr val="tx1"/>
                </a:solidFill>
                <a:latin typeface="Times New Roman" pitchFamily="18" charset="0"/>
              </a:defRPr>
            </a:lvl9pPr>
          </a:lstStyle>
          <a:p>
            <a:pPr>
              <a:lnSpc>
                <a:spcPct val="130000"/>
              </a:lnSpc>
              <a:spcBef>
                <a:spcPts val="600"/>
              </a:spcBef>
              <a:buClr>
                <a:srgbClr val="C00000"/>
              </a:buClr>
            </a:pPr>
            <a:r>
              <a:rPr lang="zh-CN" altLang="en-US" sz="2396" b="1" dirty="0">
                <a:latin typeface="Times New Roman" pitchFamily="18" charset="0"/>
                <a:ea typeface="宋体" pitchFamily="2" charset="-122"/>
                <a:cs typeface="Times New Roman" pitchFamily="18" charset="0"/>
              </a:rPr>
              <a:t>自组织模式</a:t>
            </a:r>
            <a:endParaRPr lang="en-US" altLang="zh-CN" sz="2396" b="1" dirty="0">
              <a:latin typeface="Times New Roman" pitchFamily="18" charset="0"/>
              <a:ea typeface="宋体" pitchFamily="2" charset="-122"/>
              <a:cs typeface="Times New Roman" pitchFamily="18" charset="0"/>
            </a:endParaRPr>
          </a:p>
          <a:p>
            <a:pPr marL="717844" lvl="1" indent="-358129">
              <a:lnSpc>
                <a:spcPct val="130000"/>
              </a:lnSpc>
              <a:spcBef>
                <a:spcPts val="600"/>
              </a:spcBef>
            </a:pPr>
            <a:r>
              <a:rPr lang="zh-CN" altLang="en-US" sz="2200" dirty="0">
                <a:latin typeface="Times New Roman" panose="02020603050405020304" pitchFamily="18" charset="0"/>
                <a:ea typeface="宋体" pitchFamily="2" charset="-122"/>
                <a:cs typeface="Times New Roman" pitchFamily="18" charset="0"/>
              </a:rPr>
              <a:t>建立独立基本服务集（</a:t>
            </a:r>
            <a:r>
              <a:rPr lang="en-US" altLang="zh-CN" sz="2200" dirty="0">
                <a:latin typeface="Times New Roman" panose="02020603050405020304" pitchFamily="18" charset="0"/>
                <a:ea typeface="宋体" pitchFamily="2" charset="-122"/>
                <a:cs typeface="Times New Roman" panose="02020603050405020304" pitchFamily="18" charset="0"/>
              </a:rPr>
              <a:t>IBSS</a:t>
            </a:r>
            <a:r>
              <a:rPr lang="zh-CN" altLang="en-US" sz="2200" dirty="0">
                <a:latin typeface="Times New Roman" panose="02020603050405020304" pitchFamily="18" charset="0"/>
                <a:ea typeface="宋体" pitchFamily="2" charset="-122"/>
                <a:cs typeface="Times New Roman" panose="02020603050405020304" pitchFamily="18" charset="0"/>
              </a:rPr>
              <a:t>），站点之间直接通信</a:t>
            </a:r>
            <a:endParaRPr lang="en-US" altLang="zh-CN" sz="2200" dirty="0">
              <a:latin typeface="Times New Roman" panose="02020603050405020304" pitchFamily="18" charset="0"/>
              <a:ea typeface="宋体" pitchFamily="2" charset="-122"/>
              <a:cs typeface="Times New Roman" pitchFamily="18" charset="0"/>
            </a:endParaRPr>
          </a:p>
          <a:p>
            <a:pPr marL="717844" lvl="1" indent="-358129">
              <a:lnSpc>
                <a:spcPct val="130000"/>
              </a:lnSpc>
              <a:spcBef>
                <a:spcPts val="600"/>
              </a:spcBef>
            </a:pPr>
            <a:r>
              <a:rPr lang="zh-CN" altLang="en-US" sz="2200" dirty="0">
                <a:latin typeface="Times New Roman" panose="02020603050405020304" pitchFamily="18" charset="0"/>
                <a:ea typeface="宋体" pitchFamily="2" charset="-122"/>
                <a:cs typeface="Times New Roman" pitchFamily="18" charset="0"/>
              </a:rPr>
              <a:t>站点设为</a:t>
            </a:r>
            <a:r>
              <a:rPr lang="en-US" altLang="zh-CN" sz="2200" dirty="0">
                <a:latin typeface="Times New Roman" panose="02020603050405020304" pitchFamily="18" charset="0"/>
                <a:ea typeface="宋体" pitchFamily="2" charset="-122"/>
                <a:cs typeface="Times New Roman" pitchFamily="18" charset="0"/>
              </a:rPr>
              <a:t>Ad-hoc</a:t>
            </a:r>
            <a:r>
              <a:rPr lang="zh-CN" altLang="en-US" sz="2200" dirty="0">
                <a:latin typeface="Times New Roman" panose="02020603050405020304" pitchFamily="18" charset="0"/>
                <a:ea typeface="宋体" pitchFamily="2" charset="-122"/>
                <a:cs typeface="Times New Roman" pitchFamily="18" charset="0"/>
              </a:rPr>
              <a:t>模式</a:t>
            </a:r>
            <a:endParaRPr lang="en-US" altLang="zh-CN" sz="2200" kern="0" dirty="0">
              <a:latin typeface="Times New Roman" panose="02020603050405020304" pitchFamily="18" charset="0"/>
              <a:cs typeface="Times New Roman" panose="02020603050405020304" pitchFamily="18" charset="0"/>
            </a:endParaRPr>
          </a:p>
          <a:p>
            <a:pPr marL="717844" lvl="1" indent="-358129">
              <a:lnSpc>
                <a:spcPct val="130000"/>
              </a:lnSpc>
              <a:spcBef>
                <a:spcPts val="600"/>
              </a:spcBef>
            </a:pP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站点探测是否存在特定</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SSID</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IBSS</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。如果有，则加入</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IBSS</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；否则，自己创建</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IBSS，</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发出</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Beacon</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，等待其他站点加入</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marL="717844" lvl="1" indent="-358129">
              <a:lnSpc>
                <a:spcPct val="130000"/>
              </a:lnSpc>
              <a:spcBef>
                <a:spcPts val="600"/>
              </a:spcBef>
            </a:pP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IBSS</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中的所有站点发送</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Beacon</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，每个站点在</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Beacon</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窗口竞争</a:t>
            </a:r>
            <a:r>
              <a:rPr lang="en-US" altLang="zh-CN" sz="2200" kern="0" dirty="0">
                <a:latin typeface="Times New Roman" panose="02020603050405020304" pitchFamily="18" charset="0"/>
                <a:ea typeface="宋体" panose="02010600030101010101" pitchFamily="2" charset="-122"/>
                <a:cs typeface="Times New Roman" panose="02020603050405020304" pitchFamily="18" charset="0"/>
              </a:rPr>
              <a:t>Beacon</a:t>
            </a:r>
            <a:r>
              <a:rPr lang="zh-CN" altLang="en-US" sz="2200" kern="0" dirty="0">
                <a:latin typeface="Times New Roman" panose="02020603050405020304" pitchFamily="18" charset="0"/>
                <a:ea typeface="宋体" panose="02010600030101010101" pitchFamily="2" charset="-122"/>
                <a:cs typeface="Times New Roman" panose="02020603050405020304" pitchFamily="18" charset="0"/>
              </a:rPr>
              <a:t>生成。对于每个站点：</a:t>
            </a:r>
            <a:endParaRPr lang="en-US" altLang="zh-CN" sz="2200"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确定一个随机数</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k</a:t>
            </a:r>
          </a:p>
          <a:p>
            <a:pPr lvl="2">
              <a:lnSpc>
                <a:spcPct val="13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个时间槽</a:t>
            </a:r>
            <a:endParaRPr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Bef>
                <a:spcPts val="600"/>
              </a:spcBef>
              <a:buClr>
                <a:srgbClr val="C00000"/>
              </a:buClr>
              <a:buFont typeface="Wingdings" panose="05000000000000000000" pitchFamily="2" charset="2"/>
              <a:buChar char="Ø"/>
            </a:pP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如果没有站点发送</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Beacon</a:t>
            </a:r>
            <a:r>
              <a:rPr lang="zh-CN" altLang="en-US" kern="0" dirty="0">
                <a:latin typeface="Times New Roman" panose="02020603050405020304" pitchFamily="18" charset="0"/>
                <a:ea typeface="宋体" panose="02010600030101010101" pitchFamily="2" charset="-122"/>
                <a:cs typeface="Times New Roman" panose="02020603050405020304" pitchFamily="18" charset="0"/>
              </a:rPr>
              <a:t>，则发送</a:t>
            </a:r>
            <a:r>
              <a:rPr lang="en-US" altLang="zh-CN" kern="0" dirty="0">
                <a:latin typeface="Times New Roman" panose="02020603050405020304" pitchFamily="18" charset="0"/>
                <a:ea typeface="宋体" panose="02010600030101010101" pitchFamily="2" charset="-122"/>
                <a:cs typeface="Times New Roman" panose="02020603050405020304" pitchFamily="18" charset="0"/>
              </a:rPr>
              <a:t>Beacon</a:t>
            </a:r>
          </a:p>
        </p:txBody>
      </p:sp>
      <p:sp>
        <p:nvSpPr>
          <p:cNvPr id="52" name="Rectangle 2">
            <a:extLst>
              <a:ext uri="{FF2B5EF4-FFF2-40B4-BE49-F238E27FC236}">
                <a16:creationId xmlns:a16="http://schemas.microsoft.com/office/drawing/2014/main" id="{4A1BDE89-BF14-4473-850A-C89EBCCD1CD3}"/>
              </a:ext>
            </a:extLst>
          </p:cNvPr>
          <p:cNvSpPr>
            <a:spLocks noGrp="1" noChangeArrowheads="1"/>
          </p:cNvSpPr>
          <p:nvPr>
            <p:ph type="title"/>
          </p:nvPr>
        </p:nvSpPr>
        <p:spPr>
          <a:xfrm>
            <a:off x="463332" y="614648"/>
            <a:ext cx="8165510" cy="838371"/>
          </a:xfrm>
        </p:spPr>
        <p:txBody>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无线局域网组网方法（续）</a:t>
            </a:r>
          </a:p>
        </p:txBody>
      </p:sp>
      <p:sp>
        <p:nvSpPr>
          <p:cNvPr id="6" name="标题 1">
            <a:extLst>
              <a:ext uri="{FF2B5EF4-FFF2-40B4-BE49-F238E27FC236}">
                <a16:creationId xmlns:a16="http://schemas.microsoft.com/office/drawing/2014/main" id="{53F1285B-BD8A-42FF-9C82-C915C1207A9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9151433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399047" y="595296"/>
            <a:ext cx="7876875" cy="932661"/>
          </a:xfrm>
          <a:noFill/>
        </p:spPr>
        <p:txBody>
          <a:bodyPr vert="horz" lIns="91905" tIns="45953" rIns="91905" bIns="45953" rtlCol="0" anchor="ct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BSS</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内部数据传输</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899" name="Oval 3"/>
          <p:cNvSpPr>
            <a:spLocks noChangeArrowheads="1"/>
          </p:cNvSpPr>
          <p:nvPr/>
        </p:nvSpPr>
        <p:spPr bwMode="auto">
          <a:xfrm>
            <a:off x="839244" y="1527957"/>
            <a:ext cx="7436678" cy="4773235"/>
          </a:xfrm>
          <a:prstGeom prst="ellipse">
            <a:avLst/>
          </a:prstGeom>
          <a:solidFill>
            <a:srgbClr val="00FFFF"/>
          </a:solidFill>
          <a:ln w="12700">
            <a:noFill/>
            <a:round/>
            <a:headEnd/>
            <a:tailEnd/>
          </a:ln>
        </p:spPr>
        <p:txBody>
          <a:bodyPr wrap="none"/>
          <a:lstStyle/>
          <a:p>
            <a:pPr defTabSz="760628"/>
            <a:endParaRPr lang="zh-CN" altLang="en-US" sz="2396">
              <a:latin typeface="Arial" charset="0"/>
              <a:ea typeface="宋体" pitchFamily="2" charset="-122"/>
            </a:endParaRPr>
          </a:p>
        </p:txBody>
      </p:sp>
      <p:grpSp>
        <p:nvGrpSpPr>
          <p:cNvPr id="80900" name="Group 4"/>
          <p:cNvGrpSpPr>
            <a:grpSpLocks/>
          </p:cNvGrpSpPr>
          <p:nvPr/>
        </p:nvGrpSpPr>
        <p:grpSpPr bwMode="auto">
          <a:xfrm>
            <a:off x="3221157" y="1734473"/>
            <a:ext cx="2812604" cy="2438647"/>
            <a:chOff x="2064" y="1200"/>
            <a:chExt cx="1920" cy="1536"/>
          </a:xfrm>
        </p:grpSpPr>
        <p:sp>
          <p:nvSpPr>
            <p:cNvPr id="1112069" name="Rectangle 5"/>
            <p:cNvSpPr>
              <a:spLocks noChangeArrowheads="1"/>
            </p:cNvSpPr>
            <p:nvPr/>
          </p:nvSpPr>
          <p:spPr bwMode="auto">
            <a:xfrm>
              <a:off x="2064" y="1200"/>
              <a:ext cx="1920" cy="1392"/>
            </a:xfrm>
            <a:prstGeom prst="rect">
              <a:avLst/>
            </a:prstGeom>
            <a:solidFill>
              <a:srgbClr val="CCFFCC"/>
            </a:solidFill>
            <a:ln w="12700">
              <a:solidFill>
                <a:schemeClr val="tx1"/>
              </a:solidFill>
              <a:miter lim="800000"/>
              <a:headEnd type="none" w="sm" len="sm"/>
              <a:tailEnd type="none" w="sm" len="sm"/>
            </a:ln>
            <a:effectLst>
              <a:outerShdw dist="107763" dir="2700000" algn="ctr" rotWithShape="0">
                <a:schemeClr val="bg2"/>
              </a:outerShdw>
            </a:effectLst>
          </p:spPr>
          <p:txBody>
            <a:bodyPr wrap="none"/>
            <a:lstStyle/>
            <a:p>
              <a:pPr algn="r" defTabSz="760628">
                <a:defRPr/>
              </a:pPr>
              <a:r>
                <a:rPr lang="en-US" altLang="zh-CN" sz="1597" dirty="0">
                  <a:latin typeface="Arial" charset="0"/>
                  <a:ea typeface="宋体" pitchFamily="2" charset="-122"/>
                </a:rPr>
                <a:t>Access Point   </a:t>
              </a:r>
              <a:endParaRPr lang="en-US" altLang="zh-CN" sz="2396" dirty="0">
                <a:latin typeface="Arial" charset="0"/>
                <a:ea typeface="宋体" pitchFamily="2" charset="-122"/>
              </a:endParaRPr>
            </a:p>
          </p:txBody>
        </p:sp>
        <p:grpSp>
          <p:nvGrpSpPr>
            <p:cNvPr id="80933" name="Group 6"/>
            <p:cNvGrpSpPr>
              <a:grpSpLocks/>
            </p:cNvGrpSpPr>
            <p:nvPr/>
          </p:nvGrpSpPr>
          <p:grpSpPr bwMode="auto">
            <a:xfrm>
              <a:off x="2880" y="1680"/>
              <a:ext cx="1008" cy="1056"/>
              <a:chOff x="2160" y="1440"/>
              <a:chExt cx="1008" cy="1056"/>
            </a:xfrm>
          </p:grpSpPr>
          <p:sp>
            <p:nvSpPr>
              <p:cNvPr id="1112071" name="Rectangle 7"/>
              <p:cNvSpPr>
                <a:spLocks noChangeArrowheads="1"/>
              </p:cNvSpPr>
              <p:nvPr/>
            </p:nvSpPr>
            <p:spPr bwMode="auto">
              <a:xfrm>
                <a:off x="2160" y="1440"/>
                <a:ext cx="1008" cy="1056"/>
              </a:xfrm>
              <a:prstGeom prst="rect">
                <a:avLst/>
              </a:prstGeom>
              <a:solidFill>
                <a:srgbClr val="99CCFF"/>
              </a:solidFill>
              <a:ln w="12700">
                <a:solidFill>
                  <a:schemeClr val="tx1"/>
                </a:solidFill>
                <a:miter lim="800000"/>
                <a:headEnd type="none" w="sm" len="sm"/>
                <a:tailEnd type="none" w="sm" len="sm"/>
              </a:ln>
              <a:effectLst>
                <a:outerShdw dist="107763" dir="2700000" algn="ctr" rotWithShape="0">
                  <a:schemeClr val="bg2"/>
                </a:outerShdw>
              </a:effectLst>
            </p:spPr>
            <p:txBody>
              <a:bodyPr wrap="none"/>
              <a:lstStyle/>
              <a:p>
                <a:pPr defTabSz="760628">
                  <a:defRPr/>
                </a:pPr>
                <a:r>
                  <a:rPr lang="en-US" altLang="zh-CN" sz="1198" dirty="0">
                    <a:latin typeface="Arial" charset="0"/>
                    <a:ea typeface="宋体" pitchFamily="2" charset="-122"/>
                  </a:rPr>
                  <a:t>Wireless PC-Card</a:t>
                </a:r>
                <a:endParaRPr lang="en-US" altLang="zh-CN" sz="2396" dirty="0">
                  <a:latin typeface="Arial" charset="0"/>
                  <a:ea typeface="宋体" pitchFamily="2" charset="-122"/>
                </a:endParaRPr>
              </a:p>
            </p:txBody>
          </p:sp>
          <p:sp>
            <p:nvSpPr>
              <p:cNvPr id="80939" name="Rectangle 8"/>
              <p:cNvSpPr>
                <a:spLocks noChangeArrowheads="1"/>
              </p:cNvSpPr>
              <p:nvPr/>
            </p:nvSpPr>
            <p:spPr bwMode="auto">
              <a:xfrm>
                <a:off x="2236" y="1680"/>
                <a:ext cx="862" cy="480"/>
              </a:xfrm>
              <a:prstGeom prst="rect">
                <a:avLst/>
              </a:prstGeom>
              <a:solidFill>
                <a:schemeClr val="bg1"/>
              </a:solidFill>
              <a:ln w="12700">
                <a:solidFill>
                  <a:schemeClr val="tx1"/>
                </a:solidFill>
                <a:miter lim="800000"/>
                <a:headEnd type="none" w="sm" len="sm"/>
                <a:tailEnd type="none" w="sm" len="sm"/>
              </a:ln>
            </p:spPr>
            <p:txBody>
              <a:bodyPr wrap="none"/>
              <a:lstStyle/>
              <a:p>
                <a:pPr defTabSz="760628"/>
                <a:r>
                  <a:rPr lang="en-US" altLang="zh-CN" sz="1198" dirty="0">
                    <a:latin typeface="Arial" charset="0"/>
                    <a:ea typeface="宋体" pitchFamily="2" charset="-122"/>
                  </a:rPr>
                  <a:t>Association table</a:t>
                </a:r>
                <a:endParaRPr lang="en-US" altLang="zh-CN" sz="2396" dirty="0">
                  <a:latin typeface="Arial" charset="0"/>
                  <a:ea typeface="宋体" pitchFamily="2" charset="-122"/>
                </a:endParaRPr>
              </a:p>
            </p:txBody>
          </p:sp>
          <p:sp>
            <p:nvSpPr>
              <p:cNvPr id="80940" name="Rectangle 9"/>
              <p:cNvSpPr>
                <a:spLocks noChangeArrowheads="1"/>
              </p:cNvSpPr>
              <p:nvPr/>
            </p:nvSpPr>
            <p:spPr bwMode="auto">
              <a:xfrm>
                <a:off x="2256" y="2208"/>
                <a:ext cx="624" cy="240"/>
              </a:xfrm>
              <a:prstGeom prst="rect">
                <a:avLst/>
              </a:prstGeom>
              <a:solidFill>
                <a:schemeClr val="folHlink"/>
              </a:solidFill>
              <a:ln w="12700">
                <a:solidFill>
                  <a:schemeClr val="tx1"/>
                </a:solidFill>
                <a:miter lim="800000"/>
                <a:headEnd type="none" w="sm" len="sm"/>
                <a:tailEnd type="none" w="sm" len="sm"/>
              </a:ln>
            </p:spPr>
            <p:txBody>
              <a:bodyPr wrap="none" anchor="ctr"/>
              <a:lstStyle/>
              <a:p>
                <a:pPr defTabSz="760628"/>
                <a:r>
                  <a:rPr lang="en-US" altLang="zh-CN" sz="1400" dirty="0">
                    <a:latin typeface="Arial" charset="0"/>
                    <a:ea typeface="宋体" pitchFamily="2" charset="-122"/>
                  </a:rPr>
                  <a:t>Intra-BSS </a:t>
                </a:r>
              </a:p>
              <a:p>
                <a:pPr defTabSz="760628"/>
                <a:r>
                  <a:rPr lang="en-US" altLang="zh-CN" sz="1400" dirty="0">
                    <a:latin typeface="Arial" charset="0"/>
                    <a:ea typeface="宋体" pitchFamily="2" charset="-122"/>
                  </a:rPr>
                  <a:t>Relay</a:t>
                </a:r>
                <a:endParaRPr lang="en-US" altLang="zh-CN" sz="2800" dirty="0">
                  <a:latin typeface="Arial" charset="0"/>
                  <a:ea typeface="宋体" pitchFamily="2" charset="-122"/>
                </a:endParaRPr>
              </a:p>
            </p:txBody>
          </p:sp>
          <p:sp>
            <p:nvSpPr>
              <p:cNvPr id="80941" name="Line 10"/>
              <p:cNvSpPr>
                <a:spLocks noChangeShapeType="1"/>
              </p:cNvSpPr>
              <p:nvPr/>
            </p:nvSpPr>
            <p:spPr bwMode="auto">
              <a:xfrm>
                <a:off x="2232" y="1827"/>
                <a:ext cx="864" cy="0"/>
              </a:xfrm>
              <a:prstGeom prst="line">
                <a:avLst/>
              </a:prstGeom>
              <a:noFill/>
              <a:ln w="12700">
                <a:solidFill>
                  <a:schemeClr val="tx1"/>
                </a:solidFill>
                <a:round/>
                <a:headEnd/>
                <a:tailEnd/>
              </a:ln>
            </p:spPr>
            <p:txBody>
              <a:bodyPr wrap="none" anchor="ctr"/>
              <a:lstStyle/>
              <a:p>
                <a:endParaRPr lang="zh-CN" altLang="en-US" sz="1797"/>
              </a:p>
            </p:txBody>
          </p:sp>
        </p:grpSp>
        <p:grpSp>
          <p:nvGrpSpPr>
            <p:cNvPr id="80934" name="Group 11"/>
            <p:cNvGrpSpPr>
              <a:grpSpLocks/>
            </p:cNvGrpSpPr>
            <p:nvPr/>
          </p:nvGrpSpPr>
          <p:grpSpPr bwMode="auto">
            <a:xfrm>
              <a:off x="2132" y="1296"/>
              <a:ext cx="652" cy="1056"/>
              <a:chOff x="3284" y="1440"/>
              <a:chExt cx="652" cy="1056"/>
            </a:xfrm>
          </p:grpSpPr>
          <p:sp>
            <p:nvSpPr>
              <p:cNvPr id="80935" name="Rectangle 12"/>
              <p:cNvSpPr>
                <a:spLocks noChangeArrowheads="1"/>
              </p:cNvSpPr>
              <p:nvPr/>
            </p:nvSpPr>
            <p:spPr bwMode="auto">
              <a:xfrm>
                <a:off x="3284" y="1440"/>
                <a:ext cx="652" cy="1056"/>
              </a:xfrm>
              <a:prstGeom prst="rect">
                <a:avLst/>
              </a:prstGeom>
              <a:solidFill>
                <a:schemeClr val="bg1"/>
              </a:solidFill>
              <a:ln w="12700">
                <a:solidFill>
                  <a:schemeClr val="tx1"/>
                </a:solidFill>
                <a:miter lim="800000"/>
                <a:headEnd type="none" w="sm" len="sm"/>
                <a:tailEnd type="none" w="sm" len="sm"/>
              </a:ln>
            </p:spPr>
            <p:txBody>
              <a:bodyPr wrap="none"/>
              <a:lstStyle/>
              <a:p>
                <a:pPr defTabSz="760628"/>
                <a:r>
                  <a:rPr lang="en-US" altLang="zh-CN" sz="1200" dirty="0">
                    <a:latin typeface="Arial" charset="0"/>
                    <a:ea typeface="宋体" pitchFamily="2" charset="-122"/>
                  </a:rPr>
                  <a:t>Bridge learn </a:t>
                </a:r>
              </a:p>
              <a:p>
                <a:pPr defTabSz="760628"/>
                <a:r>
                  <a:rPr lang="en-US" altLang="zh-CN" sz="1200" dirty="0">
                    <a:latin typeface="Arial" charset="0"/>
                    <a:ea typeface="宋体" pitchFamily="2" charset="-122"/>
                  </a:rPr>
                  <a:t>table</a:t>
                </a:r>
              </a:p>
            </p:txBody>
          </p:sp>
          <p:sp>
            <p:nvSpPr>
              <p:cNvPr id="80936" name="Line 13"/>
              <p:cNvSpPr>
                <a:spLocks noChangeShapeType="1"/>
              </p:cNvSpPr>
              <p:nvPr/>
            </p:nvSpPr>
            <p:spPr bwMode="auto">
              <a:xfrm>
                <a:off x="3312" y="1728"/>
                <a:ext cx="624" cy="0"/>
              </a:xfrm>
              <a:prstGeom prst="line">
                <a:avLst/>
              </a:prstGeom>
              <a:noFill/>
              <a:ln w="12700">
                <a:solidFill>
                  <a:schemeClr val="tx1"/>
                </a:solidFill>
                <a:round/>
                <a:headEnd/>
                <a:tailEnd/>
              </a:ln>
            </p:spPr>
            <p:txBody>
              <a:bodyPr wrap="none" anchor="ctr"/>
              <a:lstStyle/>
              <a:p>
                <a:endParaRPr lang="zh-CN" altLang="en-US" sz="1797"/>
              </a:p>
            </p:txBody>
          </p:sp>
          <p:sp>
            <p:nvSpPr>
              <p:cNvPr id="80937" name="Line 14"/>
              <p:cNvSpPr>
                <a:spLocks noChangeShapeType="1"/>
              </p:cNvSpPr>
              <p:nvPr/>
            </p:nvSpPr>
            <p:spPr bwMode="auto">
              <a:xfrm>
                <a:off x="3696" y="1728"/>
                <a:ext cx="0" cy="768"/>
              </a:xfrm>
              <a:prstGeom prst="line">
                <a:avLst/>
              </a:prstGeom>
              <a:noFill/>
              <a:ln w="12700">
                <a:solidFill>
                  <a:schemeClr val="tx1"/>
                </a:solidFill>
                <a:round/>
                <a:headEnd/>
                <a:tailEnd/>
              </a:ln>
            </p:spPr>
            <p:txBody>
              <a:bodyPr wrap="none" anchor="ctr"/>
              <a:lstStyle/>
              <a:p>
                <a:endParaRPr lang="zh-CN" altLang="en-US" sz="1797"/>
              </a:p>
            </p:txBody>
          </p:sp>
        </p:grpSp>
      </p:grpSp>
      <p:sp>
        <p:nvSpPr>
          <p:cNvPr id="1112079" name="Rectangle 15"/>
          <p:cNvSpPr>
            <a:spLocks noChangeArrowheads="1"/>
          </p:cNvSpPr>
          <p:nvPr/>
        </p:nvSpPr>
        <p:spPr bwMode="auto">
          <a:xfrm>
            <a:off x="1604897" y="4953162"/>
            <a:ext cx="562520" cy="533998"/>
          </a:xfrm>
          <a:prstGeom prst="rect">
            <a:avLst/>
          </a:prstGeom>
          <a:solidFill>
            <a:srgbClr val="CCFFCC"/>
          </a:solidFill>
          <a:ln w="12700">
            <a:solidFill>
              <a:schemeClr val="tx1"/>
            </a:solidFill>
            <a:miter lim="800000"/>
            <a:headEnd/>
            <a:tailEnd/>
          </a:ln>
          <a:effectLst>
            <a:outerShdw dist="107763" dir="2700000" algn="ctr" rotWithShape="0">
              <a:schemeClr val="bg2"/>
            </a:outerShdw>
          </a:effectLst>
        </p:spPr>
        <p:txBody>
          <a:bodyPr wrap="none" anchor="ctr"/>
          <a:lstStyle/>
          <a:p>
            <a:pPr defTabSz="760628">
              <a:defRPr/>
            </a:pPr>
            <a:r>
              <a:rPr lang="en-US" altLang="zh-CN" sz="1198" dirty="0">
                <a:latin typeface="Arial" charset="0"/>
                <a:ea typeface="宋体" pitchFamily="2" charset="-122"/>
              </a:rPr>
              <a:t>STA-1</a:t>
            </a:r>
            <a:endParaRPr lang="en-US" altLang="zh-CN" sz="2396" dirty="0">
              <a:latin typeface="Arial" charset="0"/>
              <a:ea typeface="宋体" pitchFamily="2" charset="-122"/>
            </a:endParaRPr>
          </a:p>
        </p:txBody>
      </p:sp>
      <p:sp>
        <p:nvSpPr>
          <p:cNvPr id="80902" name="Text Box 16"/>
          <p:cNvSpPr txBox="1">
            <a:spLocks noChangeArrowheads="1"/>
          </p:cNvSpPr>
          <p:nvPr/>
        </p:nvSpPr>
        <p:spPr bwMode="auto">
          <a:xfrm>
            <a:off x="6844043" y="3060798"/>
            <a:ext cx="875542" cy="368202"/>
          </a:xfrm>
          <a:prstGeom prst="rect">
            <a:avLst/>
          </a:prstGeom>
          <a:noFill/>
          <a:ln w="12700">
            <a:noFill/>
            <a:miter lim="800000"/>
            <a:headEnd/>
            <a:tailEnd/>
          </a:ln>
        </p:spPr>
        <p:txBody>
          <a:bodyPr wrap="none" anchor="ctr">
            <a:spAutoFit/>
          </a:bodyPr>
          <a:lstStyle/>
          <a:p>
            <a:pPr defTabSz="760628"/>
            <a:r>
              <a:rPr lang="en-US" altLang="zh-CN" sz="1797" dirty="0">
                <a:latin typeface="Arial" charset="0"/>
                <a:ea typeface="宋体" pitchFamily="2" charset="-122"/>
              </a:rPr>
              <a:t>BSS-A</a:t>
            </a:r>
          </a:p>
        </p:txBody>
      </p:sp>
      <p:grpSp>
        <p:nvGrpSpPr>
          <p:cNvPr id="5" name="Group 17"/>
          <p:cNvGrpSpPr>
            <a:grpSpLocks/>
          </p:cNvGrpSpPr>
          <p:nvPr/>
        </p:nvGrpSpPr>
        <p:grpSpPr bwMode="auto">
          <a:xfrm>
            <a:off x="1964595" y="3869042"/>
            <a:ext cx="2050208" cy="1019172"/>
            <a:chOff x="1344" y="2602"/>
            <a:chExt cx="1632" cy="230"/>
          </a:xfrm>
        </p:grpSpPr>
        <p:sp>
          <p:nvSpPr>
            <p:cNvPr id="80930" name="Line 18"/>
            <p:cNvSpPr>
              <a:spLocks noChangeShapeType="1"/>
            </p:cNvSpPr>
            <p:nvPr/>
          </p:nvSpPr>
          <p:spPr bwMode="auto">
            <a:xfrm flipV="1">
              <a:off x="1344" y="2640"/>
              <a:ext cx="1632" cy="192"/>
            </a:xfrm>
            <a:prstGeom prst="line">
              <a:avLst/>
            </a:prstGeom>
            <a:noFill/>
            <a:ln w="12700">
              <a:solidFill>
                <a:schemeClr val="tx1"/>
              </a:solidFill>
              <a:round/>
              <a:headEnd/>
              <a:tailEnd type="triangle" w="med" len="med"/>
            </a:ln>
          </p:spPr>
          <p:txBody>
            <a:bodyPr wrap="none" anchor="ctr"/>
            <a:lstStyle/>
            <a:p>
              <a:endParaRPr lang="zh-CN" altLang="en-US" sz="1797"/>
            </a:p>
          </p:txBody>
        </p:sp>
        <p:sp>
          <p:nvSpPr>
            <p:cNvPr id="80931" name="Text Box 19"/>
            <p:cNvSpPr txBox="1">
              <a:spLocks noChangeArrowheads="1"/>
            </p:cNvSpPr>
            <p:nvPr/>
          </p:nvSpPr>
          <p:spPr bwMode="auto">
            <a:xfrm>
              <a:off x="1649" y="2602"/>
              <a:ext cx="744" cy="162"/>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Associate</a:t>
              </a:r>
            </a:p>
          </p:txBody>
        </p:sp>
      </p:grpSp>
      <p:sp>
        <p:nvSpPr>
          <p:cNvPr id="1112084" name="Rectangle 20"/>
          <p:cNvSpPr>
            <a:spLocks noChangeArrowheads="1"/>
          </p:cNvSpPr>
          <p:nvPr/>
        </p:nvSpPr>
        <p:spPr bwMode="auto">
          <a:xfrm>
            <a:off x="7291263" y="5013305"/>
            <a:ext cx="562520" cy="532414"/>
          </a:xfrm>
          <a:prstGeom prst="rect">
            <a:avLst/>
          </a:prstGeom>
          <a:solidFill>
            <a:srgbClr val="CCFFCC"/>
          </a:solidFill>
          <a:ln w="12700">
            <a:solidFill>
              <a:schemeClr val="tx1"/>
            </a:solidFill>
            <a:miter lim="800000"/>
            <a:headEnd/>
            <a:tailEnd/>
          </a:ln>
          <a:effectLst>
            <a:outerShdw dist="107763" dir="2700000" algn="ctr" rotWithShape="0">
              <a:schemeClr val="bg2"/>
            </a:outerShdw>
          </a:effectLst>
        </p:spPr>
        <p:txBody>
          <a:bodyPr wrap="none" anchor="ctr"/>
          <a:lstStyle/>
          <a:p>
            <a:pPr defTabSz="760628">
              <a:defRPr/>
            </a:pPr>
            <a:r>
              <a:rPr lang="en-US" altLang="zh-CN" sz="1198" dirty="0">
                <a:latin typeface="Arial" charset="0"/>
                <a:ea typeface="宋体" pitchFamily="2" charset="-122"/>
              </a:rPr>
              <a:t>STA-2</a:t>
            </a:r>
            <a:endParaRPr lang="en-US" altLang="zh-CN" sz="2396" dirty="0">
              <a:latin typeface="Arial" charset="0"/>
              <a:ea typeface="宋体" pitchFamily="2" charset="-122"/>
            </a:endParaRPr>
          </a:p>
        </p:txBody>
      </p:sp>
      <p:grpSp>
        <p:nvGrpSpPr>
          <p:cNvPr id="6" name="Group 21"/>
          <p:cNvGrpSpPr>
            <a:grpSpLocks/>
          </p:cNvGrpSpPr>
          <p:nvPr/>
        </p:nvGrpSpPr>
        <p:grpSpPr bwMode="auto">
          <a:xfrm>
            <a:off x="6025244" y="3952990"/>
            <a:ext cx="1632108" cy="906248"/>
            <a:chOff x="3120" y="3216"/>
            <a:chExt cx="962" cy="528"/>
          </a:xfrm>
        </p:grpSpPr>
        <p:sp>
          <p:nvSpPr>
            <p:cNvPr id="80928" name="Line 22"/>
            <p:cNvSpPr>
              <a:spLocks noChangeShapeType="1"/>
            </p:cNvSpPr>
            <p:nvPr/>
          </p:nvSpPr>
          <p:spPr bwMode="auto">
            <a:xfrm flipH="1" flipV="1">
              <a:off x="3120" y="3216"/>
              <a:ext cx="912" cy="528"/>
            </a:xfrm>
            <a:prstGeom prst="line">
              <a:avLst/>
            </a:prstGeom>
            <a:noFill/>
            <a:ln w="12700">
              <a:solidFill>
                <a:schemeClr val="tx1"/>
              </a:solidFill>
              <a:round/>
              <a:headEnd/>
              <a:tailEnd type="triangle" w="med" len="med"/>
            </a:ln>
          </p:spPr>
          <p:txBody>
            <a:bodyPr wrap="none" anchor="ctr"/>
            <a:lstStyle/>
            <a:p>
              <a:endParaRPr lang="zh-CN" altLang="en-US" sz="1797"/>
            </a:p>
          </p:txBody>
        </p:sp>
        <p:sp>
          <p:nvSpPr>
            <p:cNvPr id="80929" name="Text Box 23"/>
            <p:cNvSpPr txBox="1">
              <a:spLocks noChangeArrowheads="1"/>
            </p:cNvSpPr>
            <p:nvPr/>
          </p:nvSpPr>
          <p:spPr bwMode="auto">
            <a:xfrm>
              <a:off x="3458" y="3280"/>
              <a:ext cx="624"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Associate</a:t>
              </a:r>
            </a:p>
          </p:txBody>
        </p:sp>
      </p:grpSp>
      <p:grpSp>
        <p:nvGrpSpPr>
          <p:cNvPr id="7" name="Group 24"/>
          <p:cNvGrpSpPr>
            <a:grpSpLocks/>
          </p:cNvGrpSpPr>
          <p:nvPr/>
        </p:nvGrpSpPr>
        <p:grpSpPr bwMode="auto">
          <a:xfrm>
            <a:off x="2211191" y="4276600"/>
            <a:ext cx="2064692" cy="845749"/>
            <a:chOff x="1392" y="2736"/>
            <a:chExt cx="1584" cy="288"/>
          </a:xfrm>
        </p:grpSpPr>
        <p:sp>
          <p:nvSpPr>
            <p:cNvPr id="80926" name="Line 25"/>
            <p:cNvSpPr>
              <a:spLocks noChangeShapeType="1"/>
            </p:cNvSpPr>
            <p:nvPr/>
          </p:nvSpPr>
          <p:spPr bwMode="auto">
            <a:xfrm flipV="1">
              <a:off x="1392" y="2736"/>
              <a:ext cx="1584" cy="288"/>
            </a:xfrm>
            <a:prstGeom prst="line">
              <a:avLst/>
            </a:prstGeom>
            <a:noFill/>
            <a:ln w="12700">
              <a:solidFill>
                <a:schemeClr val="tx1"/>
              </a:solidFill>
              <a:round/>
              <a:headEnd/>
              <a:tailEnd type="triangle" w="med" len="med"/>
            </a:ln>
          </p:spPr>
          <p:txBody>
            <a:bodyPr wrap="none" anchor="ctr"/>
            <a:lstStyle/>
            <a:p>
              <a:endParaRPr lang="zh-CN" altLang="en-US" sz="1797"/>
            </a:p>
          </p:txBody>
        </p:sp>
        <p:sp>
          <p:nvSpPr>
            <p:cNvPr id="80927" name="Text Box 26"/>
            <p:cNvSpPr txBox="1">
              <a:spLocks noChangeArrowheads="1"/>
            </p:cNvSpPr>
            <p:nvPr/>
          </p:nvSpPr>
          <p:spPr bwMode="auto">
            <a:xfrm>
              <a:off x="1739" y="2773"/>
              <a:ext cx="1048"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Packet for STA-2</a:t>
              </a:r>
            </a:p>
          </p:txBody>
        </p:sp>
      </p:grpSp>
      <p:grpSp>
        <p:nvGrpSpPr>
          <p:cNvPr id="8" name="Group 27"/>
          <p:cNvGrpSpPr>
            <a:grpSpLocks/>
          </p:cNvGrpSpPr>
          <p:nvPr/>
        </p:nvGrpSpPr>
        <p:grpSpPr bwMode="auto">
          <a:xfrm>
            <a:off x="2307258" y="4415926"/>
            <a:ext cx="2109057" cy="955664"/>
            <a:chOff x="1440" y="2832"/>
            <a:chExt cx="1584" cy="309"/>
          </a:xfrm>
        </p:grpSpPr>
        <p:sp>
          <p:nvSpPr>
            <p:cNvPr id="80924" name="Line 28"/>
            <p:cNvSpPr>
              <a:spLocks noChangeShapeType="1"/>
            </p:cNvSpPr>
            <p:nvPr/>
          </p:nvSpPr>
          <p:spPr bwMode="auto">
            <a:xfrm flipV="1">
              <a:off x="1440" y="2832"/>
              <a:ext cx="1584" cy="288"/>
            </a:xfrm>
            <a:prstGeom prst="line">
              <a:avLst/>
            </a:prstGeom>
            <a:noFill/>
            <a:ln w="12700">
              <a:solidFill>
                <a:schemeClr val="tx1"/>
              </a:solidFill>
              <a:round/>
              <a:headEnd type="triangle" w="med" len="med"/>
              <a:tailEnd/>
            </a:ln>
          </p:spPr>
          <p:txBody>
            <a:bodyPr wrap="none" anchor="ctr"/>
            <a:lstStyle/>
            <a:p>
              <a:endParaRPr lang="zh-CN" altLang="en-US" sz="1797"/>
            </a:p>
          </p:txBody>
        </p:sp>
        <p:sp>
          <p:nvSpPr>
            <p:cNvPr id="80925" name="Text Box 29"/>
            <p:cNvSpPr txBox="1">
              <a:spLocks noChangeArrowheads="1"/>
            </p:cNvSpPr>
            <p:nvPr/>
          </p:nvSpPr>
          <p:spPr bwMode="auto">
            <a:xfrm>
              <a:off x="2033" y="2947"/>
              <a:ext cx="379"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ACK</a:t>
              </a:r>
            </a:p>
          </p:txBody>
        </p:sp>
      </p:grpSp>
      <p:grpSp>
        <p:nvGrpSpPr>
          <p:cNvPr id="9" name="Group 30"/>
          <p:cNvGrpSpPr>
            <a:grpSpLocks/>
          </p:cNvGrpSpPr>
          <p:nvPr/>
        </p:nvGrpSpPr>
        <p:grpSpPr bwMode="auto">
          <a:xfrm>
            <a:off x="5025352" y="4349836"/>
            <a:ext cx="2161394" cy="914294"/>
            <a:chOff x="3441" y="2784"/>
            <a:chExt cx="1407" cy="624"/>
          </a:xfrm>
        </p:grpSpPr>
        <p:sp>
          <p:nvSpPr>
            <p:cNvPr id="80922" name="Line 31"/>
            <p:cNvSpPr>
              <a:spLocks noChangeShapeType="1"/>
            </p:cNvSpPr>
            <p:nvPr/>
          </p:nvSpPr>
          <p:spPr bwMode="auto">
            <a:xfrm flipH="1" flipV="1">
              <a:off x="3792" y="2784"/>
              <a:ext cx="1056" cy="624"/>
            </a:xfrm>
            <a:prstGeom prst="line">
              <a:avLst/>
            </a:prstGeom>
            <a:noFill/>
            <a:ln w="12700">
              <a:solidFill>
                <a:schemeClr val="tx1"/>
              </a:solidFill>
              <a:round/>
              <a:headEnd type="triangle" w="med" len="med"/>
              <a:tailEnd/>
            </a:ln>
          </p:spPr>
          <p:txBody>
            <a:bodyPr wrap="none" anchor="ctr"/>
            <a:lstStyle/>
            <a:p>
              <a:endParaRPr lang="zh-CN" altLang="en-US" sz="1797"/>
            </a:p>
          </p:txBody>
        </p:sp>
        <p:sp>
          <p:nvSpPr>
            <p:cNvPr id="80923" name="Text Box 32"/>
            <p:cNvSpPr txBox="1">
              <a:spLocks noChangeArrowheads="1"/>
            </p:cNvSpPr>
            <p:nvPr/>
          </p:nvSpPr>
          <p:spPr bwMode="auto">
            <a:xfrm>
              <a:off x="3441" y="3075"/>
              <a:ext cx="1000" cy="210"/>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Packet for STA-2</a:t>
              </a:r>
            </a:p>
          </p:txBody>
        </p:sp>
      </p:grpSp>
      <p:grpSp>
        <p:nvGrpSpPr>
          <p:cNvPr id="10" name="Group 33"/>
          <p:cNvGrpSpPr>
            <a:grpSpLocks/>
          </p:cNvGrpSpPr>
          <p:nvPr/>
        </p:nvGrpSpPr>
        <p:grpSpPr bwMode="auto">
          <a:xfrm>
            <a:off x="5791195" y="4265054"/>
            <a:ext cx="1430232" cy="793783"/>
            <a:chOff x="3105" y="2746"/>
            <a:chExt cx="1286" cy="500"/>
          </a:xfrm>
        </p:grpSpPr>
        <p:sp>
          <p:nvSpPr>
            <p:cNvPr id="80920" name="Line 34"/>
            <p:cNvSpPr>
              <a:spLocks noChangeShapeType="1"/>
            </p:cNvSpPr>
            <p:nvPr/>
          </p:nvSpPr>
          <p:spPr bwMode="auto">
            <a:xfrm flipH="1" flipV="1">
              <a:off x="3105" y="2746"/>
              <a:ext cx="1286" cy="500"/>
            </a:xfrm>
            <a:prstGeom prst="line">
              <a:avLst/>
            </a:prstGeom>
            <a:noFill/>
            <a:ln w="12700">
              <a:solidFill>
                <a:schemeClr val="tx1"/>
              </a:solidFill>
              <a:round/>
              <a:headEnd/>
              <a:tailEnd type="triangle" w="med" len="med"/>
            </a:ln>
          </p:spPr>
          <p:txBody>
            <a:bodyPr wrap="none" anchor="ctr"/>
            <a:lstStyle/>
            <a:p>
              <a:endParaRPr lang="zh-CN" altLang="en-US" sz="1797"/>
            </a:p>
          </p:txBody>
        </p:sp>
        <p:sp>
          <p:nvSpPr>
            <p:cNvPr id="80921" name="Text Box 35"/>
            <p:cNvSpPr txBox="1">
              <a:spLocks noChangeArrowheads="1"/>
            </p:cNvSpPr>
            <p:nvPr/>
          </p:nvSpPr>
          <p:spPr bwMode="auto">
            <a:xfrm>
              <a:off x="3543" y="2788"/>
              <a:ext cx="499"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ACK</a:t>
              </a:r>
            </a:p>
          </p:txBody>
        </p:sp>
      </p:grpSp>
      <p:grpSp>
        <p:nvGrpSpPr>
          <p:cNvPr id="11" name="Group 36"/>
          <p:cNvGrpSpPr>
            <a:grpSpLocks/>
          </p:cNvGrpSpPr>
          <p:nvPr/>
        </p:nvGrpSpPr>
        <p:grpSpPr bwMode="auto">
          <a:xfrm>
            <a:off x="3320603" y="2342920"/>
            <a:ext cx="1846265" cy="1033186"/>
            <a:chOff x="2277" y="1535"/>
            <a:chExt cx="1259" cy="651"/>
          </a:xfrm>
        </p:grpSpPr>
        <p:sp>
          <p:nvSpPr>
            <p:cNvPr id="80917" name="Text Box 37"/>
            <p:cNvSpPr txBox="1">
              <a:spLocks noChangeArrowheads="1"/>
            </p:cNvSpPr>
            <p:nvPr/>
          </p:nvSpPr>
          <p:spPr bwMode="auto">
            <a:xfrm>
              <a:off x="2277" y="1536"/>
              <a:ext cx="452" cy="180"/>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STA-1</a:t>
              </a:r>
            </a:p>
          </p:txBody>
        </p:sp>
        <p:sp>
          <p:nvSpPr>
            <p:cNvPr id="80918" name="Text Box 38"/>
            <p:cNvSpPr txBox="1">
              <a:spLocks noChangeArrowheads="1"/>
            </p:cNvSpPr>
            <p:nvPr/>
          </p:nvSpPr>
          <p:spPr bwMode="auto">
            <a:xfrm>
              <a:off x="3100" y="2011"/>
              <a:ext cx="436" cy="175"/>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STA-1</a:t>
              </a:r>
            </a:p>
          </p:txBody>
        </p:sp>
        <p:sp>
          <p:nvSpPr>
            <p:cNvPr id="80919" name="Text Box 39"/>
            <p:cNvSpPr txBox="1">
              <a:spLocks noChangeArrowheads="1"/>
            </p:cNvSpPr>
            <p:nvPr/>
          </p:nvSpPr>
          <p:spPr bwMode="auto">
            <a:xfrm>
              <a:off x="2688" y="1535"/>
              <a:ext cx="192" cy="175"/>
            </a:xfrm>
            <a:prstGeom prst="rect">
              <a:avLst/>
            </a:prstGeom>
            <a:noFill/>
            <a:ln w="12700">
              <a:noFill/>
              <a:miter lim="800000"/>
              <a:headEnd/>
              <a:tailEnd/>
            </a:ln>
          </p:spPr>
          <p:txBody>
            <a:bodyPr anchor="ctr">
              <a:spAutoFit/>
            </a:bodyPr>
            <a:lstStyle/>
            <a:p>
              <a:pPr defTabSz="760628"/>
              <a:r>
                <a:rPr lang="en-US" altLang="zh-CN" sz="1200" dirty="0">
                  <a:latin typeface="Arial" charset="0"/>
                  <a:ea typeface="宋体" pitchFamily="2" charset="-122"/>
                </a:rPr>
                <a:t>2</a:t>
              </a:r>
            </a:p>
          </p:txBody>
        </p:sp>
      </p:grpSp>
      <p:grpSp>
        <p:nvGrpSpPr>
          <p:cNvPr id="12" name="Group 40"/>
          <p:cNvGrpSpPr>
            <a:grpSpLocks/>
          </p:cNvGrpSpPr>
          <p:nvPr/>
        </p:nvGrpSpPr>
        <p:grpSpPr bwMode="auto">
          <a:xfrm>
            <a:off x="3321013" y="2571098"/>
            <a:ext cx="1842910" cy="1041112"/>
            <a:chOff x="2277" y="1679"/>
            <a:chExt cx="1257" cy="656"/>
          </a:xfrm>
        </p:grpSpPr>
        <p:sp>
          <p:nvSpPr>
            <p:cNvPr id="80914" name="Text Box 41"/>
            <p:cNvSpPr txBox="1">
              <a:spLocks noChangeArrowheads="1"/>
            </p:cNvSpPr>
            <p:nvPr/>
          </p:nvSpPr>
          <p:spPr bwMode="auto">
            <a:xfrm>
              <a:off x="3098" y="2160"/>
              <a:ext cx="436" cy="175"/>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STA-2</a:t>
              </a:r>
            </a:p>
          </p:txBody>
        </p:sp>
        <p:sp>
          <p:nvSpPr>
            <p:cNvPr id="80915" name="Text Box 42"/>
            <p:cNvSpPr txBox="1">
              <a:spLocks noChangeArrowheads="1"/>
            </p:cNvSpPr>
            <p:nvPr/>
          </p:nvSpPr>
          <p:spPr bwMode="auto">
            <a:xfrm>
              <a:off x="2277" y="1679"/>
              <a:ext cx="415" cy="175"/>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STA-2</a:t>
              </a:r>
            </a:p>
          </p:txBody>
        </p:sp>
        <p:sp>
          <p:nvSpPr>
            <p:cNvPr id="80916" name="Text Box 43"/>
            <p:cNvSpPr txBox="1">
              <a:spLocks noChangeArrowheads="1"/>
            </p:cNvSpPr>
            <p:nvPr/>
          </p:nvSpPr>
          <p:spPr bwMode="auto">
            <a:xfrm>
              <a:off x="2688" y="1679"/>
              <a:ext cx="192" cy="175"/>
            </a:xfrm>
            <a:prstGeom prst="rect">
              <a:avLst/>
            </a:prstGeom>
            <a:noFill/>
            <a:ln w="12700">
              <a:noFill/>
              <a:miter lim="800000"/>
              <a:headEnd/>
              <a:tailEnd/>
            </a:ln>
          </p:spPr>
          <p:txBody>
            <a:bodyPr anchor="ctr">
              <a:spAutoFit/>
            </a:bodyPr>
            <a:lstStyle/>
            <a:p>
              <a:pPr defTabSz="760628"/>
              <a:r>
                <a:rPr lang="en-US" altLang="zh-CN" sz="1200" dirty="0">
                  <a:latin typeface="Arial" charset="0"/>
                  <a:ea typeface="宋体" pitchFamily="2" charset="-122"/>
                </a:rPr>
                <a:t>2</a:t>
              </a:r>
            </a:p>
          </p:txBody>
        </p:sp>
      </p:grpSp>
      <p:sp>
        <p:nvSpPr>
          <p:cNvPr id="1112108" name="Freeform 44"/>
          <p:cNvSpPr>
            <a:spLocks/>
          </p:cNvSpPr>
          <p:nvPr/>
        </p:nvSpPr>
        <p:spPr bwMode="auto">
          <a:xfrm>
            <a:off x="4284401" y="3903744"/>
            <a:ext cx="1529105" cy="326421"/>
          </a:xfrm>
          <a:custGeom>
            <a:avLst/>
            <a:gdLst>
              <a:gd name="T0" fmla="*/ 0 w 540"/>
              <a:gd name="T1" fmla="*/ 2147483647 h 392"/>
              <a:gd name="T2" fmla="*/ 2147483647 w 540"/>
              <a:gd name="T3" fmla="*/ 2147483647 h 392"/>
              <a:gd name="T4" fmla="*/ 2147483647 w 540"/>
              <a:gd name="T5" fmla="*/ 2147483647 h 392"/>
              <a:gd name="T6" fmla="*/ 0 60000 65536"/>
              <a:gd name="T7" fmla="*/ 0 60000 65536"/>
              <a:gd name="T8" fmla="*/ 0 60000 65536"/>
              <a:gd name="T9" fmla="*/ 0 w 540"/>
              <a:gd name="T10" fmla="*/ 0 h 392"/>
              <a:gd name="T11" fmla="*/ 540 w 540"/>
              <a:gd name="T12" fmla="*/ 392 h 392"/>
            </a:gdLst>
            <a:ahLst/>
            <a:cxnLst>
              <a:cxn ang="T6">
                <a:pos x="T0" y="T1"/>
              </a:cxn>
              <a:cxn ang="T7">
                <a:pos x="T2" y="T3"/>
              </a:cxn>
              <a:cxn ang="T8">
                <a:pos x="T4" y="T5"/>
              </a:cxn>
            </a:cxnLst>
            <a:rect l="T9" t="T10" r="T11" b="T12"/>
            <a:pathLst>
              <a:path w="540" h="392">
                <a:moveTo>
                  <a:pt x="0" y="392"/>
                </a:moveTo>
                <a:cubicBezTo>
                  <a:pt x="90" y="198"/>
                  <a:pt x="180" y="4"/>
                  <a:pt x="270" y="2"/>
                </a:cubicBezTo>
                <a:cubicBezTo>
                  <a:pt x="360" y="0"/>
                  <a:pt x="495" y="317"/>
                  <a:pt x="540" y="380"/>
                </a:cubicBezTo>
              </a:path>
            </a:pathLst>
          </a:custGeom>
          <a:noFill/>
          <a:ln w="31750">
            <a:solidFill>
              <a:schemeClr val="tx1"/>
            </a:solidFill>
            <a:prstDash val="sysDot"/>
            <a:round/>
            <a:headEnd/>
            <a:tailEnd type="triangle" w="med" len="med"/>
          </a:ln>
        </p:spPr>
        <p:txBody>
          <a:bodyPr wrap="none" anchor="ctr"/>
          <a:lstStyle/>
          <a:p>
            <a:endParaRPr lang="zh-CN" altLang="en-US" sz="1797">
              <a:ea typeface="宋体" pitchFamily="2" charset="-122"/>
            </a:endParaRPr>
          </a:p>
        </p:txBody>
      </p:sp>
      <p:sp>
        <p:nvSpPr>
          <p:cNvPr id="2" name="标题 1">
            <a:extLst>
              <a:ext uri="{FF2B5EF4-FFF2-40B4-BE49-F238E27FC236}">
                <a16:creationId xmlns:a16="http://schemas.microsoft.com/office/drawing/2014/main" id="{340B4116-E931-4646-9112-F4CE653E560D}"/>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Tree>
    <p:extLst>
      <p:ext uri="{BB962C8B-B14F-4D97-AF65-F5344CB8AC3E}">
        <p14:creationId xmlns:p14="http://schemas.microsoft.com/office/powerpoint/2010/main" val="3600900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2079"/>
                                        </p:tgtEl>
                                        <p:attrNameLst>
                                          <p:attrName>style.visibility</p:attrName>
                                        </p:attrNameLst>
                                      </p:cBhvr>
                                      <p:to>
                                        <p:strVal val="visible"/>
                                      </p:to>
                                    </p:set>
                                    <p:anim calcmode="lin" valueType="num">
                                      <p:cBhvr additive="base">
                                        <p:cTn id="7" dur="500" fill="hold"/>
                                        <p:tgtEl>
                                          <p:spTgt spid="1112079"/>
                                        </p:tgtEl>
                                        <p:attrNameLst>
                                          <p:attrName>ppt_x</p:attrName>
                                        </p:attrNameLst>
                                      </p:cBhvr>
                                      <p:tavLst>
                                        <p:tav tm="0">
                                          <p:val>
                                            <p:strVal val="0-#ppt_w/2"/>
                                          </p:val>
                                        </p:tav>
                                        <p:tav tm="100000">
                                          <p:val>
                                            <p:strVal val="#ppt_x"/>
                                          </p:val>
                                        </p:tav>
                                      </p:tavLst>
                                    </p:anim>
                                    <p:anim calcmode="lin" valueType="num">
                                      <p:cBhvr additive="base">
                                        <p:cTn id="8" dur="500" fill="hold"/>
                                        <p:tgtEl>
                                          <p:spTgt spid="11120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trips(upRight)">
                                      <p:cBhvr>
                                        <p:cTn id="13"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112084"/>
                                        </p:tgtEl>
                                        <p:attrNameLst>
                                          <p:attrName>style.visibility</p:attrName>
                                        </p:attrNameLst>
                                      </p:cBhvr>
                                      <p:to>
                                        <p:strVal val="visible"/>
                                      </p:to>
                                    </p:set>
                                    <p:anim calcmode="lin" valueType="num">
                                      <p:cBhvr additive="base">
                                        <p:cTn id="23" dur="500" fill="hold"/>
                                        <p:tgtEl>
                                          <p:spTgt spid="1112084"/>
                                        </p:tgtEl>
                                        <p:attrNameLst>
                                          <p:attrName>ppt_x</p:attrName>
                                        </p:attrNameLst>
                                      </p:cBhvr>
                                      <p:tavLst>
                                        <p:tav tm="0">
                                          <p:val>
                                            <p:strVal val="1+#ppt_w/2"/>
                                          </p:val>
                                        </p:tav>
                                        <p:tav tm="100000">
                                          <p:val>
                                            <p:strVal val="#ppt_x"/>
                                          </p:val>
                                        </p:tav>
                                      </p:tavLst>
                                    </p:anim>
                                    <p:anim calcmode="lin" valueType="num">
                                      <p:cBhvr additive="base">
                                        <p:cTn id="24" dur="500" fill="hold"/>
                                        <p:tgtEl>
                                          <p:spTgt spid="111208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8" presetClass="entr" presetSubtype="9"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strips(upLeft)">
                                      <p:cBhvr>
                                        <p:cTn id="29"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3"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strips(upRight)">
                                      <p:cBhvr>
                                        <p:cTn id="39"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8" presetClass="entr" presetSubtype="12" fill="hold"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strips(downLeft)">
                                      <p:cBhvr>
                                        <p:cTn id="44"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8" presetClass="entr" presetSubtype="3" fill="hold" grpId="0" nodeType="clickEffect">
                                  <p:stCondLst>
                                    <p:cond delay="0"/>
                                  </p:stCondLst>
                                  <p:childTnLst>
                                    <p:set>
                                      <p:cBhvr>
                                        <p:cTn id="48" dur="1" fill="hold">
                                          <p:stCondLst>
                                            <p:cond delay="0"/>
                                          </p:stCondLst>
                                        </p:cTn>
                                        <p:tgtEl>
                                          <p:spTgt spid="1112108"/>
                                        </p:tgtEl>
                                        <p:attrNameLst>
                                          <p:attrName>style.visibility</p:attrName>
                                        </p:attrNameLst>
                                      </p:cBhvr>
                                      <p:to>
                                        <p:strVal val="visible"/>
                                      </p:to>
                                    </p:set>
                                    <p:animEffect transition="in" filter="strips(upRight)">
                                      <p:cBhvr>
                                        <p:cTn id="49" dur="500"/>
                                        <p:tgtEl>
                                          <p:spTgt spid="1112108"/>
                                        </p:tgtEl>
                                      </p:cBhvr>
                                    </p:animEffect>
                                  </p:childTnLst>
                                  <p:subTnLst>
                                    <p:set>
                                      <p:cBhvr override="childStyle">
                                        <p:cTn dur="1" fill="hold" display="0" masterRel="nextClick" afterEffect="1"/>
                                        <p:tgtEl>
                                          <p:spTgt spid="1112108"/>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strips(downRight)">
                                      <p:cBhvr>
                                        <p:cTn id="54"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18" presetClass="entr" presetSubtype="9"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strips(upLeft)">
                                      <p:cBhvr>
                                        <p:cTn id="59"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2079" grpId="0" animBg="1" autoUpdateAnimBg="0"/>
      <p:bldP spid="1112084" grpId="0" animBg="1" autoUpdateAnimBg="0"/>
      <p:bldP spid="111210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Line 2"/>
          <p:cNvSpPr>
            <a:spLocks noChangeShapeType="1"/>
          </p:cNvSpPr>
          <p:nvPr/>
        </p:nvSpPr>
        <p:spPr bwMode="auto">
          <a:xfrm flipV="1">
            <a:off x="2111307" y="2088640"/>
            <a:ext cx="4501751" cy="686117"/>
          </a:xfrm>
          <a:prstGeom prst="line">
            <a:avLst/>
          </a:prstGeom>
          <a:noFill/>
          <a:ln w="76200">
            <a:solidFill>
              <a:schemeClr val="tx1"/>
            </a:solidFill>
            <a:round/>
            <a:headEnd/>
            <a:tailEnd/>
          </a:ln>
        </p:spPr>
        <p:txBody>
          <a:bodyPr wrap="none" anchor="ctr"/>
          <a:lstStyle/>
          <a:p>
            <a:endParaRPr lang="zh-CN" altLang="en-US" sz="1797"/>
          </a:p>
        </p:txBody>
      </p:sp>
      <p:sp>
        <p:nvSpPr>
          <p:cNvPr id="81924" name="Oval 4"/>
          <p:cNvSpPr>
            <a:spLocks noChangeArrowheads="1"/>
          </p:cNvSpPr>
          <p:nvPr/>
        </p:nvSpPr>
        <p:spPr bwMode="auto">
          <a:xfrm>
            <a:off x="4417167" y="1556225"/>
            <a:ext cx="4313315" cy="4343295"/>
          </a:xfrm>
          <a:prstGeom prst="ellipse">
            <a:avLst/>
          </a:prstGeom>
          <a:solidFill>
            <a:srgbClr val="00FFFF">
              <a:alpha val="50195"/>
            </a:srgbClr>
          </a:solidFill>
          <a:ln w="12700">
            <a:noFill/>
            <a:round/>
            <a:headEnd/>
            <a:tailEnd/>
          </a:ln>
        </p:spPr>
        <p:txBody>
          <a:bodyPr wrap="none"/>
          <a:lstStyle/>
          <a:p>
            <a:pPr defTabSz="760628"/>
            <a:endParaRPr lang="zh-CN" altLang="en-US" sz="2396">
              <a:latin typeface="Arial" charset="0"/>
              <a:ea typeface="宋体" pitchFamily="2" charset="-122"/>
            </a:endParaRPr>
          </a:p>
        </p:txBody>
      </p:sp>
      <p:sp>
        <p:nvSpPr>
          <p:cNvPr id="81925" name="Oval 5"/>
          <p:cNvSpPr>
            <a:spLocks noChangeArrowheads="1"/>
          </p:cNvSpPr>
          <p:nvPr/>
        </p:nvSpPr>
        <p:spPr bwMode="auto">
          <a:xfrm>
            <a:off x="388307" y="1556225"/>
            <a:ext cx="4606910" cy="4343295"/>
          </a:xfrm>
          <a:prstGeom prst="ellipse">
            <a:avLst/>
          </a:prstGeom>
          <a:solidFill>
            <a:srgbClr val="00FFFF">
              <a:alpha val="50195"/>
            </a:srgbClr>
          </a:solidFill>
          <a:ln w="12700">
            <a:noFill/>
            <a:round/>
            <a:headEnd/>
            <a:tailEnd/>
          </a:ln>
        </p:spPr>
        <p:txBody>
          <a:bodyPr wrap="none"/>
          <a:lstStyle/>
          <a:p>
            <a:pPr defTabSz="760628"/>
            <a:endParaRPr lang="zh-CN" altLang="en-US" sz="2396">
              <a:latin typeface="Arial" charset="0"/>
              <a:ea typeface="宋体" pitchFamily="2" charset="-122"/>
            </a:endParaRPr>
          </a:p>
        </p:txBody>
      </p:sp>
      <p:sp>
        <p:nvSpPr>
          <p:cNvPr id="1114118" name="Rectangle 6"/>
          <p:cNvSpPr>
            <a:spLocks noChangeArrowheads="1"/>
          </p:cNvSpPr>
          <p:nvPr/>
        </p:nvSpPr>
        <p:spPr bwMode="auto">
          <a:xfrm>
            <a:off x="1337723" y="5288917"/>
            <a:ext cx="562520" cy="533999"/>
          </a:xfrm>
          <a:prstGeom prst="rect">
            <a:avLst/>
          </a:prstGeom>
          <a:solidFill>
            <a:srgbClr val="CCFFCC"/>
          </a:solidFill>
          <a:ln w="12700">
            <a:solidFill>
              <a:schemeClr val="tx1"/>
            </a:solidFill>
            <a:miter lim="800000"/>
            <a:headEnd/>
            <a:tailEnd/>
          </a:ln>
          <a:effectLst>
            <a:outerShdw dist="107763" dir="2700000" algn="ctr" rotWithShape="0">
              <a:schemeClr val="bg2"/>
            </a:outerShdw>
          </a:effectLst>
        </p:spPr>
        <p:txBody>
          <a:bodyPr wrap="none" anchor="ctr"/>
          <a:lstStyle/>
          <a:p>
            <a:pPr defTabSz="760628">
              <a:defRPr/>
            </a:pPr>
            <a:r>
              <a:rPr lang="en-US" altLang="zh-CN" sz="1198" dirty="0">
                <a:latin typeface="Arial" charset="0"/>
                <a:ea typeface="宋体" pitchFamily="2" charset="-122"/>
              </a:rPr>
              <a:t>STA-1</a:t>
            </a:r>
            <a:endParaRPr lang="en-US" altLang="zh-CN" sz="2396" dirty="0">
              <a:latin typeface="Arial" charset="0"/>
              <a:ea typeface="宋体" pitchFamily="2" charset="-122"/>
            </a:endParaRPr>
          </a:p>
        </p:txBody>
      </p:sp>
      <p:sp>
        <p:nvSpPr>
          <p:cNvPr id="1114119" name="Rectangle 7"/>
          <p:cNvSpPr>
            <a:spLocks noChangeArrowheads="1"/>
          </p:cNvSpPr>
          <p:nvPr/>
        </p:nvSpPr>
        <p:spPr bwMode="auto">
          <a:xfrm>
            <a:off x="6722553" y="5288917"/>
            <a:ext cx="562520" cy="533999"/>
          </a:xfrm>
          <a:prstGeom prst="rect">
            <a:avLst/>
          </a:prstGeom>
          <a:solidFill>
            <a:srgbClr val="CCFFCC"/>
          </a:solidFill>
          <a:ln w="12700">
            <a:solidFill>
              <a:schemeClr val="tx1"/>
            </a:solidFill>
            <a:miter lim="800000"/>
            <a:headEnd/>
            <a:tailEnd/>
          </a:ln>
          <a:effectLst>
            <a:outerShdw dist="107763" dir="2700000" algn="ctr" rotWithShape="0">
              <a:schemeClr val="bg2"/>
            </a:outerShdw>
          </a:effectLst>
        </p:spPr>
        <p:txBody>
          <a:bodyPr wrap="none" anchor="ctr"/>
          <a:lstStyle/>
          <a:p>
            <a:pPr defTabSz="760628">
              <a:defRPr/>
            </a:pPr>
            <a:r>
              <a:rPr lang="en-US" altLang="zh-CN" sz="1198" dirty="0">
                <a:latin typeface="Arial" charset="0"/>
                <a:ea typeface="宋体" pitchFamily="2" charset="-122"/>
              </a:rPr>
              <a:t>STA-2</a:t>
            </a:r>
            <a:endParaRPr lang="en-US" altLang="zh-CN" sz="2396" dirty="0">
              <a:latin typeface="Arial" charset="0"/>
              <a:ea typeface="宋体" pitchFamily="2" charset="-122"/>
            </a:endParaRPr>
          </a:p>
        </p:txBody>
      </p:sp>
      <p:sp>
        <p:nvSpPr>
          <p:cNvPr id="81928" name="Text Box 8"/>
          <p:cNvSpPr txBox="1">
            <a:spLocks noChangeArrowheads="1"/>
          </p:cNvSpPr>
          <p:nvPr/>
        </p:nvSpPr>
        <p:spPr bwMode="auto">
          <a:xfrm>
            <a:off x="2271301" y="1639120"/>
            <a:ext cx="875542" cy="368202"/>
          </a:xfrm>
          <a:prstGeom prst="rect">
            <a:avLst/>
          </a:prstGeom>
          <a:noFill/>
          <a:ln w="12700">
            <a:noFill/>
            <a:miter lim="800000"/>
            <a:headEnd/>
            <a:tailEnd/>
          </a:ln>
        </p:spPr>
        <p:txBody>
          <a:bodyPr wrap="none" anchor="ctr">
            <a:spAutoFit/>
          </a:bodyPr>
          <a:lstStyle/>
          <a:p>
            <a:pPr defTabSz="760628"/>
            <a:r>
              <a:rPr lang="en-US" altLang="zh-CN" sz="1797" dirty="0">
                <a:latin typeface="Arial" charset="0"/>
                <a:ea typeface="宋体" pitchFamily="2" charset="-122"/>
              </a:rPr>
              <a:t>BSS-A</a:t>
            </a:r>
          </a:p>
        </p:txBody>
      </p:sp>
      <p:sp>
        <p:nvSpPr>
          <p:cNvPr id="81929" name="Text Box 9"/>
          <p:cNvSpPr txBox="1">
            <a:spLocks noChangeArrowheads="1"/>
          </p:cNvSpPr>
          <p:nvPr/>
        </p:nvSpPr>
        <p:spPr bwMode="auto">
          <a:xfrm>
            <a:off x="5375404" y="4838573"/>
            <a:ext cx="1064828" cy="366034"/>
          </a:xfrm>
          <a:prstGeom prst="rect">
            <a:avLst/>
          </a:prstGeom>
          <a:noFill/>
          <a:ln w="12700">
            <a:noFill/>
            <a:miter lim="800000"/>
            <a:headEnd/>
            <a:tailEnd/>
          </a:ln>
        </p:spPr>
        <p:txBody>
          <a:bodyPr anchor="ctr">
            <a:spAutoFit/>
          </a:bodyPr>
          <a:lstStyle/>
          <a:p>
            <a:pPr defTabSz="760628"/>
            <a:r>
              <a:rPr lang="en-US" altLang="zh-CN" sz="1797" dirty="0">
                <a:latin typeface="Arial" charset="0"/>
                <a:ea typeface="宋体" pitchFamily="2" charset="-122"/>
              </a:rPr>
              <a:t>BSS-B</a:t>
            </a:r>
          </a:p>
        </p:txBody>
      </p:sp>
      <p:sp>
        <p:nvSpPr>
          <p:cNvPr id="81930" name="Text Box 10"/>
          <p:cNvSpPr txBox="1">
            <a:spLocks noChangeArrowheads="1"/>
          </p:cNvSpPr>
          <p:nvPr/>
        </p:nvSpPr>
        <p:spPr bwMode="auto">
          <a:xfrm rot="-469301">
            <a:off x="4246610" y="2012596"/>
            <a:ext cx="1093148" cy="337481"/>
          </a:xfrm>
          <a:prstGeom prst="rect">
            <a:avLst/>
          </a:prstGeom>
          <a:noFill/>
          <a:ln w="12700">
            <a:noFill/>
            <a:miter lim="800000"/>
            <a:headEnd/>
            <a:tailEnd/>
          </a:ln>
        </p:spPr>
        <p:txBody>
          <a:bodyPr wrap="none" anchor="ctr">
            <a:spAutoFit/>
          </a:bodyPr>
          <a:lstStyle/>
          <a:p>
            <a:pPr defTabSz="760628"/>
            <a:r>
              <a:rPr lang="en-US" altLang="zh-CN" sz="1597" dirty="0">
                <a:latin typeface="Arial" charset="0"/>
                <a:ea typeface="宋体" pitchFamily="2" charset="-122"/>
              </a:rPr>
              <a:t>Backbone</a:t>
            </a:r>
          </a:p>
        </p:txBody>
      </p:sp>
      <p:grpSp>
        <p:nvGrpSpPr>
          <p:cNvPr id="2" name="Group 11"/>
          <p:cNvGrpSpPr>
            <a:grpSpLocks/>
          </p:cNvGrpSpPr>
          <p:nvPr/>
        </p:nvGrpSpPr>
        <p:grpSpPr bwMode="auto">
          <a:xfrm>
            <a:off x="1080123" y="4721693"/>
            <a:ext cx="2007856" cy="511760"/>
            <a:chOff x="-104" y="3552"/>
            <a:chExt cx="1592" cy="384"/>
          </a:xfrm>
        </p:grpSpPr>
        <p:sp>
          <p:nvSpPr>
            <p:cNvPr id="81971" name="Line 12"/>
            <p:cNvSpPr>
              <a:spLocks noChangeShapeType="1"/>
            </p:cNvSpPr>
            <p:nvPr/>
          </p:nvSpPr>
          <p:spPr bwMode="auto">
            <a:xfrm flipV="1">
              <a:off x="480" y="3552"/>
              <a:ext cx="1008" cy="384"/>
            </a:xfrm>
            <a:prstGeom prst="line">
              <a:avLst/>
            </a:prstGeom>
            <a:noFill/>
            <a:ln w="12700">
              <a:solidFill>
                <a:schemeClr val="tx1"/>
              </a:solidFill>
              <a:round/>
              <a:headEnd/>
              <a:tailEnd type="triangle" w="med" len="med"/>
            </a:ln>
          </p:spPr>
          <p:txBody>
            <a:bodyPr wrap="none" anchor="ctr"/>
            <a:lstStyle/>
            <a:p>
              <a:endParaRPr lang="zh-CN" altLang="en-US" sz="1797"/>
            </a:p>
          </p:txBody>
        </p:sp>
        <p:sp>
          <p:nvSpPr>
            <p:cNvPr id="81972" name="Text Box 13"/>
            <p:cNvSpPr txBox="1">
              <a:spLocks noChangeArrowheads="1"/>
            </p:cNvSpPr>
            <p:nvPr/>
          </p:nvSpPr>
          <p:spPr bwMode="auto">
            <a:xfrm>
              <a:off x="-104" y="3558"/>
              <a:ext cx="1047"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Packet for STA-2</a:t>
              </a:r>
            </a:p>
          </p:txBody>
        </p:sp>
      </p:grpSp>
      <p:grpSp>
        <p:nvGrpSpPr>
          <p:cNvPr id="3" name="Group 14"/>
          <p:cNvGrpSpPr>
            <a:grpSpLocks/>
          </p:cNvGrpSpPr>
          <p:nvPr/>
        </p:nvGrpSpPr>
        <p:grpSpPr bwMode="auto">
          <a:xfrm>
            <a:off x="1971865" y="4757048"/>
            <a:ext cx="1476815" cy="608473"/>
            <a:chOff x="1296" y="2736"/>
            <a:chExt cx="1008" cy="384"/>
          </a:xfrm>
        </p:grpSpPr>
        <p:sp>
          <p:nvSpPr>
            <p:cNvPr id="81969" name="Line 15"/>
            <p:cNvSpPr>
              <a:spLocks noChangeShapeType="1"/>
            </p:cNvSpPr>
            <p:nvPr/>
          </p:nvSpPr>
          <p:spPr bwMode="auto">
            <a:xfrm flipV="1">
              <a:off x="1296" y="2736"/>
              <a:ext cx="1008" cy="384"/>
            </a:xfrm>
            <a:prstGeom prst="line">
              <a:avLst/>
            </a:prstGeom>
            <a:noFill/>
            <a:ln w="12700">
              <a:solidFill>
                <a:schemeClr val="tx1"/>
              </a:solidFill>
              <a:round/>
              <a:headEnd type="triangle" w="med" len="med"/>
              <a:tailEnd/>
            </a:ln>
          </p:spPr>
          <p:txBody>
            <a:bodyPr wrap="none" anchor="ctr"/>
            <a:lstStyle/>
            <a:p>
              <a:endParaRPr lang="zh-CN" altLang="en-US" sz="1797"/>
            </a:p>
          </p:txBody>
        </p:sp>
        <p:sp>
          <p:nvSpPr>
            <p:cNvPr id="81970" name="Text Box 16"/>
            <p:cNvSpPr txBox="1">
              <a:spLocks noChangeArrowheads="1"/>
            </p:cNvSpPr>
            <p:nvPr/>
          </p:nvSpPr>
          <p:spPr bwMode="auto">
            <a:xfrm>
              <a:off x="1714" y="2905"/>
              <a:ext cx="379"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ACK</a:t>
              </a:r>
            </a:p>
          </p:txBody>
        </p:sp>
      </p:grpSp>
      <p:grpSp>
        <p:nvGrpSpPr>
          <p:cNvPr id="4" name="Group 17"/>
          <p:cNvGrpSpPr>
            <a:grpSpLocks/>
          </p:cNvGrpSpPr>
          <p:nvPr/>
        </p:nvGrpSpPr>
        <p:grpSpPr bwMode="auto">
          <a:xfrm>
            <a:off x="5749654" y="4122305"/>
            <a:ext cx="1659952" cy="1142471"/>
            <a:chOff x="4147" y="2640"/>
            <a:chExt cx="1133" cy="720"/>
          </a:xfrm>
        </p:grpSpPr>
        <p:sp>
          <p:nvSpPr>
            <p:cNvPr id="81967" name="Line 18"/>
            <p:cNvSpPr>
              <a:spLocks noChangeShapeType="1"/>
            </p:cNvSpPr>
            <p:nvPr/>
          </p:nvSpPr>
          <p:spPr bwMode="auto">
            <a:xfrm flipV="1">
              <a:off x="4944" y="2640"/>
              <a:ext cx="336" cy="720"/>
            </a:xfrm>
            <a:prstGeom prst="line">
              <a:avLst/>
            </a:prstGeom>
            <a:noFill/>
            <a:ln w="12700">
              <a:solidFill>
                <a:schemeClr val="tx1"/>
              </a:solidFill>
              <a:round/>
              <a:headEnd type="triangle" w="med" len="med"/>
              <a:tailEnd/>
            </a:ln>
          </p:spPr>
          <p:txBody>
            <a:bodyPr wrap="none" anchor="ctr"/>
            <a:lstStyle/>
            <a:p>
              <a:endParaRPr lang="zh-CN" altLang="en-US" sz="1797"/>
            </a:p>
          </p:txBody>
        </p:sp>
        <p:sp>
          <p:nvSpPr>
            <p:cNvPr id="81968" name="Text Box 19"/>
            <p:cNvSpPr txBox="1">
              <a:spLocks noChangeArrowheads="1"/>
            </p:cNvSpPr>
            <p:nvPr/>
          </p:nvSpPr>
          <p:spPr bwMode="auto">
            <a:xfrm>
              <a:off x="4147" y="2746"/>
              <a:ext cx="1048"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Packet for STA-2</a:t>
              </a:r>
            </a:p>
          </p:txBody>
        </p:sp>
      </p:grpSp>
      <p:grpSp>
        <p:nvGrpSpPr>
          <p:cNvPr id="5" name="Group 20"/>
          <p:cNvGrpSpPr>
            <a:grpSpLocks/>
          </p:cNvGrpSpPr>
          <p:nvPr/>
        </p:nvGrpSpPr>
        <p:grpSpPr bwMode="auto">
          <a:xfrm>
            <a:off x="7116839" y="4070239"/>
            <a:ext cx="830147" cy="1194537"/>
            <a:chOff x="5136" y="2640"/>
            <a:chExt cx="503" cy="720"/>
          </a:xfrm>
        </p:grpSpPr>
        <p:sp>
          <p:nvSpPr>
            <p:cNvPr id="81965" name="Line 21"/>
            <p:cNvSpPr>
              <a:spLocks noChangeShapeType="1"/>
            </p:cNvSpPr>
            <p:nvPr/>
          </p:nvSpPr>
          <p:spPr bwMode="auto">
            <a:xfrm flipV="1">
              <a:off x="5136" y="2640"/>
              <a:ext cx="336" cy="720"/>
            </a:xfrm>
            <a:prstGeom prst="line">
              <a:avLst/>
            </a:prstGeom>
            <a:noFill/>
            <a:ln w="12700">
              <a:solidFill>
                <a:schemeClr val="tx1"/>
              </a:solidFill>
              <a:round/>
              <a:headEnd/>
              <a:tailEnd type="triangle" w="med" len="med"/>
            </a:ln>
          </p:spPr>
          <p:txBody>
            <a:bodyPr wrap="none" anchor="ctr"/>
            <a:lstStyle/>
            <a:p>
              <a:endParaRPr lang="zh-CN" altLang="en-US" sz="1797"/>
            </a:p>
          </p:txBody>
        </p:sp>
        <p:sp>
          <p:nvSpPr>
            <p:cNvPr id="81966" name="Text Box 22"/>
            <p:cNvSpPr txBox="1">
              <a:spLocks noChangeArrowheads="1"/>
            </p:cNvSpPr>
            <p:nvPr/>
          </p:nvSpPr>
          <p:spPr bwMode="auto">
            <a:xfrm>
              <a:off x="5260" y="2999"/>
              <a:ext cx="379" cy="194"/>
            </a:xfrm>
            <a:prstGeom prst="rect">
              <a:avLst/>
            </a:prstGeom>
            <a:noFill/>
            <a:ln w="12700">
              <a:noFill/>
              <a:miter lim="800000"/>
              <a:headEnd/>
              <a:tailEnd/>
            </a:ln>
          </p:spPr>
          <p:txBody>
            <a:bodyPr wrap="none" anchor="ctr">
              <a:spAutoFit/>
            </a:bodyPr>
            <a:lstStyle/>
            <a:p>
              <a:pPr defTabSz="760628"/>
              <a:r>
                <a:rPr lang="en-US" altLang="zh-CN" sz="1400" dirty="0">
                  <a:latin typeface="Arial" charset="0"/>
                  <a:ea typeface="宋体" pitchFamily="2" charset="-122"/>
                </a:rPr>
                <a:t>ACK</a:t>
              </a:r>
            </a:p>
          </p:txBody>
        </p:sp>
      </p:grpSp>
      <p:grpSp>
        <p:nvGrpSpPr>
          <p:cNvPr id="81935" name="Group 23"/>
          <p:cNvGrpSpPr>
            <a:grpSpLocks/>
          </p:cNvGrpSpPr>
          <p:nvPr/>
        </p:nvGrpSpPr>
        <p:grpSpPr bwMode="auto">
          <a:xfrm>
            <a:off x="1197013" y="2166284"/>
            <a:ext cx="2814189" cy="2437062"/>
            <a:chOff x="576" y="240"/>
            <a:chExt cx="1920" cy="1536"/>
          </a:xfrm>
        </p:grpSpPr>
        <p:sp>
          <p:nvSpPr>
            <p:cNvPr id="1114136" name="Rectangle 24"/>
            <p:cNvSpPr>
              <a:spLocks noChangeArrowheads="1"/>
            </p:cNvSpPr>
            <p:nvPr/>
          </p:nvSpPr>
          <p:spPr bwMode="auto">
            <a:xfrm>
              <a:off x="576" y="240"/>
              <a:ext cx="1920" cy="1392"/>
            </a:xfrm>
            <a:prstGeom prst="rect">
              <a:avLst/>
            </a:prstGeom>
            <a:solidFill>
              <a:srgbClr val="CCFFCC"/>
            </a:solidFill>
            <a:ln w="12700">
              <a:solidFill>
                <a:schemeClr val="tx1"/>
              </a:solidFill>
              <a:miter lim="800000"/>
              <a:headEnd type="none" w="sm" len="sm"/>
              <a:tailEnd type="none" w="sm" len="sm"/>
            </a:ln>
            <a:effectLst>
              <a:outerShdw dist="107763" dir="2700000" algn="ctr" rotWithShape="0">
                <a:schemeClr val="bg2"/>
              </a:outerShdw>
            </a:effectLst>
          </p:spPr>
          <p:txBody>
            <a:bodyPr wrap="none"/>
            <a:lstStyle/>
            <a:p>
              <a:pPr algn="r" defTabSz="760628">
                <a:defRPr/>
              </a:pPr>
              <a:r>
                <a:rPr lang="en-US" altLang="zh-CN" sz="1597">
                  <a:latin typeface="Arial" charset="0"/>
                  <a:ea typeface="宋体" pitchFamily="2" charset="-122"/>
                </a:rPr>
                <a:t>Access Point   </a:t>
              </a:r>
            </a:p>
          </p:txBody>
        </p:sp>
        <p:sp>
          <p:nvSpPr>
            <p:cNvPr id="1114137" name="Rectangle 25"/>
            <p:cNvSpPr>
              <a:spLocks noChangeArrowheads="1"/>
            </p:cNvSpPr>
            <p:nvPr/>
          </p:nvSpPr>
          <p:spPr bwMode="auto">
            <a:xfrm>
              <a:off x="1392" y="720"/>
              <a:ext cx="1008" cy="1056"/>
            </a:xfrm>
            <a:prstGeom prst="rect">
              <a:avLst/>
            </a:prstGeom>
            <a:solidFill>
              <a:srgbClr val="99CCFF"/>
            </a:solidFill>
            <a:ln w="12700">
              <a:solidFill>
                <a:schemeClr val="tx1"/>
              </a:solidFill>
              <a:miter lim="800000"/>
              <a:headEnd type="none" w="sm" len="sm"/>
              <a:tailEnd type="none" w="sm" len="sm"/>
            </a:ln>
            <a:effectLst>
              <a:outerShdw dist="107763" dir="2700000" algn="ctr" rotWithShape="0">
                <a:schemeClr val="bg2"/>
              </a:outerShdw>
            </a:effectLst>
          </p:spPr>
          <p:txBody>
            <a:bodyPr wrap="none"/>
            <a:lstStyle/>
            <a:p>
              <a:pPr defTabSz="760628">
                <a:defRPr/>
              </a:pPr>
              <a:r>
                <a:rPr lang="en-US" altLang="zh-CN" sz="1198" dirty="0">
                  <a:latin typeface="Arial" charset="0"/>
                  <a:ea typeface="宋体" pitchFamily="2" charset="-122"/>
                </a:rPr>
                <a:t>Wireless PC-Card</a:t>
              </a:r>
              <a:endParaRPr lang="en-US" altLang="zh-CN" sz="2396" dirty="0">
                <a:latin typeface="Arial" charset="0"/>
                <a:ea typeface="宋体" pitchFamily="2" charset="-122"/>
              </a:endParaRPr>
            </a:p>
          </p:txBody>
        </p:sp>
        <p:sp>
          <p:nvSpPr>
            <p:cNvPr id="81959" name="Rectangle 26"/>
            <p:cNvSpPr>
              <a:spLocks noChangeArrowheads="1"/>
            </p:cNvSpPr>
            <p:nvPr/>
          </p:nvSpPr>
          <p:spPr bwMode="auto">
            <a:xfrm>
              <a:off x="1440" y="960"/>
              <a:ext cx="874" cy="480"/>
            </a:xfrm>
            <a:prstGeom prst="rect">
              <a:avLst/>
            </a:prstGeom>
            <a:solidFill>
              <a:schemeClr val="bg1"/>
            </a:solidFill>
            <a:ln w="12700">
              <a:solidFill>
                <a:schemeClr val="tx1"/>
              </a:solidFill>
              <a:miter lim="800000"/>
              <a:headEnd type="none" w="sm" len="sm"/>
              <a:tailEnd type="none" w="sm" len="sm"/>
            </a:ln>
          </p:spPr>
          <p:txBody>
            <a:bodyPr wrap="none"/>
            <a:lstStyle/>
            <a:p>
              <a:pPr defTabSz="760628"/>
              <a:r>
                <a:rPr lang="en-US" altLang="zh-CN" sz="1198" dirty="0">
                  <a:latin typeface="Arial" charset="0"/>
                  <a:ea typeface="宋体" pitchFamily="2" charset="-122"/>
                </a:rPr>
                <a:t>Association table</a:t>
              </a:r>
              <a:endParaRPr lang="en-US" altLang="zh-CN" sz="2396" dirty="0">
                <a:latin typeface="Arial" charset="0"/>
                <a:ea typeface="宋体" pitchFamily="2" charset="-122"/>
              </a:endParaRPr>
            </a:p>
          </p:txBody>
        </p:sp>
        <p:sp>
          <p:nvSpPr>
            <p:cNvPr id="81960" name="Line 27"/>
            <p:cNvSpPr>
              <a:spLocks noChangeShapeType="1"/>
            </p:cNvSpPr>
            <p:nvPr/>
          </p:nvSpPr>
          <p:spPr bwMode="auto">
            <a:xfrm>
              <a:off x="1440" y="1104"/>
              <a:ext cx="864" cy="0"/>
            </a:xfrm>
            <a:prstGeom prst="line">
              <a:avLst/>
            </a:prstGeom>
            <a:noFill/>
            <a:ln w="12700">
              <a:solidFill>
                <a:schemeClr val="tx1"/>
              </a:solidFill>
              <a:round/>
              <a:headEnd/>
              <a:tailEnd/>
            </a:ln>
          </p:spPr>
          <p:txBody>
            <a:bodyPr wrap="none" anchor="ctr"/>
            <a:lstStyle/>
            <a:p>
              <a:endParaRPr lang="zh-CN" altLang="en-US" sz="1797"/>
            </a:p>
          </p:txBody>
        </p:sp>
        <p:grpSp>
          <p:nvGrpSpPr>
            <p:cNvPr id="81961" name="Group 28"/>
            <p:cNvGrpSpPr>
              <a:grpSpLocks/>
            </p:cNvGrpSpPr>
            <p:nvPr/>
          </p:nvGrpSpPr>
          <p:grpSpPr bwMode="auto">
            <a:xfrm>
              <a:off x="639" y="336"/>
              <a:ext cx="657" cy="1056"/>
              <a:chOff x="3279" y="1440"/>
              <a:chExt cx="657" cy="1056"/>
            </a:xfrm>
          </p:grpSpPr>
          <p:sp>
            <p:nvSpPr>
              <p:cNvPr id="81962" name="Rectangle 29"/>
              <p:cNvSpPr>
                <a:spLocks noChangeArrowheads="1"/>
              </p:cNvSpPr>
              <p:nvPr/>
            </p:nvSpPr>
            <p:spPr bwMode="auto">
              <a:xfrm>
                <a:off x="3279" y="1440"/>
                <a:ext cx="657" cy="1056"/>
              </a:xfrm>
              <a:prstGeom prst="rect">
                <a:avLst/>
              </a:prstGeom>
              <a:solidFill>
                <a:schemeClr val="bg1"/>
              </a:solidFill>
              <a:ln w="12700">
                <a:solidFill>
                  <a:schemeClr val="tx1"/>
                </a:solidFill>
                <a:miter lim="800000"/>
                <a:headEnd type="none" w="sm" len="sm"/>
                <a:tailEnd type="none" w="sm" len="sm"/>
              </a:ln>
            </p:spPr>
            <p:txBody>
              <a:bodyPr wrap="none"/>
              <a:lstStyle/>
              <a:p>
                <a:pPr defTabSz="760628"/>
                <a:r>
                  <a:rPr lang="en-US" altLang="zh-CN" sz="1200" dirty="0">
                    <a:latin typeface="Arial" charset="0"/>
                    <a:ea typeface="宋体" pitchFamily="2" charset="-122"/>
                  </a:rPr>
                  <a:t>Bridge learn </a:t>
                </a:r>
              </a:p>
              <a:p>
                <a:pPr defTabSz="760628"/>
                <a:r>
                  <a:rPr lang="en-US" altLang="zh-CN" sz="1200" dirty="0">
                    <a:latin typeface="Arial" charset="0"/>
                    <a:ea typeface="宋体" pitchFamily="2" charset="-122"/>
                  </a:rPr>
                  <a:t>table</a:t>
                </a:r>
              </a:p>
            </p:txBody>
          </p:sp>
          <p:sp>
            <p:nvSpPr>
              <p:cNvPr id="81963" name="Line 30"/>
              <p:cNvSpPr>
                <a:spLocks noChangeShapeType="1"/>
              </p:cNvSpPr>
              <p:nvPr/>
            </p:nvSpPr>
            <p:spPr bwMode="auto">
              <a:xfrm>
                <a:off x="3312" y="1728"/>
                <a:ext cx="624" cy="0"/>
              </a:xfrm>
              <a:prstGeom prst="line">
                <a:avLst/>
              </a:prstGeom>
              <a:noFill/>
              <a:ln w="12700">
                <a:solidFill>
                  <a:schemeClr val="tx1"/>
                </a:solidFill>
                <a:round/>
                <a:headEnd/>
                <a:tailEnd/>
              </a:ln>
            </p:spPr>
            <p:txBody>
              <a:bodyPr wrap="none" anchor="ctr"/>
              <a:lstStyle/>
              <a:p>
                <a:endParaRPr lang="zh-CN" altLang="en-US" sz="1797"/>
              </a:p>
            </p:txBody>
          </p:sp>
          <p:sp>
            <p:nvSpPr>
              <p:cNvPr id="81964" name="Line 31"/>
              <p:cNvSpPr>
                <a:spLocks noChangeShapeType="1"/>
              </p:cNvSpPr>
              <p:nvPr/>
            </p:nvSpPr>
            <p:spPr bwMode="auto">
              <a:xfrm>
                <a:off x="3696" y="1728"/>
                <a:ext cx="0" cy="768"/>
              </a:xfrm>
              <a:prstGeom prst="line">
                <a:avLst/>
              </a:prstGeom>
              <a:noFill/>
              <a:ln w="12700">
                <a:solidFill>
                  <a:schemeClr val="tx1"/>
                </a:solidFill>
                <a:round/>
                <a:headEnd/>
                <a:tailEnd/>
              </a:ln>
            </p:spPr>
            <p:txBody>
              <a:bodyPr wrap="none" anchor="ctr"/>
              <a:lstStyle/>
              <a:p>
                <a:endParaRPr lang="zh-CN" altLang="en-US" sz="1797"/>
              </a:p>
            </p:txBody>
          </p:sp>
        </p:grpSp>
      </p:grpSp>
      <p:grpSp>
        <p:nvGrpSpPr>
          <p:cNvPr id="81936" name="Group 32"/>
          <p:cNvGrpSpPr>
            <a:grpSpLocks/>
          </p:cNvGrpSpPr>
          <p:nvPr/>
        </p:nvGrpSpPr>
        <p:grpSpPr bwMode="auto">
          <a:xfrm>
            <a:off x="5557738" y="1556226"/>
            <a:ext cx="2812603" cy="2438647"/>
            <a:chOff x="576" y="240"/>
            <a:chExt cx="1920" cy="1536"/>
          </a:xfrm>
        </p:grpSpPr>
        <p:sp>
          <p:nvSpPr>
            <p:cNvPr id="1114145" name="Rectangle 33"/>
            <p:cNvSpPr>
              <a:spLocks noChangeArrowheads="1"/>
            </p:cNvSpPr>
            <p:nvPr/>
          </p:nvSpPr>
          <p:spPr bwMode="auto">
            <a:xfrm>
              <a:off x="576" y="240"/>
              <a:ext cx="1920" cy="1392"/>
            </a:xfrm>
            <a:prstGeom prst="rect">
              <a:avLst/>
            </a:prstGeom>
            <a:solidFill>
              <a:srgbClr val="CCFFCC"/>
            </a:solidFill>
            <a:ln w="12700">
              <a:solidFill>
                <a:schemeClr val="tx1"/>
              </a:solidFill>
              <a:miter lim="800000"/>
              <a:headEnd type="none" w="sm" len="sm"/>
              <a:tailEnd type="none" w="sm" len="sm"/>
            </a:ln>
            <a:effectLst>
              <a:outerShdw dist="107763" dir="2700000" algn="ctr" rotWithShape="0">
                <a:schemeClr val="bg2"/>
              </a:outerShdw>
            </a:effectLst>
          </p:spPr>
          <p:txBody>
            <a:bodyPr wrap="none"/>
            <a:lstStyle/>
            <a:p>
              <a:pPr algn="r" defTabSz="760628">
                <a:defRPr/>
              </a:pPr>
              <a:r>
                <a:rPr lang="en-US" altLang="zh-CN" sz="1597">
                  <a:latin typeface="Arial" charset="0"/>
                  <a:ea typeface="宋体" pitchFamily="2" charset="-122"/>
                </a:rPr>
                <a:t>Access Point   </a:t>
              </a:r>
            </a:p>
          </p:txBody>
        </p:sp>
        <p:sp>
          <p:nvSpPr>
            <p:cNvPr id="1114146" name="Rectangle 34"/>
            <p:cNvSpPr>
              <a:spLocks noChangeArrowheads="1"/>
            </p:cNvSpPr>
            <p:nvPr/>
          </p:nvSpPr>
          <p:spPr bwMode="auto">
            <a:xfrm>
              <a:off x="1392" y="720"/>
              <a:ext cx="1008" cy="1056"/>
            </a:xfrm>
            <a:prstGeom prst="rect">
              <a:avLst/>
            </a:prstGeom>
            <a:solidFill>
              <a:srgbClr val="99CCFF"/>
            </a:solidFill>
            <a:ln w="12700">
              <a:solidFill>
                <a:schemeClr val="tx1"/>
              </a:solidFill>
              <a:miter lim="800000"/>
              <a:headEnd type="none" w="sm" len="sm"/>
              <a:tailEnd type="none" w="sm" len="sm"/>
            </a:ln>
            <a:effectLst>
              <a:outerShdw dist="107763" dir="2700000" algn="ctr" rotWithShape="0">
                <a:schemeClr val="bg2"/>
              </a:outerShdw>
            </a:effectLst>
          </p:spPr>
          <p:txBody>
            <a:bodyPr wrap="none"/>
            <a:lstStyle/>
            <a:p>
              <a:pPr defTabSz="760628">
                <a:defRPr/>
              </a:pPr>
              <a:r>
                <a:rPr lang="en-US" altLang="zh-CN" sz="1198">
                  <a:latin typeface="Arial" charset="0"/>
                  <a:ea typeface="宋体" pitchFamily="2" charset="-122"/>
                </a:rPr>
                <a:t>Wireless PC-Card</a:t>
              </a:r>
              <a:endParaRPr lang="en-US" altLang="zh-CN" sz="2396">
                <a:latin typeface="Arial" charset="0"/>
                <a:ea typeface="宋体" pitchFamily="2" charset="-122"/>
              </a:endParaRPr>
            </a:p>
          </p:txBody>
        </p:sp>
        <p:sp>
          <p:nvSpPr>
            <p:cNvPr id="81951" name="Rectangle 35"/>
            <p:cNvSpPr>
              <a:spLocks noChangeArrowheads="1"/>
            </p:cNvSpPr>
            <p:nvPr/>
          </p:nvSpPr>
          <p:spPr bwMode="auto">
            <a:xfrm>
              <a:off x="1440" y="960"/>
              <a:ext cx="874" cy="480"/>
            </a:xfrm>
            <a:prstGeom prst="rect">
              <a:avLst/>
            </a:prstGeom>
            <a:solidFill>
              <a:schemeClr val="bg1"/>
            </a:solidFill>
            <a:ln w="12700">
              <a:solidFill>
                <a:schemeClr val="tx1"/>
              </a:solidFill>
              <a:miter lim="800000"/>
              <a:headEnd type="none" w="sm" len="sm"/>
              <a:tailEnd type="none" w="sm" len="sm"/>
            </a:ln>
          </p:spPr>
          <p:txBody>
            <a:bodyPr wrap="none"/>
            <a:lstStyle/>
            <a:p>
              <a:pPr defTabSz="760628"/>
              <a:r>
                <a:rPr lang="en-US" altLang="zh-CN" sz="1198" dirty="0">
                  <a:latin typeface="Arial" charset="0"/>
                  <a:ea typeface="宋体" pitchFamily="2" charset="-122"/>
                </a:rPr>
                <a:t>Association table</a:t>
              </a:r>
              <a:endParaRPr lang="en-US" altLang="zh-CN" sz="2396" dirty="0">
                <a:latin typeface="Arial" charset="0"/>
                <a:ea typeface="宋体" pitchFamily="2" charset="-122"/>
              </a:endParaRPr>
            </a:p>
          </p:txBody>
        </p:sp>
        <p:sp>
          <p:nvSpPr>
            <p:cNvPr id="81952" name="Line 36"/>
            <p:cNvSpPr>
              <a:spLocks noChangeShapeType="1"/>
            </p:cNvSpPr>
            <p:nvPr/>
          </p:nvSpPr>
          <p:spPr bwMode="auto">
            <a:xfrm>
              <a:off x="1440" y="1119"/>
              <a:ext cx="864" cy="0"/>
            </a:xfrm>
            <a:prstGeom prst="line">
              <a:avLst/>
            </a:prstGeom>
            <a:noFill/>
            <a:ln w="12700">
              <a:solidFill>
                <a:schemeClr val="tx1"/>
              </a:solidFill>
              <a:round/>
              <a:headEnd/>
              <a:tailEnd/>
            </a:ln>
          </p:spPr>
          <p:txBody>
            <a:bodyPr wrap="none" anchor="ctr"/>
            <a:lstStyle/>
            <a:p>
              <a:endParaRPr lang="zh-CN" altLang="en-US" sz="1797" dirty="0"/>
            </a:p>
          </p:txBody>
        </p:sp>
        <p:grpSp>
          <p:nvGrpSpPr>
            <p:cNvPr id="81953" name="Group 37"/>
            <p:cNvGrpSpPr>
              <a:grpSpLocks/>
            </p:cNvGrpSpPr>
            <p:nvPr/>
          </p:nvGrpSpPr>
          <p:grpSpPr bwMode="auto">
            <a:xfrm>
              <a:off x="640" y="336"/>
              <a:ext cx="656" cy="1056"/>
              <a:chOff x="3280" y="1440"/>
              <a:chExt cx="656" cy="1056"/>
            </a:xfrm>
          </p:grpSpPr>
          <p:sp>
            <p:nvSpPr>
              <p:cNvPr id="81954" name="Rectangle 38"/>
              <p:cNvSpPr>
                <a:spLocks noChangeArrowheads="1"/>
              </p:cNvSpPr>
              <p:nvPr/>
            </p:nvSpPr>
            <p:spPr bwMode="auto">
              <a:xfrm>
                <a:off x="3280" y="1440"/>
                <a:ext cx="656" cy="1056"/>
              </a:xfrm>
              <a:prstGeom prst="rect">
                <a:avLst/>
              </a:prstGeom>
              <a:solidFill>
                <a:schemeClr val="bg1"/>
              </a:solidFill>
              <a:ln w="12700">
                <a:solidFill>
                  <a:schemeClr val="tx1"/>
                </a:solidFill>
                <a:miter lim="800000"/>
                <a:headEnd type="none" w="sm" len="sm"/>
                <a:tailEnd type="none" w="sm" len="sm"/>
              </a:ln>
            </p:spPr>
            <p:txBody>
              <a:bodyPr wrap="none"/>
              <a:lstStyle/>
              <a:p>
                <a:pPr defTabSz="760628"/>
                <a:r>
                  <a:rPr lang="en-US" altLang="zh-CN" sz="1200" dirty="0">
                    <a:latin typeface="Arial" charset="0"/>
                    <a:ea typeface="宋体" pitchFamily="2" charset="-122"/>
                  </a:rPr>
                  <a:t>Bridge learn </a:t>
                </a:r>
              </a:p>
              <a:p>
                <a:pPr defTabSz="760628"/>
                <a:r>
                  <a:rPr lang="en-US" altLang="zh-CN" sz="1200" dirty="0">
                    <a:latin typeface="Arial" charset="0"/>
                    <a:ea typeface="宋体" pitchFamily="2" charset="-122"/>
                  </a:rPr>
                  <a:t>table</a:t>
                </a:r>
              </a:p>
            </p:txBody>
          </p:sp>
          <p:sp>
            <p:nvSpPr>
              <p:cNvPr id="81955" name="Line 39"/>
              <p:cNvSpPr>
                <a:spLocks noChangeShapeType="1"/>
              </p:cNvSpPr>
              <p:nvPr/>
            </p:nvSpPr>
            <p:spPr bwMode="auto">
              <a:xfrm>
                <a:off x="3312" y="1728"/>
                <a:ext cx="624" cy="0"/>
              </a:xfrm>
              <a:prstGeom prst="line">
                <a:avLst/>
              </a:prstGeom>
              <a:noFill/>
              <a:ln w="12700">
                <a:solidFill>
                  <a:schemeClr val="tx1"/>
                </a:solidFill>
                <a:round/>
                <a:headEnd/>
                <a:tailEnd/>
              </a:ln>
            </p:spPr>
            <p:txBody>
              <a:bodyPr wrap="none" anchor="ctr"/>
              <a:lstStyle/>
              <a:p>
                <a:endParaRPr lang="zh-CN" altLang="en-US" sz="1797"/>
              </a:p>
            </p:txBody>
          </p:sp>
          <p:sp>
            <p:nvSpPr>
              <p:cNvPr id="81956" name="Line 40"/>
              <p:cNvSpPr>
                <a:spLocks noChangeShapeType="1"/>
              </p:cNvSpPr>
              <p:nvPr/>
            </p:nvSpPr>
            <p:spPr bwMode="auto">
              <a:xfrm>
                <a:off x="3696" y="1728"/>
                <a:ext cx="0" cy="768"/>
              </a:xfrm>
              <a:prstGeom prst="line">
                <a:avLst/>
              </a:prstGeom>
              <a:noFill/>
              <a:ln w="12700">
                <a:solidFill>
                  <a:schemeClr val="tx1"/>
                </a:solidFill>
                <a:round/>
                <a:headEnd/>
                <a:tailEnd/>
              </a:ln>
            </p:spPr>
            <p:txBody>
              <a:bodyPr wrap="none" anchor="ctr"/>
              <a:lstStyle/>
              <a:p>
                <a:endParaRPr lang="zh-CN" altLang="en-US" sz="1797"/>
              </a:p>
            </p:txBody>
          </p:sp>
        </p:grpSp>
      </p:grpSp>
      <p:sp>
        <p:nvSpPr>
          <p:cNvPr id="81937" name="Text Box 41"/>
          <p:cNvSpPr txBox="1">
            <a:spLocks noChangeArrowheads="1"/>
          </p:cNvSpPr>
          <p:nvPr/>
        </p:nvSpPr>
        <p:spPr bwMode="auto">
          <a:xfrm>
            <a:off x="2503092" y="3550948"/>
            <a:ext cx="642911" cy="276999"/>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STA-1</a:t>
            </a:r>
          </a:p>
        </p:txBody>
      </p:sp>
      <p:sp>
        <p:nvSpPr>
          <p:cNvPr id="81938" name="Text Box 42"/>
          <p:cNvSpPr txBox="1">
            <a:spLocks noChangeArrowheads="1"/>
          </p:cNvSpPr>
          <p:nvPr/>
        </p:nvSpPr>
        <p:spPr bwMode="auto">
          <a:xfrm>
            <a:off x="1298029" y="2774116"/>
            <a:ext cx="608870" cy="276999"/>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STA-2</a:t>
            </a:r>
          </a:p>
        </p:txBody>
      </p:sp>
      <p:sp>
        <p:nvSpPr>
          <p:cNvPr id="81939" name="Text Box 43"/>
          <p:cNvSpPr txBox="1">
            <a:spLocks noChangeArrowheads="1"/>
          </p:cNvSpPr>
          <p:nvPr/>
        </p:nvSpPr>
        <p:spPr bwMode="auto">
          <a:xfrm>
            <a:off x="1900561" y="2772530"/>
            <a:ext cx="282053" cy="276999"/>
          </a:xfrm>
          <a:prstGeom prst="rect">
            <a:avLst/>
          </a:prstGeom>
          <a:noFill/>
          <a:ln w="12700">
            <a:noFill/>
            <a:miter lim="800000"/>
            <a:headEnd/>
            <a:tailEnd/>
          </a:ln>
        </p:spPr>
        <p:txBody>
          <a:bodyPr anchor="ctr">
            <a:spAutoFit/>
          </a:bodyPr>
          <a:lstStyle/>
          <a:p>
            <a:pPr defTabSz="760628"/>
            <a:r>
              <a:rPr lang="en-US" altLang="zh-CN" sz="1200" dirty="0">
                <a:latin typeface="Arial" charset="0"/>
                <a:ea typeface="宋体" pitchFamily="2" charset="-122"/>
              </a:rPr>
              <a:t>1</a:t>
            </a:r>
          </a:p>
        </p:txBody>
      </p:sp>
      <p:sp>
        <p:nvSpPr>
          <p:cNvPr id="81940" name="Text Box 44"/>
          <p:cNvSpPr txBox="1">
            <a:spLocks noChangeArrowheads="1"/>
          </p:cNvSpPr>
          <p:nvPr/>
        </p:nvSpPr>
        <p:spPr bwMode="auto">
          <a:xfrm>
            <a:off x="1297435" y="3029528"/>
            <a:ext cx="609464" cy="276999"/>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STA-1</a:t>
            </a:r>
          </a:p>
        </p:txBody>
      </p:sp>
      <p:sp>
        <p:nvSpPr>
          <p:cNvPr id="81941" name="Text Box 45"/>
          <p:cNvSpPr txBox="1">
            <a:spLocks noChangeArrowheads="1"/>
          </p:cNvSpPr>
          <p:nvPr/>
        </p:nvSpPr>
        <p:spPr bwMode="auto">
          <a:xfrm>
            <a:off x="5650897" y="2165642"/>
            <a:ext cx="616727" cy="276999"/>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STA-2</a:t>
            </a:r>
          </a:p>
        </p:txBody>
      </p:sp>
      <p:sp>
        <p:nvSpPr>
          <p:cNvPr id="81942" name="Text Box 46"/>
          <p:cNvSpPr txBox="1">
            <a:spLocks noChangeArrowheads="1"/>
          </p:cNvSpPr>
          <p:nvPr/>
        </p:nvSpPr>
        <p:spPr bwMode="auto">
          <a:xfrm>
            <a:off x="5664467" y="2431545"/>
            <a:ext cx="616727" cy="276999"/>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STA-1</a:t>
            </a:r>
          </a:p>
        </p:txBody>
      </p:sp>
      <p:sp>
        <p:nvSpPr>
          <p:cNvPr id="81943" name="Text Box 47"/>
          <p:cNvSpPr txBox="1">
            <a:spLocks noChangeArrowheads="1"/>
          </p:cNvSpPr>
          <p:nvPr/>
        </p:nvSpPr>
        <p:spPr bwMode="auto">
          <a:xfrm>
            <a:off x="1910898" y="3025267"/>
            <a:ext cx="282053" cy="276999"/>
          </a:xfrm>
          <a:prstGeom prst="rect">
            <a:avLst/>
          </a:prstGeom>
          <a:noFill/>
          <a:ln w="12700">
            <a:noFill/>
            <a:miter lim="800000"/>
            <a:headEnd/>
            <a:tailEnd/>
          </a:ln>
        </p:spPr>
        <p:txBody>
          <a:bodyPr anchor="ctr">
            <a:spAutoFit/>
          </a:bodyPr>
          <a:lstStyle/>
          <a:p>
            <a:pPr defTabSz="760628"/>
            <a:r>
              <a:rPr lang="en-US" altLang="zh-CN" sz="1200" dirty="0">
                <a:latin typeface="Arial" charset="0"/>
                <a:ea typeface="宋体" pitchFamily="2" charset="-122"/>
              </a:rPr>
              <a:t>2</a:t>
            </a:r>
          </a:p>
        </p:txBody>
      </p:sp>
      <p:sp>
        <p:nvSpPr>
          <p:cNvPr id="81944" name="Text Box 48"/>
          <p:cNvSpPr txBox="1">
            <a:spLocks noChangeArrowheads="1"/>
          </p:cNvSpPr>
          <p:nvPr/>
        </p:nvSpPr>
        <p:spPr bwMode="auto">
          <a:xfrm>
            <a:off x="6839041" y="2967030"/>
            <a:ext cx="640195" cy="276999"/>
          </a:xfrm>
          <a:prstGeom prst="rect">
            <a:avLst/>
          </a:prstGeom>
          <a:noFill/>
          <a:ln w="12700">
            <a:noFill/>
            <a:miter lim="800000"/>
            <a:headEnd/>
            <a:tailEnd/>
          </a:ln>
        </p:spPr>
        <p:txBody>
          <a:bodyPr wrap="square" anchor="ctr">
            <a:spAutoFit/>
          </a:bodyPr>
          <a:lstStyle/>
          <a:p>
            <a:pPr defTabSz="760628"/>
            <a:r>
              <a:rPr lang="en-US" altLang="zh-CN" sz="1200" dirty="0">
                <a:latin typeface="Arial" charset="0"/>
                <a:ea typeface="宋体" pitchFamily="2" charset="-122"/>
              </a:rPr>
              <a:t>STA-2</a:t>
            </a:r>
          </a:p>
        </p:txBody>
      </p:sp>
      <p:sp>
        <p:nvSpPr>
          <p:cNvPr id="81945" name="Text Box 49"/>
          <p:cNvSpPr txBox="1">
            <a:spLocks noChangeArrowheads="1"/>
          </p:cNvSpPr>
          <p:nvPr/>
        </p:nvSpPr>
        <p:spPr bwMode="auto">
          <a:xfrm>
            <a:off x="6261285" y="2164058"/>
            <a:ext cx="280468" cy="276999"/>
          </a:xfrm>
          <a:prstGeom prst="rect">
            <a:avLst/>
          </a:prstGeom>
          <a:noFill/>
          <a:ln w="12700">
            <a:noFill/>
            <a:miter lim="800000"/>
            <a:headEnd/>
            <a:tailEnd/>
          </a:ln>
        </p:spPr>
        <p:txBody>
          <a:bodyPr anchor="ctr">
            <a:spAutoFit/>
          </a:bodyPr>
          <a:lstStyle/>
          <a:p>
            <a:pPr defTabSz="760628"/>
            <a:r>
              <a:rPr lang="en-US" altLang="zh-CN" sz="1200" dirty="0">
                <a:latin typeface="Arial" charset="0"/>
                <a:ea typeface="宋体" pitchFamily="2" charset="-122"/>
              </a:rPr>
              <a:t>2</a:t>
            </a:r>
          </a:p>
        </p:txBody>
      </p:sp>
      <p:sp>
        <p:nvSpPr>
          <p:cNvPr id="81946" name="Text Box 50"/>
          <p:cNvSpPr txBox="1">
            <a:spLocks noChangeArrowheads="1"/>
          </p:cNvSpPr>
          <p:nvPr/>
        </p:nvSpPr>
        <p:spPr bwMode="auto">
          <a:xfrm>
            <a:off x="6261285" y="2431698"/>
            <a:ext cx="280468" cy="276999"/>
          </a:xfrm>
          <a:prstGeom prst="rect">
            <a:avLst/>
          </a:prstGeom>
          <a:noFill/>
          <a:ln w="12700">
            <a:noFill/>
            <a:miter lim="800000"/>
            <a:headEnd/>
            <a:tailEnd/>
          </a:ln>
        </p:spPr>
        <p:txBody>
          <a:bodyPr anchor="ctr">
            <a:spAutoFit/>
          </a:bodyPr>
          <a:lstStyle/>
          <a:p>
            <a:pPr defTabSz="760628"/>
            <a:r>
              <a:rPr lang="en-US" altLang="zh-CN" sz="1200" dirty="0">
                <a:latin typeface="Arial" charset="0"/>
                <a:ea typeface="宋体" pitchFamily="2" charset="-122"/>
              </a:rPr>
              <a:t>1</a:t>
            </a:r>
          </a:p>
        </p:txBody>
      </p:sp>
      <p:sp>
        <p:nvSpPr>
          <p:cNvPr id="1114163" name="Freeform 51"/>
          <p:cNvSpPr>
            <a:spLocks/>
          </p:cNvSpPr>
          <p:nvPr/>
        </p:nvSpPr>
        <p:spPr bwMode="auto">
          <a:xfrm>
            <a:off x="3150782" y="2121916"/>
            <a:ext cx="4265651" cy="2586011"/>
          </a:xfrm>
          <a:custGeom>
            <a:avLst/>
            <a:gdLst>
              <a:gd name="T0" fmla="*/ 0 w 2837"/>
              <a:gd name="T1" fmla="*/ 2147483647 h 1999"/>
              <a:gd name="T2" fmla="*/ 2147483647 w 2837"/>
              <a:gd name="T3" fmla="*/ 2147483647 h 1999"/>
              <a:gd name="T4" fmla="*/ 2147483647 w 2837"/>
              <a:gd name="T5" fmla="*/ 2147483647 h 1999"/>
              <a:gd name="T6" fmla="*/ 0 60000 65536"/>
              <a:gd name="T7" fmla="*/ 0 60000 65536"/>
              <a:gd name="T8" fmla="*/ 0 60000 65536"/>
              <a:gd name="T9" fmla="*/ 0 w 2837"/>
              <a:gd name="T10" fmla="*/ 0 h 1999"/>
              <a:gd name="T11" fmla="*/ 2837 w 2837"/>
              <a:gd name="T12" fmla="*/ 1999 h 1999"/>
            </a:gdLst>
            <a:ahLst/>
            <a:cxnLst>
              <a:cxn ang="T6">
                <a:pos x="T0" y="T1"/>
              </a:cxn>
              <a:cxn ang="T7">
                <a:pos x="T2" y="T3"/>
              </a:cxn>
              <a:cxn ang="T8">
                <a:pos x="T4" y="T5"/>
              </a:cxn>
            </a:cxnLst>
            <a:rect l="T9" t="T10" r="T11" b="T12"/>
            <a:pathLst>
              <a:path w="2837" h="1999">
                <a:moveTo>
                  <a:pt x="0" y="1999"/>
                </a:moveTo>
                <a:cubicBezTo>
                  <a:pt x="196" y="1079"/>
                  <a:pt x="393" y="160"/>
                  <a:pt x="866" y="80"/>
                </a:cubicBezTo>
                <a:cubicBezTo>
                  <a:pt x="1339" y="0"/>
                  <a:pt x="2508" y="1278"/>
                  <a:pt x="2837" y="1518"/>
                </a:cubicBezTo>
              </a:path>
            </a:pathLst>
          </a:custGeom>
          <a:noFill/>
          <a:ln w="28575">
            <a:solidFill>
              <a:schemeClr val="tx1"/>
            </a:solidFill>
            <a:prstDash val="sysDot"/>
            <a:round/>
            <a:headEnd/>
            <a:tailEnd type="triangle" w="med" len="med"/>
          </a:ln>
        </p:spPr>
        <p:txBody>
          <a:bodyPr wrap="none" anchor="ctr"/>
          <a:lstStyle/>
          <a:p>
            <a:endParaRPr lang="zh-CN" altLang="en-US" sz="1797">
              <a:ea typeface="宋体" pitchFamily="2" charset="-122"/>
            </a:endParaRPr>
          </a:p>
        </p:txBody>
      </p:sp>
      <p:sp>
        <p:nvSpPr>
          <p:cNvPr id="55" name="Rectangle 2">
            <a:extLst>
              <a:ext uri="{FF2B5EF4-FFF2-40B4-BE49-F238E27FC236}">
                <a16:creationId xmlns:a16="http://schemas.microsoft.com/office/drawing/2014/main" id="{BFC31DAC-C96C-4A00-9EAA-B9B1E65C5EBE}"/>
              </a:ext>
            </a:extLst>
          </p:cNvPr>
          <p:cNvSpPr>
            <a:spLocks noGrp="1" noChangeArrowheads="1"/>
          </p:cNvSpPr>
          <p:nvPr>
            <p:ph type="title"/>
          </p:nvPr>
        </p:nvSpPr>
        <p:spPr>
          <a:xfrm>
            <a:off x="388307" y="595296"/>
            <a:ext cx="8194228" cy="960929"/>
          </a:xfrm>
          <a:noFill/>
        </p:spPr>
        <p:txBody>
          <a:bodyPr vert="horz" lIns="91905" tIns="45953" rIns="91905" bIns="45953" rtlCol="0" anchor="ctr">
            <a:normAutofit/>
          </a:bodyPr>
          <a:lstStyle/>
          <a:p>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BSS</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之间数据传输</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标题 1">
            <a:extLst>
              <a:ext uri="{FF2B5EF4-FFF2-40B4-BE49-F238E27FC236}">
                <a16:creationId xmlns:a16="http://schemas.microsoft.com/office/drawing/2014/main" id="{919D45E0-599F-47A1-B7CC-CBE6FE6FC079}"/>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5.7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无线局域网</a:t>
            </a:r>
          </a:p>
        </p:txBody>
      </p:sp>
      <p:sp>
        <p:nvSpPr>
          <p:cNvPr id="53" name="爆炸形: 14 pt  52">
            <a:extLst>
              <a:ext uri="{FF2B5EF4-FFF2-40B4-BE49-F238E27FC236}">
                <a16:creationId xmlns:a16="http://schemas.microsoft.com/office/drawing/2014/main" id="{D953F583-E6F6-4C29-893D-82F9F638B127}"/>
              </a:ext>
            </a:extLst>
          </p:cNvPr>
          <p:cNvSpPr/>
          <p:nvPr/>
        </p:nvSpPr>
        <p:spPr>
          <a:xfrm>
            <a:off x="7480401" y="5533484"/>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5-4</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40860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Left)">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114163"/>
                                        </p:tgtEl>
                                        <p:attrNameLst>
                                          <p:attrName>style.visibility</p:attrName>
                                        </p:attrNameLst>
                                      </p:cBhvr>
                                      <p:to>
                                        <p:strVal val="visible"/>
                                      </p:to>
                                    </p:set>
                                    <p:animEffect transition="in" filter="strips(upRight)">
                                      <p:cBhvr>
                                        <p:cTn id="17" dur="500"/>
                                        <p:tgtEl>
                                          <p:spTgt spid="1114163"/>
                                        </p:tgtEl>
                                      </p:cBhvr>
                                    </p:animEffect>
                                  </p:childTnLst>
                                  <p:subTnLst>
                                    <p:set>
                                      <p:cBhvr override="childStyle">
                                        <p:cTn dur="1" fill="hold" display="0" masterRel="nextClick" afterEffect="1"/>
                                        <p:tgtEl>
                                          <p:spTgt spid="111416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downLeft)">
                                      <p:cBhvr>
                                        <p:cTn id="2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trips(upRight)">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6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9573" name="Rectangle 3"/>
          <p:cNvSpPr>
            <a:spLocks noGrp="1" noChangeArrowheads="1"/>
          </p:cNvSpPr>
          <p:nvPr>
            <p:ph sz="half" idx="1"/>
          </p:nvPr>
        </p:nvSpPr>
        <p:spPr>
          <a:xfrm>
            <a:off x="542515" y="1265129"/>
            <a:ext cx="8239535" cy="4271375"/>
          </a:xfrm>
        </p:spPr>
        <p:txBody>
          <a:bodyPr>
            <a:normAutofit/>
          </a:bodyPr>
          <a:lstStyle/>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接口层基础</a:t>
            </a:r>
          </a:p>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局域网体系结构与组网方法</a:t>
            </a:r>
          </a:p>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局域网编址与</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ARP</a:t>
            </a:r>
            <a:r>
              <a:rPr lang="zh-CN" altLang="en-US" dirty="0">
                <a:latin typeface="宋体" panose="02010600030101010101" pitchFamily="2" charset="-122"/>
                <a:ea typeface="宋体" panose="02010600030101010101" pitchFamily="2" charset="-122"/>
                <a:cs typeface="Arial Unicode MS" pitchFamily="34" charset="-122"/>
              </a:rPr>
              <a:t>协议</a:t>
            </a:r>
          </a:p>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链路层差错控制</a:t>
            </a:r>
          </a:p>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共享式与交换式以太网</a:t>
            </a:r>
          </a:p>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虚拟局域网</a:t>
            </a:r>
          </a:p>
          <a:p>
            <a:pPr marL="446088" indent="-446088">
              <a:lnSpc>
                <a:spcPts val="3600"/>
              </a:lnSpc>
              <a:spcBef>
                <a:spcPts val="1200"/>
              </a:spcBef>
              <a:buClr>
                <a:srgbClr val="C00000"/>
              </a:buClr>
              <a:buSzPct val="90000"/>
              <a:buFont typeface="Wingdings" panose="05000000000000000000" pitchFamily="2" charset="2"/>
              <a:buChar char="n"/>
            </a:pPr>
            <a:r>
              <a:rPr lang="zh-CN" altLang="en-US" dirty="0">
                <a:latin typeface="宋体" panose="02010600030101010101" pitchFamily="2" charset="-122"/>
                <a:ea typeface="宋体" panose="02010600030101010101" pitchFamily="2" charset="-122"/>
                <a:cs typeface="Arial Unicode MS" pitchFamily="34" charset="-122"/>
              </a:rPr>
              <a:t>无线局域网</a:t>
            </a:r>
            <a:endParaRPr lang="en-US" altLang="zh-CN" dirty="0">
              <a:latin typeface="宋体" panose="02010600030101010101" pitchFamily="2" charset="-122"/>
              <a:ea typeface="宋体" panose="02010600030101010101" pitchFamily="2" charset="-122"/>
              <a:cs typeface="Arial Unicode MS" pitchFamily="34" charset="-122"/>
            </a:endParaRPr>
          </a:p>
        </p:txBody>
      </p:sp>
      <p:sp>
        <p:nvSpPr>
          <p:cNvPr id="6" name="标题 1">
            <a:extLst>
              <a:ext uri="{FF2B5EF4-FFF2-40B4-BE49-F238E27FC236}">
                <a16:creationId xmlns:a16="http://schemas.microsoft.com/office/drawing/2014/main" id="{983638B3-E0A3-4C54-AACF-7F2C8364FBD5}"/>
              </a:ext>
            </a:extLst>
          </p:cNvPr>
          <p:cNvSpPr txBox="1">
            <a:spLocks/>
          </p:cNvSpPr>
          <p:nvPr/>
        </p:nvSpPr>
        <p:spPr>
          <a:xfrm>
            <a:off x="615726"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总  结</a:t>
            </a:r>
          </a:p>
        </p:txBody>
      </p:sp>
    </p:spTree>
    <p:extLst>
      <p:ext uri="{BB962C8B-B14F-4D97-AF65-F5344CB8AC3E}">
        <p14:creationId xmlns:p14="http://schemas.microsoft.com/office/powerpoint/2010/main" val="3733691278"/>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2">
            <a:extLst>
              <a:ext uri="{FF2B5EF4-FFF2-40B4-BE49-F238E27FC236}">
                <a16:creationId xmlns:a16="http://schemas.microsoft.com/office/drawing/2014/main" id="{2A6E10AF-4605-49AD-9A69-1FE4D754DB9F}"/>
              </a:ext>
            </a:extLst>
          </p:cNvPr>
          <p:cNvSpPr txBox="1">
            <a:spLocks/>
          </p:cNvSpPr>
          <p:nvPr/>
        </p:nvSpPr>
        <p:spPr>
          <a:xfrm>
            <a:off x="1222860" y="3938015"/>
            <a:ext cx="6709028" cy="109650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chemeClr val="accent5">
                    <a:lumMod val="75000"/>
                  </a:schemeClr>
                </a:solidFill>
                <a:latin typeface="楷体" panose="02010609060101010101" pitchFamily="49" charset="-122"/>
                <a:ea typeface="楷体" panose="02010609060101010101" pitchFamily="49" charset="-122"/>
              </a:rPr>
              <a:t>吴英</a:t>
            </a:r>
            <a:endParaRPr lang="en-US" altLang="zh-CN" sz="2800" dirty="0">
              <a:solidFill>
                <a:schemeClr val="accent5">
                  <a:lumMod val="75000"/>
                </a:schemeClr>
              </a:solidFill>
              <a:latin typeface="楷体" panose="02010609060101010101" pitchFamily="49" charset="-122"/>
              <a:ea typeface="楷体" panose="02010609060101010101" pitchFamily="49" charset="-122"/>
            </a:endParaRPr>
          </a:p>
          <a:p>
            <a:r>
              <a:rPr lang="en-US" altLang="zh-CN" sz="2800" dirty="0">
                <a:solidFill>
                  <a:schemeClr val="accent5">
                    <a:lumMod val="75000"/>
                  </a:schemeClr>
                </a:solidFill>
                <a:latin typeface="Times New Roman" panose="02020603050405020304" pitchFamily="18" charset="0"/>
                <a:ea typeface="楷体" panose="02010609060101010101" pitchFamily="49" charset="-122"/>
                <a:cs typeface="Times New Roman" panose="02020603050405020304" pitchFamily="18" charset="0"/>
              </a:rPr>
              <a:t>wuying@nankai.edu.cn </a:t>
            </a:r>
          </a:p>
          <a:p>
            <a:endParaRPr lang="en-US" altLang="zh-CN" dirty="0">
              <a:solidFill>
                <a:schemeClr val="accent5">
                  <a:lumMod val="75000"/>
                </a:schemeClr>
              </a:solidFill>
              <a:latin typeface="楷体" panose="02010609060101010101" pitchFamily="49" charset="-122"/>
              <a:ea typeface="楷体" panose="02010609060101010101" pitchFamily="49" charset="-122"/>
            </a:endParaRPr>
          </a:p>
        </p:txBody>
      </p:sp>
      <p:sp>
        <p:nvSpPr>
          <p:cNvPr id="2" name="标题 1">
            <a:extLst>
              <a:ext uri="{FF2B5EF4-FFF2-40B4-BE49-F238E27FC236}">
                <a16:creationId xmlns:a16="http://schemas.microsoft.com/office/drawing/2014/main" id="{5AA2F8BF-1A3F-499A-B459-DE65AE711A09}"/>
              </a:ext>
            </a:extLst>
          </p:cNvPr>
          <p:cNvSpPr txBox="1">
            <a:spLocks/>
          </p:cNvSpPr>
          <p:nvPr/>
        </p:nvSpPr>
        <p:spPr>
          <a:xfrm rot="10800000" flipH="1" flipV="1">
            <a:off x="1056736" y="1317523"/>
            <a:ext cx="7030527" cy="22909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800"/>
              </a:lnSpc>
              <a:spcBef>
                <a:spcPts val="600"/>
              </a:spcBef>
              <a:spcAft>
                <a:spcPts val="1200"/>
              </a:spcAft>
            </a:pPr>
            <a:r>
              <a:rPr lang="en-US" altLang="zh-CN" sz="6600" b="1" dirty="0">
                <a:latin typeface="Times New Roman" panose="02020603050405020304" pitchFamily="18" charset="0"/>
                <a:ea typeface="楷体" panose="02010609060101010101" pitchFamily="49" charset="-122"/>
                <a:cs typeface="Times New Roman" panose="02020603050405020304" pitchFamily="18" charset="0"/>
              </a:rPr>
              <a:t>Thank You!</a:t>
            </a:r>
            <a:endParaRPr lang="en-US" altLang="zh-CN" sz="48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8384964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15045</TotalTime>
  <Words>6850</Words>
  <Application>Microsoft Office PowerPoint</Application>
  <PresentationFormat>全屏显示(4:3)</PresentationFormat>
  <Paragraphs>1021</Paragraphs>
  <Slides>61</Slides>
  <Notes>47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80" baseType="lpstr">
      <vt:lpstr>Arial Unicode MS</vt:lpstr>
      <vt:lpstr>PingFang SC</vt:lpstr>
      <vt:lpstr>ZapfDingbats</vt:lpstr>
      <vt:lpstr>等线</vt:lpstr>
      <vt:lpstr>黑体</vt:lpstr>
      <vt:lpstr>楷体</vt:lpstr>
      <vt:lpstr>宋体</vt:lpstr>
      <vt:lpstr>微软雅黑</vt:lpstr>
      <vt:lpstr>Arial</vt:lpstr>
      <vt:lpstr>Calibri</vt:lpstr>
      <vt:lpstr>Calibri Light</vt:lpstr>
      <vt:lpstr>Comic Sans MS</vt:lpstr>
      <vt:lpstr>Courier New</vt:lpstr>
      <vt:lpstr>Gill Sans MT</vt:lpstr>
      <vt:lpstr>Symbol</vt:lpstr>
      <vt:lpstr>Times New Roman</vt:lpstr>
      <vt:lpstr>Wingdings</vt:lpstr>
      <vt:lpstr>Office 主题​​</vt:lpstr>
      <vt:lpstr>Clip</vt:lpstr>
      <vt:lpstr>计算机网络 第5章 接口层原理与协议</vt:lpstr>
      <vt:lpstr>PowerPoint 演示文稿</vt:lpstr>
      <vt:lpstr>PowerPoint 演示文稿</vt:lpstr>
      <vt:lpstr>物理网络互联示例</vt:lpstr>
      <vt:lpstr>物理网络连接方式（拓扑结构）</vt:lpstr>
      <vt:lpstr>接口层功能</vt:lpstr>
      <vt:lpstr>接口层功能</vt:lpstr>
      <vt:lpstr>接口层技术分类</vt:lpstr>
      <vt:lpstr>局域网体系结构与数据封装</vt:lpstr>
      <vt:lpstr>PowerPoint 演示文稿</vt:lpstr>
      <vt:lpstr>LLC和MAC地址</vt:lpstr>
      <vt:lpstr>MAC地址-物理地址</vt:lpstr>
      <vt:lpstr>MAC地址-物理地址</vt:lpstr>
      <vt:lpstr>回顾：IP数据包转发</vt:lpstr>
      <vt:lpstr>ARP协议</vt:lpstr>
      <vt:lpstr>ARP 协议</vt:lpstr>
      <vt:lpstr>如何路由到另一个局域网</vt:lpstr>
      <vt:lpstr>如何路由到另一个局域网（续）</vt:lpstr>
      <vt:lpstr>如何路由到另一个局域网（续）</vt:lpstr>
      <vt:lpstr>循环冗余校验（CRC）</vt:lpstr>
      <vt:lpstr>CRC计算示例</vt:lpstr>
      <vt:lpstr>局域网领域的三足鼎立</vt:lpstr>
      <vt:lpstr>以太网（Ethernet）发展</vt:lpstr>
      <vt:lpstr>共享式以太网：连接方式与功能</vt:lpstr>
      <vt:lpstr>IEEE 802.3帧结构</vt:lpstr>
      <vt:lpstr>交换式以太网：连接方式</vt:lpstr>
      <vt:lpstr>交换式以太网：交换机</vt:lpstr>
      <vt:lpstr>交换表的自学习</vt:lpstr>
      <vt:lpstr>交换机：帧的过滤与转发</vt:lpstr>
      <vt:lpstr>自学习及转发示例</vt:lpstr>
      <vt:lpstr>互联的交换机</vt:lpstr>
      <vt:lpstr>互联的交换机：示例</vt:lpstr>
      <vt:lpstr>虚拟局域网：动机</vt:lpstr>
      <vt:lpstr>虚拟局域网VLAN</vt:lpstr>
      <vt:lpstr>基于端口的VLAN</vt:lpstr>
      <vt:lpstr>无线局域网组网模式</vt:lpstr>
      <vt:lpstr>无线局域网组网模式（续）</vt:lpstr>
      <vt:lpstr>IEEE802.11标准化工作</vt:lpstr>
      <vt:lpstr>无线局域网体系结构</vt:lpstr>
      <vt:lpstr>无线局域网需解决的问题</vt:lpstr>
      <vt:lpstr>802.11介质访问控制方法</vt:lpstr>
      <vt:lpstr>802.11介质访问控制方法（续）</vt:lpstr>
      <vt:lpstr>802.11介质访问控制方法（续）</vt:lpstr>
      <vt:lpstr>802.11介质访问控制方法（续）</vt:lpstr>
      <vt:lpstr>802.11介质访问控制方法（续）</vt:lpstr>
      <vt:lpstr>802.11介质访问控制方法（续）</vt:lpstr>
      <vt:lpstr>802.11介质访问控制方法（续）</vt:lpstr>
      <vt:lpstr>802.11介质访问控制方法（续）</vt:lpstr>
      <vt:lpstr>802.11介质访问控制方法（续）</vt:lpstr>
      <vt:lpstr>802.11介质访问控制方法（续）</vt:lpstr>
      <vt:lpstr>802.11介质访问控制方法（续）</vt:lpstr>
      <vt:lpstr>PowerPoint 演示文稿</vt:lpstr>
      <vt:lpstr>无线局域网组网方法</vt:lpstr>
      <vt:lpstr>无线局域网组网方法（续）</vt:lpstr>
      <vt:lpstr>PowerPoint 演示文稿</vt:lpstr>
      <vt:lpstr>无线局域网组网方法（续）</vt:lpstr>
      <vt:lpstr>无线局域网组网方法（续）</vt:lpstr>
      <vt:lpstr>BSS内部数据传输</vt:lpstr>
      <vt:lpstr>BSS之间数据传输</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dc:creator>
  <cp:lastModifiedBy>吴英</cp:lastModifiedBy>
  <cp:revision>857</cp:revision>
  <dcterms:created xsi:type="dcterms:W3CDTF">2019-06-10T02:39:00Z</dcterms:created>
  <dcterms:modified xsi:type="dcterms:W3CDTF">2025-12-24T15:26:36Z</dcterms:modified>
</cp:coreProperties>
</file>